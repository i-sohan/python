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notesSlides/notesSlide1.xml" ContentType="application/vnd.openxmlformats-officedocument.presentationml.notesSlide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5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1C3A9-BE42-4181-8D1F-06F8B344BD93}" v="2" dt="2026-08-27T04:40:06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3932" autoAdjust="0"/>
  </p:normalViewPr>
  <p:slideViewPr>
    <p:cSldViewPr snapToGrid="0">
      <p:cViewPr>
        <p:scale>
          <a:sx n="80" d="100"/>
          <a:sy n="80" d="100"/>
        </p:scale>
        <p:origin x="125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Naik" userId="88ef57f6d69c6339" providerId="LiveId" clId="{A59E2184-8562-47B8-A5A8-DEDCB4753D49}"/>
    <pc:docChg chg="custSel modSld">
      <pc:chgData name="Sohan Naik" userId="88ef57f6d69c6339" providerId="LiveId" clId="{A59E2184-8562-47B8-A5A8-DEDCB4753D49}" dt="2026-08-27T04:40:20.141" v="3" actId="478"/>
      <pc:docMkLst>
        <pc:docMk/>
      </pc:docMkLst>
      <pc:sldChg chg="addSp delSp modSp mod">
        <pc:chgData name="Sohan Naik" userId="88ef57f6d69c6339" providerId="LiveId" clId="{A59E2184-8562-47B8-A5A8-DEDCB4753D49}" dt="2026-08-27T04:40:20.141" v="3" actId="478"/>
        <pc:sldMkLst>
          <pc:docMk/>
          <pc:sldMk cId="951831957" sldId="268"/>
        </pc:sldMkLst>
        <pc:spChg chg="add del mod">
          <ac:chgData name="Sohan Naik" userId="88ef57f6d69c6339" providerId="LiveId" clId="{A59E2184-8562-47B8-A5A8-DEDCB4753D49}" dt="2026-08-27T04:40:20.141" v="3" actId="478"/>
          <ac:spMkLst>
            <pc:docMk/>
            <pc:sldMk cId="951831957" sldId="268"/>
            <ac:spMk id="77" creationId="{B2B8300D-146C-F2AE-4467-B50E9210309E}"/>
          </ac:spMkLst>
        </pc:spChg>
        <pc:spChg chg="add del mod">
          <ac:chgData name="Sohan Naik" userId="88ef57f6d69c6339" providerId="LiveId" clId="{A59E2184-8562-47B8-A5A8-DEDCB4753D49}" dt="2026-08-27T04:40:14.120" v="2" actId="478"/>
          <ac:spMkLst>
            <pc:docMk/>
            <pc:sldMk cId="951831957" sldId="268"/>
            <ac:spMk id="78" creationId="{CAEDC3F0-2FE8-9A0E-9D4F-2437EC4C6B4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09:4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3016 0 0,'0'0'3677'0'0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09:4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2808 0 0,'0'0'1384'0'0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01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49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3488 0 0,'0'0'3229'0'0,"-2"2"-2155"0"0,0 1-1015 0 0,-2 1 483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0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23 3784 0 0,'0'0'3375'0'0,"1"-4"-2181"0"0,3-11-174 0 0,-3 12 1974 0 0,-1 7-2799 0 0,-7 64 433 0 0,-2 0-1 0 0,-3-1 1 0 0,-29 92 0 0 0,-47 69-4642 0 0,83-215 2460 0 0,3-5 611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1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495 10 2892 0 0,'2'-2'1417'0'0,"12"-5"1345"0"0,-13 7-2726 0 0,-1 0 0 0 0,1 0 0 0 0,-1 0 1 0 0,1 0-1 0 0,-1 0 0 0 0,1 0 0 0 0,-1 0 1 0 0,1 0-1 0 0,-1 0 0 0 0,1 0 0 0 0,-1 0 1 0 0,1 0-1 0 0,-1 0 0 0 0,0 1 0 0 0,1-1 0 0 0,-1 0 1 0 0,1 0-1 0 0,-1 0 0 0 0,0 1 0 0 0,1-1 1 0 0,-1 0-1 0 0,0 1 0 0 0,1-1 0 0 0,-1 0 1 0 0,0 1-1 0 0,1-1 0 0 0,-1 0 0 0 0,0 1 1 0 0,0-1-1 0 0,1 1 0 0 0,-1-1 0 0 0,0 1 1 0 0,0-1-1 0 0,0 0 0 0 0,0 1 0 0 0,0-1 1 0 0,1 1-1 0 0,-1-1 0 0 0,0 1 0 0 0,0-1 0 0 0,0 1 1 0 0,0-1-1 0 0,0 1 0 0 0,0-1 0 0 0,-1 1 1 0 0,1-1-1 0 0,0 1 0 0 0,0 13 240 0 0,-2 1-1 0 0,1-1 1 0 0,-1 0 0 0 0,-5 15-1 0 0,0-9-43 0 0,0 0 1 0 0,-1 0-1 0 0,-1-1 0 0 0,-19 31 0 0 0,15-31-171 0 0,0 0-1 0 0,-2-1 1 0 0,0 0 0 0 0,-22 18-1 0 0,24-24-97 0 0,-1-1 1 0 0,-1-1-1 0 0,-16 10 0 0 0,23-15 18 0 0,3-2 41 0 0,0-1 1 0 0,0 1 0 0 0,0-1-1 0 0,0 0 1 0 0,-9 2 0 0 0,-36 8-29 0 0,42-12-11 0 0,2 1-24 0 0,0-1-1 0 0,0 0 1 0 0,0 0 0 0 0,0 0 0 0 0,0-1-1 0 0,0 0 1 0 0,1 0 0 0 0,-10-4-1 0 0,9 4 13 0 0,0-1-35 0 0,0 0 1 0 0,0 0-1 0 0,0-1 0 0 0,0 1 0 0 0,0-1 0 0 0,1 0 0 0 0,0-1 0 0 0,-1 0 0 0 0,1 1 0 0 0,0-2 0 0 0,1 1 0 0 0,-1 0 1 0 0,-6-9-1 0 0,-14-22-163 0 0,23 32 235 0 0,1-1-63 0 0,-2-12-7 0 0,2 12 29 0 0,9-6-7 0 0,-7 9 39 0 0,0 0 1 0 0,-1-1 0 0 0,1 1-1 0 0,0 0 1 0 0,0 0 0 0 0,0 0-1 0 0,0 0 1 0 0,0 0 0 0 0,0 0 0 0 0,0 0-1 0 0,0 0 1 0 0,0 0 0 0 0,0 0-1 0 0,0 0 1 0 0,1 1 0 0 0,-1-1 0 0 0,0 1-1 0 0,3-2 1 0 0,5 0 7 0 0,-1 0-1 0 0,1 0 1 0 0,0 1 0 0 0,-1 0-1 0 0,1 1 1 0 0,0 0 0 0 0,0 0-1 0 0,-1 1 1 0 0,1 0 0 0 0,0 0-1 0 0,-1 1 1 0 0,1 0 0 0 0,14 6-1 0 0,-12-2 55 0 0,0 0 0 0 0,0 0 0 0 0,-1 1-1 0 0,0 0 1 0 0,0 1 0 0 0,-1 0 0 0 0,0 0 0 0 0,-1 1 0 0 0,0 1-1 0 0,0-1 1 0 0,7 13 0 0 0,4 11 119 0 0,-1 0 0 0 0,17 46 1 0 0,12 24-4 0 0,-33-74-181 0 0,-7-20 3 0 0,1-1-16 0 0,-6-6-47 0 0,1 1 0 0 0,-1-1 0 0 0,1 0 0 0 0,0 0 0 0 0,0 0 1 0 0,0 0-1 0 0,0 0 0 0 0,0-1 0 0 0,0 1 0 0 0,1-1 0 0 0,-1 0 0 0 0,0 0 0 0 0,1 0 1 0 0,6 0-1 0 0,-4-1-202 0 0,0 0 1 0 0,0 0-1 0 0,0-1 1 0 0,0 0-1 0 0,-1 0 1 0 0,1 0-1 0 0,0-1 1 0 0,9-4-1 0 0,-8 3-370 0 0,0 0 1 0 0,-1-1-1 0 0,1 0 0 0 0,-1 0 0 0 0,0 0 0 0 0,11-11 1 0 0,0-2-2935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1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38 2808 0 0,'-4'2'1273'0'0,"4"-2"-1253"0"0,-27 15 2185 0 0,25-14-2079 0 0,0 0 0 0 0,1 0 0 0 0,-1 0 0 0 0,0 1 0 0 0,1-1 0 0 0,-1 1 0 0 0,1-1 0 0 0,0 1 0 0 0,-1 0-1 0 0,1-1 1 0 0,0 1 0 0 0,0 0 0 0 0,0 0 0 0 0,0 0 0 0 0,0 0 0 0 0,0 3 0 0 0,0-4-93 0 0,1 1-1 0 0,0 0 1 0 0,0 0 0 0 0,-1 0 0 0 0,2 0 0 0 0,-1-1-1 0 0,0 1 1 0 0,0 0 0 0 0,0 0 0 0 0,1 0 0 0 0,-1-1-1 0 0,1 1 1 0 0,-1 0 0 0 0,1 0 0 0 0,0-1 0 0 0,0 1-1 0 0,0-1 1 0 0,0 1 0 0 0,0-1 0 0 0,0 1 0 0 0,0-1-1 0 0,0 1 1 0 0,1-1 0 0 0,-1 0 0 0 0,1 0 0 0 0,-1 0-1 0 0,1 0 1 0 0,-1 0 0 0 0,1 0 0 0 0,-1 0 0 0 0,1 0-1 0 0,0-1 1 0 0,-1 1 0 0 0,1 0 0 0 0,2 0 0 0 0,37-4 295 0 0,-36 2-174 0 0,-2 0-82 0 0,13-7-19 0 0,-12 6-33 0 0,-1 0 3 0 0,22-29 35 0 0,-21 17-99 0 0,-4 8 28 0 0,1 2-12 0 0,-1 0-2 0 0,0 2 22 0 0,0-1-1 0 0,0 1 1 0 0,-1-1-1 0 0,1 1 1 0 0,-1-1-1 0 0,1 1 1 0 0,-1-1-1 0 0,0 1 0 0 0,0-1 1 0 0,0 1-1 0 0,0 0 1 0 0,0 0-1 0 0,-1 0 1 0 0,1-1-1 0 0,-1 1 1 0 0,1 0-1 0 0,-1 1 1 0 0,0-1-1 0 0,1 0 1 0 0,-1 0-1 0 0,0 1 0 0 0,0-1 1 0 0,-1 1-1 0 0,1 0 1 0 0,0 0-1 0 0,0-1 1 0 0,-1 1-1 0 0,1 1 1 0 0,0-1-1 0 0,-1 0 1 0 0,1 1-1 0 0,-5-1 1 0 0,2 0 41 0 0,1 3 19 0 0,0 0-25 0 0,0 0 0 0 0,0 1 0 0 0,1-1 1 0 0,-1 1-1 0 0,1-1 0 0 0,-1 1 0 0 0,1 0 0 0 0,0 0 1 0 0,0 0-1 0 0,0 1 0 0 0,1-1 0 0 0,-1 1 0 0 0,1 0 0 0 0,-4 6 1 0 0,4-4-11 0 0,1 1 0 0 0,-1-1 0 0 0,1 0 0 0 0,0 1 0 0 0,1-1 0 0 0,0 1 0 0 0,0-1 0 0 0,0 1 1 0 0,0-1-1 0 0,1 0 0 0 0,0 1 0 0 0,1-1 0 0 0,0 0 0 0 0,0 0 0 0 0,0 0 0 0 0,0 0 0 0 0,1 0 0 0 0,0 0 1 0 0,6 8-1 0 0,-7-10-41 0 0,1 0 0 0 0,-1 0 0 0 0,1-1 1 0 0,0 1-1 0 0,0-1 0 0 0,0 0 0 0 0,1 0 1 0 0,-1 0-1 0 0,1-1 0 0 0,-1 1 0 0 0,1-1 1 0 0,0 1-1 0 0,0-1 0 0 0,0-1 0 0 0,0 1 0 0 0,0 0 1 0 0,1-1-1 0 0,-1 0 0 0 0,0 0 0 0 0,1 0 1 0 0,-1-1-1 0 0,1 1 0 0 0,-1-1 0 0 0,0 0 1 0 0,1-1-1 0 0,-1 1 0 0 0,8-2 0 0 0,-6 1-206 0 0,1-1 0 0 0,-1 0 0 0 0,1 0 0 0 0,-1-1-1 0 0,0 1 1 0 0,1-1 0 0 0,-2-1 0 0 0,1 1 0 0 0,0-1 0 0 0,-1 0-1 0 0,1 0 1 0 0,-1-1 0 0 0,0 1 0 0 0,-1-1 0 0 0,1 0 0 0 0,-1-1-1 0 0,0 1 1 0 0,0-1 0 0 0,-1 1 0 0 0,1-1 0 0 0,2-9-1 0 0,6-29-110 0 0,-11 39 502 0 0,0 0 107 0 0,3-48 2797 0 0,-4 49-2871 0 0,0 4-165 0 0,0-1-1 0 0,0 1 1 0 0,0-1-1 0 0,0 1 1 0 0,0-1-1 0 0,0 1 1 0 0,0-1-1 0 0,0 1 1 0 0,0 0-1 0 0,0-1 1 0 0,0 1-1 0 0,1-1 1 0 0,-1 1-1 0 0,0-1 1 0 0,0 1-1 0 0,0 0 1 0 0,1-1-1 0 0,-1 1 1 0 0,0-1-1 0 0,0 1 1 0 0,1 0-1 0 0,-1-1 1 0 0,0 1-1 0 0,1 0 1 0 0,-1 0-1 0 0,1-1 1 0 0,7 10 488 0 0,10 41-59 0 0,-7-18-225 0 0,-8-26-239 0 0,4 10-118 0 0,0 0-1 0 0,0-1 1 0 0,2 0 0 0 0,17 24 0 0 0,-24-37-318 0 0,11 8-565 0 0,-3-8-3873 0 0,18-6 1002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2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1 2172 0 0,'0'0'4591'0'0,"-5"0"-4161"0"0,-15 2-57 0 0,19-2-352 0 0,0 0 1 0 0,0 1-1 0 0,0-1 0 0 0,0 0 1 0 0,0 0-1 0 0,0 1 1 0 0,0-1-1 0 0,0 1 0 0 0,0-1 1 0 0,0 1-1 0 0,0-1 0 0 0,0 1 1 0 0,1-1-1 0 0,-1 1 0 0 0,0 0 1 0 0,0 0-1 0 0,1-1 1 0 0,-1 1-1 0 0,0 0 0 0 0,1 0 1 0 0,-1 0-1 0 0,0 1 0 0 0,0-1 44 0 0,-10 12 36 0 0,1 0 0 0 0,0 0 0 0 0,1 1-1 0 0,1 1 1 0 0,0-1 0 0 0,1 1 0 0 0,0 0 0 0 0,1 1 0 0 0,1 0 0 0 0,0 0-1 0 0,-1 17 1 0 0,5-29-316 0 0,7 12-420 0 0,-6-14 433 0 0,0 0 0 0 0,1 0 0 0 0,0 0 0 0 0,-1 0 0 0 0,1-1 0 0 0,0 1 0 0 0,0 0 0 0 0,0 0 0 0 0,0-1 0 0 0,0 1 0 0 0,2 2 1 0 0,0-2-884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2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17 3404 0 0,'0'0'1358'0'0,"2"-3"-168"0"0,8-11 3994 0 0,-11 19-4940 0 0,-11 109 442 0 0,12-110-768 0 0,0 1-54 0 0,10 39-1027 0 0,-9-40 747 0 0,-1-3 375 0 0,0-1 0 0 0,0 0 1 0 0,0 1-1 0 0,0-1 0 0 0,0 1 0 0 0,1-1 0 0 0,-1 0 1 0 0,0 1-1 0 0,0-1 0 0 0,0 1 0 0 0,0-1 0 0 0,1 0 1 0 0,-1 1-1 0 0,0-1 0 0 0,0 0 0 0 0,1 1 0 0 0,-1-1 0 0 0,0 0 1 0 0,1 1-1 0 0,-1-1 0 0 0,0 0 0 0 0,1 0 0 0 0,-1 1 1 0 0,0-1-1 0 0,1 0 0 0 0,-1 0 0 0 0,0 0 0 0 0,1 1 1 0 0,-1-1-1 0 0,1 0 0 0 0,-1 0 0 0 0,1 0 0 0 0,17-2-2441 0 0,8-9-1056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2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20 3336 0 0,'-1'-3'1002'0'0,"-7"-8"-152"0"0,6 8 1306 0 0,-1 2-1937 0 0,1 0-171 0 0,0 1 1 0 0,0 0-1 0 0,0-1 1 0 0,1 1 0 0 0,-1 0-1 0 0,0 0 1 0 0,0 0-1 0 0,0 0 1 0 0,0 1-1 0 0,1-1 1 0 0,-1 0 0 0 0,-3 2-1 0 0,4-2-32 0 0,0 0 0 0 0,0 1 0 0 0,0-1 1 0 0,0 0-1 0 0,0 1 0 0 0,1 0 0 0 0,-1-1 0 0 0,0 1 0 0 0,0-1 0 0 0,0 1 0 0 0,0 0 0 0 0,1 0 1 0 0,-1-1-1 0 0,0 1 0 0 0,1 0 0 0 0,-1 0 0 0 0,0 0 0 0 0,1 0 0 0 0,-1 0 0 0 0,1 0 1 0 0,-1 0-1 0 0,1 0 0 0 0,0 0 0 0 0,0 0 0 0 0,-1 0 0 0 0,1 0 0 0 0,0 0 0 0 0,0 1 214 0 0,1 2-300 0 0,-1-4 98 0 0,1 1 0 0 0,-1 0-1 0 0,0 0 1 0 0,1 0-1 0 0,-1 0 1 0 0,0-1-1 0 0,1 1 1 0 0,-1 0-1 0 0,1 0 1 0 0,0-1-1 0 0,-1 1 1 0 0,1 0 0 0 0,0-1-1 0 0,-1 1 1 0 0,1-1-1 0 0,0 1 1 0 0,-1-1-1 0 0,1 1 1 0 0,0-1-1 0 0,0 1 1 0 0,0-1 0 0 0,0 0-1 0 0,-1 1 1 0 0,1-1-1 0 0,0 0 1 0 0,0 0-1 0 0,0 0 1 0 0,0 1-1 0 0,0-1 1 0 0,0 0-1 0 0,0 0 1 0 0,0-1 0 0 0,-1 1-1 0 0,1 0 1 0 0,0 0-1 0 0,0 0 1 0 0,0-1-1 0 0,0 1 1 0 0,0 0-1 0 0,1-1 1 0 0,4-7 496 0 0,-2 2-1931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3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81 2376 0 0,'0'0'3110'0'0,"1"4"-2430"0"0,-1-1-464 0 0,0 0 0 0 0,1-1 0 0 0,-1 1 1 0 0,1 0-1 0 0,0 0 0 0 0,0-1 0 0 0,0 1 0 0 0,0 0 1 0 0,1-1-1 0 0,-1 1 0 0 0,3 3 512 0 0,-3-6-699 0 0,-1 1 0 0 0,1-1 0 0 0,-1 1 0 0 0,1-1 1 0 0,0 1-1 0 0,-1-1 0 0 0,1 1 0 0 0,0-1 1 0 0,-1 1-1 0 0,1-1 0 0 0,0 0 0 0 0,-1 1 1 0 0,1-1-1 0 0,0 0 0 0 0,0 0 0 0 0,0 1 1 0 0,-1-1-1 0 0,1 0 0 0 0,0 0 0 0 0,0 0 1 0 0,-1 0-1 0 0,1 0 0 0 0,0 0 0 0 0,1-1 1 0 0,22 1 377 0 0,-23 0-425 0 0,4-2 143 0 0,1 0 0 0 0,-1 0-1 0 0,0-1 1 0 0,0 0-1 0 0,0 0 1 0 0,-1 0 0 0 0,1-1-1 0 0,-1 1 1 0 0,6-7-1 0 0,-7 7-104 0 0,-2 0-187 0 0,6-36 490 0 0,-7 35-310 0 0,-1 0 4 0 0,0 2-17 0 0,0-1 0 0 0,-1 0 1 0 0,1 1-1 0 0,-1-1 0 0 0,1 1 1 0 0,-1 0-1 0 0,0 0 0 0 0,0 0 1 0 0,0 0-1 0 0,0 0 0 0 0,0 0 1 0 0,-1 0-1 0 0,1 0 0 0 0,-1 1 1 0 0,1-1-1 0 0,-1 1 0 0 0,-2-1 1 0 0,1 1 35 0 0,-10 8-50 0 0,12-6 13 0 0,0 0-1 0 0,0-1 0 0 0,1 1 1 0 0,-1 0-1 0 0,0 0 1 0 0,1 0-1 0 0,-1 0 1 0 0,1 0-1 0 0,-1 0 0 0 0,1 0 1 0 0,0 1-1 0 0,-1-1 1 0 0,1 1-1 0 0,0-1 1 0 0,-2 3-1 0 0,0 2 14 0 0,0 1 0 0 0,0-1-1 0 0,0 0 1 0 0,1 1 0 0 0,0 0 0 0 0,0-1-1 0 0,1 1 1 0 0,0 0 0 0 0,0 0 0 0 0,1 0-1 0 0,0 0 1 0 0,0 10 0 0 0,5 7 0 0 0,5 16-3 0 0,-5-33-9 0 0,-1-2-1 0 0,-2-1-15 0 0,1 0 0 0 0,-1 0 0 0 0,1 0 0 0 0,0 0 0 0 0,0-1 0 0 0,1 1 0 0 0,-1-1 0 0 0,1 0 0 0 0,0 0 0 0 0,0 0 0 0 0,0 0 0 0 0,0-1 0 0 0,0 1 0 0 0,0-1 0 0 0,1 0 0 0 0,-1-1 0 0 0,1 1 0 0 0,4 0 0 0 0,-5-1-71 0 0,-1-1 1 0 0,1 0-1 0 0,-1 0 0 0 0,1 0 1 0 0,0-1-1 0 0,-1 1 1 0 0,1-1-1 0 0,-1 0 0 0 0,1 0 1 0 0,-1 0-1 0 0,5-2 0 0 0,-5 2 39 0 0,2-1-135 0 0,1-1 1 0 0,-1 1 0 0 0,0-1 0 0 0,0 0 0 0 0,0 0 0 0 0,0 0 0 0 0,-1-1-1 0 0,1 0 1 0 0,-1 0 0 0 0,0 0 0 0 0,5-7 0 0 0,2-3-1201 0 0,18-32 0 0 0,-26 42 1073 0 0,0-5-658 0 0,7-17-374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3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46 3732 0 0,'1'-4'588'0'0,"-1"1"-310"0"0,0 0-1 0 0,0 0 1 0 0,-1 0 0 0 0,1 0 0 0 0,-1 0-1 0 0,1 0 1 0 0,-1 0 0 0 0,-1-3 0 0 0,2 5-234 0 0,-1 0 1 0 0,1 1 0 0 0,-1-1-1 0 0,1 0 1 0 0,0 1 0 0 0,-1-1-1 0 0,1 0 1 0 0,-1 1 0 0 0,1-1-1 0 0,-1 1 1 0 0,0-1-1 0 0,1 1 1 0 0,-1-1 0 0 0,0 1-1 0 0,1-1 1 0 0,-1 1 0 0 0,0 0-1 0 0,1-1 1 0 0,-1 1-1 0 0,0 0 1 0 0,0 0 0 0 0,1 0-1 0 0,-1-1 1 0 0,0 1 0 0 0,0 0-1 0 0,1 0 1 0 0,-1 0 0 0 0,0 0-1 0 0,0 0 1 0 0,0 0-1 0 0,1 1 1 0 0,-1-1 0 0 0,0 0-1 0 0,0 0 1 0 0,1 0 0 0 0,-1 1-1 0 0,0-1 1 0 0,1 0-1 0 0,-1 1 1 0 0,0-1 0 0 0,1 1-1 0 0,-1-1 1 0 0,0 1 0 0 0,1-1-1 0 0,-1 1 1 0 0,1-1 0 0 0,-1 1-1 0 0,0 0 1 0 0,-2 2 72 0 0,0 0 1 0 0,-1 0-1 0 0,1 1 1 0 0,1-1-1 0 0,-1 1 0 0 0,1 0 1 0 0,-1-1-1 0 0,1 1 1 0 0,0 0-1 0 0,0 0 1 0 0,1 1-1 0 0,-2 4 0 0 0,0 2 38 0 0,0 0-1 0 0,1 0 1 0 0,-1 18-1 0 0,3-26-83 0 0,0 3 7 0 0,1 16-32 0 0,-1-17-9 0 0,1 0-4 0 0,3 13 25 0 0,-3-14 38 0 0,12 19-45 0 0,-11-22-51 0 0,0 0 0 0 0,0 0-1 0 0,0 0 1 0 0,1 0 0 0 0,-1-1 0 0 0,0 1-1 0 0,1 0 1 0 0,-1-1 0 0 0,0 0-1 0 0,1 1 1 0 0,-1-1 0 0 0,4 0 0 0 0,-2-1-42 0 0,0 0-24 0 0,6-6-34 0 0,1 0 0 0 0,-1 0 0 0 0,-1-1 0 0 0,0 0 0 0 0,0-1 1 0 0,0 0-1 0 0,-1 0 0 0 0,13-20 0 0 0,-19 27 124 0 0,5-14 625 0 0,-28 41-405 0 0,20-22-178 0 0,0 1-4 0 0,-5 12-26 0 0,4-12-26 0 0,2 0 4 0 0,-2 13 30 0 0,1-13 4 0 0,3 0-2 0 0,-1 0-34 0 0,1-1 0 0 0,-1 1-1 0 0,1-1 1 0 0,0 0 0 0 0,0 1-1 0 0,0-1 1 0 0,1 0-1 0 0,-1 0 1 0 0,1 0 0 0 0,0-1-1 0 0,-1 1 1 0 0,1-1 0 0 0,0 1-1 0 0,1-1 1 0 0,5 4-1 0 0,0-4 6 0 0,0 1-1 0 0,-1-1 0 0 0,1 0 1 0 0,0-1-1 0 0,0 0 0 0 0,0-1 1 0 0,0 0-1 0 0,0 0 0 0 0,0-1 1 0 0,11-1-1 0 0,-14 1 7 0 0,0-1 1 0 0,0 1-1 0 0,0-1 0 0 0,0 0 1 0 0,-1 0-1 0 0,1 0 1 0 0,0-1-1 0 0,-1 0 1 0 0,0 0-1 0 0,1 0 0 0 0,-1-1 1 0 0,0 0-1 0 0,-1 0 1 0 0,1 0-1 0 0,-1-1 0 0 0,6-7 1 0 0,-7 9-27 0 0,-1 1 0 0 0,0-1 1 0 0,0 0-1 0 0,-1 0 0 0 0,1 0 1 0 0,0 0-1 0 0,-1 0 0 0 0,0 0 1 0 0,0-1-1 0 0,0 1 0 0 0,0 0 1 0 0,0-1-1 0 0,-1 1 0 0 0,1 0 1 0 0,-1-6-1 0 0,0 3-6 0 0,0 3-17 0 0,0-1-1 0 0,0 0 0 0 0,0 0 0 0 0,0 0 1 0 0,-1 0-1 0 0,0 1 0 0 0,0-1 0 0 0,0 0 1 0 0,0 0-1 0 0,0 1 0 0 0,-1-1 0 0 0,0 1 1 0 0,1-1-1 0 0,-1 1 0 0 0,-1 0 0 0 0,1 0 1 0 0,0 0-1 0 0,-1 0 0 0 0,1 0 0 0 0,-1 0 1 0 0,0 1-1 0 0,0-1 0 0 0,0 1 0 0 0,0 0 1 0 0,-1 0-1 0 0,1 0 0 0 0,-1 0 0 0 0,1 1 1 0 0,-6-2-1 0 0,5 1-172 0 0,-1 2-48 0 0,-15-2-77 0 0,15 2-105 0 0,0 1-160 0 0,-31 13-1594 0 0,33-12 1579 0 0,6 18-3672 0 0,-3-17 1403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3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12 2976 0 0,'14'-12'7462'0'0,"-27"17"-7091"0"0,11-5-321 0 0,0 0 0 0 0,0 1 0 0 0,0 0-1 0 0,0-1 1 0 0,0 1 0 0 0,0 0 0 0 0,1 0 0 0 0,-1 0 0 0 0,0 0 0 0 0,1 0 0 0 0,-1 1 0 0 0,1-1-1 0 0,-1 1 1 0 0,1-1 0 0 0,-3 3 0 0 0,-15 26 91 0 0,17-27-54 0 0,1 1 46 0 0,0 2-107 0 0,0-1-1 0 0,0 1 1 0 0,1-1-1 0 0,-1 1 0 0 0,1-1 1 0 0,1 1-1 0 0,-1-1 1 0 0,1 1-1 0 0,0-1 0 0 0,0 1 1 0 0,0-1-1 0 0,1 0 1 0 0,0 1-1 0 0,0-1 1 0 0,0 0-1 0 0,1 0 0 0 0,0 0 1 0 0,3 4-1 0 0,-4-6-8 0 0,0 0-8 0 0,-1-1-27 0 0,0 0 0 0 0,0-1 0 0 0,0 1 0 0 0,0 0 0 0 0,0-1-1 0 0,-1 1 1 0 0,1 0 0 0 0,-1 0 0 0 0,1 0 0 0 0,-1-1 0 0 0,1 1 0 0 0,-1 0 0 0 0,0 0 0 0 0,0 0-1 0 0,0 0 1 0 0,0 0 0 0 0,0 0 0 0 0,-1-1 0 0 0,1 1 0 0 0,0 0 0 0 0,-1 0 0 0 0,0 0 0 0 0,1 0-1 0 0,-1-1 1 0 0,0 1 0 0 0,-2 3 0 0 0,-1-1-152 0 0,-1 1-1 0 0,0-1 1 0 0,0 0-1 0 0,0 0 1 0 0,0 0 0 0 0,-1-1-1 0 0,1 0 1 0 0,-7 3-1 0 0,-5 1-946 0 0,0 0-1 0 0,-1-1 1 0 0,-18 3-1 0 0,23-6-32 0 0,-28 8-3644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6:55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11 3012 0 0,'0'0'1488'0'0,"-3"-2"-221"0"0,-10-6 3752 0 0,14 10-4833 0 0,7 6-135 0 0,0-2 0 0 0,0 1 0 0 0,0-1 0 0 0,1-1-1 0 0,-1 1 1 0 0,1-2 0 0 0,1 1 0 0 0,-1-1 0 0 0,1 0-1 0 0,-1-1 1 0 0,1 0 0 0 0,0-1 0 0 0,14 2 0 0 0,-20-3 35 0 0,-3-2-78 0 0,-1 1 0 0 0,1-1 0 0 0,-1 1 1 0 0,1 0-1 0 0,0 0 0 0 0,-1-1 0 0 0,1 1 1 0 0,0 0-1 0 0,0 0 0 0 0,-1 0 0 0 0,1 0 1 0 0,0 0-1 0 0,-1 0 0 0 0,1 0 0 0 0,0 0 1 0 0,-1 0-1 0 0,1 0 0 0 0,0 0 0 0 0,0 0 1 0 0,0 1-1 0 0,21 0 131 0 0,25-13 43 0 0,-42 11-151 0 0,-1-1 5 0 0,34-12 128 0 0,-35 12-168 0 0,0 1-60 0 0,12-4 47 0 0,-11 4 5 0 0,-1 2-10 0 0,12 2 12 0 0,-12-3 8 0 0,1 2 4 0 0,41 23-60 0 0,-37-20 46 0 0,0-1-1 0 0,1 1 1 0 0,-1-1-1 0 0,1-1 0 0 0,0 0 1 0 0,12 3-1 0 0,-16-5 19 0 0,-1 0-22 0 0,2-1 12 0 0,9 0 12 0 0,0-1 0 0 0,0-1 0 0 0,0 0-1 0 0,0-1 1 0 0,0-1 0 0 0,0 0 0 0 0,-1-1 0 0 0,16-8 0 0 0,-27 12-3 0 0,-2 1-4 0 0,0 0 1 0 0,-1 0 0 0 0,1 0-1 0 0,0 0 1 0 0,0 0-1 0 0,-1-1 1 0 0,1 1 0 0 0,0 0-1 0 0,-1 0 1 0 0,1 0-1 0 0,0-1 1 0 0,-1 1 0 0 0,1 0-1 0 0,-1-1 1 0 0,1 1 0 0 0,0 0-1 0 0,-1-1 1 0 0,1 1-1 0 0,-1-1 1 0 0,1 1 0 0 0,0-1-1 0 0,12-8 4 0 0,28 5-286 0 0,-33 9 271 0 0,1 2-1 0 0,-1-1 1 0 0,10 13-1 0 0,-13-15-4 0 0,-2-2-11 0 0,-3-1 25 0 0,0-1 1 0 0,0 0 0 0 0,1 1-1 0 0,-1-1 1 0 0,0 1 0 0 0,1-1-1 0 0,-1 0 1 0 0,0 1 0 0 0,1-1-1 0 0,-1 0 1 0 0,0 0 0 0 0,1 1-1 0 0,-1-1 1 0 0,1 0-1 0 0,-1 0 1 0 0,0 1 0 0 0,1-1-1 0 0,-1 0 1 0 0,1 0 0 0 0,-1 0-1 0 0,1 0 1 0 0,-1 0 0 0 0,1 0-1 0 0,0 0 1 0 0,-1 0 0 0 0,1 0-1 0 0,-1 0 1 0 0,1 0 0 0 0,-1 0-1 0 0,1 1 1 0 0,-1-1 0 0 0,1 0-1 0 0,-1 0 1 0 0,1 0 0 0 0,-1 0-1 0 0,0 1 1 0 0,1-1 0 0 0,-1 0 0 0 0,1 0-1 0 0,-1 1 1 0 0,0-1 0 0 0,1 0-1 0 0,-1 1 1 0 0,0-1 0 0 0,1 0-1 0 0,-1 1 1 0 0,0-1 0 0 0,0 0-1 0 0,1 1 1 0 0,3 1-53 0 0,5-1 64 0 0,0 1-1 0 0,0-1 0 0 0,0-1 1 0 0,0 0-1 0 0,-1 0 0 0 0,1-1 0 0 0,0 0 1 0 0,0 0-1 0 0,0-1 0 0 0,0 0 0 0 0,15-6 1 0 0,-21 7-7 0 0,18-9-20 0 0,-17 9 2 0 0,12-4 8 0 0,-11 4 4 0 0,-1 2-16 0 0,12 0 2 0 0,-12 0 40 0 0,0 0-10 0 0,52 25-168 0 0,-52-24 114 0 0,20 3-91 0 0,-20-5 80 0 0,13 1 5 0 0,-12-1 11 0 0,0-1 6 0 0,15-2 7 0 0,-9 0 12 0 0,-1 0 0 0 0,0 0 1 0 0,0-1-1 0 0,0 0 0 0 0,10-7 1 0 0,-16 9-7 0 0,31-15-56 0 0,-32 15 86 0 0,0 3-66 0 0,30 16-49 0 0,-30-14 38 0 0,2-2-5 0 0,0 1-1 0 0,0 0 1 0 0,-1 0 0 0 0,1 1 0 0 0,6 4 0 0 0,-10-7 85 0 0,2 2-149 0 0,19 3-149 0 0,-10-6 261 0 0,0-1 0 0 0,0 0 1 0 0,0-1-1 0 0,17-6 0 0 0,-24 7 82 0 0,-1 0-9 0 0,12-5-21 0 0,-12 5 43 0 0,0 0 22 0 0,-1 0-79 0 0,0 0 1 0 0,0 1-1 0 0,0-1 0 0 0,0 1 0 0 0,0 0 1 0 0,1-1-1 0 0,-1 2 0 0 0,0-1 1 0 0,1 0-1 0 0,-1 1 0 0 0,1-1 0 0 0,-1 1 1 0 0,7 0-1 0 0,-6 1 15 0 0,35 26 37 0 0,-32-24-57 0 0,0 0-64 0 0,0 1 0 0 0,0-2 1 0 0,0 1-1 0 0,16 3 0 0 0,8-1 65 0 0,-25-3-24 0 0,1-1 1 0 0,-1 1-1 0 0,0-2 1 0 0,1 1-1 0 0,-1-1 1 0 0,11 0-1 0 0,8-2-236 0 0,56-10-1348 0 0,-26-5-2950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1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2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2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3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3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4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6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9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10 4560 0 0,'0'0'5436'0'0,"-1"-3"-4888"0"0,1 3-514 0 0,0 0-1 0 0,0-1 0 0 0,0 1 1 0 0,0 0-1 0 0,0 0 1 0 0,0 0-1 0 0,0-1 0 0 0,0 1 1 0 0,0 0-1 0 0,0 0 1 0 0,0 0-1 0 0,0-1 0 0 0,0 1 1 0 0,0 0-1 0 0,0 0 0 0 0,0 0 1 0 0,0-1-1 0 0,0 1 1 0 0,0 0-1 0 0,0 0 0 0 0,0 0 1 0 0,0-1-1 0 0,0 1 1 0 0,0 0-1 0 0,-1 0 0 0 0,1 0 1 0 0,0 0-1 0 0,0 0 0 0 0,0-1 1 0 0,0 1-1 0 0,0 0 1 0 0,-1 0-1 0 0,1 0 0 0 0,0 0 1 0 0,0 0-1 0 0,0 0 1 0 0,0-1-1 0 0,-1 1 0 0 0,1 0 1 0 0,0 0-1 0 0,0 0 0 0 0,0 0 1 0 0,-1 0-1 0 0,1 0 1 0 0,0 0-1 0 0,0 0 0 0 0,0 0 1 0 0,-1 0-1 0 0,1 0 1 0 0,0 0-1 0 0,0 0 0 0 0,0 0 1 0 0,-1 0-1 0 0,1 0 0 0 0,0 0 1 0 0,0 1-1 0 0,0-1 1 0 0,-1 0-1 0 0,1 0 0 0 0,0 0 1 0 0,0 0-1 0 0,0 0 1 0 0,-1 1-1 0 0,-6 19 714 0 0,-6 41-307 0 0,13-60-423 0 0,-32 203 171 0 0,32-200-514 0 0,-1 1-73 0 0,0-1-175 0 0,-1 6 910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9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72 2164 0 0,'-6'-5'778'0'0,"0"0"0"0"0,-1 0 0 0 0,1 1 0 0 0,-1 0 0 0 0,0 0 0 0 0,0 0 0 0 0,-13-3-1 0 0,16 5-119 0 0,0 1-268 0 0,-13-2 17 0 0,13 2 1085 0 0,-13-3-256 0 0,75 4-854 0 0,79-11 0 0 0,-51 4-2210 0 0,-2 3-5232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09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3172 0 0,'-4'3'321'0'0,"-22"17"2578"0"0,25-19-2715 0 0,0 0-1 0 0,0 0 1 0 0,0-1-1 0 0,0 1 1 0 0,0 0-1 0 0,1 0 1 0 0,-1 0-1 0 0,0 0 1 0 0,1 0-1 0 0,-1 0 1 0 0,0 0-1 0 0,1 0 1 0 0,-1 0-1 0 0,1 1 1 0 0,0-1-1 0 0,-1 0 1 0 0,1 0 0 0 0,0 0-1 0 0,0 1 1 0 0,0-1-1 0 0,0 2 1 0 0,0-1-119 0 0,1 0 0 0 0,0 0 0 0 0,0 0 0 0 0,0-1 0 0 0,0 1 0 0 0,0 0 0 0 0,0-1 1 0 0,1 1-1 0 0,-1 0 0 0 0,1-1 0 0 0,-1 0 0 0 0,1 1 0 0 0,-1-1 0 0 0,1 0 0 0 0,0 0 1 0 0,-1 0-1 0 0,1 0 0 0 0,0 0 0 0 0,0 0 0 0 0,0 0 0 0 0,0-1 0 0 0,3 1 0 0 0,6 2 68 0 0,1-2 0 0 0,-1 0-1 0 0,21 0 1 0 0,43-3-325 0 0,103-16 0 0 0,-7-18-6704 0 0,-136 25 1758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1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1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2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1 459 3596 0 0,'0'0'8164'0'0,"3"-2"-7933"0"0,-1-1-176 0 0,1 1 0 0 0,-1-1 0 0 0,1 0 0 0 0,-1 1-1 0 0,0-1 1 0 0,0 0 0 0 0,0 0 0 0 0,-1 0 0 0 0,1-1 0 0 0,-1 1 0 0 0,2-6 0 0 0,12-48 49 0 0,-9 28-56 0 0,-5 26-45 0 0,11-41 9 0 0,-3-1 1 0 0,-1 0-1 0 0,3-80 0 0 0,-11 97 7 0 0,0 24-5 0 0,0-1 1 0 0,-1-13-4 0 0,0 14 293 0 0,-3 0-61 0 0,4 4-232 0 0,0 0 1 0 0,-1-1-1 0 0,1 1 1 0 0,0 0-1 0 0,0-1 1 0 0,-1 1 0 0 0,1 0-1 0 0,0 0 1 0 0,0-1-1 0 0,-1 1 1 0 0,1 0-1 0 0,0 0 1 0 0,-1-1-1 0 0,1 1 1 0 0,0 0 0 0 0,-1 0-1 0 0,1 0 1 0 0,0 0-1 0 0,-1-1 1 0 0,1 1-1 0 0,0 0 1 0 0,-1 0 0 0 0,1 0-1 0 0,0 0 1 0 0,-1 0-1 0 0,1 0 1 0 0,-1 0-1 0 0,1 0 1 0 0,0 0 0 0 0,-1 0-1 0 0,1 0 1 0 0,0 0-1 0 0,-1 0 1 0 0,1 1-1 0 0,0-1 1 0 0,-1 0-1 0 0,1 0 1 0 0,-1 0 0 0 0,-7 13 76 0 0,1 1 0 0 0,1-1 0 0 0,-1 1 0 0 0,2 0 0 0 0,0 0 0 0 0,1 1 0 0 0,0-1 0 0 0,-2 23 0 0 0,-6 118-456 0 0,16-85-377 0 0,-1-44-1636 0 0,-1 1-4787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3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8 407 4064 0 0,'-2'-3'1267'0'0,"2"3"-1212"0"0,-1 0 1 0 0,1 0-1 0 0,0-1 0 0 0,-1 1 1 0 0,1 0-1 0 0,0-1 0 0 0,0 1 1 0 0,-1 0-1 0 0,1-1 0 0 0,0 1 0 0 0,-1 0 1 0 0,1-1-1 0 0,0 1 0 0 0,0 0 1 0 0,0-1-1 0 0,0 1 0 0 0,-1 0 0 0 0,1-1 1 0 0,0 1-1 0 0,0-1 0 0 0,0 1 1 0 0,0-1-1 0 0,0 1 0 0 0,0 0 1 0 0,0-1-1 0 0,0 1 0 0 0,0-1 0 0 0,0 1 1 0 0,0-1-1 0 0,0 1 0 0 0,0 0 1 0 0,0-1-1 0 0,1 1 0 0 0,-1-1 1 0 0,0 1-1 0 0,0 0 0 0 0,0-1 0 0 0,1 1 1 0 0,-1 0-1 0 0,0-1 0 0 0,0 1 1 0 0,1 0-1 0 0,-1-1 0 0 0,0 1 0 0 0,1 0 1 0 0,-1 0-1 0 0,0-1 0 0 0,1 1 1 0 0,-1 0-1 0 0,0 0 0 0 0,1 0 1 0 0,-1-1-1 0 0,1 1 0 0 0,-1 0 0 0 0,0 0 1 0 0,1 0-1 0 0,-1 0 0 0 0,1 0 1 0 0,-1 0-1 0 0,1 0 0 0 0,-1 0 1 0 0,1 0-1 0 0,2-1 316 0 0,4 1-91 0 0,54-2-21 0 0,0-3 0 0 0,91-18 0 0 0,-133 19-519 0 0,0-1 1 0 0,-1 0-1 0 0,0-2 1 0 0,0 0-1 0 0,0-1 1 0 0,-1-1-1 0 0,0-1 1 0 0,0 0-1 0 0,-1-1 1 0 0,-1 0-1 0 0,0-2 1 0 0,21-21-1 0 0,-30 27 231 0 0,-1-1 0 0 0,1 0 0 0 0,-1 0-1 0 0,-1-1 1 0 0,1 1 0 0 0,-2-1 0 0 0,1 0 0 0 0,2-10-1 0 0,0-6 884 0 0,4-43 0 0 0,-8 54-430 0 0,-1 10-53 0 0,0-21 2098 0 0,-19 32-1992 0 0,12 1-259 0 0,-19 57 107 0 0,4 1 0 0 0,2 1 0 0 0,-11 75 0 0 0,30-138-307 0 0,-2 4 10 0 0,1 1 1 0 0,0-1-1 0 0,0 1 1 0 0,1 0-1 0 0,0-1 1 0 0,3 18 0 0 0,3 3 11 0 0,-1-23-33 0 0,-2-4 1 0 0,-1 0-19 0 0,-1 0 0 0 0,1 0 0 0 0,0 0 0 0 0,0-1 0 0 0,0 1-1 0 0,0-1 1 0 0,0 1 0 0 0,0-1 0 0 0,0 0 0 0 0,0 1 0 0 0,1-1 0 0 0,-1 0 0 0 0,0-1 0 0 0,1 1 0 0 0,-1 0 0 0 0,1-1 0 0 0,-1 1 0 0 0,1-1-1 0 0,-1 0 1 0 0,1 0 0 0 0,-1 0 0 0 0,1 0 0 0 0,-1 0 0 0 0,5-1 0 0 0,2-1-48 0 0,0 0 1 0 0,-1-1-1 0 0,1 0 0 0 0,-1 0 0 0 0,9-5 1 0 0,-10 4 5 0 0,-1 0 0 0 0,0-1 1 0 0,1 0-1 0 0,-1 0 0 0 0,-1 0 1 0 0,1-1-1 0 0,-1 0 1 0 0,0 0-1 0 0,-1 0 0 0 0,8-14 1 0 0,-10 16 462 0 0,-2 9-363 0 0,-1 12 41 0 0,1-13 107 0 0,1 0-154 0 0,4 13-35 0 0,-4-13 69 0 0,2 0-81 0 0,0 0-60 0 0,0 0 1 0 0,1 0-1 0 0,0 0 1 0 0,0-1-1 0 0,0 1 0 0 0,0-1 1 0 0,0 0-1 0 0,1 0 1 0 0,-1 0-1 0 0,1 0 0 0 0,0-1 1 0 0,10 3-1 0 0,-12-4-210 0 0,2 0 15 0 0,6 0 53 0 0,-1-1 0 0 0,0 0 0 0 0,1 0-1 0 0,-1-1 1 0 0,0-1 0 0 0,12-2-1 0 0,-15 2 145 0 0,0 0 0 0 0,0 0 0 0 0,0 0 0 0 0,0-1 0 0 0,0 0 0 0 0,-1-1 0 0 0,0 1 0 0 0,1-1 0 0 0,-1 0 0 0 0,0-1 0 0 0,-1 0 0 0 0,1 0 0 0 0,-1 0 0 0 0,0 0 0 0 0,-1-1 0 0 0,1 0 0 0 0,-1 0 0 0 0,6-10 0 0 0,12-56 320 0 0,-22 68-81 0 0,1 0 3 0 0,0-14-4 0 0,-1 13 11 0 0,-1 2 0 0 0,1 2-148 0 0,-1 0 1 0 0,1 0-1 0 0,0 0 1 0 0,0 0-1 0 0,-1 0 1 0 0,1 0-1 0 0,-1 0 1 0 0,1 0-1 0 0,-1 1 1 0 0,1-1-1 0 0,-1 0 1 0 0,1 0-1 0 0,-1 0 0 0 0,0 1 1 0 0,0-1-1 0 0,1 0 1 0 0,-1 1-1 0 0,0-1 1 0 0,0 1-1 0 0,0-1 1 0 0,0 1-1 0 0,1-1 1 0 0,-1 1-1 0 0,0 0 1 0 0,0-1-1 0 0,0 1 0 0 0,0 0 1 0 0,0 0-1 0 0,0-1 1 0 0,0 1-1 0 0,0 0 1 0 0,0 0-1 0 0,0 0 1 0 0,0 0-1 0 0,0 1 1 0 0,0-1-1 0 0,0 0 1 0 0,0 0-1 0 0,0 0 1 0 0,0 1-1 0 0,0-1 0 0 0,0 1 1 0 0,0-1-1 0 0,-1 1 1 0 0,-3 2 30 0 0,0 0 0 0 0,0 1 1 0 0,1-1-1 0 0,-1 1 0 0 0,1 0 0 0 0,0 0 1 0 0,0 0-1 0 0,-6 9 0 0 0,5-7-40 0 0,0 0 0 0 0,0 1 0 0 0,1 0 0 0 0,0 0 0 0 0,0 0 0 0 0,1 0 0 0 0,0 1 0 0 0,0-1 0 0 0,1 1 0 0 0,0 0 0 0 0,0 0 0 0 0,-1 12 0 0 0,3-15-12 0 0,1-1-23 0 0,4 12-10 0 0,-4-12 3 0 0,-1-4 11 0 0,1 0 1 0 0,-1 0 0 0 0,1 0 0 0 0,-1 1 0 0 0,0-1 0 0 0,1 0 0 0 0,-1 0 0 0 0,1 0 0 0 0,-1 0 0 0 0,0 1-1 0 0,1-1 1 0 0,-1 0 0 0 0,0 0 0 0 0,1 1 0 0 0,-1-1 0 0 0,0 0 0 0 0,0 0 0 0 0,1 1 0 0 0,-1-1 0 0 0,0 0-1 0 0,0 1 1 0 0,1-1 0 0 0,-1 0 0 0 0,0 1 0 0 0,0-1 0 0 0,0 1 0 0 0,0-1 0 0 0,1 2-4 0 0,-1-1 0 0 0,1 0 0 0 0,0 0 0 0 0,-1 0 1 0 0,1-1-1 0 0,0 1 0 0 0,-1 0 0 0 0,1 0 0 0 0,0 0 1 0 0,0 0-1 0 0,0-1 0 0 0,0 1 0 0 0,0 0 0 0 0,1 0 1 0 0,37 10-56 0 0,-35-10 60 0 0,0-2 9 0 0,3-1-3 0 0,-2 1 3 0 0,-1 0 0 0 0,0 0 0 0 0,0-1-1 0 0,0 1 1 0 0,0-1 0 0 0,-1 0-1 0 0,1 0 1 0 0,0 0 0 0 0,-1-1 0 0 0,1 1-1 0 0,-1-1 1 0 0,0 0 0 0 0,0 0 0 0 0,0 0-1 0 0,0 0 1 0 0,-1-1 0 0 0,1 1-1 0 0,3-8 1 0 0,-4 9 50 0 0,9-8 658 0 0,-13 23-564 0 0,1-10-146 0 0,0 1 0 0 0,1-1 1 0 0,-1 1-1 0 0,1-1 0 0 0,0 1 0 0 0,0-1 1 0 0,0 1-1 0 0,0-1 0 0 0,1 0 0 0 0,-1 1 1 0 0,1-1-1 0 0,0 1 0 0 0,0-1 0 0 0,0 0 1 0 0,0 0-1 0 0,1 1 0 0 0,-1-1 0 0 0,1 0 0 0 0,0 0 1 0 0,2 3-1 0 0,-1-3-41 0 0,-3-3 33 0 0,1 0 0 0 0,-1 0-1 0 0,0 0 1 0 0,1 0 0 0 0,-1 0-1 0 0,1 0 1 0 0,-1 0 0 0 0,0 0-1 0 0,1 0 1 0 0,-1 0 0 0 0,0 0-1 0 0,1 1 1 0 0,-1-1 0 0 0,1 0-1 0 0,-1 0 1 0 0,0 0 0 0 0,1 1-1 0 0,-1-1 1 0 0,0 0 0 0 0,0 0-1 0 0,1 1 1 0 0,-1-1 0 0 0,0 0-1 0 0,0 1 1 0 0,1-1 0 0 0,-1 1-1 0 0,1 0-6 0 0,-1-1-1 0 0,1 1 0 0 0,-1 0 1 0 0,1-1-1 0 0,-1 1 0 0 0,1-1 0 0 0,0 1 1 0 0,-1 0-1 0 0,1-1 0 0 0,0 1 1 0 0,0-1-1 0 0,-1 0 0 0 0,1 1 1 0 0,0-1-1 0 0,0 0 0 0 0,0 1 1 0 0,-1-1-1 0 0,1 0 0 0 0,1 0 1 0 0,2 1-19 0 0,1 0 0 0 0,-1 0 1 0 0,0-1-1 0 0,0 0 1 0 0,0 0-1 0 0,1 0 0 0 0,-1 0 1 0 0,0-1-1 0 0,0 0 1 0 0,0 0-1 0 0,1 0 0 0 0,-1 0 1 0 0,0 0-1 0 0,6-4 1 0 0,-1-2 15 0 0,0 0 1 0 0,0-1 0 0 0,-1 0 0 0 0,0 0 0 0 0,-1-1-1 0 0,0 0 1 0 0,0 0 0 0 0,-1-1 0 0 0,0 1 0 0 0,6-16-1 0 0,0-5 123 0 0,-1 0 0 0 0,11-45-1 0 0,-20 60-12 0 0,0-1 0 0 0,-1 0-1 0 0,0 0 1 0 0,-3-20 0 0 0,2 32-26 0 0,-2-1-17 0 0,-3-13 9 0 0,4 14 68 0 0,-2 2 32 0 0,2 1-151 0 0,0 1 1 0 0,1-1 0 0 0,-1 1-1 0 0,0-1 1 0 0,0 1 0 0 0,0-1-1 0 0,0 1 1 0 0,0 0-1 0 0,0-1 1 0 0,0 1 0 0 0,0 0-1 0 0,0 0 1 0 0,0 0 0 0 0,0 0-1 0 0,0 0 1 0 0,0 0 0 0 0,0 0-1 0 0,0 0 1 0 0,0 0 0 0 0,0 0-1 0 0,0 1 1 0 0,0-1 0 0 0,0 0-1 0 0,0 1 1 0 0,0-1-1 0 0,1 1 1 0 0,-1-1 0 0 0,0 1-1 0 0,0-1 1 0 0,0 1 0 0 0,0-1-1 0 0,1 1 1 0 0,-1 0 0 0 0,0 0-1 0 0,1-1 1 0 0,-1 1 0 0 0,0 0-1 0 0,1 0 1 0 0,-1 0 0 0 0,1 0-1 0 0,0-1 1 0 0,-1 1-1 0 0,1 0 1 0 0,-1 1 0 0 0,-4 10 10 0 0,-1 0 1 0 0,2 0-1 0 0,0 0 0 0 0,0 1 1 0 0,1 0-1 0 0,1-1 0 0 0,0 1 1 0 0,1 0-1 0 0,0 0 1 0 0,1 0-1 0 0,0 0 0 0 0,1 0 1 0 0,0 0-1 0 0,1 0 1 0 0,1 0-1 0 0,0-1 0 0 0,1 1 1 0 0,6 13-1 0 0,10 6-1063 0 0,-17-28 825 0 0,-1-2-320 0 0,7 3-288 0 0,-9-5 720 0 0,1 1 0 0 0,-1-1 0 0 0,0 1 1 0 0,1-1-1 0 0,-1 0 0 0 0,1 1 0 0 0,-1-1 0 0 0,1 0 0 0 0,-1 1 0 0 0,1-1 0 0 0,-1 0 1 0 0,1 0-1 0 0,-1 1 0 0 0,1-1 0 0 0,-1 0 0 0 0,1 0 0 0 0,0 0 0 0 0,-1 0 1 0 0,1 0-1 0 0,-1 0 0 0 0,1 0 0 0 0,-1 0 0 0 0,1 0 0 0 0,0 0 0 0 0,-1 0 0 0 0,1 0 1 0 0,-1 0-1 0 0,1 0 0 0 0,0-1 0 0 0,1 1-451 0 0,12-1 547 0 0,-3-6-4890 0 0,4-7 266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4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61 3740 0 0,'0'0'2905'0'0,"-4"-1"-1835"0"0,4 1-1005 0 0,0 0 0 0 0,-1 1 0 0 0,1-1 0 0 0,0 0 0 0 0,0 0 0 0 0,-1 0 0 0 0,1 0 0 0 0,0 0 0 0 0,-1 0 0 0 0,1 0 0 0 0,0 0 0 0 0,-1 0 0 0 0,1 0 0 0 0,0 0 1 0 0,0 0-1 0 0,-1 0 0 0 0,1-1 0 0 0,0 1 0 0 0,-1 0 0 0 0,1 0 0 0 0,0 0 0 0 0,0 0 0 0 0,-1 0 0 0 0,1-1 0 0 0,0 1 0 0 0,0 0 0 0 0,0 0 0 0 0,-1 0 0 0 0,1-1 0 0 0,0 1 0 0 0,0 0 0 0 0,0 0 1 0 0,-1-1-1 0 0,1 1 0 0 0,0 0 0 0 0,0 0 0 0 0,0-1 0 0 0,0 1 0 0 0,0-1 0 0 0,15-4 896 0 0,46-7-1490 0 0,-35 8 277 0 0,102-21-5860 0 0,-93 17 1767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4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4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5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5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16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27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27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28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1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46 3824 0 0,'0'0'3231'0'0,"1"-5"-1968"0"0,1-13-163 0 0,-2 13 1590 0 0,5-13-1279 0 0,-3 44-1269 0 0,-2 0 1 0 0,0 0 0 0 0,-8 45-1 0 0,-1 31 28 0 0,8-80-164 0 0,1 4 6 0 0,3-9-58 0 0,-1-1-94 0 0,-1-12-153 0 0,0 0-160 0 0,5 13-136 0 0,-5-13-79 0 0,5 1-343 0 0,-2 1 271 0 0,3-6-2948 0 0,8-4 1247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1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65 2972 0 0,'0'0'880'0'0,"-6"-1"89"0"0,-17-1-95 0 0,17 2-160 0 0,1 0-114 0 0,-14 1-116 0 0,14-1 343 0 0,1 1-474 0 0,-11 1 388 0 0,28 1 671 0 0,-10-2-1398 0 0,0 0 1 0 0,1-1 0 0 0,-1 0-1 0 0,0 0 1 0 0,0 0 0 0 0,0 0 0 0 0,0-1-1 0 0,0 1 1 0 0,0-1 0 0 0,5-1-1 0 0,5-1 16 0 0,197-28 598 0 0,10-1-4378 0 0,-215 32 862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1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4084 0 0,'2'3'310'0'0,"1"-1"0"0"0,0 1-1 0 0,0-1 1 0 0,0 0 0 0 0,1 0-1 0 0,-1 0 1 0 0,0 0 0 0 0,1-1-1 0 0,-1 1 1 0 0,1-1-1 0 0,0 0 1 0 0,-1 0 0 0 0,1 0-1 0 0,0 0 1 0 0,0-1 0 0 0,0 0-1 0 0,7 0 1 0 0,11 1 252 0 0,37-5 0 0 0,-46 3-483 0 0,239-30 16 0 0,-90-7-6753 0 0,-129 29 2400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2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2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3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5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6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6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9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39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0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0.3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0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4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0 3680 0 0,'0'0'7162'0'0,"-2"2"-6958"0"0,-1 1-136 0 0,0 0 1 0 0,1 0 0 0 0,-1 0 0 0 0,1 1-1 0 0,0-1 1 0 0,0 1 0 0 0,0-1-1 0 0,0 1 1 0 0,1 0 0 0 0,-3 6 0 0 0,-12 50 253 0 0,8-28-242 0 0,-36 174 755 0 0,43-202-825 0 0,0 1-59 0 0,7 26-3406 0 0,-4-21 1342 0 0,13-20-5279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5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69 2440 0 0,'-10'-6'696'0'0,"1"0"0"0"0,-2 0 0 0 0,1 1 0 0 0,-1 1 0 0 0,0 0 0 0 0,1 1 0 0 0,-2-1 0 0 0,-12 0-1 0 0,21 3-591 0 0,-1 0 894 0 0,9 1-849 0 0,161-5 416 0 0,102-7-2337 0 0,-232 6-2377 0 0,-29 5-409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5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33 3328 0 0,'-6'4'436'0'0,"1"0"0"0"0,0 0 0 0 0,0 0 0 0 0,0 0 0 0 0,1 1 0 0 0,-1 0-1 0 0,-5 9 1 0 0,8-11 14 0 0,2-3-417 0 0,0 1 0 0 0,0-1 0 0 0,0 1 0 0 0,0-1 0 0 0,0 1 0 0 0,0-1 0 0 0,0 1-1 0 0,0-1 1 0 0,0 1 0 0 0,0-1 0 0 0,1 1 0 0 0,-1-1 0 0 0,0 1 0 0 0,0-1 0 0 0,0 1 0 0 0,1-1 0 0 0,-1 0 0 0 0,0 1 0 0 0,0-1 0 0 0,1 1 0 0 0,-1-1 0 0 0,1 0 0 0 0,-1 1 0 0 0,0-1 0 0 0,1 0 0 0 0,-1 1 0 0 0,1-1 0 0 0,-1 0 0 0 0,0 0 0 0 0,1 0 0 0 0,-1 1 0 0 0,1-1 0 0 0,16 11 502 0 0,-16-11-487 0 0,8 3 127 0 0,1 0-1 0 0,0 0 1 0 0,0-1-1 0 0,0 0 1 0 0,0-1-1 0 0,1 0 1 0 0,15-1-1 0 0,-11 0-93 0 0,57-1 216 0 0,1-3 0 0 0,111-20 0 0 0,-20-11-1801 0 0,-6-7-4008 0 0,-115 30 1264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6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6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6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7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8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3 381 3408 0 0,'0'0'2662'0'0,"-1"3"-1709"0"0,-1 5 2379 0 0,6-9-1428 0 0,12-17-1022 0 0,20-35-1336 0 0,-30 43 443 0 0,-1 0-1 0 0,-1-1 1 0 0,0 1 0 0 0,0-1-1 0 0,-1 0 1 0 0,-1 0 0 0 0,0 0-1 0 0,1-13 1 0 0,0-38 5 0 0,-4 51 3 0 0,0-8 3 0 0,-1-11 1 0 0,-4 10-10 0 0,-6-25-187 0 0,10 41 219 0 0,-3-4 52 0 0,5 7-72 0 0,0 1-1 0 0,0-1 1 0 0,0 1-1 0 0,0-1 1 0 0,0 1-1 0 0,0-1 1 0 0,-1 1-1 0 0,1-1 1 0 0,0 1-1 0 0,0 0 1 0 0,0-1-1 0 0,-1 1 1 0 0,1-1-1 0 0,0 1 1 0 0,0 0-1 0 0,-1-1 1 0 0,1 1-1 0 0,0 0 1 0 0,0-1 0 0 0,-1 1-1 0 0,1 0 1 0 0,-1-1-1 0 0,1 1 1 0 0,0 0-1 0 0,-1 0 1 0 0,1-1-1 0 0,-1 1 1 0 0,1 0-1 0 0,0 0 1 0 0,-1 0-1 0 0,1 0 1 0 0,-1 0-1 0 0,1-1 1 0 0,-1 1-1 0 0,1 0 1 0 0,-1 0-1 0 0,0 0 1 0 0,-17 7 15 0 0,16-4-15 0 0,1-1 0 0 0,-1 0-1 0 0,1 1 1 0 0,-1-1 0 0 0,1 0 0 0 0,0 1 0 0 0,0 0 0 0 0,0-1 0 0 0,0 1 0 0 0,0 0 0 0 0,0-1 0 0 0,0 5-1 0 0,-4 37 72 0 0,5 45-257 0 0,21 162 1 0 0,-20-246-172 0 0,0 0-136 0 0,2 3 660 0 0,11 18-7274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48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87 3508 0 0,'0'0'1960'0'0,"-2"-2"-1255"0"0,2 2-672 0 0,0-1 1 0 0,-1 1-1 0 0,1-1 0 0 0,0 1 0 0 0,0-1 0 0 0,-1 1 0 0 0,1-1 0 0 0,0 1 1 0 0,0-1-1 0 0,0 1 0 0 0,0-1 0 0 0,0 1 0 0 0,-1-1 0 0 0,1 1 1 0 0,0-1-1 0 0,0 1 0 0 0,0-1 0 0 0,0 1 0 0 0,0-1 0 0 0,1 1 1 0 0,-1-1-1 0 0,0 1 0 0 0,0-1 0 0 0,0 1 0 0 0,0-1 0 0 0,0 1 0 0 0,1-1 1 0 0,-1 1-1 0 0,0 0 0 0 0,1-1 0 0 0,-1 1 0 0 0,0-1 0 0 0,0 1 1 0 0,1-1-1 0 0,-1 1 0 0 0,1 0 0 0 0,-1-1 0 0 0,1 1 0 0 0,28-14 524 0 0,48-3-413 0 0,-67 15-105 0 0,101-12-92 0 0,7-1-4891 0 0,-91 10 1775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3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69 2972 0 0,'0'0'1242'0'0,"-1"-4"-171"0"0,-5-60 5656 0 0,1 70-6651 0 0,4-6-72 0 0,1 0-1 0 0,-1 0 1 0 0,0 1-1 0 0,1-1 1 0 0,-1 0-1 0 0,0 1 0 0 0,1-1 1 0 0,-1 1-1 0 0,1-1 1 0 0,-1 1-1 0 0,1-1 0 0 0,-1 1 1 0 0,1-1-1 0 0,-1 1 1 0 0,1-1-1 0 0,-1 1 1 0 0,1 0-1 0 0,0-1 0 0 0,-1 1 1 0 0,1 0-1 0 0,0-1 1 0 0,0 1-1 0 0,-1 1 0 0 0,-60 263 330 0 0,52-224-360 0 0,8-36 39 0 0,1 0-16 0 0,0 0 1 0 0,0 1 0 0 0,-1-1-1 0 0,0 0 1 0 0,-2 8 0 0 0,0-3 34 0 0,3-6 203 0 0,0-4-234 0 0,0-1 1 0 0,0 1-1 0 0,0 0 0 0 0,0 0 1 0 0,0 0-1 0 0,0 0 0 0 0,0-1 0 0 0,0 1 1 0 0,0 0-1 0 0,0 0 0 0 0,0 0 0 0 0,0 0 1 0 0,0-1-1 0 0,0 1 0 0 0,0 0 1 0 0,1 0-1 0 0,-1 0 0 0 0,0 0 0 0 0,0 0 1 0 0,0 0-1 0 0,0-1 0 0 0,0 1 1 0 0,1 0-1 0 0,-1 0 0 0 0,0 0 0 0 0,0 0 1 0 0,0 0-1 0 0,0 0 0 0 0,0 0 0 0 0,1 0 1 0 0,-1 0-1 0 0,0 0 0 0 0,0 0 1 0 0,0 0-1 0 0,1 0 0 0 0,-1 0 0 0 0,0 0 1 0 0,0 0-1 0 0,0 0 0 0 0,0 0 0 0 0,1 0 1 0 0,-1 0-1 0 0,0 0 0 0 0,0 0 1 0 0,0 0-1 0 0,0 0 0 0 0,1 0 0 0 0,-1 0 1 0 0,0 0-1 0 0,0 0 0 0 0,0 0 0 0 0,0 1 1 0 0,1-1-1 0 0,7 1-3 0 0,10-19 42 0 0,7-22-50 0 0,-4 4 1 0 0,-19 32 4 0 0,0 0 35 0 0,-1 3-22 0 0,15-24 96 0 0,-16 23-101 0 0,1 1-1 0 0,0 0 0 0 0,0-1 1 0 0,0 1-1 0 0,0 0 0 0 0,1-1 1 0 0,-1 1-1 0 0,0 0 0 0 0,0 0 1 0 0,1 0-1 0 0,-1 0 0 0 0,1 0 1 0 0,-1 1-1 0 0,1-1 0 0 0,2-1 1 0 0,-1 4-52 0 0,0 0 41 0 0,16 13 9 0 0,6 29 6 0 0,3 12 56 0 0,-26-53-72 0 0,12 17-34 0 0,-13-19 28 0 0,-1 0 1 0 0,1 0 0 0 0,-1 0 0 0 0,1 0-1 0 0,-1 0 1 0 0,1 0 0 0 0,-1 0 0 0 0,1-1 0 0 0,0 1-1 0 0,0 0 1 0 0,-1 0 0 0 0,1-1 0 0 0,0 1-1 0 0,0 0 1 0 0,0-1 0 0 0,0 1 0 0 0,0-1 0 0 0,0 1-1 0 0,0-1 1 0 0,0 1 0 0 0,0-1 0 0 0,0 0-1 0 0,0 0 1 0 0,0 1 0 0 0,0-1 0 0 0,0 0 0 0 0,0 0-1 0 0,0 0 1 0 0,2 0 0 0 0,1 0-87 0 0,-1 0-1 0 0,1 0 1 0 0,-1 0 0 0 0,1 0 0 0 0,-1 0 0 0 0,1-1-1 0 0,-1 0 1 0 0,1 0 0 0 0,3-1 0 0 0,-2 0 42 0 0,0-1 0 0 0,0 0 0 0 0,0 0 0 0 0,0-1 0 0 0,-1 0 0 0 0,0 1 0 0 0,1-1 0 0 0,-1 0 0 0 0,-1-1 0 0 0,1 1 0 0 0,-1-1 0 0 0,0 0 0 0 0,0 0 0 0 0,0 0 0 0 0,3-8 0 0 0,-5 10 18 0 0,0-1 23 0 0,0-3 36 0 0,0 0 0 0 0,0-1 0 0 0,-1 1 0 0 0,0 0 0 0 0,-1-15 0 0 0,0 19 137 0 0,2 7-97 0 0,-1-3-51 0 0,0-1-1 0 0,0 1 1 0 0,0-1-1 0 0,0 1 1 0 0,0 0-1 0 0,1-1 1 0 0,-1 1-1 0 0,0-1 1 0 0,0 1-1 0 0,0-1 1 0 0,1 1-1 0 0,-1-1 1 0 0,0 1-1 0 0,1-1 1 0 0,-1 1-1 0 0,0-1 1 0 0,1 1-1 0 0,-1-1 1 0 0,0 1-1 0 0,1-1 1 0 0,-1 1-1 0 0,1-1 1 0 0,-1 0-1 0 0,1 1 1 0 0,-1-1-1 0 0,1 0 1 0 0,-1 0-1 0 0,1 1 1 0 0,0-1-1 0 0,9-4 4 0 0,0 0-1 0 0,0 0 1 0 0,0-1-1 0 0,8-6 1 0 0,-15 9-19 0 0,-3 1 10 0 0,0 1 0 0 0,0-1-1 0 0,0 1 1 0 0,1-1 0 0 0,-1 0-1 0 0,0 1 1 0 0,0-1 0 0 0,0 1-1 0 0,0 0 1 0 0,1-1-1 0 0,-1 1 1 0 0,0-1 0 0 0,0 1-1 0 0,1-1 1 0 0,-1 1 0 0 0,0-1-1 0 0,1 1 1 0 0,-1 0 0 0 0,0-1-1 0 0,1 1 1 0 0,-1 0 0 0 0,1-1-1 0 0,9-12-4 0 0,-4 0 0 0 0,-4 10-3 0 0,-2-1-30 0 0,1-12-92 0 0,-1 11 142 0 0,0 5-11 0 0,0 0 0 0 0,-1 0-1 0 0,1 0 1 0 0,0 0 0 0 0,0 0-1 0 0,-1 0 1 0 0,1 0 0 0 0,0 0 0 0 0,0-1-1 0 0,-1 1 1 0 0,1 0 0 0 0,0 0-1 0 0,0 0 1 0 0,0 0 0 0 0,-1-1-1 0 0,1 1 1 0 0,0 0 0 0 0,0 0-1 0 0,0-1 1 0 0,0 1 0 0 0,-1 0-1 0 0,1 0 1 0 0,0-1 0 0 0,0 1 0 0 0,0 0-1 0 0,0 0 1 0 0,0-1 0 0 0,0 1-1 0 0,0 0 1 0 0,0 0 0 0 0,0-1-1 0 0,0 1 1 0 0,0-1 0 0 0,0 1 1 0 0,0-1 1 0 0,0 1 0 0 0,0-1-1 0 0,0 0 1 0 0,-1 1 0 0 0,1-1 0 0 0,0 1-1 0 0,0-1 1 0 0,0 1 0 0 0,-1-1-1 0 0,1 1 1 0 0,0-1 0 0 0,-1 1-1 0 0,1-1 1 0 0,0 1 0 0 0,-1-1-1 0 0,1 1 1 0 0,-1-1 0 0 0,1 1-1 0 0,-1 0 1 0 0,1-1 0 0 0,-1 1 0 0 0,1 0-1 0 0,-1-1 1 0 0,1 1 0 0 0,-1 0-1 0 0,0-1 1 0 0,-14-2 6 0 0,12 2 12 0 0,-1 3 27 0 0,-1 1 2 0 0,0 0 0 0 0,1 1 1 0 0,-1-1-1 0 0,1 1 0 0 0,-1 0 0 0 0,1 1 0 0 0,1-1 0 0 0,-1 1 1 0 0,0 0-1 0 0,1 0 0 0 0,0 0 0 0 0,0 0 0 0 0,1 0 0 0 0,0 1 1 0 0,0-1-1 0 0,0 1 0 0 0,0 0 0 0 0,1-1 0 0 0,-2 13 0 0 0,3-15-15 0 0,0 0 0 0 0,0 0 0 0 0,0 1 0 0 0,0-1 0 0 0,0 0 0 0 0,1 0 0 0 0,-1 0 0 0 0,1 0-1 0 0,0 0 1 0 0,0 0 0 0 0,0 0 0 0 0,0 0 0 0 0,1 0 0 0 0,-1 0 0 0 0,1-1 0 0 0,0 1 0 0 0,0-1-1 0 0,0 1 1 0 0,0-1 0 0 0,3 4 0 0 0,1-1 5 0 0,1 0 0 0 0,-1-1-1 0 0,1 1 1 0 0,0-1 0 0 0,0-1-1 0 0,8 4 1 0 0,-10-5-38 0 0,0-1 0 0 0,0 1 0 0 0,1-1 0 0 0,-1-1 0 0 0,0 1 0 0 0,0-1 0 0 0,1 0 0 0 0,-1 0 0 0 0,9-1 0 0 0,-9 0-18 0 0,11 0-244 0 0,-1 0 0 0 0,1-2 0 0 0,-1 0 0 0 0,0 0 1 0 0,0-2-1 0 0,0 0 0 0 0,14-6 0 0 0,-8 1-2751 0 0,36-25-1 0 0,-37 21-1743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8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9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9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04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25 5825 0 0,'0'0'3417'0'0,"0"-5"-2207"0"0,1-11-290 0 0,-1 12 1996 0 0,-1 8-2639 0 0,-9 76 5 0 0,-2 141 1 0 0,13-191-1337 0 0,-1-25 308 0 0,1-1-119 0 0,-1 1 322 0 0,1 5 381 0 0,3 2-6350 0 0,3 3 1304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6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82 2192 0 0,'0'0'5550'0'0,"-2"-3"-5061"0"0,-5-10-47 0 0,6 10 213 0 0,-3 2-309 0 0,-9-5 29 0 0,9 5-40 0 0,0 0-49 0 0,-41-4 509 0 0,40 5-635 0 0,1 1-40 0 0,-15 2-38 0 0,15-3 8 0 0,-16 5 81 0 0,16-4-157 0 0,4-1-42 0 0,-1 0 32 0 0,0 0-1 0 0,1 0 0 0 0,-1 0 0 0 0,0 0 1 0 0,1 0-1 0 0,-1 0 0 0 0,1 0 1 0 0,-1 0-1 0 0,0 0 0 0 0,1 0 0 0 0,-1 0 1 0 0,0 1-1 0 0,1-1 0 0 0,-1 0 0 0 0,1 1 1 0 0,-1-1-1 0 0,0 0 0 0 0,1 1 0 0 0,-1-1 1 0 0,1 0-1 0 0,-1 1 0 0 0,1-1 1 0 0,-1 2-1 0 0,1-2-1 0 0,0 1-1 0 0,0-1 1 0 0,0 1 0 0 0,0-1-1 0 0,0 1 1 0 0,1-1 0 0 0,-1 1-1 0 0,0-1 1 0 0,0 1 0 0 0,1-1 0 0 0,-1 0-1 0 0,0 1 1 0 0,0-1 0 0 0,1 0-1 0 0,-1 1 1 0 0,1-1 0 0 0,-1 1 0 0 0,0-1-1 0 0,1 0 1 0 0,-1 0 0 0 0,1 1-1 0 0,-1-1 1 0 0,0 0 0 0 0,1 0 0 0 0,-1 0-1 0 0,1 1 1 0 0,-1-1 0 0 0,1 0-1 0 0,-1 0 1 0 0,1 0 0 0 0,-1 0-1 0 0,1 0 1 0 0,-1 0 0 0 0,1 0 0 0 0,-1 0-1 0 0,1 0 1 0 0,-1 0 0 0 0,1 0-1 0 0,0-1 1 0 0,6 2-17 0 0,54 2-189 0 0,13-8-1020 0 0,0-2 0 0 0,83-19 0 0 0,-153 24 809 0 0,13-2-235 0 0,-13 3 542 0 0,0 0-170 0 0,2-2-295 0 0,-5 3 623 0 0,0 0 1 0 0,0-1 0 0 0,0 1-1 0 0,0 0 1 0 0,-1 0 0 0 0,1 0-1 0 0,0-1 1 0 0,0 1 0 0 0,0 0 0 0 0,-1-1-1 0 0,1 1 1 0 0,0 0 0 0 0,-1-1-1 0 0,1 1 1 0 0,0-1 0 0 0,0-1-1 0 0,5-4-37 0 0,8-9 4665 0 0,-35 117-3970 0 0,-8 115 1 0 0,27-191-685 0 0,2-21 0 0 0,0 0 4 0 0,1 14 4 0 0,0-15 12 0 0,-1 0 16 0 0,1 13-9 0 0,-1-13 434 0 0,3-2-423 0 0,-3-2-58 0 0,1 1 0 0 0,-1-1 1 0 0,1 1-1 0 0,-1-1 1 0 0,1 1-1 0 0,0-1 0 0 0,-1 0 1 0 0,1 1-1 0 0,0-1 1 0 0,-1 0-1 0 0,1 1 0 0 0,0-1 1 0 0,-1 0-1 0 0,1 0 1 0 0,0 0-1 0 0,0 0 1 0 0,-1 0-1 0 0,1 0 0 0 0,0 0 1 0 0,0 0-1 0 0,-1 0 1 0 0,1 0-1 0 0,0 0 0 0 0,-1 0 1 0 0,1-1-1 0 0,0 1 1 0 0,-1 0-1 0 0,1 0 0 0 0,0-1 1 0 0,-1 1-1 0 0,1-1 1 0 0,0 1-1 0 0,-1 0 0 0 0,1-1 1 0 0,-1 1-1 0 0,1-1 1 0 0,-1 1-1 0 0,1-1 0 0 0,0-1 1 0 0,17-30-25 0 0,-15 26 10 0 0,29-81-136 0 0,-31 83 129 0 0,0 4 17 0 0,-1 0-1 0 0,1-1 1 0 0,-1 1 0 0 0,1-1-1 0 0,-1 1 1 0 0,1-1 0 0 0,-1 1 0 0 0,1-1-1 0 0,-1 0 1 0 0,0 1 0 0 0,1-1-1 0 0,-1 1 1 0 0,0-1 0 0 0,1 0-1 0 0,-1 1 1 0 0,0-1 0 0 0,0 0-1 0 0,0 1 1 0 0,1-2 0 0 0,4-13-153 0 0,2 3 191 0 0,-5 9-24 0 0,-2 3-14 0 0,0 0 1 0 0,1 0-1 0 0,-1 0 1 0 0,0 0-1 0 0,0 0 1 0 0,1 0-1 0 0,-1 0 1 0 0,0 0-1 0 0,0 0 1 0 0,1 0-1 0 0,-1 0 1 0 0,0 0-1 0 0,0 0 1 0 0,0 0-1 0 0,1 0 1 0 0,-1 0-1 0 0,0 0 1 0 0,0 0-1 0 0,1 0 1 0 0,-1-1-1 0 0,0 1 1 0 0,0 0-1 0 0,0 0 1 0 0,1 0-1 0 0,-1 0 1 0 0,0-1-1 0 0,0 1 1 0 0,0 0-1 0 0,0 0 1 0 0,0 0 0 0 0,1-1-1 0 0,-1 1 1 0 0,0 0-1 0 0,0-1 1 0 0,1 1 0 0 0,-1-1 0 0 0,0 1 0 0 0,1-1 0 0 0,-1 1 0 0 0,0-1 0 0 0,1 1 0 0 0,-1 0-1 0 0,1-1 1 0 0,-1 1 0 0 0,1 0 0 0 0,-1-1 0 0 0,1 1 0 0 0,-1 0 0 0 0,1 0 0 0 0,-1-1 0 0 0,1 1 0 0 0,-1 0 0 0 0,1 0 0 0 0,-1 0 0 0 0,1 0 0 0 0,0 0 0 0 0,-1 0-1 0 0,1 0 1 0 0,-1 0 0 0 0,2 0 0 0 0,0 0 10 0 0,1 1-1 0 0,-1 0 1 0 0,0 0-1 0 0,0 0 0 0 0,1 0 1 0 0,-1 0-1 0 0,0 0 1 0 0,0 1-1 0 0,0-1 1 0 0,0 1-1 0 0,0-1 1 0 0,-1 1-1 0 0,1 0 0 0 0,0 0 1 0 0,-1 0-1 0 0,0 0 1 0 0,1 0-1 0 0,-1 0 1 0 0,0 0-1 0 0,0 0 0 0 0,0 0 1 0 0,1 5-1 0 0,22 78 305 0 0,-17-54-241 0 0,-6-27-79 0 0,1 0-15 0 0,13 33-757 0 0,-13-34 404 0 0,20 5-1870 0 0,-18-9 1550 0 0,1 0 193 0 0,-1 0-1 0 0,1 0 1 0 0,-1-1 0 0 0,1 0-1 0 0,-1 0 1 0 0,0 0 0 0 0,0 0-1 0 0,0 0 1 0 0,0-1 0 0 0,0 0-1 0 0,0 0 1 0 0,-1 0 0 0 0,4-4-1 0 0,4-9-2975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6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1 129 3144 0 0,'0'0'876'0'0,"1"-3"-48"0"0,-1 2-635 0 0,0 1 1 0 0,0-1-1 0 0,0 0 1 0 0,0 1-1 0 0,1-1 0 0 0,-1 1 1 0 0,0-1-1 0 0,0 1 1 0 0,0-1-1 0 0,0 1 1 0 0,1-1-1 0 0,-1 1 0 0 0,0-1 1 0 0,1 1-1 0 0,-1 0 1 0 0,0-1-1 0 0,1 1 1 0 0,-1-1-1 0 0,0 1 0 0 0,1 0 1 0 0,-1-1-1 0 0,1 1 1 0 0,-1 0-1 0 0,1-1 1 0 0,-1 1-1 0 0,1 0 0 0 0,-1 0 1 0 0,1 0-1 0 0,-1-1 1 0 0,1 1-1 0 0,-1 0 1 0 0,1 0-1 0 0,-1 0 1 0 0,1 0-1 0 0,-1 0 0 0 0,1 0 1 0 0,0 0-1 0 0,8 4-849 0 0,-5-3 1098 0 0,-4 0-432 0 0,0-1 0 0 0,1 1-1 0 0,-1-1 1 0 0,0 1 0 0 0,1-1 0 0 0,-1 1 0 0 0,1-1 0 0 0,-1 1 0 0 0,1-1 0 0 0,-1 1 0 0 0,1-1 0 0 0,-1 0 0 0 0,1 1 0 0 0,0-1-1 0 0,-1 0 1 0 0,1 0 0 0 0,-1 1 0 0 0,1-1 0 0 0,0 0 0 0 0,-1 0 0 0 0,1 0 0 0 0,0 0 0 0 0,-1 0 0 0 0,1 0 0 0 0,0 0-1 0 0,-1 0 1 0 0,1 0 0 0 0,0 0 0 0 0,-1 0 0 0 0,1 0 0 0 0,0 0 0 0 0,20-3 149 0 0,-21 3-190 0 0,4-1 54 0 0,14-7 17 0 0,-14 7-15 0 0,0-1-31 0 0,-1 0 0 0 0,1 0 0 0 0,-1 0 0 0 0,0 0 0 0 0,0-1 0 0 0,0 1 0 0 0,0-1 0 0 0,5-5 0 0 0,-8 7-7 0 0,3-3-47 0 0,1-1 0 0 0,-2 1 0 0 0,1-1 0 0 0,-1 0 0 0 0,1 0 0 0 0,-1 0 0 0 0,-1-1 0 0 0,1 1 0 0 0,-1 0 0 0 0,1-7 0 0 0,-1 8 1 0 0,-2 4 9 0 0,1 0 48 0 0,0 0 0 0 0,0 0 0 0 0,-1 0 0 0 0,1 0 0 0 0,0 0 0 0 0,0-1 0 0 0,0 1 0 0 0,-1 0 1 0 0,1 0-1 0 0,0 0 0 0 0,0 0 0 0 0,0-1 0 0 0,-1 1 0 0 0,1 0 0 0 0,0 0 0 0 0,0-1 1 0 0,0 1-1 0 0,0 0 0 0 0,0 0 0 0 0,0 0 0 0 0,-1-1 0 0 0,1 1 0 0 0,0 0 0 0 0,0 0 0 0 0,0-1 1 0 0,0 1-1 0 0,0 0 0 0 0,0-1 0 0 0,0 1 0 0 0,0 0 0 0 0,0 0 0 0 0,0-1 0 0 0,0 1 1 0 0,0-1 0 0 0,0 1-1 0 0,0-1 1 0 0,0 1 0 0 0,0-1-1 0 0,0 1 1 0 0,0-1 0 0 0,0 1-1 0 0,0-1 1 0 0,0 1 0 0 0,0 0-1 0 0,-1-1 1 0 0,1 1 0 0 0,0-1-1 0 0,0 1 1 0 0,-1-1 0 0 0,1 1-1 0 0,0 0 1 0 0,-1-1 0 0 0,1 1-1 0 0,0 0 1 0 0,-1-1 0 0 0,1 1-1 0 0,0 0 1 0 0,-1 0 0 0 0,1-1-1 0 0,-1 1 1 0 0,1 0 0 0 0,0 0-1 0 0,-1 0 1 0 0,1-1 0 0 0,-1 1-1 0 0,1 0 1 0 0,-1 0 0 0 0,0 0-1 0 0,-16-1 94 0 0,12 1 21 0 0,-12 13 240 0 0,13-7-246 0 0,-1-1 0 0 0,1 1-1 0 0,0 0 1 0 0,0 0-1 0 0,1 0 1 0 0,0 0-1 0 0,0 1 1 0 0,0-1-1 0 0,1 1 1 0 0,-2 7 0 0 0,1 0 50 0 0,0 0 0 0 0,0 22 1 0 0,3-31-102 0 0,2-2-7 0 0,1 1-56 0 0,0-1 1 0 0,1 0-1 0 0,-1 1 0 0 0,0-1 1 0 0,1-1-1 0 0,0 1 0 0 0,0 0 1 0 0,0-1-1 0 0,0 0 0 0 0,0 0 1 0 0,0 0-1 0 0,1 0 1 0 0,-1-1-1 0 0,0 0 0 0 0,1 0 1 0 0,-1 0-1 0 0,1 0 0 0 0,6 0 1 0 0,7-1-323 0 0,0 0 1 0 0,-1-1 0 0 0,22-5-1 0 0,-29 5 96 0 0,57-15-2562 0 0,-59 14 2435 0 0,21-10-2878 0 0,-20 7 2155 0 0,12-7-3606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7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7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8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19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2.5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52 4452 0 0,'1'-4'1656'0'0,"3"-25"5231"0"0,-3 21-7208 0 0,-1 4 2003 0 0,-10 26-921 0 0,5-4-561 0 0,2-6-137 0 0,0-1-1 0 0,1 1 0 0 0,1 0 0 0 0,0-1 0 0 0,0 1 0 0 0,2 17 1 0 0,-1 5 3 0 0,6-14-176 0 0,-4-16 34 0 0,3 1-34 0 0,-5-4 90 0 0,0-1 0 0 0,0 1 0 0 0,1 0 0 0 0,-1-1 1 0 0,0 1-1 0 0,1-1 0 0 0,-1 1 0 0 0,0-1 0 0 0,1 1 0 0 0,-1-1 0 0 0,1 1 0 0 0,-1-1 0 0 0,1 1 1 0 0,-1-1-1 0 0,1 1 0 0 0,-1-1 0 0 0,1 0 0 0 0,-1 1 0 0 0,1-1 0 0 0,1 0 0 0 0,12 6-90 0 0,-10-5 6 0 0,1-2-80 0 0,0 0 173 0 0,0 0 0 0 0,-1 0-1 0 0,1 0 1 0 0,0-1 0 0 0,-1 0-1 0 0,1 0 1 0 0,-1-1 0 0 0,1 1-1 0 0,-1-1 1 0 0,0 0 0 0 0,0 0-1 0 0,0 0 1 0 0,-1 0 0 0 0,1-1-1 0 0,-1 0 1 0 0,4-4 0 0 0,26-45-333 0 0,-31 50 314 0 0,0 0-20 0 0,5-6-12 0 0,-3 14 55 0 0,-3 24 81 0 0,-1-19-33 0 0,0-6 9 0 0,5 20-19 0 0,-4-21 3 0 0,1 1-65 0 0,1 0-1 0 0,-1 0 1 0 0,0 0-1 0 0,1 0 1 0 0,0-1-1 0 0,4 5 1 0 0,-4-6-151 0 0,2 0-23 0 0,2-1 81 0 0,1 0 0 0 0,0 0 0 0 0,0-1-1 0 0,0 0 1 0 0,0 0 0 0 0,0 0 0 0 0,0-1-1 0 0,0-1 1 0 0,-1 1 0 0 0,10-4 0 0 0,-11 3 158 0 0,0 0 1 0 0,0-1-1 0 0,0 1 1 0 0,-1-1 0 0 0,1-1-1 0 0,-1 1 1 0 0,0-1 0 0 0,0 0-1 0 0,0 0 1 0 0,0 0-1 0 0,0 0 1 0 0,-1-1 0 0 0,0 0-1 0 0,0 0 1 0 0,3-6 0 0 0,-3 3 81 0 0,0 1 0 0 0,0-1 0 0 0,-1 0 1 0 0,0 0-1 0 0,2-12 0 0 0,-4 17-102 0 0,-1 0 1 0 0,1-1-1 0 0,-1 1 0 0 0,0 0 0 0 0,0-1 0 0 0,0 1 0 0 0,0 0 0 0 0,-1-1 0 0 0,1 1 0 0 0,-1 0 0 0 0,0 0 0 0 0,0 0 0 0 0,0 0 0 0 0,-1 0 1 0 0,1 0-1 0 0,-1 0 0 0 0,1 0 0 0 0,-1 0 0 0 0,-3-4 0 0 0,4 6-77 0 0,-1-1 0 0 0,0 0 0 0 0,1 0 0 0 0,-1 0 0 0 0,0 1 0 0 0,0-1 0 0 0,0 1 0 0 0,0-1 0 0 0,0 1 0 0 0,0 0 0 0 0,0 0 0 0 0,-1 0 0 0 0,1 0 0 0 0,0 0 0 0 0,-1 0 0 0 0,1 1 0 0 0,0-1 0 0 0,-1 1 0 0 0,1 0 0 0 0,-1 0 0 0 0,1 0 0 0 0,-1 0 0 0 0,1 0 0 0 0,-1 0 0 0 0,1 0 0 0 0,0 1 0 0 0,-1 0 0 0 0,1-1 0 0 0,-4 3 0 0 0,-2 1-586 0 0,0 1 1 0 0,0 0-1 0 0,1 0 1 0 0,0 1-1 0 0,0 0 1 0 0,-8 9-1 0 0,9-7-2055 0 0,-8 14-1934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3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68 4152 0 0,'2'-4'1831'0'0,"7"-11"-377"0"0,-7 12 743 0 0,-2-2-1399 0 0,1-12-190 0 0,-1 13 269 0 0,-2 1-526 0 0,0 1-277 0 0,0 1-1 0 0,0-1 1 0 0,0 1-1 0 0,0-1 0 0 0,0 1 1 0 0,0 0-1 0 0,0 0 0 0 0,-1 0 1 0 0,1 0-1 0 0,0 0 0 0 0,0 1 1 0 0,-1-1-1 0 0,1 1 1 0 0,0-1-1 0 0,-1 1 0 0 0,1 0 1 0 0,-1 0-1 0 0,1 0 0 0 0,-1 0 1 0 0,1 1-1 0 0,0-1 0 0 0,-5 2 1 0 0,-1 0 43 0 0,0 1 0 0 0,1 0-1 0 0,-1 0 1 0 0,1 1 0 0 0,0 0 0 0 0,-9 7 0 0 0,1 0-21 0 0,1 1 0 0 0,0 1 0 0 0,1 0-1 0 0,0 1 1 0 0,1 1 0 0 0,1 0 0 0 0,-13 20 0 0 0,22-31-116 0 0,-4 15-138 0 0,5-15 10 0 0,1-3-96 0 0,0 0 200 0 0,0 0 0 0 0,0 0 0 0 0,0 0 0 0 0,0 0 0 0 0,1 0-1 0 0,-1 0 1 0 0,0 0 0 0 0,0 0 0 0 0,1-1 0 0 0,-1 1 0 0 0,1 0 0 0 0,-1 0-1 0 0,1 0 1 0 0,-1 0 0 0 0,1-1 0 0 0,-1 1 0 0 0,1 0 0 0 0,0 0 0 0 0,-1-1 0 0 0,1 1-1 0 0,0 0 1 0 0,0-1 0 0 0,1 1 0 0 0,0 0-24 0 0,0 0 0 0 0,0 0 0 0 0,1-1 0 0 0,-1 1 1 0 0,0-1-1 0 0,0 1 0 0 0,1-1 0 0 0,-1 0 0 0 0,0 0 0 0 0,3 0 0 0 0,4-1-85 0 0,0-1 0 0 0,0 1 0 0 0,0-1-1 0 0,11-5 1 0 0,-10 4 292 0 0,-1-1 0 0 0,0 0 0 0 0,0-1 0 0 0,0 0 0 0 0,0 0 0 0 0,-1-1 0 0 0,1 0 0 0 0,-2 0 0 0 0,1-1 0 0 0,-1 0-1 0 0,0-1 1 0 0,0 1 0 0 0,-1-1 0 0 0,0 0 0 0 0,0-1 0 0 0,-1 0 0 0 0,6-13 0 0 0,-9 18 57 0 0,-1 0-19 0 0,7-37 351 0 0,-7 37 361 0 0,-4 7-819 0 0,0 3-51 0 0,0 1 0 0 0,0 0 1 0 0,1 0-1 0 0,-1-1 0 0 0,-2 16 1 0 0,5-19-34 0 0,0 3-28 0 0,-1 15-49 0 0,1-15-55 0 0,0-1-106 0 0,14 39-1263 0 0,-12-40 967 0 0,17 7-773 0 0,-16-9 1025 0 0,0-1 0 0 0,1 0 0 0 0,-1 0 0 0 0,0 0 0 0 0,1-1 0 0 0,-1 1-1 0 0,1-1 1 0 0,-1 0 0 0 0,0 0 0 0 0,1 0 0 0 0,-1 0 0 0 0,5-1 0 0 0,35-9-4093 0 0,-18 2-280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3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25 4100 0 0,'-3'-24'3603'0'0,"-1"24"-2722"0"0,-3 0-518 0 0,1 1 0 0 0,-1 0 0 0 0,0 0 0 0 0,1 1 0 0 0,-1 0 0 0 0,1 0 0 0 0,0 0-1 0 0,-12 7 1 0 0,11-5-211 0 0,1 0-1 0 0,0 0 1 0 0,1 1-1 0 0,-1 0 1 0 0,1 0-1 0 0,0 1 1 0 0,0 0-1 0 0,1-1 1 0 0,-5 8-1 0 0,8-10 47 0 0,0 2-124 0 0,1-2-72 0 0,0 0 0 0 0,0 1 0 0 0,0-1 0 0 0,1 1 0 0 0,-1-1 0 0 0,1 0 0 0 0,0 0-1 0 0,0 1 1 0 0,0-1 0 0 0,0 0 0 0 0,1 0 0 0 0,-1 0 0 0 0,1 0 0 0 0,0 0 0 0 0,0 0 0 0 0,0-1-1 0 0,0 1 1 0 0,3 3 0 0 0,6 3-171 0 0,1 0 0 0 0,0 0 0 0 0,0-1 0 0 0,21 10 0 0 0,12 8-218 0 0,-42-24 347 0 0,-1 0 8 0 0,7 9 36 0 0,-7-8 41 0 0,-4 1-10 0 0,0 0-26 0 0,0-1 0 0 0,-1 1 0 0 0,1-1 0 0 0,-1 0 1 0 0,0 0-1 0 0,0 0 0 0 0,0 0 0 0 0,-1 0 0 0 0,1-1 0 0 0,-1 1 0 0 0,1-1 0 0 0,-1 0 0 0 0,0 0 0 0 0,0 0 0 0 0,0-1 0 0 0,0 1 1 0 0,-8 1-1 0 0,-11 3-869 0 0,-43 5-1 0 0,60-10 530 0 0,-26 0-3414 0 0,25-2 2481 0 0,0 1-4252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4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5168 0 0,'0'0'1619'0'0,"0"-4"-269"0"0,1-14-244 0 0,-1 14 2477 0 0,5 14-3199 0 0,4 4-37 0 0,4 33 280 0 0,10 69-1 0 0,-22-112-572 0 0,0 1-21 0 0,1 14-6 0 0,-1-14 14 0 0,0-1-22 0 0,1 12-7 0 0,-2-12 80 0 0,1-5-219 0 0,0 0 113 0 0,0 0 0 0 0,-1 0 0 0 0,1 0 0 0 0,0 0 0 0 0,-1 0 0 0 0,1 0 0 0 0,0-1 0 0 0,-1 1 0 0 0,0 0 0 0 0,1 0 0 0 0,-1 0 0 0 0,0-1 0 0 0,1 1 0 0 0,-1 0 0 0 0,0-2 0 0 0,2-14-83 0 0,-1 7 21 0 0,1 0-1 0 0,0 0 1 0 0,1 0 0 0 0,4-13 0 0 0,14-26 23 0 0,-16 41 46 0 0,-3 5 23 0 0,0 0 0 0 0,1 1 0 0 0,-1-1 0 0 0,0 1 0 0 0,1-1 0 0 0,0 1 0 0 0,0 0 0 0 0,-1 0 0 0 0,1 0 0 0 0,6-3 0 0 0,-6 5 14 0 0,0 1 0 0 0,-1-1-1 0 0,1 0 1 0 0,0 1 0 0 0,0-1-1 0 0,-1 1 1 0 0,1 0 0 0 0,0 0-1 0 0,-1 0 1 0 0,1 0 0 0 0,-1 1-1 0 0,1-1 1 0 0,-1 1 0 0 0,0-1 0 0 0,1 1-1 0 0,-1 0 1 0 0,0 0 0 0 0,0 0-1 0 0,0 0 1 0 0,-1 0 0 0 0,1 0-1 0 0,2 4 1 0 0,2 6 24 0 0,0 0 1 0 0,-1 0-1 0 0,8 25 0 0 0,6 16-877 0 0,1-21-1515 0 0,-18-29 1440 0 0,-2-3 854 0 0,1 0 0 0 0,-1 0 0 0 0,1 0 0 0 0,-1 0 0 0 0,0 0 0 0 0,1 0-1 0 0,-1 0 1 0 0,1 0 0 0 0,-1 0 0 0 0,1 0 0 0 0,-1 0 0 0 0,0 1 0 0 0,1-1 0 0 0,-1 0-1 0 0,0 0 1 0 0,1 0 0 0 0,-1 1 0 0 0,0-1 0 0 0,1 0 0 0 0,-1 1 0 0 0,0-1 0 0 0,1 0-1 0 0,-1 0 1 0 0,0 1 0 0 0,0-1 0 0 0,1 1 0 0 0,-1 0-76 0 0,1-1 1 0 0,-1 1 0 0 0,1-1-1 0 0,-1 1 1 0 0,1-1-1 0 0,-1 1 1 0 0,1-1 0 0 0,-1 1-1 0 0,1-1 1 0 0,0 0-1 0 0,-1 1 1 0 0,1-1-1 0 0,0 0 1 0 0,-1 1 0 0 0,1-1-1 0 0,0 0 1 0 0,-1 0-1 0 0,1 0 1 0 0,0 0-1 0 0,-1 1 1 0 0,1-1 0 0 0,0 0-1 0 0,0 0 1 0 0,0-1-1 0 0,21 3-3255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4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74 3680 0 0,'0'-2'363'0'0,"1"0"0"0"0,-1 0 0 0 0,1 0-1 0 0,-1-1 1 0 0,0 1 0 0 0,0 0 0 0 0,0 0-1 0 0,-1-1 1 0 0,1 1 0 0 0,0 0 0 0 0,-1 0-1 0 0,0 0 1 0 0,-1-5 0 0 0,1 4 602 0 0,-3 4-679 0 0,1 0-202 0 0,0 0 0 0 0,0 1 0 0 0,0-1 0 0 0,0 0 1 0 0,0 1-1 0 0,1 0 0 0 0,-1 0 0 0 0,0 0 0 0 0,1 0 0 0 0,-1 0 0 0 0,1 0 0 0 0,0 1 0 0 0,0-1 0 0 0,0 1 0 0 0,0-1 0 0 0,0 1 0 0 0,-1 4 0 0 0,-1 0-5 0 0,1 0 1 0 0,0 1-1 0 0,1 0 0 0 0,0-1 0 0 0,-2 14 0 0 0,3-16 11 0 0,1-3-68 0 0,0 0-1 0 0,-1 0 0 0 0,1 0 1 0 0,0 0-1 0 0,0 0 0 0 0,1 0 1 0 0,-1 0-1 0 0,0-1 0 0 0,1 5 1 0 0,0-2-12 0 0,-1-1-26 0 0,1 0 0 0 0,0 0 0 0 0,0 0 0 0 0,1 0 0 0 0,-1 0 0 0 0,0-1 0 0 0,1 1 0 0 0,0 0 0 0 0,-1-1 0 0 0,1 1 0 0 0,0-1 0 0 0,1 0 0 0 0,-1 0 0 0 0,0 1 0 0 0,1-1 0 0 0,-1-1 0 0 0,1 1 0 0 0,3 2 0 0 0,-3-2-89 0 0,2-2-38 0 0,12 0 11 0 0,-12 0 8 0 0,-1-1-50 0 0,1 0 244 0 0,0 0 1 0 0,-1 0 0 0 0,0 0-1 0 0,1-1 1 0 0,-1 0-1 0 0,0 1 1 0 0,1-1 0 0 0,-1-1-1 0 0,0 1 1 0 0,-1-1 0 0 0,1 1-1 0 0,0-1 1 0 0,-1 0-1 0 0,1 0 1 0 0,-1-1 0 0 0,0 1-1 0 0,0-1 1 0 0,0 0-1 0 0,-1 1 1 0 0,1-1 0 0 0,-1 0-1 0 0,0-1 1 0 0,0 1 0 0 0,2-7-1 0 0,-4 11-62 0 0,2-6 37 0 0,0 1 0 0 0,0-1 0 0 0,-1 1 0 0 0,0-1 1 0 0,0 0-1 0 0,0 0 0 0 0,-1 1 0 0 0,0-1 0 0 0,0 0 0 0 0,0 0 0 0 0,-1 1 0 0 0,0-1 0 0 0,0 0 0 0 0,0 1 0 0 0,-1-1 0 0 0,-3-8 0 0 0,-16-13-64 0 0,7 22-274 0 0,8 3 145 0 0,3 1-187 0 0,-3 1-57 0 0,-8 3-426 0 0,1-1 0 0 0,-1 2 1 0 0,-17 7-1 0 0,27-9-535 0 0,3-2 1097 0 0,-1 1-1 0 0,1-1 1 0 0,0 1 0 0 0,0 0-1 0 0,-1-1 1 0 0,1 1-1 0 0,0 0 1 0 0,0 0 0 0 0,0 0-1 0 0,0 0 1 0 0,0 0-1 0 0,-1 1 1 0 0,1-1-290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4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3092 0 0,'1'-3'1982'0'0,"2"-1"-2186"0"0,8-14 6578 0 0,-11 18-6254 0 0,1-1 0 0 0,-1 1 0 0 0,1 0 0 0 0,-1 0 0 0 0,1-1 0 0 0,-1 1 0 0 0,1 0-1 0 0,-1 0 1 0 0,1 0 0 0 0,-1 0 0 0 0,1 0 0 0 0,-1-1 0 0 0,1 1 0 0 0,0 0 0 0 0,-1 0 0 0 0,1 0-1 0 0,-1 1 1 0 0,1-1 0 0 0,-1 0 0 0 0,1 0 0 0 0,-1 0 0 0 0,1 0 0 0 0,0 0 0 0 0,-1 1 0 0 0,1-1-1 0 0,-1 0 1 0 0,1 0 0 0 0,-1 1 0 0 0,0-1 0 0 0,1 0 0 0 0,0 2 0 0 0,1 1 42 0 0,0 1 0 0 0,-1 0 0 0 0,1 0 0 0 0,-1 0 0 0 0,0 0 0 0 0,0 0 0 0 0,-1 0 0 0 0,1 1 0 0 0,-1-1 0 0 0,0 8 1 0 0,25 208 1280 0 0,-21-194-1641 0 0,1-1 0 0 0,11 32 0 0 0,-14-54-57 0 0,-2-1 81 0 0,1 0 0 0 0,0 0 0 0 0,0 0 0 0 0,0-1 0 0 0,1 1 0 0 0,-1 0 0 0 0,0-1 1 0 0,1 1-1 0 0,-1-1 0 0 0,1 1 0 0 0,-1-1 0 0 0,1 0 0 0 0,0 0 0 0 0,0 0 0 0 0,-1 0 1 0 0,1 0-1 0 0,0 0 0 0 0,3 1 0 0 0,-2-1-885 0 0,2-2-191 0 0,36-20-5257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5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56 3700 0 0,'0'0'3541'0'0,"-26"0"-1357"0"0,49-5-2168 0 0,13-3-456 0 0,-8 1-100 0 0,-3 0-348 0 0,1-3-292 0 0,7 1-905 0 0,1-1-2183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6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7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8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29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43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8:44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6:30:27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38 13044,'0'2'0,"-1"-1"0,1 0 0,0 0 0,-1 1 0,1-1 0,-1 0 0,0 0 0,1 0 0,-1 0 0,0 0 0,1 0 0,-1 0 0,0 0 0,1 0 0,-1 0 0,0 0 0,0 0 0,1-1 0,-1 1 0,0 0 0,0 0 0,0-1 0,0 1 0,1-1 0,-1 1 0,0-1 0,0 0 0,0 1 0,0-1 0,0 0 0,1 1 0,-1-1 0,0 0 0,0 0 0,0 0 0,0 0 0,1 0 0,-1-1 0,0 1 0,0 0 0,1 0 0,-1-1 0,0 1 0,0-1 0,1 1 0,-1-1 0,1 1 0,-1-1 0,0 1 0,1-1 0,-1 0 0,1 0 0,-1 0 0,1 1 0,-1-1 0,1 0 0,0 0 0,-1 0 0,1 0 0,0 0 0,0 0 0,-1-1 0,1 1 0,0 0 0,0 0 0,0 0 0,0 0 0,0-1 0,0 1 0,0 0 0,0 0 0,0-1 0,1 1 0,-1 0 0,0 0 0,0-1 0,1 1 0,-1 0 0,0 0 0,1-1 0,-1 1 0,1 0 0,-1 0 0,1-1 0,-1 1 0,1 0 0,-1 0 0,1 0 0,0 0 0,-1 0 0,1 0 0,0 0 0,-1 0 0,1 0 0,0 0 0,0 0 0,-1 0 0,1 1 0,0-1 0,0 0 0,0 0 0,-1 1 0,1-1 0,0 1 0,0-1 0,0 1 0,0-1 0,0 1 0,-1 0 0,1 0 0,0-1 0,0 1 0,0 0 0,0 0 0,-1 0 0,1 0 0,0 0 0,0 1 0,0-1 0,-1 0 0,1 0 0,0 1 0,-1-1 0,1 1 0,0-1 0,-1 1 0,1-1 0,0 1 0,-1-1 0,1 1 0,-1 0 0,1 0 0,-1 0 0,1-1 0,-1 1 0,1 0 0,-1 0 0,0 0 0,0 0 0,1 0 0,-1 0 0,0 1 0,0-1 0,0 0 0,1 0 0,-1 0 0,0 0 0,0 1 0,0-1 0,-1 0 0,1 0 0,0 1 0,0-1 0,0 0 0,0 0 0,-1 1 0,1-1 0,0 0 0,-1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29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19 4948 0 0,'0'0'4526'0'0,"-1"-4"-3392"0"0,1 3-971 0 0,0 1 0 0 0,1-1 1 0 0,-1 1-1 0 0,0-1 0 0 0,0 1 0 0 0,0-1 0 0 0,0 1 0 0 0,0-1 0 0 0,0 1 0 0 0,0-1 0 0 0,-1 0 0 0 0,1 1 1 0 0,0-1-1 0 0,0 1 0 0 0,0-1 0 0 0,0 1 0 0 0,-1-1 0 0 0,1 1 0 0 0,0 0 0 0 0,0-1 0 0 0,-1 1 0 0 0,1-1 0 0 0,0 1 1 0 0,-1-1-1 0 0,1 1 0 0 0,-1 0 0 0 0,1-1 0 0 0,-1 0 0 0 0,-5 17 1152 0 0,-3 38-883 0 0,-8 186-530 0 0,9-97-4513 0 0,7-75-2456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29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8 3960 0 0,'0'0'10600'0'0,"-1"4"-10409"0"0,0 12-33 0 0,1-13 153 0 0,5 18-192 0 0,-4-17-45 0 0,8 18-120 0 0,0-12 50 0 0,-7-8 78 0 0,4-6-43 0 0,-5 4-34 0 0,0 0-1 0 0,-1 0 1 0 0,1 0 0 0 0,0 0 0 0 0,0 0 0 0 0,-1-1 0 0 0,1 1 0 0 0,0 0-1 0 0,-1-1 1 0 0,1 1 0 0 0,0 0 0 0 0,-1-1 0 0 0,1 1 0 0 0,0-1 0 0 0,-1 1-1 0 0,1-1 1 0 0,-1 1 0 0 0,1-1 0 0 0,0-1 0 0 0,13-35 261 0 0,-13 33-58 0 0,-1-17-110 0 0,0 17-74 0 0,0 4-36 0 0,0 0 12 0 0,0 1 0 0 0,0-1 0 0 0,0 0 0 0 0,-1 0 0 0 0,1 0 0 0 0,0 0 0 0 0,0 0 0 0 0,0 0 0 0 0,0 0 0 0 0,-1 0 0 0 0,1 0 0 0 0,0 0 0 0 0,0 0 0 0 0,0 0 0 0 0,0 0 0 0 0,0 0 0 0 0,-1 0 0 0 0,1 0 0 0 0,0 0 0 0 0,0 0 0 0 0,0-1 0 0 0,0 1 0 0 0,0 0 0 0 0,-1 0 0 0 0,1 0 0 0 0,0 0 0 0 0,0 0 0 0 0,0 0 0 0 0,0 0 0 0 0,0 0 0 0 0,0 0 0 0 0,0-1 0 0 0,-1 1 0 0 0,1 0 0 0 0,0 0 0 0 0,0 0 0 0 0,0 0 0 0 0,0 0 0 0 0,0-1 0 0 0,0 1 0 0 0,0 0 0 0 0,0 0 0 0 0,0 0 0 0 0,0 0 0 0 0,0 0 0 0 0,0-1 0 0 0,0 1 0 0 0,0 0 0 0 0,0 0 0 0 0,0 0 0 0 0,0 0 0 0 0,0-1 0 0 0,0 1 0 0 0,0 0 0 0 0,0 0 0 0 0,0 0 0 0 0,0 0 0 0 0,0-1 0 0 0,0 1 0 0 0,0 0 0 0 0,1 0 0 0 0,-1 0 0 0 0,0-1 0 0 0,0 1 1 0 0,0 0-1 0 0,0 0 0 0 0,0 0 0 0 0,0 0 0 0 0,0-1 0 0 0,0 1 0 0 0,0 0 0 0 0,0 0 0 0 0,0 0 0 0 0,0-1 0 0 0,0 1 0 0 0,0 0 0 0 0,-1 0 0 0 0,1 0 0 0 0,0 0 0 0 0,0-1 0 0 0,0 1 0 0 0,0 0 0 0 0,0 0 0 0 0,0 0 0 0 0,0 0 0 0 0,0-1 0 0 0,-1 1 0 0 0,1 0 0 0 0,0 0 0 0 0,0 0 0 0 0,0 0 0 0 0,0 0 0 0 0,0 0 1 0 0,-1 0-1 0 0,1 0 0 0 0,0-1 0 0 0,-29 1 25 0 0,27 1-32 0 0,0-1-1 0 0,-1 1 1 0 0,1 0-1 0 0,0 0 1 0 0,0 1-1 0 0,0-1 1 0 0,0 0-1 0 0,0 1 0 0 0,0-1 1 0 0,0 1-1 0 0,1-1 1 0 0,-1 1-1 0 0,1 0 1 0 0,-1 0-1 0 0,-1 2 1 0 0,3-3 22 0 0,-3 2-27 0 0,3-3-13 0 0,0 0 24 0 0,0 0 0 0 0,0 1 0 0 0,0-1 0 0 0,0 0 0 0 0,0 1 0 0 0,0-1 0 0 0,0 0 0 0 0,0 1 0 0 0,0-1 0 0 0,0 0 0 0 0,0 0 0 0 0,0 1 0 0 0,0-1 0 0 0,0 0 0 0 0,0 1 0 0 0,0-1 0 0 0,0 0 0 0 0,0 0 0 0 0,0 1 0 0 0,-1-1 0 0 0,1 0 0 0 0,0 0 0 0 0,0 1 0 0 0,0-1 0 0 0,-1 0 0 0 0,1 0 0 0 0,0 0 0 0 0,0 1 0 0 0,0-1 0 0 0,-1 0 0 0 0,0 1-7 0 0,1-1 1 0 0,-1 1 0 0 0,1 0-1 0 0,-1-1 1 0 0,1 1 0 0 0,-1 0-1 0 0,1-1 1 0 0,-1 1 0 0 0,1 0-1 0 0,-1 0 1 0 0,1-1 0 0 0,0 1-1 0 0,0 0 1 0 0,-1 0 0 0 0,1 0-1 0 0,0 0 1 0 0,0-1 0 0 0,0 1-1 0 0,0 2 1 0 0,1 15-34 0 0,-1-14 9 0 0,6 2 115 0 0,4 7-86 0 0,-6-12 18 0 0,0 0-1 0 0,-1 1 1 0 0,1-1 0 0 0,0 0-1 0 0,0-1 1 0 0,0 1-1 0 0,0-1 1 0 0,5 1-1 0 0,-4-2 94 0 0,-4 1-105 0 0,-1-1 0 0 0,0 1 1 0 0,0 0-1 0 0,1-1 0 0 0,-1 1 0 0 0,0 0 0 0 0,1-1 0 0 0,-1 1 0 0 0,0 0 1 0 0,1-1-1 0 0,-1 1 0 0 0,0 0 0 0 0,1 0 0 0 0,-1-1 0 0 0,1 1 1 0 0,-1 0-1 0 0,1 0 0 0 0,-1 0 0 0 0,0-1 0 0 0,1 1 0 0 0,-1 0 0 0 0,1 0 1 0 0,-1 0-1 0 0,2 0 0 0 0,-2 0 2 0 0,0 0 1 0 0,1 0-1 0 0,-1 0 1 0 0,1 0-1 0 0,-1 0 1 0 0,1 0-1 0 0,-1 0 1 0 0,1-1-1 0 0,-1 1 1 0 0,1 0-1 0 0,-1 0 0 0 0,0 0 1 0 0,1-1-1 0 0,-1 1 1 0 0,1 0-1 0 0,-1 0 1 0 0,0-1-1 0 0,1 1 1 0 0,-1 0-1 0 0,0-1 1 0 0,1 1-1 0 0,-1-1 1 0 0,0 1-1 0 0,1-1 0 0 0,3-6 110 0 0,5-5 65 0 0,-7 9-176 0 0,2-3-19 0 0,-8-25 119 0 0,3 27-91 0 0,-3 4-27 0 0,-1 0 0 0 0,1 0-1 0 0,-1 1 1 0 0,1-1 0 0 0,0 1-1 0 0,-1 0 1 0 0,-6 3 0 0 0,7-3 17 0 0,1 2 24 0 0,-1 0-11 0 0,-21 21-42 0 0,24-23 14 0 0,1 0 0 0 0,-1 1 1 0 0,0-1-1 0 0,1 0 0 0 0,-1 1 0 0 0,1-1 0 0 0,-1 0 0 0 0,1 1 1 0 0,0-1-1 0 0,-1 1 0 0 0,1-1 0 0 0,0 1 0 0 0,0-1 0 0 0,0 1 1 0 0,0-1-1 0 0,0 1 0 0 0,1-1 0 0 0,-1 1 0 0 0,0-1 1 0 0,1 1-1 0 0,-1-1 0 0 0,1 0 0 0 0,0 3 0 0 0,1-1-60 0 0,8 0-137 0 0,-9-2 203 0 0,-1-1-1 0 0,1 1 0 0 0,0-1 0 0 0,0 1 0 0 0,-1-1 0 0 0,1 1 0 0 0,0-1 1 0 0,-1 0-1 0 0,1 0 0 0 0,0 1 0 0 0,0-1 0 0 0,0 0 0 0 0,-1 0 0 0 0,1 0 1 0 0,0 0-1 0 0,0 0 0 0 0,0 0 0 0 0,0 0 0 0 0,-1 0 0 0 0,3 0 0 0 0,16-1 11 0 0,-14 0-11 0 0,-4 1 14 0 0,1 0 0 0 0,-1-1 0 0 0,1 1 0 0 0,-1-1 0 0 0,0 1 0 0 0,1-1 0 0 0,-1 0 0 0 0,0 0 0 0 0,0 0 0 0 0,1 1-1 0 0,-1-1 1 0 0,1-2 0 0 0,-1 2 17 0 0,0 0-1 0 0,1 0 1 0 0,-1 0-1 0 0,0 0 1 0 0,1 0-1 0 0,-1 0 1 0 0,1 0 0 0 0,-1 1-1 0 0,1-1 1 0 0,-1 0-1 0 0,1 1 1 0 0,2-1-1 0 0,-3 0-16 0 0,-1 1 0 0 0,1 0-1 0 0,-1 0 1 0 0,0-1 0 0 0,1 1-1 0 0,-1 0 1 0 0,0 0 0 0 0,1-1-1 0 0,-1 1 1 0 0,0-1 0 0 0,1 1-1 0 0,-1 0 1 0 0,0-1 0 0 0,1 1-1 0 0,-1-1 1 0 0,0 1 0 0 0,0 0-1 0 0,0-1 1 0 0,0 1 0 0 0,1-1 0 0 0,-1 1-1 0 0,0-1 1 0 0,0 1 0 0 0,0-2-1 0 0,0 2-1 0 0,0-1 1 0 0,0 1-1 0 0,0 0 0 0 0,0-1 0 0 0,0 1 1 0 0,0-1-1 0 0,0 1 0 0 0,1-1 0 0 0,-1 1 1 0 0,0-1-1 0 0,0 1 0 0 0,0 0 0 0 0,1-1 1 0 0,-1 1-1 0 0,0-1 0 0 0,1 1 0 0 0,-1 0 1 0 0,0-1-1 0 0,1 1 0 0 0,-1 0 0 0 0,0-1 0 0 0,1 1 1 0 0,-1 0-1 0 0,1-1 0 0 0,8-19 198 0 0,-10-5-1625 0 0,-3 24 339 0 0,0-1 235 0 0,0 1 1 0 0,0 0-1 0 0,0 1 1 0 0,-1-1-1 0 0,1 1 1 0 0,0 0-1 0 0,0 0 1 0 0,-4 0-1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5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5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6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6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6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27:56.8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18 5204 0 0,'0'0'3673'0'0,"-9"-18"-945"0"0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32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10 5260 0 0,'0'0'4211'0'0,"-2"-2"-3136"0"0,0 1-865 0 0,0 0 0 0 0,0 0-1 0 0,0 0 1 0 0,-1 1-1 0 0,1-1 1 0 0,0 0 0 0 0,0 1-1 0 0,0-1 1 0 0,-1 1 0 0 0,1 0-1 0 0,0 0 1 0 0,0 0-1 0 0,-1 0 1 0 0,1 0 0 0 0,0 0-1 0 0,0 0 1 0 0,-1 1 0 0 0,1-1-1 0 0,0 1 1 0 0,0 0-1 0 0,-4 1 1 0 0,3 0 35 0 0,-3 5 49 0 0,-4 2 19 0 0,3 2-240 0 0,5-8-20 0 0,2 1-34 0 0,-2 11-7 0 0,2-11-32 0 0,0-4 18 0 0,0 0 0 0 0,0 0 0 0 0,1 1 0 0 0,-1-1 0 0 0,0 0 0 0 0,0 0 0 0 0,1 0-1 0 0,-1 1 1 0 0,0-1 0 0 0,0 0 0 0 0,0 0 0 0 0,1 1 0 0 0,-1-1 0 0 0,0 0-1 0 0,0 1 1 0 0,0-1 0 0 0,0 0 0 0 0,0 0 0 0 0,1 1 0 0 0,-1-1 0 0 0,0 0-1 0 0,0 1 1 0 0,0-1 0 0 0,0 0 0 0 0,0 1 0 0 0,0-1 0 0 0,0 0 0 0 0,0 1-1 0 0,0-1 1 0 0,-1 1 0 0 0,1 0-16 0 0,0-1 0 0 0,0 1 0 0 0,0 0 0 0 0,0-1 0 0 0,0 1 0 0 0,0 0 0 0 0,0-1 0 0 0,1 1 0 0 0,-1 0 1 0 0,0-1-1 0 0,0 1 0 0 0,0 0 0 0 0,1-1 0 0 0,-1 1 0 0 0,0-1 0 0 0,1 1 0 0 0,-1-1 0 0 0,0 1 0 0 0,1 0 0 0 0,-1-1 0 0 0,1 1 0 0 0,-1-1 0 0 0,1 1 0 0 0,2 0-6 0 0,-1 1 0 0 0,0-1 0 0 0,0 0 0 0 0,0 0 0 0 0,1 0 0 0 0,-1 0 0 0 0,0-1 0 0 0,1 1 1 0 0,-1 0-1 0 0,1-1 0 0 0,-1 0 0 0 0,1 0 0 0 0,4 0 0 0 0,-2 0 130 0 0,-1-2 41 0 0,11-4 68 0 0,-11 4 29 0 0,-1 0-10 0 0,-3 2-233 0 0,1-1 59 0 0,1 0 1 0 0,-1-1-1 0 0,1 1 1 0 0,-1-1 0 0 0,0 1-1 0 0,0-1 1 0 0,0 0-1 0 0,0 1 1 0 0,0-1 0 0 0,0 0-1 0 0,0 0 1 0 0,0 0-1 0 0,-1 0 1 0 0,1 0 0 0 0,-1 0-1 0 0,1 0 1 0 0,-1 0-1 0 0,0 0 1 0 0,1-3 0 0 0,-1-13-36 0 0,0 14 0 0 0,-4 3-607 0 0,3 1 462 0 0,-1 0 0 0 0,1-1 1 0 0,-1 1-1 0 0,1 0 0 0 0,0 0 0 0 0,-1 0 1 0 0,1 0-1 0 0,-1 1 0 0 0,1-1 1 0 0,0 0-1 0 0,-1 1 0 0 0,1-1 1 0 0,0 0-1 0 0,0 1 0 0 0,-1 0 1 0 0,1-1-1 0 0,0 1 0 0 0,0 0 1 0 0,0 0-1 0 0,-1-1 0 0 0,1 1 1 0 0,0 0-1 0 0,-1 1 0 0 0,0 1-762 0 0,0 0-83 0 0,1 0 424 0 0,-1 3 315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33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38 4128 0 0,'1'0'421'0'0,"0"-1"0"0"0,-1 0 0 0 0,1 1-1 0 0,-1-1 1 0 0,1 0 0 0 0,-1 0 0 0 0,1 0 0 0 0,-1 0-1 0 0,1 0 1 0 0,-1 1 0 0 0,0-1 0 0 0,1 0-1 0 0,-1 0 1 0 0,0 0 0 0 0,0 0 0 0 0,0 0 0 0 0,0 0-1 0 0,0 0 1 0 0,0 0 0 0 0,0 0 0 0 0,0 0-1 0 0,0-2 1 0 0,-1-9 668 0 0,-7 16-934 0 0,7-5-137 0 0,0 1-1 0 0,1 0 0 0 0,-1 0 1 0 0,0 1-1 0 0,0-1 1 0 0,1 0-1 0 0,-1 0 1 0 0,0 0-1 0 0,1 0 1 0 0,-1 1-1 0 0,0-1 1 0 0,0 0-1 0 0,1 0 0 0 0,-1 1 1 0 0,1-1-1 0 0,-1 1 1 0 0,0-1-1 0 0,1 1 1 0 0,-1-1-1 0 0,1 1 1 0 0,-2 0-1 0 0,1 3-19 0 0,-1-1 0 0 0,1 1 1 0 0,-1 0-1 0 0,1 0 0 0 0,0 0 0 0 0,0 6 0 0 0,1-6 106 0 0,1-2-250 0 0,0 0 191 0 0,0-1-1 0 0,1 0 0 0 0,-1 0 0 0 0,0 0 0 0 0,0 0 0 0 0,0 0 0 0 0,0-1 0 0 0,1 1 0 0 0,-1 0 0 0 0,1-1 0 0 0,-1 1 1 0 0,0 0-1 0 0,1-1 0 0 0,-1 0 0 0 0,1 1 0 0 0,-1-1 0 0 0,1 0 0 0 0,-1 0 0 0 0,1 0 0 0 0,-1 0 0 0 0,1 0 0 0 0,1 0 1 0 0,2 0 475 0 0,-3-3-249 0 0,12-26 911 0 0,-13 25-852 0 0,-1 0-266 0 0,-1-12-79 0 0,1 12-99 0 0,-4 3-1706 0 0,-9-3 1015 0 0,9 3-119 0 0,1 3-81 0 0,-5 7-1167 0 0,1-1 0 0 0,0 1 0 0 0,-9 14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33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 4484 0 0,'-11'-2'11469'0'0,"13"7"-11214"0"0,0-3-1649 0 0,-1 2 1701 0 0,11 13 155 0 0,-7-12-416 0 0,0 0 0 0 0,-1-1 1 0 0,2 1-1 0 0,-1-1 0 0 0,1 0 1 0 0,-1 0-1 0 0,1-1 0 0 0,0 0 0 0 0,0 0 1 0 0,1 0-1 0 0,-1-1 0 0 0,0 0 1 0 0,1 0-1 0 0,0 0 0 0 0,-1-1 1 0 0,1 0-1 0 0,7 0 0 0 0,-4 1 24 0 0,0-2 0 0 0,0 1 1 0 0,-1-1-1 0 0,1 0 0 0 0,0-1 0 0 0,0 0 0 0 0,-1-1 0 0 0,1 0 0 0 0,0 0 0 0 0,-1-1 0 0 0,10-5 1 0 0,-15 7 39 0 0,33-20-329 0 0,-35 19-157 0 0,0-1-897 0 0,1 1 780 0 0,1-3 215 0 0,9-16-14411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34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27 105 3240 0 0,'0'0'1589'0'0,"-3"-2"-263"0"0,0 0-704 0 0,0-1 0 0 0,1 1 0 0 0,-1-1-1 0 0,1 0 1 0 0,-1 0 0 0 0,-3-6 0 0 0,5 6-265 0 0,3 1-18 0 0,2-3-171 0 0,0-1 0 0 0,1 2 0 0 0,0-1 0 0 0,0 1 1 0 0,0-1-1 0 0,0 2 0 0 0,1-1 0 0 0,0 0 1 0 0,-1 1-1 0 0,1 0 0 0 0,9-3 0 0 0,-1 1-41 0 0,0 1-1 0 0,0 0 1 0 0,0 1 0 0 0,17-1-1 0 0,-26 3-167 0 0,-1 1-1 0 0,1 1 0 0 0,0-1 1 0 0,0 1-1 0 0,0 0 0 0 0,-1 0 0 0 0,1 0 1 0 0,-1 0-1 0 0,1 1 0 0 0,-1 0 1 0 0,1 0-1 0 0,-1 0 0 0 0,0 1 1 0 0,0-1-1 0 0,0 1 0 0 0,0 0 1 0 0,0 0-1 0 0,-1 0 0 0 0,1 1 1 0 0,4 5-1 0 0,-3-3-376 0 0,-1 0 1 0 0,0 0 0 0 0,0 1-1 0 0,0 0 1 0 0,4 10 0 0 0,-6-10-612 0 0,1 0 0 0 0,-1 1 0 0 0,-1-1 0 0 0,1 0 0 0 0,-1 13 0 0 0,1 13-3233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0:35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58 3492 0 0,'-3'-8'896'0'0,"0"0"0"0"0,-1 0 1 0 0,1 0-1 0 0,-9-12 0 0 0,10 18-342 0 0,-1 1-61 0 0,0 0-390 0 0,1 0-1 0 0,0 1 1 0 0,-1 0-1 0 0,1-1 1 0 0,-1 1-1 0 0,1 0 1 0 0,0 0-1 0 0,-1 0 1 0 0,1 1-1 0 0,-1-1 1 0 0,1 0-1 0 0,-1 1 1 0 0,1 0-1 0 0,0-1 1 0 0,0 1-1 0 0,-1 0 1 0 0,1 0-1 0 0,-2 2 1 0 0,-1 0 16 0 0,0 1-1 0 0,1-1 1 0 0,0 1 0 0 0,-1 0 0 0 0,2 1 0 0 0,-1-1-1 0 0,-5 8 1 0 0,-1 5 91 0 0,0 0 1 0 0,1 1-1 0 0,-11 30 0 0 0,12-25-137 0 0,1-1-1 0 0,1 2 1 0 0,1-1-1 0 0,1 0 1 0 0,1 1-1 0 0,1 0 1 0 0,2 45 0 0 0,1-60-72 0 0,1 1 0 0 0,-1-1 0 0 0,2 0 0 0 0,-1-1 0 0 0,1 1 0 0 0,0 0 0 0 0,1-1 0 0 0,0 1 0 0 0,10 14 0 0 0,-10-18-17 0 0,1 1 0 0 0,0-1 1 0 0,0 0-1 0 0,0 0 0 0 0,0-1 1 0 0,1 0-1 0 0,0 0 0 0 0,0 0 1 0 0,0 0-1 0 0,0-1 0 0 0,1 0 1 0 0,-1-1-1 0 0,1 1 0 0 0,9 1 1 0 0,-6-3 9 0 0,1 0 0 0 0,-1 0 0 0 0,1-2 0 0 0,-1 1 1 0 0,1-1-1 0 0,-1-1 0 0 0,1 0 0 0 0,-1 0 1 0 0,0-1-1 0 0,0 0 0 0 0,17-9 0 0 0,-12 5 146 0 0,0-1-1 0 0,0 0 1 0 0,0-1 0 0 0,-1-1-1 0 0,-1-1 1 0 0,0 0 0 0 0,0 0-1 0 0,-1-1 1 0 0,-1-1 0 0 0,0 0-1 0 0,0 0 1 0 0,-2-1 0 0 0,12-21-1 0 0,-17 27-164 0 0,0-1-1 0 0,0 0 1 0 0,-1 0-1 0 0,0-1 1 0 0,-1 1-1 0 0,0 0 1 0 0,0-1-1 0 0,-1 0 1 0 0,0 1-1 0 0,-2-19 1 0 0,0 20-182 0 0,0 0 1 0 0,-1 0 0 0 0,0 0-1 0 0,0 0 1 0 0,-1 1-1 0 0,0-1 1 0 0,-1 1 0 0 0,1 0-1 0 0,-1 0 1 0 0,-1 0-1 0 0,1 0 1 0 0,-1 1 0 0 0,0 0-1 0 0,-10-9 1 0 0,9 10-372 0 0,0 0 1 0 0,0 0-1 0 0,-1 1 1 0 0,0-1-1 0 0,0 1 1 0 0,0 1 0 0 0,0-1-1 0 0,-1 2 1 0 0,1-1-1 0 0,-15-3 1 0 0,-16 0-4655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3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2748 0 0,'0'0'736'0'0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10 4560 0 0,'0'0'5436'0'0,"-1"-3"-4888"0"0,1 3-514 0 0,0 0-1 0 0,0-1 0 0 0,0 1 1 0 0,0 0-1 0 0,0 0 1 0 0,0 0-1 0 0,0-1 0 0 0,0 1 1 0 0,0 0-1 0 0,0 0 1 0 0,0 0-1 0 0,0-1 0 0 0,0 1 1 0 0,0 0-1 0 0,0 0 0 0 0,0 0 1 0 0,0-1-1 0 0,0 1 1 0 0,0 0-1 0 0,0 0 0 0 0,0 0 1 0 0,0-1-1 0 0,0 1 1 0 0,0 0-1 0 0,-1 0 0 0 0,1 0 1 0 0,0 0-1 0 0,0 0 0 0 0,0-1 1 0 0,0 1-1 0 0,0 0 1 0 0,-1 0-1 0 0,1 0 0 0 0,0 0 1 0 0,0 0-1 0 0,0 0 1 0 0,0-1-1 0 0,-1 1 0 0 0,1 0 1 0 0,0 0-1 0 0,0 0 0 0 0,0 0 1 0 0,-1 0-1 0 0,1 0 1 0 0,0 0-1 0 0,0 0 0 0 0,0 0 1 0 0,-1 0-1 0 0,1 0 1 0 0,0 0-1 0 0,0 0 0 0 0,0 0 1 0 0,-1 0-1 0 0,1 0 0 0 0,0 0 1 0 0,0 1-1 0 0,0-1 1 0 0,-1 0-1 0 0,1 0 0 0 0,0 0 1 0 0,0 0-1 0 0,0 0 1 0 0,-1 1-1 0 0,-6 19 714 0 0,-6 41-307 0 0,13-60-423 0 0,-32 203 171 0 0,32-200-514 0 0,-1 1-73 0 0,0-1-175 0 0,-1 6 910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72 2164 0 0,'-6'-5'778'0'0,"0"0"0"0"0,-1 0 0 0 0,1 1 0 0 0,-1 0 0 0 0,0 0 0 0 0,0 0 0 0 0,-13-3-1 0 0,16 5-119 0 0,0 1-268 0 0,-13-2 17 0 0,13 2 1085 0 0,-13-3-256 0 0,75 4-854 0 0,79-11 0 0 0,-51 4-2210 0 0,-2 3-5232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3172 0 0,'-4'3'321'0'0,"-22"17"2578"0"0,25-19-2715 0 0,0 0-1 0 0,0 0 1 0 0,0-1-1 0 0,0 1 1 0 0,0 0-1 0 0,1 0 1 0 0,-1 0-1 0 0,0 0 1 0 0,1 0-1 0 0,-1 0 1 0 0,0 0-1 0 0,1 0 1 0 0,-1 0-1 0 0,1 1 1 0 0,0-1-1 0 0,-1 0 1 0 0,1 0 0 0 0,0 0-1 0 0,0 1 1 0 0,0-1-1 0 0,0 2 1 0 0,0-1-119 0 0,1 0 0 0 0,0 0 0 0 0,0 0 0 0 0,0-1 0 0 0,0 1 0 0 0,0 0 0 0 0,0-1 1 0 0,1 1-1 0 0,-1 0 0 0 0,1-1 0 0 0,-1 0 0 0 0,1 1 0 0 0,-1-1 0 0 0,1 0 0 0 0,0 0 1 0 0,-1 0-1 0 0,1 0 0 0 0,0 0 0 0 0,0 0 0 0 0,0 0 0 0 0,0-1 0 0 0,3 1 0 0 0,6 2 68 0 0,1-2 0 0 0,-1 0-1 0 0,21 0 1 0 0,43-3-325 0 0,103-16 0 0 0,-7-18-6704 0 0,-136 25 1758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1 459 3596 0 0,'0'0'8164'0'0,"3"-2"-7933"0"0,-1-1-176 0 0,1 1 0 0 0,-1-1 0 0 0,1 0 0 0 0,-1 1-1 0 0,0-1 1 0 0,0 0 0 0 0,0 0 0 0 0,-1 0 0 0 0,1-1 0 0 0,-1 1 0 0 0,2-6 0 0 0,12-48 49 0 0,-9 28-56 0 0,-5 26-45 0 0,11-41 9 0 0,-3-1 1 0 0,-1 0-1 0 0,3-80 0 0 0,-11 97 7 0 0,0 24-5 0 0,0-1 1 0 0,-1-13-4 0 0,0 14 293 0 0,-3 0-61 0 0,4 4-232 0 0,0 0 1 0 0,-1-1-1 0 0,1 1 1 0 0,0 0-1 0 0,0-1 1 0 0,-1 1 0 0 0,1 0-1 0 0,0 0 1 0 0,0-1-1 0 0,-1 1 1 0 0,1 0-1 0 0,0 0 1 0 0,-1-1-1 0 0,1 1 1 0 0,0 0 0 0 0,-1 0-1 0 0,1 0 1 0 0,0 0-1 0 0,-1-1 1 0 0,1 1-1 0 0,0 0 1 0 0,-1 0 0 0 0,1 0-1 0 0,0 0 1 0 0,-1 0-1 0 0,1 0 1 0 0,-1 0-1 0 0,1 0 1 0 0,0 0 0 0 0,-1 0-1 0 0,1 0 1 0 0,0 0-1 0 0,-1 0 1 0 0,1 1-1 0 0,0-1 1 0 0,-1 0-1 0 0,1 0 1 0 0,-1 0 0 0 0,-7 13 76 0 0,1 1 0 0 0,1-1 0 0 0,-1 1 0 0 0,2 0 0 0 0,0 0 0 0 0,1 1 0 0 0,0-1 0 0 0,-2 23 0 0 0,-6 118-456 0 0,16-85-377 0 0,-1-44-1636 0 0,-1 1-4787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8 407 4064 0 0,'-2'-3'1267'0'0,"2"3"-1212"0"0,-1 0 1 0 0,1 0-1 0 0,0-1 0 0 0,-1 1 1 0 0,1 0-1 0 0,0-1 0 0 0,0 1 1 0 0,-1 0-1 0 0,1-1 0 0 0,0 1 0 0 0,-1 0 1 0 0,1-1-1 0 0,0 1 0 0 0,0 0 1 0 0,0-1-1 0 0,0 1 0 0 0,-1 0 0 0 0,1-1 1 0 0,0 1-1 0 0,0-1 0 0 0,0 1 1 0 0,0-1-1 0 0,0 1 0 0 0,0 0 1 0 0,0-1-1 0 0,0 1 0 0 0,0-1 0 0 0,0 1 1 0 0,0-1-1 0 0,0 1 0 0 0,0 0 1 0 0,0-1-1 0 0,1 1 0 0 0,-1-1 1 0 0,0 1-1 0 0,0 0 0 0 0,0-1 0 0 0,1 1 1 0 0,-1 0-1 0 0,0-1 0 0 0,0 1 1 0 0,1 0-1 0 0,-1-1 0 0 0,0 1 0 0 0,1 0 1 0 0,-1 0-1 0 0,0-1 0 0 0,1 1 1 0 0,-1 0-1 0 0,0 0 0 0 0,1 0 1 0 0,-1-1-1 0 0,1 1 0 0 0,-1 0 0 0 0,0 0 1 0 0,1 0-1 0 0,-1 0 0 0 0,1 0 1 0 0,-1 0-1 0 0,1 0 0 0 0,-1 0 1 0 0,1 0-1 0 0,2-1 316 0 0,4 1-91 0 0,54-2-21 0 0,0-3 0 0 0,91-18 0 0 0,-133 19-519 0 0,0-1 1 0 0,-1 0-1 0 0,0-2 1 0 0,0 0-1 0 0,0-1 1 0 0,-1-1-1 0 0,0-1 1 0 0,0 0-1 0 0,-1-1 1 0 0,-1 0-1 0 0,0-2 1 0 0,21-21-1 0 0,-30 27 231 0 0,-1-1 0 0 0,1 0 0 0 0,-1 0-1 0 0,-1-1 1 0 0,1 1 0 0 0,-2-1 0 0 0,1 0 0 0 0,2-10-1 0 0,0-6 884 0 0,4-43 0 0 0,-8 54-430 0 0,-1 10-53 0 0,0-21 2098 0 0,-19 32-1992 0 0,12 1-259 0 0,-19 57 107 0 0,4 1 0 0 0,2 1 0 0 0,-11 75 0 0 0,30-138-307 0 0,-2 4 10 0 0,1 1 1 0 0,0-1-1 0 0,0 1 1 0 0,1 0-1 0 0,0-1 1 0 0,3 18 0 0 0,3 3 11 0 0,-1-23-33 0 0,-2-4 1 0 0,-1 0-19 0 0,-1 0 0 0 0,1 0 0 0 0,0 0 0 0 0,0-1 0 0 0,0 1-1 0 0,0-1 1 0 0,0 1 0 0 0,0-1 0 0 0,0 0 0 0 0,0 1 0 0 0,1-1 0 0 0,-1 0 0 0 0,0-1 0 0 0,1 1 0 0 0,-1 0 0 0 0,1-1 0 0 0,-1 1 0 0 0,1-1-1 0 0,-1 0 1 0 0,1 0 0 0 0,-1 0 0 0 0,1 0 0 0 0,-1 0 0 0 0,5-1 0 0 0,2-1-48 0 0,0 0 1 0 0,-1-1-1 0 0,1 0 0 0 0,-1 0 0 0 0,9-5 1 0 0,-10 4 5 0 0,-1 0 0 0 0,0-1 1 0 0,1 0-1 0 0,-1 0 0 0 0,-1 0 1 0 0,1-1-1 0 0,-1 0 1 0 0,0 0-1 0 0,-1 0 0 0 0,8-14 1 0 0,-10 16 462 0 0,-2 9-363 0 0,-1 12 41 0 0,1-13 107 0 0,1 0-154 0 0,4 13-35 0 0,-4-13 69 0 0,2 0-81 0 0,0 0-60 0 0,0 0 1 0 0,1 0-1 0 0,0 0 1 0 0,0-1-1 0 0,0 1 0 0 0,0-1 1 0 0,0 0-1 0 0,1 0 1 0 0,-1 0-1 0 0,1 0 0 0 0,0-1 1 0 0,10 3-1 0 0,-12-4-210 0 0,2 0 15 0 0,6 0 53 0 0,-1-1 0 0 0,0 0 0 0 0,1 0-1 0 0,-1-1 1 0 0,0-1 0 0 0,12-2-1 0 0,-15 2 145 0 0,0 0 0 0 0,0 0 0 0 0,0 0 0 0 0,0-1 0 0 0,0 0 0 0 0,-1-1 0 0 0,0 1 0 0 0,1-1 0 0 0,-1 0 0 0 0,0-1 0 0 0,-1 0 0 0 0,1 0 0 0 0,-1 0 0 0 0,0 0 0 0 0,-1-1 0 0 0,1 0 0 0 0,-1 0 0 0 0,6-10 0 0 0,12-56 320 0 0,-22 68-81 0 0,1 0 3 0 0,0-14-4 0 0,-1 13 11 0 0,-1 2 0 0 0,1 2-148 0 0,-1 0 1 0 0,1 0-1 0 0,0 0 1 0 0,0 0-1 0 0,-1 0 1 0 0,1 0-1 0 0,-1 0 1 0 0,1 0-1 0 0,-1 1 1 0 0,1-1-1 0 0,-1 0 1 0 0,1 0-1 0 0,-1 0 0 0 0,0 1 1 0 0,0-1-1 0 0,1 0 1 0 0,-1 1-1 0 0,0-1 1 0 0,0 1-1 0 0,0-1 1 0 0,0 1-1 0 0,1-1 1 0 0,-1 1-1 0 0,0 0 1 0 0,0-1-1 0 0,0 1 0 0 0,0 0 1 0 0,0 0-1 0 0,0-1 1 0 0,0 1-1 0 0,0 0 1 0 0,0 0-1 0 0,0 0 1 0 0,0 0-1 0 0,0 1 1 0 0,0-1-1 0 0,0 0 1 0 0,0 0-1 0 0,0 0 1 0 0,0 1-1 0 0,0-1 0 0 0,0 1 1 0 0,0-1-1 0 0,-1 1 1 0 0,-3 2 30 0 0,0 0 0 0 0,0 1 1 0 0,1-1-1 0 0,-1 1 0 0 0,1 0 0 0 0,0 0 1 0 0,0 0-1 0 0,-6 9 0 0 0,5-7-40 0 0,0 0 0 0 0,0 1 0 0 0,1 0 0 0 0,0 0 0 0 0,0 0 0 0 0,1 0 0 0 0,0 1 0 0 0,0-1 0 0 0,1 1 0 0 0,0 0 0 0 0,0 0 0 0 0,-1 12 0 0 0,3-15-12 0 0,1-1-23 0 0,4 12-10 0 0,-4-12 3 0 0,-1-4 11 0 0,1 0 1 0 0,-1 0 0 0 0,1 0 0 0 0,-1 1 0 0 0,0-1 0 0 0,1 0 0 0 0,-1 0 0 0 0,1 0 0 0 0,-1 0 0 0 0,0 1-1 0 0,1-1 1 0 0,-1 0 0 0 0,0 0 0 0 0,1 1 0 0 0,-1-1 0 0 0,0 0 0 0 0,0 0 0 0 0,1 1 0 0 0,-1-1 0 0 0,0 0-1 0 0,0 1 1 0 0,1-1 0 0 0,-1 0 0 0 0,0 1 0 0 0,0-1 0 0 0,0 1 0 0 0,0-1 0 0 0,1 2-4 0 0,-1-1 0 0 0,1 0 0 0 0,0 0 0 0 0,-1 0 1 0 0,1-1-1 0 0,0 1 0 0 0,-1 0 0 0 0,1 0 0 0 0,0 0 1 0 0,0 0-1 0 0,0-1 0 0 0,0 1 0 0 0,0 0 0 0 0,1 0 1 0 0,37 10-56 0 0,-35-10 60 0 0,0-2 9 0 0,3-1-3 0 0,-2 1 3 0 0,-1 0 0 0 0,0 0 0 0 0,0-1-1 0 0,0 1 1 0 0,0-1 0 0 0,-1 0-1 0 0,1 0 1 0 0,0 0 0 0 0,-1-1 0 0 0,1 1-1 0 0,-1-1 1 0 0,0 0 0 0 0,0 0 0 0 0,0 0-1 0 0,0 0 1 0 0,-1-1 0 0 0,1 1-1 0 0,3-8 1 0 0,-4 9 50 0 0,9-8 658 0 0,-13 23-564 0 0,1-10-146 0 0,0 1 0 0 0,1-1 1 0 0,-1 1-1 0 0,1-1 0 0 0,0 1 0 0 0,0-1 1 0 0,0 1-1 0 0,0-1 0 0 0,1 0 0 0 0,-1 1 1 0 0,1-1-1 0 0,0 1 0 0 0,0-1 0 0 0,0 0 1 0 0,0 0-1 0 0,1 1 0 0 0,-1-1 0 0 0,1 0 0 0 0,0 0 1 0 0,2 3-1 0 0,-1-3-41 0 0,-3-3 33 0 0,1 0 0 0 0,-1 0-1 0 0,0 0 1 0 0,1 0 0 0 0,-1 0-1 0 0,1 0 1 0 0,-1 0 0 0 0,0 0-1 0 0,1 0 1 0 0,-1 0 0 0 0,0 0-1 0 0,1 1 1 0 0,-1-1 0 0 0,1 0-1 0 0,-1 0 1 0 0,0 0 0 0 0,1 1-1 0 0,-1-1 1 0 0,0 0 0 0 0,0 0-1 0 0,1 1 1 0 0,-1-1 0 0 0,0 0-1 0 0,0 1 1 0 0,1-1 0 0 0,-1 1-1 0 0,1 0-6 0 0,-1-1-1 0 0,1 1 0 0 0,-1 0 1 0 0,1-1-1 0 0,-1 1 0 0 0,1-1 0 0 0,0 1 1 0 0,-1 0-1 0 0,1-1 0 0 0,0 1 1 0 0,0-1-1 0 0,-1 0 0 0 0,1 1 1 0 0,0-1-1 0 0,0 0 0 0 0,0 1 1 0 0,-1-1-1 0 0,1 0 0 0 0,1 0 1 0 0,2 1-19 0 0,1 0 0 0 0,-1 0 1 0 0,0-1-1 0 0,0 0 1 0 0,0 0-1 0 0,1 0 0 0 0,-1 0 1 0 0,0-1-1 0 0,0 0 1 0 0,0 0-1 0 0,1 0 0 0 0,-1 0 1 0 0,0 0-1 0 0,6-4 1 0 0,-1-2 15 0 0,0 0 1 0 0,0-1 0 0 0,-1 0 0 0 0,0 0 0 0 0,-1-1-1 0 0,0 0 1 0 0,0 0 0 0 0,-1-1 0 0 0,0 1 0 0 0,6-16-1 0 0,0-5 123 0 0,-1 0 0 0 0,11-45-1 0 0,-20 60-12 0 0,0-1 0 0 0,-1 0-1 0 0,0 0 1 0 0,-3-20 0 0 0,2 32-26 0 0,-2-1-17 0 0,-3-13 9 0 0,4 14 68 0 0,-2 2 32 0 0,2 1-151 0 0,0 1 1 0 0,1-1 0 0 0,-1 1-1 0 0,0-1 1 0 0,0 1 0 0 0,0-1-1 0 0,0 1 1 0 0,0 0-1 0 0,0-1 1 0 0,0 1 0 0 0,0 0-1 0 0,0 0 1 0 0,0 0 0 0 0,0 0-1 0 0,0 0 1 0 0,0 0 0 0 0,0 0-1 0 0,0 0 1 0 0,0 0 0 0 0,0 0-1 0 0,0 1 1 0 0,0-1 0 0 0,0 0-1 0 0,0 1 1 0 0,0-1-1 0 0,1 1 1 0 0,-1-1 0 0 0,0 1-1 0 0,0-1 1 0 0,0 1 0 0 0,0-1-1 0 0,1 1 1 0 0,-1 0 0 0 0,0 0-1 0 0,1-1 1 0 0,-1 1 0 0 0,0 0-1 0 0,1 0 1 0 0,-1 0 0 0 0,1 0-1 0 0,0-1 1 0 0,-1 1-1 0 0,1 0 1 0 0,-1 1 0 0 0,-4 10 10 0 0,-1 0 1 0 0,2 0-1 0 0,0 0 0 0 0,0 1 1 0 0,1 0-1 0 0,1-1 0 0 0,0 1 1 0 0,1 0-1 0 0,0 0 1 0 0,1 0-1 0 0,0 0 0 0 0,1 0 1 0 0,0 0-1 0 0,1 0 1 0 0,1 0-1 0 0,0-1 0 0 0,1 1 1 0 0,6 13-1 0 0,10 6-1063 0 0,-17-28 825 0 0,-1-2-320 0 0,7 3-288 0 0,-9-5 720 0 0,1 1 0 0 0,-1-1 0 0 0,0 1 1 0 0,1-1-1 0 0,-1 0 0 0 0,1 1 0 0 0,-1-1 0 0 0,1 0 0 0 0,-1 1 0 0 0,1-1 0 0 0,-1 0 1 0 0,1 0-1 0 0,-1 1 0 0 0,1-1 0 0 0,-1 0 0 0 0,1 0 0 0 0,0 0 0 0 0,-1 0 1 0 0,1 0-1 0 0,-1 0 0 0 0,1 0 0 0 0,-1 0 0 0 0,1 0 0 0 0,0 0 0 0 0,-1 0 0 0 0,1 0 1 0 0,-1 0-1 0 0,1 0 0 0 0,0-1 0 0 0,1 1-451 0 0,12-1 547 0 0,-3-6-4890 0 0,4-7 266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61 3740 0 0,'0'0'2905'0'0,"-4"-1"-1835"0"0,4 1-1005 0 0,0 0 0 0 0,-1 1 0 0 0,1-1 0 0 0,0 0 0 0 0,0 0 0 0 0,-1 0 0 0 0,1 0 0 0 0,0 0 0 0 0,-1 0 0 0 0,1 0 0 0 0,0 0 0 0 0,-1 0 0 0 0,1 0 0 0 0,0 0 1 0 0,0 0-1 0 0,-1 0 0 0 0,1-1 0 0 0,0 1 0 0 0,-1 0 0 0 0,1 0 0 0 0,0 0 0 0 0,0 0 0 0 0,-1 0 0 0 0,1-1 0 0 0,0 1 0 0 0,0 0 0 0 0,0 0 0 0 0,-1 0 0 0 0,1-1 0 0 0,0 1 0 0 0,0 0 0 0 0,0 0 1 0 0,-1-1-1 0 0,1 1 0 0 0,0 0 0 0 0,0 0 0 0 0,0-1 0 0 0,0 1 0 0 0,0-1 0 0 0,15-4 896 0 0,46-7-1490 0 0,-35 8 277 0 0,102-21-5860 0 0,-93 17 1767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46 3824 0 0,'0'0'3231'0'0,"1"-5"-1968"0"0,1-13-163 0 0,-2 13 1590 0 0,5-13-1279 0 0,-3 44-1269 0 0,-2 0 1 0 0,0 0 0 0 0,-8 45-1 0 0,-1 31 28 0 0,8-80-164 0 0,1 4 6 0 0,3-9-58 0 0,-1-1-94 0 0,-1-12-153 0 0,0 0-160 0 0,5 13-136 0 0,-5-13-79 0 0,5 1-343 0 0,-2 1 271 0 0,3-6-2948 0 0,8-4 1247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65 2972 0 0,'0'0'880'0'0,"-6"-1"89"0"0,-17-1-95 0 0,17 2-160 0 0,1 0-114 0 0,-14 1-116 0 0,14-1 343 0 0,1 1-474 0 0,-11 1 388 0 0,28 1 671 0 0,-10-2-1398 0 0,0 0 1 0 0,1-1 0 0 0,-1 0-1 0 0,0 0 1 0 0,0 0 0 0 0,0 0 0 0 0,0-1-1 0 0,0 1 1 0 0,0-1 0 0 0,5-1-1 0 0,5-1 16 0 0,197-28 598 0 0,10-1-4378 0 0,-215 32 862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4084 0 0,'2'3'310'0'0,"1"-1"0"0"0,0 1-1 0 0,0-1 1 0 0,0 0 0 0 0,1 0-1 0 0,-1 0 1 0 0,0 0 0 0 0,1-1-1 0 0,-1 1 1 0 0,1-1-1 0 0,0 0 1 0 0,-1 0 0 0 0,1 0-1 0 0,0 0 1 0 0,0-1 0 0 0,0 0-1 0 0,7 0 1 0 0,11 1 252 0 0,37-5 0 0 0,-46 3-483 0 0,239-30 16 0 0,-90-7-6753 0 0,-129 29 2400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0 3680 0 0,'0'0'7162'0'0,"-2"2"-6958"0"0,-1 1-136 0 0,0 0 1 0 0,1 0 0 0 0,-1 0 0 0 0,1 1-1 0 0,0-1 1 0 0,0 1 0 0 0,0-1-1 0 0,0 1 1 0 0,1 0 0 0 0,-3 6 0 0 0,-12 50 253 0 0,8-28-242 0 0,-36 174 755 0 0,43-202-825 0 0,0 1-59 0 0,7 26-3406 0 0,-4-21 1342 0 0,13-20-5279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69 2440 0 0,'-10'-6'696'0'0,"1"0"0"0"0,-2 0 0 0 0,1 1 0 0 0,-1 1 0 0 0,0 0 0 0 0,1 1 0 0 0,-2-1 0 0 0,-12 0-1 0 0,21 3-591 0 0,-1 0 894 0 0,9 1-849 0 0,161-5 416 0 0,102-7-2337 0 0,-232 6-2377 0 0,-29 5-409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33 3328 0 0,'-6'4'436'0'0,"1"0"0"0"0,0 0 0 0 0,0 0 0 0 0,0 0 0 0 0,1 1 0 0 0,-1 0-1 0 0,-5 9 1 0 0,8-11 14 0 0,2-3-417 0 0,0 1 0 0 0,0-1 0 0 0,0 1 0 0 0,0-1 0 0 0,0 1 0 0 0,0-1 0 0 0,0 1-1 0 0,0-1 1 0 0,0 1 0 0 0,0-1 0 0 0,1 1 0 0 0,-1-1 0 0 0,0 1 0 0 0,0-1 0 0 0,0 1 0 0 0,1-1 0 0 0,-1 0 0 0 0,0 1 0 0 0,0-1 0 0 0,1 1 0 0 0,-1-1 0 0 0,1 0 0 0 0,-1 1 0 0 0,0-1 0 0 0,1 0 0 0 0,-1 1 0 0 0,1-1 0 0 0,-1 0 0 0 0,0 0 0 0 0,1 0 0 0 0,-1 1 0 0 0,1-1 0 0 0,16 11 502 0 0,-16-11-487 0 0,8 3 127 0 0,1 0-1 0 0,0 0 1 0 0,0-1-1 0 0,0 0 1 0 0,0-1-1 0 0,1 0 1 0 0,15-1-1 0 0,-11 0-93 0 0,57-1 216 0 0,1-3 0 0 0,111-20 0 0 0,-20-11-1801 0 0,-6-7-4008 0 0,-115 30 1264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3 381 3408 0 0,'0'0'2662'0'0,"-1"3"-1709"0"0,-1 5 2379 0 0,6-9-1428 0 0,12-17-1022 0 0,20-35-1336 0 0,-30 43 443 0 0,-1 0-1 0 0,-1-1 1 0 0,0 1 0 0 0,0-1-1 0 0,-1 0 1 0 0,-1 0 0 0 0,0 0-1 0 0,1-13 1 0 0,0-38 5 0 0,-4 51 3 0 0,0-8 3 0 0,-1-11 1 0 0,-4 10-10 0 0,-6-25-187 0 0,10 41 219 0 0,-3-4 52 0 0,5 7-72 0 0,0 1-1 0 0,0-1 1 0 0,0 1-1 0 0,0-1 1 0 0,0 1-1 0 0,0-1 1 0 0,-1 1-1 0 0,1-1 1 0 0,0 1-1 0 0,0 0 1 0 0,0-1-1 0 0,-1 1 1 0 0,1-1-1 0 0,0 1 1 0 0,0 0-1 0 0,-1-1 1 0 0,1 1-1 0 0,0 0 1 0 0,0-1 0 0 0,-1 1-1 0 0,1 0 1 0 0,-1-1-1 0 0,1 1 1 0 0,0 0-1 0 0,-1 0 1 0 0,1-1-1 0 0,-1 1 1 0 0,1 0-1 0 0,0 0 1 0 0,-1 0-1 0 0,1 0 1 0 0,-1 0-1 0 0,1-1 1 0 0,-1 1-1 0 0,1 0 1 0 0,-1 0-1 0 0,0 0 1 0 0,-17 7 15 0 0,16-4-15 0 0,1-1 0 0 0,-1 0-1 0 0,1 1 1 0 0,-1-1 0 0 0,1 0 0 0 0,0 1 0 0 0,0 0 0 0 0,0-1 0 0 0,0 1 0 0 0,0 0 0 0 0,0-1 0 0 0,0 5-1 0 0,-4 37 72 0 0,5 45-257 0 0,21 162 1 0 0,-20-246-172 0 0,0 0-136 0 0,2 3 660 0 0,11 18-7274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87 3508 0 0,'0'0'1960'0'0,"-2"-2"-1255"0"0,2 2-672 0 0,0-1 1 0 0,-1 1-1 0 0,1-1 0 0 0,0 1 0 0 0,0-1 0 0 0,-1 1 0 0 0,1-1 0 0 0,0 1 1 0 0,0-1-1 0 0,0 1 0 0 0,0-1 0 0 0,0 1 0 0 0,-1-1 0 0 0,1 1 1 0 0,0-1-1 0 0,0 1 0 0 0,0-1 0 0 0,0 1 0 0 0,0-1 0 0 0,1 1 1 0 0,-1-1-1 0 0,0 1 0 0 0,0-1 0 0 0,0 1 0 0 0,0-1 0 0 0,0 1 0 0 0,1-1 1 0 0,-1 1-1 0 0,0 0 0 0 0,1-1 0 0 0,-1 1 0 0 0,0-1 0 0 0,0 1 1 0 0,1-1-1 0 0,-1 1 0 0 0,1 0 0 0 0,-1-1 0 0 0,1 1 0 0 0,28-14 524 0 0,48-3-413 0 0,-67 15-105 0 0,101-12-92 0 0,7-1-4891 0 0,-91 10 1775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69 2972 0 0,'0'0'1242'0'0,"-1"-4"-171"0"0,-5-60 5656 0 0,1 70-6651 0 0,4-6-72 0 0,1 0-1 0 0,-1 0 1 0 0,0 1-1 0 0,1-1 1 0 0,-1 0-1 0 0,0 1 0 0 0,1-1 1 0 0,-1 1-1 0 0,1-1 1 0 0,-1 1-1 0 0,1-1 0 0 0,-1 1 1 0 0,1-1-1 0 0,-1 1 1 0 0,1-1-1 0 0,-1 1 1 0 0,1 0-1 0 0,0-1 0 0 0,-1 1 1 0 0,1 0-1 0 0,0-1 1 0 0,0 1-1 0 0,-1 1 0 0 0,-60 263 330 0 0,52-224-360 0 0,8-36 39 0 0,1 0-16 0 0,0 0 1 0 0,0 1 0 0 0,-1-1-1 0 0,0 0 1 0 0,-2 8 0 0 0,0-3 34 0 0,3-6 203 0 0,0-4-234 0 0,0-1 1 0 0,0 1-1 0 0,0 0 0 0 0,0 0 1 0 0,0 0-1 0 0,0 0 0 0 0,0-1 0 0 0,0 1 1 0 0,0 0-1 0 0,0 0 0 0 0,0 0 0 0 0,0 0 1 0 0,0-1-1 0 0,0 1 0 0 0,0 0 1 0 0,1 0-1 0 0,-1 0 0 0 0,0 0 0 0 0,0 0 1 0 0,0 0-1 0 0,0-1 0 0 0,0 1 1 0 0,1 0-1 0 0,-1 0 0 0 0,0 0 0 0 0,0 0 1 0 0,0 0-1 0 0,0 0 0 0 0,0 0 0 0 0,1 0 1 0 0,-1 0-1 0 0,0 0 0 0 0,0 0 1 0 0,0 0-1 0 0,1 0 0 0 0,-1 0 0 0 0,0 0 1 0 0,0 0-1 0 0,0 0 0 0 0,0 0 0 0 0,1 0 1 0 0,-1 0-1 0 0,0 0 0 0 0,0 0 1 0 0,0 0-1 0 0,0 0 0 0 0,1 0 0 0 0,-1 0 1 0 0,0 0-1 0 0,0 0 0 0 0,0 0 0 0 0,0 1 1 0 0,1-1-1 0 0,7 1-3 0 0,10-19 42 0 0,7-22-50 0 0,-4 4 1 0 0,-19 32 4 0 0,0 0 35 0 0,-1 3-22 0 0,15-24 96 0 0,-16 23-101 0 0,1 1-1 0 0,0 0 0 0 0,0-1 1 0 0,0 1-1 0 0,0 0 0 0 0,1-1 1 0 0,-1 1-1 0 0,0 0 0 0 0,0 0 1 0 0,1 0-1 0 0,-1 0 0 0 0,1 0 1 0 0,-1 1-1 0 0,1-1 0 0 0,2-1 1 0 0,-1 4-52 0 0,0 0 41 0 0,16 13 9 0 0,6 29 6 0 0,3 12 56 0 0,-26-53-72 0 0,12 17-34 0 0,-13-19 28 0 0,-1 0 1 0 0,1 0 0 0 0,-1 0 0 0 0,1 0-1 0 0,-1 0 1 0 0,1 0 0 0 0,-1 0 0 0 0,1-1 0 0 0,0 1-1 0 0,0 0 1 0 0,-1 0 0 0 0,1-1 0 0 0,0 1-1 0 0,0 0 1 0 0,0-1 0 0 0,0 1 0 0 0,0-1 0 0 0,0 1-1 0 0,0-1 1 0 0,0 1 0 0 0,0-1 0 0 0,0 0-1 0 0,0 0 1 0 0,0 1 0 0 0,0-1 0 0 0,0 0 0 0 0,0 0-1 0 0,0 0 1 0 0,2 0 0 0 0,1 0-87 0 0,-1 0-1 0 0,1 0 1 0 0,-1 0 0 0 0,1 0 0 0 0,-1 0 0 0 0,1-1-1 0 0,-1 0 1 0 0,1 0 0 0 0,3-1 0 0 0,-2 0 42 0 0,0-1 0 0 0,0 0 0 0 0,0 0 0 0 0,0-1 0 0 0,-1 0 0 0 0,0 1 0 0 0,1-1 0 0 0,-1 0 0 0 0,-1-1 0 0 0,1 1 0 0 0,-1-1 0 0 0,0 0 0 0 0,0 0 0 0 0,0 0 0 0 0,3-8 0 0 0,-5 10 18 0 0,0-1 23 0 0,0-3 36 0 0,0 0 0 0 0,0-1 0 0 0,-1 1 0 0 0,0 0 0 0 0,-1-15 0 0 0,0 19 137 0 0,2 7-97 0 0,-1-3-51 0 0,0-1-1 0 0,0 1 1 0 0,0-1-1 0 0,0 1 1 0 0,0 0-1 0 0,1-1 1 0 0,-1 1-1 0 0,0-1 1 0 0,0 1-1 0 0,0-1 1 0 0,1 1-1 0 0,-1-1 1 0 0,0 1-1 0 0,1-1 1 0 0,-1 1-1 0 0,0-1 1 0 0,1 1-1 0 0,-1-1 1 0 0,0 1-1 0 0,1-1 1 0 0,-1 1-1 0 0,1-1 1 0 0,-1 0-1 0 0,1 1 1 0 0,-1-1-1 0 0,1 0 1 0 0,-1 0-1 0 0,1 1 1 0 0,0-1-1 0 0,9-4 4 0 0,0 0-1 0 0,0 0 1 0 0,0-1-1 0 0,8-6 1 0 0,-15 9-19 0 0,-3 1 10 0 0,0 1 0 0 0,0-1-1 0 0,0 1 1 0 0,1-1 0 0 0,-1 0-1 0 0,0 1 1 0 0,0-1 0 0 0,0 1-1 0 0,0 0 1 0 0,1-1-1 0 0,-1 1 1 0 0,0-1 0 0 0,0 1-1 0 0,1-1 1 0 0,-1 1 0 0 0,0-1-1 0 0,1 1 1 0 0,-1 0 0 0 0,0-1-1 0 0,1 1 1 0 0,-1 0 0 0 0,1-1-1 0 0,9-12-4 0 0,-4 0 0 0 0,-4 10-3 0 0,-2-1-30 0 0,1-12-92 0 0,-1 11 142 0 0,0 5-11 0 0,0 0 0 0 0,-1 0-1 0 0,1 0 1 0 0,0 0 0 0 0,0 0-1 0 0,-1 0 1 0 0,1 0 0 0 0,0 0 0 0 0,0-1-1 0 0,-1 1 1 0 0,1 0 0 0 0,0 0-1 0 0,0 0 1 0 0,0 0 0 0 0,-1-1-1 0 0,1 1 1 0 0,0 0 0 0 0,0 0-1 0 0,0-1 1 0 0,0 1 0 0 0,-1 0-1 0 0,1 0 1 0 0,0-1 0 0 0,0 1 0 0 0,0 0-1 0 0,0 0 1 0 0,0-1 0 0 0,0 1-1 0 0,0 0 1 0 0,0 0 0 0 0,0-1-1 0 0,0 1 1 0 0,0-1 0 0 0,0 1 1 0 0,0-1 1 0 0,0 1 0 0 0,0-1-1 0 0,0 0 1 0 0,-1 1 0 0 0,1-1 0 0 0,0 1-1 0 0,0-1 1 0 0,0 1 0 0 0,-1-1-1 0 0,1 1 1 0 0,0-1 0 0 0,-1 1-1 0 0,1-1 1 0 0,0 1 0 0 0,-1-1-1 0 0,1 1 1 0 0,-1-1 0 0 0,1 1-1 0 0,-1 0 1 0 0,1-1 0 0 0,-1 1 0 0 0,1 0-1 0 0,-1-1 1 0 0,1 1 0 0 0,-1 0-1 0 0,0-1 1 0 0,-14-2 6 0 0,12 2 12 0 0,-1 3 27 0 0,-1 1 2 0 0,0 0 0 0 0,1 1 1 0 0,-1-1-1 0 0,1 1 0 0 0,-1 0 0 0 0,1 1 0 0 0,1-1 0 0 0,-1 1 1 0 0,0 0-1 0 0,1 0 0 0 0,0 0 0 0 0,0 0 0 0 0,1 0 0 0 0,0 1 1 0 0,0-1-1 0 0,0 1 0 0 0,0 0 0 0 0,1-1 0 0 0,-2 13 0 0 0,3-15-15 0 0,0 0 0 0 0,0 0 0 0 0,0 1 0 0 0,0-1 0 0 0,0 0 0 0 0,1 0 0 0 0,-1 0 0 0 0,1 0-1 0 0,0 0 1 0 0,0 0 0 0 0,0 0 0 0 0,0 0 0 0 0,1 0 0 0 0,-1 0 0 0 0,1-1 0 0 0,0 1 0 0 0,0-1-1 0 0,0 1 1 0 0,0-1 0 0 0,3 4 0 0 0,1-1 5 0 0,1 0 0 0 0,-1-1-1 0 0,1 1 1 0 0,0-1 0 0 0,0-1-1 0 0,8 4 1 0 0,-10-5-38 0 0,0-1 0 0 0,0 1 0 0 0,1-1 0 0 0,-1-1 0 0 0,0 1 0 0 0,0-1 0 0 0,1 0 0 0 0,-1 0 0 0 0,9-1 0 0 0,-9 0-18 0 0,11 0-244 0 0,-1 0 0 0 0,1-2 0 0 0,-1 0 0 0 0,0 0 1 0 0,0-2-1 0 0,0 0 0 0 0,14-6 0 0 0,-8 1-2751 0 0,36-25-1 0 0,-37 21-1743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25 5825 0 0,'0'0'3417'0'0,"0"-5"-2207"0"0,1-11-290 0 0,-1 12 1996 0 0,-1 8-2639 0 0,-9 76 5 0 0,-2 141 1 0 0,13-191-1337 0 0,-1-25 308 0 0,1-1-119 0 0,-1 1 322 0 0,1 5 381 0 0,3 2-6350 0 0,3 3 1304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82 2192 0 0,'0'0'5550'0'0,"-2"-3"-5061"0"0,-5-10-47 0 0,6 10 213 0 0,-3 2-309 0 0,-9-5 29 0 0,9 5-40 0 0,0 0-49 0 0,-41-4 509 0 0,40 5-635 0 0,1 1-40 0 0,-15 2-38 0 0,15-3 8 0 0,-16 5 81 0 0,16-4-157 0 0,4-1-42 0 0,-1 0 32 0 0,0 0-1 0 0,1 0 0 0 0,-1 0 0 0 0,0 0 1 0 0,1 0-1 0 0,-1 0 0 0 0,1 0 1 0 0,-1 0-1 0 0,0 0 0 0 0,1 0 0 0 0,-1 0 1 0 0,0 1-1 0 0,1-1 0 0 0,-1 0 0 0 0,1 1 1 0 0,-1-1-1 0 0,0 0 0 0 0,1 1 0 0 0,-1-1 1 0 0,1 0-1 0 0,-1 1 0 0 0,1-1 1 0 0,-1 2-1 0 0,1-2-1 0 0,0 1-1 0 0,0-1 1 0 0,0 1 0 0 0,0-1-1 0 0,0 1 1 0 0,1-1 0 0 0,-1 1-1 0 0,0-1 1 0 0,0 1 0 0 0,1-1 0 0 0,-1 0-1 0 0,0 1 1 0 0,0-1 0 0 0,1 0-1 0 0,-1 1 1 0 0,1-1 0 0 0,-1 1 0 0 0,0-1-1 0 0,1 0 1 0 0,-1 0 0 0 0,1 1-1 0 0,-1-1 1 0 0,0 0 0 0 0,1 0 0 0 0,-1 0-1 0 0,1 1 1 0 0,-1-1 0 0 0,1 0-1 0 0,-1 0 1 0 0,1 0 0 0 0,-1 0-1 0 0,1 0 1 0 0,-1 0 0 0 0,1 0 0 0 0,-1 0-1 0 0,1 0 1 0 0,-1 0 0 0 0,1 0-1 0 0,0-1 1 0 0,6 2-17 0 0,54 2-189 0 0,13-8-1020 0 0,0-2 0 0 0,83-19 0 0 0,-153 24 809 0 0,13-2-235 0 0,-13 3 542 0 0,0 0-170 0 0,2-2-295 0 0,-5 3 623 0 0,0 0 1 0 0,0-1 0 0 0,0 1-1 0 0,0 0 1 0 0,-1 0 0 0 0,1 0-1 0 0,0-1 1 0 0,0 1 0 0 0,0 0 0 0 0,-1-1-1 0 0,1 1 1 0 0,0 0 0 0 0,-1-1-1 0 0,1 1 1 0 0,0-1 0 0 0,0-1-1 0 0,5-4-37 0 0,8-9 4665 0 0,-35 117-3970 0 0,-8 115 1 0 0,27-191-685 0 0,2-21 0 0 0,0 0 4 0 0,1 14 4 0 0,0-15 12 0 0,-1 0 16 0 0,1 13-9 0 0,-1-13 434 0 0,3-2-423 0 0,-3-2-58 0 0,1 1 0 0 0,-1-1 1 0 0,1 1-1 0 0,-1-1 1 0 0,1 1-1 0 0,0-1 0 0 0,-1 0 1 0 0,1 1-1 0 0,0-1 1 0 0,-1 0-1 0 0,1 1 0 0 0,0-1 1 0 0,-1 0-1 0 0,1 0 1 0 0,0 0-1 0 0,0 0 1 0 0,-1 0-1 0 0,1 0 0 0 0,0 0 1 0 0,0 0-1 0 0,-1 0 1 0 0,1 0-1 0 0,0 0 0 0 0,-1 0 1 0 0,1-1-1 0 0,0 1 1 0 0,-1 0-1 0 0,1 0 0 0 0,0-1 1 0 0,-1 1-1 0 0,1-1 1 0 0,0 1-1 0 0,-1 0 0 0 0,1-1 1 0 0,-1 1-1 0 0,1-1 1 0 0,-1 1-1 0 0,1-1 0 0 0,0-1 1 0 0,17-30-25 0 0,-15 26 10 0 0,29-81-136 0 0,-31 83 129 0 0,0 4 17 0 0,-1 0-1 0 0,1-1 1 0 0,-1 1 0 0 0,1-1-1 0 0,-1 1 1 0 0,1-1 0 0 0,-1 1 0 0 0,1-1-1 0 0,-1 0 1 0 0,0 1 0 0 0,1-1-1 0 0,-1 1 1 0 0,0-1 0 0 0,1 0-1 0 0,-1 1 1 0 0,0-1 0 0 0,0 0-1 0 0,0 1 1 0 0,1-2 0 0 0,4-13-153 0 0,2 3 191 0 0,-5 9-24 0 0,-2 3-14 0 0,0 0 1 0 0,1 0-1 0 0,-1 0 1 0 0,0 0-1 0 0,0 0 1 0 0,1 0-1 0 0,-1 0 1 0 0,0 0-1 0 0,0 0 1 0 0,1 0-1 0 0,-1 0 1 0 0,0 0-1 0 0,0 0 1 0 0,0 0-1 0 0,1 0 1 0 0,-1 0-1 0 0,0 0 1 0 0,0 0-1 0 0,1 0 1 0 0,-1-1-1 0 0,0 1 1 0 0,0 0-1 0 0,0 0 1 0 0,1 0-1 0 0,-1 0 1 0 0,0-1-1 0 0,0 1 1 0 0,0 0-1 0 0,0 0 1 0 0,0 0 0 0 0,1-1-1 0 0,-1 1 1 0 0,0 0-1 0 0,0-1 1 0 0,1 1 0 0 0,-1-1 0 0 0,0 1 0 0 0,1-1 0 0 0,-1 1 0 0 0,0-1 0 0 0,1 1 0 0 0,-1 0-1 0 0,1-1 1 0 0,-1 1 0 0 0,1 0 0 0 0,-1-1 0 0 0,1 1 0 0 0,-1 0 0 0 0,1 0 0 0 0,-1-1 0 0 0,1 1 0 0 0,-1 0 0 0 0,1 0 0 0 0,-1 0 0 0 0,1 0 0 0 0,0 0 0 0 0,-1 0-1 0 0,1 0 1 0 0,-1 0 0 0 0,2 0 0 0 0,0 0 10 0 0,1 1-1 0 0,-1 0 1 0 0,0 0-1 0 0,0 0 0 0 0,1 0 1 0 0,-1 0-1 0 0,0 0 1 0 0,0 1-1 0 0,0-1 1 0 0,0 1-1 0 0,0-1 1 0 0,-1 1-1 0 0,1 0 0 0 0,0 0 1 0 0,-1 0-1 0 0,0 0 1 0 0,1 0-1 0 0,-1 0 1 0 0,0 0-1 0 0,0 0 0 0 0,0 0 1 0 0,1 5-1 0 0,22 78 305 0 0,-17-54-241 0 0,-6-27-79 0 0,1 0-15 0 0,13 33-757 0 0,-13-34 404 0 0,20 5-1870 0 0,-18-9 1550 0 0,1 0 193 0 0,-1 0-1 0 0,1 0 1 0 0,-1-1 0 0 0,1 0-1 0 0,-1 0 1 0 0,0 0 0 0 0,0 0-1 0 0,0 0 1 0 0,0-1 0 0 0,0 0-1 0 0,0 0 1 0 0,-1 0 0 0 0,4-4-1 0 0,4-9-2975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1 129 3144 0 0,'0'0'876'0'0,"1"-3"-48"0"0,-1 2-635 0 0,0 1 1 0 0,0-1-1 0 0,0 0 1 0 0,0 1-1 0 0,1-1 0 0 0,-1 1 1 0 0,0-1-1 0 0,0 1 1 0 0,0-1-1 0 0,0 1 1 0 0,1-1-1 0 0,-1 1 0 0 0,0-1 1 0 0,1 1-1 0 0,-1 0 1 0 0,0-1-1 0 0,1 1 1 0 0,-1-1-1 0 0,0 1 0 0 0,1 0 1 0 0,-1-1-1 0 0,1 1 1 0 0,-1 0-1 0 0,1-1 1 0 0,-1 1-1 0 0,1 0 0 0 0,-1 0 1 0 0,1 0-1 0 0,-1-1 1 0 0,1 1-1 0 0,-1 0 1 0 0,1 0-1 0 0,-1 0 1 0 0,1 0-1 0 0,-1 0 0 0 0,1 0 1 0 0,0 0-1 0 0,8 4-849 0 0,-5-3 1098 0 0,-4 0-432 0 0,0-1 0 0 0,1 1-1 0 0,-1-1 1 0 0,0 1 0 0 0,1-1 0 0 0,-1 1 0 0 0,1-1 0 0 0,-1 1 0 0 0,1-1 0 0 0,-1 1 0 0 0,1-1 0 0 0,-1 0 0 0 0,1 1 0 0 0,0-1-1 0 0,-1 0 1 0 0,1 0 0 0 0,-1 1 0 0 0,1-1 0 0 0,0 0 0 0 0,-1 0 0 0 0,1 0 0 0 0,0 0 0 0 0,-1 0 0 0 0,1 0 0 0 0,0 0-1 0 0,-1 0 1 0 0,1 0 0 0 0,0 0 0 0 0,-1 0 0 0 0,1 0 0 0 0,0 0 0 0 0,20-3 149 0 0,-21 3-190 0 0,4-1 54 0 0,14-7 17 0 0,-14 7-15 0 0,0-1-31 0 0,-1 0 0 0 0,1 0 0 0 0,-1 0 0 0 0,0 0 0 0 0,0-1 0 0 0,0 1 0 0 0,0-1 0 0 0,5-5 0 0 0,-8 7-7 0 0,3-3-47 0 0,1-1 0 0 0,-2 1 0 0 0,1-1 0 0 0,-1 0 0 0 0,1 0 0 0 0,-1 0 0 0 0,-1-1 0 0 0,1 1 0 0 0,-1 0 0 0 0,1-7 0 0 0,-1 8 1 0 0,-2 4 9 0 0,1 0 48 0 0,0 0 0 0 0,0 0 0 0 0,-1 0 0 0 0,1 0 0 0 0,0 0 0 0 0,0-1 0 0 0,0 1 0 0 0,-1 0 1 0 0,1 0-1 0 0,0 0 0 0 0,0 0 0 0 0,0-1 0 0 0,-1 1 0 0 0,1 0 0 0 0,0 0 0 0 0,0-1 1 0 0,0 1-1 0 0,0 0 0 0 0,0 0 0 0 0,0 0 0 0 0,-1-1 0 0 0,1 1 0 0 0,0 0 0 0 0,0 0 0 0 0,0-1 1 0 0,0 1-1 0 0,0 0 0 0 0,0-1 0 0 0,0 1 0 0 0,0 0 0 0 0,0 0 0 0 0,0-1 0 0 0,0 1 1 0 0,0-1 0 0 0,0 1-1 0 0,0-1 1 0 0,0 1 0 0 0,0-1-1 0 0,0 1 1 0 0,0-1 0 0 0,0 1-1 0 0,0-1 1 0 0,0 1 0 0 0,0 0-1 0 0,-1-1 1 0 0,1 1 0 0 0,0-1-1 0 0,0 1 1 0 0,-1-1 0 0 0,1 1-1 0 0,0 0 1 0 0,-1-1 0 0 0,1 1-1 0 0,0 0 1 0 0,-1-1 0 0 0,1 1-1 0 0,0 0 1 0 0,-1 0 0 0 0,1-1-1 0 0,-1 1 1 0 0,1 0 0 0 0,0 0-1 0 0,-1 0 1 0 0,1-1 0 0 0,-1 1-1 0 0,1 0 1 0 0,-1 0 0 0 0,0 0-1 0 0,-16-1 94 0 0,12 1 21 0 0,-12 13 240 0 0,13-7-246 0 0,-1-1 0 0 0,1 1-1 0 0,0 0 1 0 0,0 0-1 0 0,1 0 1 0 0,0 0-1 0 0,0 1 1 0 0,0-1-1 0 0,1 1 1 0 0,-2 7 0 0 0,1 0 50 0 0,0 0 0 0 0,0 22 1 0 0,3-31-102 0 0,2-2-7 0 0,1 1-56 0 0,0-1 1 0 0,1 0-1 0 0,-1 1 0 0 0,0-1 1 0 0,1-1-1 0 0,0 1 0 0 0,0 0 1 0 0,0-1-1 0 0,0 0 0 0 0,0 0 1 0 0,0 0-1 0 0,1 0 1 0 0,-1-1-1 0 0,0 0 0 0 0,1 0 1 0 0,-1 0-1 0 0,1 0 0 0 0,6 0 1 0 0,7-1-323 0 0,0 0 1 0 0,-1-1 0 0 0,22-5-1 0 0,-29 5 96 0 0,57-15-2562 0 0,-59 14 2435 0 0,21-10-2878 0 0,-20 7 2155 0 0,12-7-3606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52 4452 0 0,'1'-4'1656'0'0,"3"-25"5231"0"0,-3 21-7208 0 0,-1 4 2003 0 0,-10 26-921 0 0,5-4-561 0 0,2-6-137 0 0,0-1-1 0 0,1 1 0 0 0,1 0 0 0 0,0-1 0 0 0,0 1 0 0 0,2 17 1 0 0,-1 5 3 0 0,6-14-176 0 0,-4-16 34 0 0,3 1-34 0 0,-5-4 90 0 0,0-1 0 0 0,0 1 0 0 0,1 0 0 0 0,-1-1 1 0 0,0 1-1 0 0,1-1 0 0 0,-1 1 0 0 0,0-1 0 0 0,1 1 0 0 0,-1-1 0 0 0,1 1 0 0 0,-1-1 0 0 0,1 1 1 0 0,-1-1-1 0 0,1 1 0 0 0,-1-1 0 0 0,1 0 0 0 0,-1 1 0 0 0,1-1 0 0 0,1 0 0 0 0,12 6-90 0 0,-10-5 6 0 0,1-2-80 0 0,0 0 173 0 0,0 0 0 0 0,-1 0-1 0 0,1 0 1 0 0,0-1 0 0 0,-1 0-1 0 0,1 0 1 0 0,-1-1 0 0 0,1 1-1 0 0,-1-1 1 0 0,0 0 0 0 0,0 0-1 0 0,0 0 1 0 0,-1 0 0 0 0,1-1-1 0 0,-1 0 1 0 0,4-4 0 0 0,26-45-333 0 0,-31 50 314 0 0,0 0-20 0 0,5-6-12 0 0,-3 14 55 0 0,-3 24 81 0 0,-1-19-33 0 0,0-6 9 0 0,5 20-19 0 0,-4-21 3 0 0,1 1-65 0 0,1 0-1 0 0,-1 0 1 0 0,0 0-1 0 0,1 0 1 0 0,0-1-1 0 0,4 5 1 0 0,-4-6-151 0 0,2 0-23 0 0,2-1 81 0 0,1 0 0 0 0,0 0 0 0 0,0-1-1 0 0,0 0 1 0 0,0 0 0 0 0,0 0 0 0 0,0-1-1 0 0,0-1 1 0 0,-1 1 0 0 0,10-4 0 0 0,-11 3 158 0 0,0 0 1 0 0,0-1-1 0 0,0 1 1 0 0,-1-1 0 0 0,1-1-1 0 0,-1 1 1 0 0,0-1 0 0 0,0 0-1 0 0,0 0 1 0 0,0 0-1 0 0,0 0 1 0 0,-1-1 0 0 0,0 0-1 0 0,0 0 1 0 0,3-6 0 0 0,-3 3 81 0 0,0 1 0 0 0,0-1 0 0 0,-1 0 1 0 0,0 0-1 0 0,2-12 0 0 0,-4 17-102 0 0,-1 0 1 0 0,1-1-1 0 0,-1 1 0 0 0,0 0 0 0 0,0-1 0 0 0,0 1 0 0 0,0 0 0 0 0,-1-1 0 0 0,1 1 0 0 0,-1 0 0 0 0,0 0 0 0 0,0 0 0 0 0,0 0 0 0 0,-1 0 1 0 0,1 0-1 0 0,-1 0 0 0 0,1 0 0 0 0,-1 0 0 0 0,-3-4 0 0 0,4 6-77 0 0,-1-1 0 0 0,0 0 0 0 0,1 0 0 0 0,-1 0 0 0 0,0 1 0 0 0,0-1 0 0 0,0 1 0 0 0,0-1 0 0 0,0 1 0 0 0,0 0 0 0 0,0 0 0 0 0,-1 0 0 0 0,1 0 0 0 0,0 0 0 0 0,-1 0 0 0 0,1 1 0 0 0,0-1 0 0 0,-1 1 0 0 0,1 0 0 0 0,-1 0 0 0 0,1 0 0 0 0,-1 0 0 0 0,1 0 0 0 0,-1 0 0 0 0,1 0 0 0 0,0 1 0 0 0,-1 0 0 0 0,1-1 0 0 0,-4 3 0 0 0,-2 1-586 0 0,0 1 1 0 0,0 0-1 0 0,1 0 1 0 0,0 1-1 0 0,0 0 1 0 0,-8 9-1 0 0,9-7-2055 0 0,-8 14-1934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68 4152 0 0,'2'-4'1831'0'0,"7"-11"-377"0"0,-7 12 743 0 0,-2-2-1399 0 0,1-12-190 0 0,-1 13 269 0 0,-2 1-526 0 0,0 1-277 0 0,0 1-1 0 0,0-1 1 0 0,0 1-1 0 0,0-1 0 0 0,0 1 1 0 0,0 0-1 0 0,0 0 0 0 0,-1 0 1 0 0,1 0-1 0 0,0 0 0 0 0,0 1 1 0 0,-1-1-1 0 0,1 1 1 0 0,0-1-1 0 0,-1 1 0 0 0,1 0 1 0 0,-1 0-1 0 0,1 0 0 0 0,-1 0 1 0 0,1 1-1 0 0,0-1 0 0 0,-5 2 1 0 0,-1 0 43 0 0,0 1 0 0 0,1 0-1 0 0,-1 0 1 0 0,1 1 0 0 0,0 0 0 0 0,-9 7 0 0 0,1 0-21 0 0,1 1 0 0 0,0 1 0 0 0,1 0-1 0 0,0 1 1 0 0,1 1 0 0 0,1 0 0 0 0,-13 20 0 0 0,22-31-116 0 0,-4 15-138 0 0,5-15 10 0 0,1-3-96 0 0,0 0 200 0 0,0 0 0 0 0,0 0 0 0 0,0 0 0 0 0,0 0 0 0 0,1 0-1 0 0,-1 0 1 0 0,0 0 0 0 0,0 0 0 0 0,1-1 0 0 0,-1 1 0 0 0,1 0 0 0 0,-1 0-1 0 0,1 0 1 0 0,-1 0 0 0 0,1-1 0 0 0,-1 1 0 0 0,1 0 0 0 0,0 0 0 0 0,-1-1 0 0 0,1 1-1 0 0,0 0 1 0 0,0-1 0 0 0,1 1 0 0 0,0 0-24 0 0,0 0 0 0 0,0 0 0 0 0,1-1 0 0 0,-1 1 1 0 0,0-1-1 0 0,0 1 0 0 0,1-1 0 0 0,-1 0 0 0 0,0 0 0 0 0,3 0 0 0 0,4-1-85 0 0,0-1 0 0 0,0 1 0 0 0,0-1-1 0 0,11-5 1 0 0,-10 4 292 0 0,-1-1 0 0 0,0 0 0 0 0,0-1 0 0 0,0 0 0 0 0,0 0 0 0 0,-1-1 0 0 0,1 0 0 0 0,-2 0 0 0 0,1-1 0 0 0,-1 0-1 0 0,0-1 1 0 0,0 1 0 0 0,-1-1 0 0 0,0 0 0 0 0,0-1 0 0 0,-1 0 0 0 0,6-13 0 0 0,-9 18 57 0 0,-1 0-19 0 0,7-37 351 0 0,-7 37 361 0 0,-4 7-819 0 0,0 3-51 0 0,0 1 0 0 0,0 0 1 0 0,1 0-1 0 0,-1-1 0 0 0,-2 16 1 0 0,5-19-34 0 0,0 3-28 0 0,-1 15-49 0 0,1-15-55 0 0,0-1-106 0 0,14 39-1263 0 0,-12-40 967 0 0,17 7-773 0 0,-16-9 1025 0 0,0-1 0 0 0,1 0 0 0 0,-1 0 0 0 0,0 0 0 0 0,1-1 0 0 0,-1 1-1 0 0,1-1 1 0 0,-1 0 0 0 0,0 0 0 0 0,1 0 0 0 0,-1 0 0 0 0,5-1 0 0 0,35-9-4093 0 0,-18 2-280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25 4100 0 0,'-3'-24'3603'0'0,"-1"24"-2722"0"0,-3 0-518 0 0,1 1 0 0 0,-1 0 0 0 0,0 0 0 0 0,1 1 0 0 0,-1 0 0 0 0,1 0 0 0 0,0 0-1 0 0,-12 7 1 0 0,11-5-211 0 0,1 0-1 0 0,0 0 1 0 0,1 1-1 0 0,-1 0 1 0 0,1 0-1 0 0,0 1 1 0 0,0 0-1 0 0,1-1 1 0 0,-5 8-1 0 0,8-10 47 0 0,0 2-124 0 0,1-2-72 0 0,0 0 0 0 0,0 1 0 0 0,0-1 0 0 0,1 1 0 0 0,-1-1 0 0 0,1 0 0 0 0,0 0-1 0 0,0 1 1 0 0,0-1 0 0 0,0 0 0 0 0,1 0 0 0 0,-1 0 0 0 0,1 0 0 0 0,0 0 0 0 0,0 0 0 0 0,0-1-1 0 0,0 1 1 0 0,3 3 0 0 0,6 3-171 0 0,1 0 0 0 0,0 0 0 0 0,0-1 0 0 0,21 10 0 0 0,12 8-218 0 0,-42-24 347 0 0,-1 0 8 0 0,7 9 36 0 0,-7-8 41 0 0,-4 1-10 0 0,0 0-26 0 0,0-1 0 0 0,-1 1 0 0 0,1-1 0 0 0,-1 0 1 0 0,0 0-1 0 0,0 0 0 0 0,0 0 0 0 0,-1 0 0 0 0,1-1 0 0 0,-1 1 0 0 0,1-1 0 0 0,-1 0 0 0 0,0 0 0 0 0,0 0 0 0 0,0-1 0 0 0,0 1 1 0 0,-8 1-1 0 0,-11 3-869 0 0,-43 5-1 0 0,60-10 530 0 0,-26 0-3414 0 0,25-2 2481 0 0,0 1-4252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5168 0 0,'0'0'1619'0'0,"0"-4"-269"0"0,1-14-244 0 0,-1 14 2477 0 0,5 14-3199 0 0,4 4-37 0 0,4 33 280 0 0,10 69-1 0 0,-22-112-572 0 0,0 1-21 0 0,1 14-6 0 0,-1-14 14 0 0,0-1-22 0 0,1 12-7 0 0,-2-12 80 0 0,1-5-219 0 0,0 0 113 0 0,0 0 0 0 0,-1 0 0 0 0,1 0 0 0 0,0 0 0 0 0,-1 0 0 0 0,1 0 0 0 0,0-1 0 0 0,-1 1 0 0 0,0 0 0 0 0,1 0 0 0 0,-1 0 0 0 0,0-1 0 0 0,1 1 0 0 0,-1 0 0 0 0,0-2 0 0 0,2-14-83 0 0,-1 7 21 0 0,1 0-1 0 0,0 0 1 0 0,1 0 0 0 0,4-13 0 0 0,14-26 23 0 0,-16 41 46 0 0,-3 5 23 0 0,0 0 0 0 0,1 1 0 0 0,-1-1 0 0 0,0 1 0 0 0,1-1 0 0 0,0 1 0 0 0,0 0 0 0 0,-1 0 0 0 0,1 0 0 0 0,6-3 0 0 0,-6 5 14 0 0,0 1 0 0 0,-1-1-1 0 0,1 0 1 0 0,0 1 0 0 0,0-1-1 0 0,-1 1 1 0 0,1 0 0 0 0,0 0-1 0 0,-1 0 1 0 0,1 0 0 0 0,-1 1-1 0 0,1-1 1 0 0,-1 1 0 0 0,0-1 0 0 0,1 1-1 0 0,-1 0 1 0 0,0 0 0 0 0,0 0-1 0 0,0 0 1 0 0,-1 0 0 0 0,1 0-1 0 0,2 4 1 0 0,2 6 24 0 0,0 0 1 0 0,-1 0-1 0 0,8 25 0 0 0,6 16-877 0 0,1-21-1515 0 0,-18-29 1440 0 0,-2-3 854 0 0,1 0 0 0 0,-1 0 0 0 0,1 0 0 0 0,-1 0 0 0 0,0 0 0 0 0,1 0-1 0 0,-1 0 1 0 0,1 0 0 0 0,-1 0 0 0 0,1 0 0 0 0,-1 0 0 0 0,0 1 0 0 0,1-1 0 0 0,-1 0-1 0 0,0 0 1 0 0,1 0 0 0 0,-1 1 0 0 0,0-1 0 0 0,1 0 0 0 0,-1 1 0 0 0,0-1 0 0 0,1 0-1 0 0,-1 0 1 0 0,0 1 0 0 0,0-1 0 0 0,1 1 0 0 0,-1 0-76 0 0,1-1 1 0 0,-1 1 0 0 0,1-1-1 0 0,-1 1 1 0 0,1-1-1 0 0,-1 1 1 0 0,1-1 0 0 0,-1 1-1 0 0,1-1 1 0 0,0 0-1 0 0,-1 1 1 0 0,1-1-1 0 0,0 0 1 0 0,-1 1 0 0 0,1-1-1 0 0,0 0 1 0 0,-1 0-1 0 0,1 0 1 0 0,0 0-1 0 0,-1 1 1 0 0,1-1 0 0 0,0 0-1 0 0,0 0 1 0 0,0-1-1 0 0,21 3-3255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74 3680 0 0,'0'-2'363'0'0,"1"0"0"0"0,-1 0 0 0 0,1 0-1 0 0,-1-1 1 0 0,0 1 0 0 0,0 0 0 0 0,0 0-1 0 0,-1-1 1 0 0,1 1 0 0 0,0 0 0 0 0,-1 0-1 0 0,0 0 1 0 0,-1-5 0 0 0,1 4 602 0 0,-3 4-679 0 0,1 0-202 0 0,0 0 0 0 0,0 1 0 0 0,0-1 0 0 0,0 0 1 0 0,0 1-1 0 0,1 0 0 0 0,-1 0 0 0 0,0 0 0 0 0,1 0 0 0 0,-1 0 0 0 0,1 0 0 0 0,0 1 0 0 0,0-1 0 0 0,0 1 0 0 0,0-1 0 0 0,0 1 0 0 0,-1 4 0 0 0,-1 0-5 0 0,1 0 1 0 0,0 1-1 0 0,1 0 0 0 0,0-1 0 0 0,-2 14 0 0 0,3-16 11 0 0,1-3-68 0 0,0 0-1 0 0,-1 0 0 0 0,1 0 1 0 0,0 0-1 0 0,0 0 0 0 0,1 0 1 0 0,-1 0-1 0 0,0-1 0 0 0,1 5 1 0 0,0-2-12 0 0,-1-1-26 0 0,1 0 0 0 0,0 0 0 0 0,0 0 0 0 0,1 0 0 0 0,-1 0 0 0 0,0-1 0 0 0,1 1 0 0 0,0 0 0 0 0,-1-1 0 0 0,1 1 0 0 0,0-1 0 0 0,1 0 0 0 0,-1 0 0 0 0,0 1 0 0 0,1-1 0 0 0,-1-1 0 0 0,1 1 0 0 0,3 2 0 0 0,-3-2-89 0 0,2-2-38 0 0,12 0 11 0 0,-12 0 8 0 0,-1-1-50 0 0,1 0 244 0 0,0 0 1 0 0,-1 0 0 0 0,0 0-1 0 0,1-1 1 0 0,-1 0-1 0 0,0 1 1 0 0,1-1 0 0 0,-1-1-1 0 0,0 1 1 0 0,-1-1 0 0 0,1 1-1 0 0,0-1 1 0 0,-1 0-1 0 0,1 0 1 0 0,-1-1 0 0 0,0 1-1 0 0,0-1 1 0 0,0 0-1 0 0,-1 1 1 0 0,1-1 0 0 0,-1 0-1 0 0,0-1 1 0 0,0 1 0 0 0,2-7-1 0 0,-4 11-62 0 0,2-6 37 0 0,0 1 0 0 0,0-1 0 0 0,-1 1 0 0 0,0-1 1 0 0,0 0-1 0 0,0 0 0 0 0,-1 1 0 0 0,0-1 0 0 0,0 0 0 0 0,0 0 0 0 0,-1 1 0 0 0,0-1 0 0 0,0 0 0 0 0,0 1 0 0 0,-1-1 0 0 0,-3-8 0 0 0,-16-13-64 0 0,7 22-274 0 0,8 3 145 0 0,3 1-187 0 0,-3 1-57 0 0,-8 3-426 0 0,1-1 0 0 0,-1 2 1 0 0,-17 7-1 0 0,27-9-535 0 0,3-2 1097 0 0,-1 1-1 0 0,1-1 1 0 0,0 1 0 0 0,0 0-1 0 0,-1-1 1 0 0,1 1-1 0 0,0 0 1 0 0,0 0 0 0 0,0 0-1 0 0,0 0 1 0 0,0 0-1 0 0,-1 1 1 0 0,1-1-290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3092 0 0,'1'-3'1982'0'0,"2"-1"-2186"0"0,8-14 6578 0 0,-11 18-6254 0 0,1-1 0 0 0,-1 1 0 0 0,1 0 0 0 0,-1 0 0 0 0,1-1 0 0 0,-1 1 0 0 0,1 0-1 0 0,-1 0 1 0 0,1 0 0 0 0,-1 0 0 0 0,1 0 0 0 0,-1-1 0 0 0,1 1 0 0 0,0 0 0 0 0,-1 0 0 0 0,1 0-1 0 0,-1 1 1 0 0,1-1 0 0 0,-1 0 0 0 0,1 0 0 0 0,-1 0 0 0 0,1 0 0 0 0,0 0 0 0 0,-1 1 0 0 0,1-1-1 0 0,-1 0 1 0 0,1 0 0 0 0,-1 1 0 0 0,0-1 0 0 0,1 0 0 0 0,0 2 0 0 0,1 1 42 0 0,0 1 0 0 0,-1 0 0 0 0,1 0 0 0 0,-1 0 0 0 0,0 0 0 0 0,0 0 0 0 0,-1 0 0 0 0,1 1 0 0 0,-1-1 0 0 0,0 8 1 0 0,25 208 1280 0 0,-21-194-1641 0 0,1-1 0 0 0,11 32 0 0 0,-14-54-57 0 0,-2-1 81 0 0,1 0 0 0 0,0 0 0 0 0,0 0 0 0 0,0-1 0 0 0,1 1 0 0 0,-1 0 0 0 0,0-1 1 0 0,1 1-1 0 0,-1-1 0 0 0,1 1 0 0 0,-1-1 0 0 0,1 0 0 0 0,0 0 0 0 0,0 0 0 0 0,-1 0 1 0 0,1 0-1 0 0,0 0 0 0 0,3 1 0 0 0,-2-1-885 0 0,2-2-191 0 0,36-20-5257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56 3700 0 0,'0'0'3541'0'0,"-26"0"-1357"0"0,49-5-2168 0 0,13-3-456 0 0,-8 1-100 0 0,-3 0-348 0 0,1-3-292 0 0,7 1-905 0 0,1-1-2183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04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45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2688 0 0,'0'0'2052'0'0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1.4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3728 0 0,'0'0'3841'0'0,"1"3"-3502"0"0,4 6-28 0 0,0-1-1 0 0,1 0 1 0 0,0 0-1 0 0,1 0 1 0 0,0-1-1 0 0,0 1 1 0 0,15 10-1 0 0,5 3 1 0 0,35 18-1 0 0,-14-12-261 0 0,1-2 1 0 0,1-3-1 0 0,1-1 0 0 0,1-3 1 0 0,69 15-1 0 0,2-11 141 0 0,160 8-1 0 0,122-20-25 0 0,197-41-43 0 0,-3-37-106 0 0,50-4-47 0 0,812 20 11 0 0,-1027 43 307 0 0,7 1 145 0 0,-315 11-373 0 0,182 29 0 0 0,-258-23-53 0 0,-21-3 4 0 0,-15-4 12 0 0,-1 1 0 0 0,0 0-1 0 0,-1 1 1 0 0,1 0 0 0 0,-1 1-1 0 0,0 1 1 0 0,19 11 0 0 0,-9-2 28 0 0,30 27 0 0 0,188 200 1004 0 0,-225-226-853 0 0,-1 2 1 0 0,-1-1-1 0 0,0 2 1 0 0,-2 0-1 0 0,0 0 1 0 0,-1 1 0 0 0,-1 0-1 0 0,0 1 1 0 0,-2 0-1 0 0,8 36 1 0 0,78 241 1420 0 0,-30-141-644 0 0,-62-153-876 0 0,1 1-7 0 0,5 15-3 0 0,-6-15-3 0 0,1 0 55 0 0,23 97 1099 0 0,-24-99-1124 0 0,0 2 2 0 0,6 43 280 0 0,-6-43-277 0 0,-1-1 10 0 0,3 13-52 0 0,-2-12-28 0 0,3 18 100 0 0,-3-19-67 0 0,16 54 138 0 0,-16-55-198 0 0,0 1 110 0 0,17 79 1282 0 0,-18-78-1342 0 0,1-1-53 0 0,1 12-4 0 0,-2-12 31 0 0,3 18 180 0 0,-2-19-189 0 0,1 12 0 0 0,-2-11 18 0 0,1 0 860 0 0,0 7-2684 0 0,-1-11 1270 0 0,1 1 1 0 0,-1 0-1 0 0,0-1 0 0 0,0 1 0 0 0,0 0 1 0 0,-1-1-1 0 0,1 1 0 0 0,0 0 0 0 0,0-1 1 0 0,0 1-1 0 0,0 0 0 0 0,-1-1 0 0 0,1 1 1 0 0,0 0-1 0 0,-1-1 0 0 0,1 1 0 0 0,0-1 1 0 0,-9 6-6433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1.7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18 3668 0 0,'0'0'3930'0'0,"1"-3"-2946"0"0,0 2-887 0 0,-1 0 0 0 0,0 1 0 0 0,1-1 0 0 0,-1 0 0 0 0,1 0-1 0 0,-1 1 1 0 0,1-1 0 0 0,-1 0 0 0 0,1 0 0 0 0,-1 1 0 0 0,1-1 0 0 0,0 1 0 0 0,-1-1-1 0 0,1 1 1 0 0,0-1 0 0 0,0 1 0 0 0,-1-1 0 0 0,1 1 0 0 0,0-1 0 0 0,0 1 0 0 0,0 0-1 0 0,-1 0 1 0 0,1-1 0 0 0,0 1 0 0 0,0 0 0 0 0,0 0 0 0 0,0 0 0 0 0,0 0 0 0 0,-1 0-1 0 0,1 0 1 0 0,0 0 0 0 0,0 0 0 0 0,0 0 0 0 0,0 1 0 0 0,1-1 0 0 0,2 1 479 0 0,0 1-13 0 0,31 15 985 0 0,61 40 0 0 0,-42-23-2436 0 0,-51-32 444 0 0,0 0-93 0 0,30 14-3005 0 0,-30-15 2542 0 0,25-2-8854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2.0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231 23 4040 0 0,'0'0'2737'0'0,"0"-4"-1622"0"0,4-14 5045 0 0,-7 21-6019 0 0,-26 34 19 0 0,-38 43-2389 0 0,-38 14-4787 0 0,75-70 1948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4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62 3388 0 0,'6'-28'3749'0'0,"1"-5"2015"0"0,-9 67-3956 0 0,-6 87-1276 0 0,5-52-1088 0 0,-3 0 1 0 0,-23 104-1 0 0,26-162-913 0 0,-1-1-1 0 0,0 1 1 0 0,-1-1-1 0 0,0 0 1 0 0,-13 18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4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287 26 3320 0 0,'9'-5'406'0'0,"0"1"0"0"0,1 1 0 0 0,0 0 0 0 0,0 0 0 0 0,0 0 1 0 0,0 2-1 0 0,0-1 0 0 0,0 1 0 0 0,12 0 0 0 0,-15 2-272 0 0,0 0 1 0 0,0 0-1 0 0,0 0 1 0 0,-1 1-1 0 0,1 0 1 0 0,0 0-1 0 0,-1 1 1 0 0,1 0 0 0 0,-1 0-1 0 0,0 0 1 0 0,0 1-1 0 0,0 0 1 0 0,-1 0-1 0 0,7 6 1 0 0,-3-2-44 0 0,-1 2 1 0 0,0-1 0 0 0,0 1-1 0 0,-1 0 1 0 0,0 0 0 0 0,0 1-1 0 0,-1 0 1 0 0,-1 0-1 0 0,0 1 1 0 0,-1-1 0 0 0,0 1-1 0 0,0 0 1 0 0,-1 1-1 0 0,-1-1 1 0 0,0 0 0 0 0,-1 1-1 0 0,0 19 1 0 0,-1-23-96 0 0,-1 1 0 0 0,0-1 0 0 0,0 1 0 0 0,-1-1 0 0 0,-1 0 0 0 0,1 0-1 0 0,-1 0 1 0 0,-1 0 0 0 0,0 0 0 0 0,0-1 0 0 0,0 1 0 0 0,-1-1 0 0 0,-1 0 0 0 0,1 0 0 0 0,-1-1 0 0 0,-1 0 0 0 0,1 0 0 0 0,-1 0 0 0 0,0-1 0 0 0,-1 0 0 0 0,1-1-1 0 0,-1 1 1 0 0,-14 6 0 0 0,4-4-93 0 0,-1-1 0 0 0,1 0 0 0 0,-1-1 0 0 0,0-2 0 0 0,-1 0 0 0 0,1 0 0 0 0,-1-2 0 0 0,0-1 0 0 0,-25 0 0 0 0,19-3 9 0 0,-1-1 0 0 0,2-1 0 0 0,-1-2 0 0 0,0 0 1 0 0,1-1-1 0 0,-31-15 0 0 0,47 18 135 0 0,-4-5 62 0 0,0-4-44 0 0,11 10-60 0 0,0 0-11 0 0,6 0-1 0 0,0 0 16 0 0,0 1-1 0 0,1-1 1 0 0,-1 1-1 0 0,1 0 1 0 0,-1 0-1 0 0,1 1 1 0 0,-1-1-1 0 0,1 1 1 0 0,0 0 0 0 0,0 0-1 0 0,0 1 1 0 0,0-1-1 0 0,-1 1 1 0 0,1 0-1 0 0,10 2 1 0 0,4 0 52 0 0,0 1 0 0 0,-1 0 0 0 0,23 8 0 0 0,-10 2 97 0 0,-1 0 1 0 0,-1 2-1 0 0,0 2 0 0 0,-1 0 1 0 0,50 41-1 0 0,26 16 27 0 0,-95-68-543 0 0,0-1 0 0 0,0 0-1 0 0,1 0 1 0 0,0-1 0 0 0,0 0 0 0 0,0-1-1 0 0,0 0 1 0 0,0-1 0 0 0,1 0-1 0 0,-1 0 1 0 0,1-1 0 0 0,21-1 0 0 0,-11-4-1954 0 0,-16 2 1553 0 0,0 1-2567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6.2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57 2100 0 0,'0'0'2598'0'0,"-3"-1"-1863"0"0,2 0-657 0 0,0 1 0 0 0,0-1 0 0 0,0 1 0 0 0,0-1 0 0 0,0 1 0 0 0,0 0 0 0 0,0-1 0 0 0,0 1 0 0 0,0 0 0 0 0,0 0 1 0 0,0 0-1 0 0,0 0 0 0 0,-1 0 0 0 0,1 0 0 0 0,0 0 0 0 0,0 0 0 0 0,0 0 0 0 0,0 0 0 0 0,0 1 0 0 0,0-1 0 0 0,0 0 0 0 0,0 1 0 0 0,0-1 0 0 0,0 1 0 0 0,-1 0 0 0 0,-1 0 755 0 0,2 0-786 0 0,1 0 1 0 0,-1 0-1 0 0,1 0 0 0 0,-1-1 1 0 0,1 1-1 0 0,0 0 0 0 0,-1 0 1 0 0,1 0-1 0 0,0 0 0 0 0,0 0 1 0 0,-1 0-1 0 0,1 0 1 0 0,0 0-1 0 0,0 0 0 0 0,0 0 1 0 0,0 0-1 0 0,0 0 0 0 0,0 0 1 0 0,1 1-1 0 0,2 0-18 0 0,0-1-1 0 0,0 0 1 0 0,0 0-1 0 0,0 0 1 0 0,0 0-1 0 0,1 0 1 0 0,-1-1 0 0 0,0 1-1 0 0,0-1 1 0 0,5 0-1 0 0,-4 0 14 0 0,1-1 6 0 0,2-1-32 0 0,-2 1-6 0 0,0-1 0 0 0,0 1 0 0 0,0-1-1 0 0,0 0 1 0 0,0-1 0 0 0,0 1 0 0 0,-1-1-1 0 0,9-6 1 0 0,-12 8-18 0 0,1 0 0 0 0,0 0-1 0 0,-1 0 1 0 0,1-1 0 0 0,-1 1 0 0 0,1-1-1 0 0,-1 1 1 0 0,0-1 0 0 0,0 1 0 0 0,1-1-1 0 0,-1 0 1 0 0,0 0 0 0 0,0 0-1 0 0,-1 1 1 0 0,1-1 0 0 0,0 0 0 0 0,0-4-1 0 0,0 4 30 0 0,0-1 65 0 0,-7-4-151 0 0,6 6 64 0 0,0 1 0 0 0,0-1 0 0 0,0 1 0 0 0,-1-1 0 0 0,1 1 0 0 0,0-1 0 0 0,0 1-1 0 0,-1-1 1 0 0,1 1 0 0 0,0 0 0 0 0,-1-1 0 0 0,1 1 0 0 0,-1 0 0 0 0,1-1 0 0 0,0 1 0 0 0,-1 0 0 0 0,1-1 0 0 0,-1 1 0 0 0,1 0 0 0 0,-1 0 0 0 0,1-1-1 0 0,-1 1 1 0 0,1 0 0 0 0,-1 0 0 0 0,1 0 0 0 0,-1 0 0 0 0,1 0 0 0 0,-1 0 0 0 0,0 0 0 0 0,-16-4-23 0 0,12 3 21 0 0,1 2 27 0 0,3 0-14 0 0,-3 0 15 0 0,1-1-1 0 0,0 1 1 0 0,-1 1-1 0 0,1-1 1 0 0,0 0-1 0 0,0 1 0 0 0,0 0 1 0 0,0 0-1 0 0,0 0 1 0 0,1 0-1 0 0,-1 0 1 0 0,-3 4-1 0 0,2-2-15 0 0,1 1 0 0 0,0-1 0 0 0,0 1 0 0 0,1-1 0 0 0,-1 1-1 0 0,1 0 1 0 0,0 0 0 0 0,0 0 0 0 0,1 0 0 0 0,-1 0 0 0 0,1 0 0 0 0,1 1 0 0 0,-1-1-1 0 0,1 0 1 0 0,-1 1 0 0 0,1-1 0 0 0,1 0 0 0 0,-1 1 0 0 0,1-1 0 0 0,0 0-1 0 0,0 0 1 0 0,1 0 0 0 0,2 6 0 0 0,-1 2-62 0 0,-2-9 28 0 0,0 0 0 0 0,1 0-1 0 0,-1 1 1 0 0,1-1 0 0 0,0 0-1 0 0,0-1 1 0 0,1 1 0 0 0,-1 0-1 0 0,1 0 1 0 0,-1-1 0 0 0,1 0-1 0 0,0 1 1 0 0,1-1 0 0 0,-1 0-1 0 0,0-1 1 0 0,1 1 0 0 0,0-1 0 0 0,-1 1-1 0 0,1-1 1 0 0,0 0 0 0 0,0 0-1 0 0,0-1 1 0 0,1 1 0 0 0,-1-1-1 0 0,0 0 1 0 0,0 0 0 0 0,1 0-1 0 0,-1-1 1 0 0,1 0 0 0 0,-1 0-1 0 0,1 0 1 0 0,-1 0 0 0 0,0 0-1 0 0,1-1 1 0 0,-1 0 0 0 0,0 0-1 0 0,1 0 1 0 0,-1-1 0 0 0,0 1-1 0 0,0-1 1 0 0,8-4 0 0 0,0-2-52 0 0,-1 0 0 0 0,1-1 0 0 0,-1 0 0 0 0,0-1 1 0 0,-1 0-1 0 0,-1-1 0 0 0,1 0 0 0 0,-2-1 0 0 0,1 1 0 0 0,-2-2 0 0 0,0 1 0 0 0,0-1 1 0 0,9-25-1 0 0,-15 35 97 0 0,5-15 726 0 0,-9 27-675 0 0,0 0 0 0 0,0-1 0 0 0,1 1 0 0 0,1 0-1 0 0,-1 0 1 0 0,1 1 0 0 0,1-1 0 0 0,0 0-1 0 0,0 0 1 0 0,3 14 0 0 0,-1 19 48 0 0,4-20-76 0 0,-5-18-15 0 0,5 1-13 0 0,-6-4-12 0 0,0-1 1 0 0,0 1-1 0 0,1-1 0 0 0,-1 1 1 0 0,0-1-1 0 0,0 1 0 0 0,1-1 1 0 0,-1 1-1 0 0,0-1 1 0 0,1 0-1 0 0,-1 1 0 0 0,0-1 1 0 0,1 0-1 0 0,-1 1 1 0 0,0-1-1 0 0,1 0 0 0 0,-1 1 1 0 0,1-1-1 0 0,-1 0 0 0 0,1 0 1 0 0,-1 1-1 0 0,1-1 1 0 0,-1 0-1 0 0,1 0 0 0 0,-1 0 1 0 0,1 0-1 0 0,0 0 1 0 0,2 1 1 0 0,-1-1 0 0 0,1 0 0 0 0,0 0 0 0 0,0 0 1 0 0,0-1-1 0 0,0 1 0 0 0,-1-1 0 0 0,1 1 0 0 0,0-1 1 0 0,-1 0-1 0 0,1 0 0 0 0,0 0 0 0 0,-1 0 0 0 0,1-1 1 0 0,-1 1-1 0 0,0-1 0 0 0,1 1 0 0 0,-1-1 0 0 0,0 0 1 0 0,3-3-1 0 0,31-46-104 0 0,-34 48 69 0 0,0 0 10 0 0,8-10-20 0 0,-9 12 40 0 0,0-1 1 0 0,0 1-1 0 0,-1 0 0 0 0,1 0 0 0 0,0 0 0 0 0,0 0 1 0 0,1 0-1 0 0,-1 0 0 0 0,0 0 0 0 0,0 0 0 0 0,0 0 1 0 0,1 0-1 0 0,1-1 0 0 0,-2 3 12 0 0,0-1 0 0 0,-1 1 0 0 0,1-1 0 0 0,-1 1 0 0 0,1-1 0 0 0,0 1 0 0 0,-1-1 0 0 0,1 1 0 0 0,-1 0 0 0 0,1-1 1 0 0,-1 1-1 0 0,1 0 0 0 0,-1-1 0 0 0,0 1 0 0 0,1 0 0 0 0,-1 0 0 0 0,0-1 0 0 0,0 1 0 0 0,1 0 0 0 0,-1 0 0 0 0,0 0 0 0 0,0-1 0 0 0,0 1 0 0 0,0 0 0 0 0,0 0 0 0 0,0 0 0 0 0,0 0 0 0 0,11 70 210 0 0,-10-67-202 0 0,0-1 0 0 0,1 0-22 0 0,-1-1 0 0 0,1 1 1 0 0,0 0-1 0 0,0-1 1 0 0,0 1-1 0 0,0-1 0 0 0,0 0 1 0 0,0 0-1 0 0,4 3 1 0 0,-2-3 2 0 0,0-2-17 0 0,13 0-9 0 0,-12 0-11 0 0,-1-2 37 0 0,13-10 9 0 0,-1 0 0 0 0,0-1 0 0 0,-1-1 0 0 0,0-1 0 0 0,16-21 0 0 0,-28 32-8 0 0,28-31 114 0 0,-29 32-140 0 0,2-1 24 0 0,-4 4 10 0 0,1-1 0 0 0,-1 1 0 0 0,0 0 0 0 0,0-1 0 0 0,1 1 0 0 0,-1 0 0 0 0,0-1 0 0 0,0 1 0 0 0,1 0 0 0 0,-1-1 0 0 0,0 1 0 0 0,1 0 1 0 0,-1 0-1 0 0,0-1 0 0 0,1 1 0 0 0,-1 0 0 0 0,0 0 0 0 0,1 0 0 0 0,-1-1 0 0 0,1 1 0 0 0,-1 0 0 0 0,0 0 0 0 0,1 0 0 0 0,-1 0 0 0 0,1 0 0 0 0,-1 0 0 0 0,1 0 0 0 0,-1 0 0 0 0,0 0 0 0 0,1 0 0 0 0,0 0 0 0 0,2 13 36 0 0,0 1-1 0 0,2 25 0 0 0,-5-35-29 0 0,3 18-44 0 0,-3-22 26 0 0,1 0-1 0 0,-1 0 0 0 0,0 1 1 0 0,0-1-1 0 0,1 0 0 0 0,-1 0 1 0 0,0 0-1 0 0,0 0 0 0 0,0 0 1 0 0,1 1-1 0 0,-1-1 0 0 0,0 0 1 0 0,0 0-1 0 0,0 0 1 0 0,1 1-1 0 0,-1-1 0 0 0,0 0 1 0 0,0 0-1 0 0,0 0 0 0 0,0 1 1 0 0,0-1-1 0 0,0 0 0 0 0,0 0 1 0 0,1 1-1 0 0,-1-1 0 0 0,0 0 1 0 0,0 1-1 0 0,0-1 0 0 0,0 0 1 0 0,0 0-1 0 0,0 1 0 0 0,0-1 1 0 0,0 1-22 0 0,0 0 1 0 0,0-1 0 0 0,0 1-1 0 0,0 0 1 0 0,0-1 0 0 0,0 1-1 0 0,0 0 1 0 0,1-1 0 0 0,-1 1-1 0 0,0 0 1 0 0,0-1 0 0 0,1 1 0 0 0,-1-1-1 0 0,1 1 1 0 0,-1-1 0 0 0,0 1-1 0 0,1-1 1 0 0,-1 1 0 0 0,1-1-1 0 0,-1 1 1 0 0,1-1 0 0 0,-1 1-1 0 0,1-1 1 0 0,0 0 0 0 0,0 1-1 0 0,4 0-74 0 0,-1 0 0 0 0,1 0 0 0 0,0 0 0 0 0,-1 0 0 0 0,1-1 0 0 0,0 0-1 0 0,0 0 1 0 0,-1 0 0 0 0,1-1 0 0 0,0 0 0 0 0,-1 0 0 0 0,10-3 0 0 0,-6 1 96 0 0,-1 0 0 0 0,0-1 0 0 0,0 0 0 0 0,0 0 1 0 0,0-1-1 0 0,-1 1 0 0 0,0-2 0 0 0,0 1 0 0 0,0-1 0 0 0,0 0 1 0 0,4-6-1 0 0,-8 9 98 0 0,7-17 119 0 0,-9 11-149 0 0,0 9-59 0 0,0-1 0 0 0,0 1-1 0 0,0 0 1 0 0,0 0 0 0 0,1-1-1 0 0,-1 1 1 0 0,0 0 0 0 0,0 0-1 0 0,0-1 1 0 0,0 1 0 0 0,0 0-1 0 0,0-1 1 0 0,0 1 0 0 0,0 0-1 0 0,0 0 1 0 0,0-1 0 0 0,0 1 0 0 0,0 0-1 0 0,0 0 1 0 0,0-1 0 0 0,0 1-1 0 0,-1 0 1 0 0,1-1 0 0 0,0 1-1 0 0,0 0 1 0 0,0 0 0 0 0,0 0-1 0 0,0-1 1 0 0,-1 1 0 0 0,1 0-1 0 0,0 0 1 0 0,0-1 0 0 0,0 1-1 0 0,-1 0 1 0 0,1 0 0 0 0,0 0 0 0 0,0 0-1 0 0,0 0 1 0 0,-1-1 0 0 0,1 1-1 0 0,0 0 1 0 0,-1 0 0 0 0,1 0-1 0 0,0 0 1 0 0,0 0 0 0 0,-1 0-1 0 0,1 0 1 0 0,0 0 0 0 0,0 0-1 0 0,-1 0 1 0 0,1 0 0 0 0,0 0 0 0 0,-1 0-1 0 0,1 0 1 0 0,0 0 0 0 0,0 0-1 0 0,-1 0 1 0 0,1 0 0 0 0,0 0-1 0 0,0 0 1 0 0,-1 1 0 0 0,1-1-1 0 0,0 0 1 0 0,-1 0 0 0 0,-3 1-58 0 0,0-1 51 0 0,2 4 26 0 0,-22 33 10 0 0,0 22 74 0 0,23-55-121 0 0,2 1-2 0 0,2 13-5 0 0,-2-14 0 0 0,6 2-34 0 0,-7-5 48 0 0,1 0-1 0 0,-1-1 1 0 0,0 1-1 0 0,1 0 1 0 0,-1-1-1 0 0,1 1 0 0 0,-1-1 1 0 0,0 1-1 0 0,1-1 1 0 0,-1 1-1 0 0,1-1 1 0 0,0 1-1 0 0,-1-1 1 0 0,1 1-1 0 0,-1-1 0 0 0,1 0 1 0 0,0 1-1 0 0,-1-1 1 0 0,1 0-1 0 0,0 0 1 0 0,-1 1-1 0 0,2-1 1 0 0,15 6-20 0 0,-12-4-14 0 0,0-2 17 0 0,0 1 68 0 0,0-1 1 0 0,0 0-1 0 0,0-1 1 0 0,1 1-1 0 0,-1-1 1 0 0,0 0-1 0 0,0 0 1 0 0,0 0-1 0 0,0-1 0 0 0,0 0 1 0 0,-1 0-1 0 0,1 0 1 0 0,0 0-1 0 0,-1-1 1 0 0,0 0-1 0 0,1 0 1 0 0,-1 0-1 0 0,0-1 1 0 0,-1 1-1 0 0,1-1 0 0 0,0 0 1 0 0,-1 0-1 0 0,0 0 1 0 0,0 0-1 0 0,0-1 1 0 0,-1 1-1 0 0,1-1 1 0 0,-1 1-1 0 0,0-1 1 0 0,-1 0-1 0 0,1 0 0 0 0,-1 0 1 0 0,2-10-1 0 0,-3 12 4 0 0,0-2-40 0 0,-2-15-49 0 0,1 15 43 0 0,1 3-4 0 0,-1 0 0 0 0,1 1 0 0 0,-1-1 0 0 0,0 1 0 0 0,0-1 0 0 0,0 1 0 0 0,0-1 0 0 0,0 1 0 0 0,0 0 0 0 0,0-1 0 0 0,0 1 1 0 0,0 0-1 0 0,0 0 0 0 0,-1 0 0 0 0,1 0 0 0 0,-1 0 0 0 0,1 0 0 0 0,-1 0 0 0 0,1 0 0 0 0,-1 0 0 0 0,1 1 0 0 0,-2-1 0 0 0,2 0-6 0 0,-3 0 1 0 0,0 1-67 0 0,-7 3-670 0 0,1 0 0 0 0,-1 0-1 0 0,1 1 1 0 0,0 0 0 0 0,-14 8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6.5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 3760 0 0,'16'-9'5205'0'0,"-12"9"-4686"0"0,-2 1-428 0 0,1 0 0 0 0,-1 0-1 0 0,0 0 1 0 0,0 0 0 0 0,1 0 0 0 0,-1 0-1 0 0,0 1 1 0 0,0-1 0 0 0,0 1 0 0 0,0 0 0 0 0,0-1-1 0 0,-1 1 1 0 0,1 0 0 0 0,0 0 0 0 0,-1 0-1 0 0,0 0 1 0 0,1 0 0 0 0,-1 0 0 0 0,0 1-1 0 0,0-1 1 0 0,0 0 0 0 0,0 1 0 0 0,0-1-1 0 0,0 5 1 0 0,29 119 485 0 0,-29-122-770 0 0,-1-3 177 0 0,-1-1 0 0 0,1 1-1 0 0,0-1 1 0 0,0 1 0 0 0,0-1 0 0 0,0 1-1 0 0,-1 0 1 0 0,1-1 0 0 0,0 1 0 0 0,0-1-1 0 0,0 1 1 0 0,0-1 0 0 0,0 1 0 0 0,1-1-1 0 0,-1 1 1 0 0,0-1 0 0 0,0 1 0 0 0,0-1-1 0 0,0 1 1 0 0,1-1 0 0 0,-1 1 0 0 0,0-1 0 0 0,0 1-1 0 0,1 0 1 0 0,0-1-23 0 0,-1 1-1 0 0,0-1 1 0 0,1 1-1 0 0,-1-1 1 0 0,0 1-1 0 0,1 0 1 0 0,-1-1 0 0 0,0 1-1 0 0,0-1 1 0 0,1 1-1 0 0,-1 0 1 0 0,0-1 0 0 0,0 1-1 0 0,0 0 1 0 0,0-1-1 0 0,0 1 1 0 0,0 0-1 0 0,0-1 1 0 0,0 1 0 0 0,0 0-1 0 0,0-1 1 0 0,0 1-1 0 0,0-1 1 0 0,0 1-1 0 0,-1 0 1 0 0,1 0 24 0 0,0-1-1 0 0,0 1 1 0 0,-1-1 0 0 0,1 1-1 0 0,0-1 1 0 0,0 1 0 0 0,0-1-1 0 0,0 1 1 0 0,0-1 0 0 0,0 1-1 0 0,0-1 1 0 0,0 1 0 0 0,0-1-1 0 0,0 1 1 0 0,0-1-1 0 0,0 0 1 0 0,1 1 0 0 0,-1-1-1 0 0,0 1 1 0 0,0-1 0 0 0,0 1-1 0 0,1-1 1 0 0,-1 1 0 0 0,1 0-1 0 0,2 5-1421 0 0,-4 0-2539 0 0,5-5 2214 0 0,16 2-1263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7.1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88 48 1984 0 0,'0'0'4889'0'0,"-4"1"-4555"0"0,1 0-255 0 0,0-1-1 0 0,0 1 1 0 0,0 1-1 0 0,0-1 0 0 0,0 0 1 0 0,1 1-1 0 0,-1-1 1 0 0,0 1-1 0 0,1 0 0 0 0,0 0 1 0 0,-1 0-1 0 0,1 0 1 0 0,0 0-1 0 0,0 1 0 0 0,0-1 1 0 0,0 1-1 0 0,0-1 1 0 0,1 1-1 0 0,-3 4 0 0 0,-2 5 104 0 0,0 1 1 0 0,0-1-1 0 0,-4 18 0 0 0,6-10 6 0 0,3-19-198 0 0,1 0 0 0 0,0 0 0 0 0,0 1-1 0 0,-1-1 1 0 0,1 0 0 0 0,0 0 0 0 0,0 1 0 0 0,1-1 0 0 0,-1 0-1 0 0,0 0 1 0 0,0 0 0 0 0,0 1 0 0 0,1-1 0 0 0,-1 0 0 0 0,1 0-1 0 0,-1 0 1 0 0,1 0 0 0 0,-1 1 0 0 0,1-1 0 0 0,0 0 0 0 0,-1 0-1 0 0,3 1 1 0 0,1 0-40 0 0,-1-1-1 0 0,1 1 1 0 0,0-1 0 0 0,0 0-1 0 0,0 0 1 0 0,1 0 0 0 0,-1-1-1 0 0,0 0 1 0 0,0 1-1 0 0,0-1 1 0 0,0-1 0 0 0,0 1-1 0 0,1-1 1 0 0,-1 1 0 0 0,0-1-1 0 0,0 0 1 0 0,0-1 0 0 0,4-1-1 0 0,3 0 13 0 0,-8 2 73 0 0,43-10 393 0 0,-42 10-280 0 0,18-3 162 0 0,0-2 86 0 0,-4-1-286 0 0,-15 6-98 0 0,12-10 22 0 0,-14 11-28 0 0,2-3 36 0 0,1 0 68 0 0,4-4-75 0 0,0 0 0 0 0,-1-1 0 0 0,0 0 0 0 0,0-1 0 0 0,9-14 0 0 0,-15 20 37 0 0,4-20 60 0 0,-4 19-106 0 0,0-1-7 0 0,0-13-2 0 0,-1 14-9 0 0,-1 3-8 0 0,1 1 0 0 0,0 0 1 0 0,-1 0-1 0 0,1-1 1 0 0,-1 1-1 0 0,1 0 1 0 0,0 0-1 0 0,0-1 0 0 0,-1 1 1 0 0,1-1-1 0 0,0 1 1 0 0,-1 0-1 0 0,1-1 0 0 0,0 1 1 0 0,0 0-1 0 0,0-1 1 0 0,-1 1-1 0 0,1-1 1 0 0,0 1-1 0 0,0-1 0 0 0,0 1 1 0 0,0 0-1 0 0,0-1 1 0 0,0 1-1 0 0,0-2 0 0 0,0 2 2 0 0,0-1-1 0 0,0 0 0 0 0,0 1 0 0 0,0-1 0 0 0,0 1 0 0 0,-1-1 0 0 0,1 1 0 0 0,0-1 0 0 0,0 0 0 0 0,0 1 1 0 0,-1-1-1 0 0,1 1 0 0 0,0-1 0 0 0,-1 1 0 0 0,1-1 0 0 0,0 1 0 0 0,-1 0 0 0 0,1-1 0 0 0,-1 1 1 0 0,0-1-1 0 0,1 1-1 0 0,-1 0 0 0 0,1 0 1 0 0,0 0-1 0 0,0 0 1 0 0,-1 0-1 0 0,1 0 1 0 0,0 0-1 0 0,-1 0 0 0 0,1 0 1 0 0,0 0-1 0 0,-1 0 1 0 0,1 0-1 0 0,0 0 1 0 0,-1-1-1 0 0,1 1 0 0 0,0 0 1 0 0,0 0-1 0 0,-1 0 1 0 0,1 0-1 0 0,0 0 1 0 0,0-1-1 0 0,-1 1 0 0 0,1 0 1 0 0,0 0-1 0 0,0-1 1 0 0,-1 1-1 0 0,1 0 1 0 0,0 0-1 0 0,0-1 0 0 0,0 1 1 0 0,0 0-1 0 0,-1-1 1 0 0,1 0-1 0 0,0 1-1 0 0,-1-1 1 0 0,1 1 0 0 0,0-1 0 0 0,-1 1 0 0 0,1-1 0 0 0,-1 1 0 0 0,1-1 0 0 0,-1 1-1 0 0,1-1 1 0 0,-1 1 0 0 0,1 0 0 0 0,-1-1 0 0 0,0 1 0 0 0,1 0 0 0 0,-1-1 0 0 0,1 1 0 0 0,-1 0-1 0 0,0 0 1 0 0,1 0 0 0 0,-1-1 0 0 0,0 1 0 0 0,1 0 0 0 0,-1 0 0 0 0,0 0 0 0 0,1 0-1 0 0,-2 0 1 0 0,-1 1 13 0 0,-1-1 0 0 0,0 1 0 0 0,1-1 0 0 0,-1 1 0 0 0,1 0 0 0 0,-1 0 0 0 0,1 1 0 0 0,-1-1 0 0 0,1 1 0 0 0,0 0 0 0 0,-1 0 0 0 0,1 0 0 0 0,0 0 0 0 0,0 0 0 0 0,1 1-1 0 0,-1-1 1 0 0,0 1 0 0 0,-2 3 0 0 0,-2 5 130 0 0,1 1 0 0 0,0 0-1 0 0,-6 17 1 0 0,11-25 14 0 0,2 2 7 0 0,-1-3-148 0 0,1 3 49 0 0,-1 0 0 0 0,1 0 0 0 0,0 1 0 0 0,4 10 1 0 0,-4-15-48 0 0,0 1 1 0 0,1-1-1 0 0,-1 1 0 0 0,0-1 1 0 0,1 0-1 0 0,-1 1 1 0 0,1-1-1 0 0,0 0 1 0 0,0 0-1 0 0,0 0 1 0 0,0-1-1 0 0,0 1 1 0 0,0 0-1 0 0,0-1 1 0 0,0 1-1 0 0,1-1 1 0 0,-1 0-1 0 0,5 2 0 0 0,4 0-176 0 0,1-1 0 0 0,-1-1 0 0 0,0 0 0 0 0,1 0 0 0 0,-1-1 0 0 0,0-1 0 0 0,1 0 0 0 0,-1 0 0 0 0,0-1 0 0 0,1-1 0 0 0,13-4 0 0 0,-4 0-1856 0 0,0 0 1 0 0,29-15 0 0 0,-30 11-2463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8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27 456 3084 0 0,'0'0'2836'0'0,"-5"1"-1825"0"0,-12 3-191 0 0,13-3 1667 0 0,4 0-2472 0 0,0-1 0 0 0,1 1 0 0 0,-1 0 0 0 0,1-1-1 0 0,-1 1 1 0 0,1 0 0 0 0,0-1 0 0 0,-1 1 0 0 0,1 0 0 0 0,0-1 0 0 0,-1 1 0 0 0,1-1 0 0 0,0 1 0 0 0,0-1 0 0 0,-1 0 0 0 0,1 1 0 0 0,0-1 0 0 0,0 0 0 0 0,0 0 0 0 0,-1 1 0 0 0,1-1 0 0 0,0 0 0 0 0,0 0 0 0 0,0 0 0 0 0,0 0 0 0 0,0 0 0 0 0,1 0 0 0 0,17 0 74 0 0,3-2-74 0 0,-1-1 0 0 0,0 0 0 0 0,0-2 0 0 0,0 0 0 0 0,0-2 0 0 0,-1 0 1 0 0,0-1-1 0 0,0-1 0 0 0,-1-1 0 0 0,0-1 0 0 0,-1 0 0 0 0,23-20 0 0 0,-33 25-32 0 0,-1-1-1 0 0,0 0 1 0 0,0-1-1 0 0,-1 0 1 0 0,0 0-1 0 0,-1 0 0 0 0,0-1 1 0 0,0 1-1 0 0,0-1 1 0 0,-1-1-1 0 0,-1 1 1 0 0,0 0-1 0 0,4-16 1 0 0,-6 14 43 0 0,1-1-1 0 0,-2 0 1 0 0,0 0 0 0 0,0 0 0 0 0,-1 1 0 0 0,0-1 0 0 0,-1 0 0 0 0,-1 1 0 0 0,0-1 0 0 0,0 1 0 0 0,-9-20 0 0 0,-23-28 109 0 0,33 56-110 0 0,2 3-22 0 0,-1-1 1 0 0,1 1-1 0 0,0-1 1 0 0,0 1-1 0 0,-1-1 0 0 0,1 1 1 0 0,0-1-1 0 0,-1 1 1 0 0,1 0-1 0 0,0-1 1 0 0,-1 1-1 0 0,1 0 1 0 0,0-1-1 0 0,-1 1 1 0 0,1 0-1 0 0,-1-1 1 0 0,1 1-1 0 0,-1 0 1 0 0,1 0-1 0 0,-1 0 0 0 0,1-1 1 0 0,-1 1-1 0 0,1 0 1 0 0,-1 0-1 0 0,1 0 1 0 0,-1 0-1 0 0,1 0 1 0 0,-1 0-1 0 0,1 0 1 0 0,-1 0-1 0 0,1 0 1 0 0,-1 0-1 0 0,1 0 1 0 0,-1 0-1 0 0,1 0 0 0 0,-1 1 1 0 0,1-1-1 0 0,-2 1 1 0 0,-19 5 164 0 0,20-6-175 0 0,-5 4 103 0 0,-12 22 116 0 0,16-23-96 0 0,1 0-9 0 0,-6 12-10 0 0,5-11-9 0 0,1-1-4 0 0,-5 12 1830 0 0,-1 4-3076 0 0,5-16 307 0 0,1 0 0 0 0,0 1-1 0 0,0-1 1 0 0,0 0 0 0 0,1 1 0 0 0,-1-1 0 0 0,1 1 0 0 0,0-1 0 0 0,0 6-1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8.9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203 52 3752 0 0,'-6'-48'5060'0'0,"6"44"-3418"0"0,-2 8-1304 0 0,-10 40 307 0 0,1 0 0 0 0,-6 62 1 0 0,2-6-177 0 0,-3-6-226 0 0,-92 550-239 0 0,109-633-56 0 0,-4 24-643 0 0,1 0 0 0 0,2 37-1 0 0,2-68 56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1:59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62 182 2420 0 0,'4'-19'1263'0'0,"1"0"0"0"0,12-31 0 0 0,-13 43-1102 0 0,-1 0-1 0 0,1 0 1 0 0,0 0-1 0 0,1 1 1 0 0,0-1-1 0 0,0 1 0 0 0,0 1 1 0 0,8-7-1 0 0,-9 9-87 0 0,0 0-1 0 0,0 0 1 0 0,0 0-1 0 0,1 1 1 0 0,-1 0-1 0 0,1 0 1 0 0,0 0-1 0 0,0 1 1 0 0,-1 0-1 0 0,9-2 1 0 0,-8 2-41 0 0,1 0 35 0 0,1 0-1 0 0,-1 0 1 0 0,1 1 0 0 0,0 0 0 0 0,-1 0-1 0 0,1 0 1 0 0,12 3 0 0 0,-14-2-87 0 0,2 0 33 0 0,-1 0-1 0 0,0 1 1 0 0,0 0-1 0 0,0 0 1 0 0,0 1-1 0 0,0-1 0 0 0,0 1 1 0 0,-1 0-1 0 0,1 1 1 0 0,-1 0-1 0 0,0-1 1 0 0,0 2-1 0 0,0-1 0 0 0,-1 0 1 0 0,1 1-1 0 0,-1 0 1 0 0,0 0-1 0 0,-1 0 1 0 0,1 1-1 0 0,-1-1 0 0 0,0 1 1 0 0,0 0-1 0 0,-1 0 1 0 0,4 11-1 0 0,-6-15-8 0 0,1 1 0 0 0,0 0 0 0 0,-1-1 0 0 0,0 1 0 0 0,0 0 1 0 0,0-1-1 0 0,0 1 0 0 0,0 0 0 0 0,0-1 0 0 0,-1 1 0 0 0,1 0 0 0 0,-2 2 0 0 0,0 5 6 0 0,0 3-5 0 0,-2-1 1 0 0,1 0-1 0 0,-1 0 1 0 0,-1 0-1 0 0,0 0 1 0 0,-1-1-1 0 0,0 0 1 0 0,-1 0-1 0 0,0-1 1 0 0,0 0 0 0 0,-1 0-1 0 0,-12 11 1 0 0,-9 7 9 0 0,-1-1 0 0 0,-50 33 1 0 0,-11-3-439 0 0,31-24-3013 0 0,48-27 2018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0.1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24 3748 0 0,'0'0'2410'0'0,"0"-4"-1553"0"0,0 4-797 0 0,0-1 0 0 0,0 0 0 0 0,0 0 0 0 0,0 1 0 0 0,0-1 0 0 0,0 0 0 0 0,0 1 0 0 0,0-1 0 0 0,0 0 0 0 0,-1 0 0 0 0,1 1 0 0 0,0-1 0 0 0,-1 0 0 0 0,1 1 0 0 0,0-1 0 0 0,-1 0 0 0 0,1 1 0 0 0,0-1 0 0 0,-1 1 0 0 0,1-1 0 0 0,-1 1 0 0 0,1-1 0 0 0,-1 1 0 0 0,0-1 0 0 0,1 1 0 0 0,-1-1 0 0 0,1 1 0 0 0,-1 0 0 0 0,0-1 0 0 0,1 1 0 0 0,-1 0 0 0 0,0 0 0 0 0,0-1 0 0 0,1 1 0 0 0,-1 0-1 0 0,0 0 1 0 0,1 0 0 0 0,-1 0 0 0 0,0 0 0 0 0,0 0 0 0 0,1 0 0 0 0,-1 0 0 0 0,0 0 0 0 0,0 0 0 0 0,1 1 0 0 0,-2-1 0 0 0,-1 2-7 0 0,1-1 0 0 0,0 0-1 0 0,-1 1 1 0 0,1 0 0 0 0,0 0 0 0 0,0 0-1 0 0,0 0 1 0 0,0 0 0 0 0,0 0-1 0 0,0 0 1 0 0,1 0 0 0 0,-1 1 0 0 0,1-1-1 0 0,-1 1 1 0 0,0 3 0 0 0,-4 5 33 0 0,1-1 0 0 0,0 1 0 0 0,1 1 1 0 0,1-1-1 0 0,0 1 0 0 0,0-1 1 0 0,1 1-1 0 0,0 0 0 0 0,1 0 0 0 0,1 19 1 0 0,-1-19-47 0 0,1-4-9 0 0,2 13 6 0 0,2-9-10 0 0,10 24-44 0 0,-2-26-145 0 0,-6-5 101 0 0,-4-4 32 0 0,1 0 1 0 0,-1 0-1 0 0,0 0 1 0 0,1 0 0 0 0,-1 0-1 0 0,1 0 1 0 0,0 0-1 0 0,-1-1 1 0 0,1 1-1 0 0,0-1 1 0 0,-1 0 0 0 0,1 0-1 0 0,0 0 1 0 0,-1 0-1 0 0,1 0 1 0 0,0-1-1 0 0,-1 1 1 0 0,1-1 0 0 0,0 0-1 0 0,-1 0 1 0 0,4-1-1 0 0,0 0 39 0 0,1-1-1 0 0,-1 0 0 0 0,0 0 0 0 0,0 0 0 0 0,0-1 1 0 0,0 0-1 0 0,-1 0 0 0 0,1 0 0 0 0,-1-1 1 0 0,0 0-1 0 0,0 0 0 0 0,5-7 0 0 0,50-108 1083 0 0,-58 117-994 0 0,6-14 841 0 0,-8 35-889 0 0,0-13-15 0 0,0 0-17 0 0,-1 17 2 0 0,1-14-30 0 0,0-1 1 0 0,1 1-1 0 0,0-1 1 0 0,2 13-1 0 0,-2-15-13 0 0,0-1-88 0 0,23 33-2133 0 0,-22-35 1478 0 0,22 2-2091 0 0,-20-5 1879 0 0,1 1 622 0 0,-3 0 168 0 0,-1 0 0 0 0,1 0 0 0 0,0-1 0 0 0,-1 1 0 0 0,1 0 0 0 0,-1-1 0 0 0,1 1 1 0 0,-1-1-1 0 0,1 1 0 0 0,-1-1 0 0 0,0 0 0 0 0,1 1 0 0 0,1-3 0 0 0,16-8-3026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0.5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95 3656 0 0,'57'-81'3525'0'0,"-54"78"-2950"0"0,-3 2-489 0 0,1 0 0 0 0,-1 1 1 0 0,0-1-1 0 0,1 1 0 0 0,-1-1 0 0 0,1 1 0 0 0,0 0 1 0 0,-1-1-1 0 0,1 1 0 0 0,-1-1 0 0 0,1 1 0 0 0,0 0 1 0 0,-1 0-1 0 0,1-1 0 0 0,-1 1 0 0 0,1 0 0 0 0,0 0 1 0 0,-1 0-1 0 0,1 0 0 0 0,0 0 0 0 0,0 0 0 0 0,-1 0 1 0 0,2 0-1 0 0,-2 9 21 0 0,1 0 0 0 0,-1 0 0 0 0,-1 0 0 0 0,0 0 0 0 0,0-1 0 0 0,0 1 0 0 0,-5 12 0 0 0,4-10-6 0 0,1-7-29 0 0,0 1-9 0 0,-3 14 8 0 0,3-14-12 0 0,0-2-28 0 0,1-3-13 0 0,0 0-1 0 0,0 1 0 0 0,0-1 0 0 0,0 0 1 0 0,-1 0-1 0 0,1 0 0 0 0,0 0 0 0 0,0 1 1 0 0,0-1-1 0 0,0 0 0 0 0,0 0 0 0 0,0 0 1 0 0,0 1-1 0 0,0-1 0 0 0,0 0 0 0 0,-1 0 1 0 0,1 0-1 0 0,0 1 0 0 0,0-1 0 0 0,0 0 1 0 0,0 0-1 0 0,0 0 0 0 0,0 1 0 0 0,0-1 1 0 0,1 0-1 0 0,-1 0 0 0 0,0 0 0 0 0,0 1 1 0 0,0-1-1 0 0,0 0 0 0 0,0 0 0 0 0,0 0 1 0 0,0 1-1 0 0,0-1 0 0 0,0 0 1 0 0,1 0-1 0 0,-1 0 0 0 0,0 0 0 0 0,0 1 1 0 0,0-1-1 0 0,0 0 0 0 0,0 0 0 0 0,1 0 1 0 0,-1 0-1 0 0,0 0 0 0 0,0 0 0 0 0,0 0 1 0 0,1 1-1 0 0,-1-1 0 0 0,0 0 0 0 0,0 0 1 0 0,0 0-1 0 0,1 0 0 0 0,-1 0 0 0 0,0 0 1 0 0,0 0-1 0 0,1 0 0 0 0,12-14 284 0 0,23-41-523 0 0,-23 34 332 0 0,-7 13-111 0 0,1 0 0 0 0,-1 1 0 0 0,1 0 0 0 0,0 0 0 0 0,10-6 0 0 0,-14 11 74 0 0,8 7 21 0 0,-9-5-87 0 0,-1 1 1 0 0,0-1-1 0 0,0 1 1 0 0,1-1-1 0 0,-1 1 1 0 0,0-1-1 0 0,0 1 1 0 0,0 0-1 0 0,0-1 1 0 0,0 1-1 0 0,0 0 1 0 0,0 0-1 0 0,0 0 1 0 0,0 0-1 0 0,0 0 1 0 0,0 0-1 0 0,-1 0 1 0 0,1 0-1 0 0,0 0 1 0 0,-1 0-1 0 0,1 1 1 0 0,-1-1-1 0 0,1 0 1 0 0,-1 0-1 0 0,1 1 1 0 0,-1-1-1 0 0,0 2 0 0 0,2 7-11 0 0,3 16-202 0 0,14 42 0 0 0,-18-65-52 0 0,2 1-73 0 0,6 10-85 0 0,-6-10-73 0 0,1-3-136 0 0,2 1 59 0 0,1-1-1 0 0,-1 0 1 0 0,0-1 0 0 0,1 0-1 0 0,-1 0 1 0 0,1 0 0 0 0,-1-1-1 0 0,1 0 1 0 0,-1 0 0 0 0,0 0-1 0 0,9-4 1 0 0,6-3-2701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0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67 229 2172 0 0,'3'-6'228'0'0,"9"-15"2031"0"0,-8 6 2018 0 0,-9 15-4015 0 0,2 0-232 0 0,1 1 14 0 0,0-1 0 0 0,0 0 0 0 0,0 0 0 0 0,0 1 0 0 0,0-1 0 0 0,0 1 0 0 0,1-1 0 0 0,-1 1 0 0 0,0 0 0 0 0,0 0 0 0 0,1 0 0 0 0,-1 0 0 0 0,0 0 0 0 0,1 0 0 0 0,-1 0 0 0 0,1 0 0 0 0,-1 1 0 0 0,1-1 0 0 0,0 1 0 0 0,-1-1 0 0 0,1 1 0 0 0,0-1 0 0 0,-1 4 0 0 0,-3 3 76 0 0,0 1 0 0 0,0-1 1 0 0,1 1-1 0 0,1 0 0 0 0,-1 1 1 0 0,1-1-1 0 0,1 1 0 0 0,0-1 0 0 0,0 1 1 0 0,1-1-1 0 0,0 1 0 0 0,1 10 1 0 0,0-17-125 0 0,0 1 0 0 0,1-1-1 0 0,-1 0 1 0 0,1 0 0 0 0,0 0 0 0 0,0 0 0 0 0,0 0 0 0 0,0 0 0 0 0,1 0 0 0 0,-1 0 0 0 0,1 0-1 0 0,-1-1 1 0 0,1 1 0 0 0,0-1 0 0 0,0 1 0 0 0,0-1 0 0 0,1 0 0 0 0,-1 1 0 0 0,0-1 0 0 0,5 3 0 0 0,-1-2-155 0 0,0 0 1 0 0,-1-1 0 0 0,1 1-1 0 0,0-1 1 0 0,0 0 0 0 0,0-1-1 0 0,12 2 1 0 0,-9-3-1 0 0,1-1 0 0 0,-1 0 0 0 0,0 0 0 0 0,0-1 0 0 0,1 0 0 0 0,-1-1-1 0 0,0 0 1 0 0,-1 0 0 0 0,1-1 0 0 0,-1 0 0 0 0,14-9 0 0 0,-8 3 187 0 0,0-1-1 0 0,0 0 1 0 0,-1-1 0 0 0,0-1-1 0 0,-1 0 1 0 0,-1 0 0 0 0,0-1-1 0 0,-1-1 1 0 0,0 1 0 0 0,8-18-1 0 0,-4 3 519 0 0,-1 0 0 0 0,-2 0 0 0 0,-1-1 0 0 0,11-50 0 0 0,-21 76-240 0 0,0 0-161 0 0,-2-14-6 0 0,2 13 251 0 0,-2 5-373 0 0,1 1-1 0 0,-1-1 1 0 0,1 0 0 0 0,0 1 0 0 0,-1-1 0 0 0,1 1 0 0 0,0 0 0 0 0,0-1-1 0 0,-1 1 1 0 0,1 0 0 0 0,0 0 0 0 0,-2 2 0 0 0,1-2 19 0 0,1 0-28 0 0,-1 0 1 0 0,1 0 0 0 0,0-1 0 0 0,0 1 0 0 0,0 0 0 0 0,0 0 0 0 0,0 0 0 0 0,0 0-1 0 0,0 0 1 0 0,0 1 0 0 0,0-1 0 0 0,1 0 0 0 0,-1 0 0 0 0,0 1 0 0 0,1-1 0 0 0,-1 0 0 0 0,0 3-1 0 0,-1 1 23 0 0,-8 17 54 0 0,0 0 0 0 0,2 0 0 0 0,0 1-1 0 0,2-1 1 0 0,0 2 0 0 0,-2 27 0 0 0,1-12-99 0 0,7-28-27 0 0,1 9-174 0 0,-1-16 43 0 0,0 4 37 0 0,1 0 1 0 0,-1-1-1 0 0,2 1 1 0 0,1 8-1 0 0,-2-13-107 0 0,0 0 0 0 0,-1-1-1 0 0,1 1 1 0 0,0-1 0 0 0,1 0 0 0 0,-1 1-1 0 0,0-1 1 0 0,1 0 0 0 0,-1 0-1 0 0,1 0 1 0 0,0 0 0 0 0,0 0-1 0 0,0 0 1 0 0,-1 0 0 0 0,2-1 0 0 0,-1 1-1 0 0,0 0 1 0 0,0-1 0 0 0,0 0-1 0 0,4 2 1 0 0,9 2-2483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1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43 3860 0 0,'-89'-16'5270'0'0,"85"16"-4663"0"0,0-1-12 0 0,-10-3-71 0 0,20 2 149 0 0,32 1 125 0 0,-25 1-1103 0 0,-2-1 224 0 0,125-6-2658 0 0,-47 0-2427 0 0,-61 4 1170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1.6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1 2664 0 0,'-22'2'1081'0'0,"18"-2"667"0"0,-1 1-1093 0 0,-12 2-81 0 0,13-2 386 0 0,0 0-667 0 0,1 0-89 0 0,0 0 0 0 0,0 1 0 0 0,1-1-1 0 0,-1 1 1 0 0,0 0 0 0 0,0 0 0 0 0,-3 4 0 0 0,4-4 103 0 0,-8 38 691 0 0,9-35-893 0 0,2 0-28 0 0,0 15-36 0 0,-1-15-91 0 0,1 0 108 0 0,-1-1-44 0 0,1 4 21 0 0,0 1 1 0 0,1-1-1 0 0,-1 1 1 0 0,2-1-1 0 0,-1 0 1 0 0,1 0-1 0 0,1 0 1 0 0,6 12-1 0 0,-8-17-16 0 0,-1-2-19 0 0,0 0 1 0 0,0 0-1 0 0,-1 0 0 0 0,1 0 1 0 0,0-1-1 0 0,0 1 1 0 0,0 0-1 0 0,0 0 1 0 0,0-1-1 0 0,0 1 1 0 0,0-1-1 0 0,0 1 0 0 0,0-1 1 0 0,0 1-1 0 0,0-1 1 0 0,0 0-1 0 0,0 1 1 0 0,0-1-1 0 0,3 0 0 0 0,14 4-6 0 0,-14-3-7 0 0,1-2 5 0 0,0 1 16 0 0,1-1 1 0 0,-1 0-1 0 0,1 0 0 0 0,-1 0 0 0 0,0-1 1 0 0,1 1-1 0 0,-1-1 0 0 0,0 0 0 0 0,0-1 1 0 0,0 0-1 0 0,0 1 0 0 0,-1-1 0 0 0,1-1 1 0 0,-1 1-1 0 0,1-1 0 0 0,-1 0 0 0 0,-1 1 1 0 0,8-10-1 0 0,-5 5 2 0 0,3-4 181 0 0,0 1 0 0 0,10-22 0 0 0,-2 6 338 0 0,-15 24-334 0 0,3-7-135 0 0,-12 22 212 0 0,5-8-257 0 0,0 0 0 0 0,0 1 1 0 0,1 0-1 0 0,0-1 0 0 0,0 1 1 0 0,0 0-1 0 0,0 6 0 0 0,0-5-51 0 0,0-1-1 0 0,1 1 0 0 0,0 0 0 0 0,0-1 1 0 0,1 1-1 0 0,0 0 0 0 0,0-1 1 0 0,0 1-1 0 0,0-1 0 0 0,1 0 1 0 0,0 1-1 0 0,3 5 0 0 0,-2-7-157 0 0,0 0-1 0 0,1-1 0 0 0,-1 1 1 0 0,0-1-1 0 0,1 0 0 0 0,0 0 1 0 0,0 0-1 0 0,0 0 0 0 0,6 2 1 0 0,-6-3-48 0 0,3 1-566 0 0,1 0 0 0 0,0-1 0 0 0,0 0 0 0 0,0 0 0 0 0,1-1-1 0 0,-1 0 1 0 0,0-1 0 0 0,15 0 0 0 0,-18-1-2607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2.7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189 207 2948 0 0,'0'0'2469'0'0,"1"-4"-1451"0"0,-4-26 1493 0 0,2 29-2418 0 0,1-1 0 0 0,-1 0 1 0 0,1 1-1 0 0,-1-1 1 0 0,1 0-1 0 0,-1 1 0 0 0,0-1 1 0 0,0 1-1 0 0,0 0 1 0 0,0-1-1 0 0,0 1 0 0 0,0 0 1 0 0,0-1-1 0 0,-1 1 1 0 0,1 0-1 0 0,0 0 0 0 0,-1 0 1 0 0,1 0-1 0 0,0 0 1 0 0,-3-1-1 0 0,-12-3 96 0 0,12 3-30 0 0,-1 2-44 0 0,0 1-83 0 0,0-1-1 0 0,0 1 1 0 0,-1 0-1 0 0,1 0 1 0 0,0 0 0 0 0,0 1-1 0 0,0-1 1 0 0,0 1-1 0 0,0 0 1 0 0,1 1-1 0 0,-1-1 1 0 0,1 1-1 0 0,-7 5 1 0 0,2 1-18 0 0,1 0 1 0 0,1 1 0 0 0,-1 0-1 0 0,1 0 1 0 0,-7 16 0 0 0,7-5-77 0 0,6-17-23 0 0,1 0-18 0 0,-2 14-31 0 0,1-14 12 0 0,2-1-63 0 0,0 0 85 0 0,0 0-1 0 0,0-1 1 0 0,1 1 0 0 0,-1-1-1 0 0,1 0 1 0 0,-1 1-1 0 0,1-1 1 0 0,0 0 0 0 0,-1 0-1 0 0,5 3 1 0 0,-3-3-86 0 0,0-1 33 0 0,2-1 164 0 0,0 0 0 0 0,0-1 0 0 0,0 1 1 0 0,0-1-1 0 0,0 0 0 0 0,0 0 0 0 0,0-1 0 0 0,-1 1 0 0 0,1-1 0 0 0,-1 0 0 0 0,1 0 0 0 0,-1-1 0 0 0,0 1 0 0 0,1-1 0 0 0,-2 0 0 0 0,1 0 0 0 0,0 0 0 0 0,0-1 1 0 0,-1 1-1 0 0,0-1 0 0 0,0 0 0 0 0,0 0 0 0 0,0 0 0 0 0,3-6 0 0 0,-4 7 164 0 0,5-16 1335 0 0,-14 32-1488 0 0,5-10-4 0 0,3 1 30 0 0,-1-1-84 0 0,1 0 0 0 0,0 1 0 0 0,0-1 0 0 0,1 1 0 0 0,-1-1 0 0 0,1 0 0 0 0,-1 0 0 0 0,1 0-1 0 0,0 0 1 0 0,0 0 0 0 0,1 0 0 0 0,-1-1 0 0 0,0 1 0 0 0,1-1 0 0 0,0 1 0 0 0,-1-1 0 0 0,1 0 0 0 0,0 0 0 0 0,0 0 0 0 0,0 0 0 0 0,1-1 0 0 0,-1 1 0 0 0,0-1 0 0 0,1 0 0 0 0,6 1 0 0 0,47 8-894 0 0,-45-11 829 0 0,-1 1 0 0 0,1-1 0 0 0,0-1 0 0 0,-1 0-1 0 0,1-1 1 0 0,-1 0 0 0 0,0-1 0 0 0,0 0 0 0 0,0-1 0 0 0,19-10 0 0 0,-23 10 202 0 0,-1 0 0 0 0,1-1 1 0 0,-1 1-1 0 0,0-1 0 0 0,0-1 0 0 0,0 1 0 0 0,-1-1 1 0 0,0 0-1 0 0,-1 0 0 0 0,1 0 0 0 0,-1-1 1 0 0,-1 1-1 0 0,1-1 0 0 0,3-15 0 0 0,-4 11 68 0 0,-1 0-1 0 0,0 1 1 0 0,0-1-1 0 0,-2 0 1 0 0,1 0-1 0 0,-1 0 0 0 0,-1 0 1 0 0,0 0-1 0 0,-6-21 1 0 0,7 30-92 0 0,-1 1 1 0 0,0-1-1 0 0,0 0 1 0 0,0 1-1 0 0,-1-1 1 0 0,1 1 0 0 0,-1 0-1 0 0,1-1 1 0 0,-1 1-1 0 0,0 0 1 0 0,0 0-1 0 0,0 0 1 0 0,-4-3-1 0 0,5 4-59 0 0,-1-1 144 0 0,-2 2-124 0 0,2-1-5 0 0,0 1-1 0 0,0 0 1 0 0,0 0-1 0 0,0 0 1 0 0,0 0-1 0 0,0 0 0 0 0,0 1 1 0 0,0-1-1 0 0,0 1 1 0 0,0-1-1 0 0,0 1 1 0 0,0 0-1 0 0,0-1 1 0 0,1 1-1 0 0,-1 0 1 0 0,0 0-1 0 0,0 0 0 0 0,1 1 1 0 0,-4 2-1 0 0,2-1 5 0 0,0 0 0 0 0,1 0-1 0 0,-1 1 1 0 0,0 0 0 0 0,1-1-1 0 0,0 1 1 0 0,0 0-1 0 0,0 0 1 0 0,1 0 0 0 0,-2 6-1 0 0,-10 53 68 0 0,12-49-85 0 0,0 6 1 0 0,3 1-113 0 0,-1-7-379 0 0,1-1 0 0 0,0 1 0 0 0,1-1 0 0 0,7 22 0 0 0,-7-27-939 0 0,1 1 1 0 0,0-1-1 0 0,1 0 1 0 0,7 9-1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3.0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77 3448 0 0,'0'0'4405'0'0,"1"-4"-4011"0"0,-1 3-360 0 0,0-1-1 0 0,1 1 1 0 0,-1-1-1 0 0,1 0 1 0 0,-1 1-1 0 0,1-1 1 0 0,0 1-1 0 0,-1-1 0 0 0,1 1 1 0 0,0 0-1 0 0,0-1 1 0 0,0 1-1 0 0,0 0 1 0 0,0-1-1 0 0,1 1 1 0 0,-1 0-1 0 0,0 0 1 0 0,1 0-1 0 0,-1 0 0 0 0,0 0 1 0 0,1 1-1 0 0,-1-1 1 0 0,1 0-1 0 0,-1 1 1 0 0,1-1-1 0 0,0 1 1 0 0,-1-1-1 0 0,4 0 1 0 0,108-29 1983 0 0,-60 21-1194 0 0,-49 9-677 0 0,0 0 46 0 0,13 1 59 0 0,-13-1 33 0 0,-1 3 2 0 0,-1-2-228 0 0,0 0 0 0 0,0 1 1 0 0,-1-1-1 0 0,1 1 0 0 0,0-1 0 0 0,-1 1 0 0 0,1 0 0 0 0,-1 0 0 0 0,0 0 0 0 0,1 0 0 0 0,-1 0 1 0 0,0 0-1 0 0,0 0 0 0 0,0 0 0 0 0,-1 0 0 0 0,1 1 0 0 0,0-1 0 0 0,0 4 0 0 0,-1 4 81 0 0,0-1 0 0 0,0 1-1 0 0,-3 17 1 0 0,-3 38 36 0 0,5-54-520 0 0,1-1 1 0 0,1 1 0 0 0,-1 0 0 0 0,2 0-1 0 0,0 0 1 0 0,4 15 0 0 0,-5-21-490 0 0,1-1-1 0 0,0 1 1 0 0,0-1-1 0 0,0 1 1 0 0,0-1 0 0 0,1 0-1 0 0,0 0 1 0 0,4 5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3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24 2668 0 0,'0'0'1564'0'0,"-15"-12"1457"0"0,-4 1-1745 0 0,-7 14-2896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3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0 3660 0 0,'0'0'4480'0'0,"-3"3"-3783"0"0,-1-1-516 0 0,-10 8 231 0 0,0 0 1 0 0,0 2-1 0 0,1-1 1 0 0,1 1 0 0 0,-21 26-1 0 0,31-35-376 0 0,0 1 1 0 0,1 0-1 0 0,-1 0 0 0 0,1-1 0 0 0,0 1 1 0 0,0 0-1 0 0,0 0 0 0 0,0 0 0 0 0,0 5 1 0 0,1-5-25 0 0,-1 0 56 0 0,2-4-68 0 0,-1 1-1 0 0,1-1 1 0 0,-1 1-1 0 0,0-1 0 0 0,1 1 1 0 0,-1-1-1 0 0,0 1 1 0 0,1-1-1 0 0,-1 1 0 0 0,0-1 1 0 0,0 1-1 0 0,0 0 0 0 0,1-1 1 0 0,-1 1-1 0 0,0-1 1 0 0,0 1-1 0 0,0 0 0 0 0,0-1 1 0 0,0 1-1 0 0,0 0 1 0 0,0-1-1 0 0,0 1 0 0 0,-1 0 1 0 0,1 1 0 0 0,0-1 1 0 0,0 0-1 0 0,0 1 1 0 0,0-1 0 0 0,0 0-1 0 0,0 1 1 0 0,0-1-1 0 0,1 0 1 0 0,-1 1-1 0 0,0-1 1 0 0,1 0 0 0 0,-1 0-1 0 0,1 2 1 0 0,18 28 100 0 0,-17-28-86 0 0,1-1-9 0 0,3 1 60 0 0,0 0 0 0 0,0-1 1 0 0,1 0-1 0 0,-1 0 0 0 0,0-1 0 0 0,1 0 1 0 0,-1 0-1 0 0,1 0 0 0 0,6-1 0 0 0,-8 0 174 0 0,-1-2 25 0 0,0-1-172 0 0,-1 1 1 0 0,0 0 0 0 0,1-1 0 0 0,-1 0 0 0 0,0 0 0 0 0,0 0 0 0 0,0 0 0 0 0,-1 0-1 0 0,1 0 1 0 0,-1-1 0 0 0,0 1 0 0 0,0-1 0 0 0,0 0 0 0 0,2-4 0 0 0,-2 2-40 0 0,-1 0 0 0 0,1 0 0 0 0,-1-1 0 0 0,-1 1 0 0 0,1 0 0 0 0,-1 0 0 0 0,0-1 0 0 0,0 1 0 0 0,-2-12 0 0 0,1 14-172 0 0,0 0 1 0 0,0 0-1 0 0,0 0 1 0 0,0 1-1 0 0,-1-1 1 0 0,0 0-1 0 0,1 1 1 0 0,-1-1-1 0 0,0 1 1 0 0,-1 0-1 0 0,1 0 1 0 0,-1-1-1 0 0,1 2 1 0 0,-1-1-1 0 0,0 0 1 0 0,0 0-1 0 0,0 1 1 0 0,0 0-1 0 0,-1 0 1 0 0,1 0-1 0 0,-1 0 1 0 0,1 0-1 0 0,-1 0 1 0 0,-6-1-1 0 0,-6-2-827 0 0,12 3-247 0 0,0 1-564 0 0,-13-2-1288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4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3240 0 0,'4'0'1400'0'0,"12"2"-243"0"0,-11-2-106 0 0,-2 2-147 0 0,1-1-684 0 0,0 1-1 0 0,0 0 1 0 0,-1 0-1 0 0,1 0 1 0 0,-1 0 0 0 0,0 0-1 0 0,1 1 1 0 0,-1 0-1 0 0,0 0 1 0 0,-1-1 0 0 0,1 2-1 0 0,0-1 1 0 0,2 5-1 0 0,2 3 66 0 0,-1 0 0 0 0,-1 0-1 0 0,0 1 1 0 0,4 14 0 0 0,-7-18-160 0 0,0 0-46 0 0,0-1 0 0 0,0 0 0 0 0,-1 0 0 0 0,0 1-1 0 0,-1-1 1 0 0,1 0 0 0 0,-1 1 0 0 0,-1-1 0 0 0,0 1 0 0 0,-2 9 0 0 0,3-14-73 0 0,-1-1 0 0 0,0 0 0 0 0,0 0 0 0 0,0 0 0 0 0,0-1 0 0 0,0 1 0 0 0,0 0 0 0 0,-1 0 0 0 0,1 0 0 0 0,-1-1 0 0 0,1 1 0 0 0,-1-1 0 0 0,-2 2 0 0 0,1 0 6 0 0,1-1 14 0 0,-2 0-2 0 0,1-1-17 0 0,-1 0 0 0 0,0 0 0 0 0,0 0 0 0 0,1 0 0 0 0,-1 0 0 0 0,0-1 0 0 0,0 0 0 0 0,0 0 0 0 0,-4 0 0 0 0,3-1 119 0 0,2-2 59 0 0,1 1-137 0 0,1 1-1 0 0,-1-1 1 0 0,0 0 0 0 0,1 0 0 0 0,-1 0 0 0 0,1 0-1 0 0,-1-1 1 0 0,1 1 0 0 0,0 0 0 0 0,0-1-1 0 0,0 1 1 0 0,1 0 0 0 0,-1-1 0 0 0,0 1 0 0 0,1-1-1 0 0,0 0 1 0 0,-1 1 0 0 0,1-1 0 0 0,0 1-1 0 0,1-5 1 0 0,0 1 8 0 0,0 1 0 0 0,1 0 0 0 0,0-1 0 0 0,0 1-1 0 0,0 0 1 0 0,0 0 0 0 0,1 1 0 0 0,0-1 0 0 0,5-6-1 0 0,0 1 48 0 0,0 0 0 0 0,1 1-1 0 0,1 0 1 0 0,-1 0-1 0 0,1 1 1 0 0,1 1 0 0 0,20-13-1 0 0,-25 18-58 0 0,-1 0-1 0 0,0 0 0 0 0,0 0 1 0 0,1 1-1 0 0,-1-1 1 0 0,1 1-1 0 0,-1 1 1 0 0,1-1-1 0 0,-1 1 1 0 0,1 0-1 0 0,0 0 1 0 0,-1 0-1 0 0,1 1 0 0 0,-1 0 1 0 0,1 0-1 0 0,-1 1 1 0 0,8 2-1 0 0,-7-1-32 0 0,0 0-1 0 0,0 0 1 0 0,-1 0-1 0 0,1 1 0 0 0,-1 0 1 0 0,0 0-1 0 0,0 0 1 0 0,0 1-1 0 0,0-1 0 0 0,-1 1 1 0 0,0 1-1 0 0,0-1 1 0 0,0 0-1 0 0,-1 1 1 0 0,1 0-1 0 0,-2 0 0 0 0,1 0 1 0 0,0 0-1 0 0,-1 0 1 0 0,0 1-1 0 0,-1-1 1 0 0,0 0-1 0 0,0 1 0 0 0,1 8 1 0 0,-3 1-583 0 0,-1 0 1 0 0,-1-1-1 0 0,0 1 0 0 0,-6 16 1 0 0,8-29-252 0 0,0 1-1314 0 0,-2 9 1171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4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285 20 3320 0 0,'-1'-3'1538'0'0,"1"2"-1437"0"0,0 0-1 0 0,0 0 0 0 0,0 1 1 0 0,0-1-1 0 0,-1 0 0 0 0,1 0 1 0 0,0 1-1 0 0,-1-1 0 0 0,1 0 1 0 0,0 1-1 0 0,-1-1 0 0 0,1 0 0 0 0,-1 1 1 0 0,1-1-1 0 0,-1 1 0 0 0,1-1 1 0 0,-1 1-1 0 0,1-1 0 0 0,-1 1 1 0 0,1-1-1 0 0,-1 1 0 0 0,0-1 1 0 0,1 1-1 0 0,-1 0 0 0 0,0 0 1 0 0,0-1-1 0 0,1 1 0 0 0,-1 0 0 0 0,0 0 1 0 0,1 0-1 0 0,-1-1 0 0 0,0 1 1 0 0,0 0-1 0 0,0 0 0 0 0,1 0 1 0 0,-1 0-1 0 0,0 1 0 0 0,0-1 1 0 0,1 0-1 0 0,-1 0 0 0 0,-1 1 0 0 0,-2-1 647 0 0,1 3 53 0 0,0-2-644 0 0,0 1 0 0 0,1 0 0 0 0,-1 0 0 0 0,0 0 0 0 0,1 0-1 0 0,0 0 1 0 0,0 1 0 0 0,-1-1 0 0 0,1 1 0 0 0,1-1 0 0 0,-1 1 0 0 0,0 0-1 0 0,1-1 1 0 0,-1 1 0 0 0,1 0 0 0 0,0 0 0 0 0,0 0 0 0 0,0 1 0 0 0,0-1-1 0 0,0 4 1 0 0,2 3 119 0 0,0 0 1 0 0,0 0-1 0 0,1 0 0 0 0,0 0 0 0 0,1-1 0 0 0,8 19 0 0 0,32 58 556 0 0,-17-37-490 0 0,-17-23-228 0 0,-9-24-120 0 0,1 0 0 0 0,-1-1 1 0 0,0 1-1 0 0,0 0 0 0 0,0-1 1 0 0,0 1-1 0 0,0 0 1 0 0,0 0-1 0 0,0-1 0 0 0,-1 1 1 0 0,1 0-1 0 0,0-1 1 0 0,-1 1-1 0 0,0 0 0 0 0,1-1 1 0 0,-1 1-1 0 0,0-1 0 0 0,0 1 1 0 0,0-1-1 0 0,0 1 1 0 0,0-1-1 0 0,0 0 0 0 0,0 0 1 0 0,0 1-1 0 0,-1-1 0 0 0,1 0 1 0 0,-1 0-1 0 0,-2 1 1 0 0,-3 3-244 0 0,0-1 1 0 0,-1 0-1 0 0,0 0 1 0 0,-8 2-1 0 0,14-5 142 0 0,-26 7-1691 0 0,-1-1 0 0 0,0-1 0 0 0,0-1 0 0 0,-32 0 0 0 0,58-5 1597 0 0,-63 6-6115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6.8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 4208 0 0,'0'0'9740'0'0,"-1"4"-9483"0"0,-1 55 551 0 0,5 112-2010 0 0,0-158 348 0 0,-1-8-392 0 0,-1 2-2474 0 0,4-8 795 0 0,25-3-2101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07.2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507 125 2476 0 0,'-6'-10'617'0'0,"0"0"-1"0"0,-1 0 0 0 0,0 0 1 0 0,-1 1-1 0 0,0 0 1 0 0,0 1-1 0 0,-1 0 1 0 0,0 0-1 0 0,0 1 0 0 0,-11-7 1 0 0,18 13-573 0 0,0 0 0 0 0,0 0 0 0 0,0 0 0 0 0,0 0 1 0 0,0 0-1 0 0,0 1 0 0 0,0-1 0 0 0,0 1 0 0 0,0-1 0 0 0,-1 1 0 0 0,1 0 1 0 0,-2 0-1 0 0,-3-1 59 0 0,4 0-62 0 0,1 1 0 0 0,-1-1 1 0 0,0 1-1 0 0,1 0 0 0 0,-1-1 0 0 0,0 1 0 0 0,1 0 0 0 0,-1 1 0 0 0,0-1 0 0 0,1 0 1 0 0,-1 1-1 0 0,-3 1 0 0 0,-4 0 60 0 0,-3 1-2 0 0,1 0 0 0 0,-1 0 0 0 0,1 1 0 0 0,0 1 0 0 0,0 0 0 0 0,0 1 0 0 0,1 0 0 0 0,0 1 0 0 0,0 0 0 0 0,1 1 0 0 0,-1 0 0 0 0,-13 15 0 0 0,7-5 33 0 0,0 1 0 0 0,1 1 0 0 0,1 0 0 0 0,1 1 0 0 0,-15 30-1 0 0,20-32 32 0 0,0 1-1 0 0,2 0 0 0 0,0 0 1 0 0,1 0-1 0 0,1 1 0 0 0,1 0 0 0 0,1 0 1 0 0,1 0-1 0 0,0 37 0 0 0,3-47-93 0 0,0-1 0 0 0,0 0 0 0 0,1 0 0 0 0,1-1 0 0 0,0 1 0 0 0,0 0 0 0 0,1-1 0 0 0,0 0 0 0 0,9 16 0 0 0,-8-18-51 0 0,0-1 1 0 0,0 0-1 0 0,1 0 1 0 0,-1 0-1 0 0,1-1 1 0 0,0 1-1 0 0,1-2 1 0 0,0 1-1 0 0,-1-1 1 0 0,1 0-1 0 0,1 0 1 0 0,-1-1 0 0 0,13 5-1 0 0,-9-5-13 0 0,0 0 0 0 0,0-1-1 0 0,1 0 1 0 0,-1 0 0 0 0,1-2 0 0 0,-1 1 0 0 0,1-1 0 0 0,0-1-1 0 0,-1 0 1 0 0,0-1 0 0 0,15-3 0 0 0,-11 0 9 0 0,0 0-1 0 0,0-1 1 0 0,0-1 0 0 0,0 0 0 0 0,-1 0 0 0 0,-1-2 0 0 0,22-16-1 0 0,-21 13 25 0 0,0 0-1 0 0,0-2 0 0 0,-1 1 1 0 0,-1-2-1 0 0,0 0 0 0 0,-1 0 0 0 0,-1-1 1 0 0,0 0-1 0 0,-1-1 0 0 0,-1 0 0 0 0,-1 0 1 0 0,0-1-1 0 0,-1 0 0 0 0,5-25 0 0 0,-10 30-98 0 0,0 0 0 0 0,-1 0-1 0 0,0 1 1 0 0,-1-1 0 0 0,-1 0-1 0 0,1 1 1 0 0,-2-1-1 0 0,0 1 1 0 0,-1-1 0 0 0,0 1-1 0 0,0 0 1 0 0,-2 1-1 0 0,1-1 1 0 0,-2 1 0 0 0,1 0-1 0 0,-1 1 1 0 0,-1-1 0 0 0,0 1-1 0 0,0 1 1 0 0,-1 0-1 0 0,-19-16 1 0 0,16 16-502 0 0,0-1 1 0 0,-1 1-1 0 0,-1 1 0 0 0,1 1 0 0 0,-1 0 1 0 0,0 0-1 0 0,-1 1 0 0 0,0 1 0 0 0,0 1 1 0 0,0 0-1 0 0,0 1 0 0 0,-1 0 0 0 0,1 1 1 0 0,-1 1-1 0 0,1 1 0 0 0,-1 0 0 0 0,-23 3 1 0 0,1 6-3866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12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22 5681 0 0,'0'0'4823'0'0,"1"-4"-3671"0"0,-1 4-1095 0 0,0-1 0 0 0,0 0 0 0 0,0 0 0 0 0,0 1 0 0 0,0-1 0 0 0,1 0 0 0 0,-1 1 0 0 0,0-1 0 0 0,0 0 0 0 0,1 1 0 0 0,-1-1 0 0 0,0 0 0 0 0,1 1 0 0 0,-1-1-1 0 0,0 0 1 0 0,1 1 0 0 0,-1-1 0 0 0,1 1 0 0 0,-1-1 0 0 0,1 1 0 0 0,-1-1 0 0 0,1 1 0 0 0,0-1 0 0 0,-1 1 0 0 0,1 0 0 0 0,0-1 0 0 0,-1 1 0 0 0,1 0 0 0 0,0-1 0 0 0,-1 1 0 0 0,1 0-1 0 0,0 0 1 0 0,-1 0 0 0 0,1 0 0 0 0,0 0 0 0 0,0 0 0 0 0,-1 0 0 0 0,1 0 0 0 0,0 0 0 0 0,0 0 0 0 0,-1 0 0 0 0,1 0 0 0 0,0 0 0 0 0,-1 0 0 0 0,1 1 0 0 0,0-1 0 0 0,-1 0-1 0 0,1 1 1 0 0,0-1 0 0 0,-1 0 0 0 0,1 1 0 0 0,0-1 0 0 0,-1 1 0 0 0,1-1 0 0 0,-1 1 0 0 0,1-1 0 0 0,-1 1 0 0 0,1-1 0 0 0,-1 1 0 0 0,0 0 0 0 0,1-1 0 0 0,-1 1 0 0 0,0 0-1 0 0,1 1 1 0 0,4 4-66 0 0,-1 1 1 0 0,1 0-1 0 0,-1 0 0 0 0,-1 0 0 0 0,0 0 0 0 0,0 0 0 0 0,0 1 0 0 0,-1 0 0 0 0,0-1 0 0 0,0 1 0 0 0,-1 0 0 0 0,0 0 0 0 0,0 12 0 0 0,-1-9-372 0 0,-1 0 0 0 0,-1-1 0 0 0,0 1 0 0 0,0-1 0 0 0,-1 1 0 0 0,-1-1 0 0 0,1 0 0 0 0,-2 0 0 0 0,1-1 0 0 0,-9 14 0 0 0,-4 2-2277 0 0,-31 36 0 0 0,8-15-3027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18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406 51 2664 0 0,'-2'-3'1497'0'0,"0"-1"-1138"0"0,-1 0-1 0 0,0 1 0 0 0,0 0 1 0 0,0-1-1 0 0,0 1 1 0 0,0 0-1 0 0,-1 1 1 0 0,0-1-1 0 0,1 1 1 0 0,-1-1-1 0 0,0 1 1 0 0,0 0-1 0 0,0 1 1 0 0,-5-3-1 0 0,-5 2-41 0 0,-1 1 0 0 0,0 0-1 0 0,0 1 1 0 0,0 0 0 0 0,0 1 0 0 0,1 1-1 0 0,-1 0 1 0 0,0 1 0 0 0,1 1 0 0 0,0 0-1 0 0,0 1 1 0 0,0 1 0 0 0,0 0 0 0 0,1 0-1 0 0,-17 12 1 0 0,27-16-295 0 0,0 0 0 0 0,1 0 0 0 0,-1 0 0 0 0,0 1 0 0 0,1-1 0 0 0,-1 1 1 0 0,1 0-1 0 0,0 0 0 0 0,-1-1 0 0 0,-2 7 0 0 0,4-6-22 0 0,-1 1 77 0 0,2 0-106 0 0,1 0-1 0 0,-1 0 1 0 0,1 0 0 0 0,0 0 0 0 0,1 0-1 0 0,-1 0 1 0 0,1 0 0 0 0,0 0 0 0 0,0-1-1 0 0,0 1 1 0 0,0 0 0 0 0,1-1-1 0 0,-1 0 1 0 0,1 0 0 0 0,0 1 0 0 0,0-2-1 0 0,0 1 1 0 0,0 0 0 0 0,1-1-1 0 0,-1 1 1 0 0,5 2 0 0 0,12 6-115 0 0,0-1-1 0 0,39 15 1 0 0,-36-16 156 0 0,-8-3-6 0 0,5 1-22 0 0,-1 0 0 0 0,-1 2 0 0 0,0 0 1 0 0,27 19-1 0 0,-42-26 31 0 0,-2 2-3 0 0,4 11 2 0 0,-5-14-12 0 0,0 0-1 0 0,0 0 0 0 0,1 0 1 0 0,-1 0-1 0 0,0 0 1 0 0,0 0-1 0 0,0 0 0 0 0,-1 0 1 0 0,1 0-1 0 0,0 1 1 0 0,0-1-1 0 0,0 0 0 0 0,-1 0 1 0 0,1 0-1 0 0,-1 0 0 0 0,1 0 1 0 0,-1 0-1 0 0,1 0 1 0 0,-1 0-1 0 0,-1 1 0 0 0,2-1 2 0 0,-2 2 2 0 0,0 0 0 0 0,0 0-1 0 0,0 0 1 0 0,-1 0 0 0 0,1 0 0 0 0,-1 0-1 0 0,1 0 1 0 0,-1-1 0 0 0,0 1 0 0 0,0-1-1 0 0,0 0 1 0 0,-4 2 0 0 0,4-2-5 0 0,-9 6 43 0 0,0-1 0 0 0,0 0 0 0 0,-1-1 0 0 0,0 0 0 0 0,-1-1 0 0 0,1-1 0 0 0,-1 0 0 0 0,0 0 0 0 0,-21 1 0 0 0,27-3-31 0 0,-3-1-146 0 0,1 0 0 0 0,0 0-1 0 0,-1-1 1 0 0,1 0 0 0 0,-1-1-1 0 0,1 0 1 0 0,0 0 0 0 0,0-1-1 0 0,0-1 1 0 0,-17-6 0 0 0,23 7-77 0 0,0-1 1 0 0,0 1-1 0 0,0-1 1 0 0,1 0-1 0 0,-1-1 1 0 0,1 1-1 0 0,0 0 1 0 0,0-1-1 0 0,0 0 0 0 0,0 0 1 0 0,1 0-1 0 0,0 0 1 0 0,-3-6-1 0 0,4 7-544 0 0,1 3 705 0 0,0-1 0 0 0,1 1 0 0 0,-1 0 0 0 0,0-1 0 0 0,0 1 0 0 0,1-1 0 0 0,-1 1 0 0 0,0-1 0 0 0,0 1 0 0 0,0-1 0 0 0,0 1 0 0 0,1 0 0 0 0,-1-1 0 0 0,0 1 0 0 0,0-1 0 0 0,0 1 0 0 0,0-1 0 0 0,0 1 0 0 0,0-1 0 0 0,0 1 0 0 0,0-1 0 0 0,0 1 0 0 0,-1-1 0 0 0,1 1 0 0 0,0-1 1 0 0,0 0-1 0 0,-1 0-65 0 0,1 0 1 0 0,0 0-1 0 0,0 0 1 0 0,-1 0-1 0 0,1 0 1 0 0,0-1-1 0 0,0 1 1 0 0,0 0 0 0 0,0 0-1 0 0,1 0 1 0 0,-1 0-1 0 0,0-1 1 0 0,0 1-1 0 0,1 0 1 0 0,0-1 0 0 0,4-12-2096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19.5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55 3348 0 0,'2'-3'1193'0'0,"17"-46"4815"0"0,-18 46-3375 0 0,8 25-2290 0 0,-9-17-265 0 0,3 12 17 0 0,1 0-1 0 0,8 25 0 0 0,-9-35-130 0 0,0 0 0 0 0,0 0-1 0 0,0 0 1 0 0,1-1 0 0 0,0 0 0 0 0,0 1-1 0 0,1-1 1 0 0,6 7 0 0 0,-8-10-85 0 0,1-2 40 0 0,-2 0 85 0 0,1 0-1 0 0,0 0 1 0 0,0 0 0 0 0,0-1-1 0 0,0 1 1 0 0,0-1 0 0 0,-1 0 0 0 0,1 1-1 0 0,0-2 1 0 0,0 1 0 0 0,0 0-1 0 0,0 0 1 0 0,0-1 0 0 0,0 0 0 0 0,0 1-1 0 0,0-1 1 0 0,-1 0 0 0 0,1-1-1 0 0,0 1 1 0 0,-1 0 0 0 0,1-1 0 0 0,-1 1-1 0 0,1-1 1 0 0,-1 0 0 0 0,0 0-1 0 0,0 0 1 0 0,3-3 0 0 0,-1 0 90 0 0,-1 1 0 0 0,0-1 0 0 0,0 1 0 0 0,0-1 1 0 0,-1 0-1 0 0,0 0 0 0 0,0 0 0 0 0,0 0 0 0 0,0-1 0 0 0,-1 1 0 0 0,0-1 1 0 0,0 1-1 0 0,0 0 0 0 0,-1-1 0 0 0,0-8 166 0 0,0 10-107 0 0,0-18 529 0 0,-1 28-628 0 0,-1 27 110 0 0,5 66 0 0 0,0-17-170 0 0,-2-6-478 0 0,0-7-769 0 0,-9 87 0 0 0,7-151 1221 0 0,0 0 0 0 0,0 0-1 0 0,0 0 1 0 0,-1 0-1 0 0,0 0 1 0 0,0 0 0 0 0,0-1-1 0 0,0 1 1 0 0,-1-1 0 0 0,0 1-1 0 0,1-1 1 0 0,-2 0 0 0 0,1 0-1 0 0,0 0 1 0 0,-1 0 0 0 0,-6 4-1 0 0,7-6 65 0 0,-2-1 26 0 0,2-1-37 0 0,-1 0 1 0 0,0 0 0 0 0,0 0 0 0 0,1 0 0 0 0,-1-1 0 0 0,0 0 0 0 0,1 0 0 0 0,-1 0 0 0 0,1 0 0 0 0,-1 0 0 0 0,1-1 0 0 0,-1 1-1 0 0,1-1 1 0 0,0 0 0 0 0,-6-4 0 0 0,4 1-30 0 0,-1 0 0 0 0,1 0 0 0 0,0 0-1 0 0,1 0 1 0 0,-1-1 0 0 0,1 0 0 0 0,0 0-1 0 0,1 0 1 0 0,-1 0 0 0 0,1-1 0 0 0,0 1-1 0 0,1-1 1 0 0,0 0 0 0 0,0 1 0 0 0,0-1-1 0 0,1 0 1 0 0,0 0 0 0 0,0-1 0 0 0,1 1-1 0 0,0 0 1 0 0,0 0 0 0 0,0 0 0 0 0,3-9 0 0 0,0 3-180 0 0,0 0 1 0 0,1 0 0 0 0,1 0-1 0 0,0 1 1 0 0,1 0 0 0 0,0 0 0 0 0,1 0-1 0 0,0 1 1 0 0,1 0 0 0 0,1 0 0 0 0,13-14-1 0 0,1 3-1133 0 0,48-36 0 0 0,-4 12-3281 0 0,-49 33 1086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20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88 2300 0 0,'0'-4'1547'0'0,"4"-13"6064"0"0,-1 20-7518 0 0,0 0-70 0 0,-1 1 0 0 0,1-1-1 0 0,-1 0 1 0 0,1 1 0 0 0,-1 0 0 0 0,-1 0 0 0 0,1-1 0 0 0,0 1-1 0 0,-1 0 1 0 0,0 0 0 0 0,0 0 0 0 0,0 1 0 0 0,0 3-1 0 0,6 65 631 0 0,-7-68 83 0 0,0-1-531 0 0,0 14-10 0 0,0-14 549 0 0,-1-7-716 0 0,-4-10-75 0 0,4 10 40 0 0,0-1 23 0 0,-1-14-20 0 0,2 14-18 0 0,0-1 4 0 0,-1-3-49 0 0,1 0 0 0 0,0 0 0 0 0,0-1 0 0 0,1 1 0 0 0,1 0 0 0 0,-1 0 1 0 0,5-12-1 0 0,-5 16 21 0 0,1 0 0 0 0,0 0 0 0 0,0 1 0 0 0,1-1 0 0 0,-1 0 0 0 0,1 1 0 0 0,0-1 0 0 0,-1 1 0 0 0,2 0 0 0 0,-1 0 0 0 0,0 0 0 0 0,1 1 0 0 0,-1-1 0 0 0,1 1 0 0 0,0 0 0 0 0,4-3 1 0 0,-5 4-3 0 0,2 1 16 0 0,12 0 3 0 0,-13 0-46 0 0,1 1-112 0 0,-2 1 191 0 0,1 0-1 0 0,0 0 0 0 0,-1 0 0 0 0,1 0 1 0 0,-1 0-1 0 0,0 1 0 0 0,1-1 0 0 0,-1 1 1 0 0,0 0-1 0 0,-1 0 0 0 0,1 0 0 0 0,-1 1 1 0 0,1-1-1 0 0,2 6 0 0 0,-1-1 51 0 0,-1 0 0 0 0,0 0 0 0 0,0 0 0 0 0,-1 1 0 0 0,3 14 0 0 0,-4-19 159 0 0,-1 1-69 0 0,0 11 17 0 0,0-12 981 0 0,6-23-1227 0 0,-1 2-95 0 0,0-1 92 0 0,1 1-1 0 0,0-1 1 0 0,12-19 0 0 0,-15 32 81 0 0,0 0 1 0 0,1 0-1 0 0,-1 1 1 0 0,1-1-1 0 0,1 1 1 0 0,-1 0-1 0 0,0 0 1 0 0,1 0-1 0 0,0 1 1 0 0,0-1-1 0 0,0 1 1 0 0,0 0-1 0 0,7-2 1 0 0,-9 4-34 0 0,1 1-4 0 0,0 0 43 0 0,-1 0 1 0 0,0 0-1 0 0,0 1 0 0 0,0-1 0 0 0,0 1 1 0 0,1 0-1 0 0,-1 0 0 0 0,0 0 1 0 0,0 0-1 0 0,-1 1 0 0 0,1-1 1 0 0,0 1-1 0 0,0 0 0 0 0,-1-1 0 0 0,1 1 1 0 0,-1 1-1 0 0,1-1 0 0 0,-1 0 1 0 0,3 4-1 0 0,2 6-25 0 0,0 0-1 0 0,0 1 1 0 0,-2 0 0 0 0,1 0 0 0 0,-1 0-1 0 0,3 19 1 0 0,-7-31 18 0 0,0 2-191 0 0,-1 1-17 0 0,3 13-179 0 0,-2-13-112 0 0,4 11-1381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20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26 126 3480 0 0,'-3'-24'2641'0'0,"0"0"-1"0"0,-9-33 1 0 0,11 54-2125 0 0,-6-15 1897 0 0,68 355-1703 0 0,-60-331-804 0 0,1 0 0 0 0,0 0 1 0 0,0 0-1 0 0,1 0 1 0 0,-1 0-1 0 0,1 0 0 0 0,0-1 1 0 0,6 7-1 0 0,-7-10 57 0 0,13-18-5 0 0,13-71 460 0 0,-14 51-371 0 0,-11 32-46 0 0,-1 0-15 0 0,-1 4 13 0 0,-1 0 0 0 0,0 0 1 0 0,1 0-1 0 0,-1 0 1 0 0,0 0-1 0 0,1 0 0 0 0,-1 0 1 0 0,0 0-1 0 0,1 0 1 0 0,-1 0-1 0 0,0-1 0 0 0,1 1 1 0 0,-1 0-1 0 0,0 0 1 0 0,0 0-1 0 0,1 0 0 0 0,-1-1 1 0 0,0 1-1 0 0,0 0 1 0 0,1 0-1 0 0,-1-1 0 0 0,0 1 1 0 0,0 0-1 0 0,1 0 1 0 0,-1-1-1 0 0,0 1 0 0 0,0 0 1 0 0,0-1-1 0 0,0 1 1 0 0,1-1-5 0 0,-1 0 0 0 0,1 0 0 0 0,-1 1 0 0 0,0-1 0 0 0,1 1 0 0 0,-1-1 0 0 0,1 0 0 0 0,0 1 1 0 0,-1-1-1 0 0,1 1 0 0 0,-1-1 0 0 0,1 1 0 0 0,0-1 0 0 0,0 1 0 0 0,-1 0 0 0 0,1-1 0 0 0,0 1 0 0 0,-1 0 1 0 0,3-1-1 0 0,0 0 3 0 0,1 0 1 0 0,0 1 0 0 0,0-1-1 0 0,0 1 1 0 0,-1 0-1 0 0,1 0 1 0 0,0 0 0 0 0,0 1-1 0 0,0-1 1 0 0,0 1 0 0 0,-1 0-1 0 0,1 0 1 0 0,0 0-1 0 0,-1 1 1 0 0,1-1 0 0 0,-1 1-1 0 0,1 0 1 0 0,-1 0 0 0 0,0 0-1 0 0,0 0 1 0 0,0 1-1 0 0,0-1 1 0 0,0 1 0 0 0,0 0-1 0 0,-1-1 1 0 0,1 1 0 0 0,-1 1-1 0 0,0-1 1 0 0,0 0-1 0 0,0 0 1 0 0,1 5 0 0 0,-1-5 20 0 0,-1 1 0 0 0,0-1 0 0 0,0 0 0 0 0,0 1 0 0 0,-1-1 0 0 0,1 1 0 0 0,-1-1 0 0 0,0 1 0 0 0,0-1 0 0 0,0 1 0 0 0,0 0 0 0 0,-1-1 0 0 0,1 1 0 0 0,-1-1 0 0 0,-2 5 0 0 0,-15 36 105 0 0,17-42-127 0 0,-5 5-20 0 0,1 1 1 0 0,-1-1-1 0 0,-1 1 0 0 0,0-2 0 0 0,0 1 1 0 0,0-1-1 0 0,0 0 0 0 0,-1 0 0 0 0,-11 5 1 0 0,16-9-59 0 0,0 0-178 0 0,-2-1-119 0 0,-11 2-144 0 0,12-3-97 0 0,-3-3-386 0 0,7 3 893 0 0,-1 0-1 0 0,0 0 1 0 0,1 0-1 0 0,-1 0 0 0 0,1 0 1 0 0,-1-1-1 0 0,0 1 1 0 0,1 0-1 0 0,-1 0 0 0 0,1 0 1 0 0,-1-1-1 0 0,0 1 0 0 0,1 0 1 0 0,-1-1-1 0 0,1 1 1 0 0,-1 0-1 0 0,1-1 0 0 0,-1 1 1 0 0,1-1-1 0 0,0 1 1 0 0,-1-1-1 0 0,1 1 0 0 0,-1-1 1 0 0,0 0-1 0 0,0-1-368 0 0,-4-7 90 0 0,5-2-3007 0 0,4-6-1222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21.2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24 3500 0 0,'0'0'3323'0'0,"2"-3"-2044"0"0,4-1 2397 0 0,-5 8-1684 0 0,-11 25-1204 0 0,-9 28-582 0 0,18-50-199 0 0,0 0 0 0 0,0 0 0 0 0,1 1 0 0 0,0-1 0 0 0,0 0 0 0 0,1 0 0 0 0,0 0 0 0 0,3 13 0 0 0,-3-16-72 0 0,1 0-1 0 0,-1-1 1 0 0,1 1-1 0 0,0-1 0 0 0,0 1 1 0 0,0-1-1 0 0,0 0 1 0 0,1 0-1 0 0,-1 0 0 0 0,1 0 1 0 0,0 0-1 0 0,0 0 1 0 0,0-1-1 0 0,0 1 0 0 0,1-1 1 0 0,-1 0-1 0 0,6 2 1 0 0,-6-2-75 0 0,20 3-88 0 0,-18-3 194 0 0,0-3 44 0 0,14-1 25 0 0,-14 2 60 0 0,0-2 59 0 0,-1 1-40 0 0,0 0 0 0 0,0-1 0 0 0,0 0 1 0 0,-1 1-1 0 0,1-1 0 0 0,0-1 0 0 0,-1 1 1 0 0,1 0-1 0 0,-1-1 0 0 0,0 0 1 0 0,0 0-1 0 0,0 0 0 0 0,0 0 0 0 0,0 0 1 0 0,-1 0-1 0 0,0-1 0 0 0,1 1 0 0 0,-1-1 1 0 0,0 0-1 0 0,-1 0 0 0 0,1 0 1 0 0,-1 0-1 0 0,0 0 0 0 0,0 0 0 0 0,0 0 1 0 0,0 0-1 0 0,0-8 0 0 0,-1 3 27 0 0,-1-1 1 0 0,0 0-1 0 0,0 1 0 0 0,-1-1 1 0 0,-3-12-1 0 0,3 18-162 0 0,0-1 0 0 0,0 0 0 0 0,0 1 0 0 0,0-1 0 0 0,-1 1 0 0 0,1 0 0 0 0,-1 0 0 0 0,0 0 0 0 0,-1 0-1 0 0,1 1 1 0 0,-1-1 0 0 0,1 1 0 0 0,-1 0 0 0 0,-6-4 0 0 0,-26-9-1452 0 0,32 15 666 0 0,-2 1-112 0 0,2 0 604 0 0,2 0 168 0 0,1 1 0 0 0,-1-1-1 0 0,0 0 1 0 0,1 0-1 0 0,-1 0 1 0 0,0 0 0 0 0,1 0-1 0 0,-1 0 1 0 0,0 0 0 0 0,1-1-1 0 0,-1 1 1 0 0,-1-2-1 0 0,-15 14-3860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21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14 443 3256 0 0,'0'0'1625'0'0,"5"0"-189"0"0,-3-1-1126 0 0,0 1 0 0 0,0 0 0 0 0,1-1 1 0 0,-1 1-1 0 0,0-1 0 0 0,0 0 0 0 0,0 0 0 0 0,0 0 1 0 0,0 0-1 0 0,0 0 0 0 0,0 0 0 0 0,0-1 1 0 0,-1 1-1 0 0,1-1 0 0 0,2-1 0 0 0,-2 0 476 0 0,0-2-212 0 0,6-14-138 0 0,0-2 0 0 0,-2 1 1 0 0,0-1-1 0 0,5-42 0 0 0,-6 31-369 0 0,-2 14-51 0 0,0 0 1 0 0,-1-1-1 0 0,-1 1 0 0 0,-1 0 0 0 0,0-1 1 0 0,-5-25-1 0 0,-1 3-83 0 0,5 35 49 0 0,-6-6-20 0 0,0-2 26 0 0,6 10 10 0 0,-2 2 22 0 0,3 1-15 0 0,-1 0 0 0 0,1 1 0 0 0,-1-1 1 0 0,1 1-1 0 0,-1-1 0 0 0,0 0 0 0 0,1 1 0 0 0,-1-1 1 0 0,0 1-1 0 0,1 0 0 0 0,-1-1 0 0 0,0 1 0 0 0,0 0 1 0 0,1-1-1 0 0,-1 1 0 0 0,0 0 0 0 0,0 0 0 0 0,0 0 1 0 0,1-1-1 0 0,-1 1 0 0 0,0 0 0 0 0,0 0 0 0 0,0 0 1 0 0,1 0-1 0 0,-1 1 0 0 0,0-1 0 0 0,0 0 0 0 0,0 0 1 0 0,1 0-1 0 0,-1 1 0 0 0,0-1 0 0 0,0 0 0 0 0,1 1 1 0 0,-1-1-1 0 0,0 0 0 0 0,1 1 0 0 0,-1-1 1 0 0,0 1-1 0 0,1 0 0 0 0,-1-1 0 0 0,0 1 0 0 0,1-1 1 0 0,-1 1-1 0 0,1 0 0 0 0,0-1 0 0 0,-1 1 0 0 0,1 0 1 0 0,-1 0-1 0 0,1-1 0 0 0,0 1 0 0 0,-1 1 0 0 0,-6 12 20 0 0,0 1 0 0 0,1 1 1 0 0,0-1-1 0 0,1 1 0 0 0,1 0 0 0 0,0 0 0 0 0,2 0 0 0 0,0 0 0 0 0,0 1 0 0 0,2-1 0 0 0,0 1 0 0 0,0-1 0 0 0,2 1 0 0 0,0-1 0 0 0,6 21 0 0 0,-6-30-328 0 0,-1 0 0 0 0,2-1 0 0 0,-1 1 0 0 0,1-1 0 0 0,0 1 0 0 0,0-1 0 0 0,1 0 0 0 0,0 0 0 0 0,0 0 0 0 0,0-1 0 0 0,1 0 0 0 0,0 1 0 0 0,0-2 0 0 0,0 1 0 0 0,0 0 0 0 0,1-1 0 0 0,0 0 0 0 0,0-1 0 0 0,0 1 0 0 0,0-1 0 0 0,1 0 0 0 0,-1 0 0 0 0,9 1 0 0 0,-9-1-182 0 0,-3-2 167 0 0,-1 0 0 0 0,0 0 1 0 0,0 0-1 0 0,1-1 0 0 0,-1 1 1 0 0,1-1-1 0 0,-1 0 0 0 0,0 1 1 0 0,1-1-1 0 0,3 0 0 0 0,27 1-3946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21.8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11 3928 0 0,'-3'-2'1395'0'0,"1"1"-1048"0"0,-1 0-1 0 0,1-1 1 0 0,-1 1 0 0 0,1 0-1 0 0,-1 1 1 0 0,1-1 0 0 0,-1 0-1 0 0,0 1 1 0 0,1-1 0 0 0,-1 1-1 0 0,0 0 1 0 0,-5 0 0 0 0,3 1-236 0 0,-1 1 1 0 0,1-1 0 0 0,0 1 0 0 0,-1 0-1 0 0,1 0 1 0 0,0 0 0 0 0,0 1-1 0 0,-5 3 1 0 0,6-3-18 0 0,1 1-1 0 0,-1-1 1 0 0,1 1-1 0 0,0 0 1 0 0,0 0-1 0 0,1 0 1 0 0,-1 1 0 0 0,1-1-1 0 0,0 0 1 0 0,0 1-1 0 0,-3 9 1 0 0,4-10-8 0 0,1 2-12 0 0,1 0-53 0 0,0 0 0 0 0,0 0 0 0 0,1 0 0 0 0,-1 0 0 0 0,1 0 0 0 0,0 0 0 0 0,1 0 0 0 0,0 0 0 0 0,-1-1 0 0 0,2 1 0 0 0,6 8 0 0 0,74 74 293 0 0,-82-85-202 0 0,-1 1 101 0 0,-1-3-208 0 0,1 1-1 0 0,-1 0 1 0 0,0-1-1 0 0,0 1 1 0 0,0 0-1 0 0,0 0 1 0 0,0-1 0 0 0,0 1-1 0 0,0 0 1 0 0,0-1-1 0 0,-1 1 1 0 0,1 0-1 0 0,-1 0 1 0 0,1-1-1 0 0,-1 1 1 0 0,0-1-1 0 0,0 1 1 0 0,1-1 0 0 0,-1 1-1 0 0,-1 1 1 0 0,-1 0-48 0 0,0 0 1 0 0,0-1 0 0 0,0 1 0 0 0,0 0-1 0 0,-1-1 1 0 0,1 0 0 0 0,-1 0-1 0 0,-5 3 1 0 0,-6 1-868 0 0,0 0 0 0 0,-1-1 0 0 0,-27 4 0 0 0,13-3-2431 0 0,-7 1-2362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39.7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45 3504 0 0,'3'-11'261'0'0,"3"-23"10131"0"0,-6 39-10116 0 0,0 12-56 0 0,0-13-27 0 0,0 2 8 0 0,0 169 875 0 0,-2-122-958 0 0,0 61-410 0 0,2-110-115 0 0,0 0-112 0 0,-1 14-85 0 0,0-14-74 0 0,10 7-3673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0.0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181 6 2128 0 0,'-4'-1'1197'0'0,"-5"0"-803"0"0,0 0 0 0 0,0 1 0 0 0,0-1 0 0 0,0 2 0 0 0,0 0 0 0 0,0 0 0 0 0,0 0 0 0 0,0 1 0 0 0,1 0 0 0 0,-1 1 0 0 0,1 0-1 0 0,-1 1 1 0 0,1-1 0 0 0,0 1 0 0 0,0 1 0 0 0,-9 6 0 0 0,14-9-148 0 0,-14 15 880 0 0,22-8-956 0 0,-5-9-166 0 0,0 1 0 0 0,0 0 1 0 0,0-1-1 0 0,1 1 0 0 0,-1-1 1 0 0,0 1-1 0 0,0-1 0 0 0,0 1 1 0 0,1-1-1 0 0,-1 1 0 0 0,0-1 1 0 0,0 0-1 0 0,1 1 0 0 0,-1-1 1 0 0,0 1-1 0 0,1-1 0 0 0,-1 0 1 0 0,0 1-1 0 0,1-1 0 0 0,-1 0 1 0 0,1 1-1 0 0,-1-1 0 0 0,1 0 1 0 0,-1 1-1 0 0,1-1 0 0 0,-1 0 0 0 0,1 0 1 0 0,-1 0-1 0 0,1 0 0 0 0,-1 1 1 0 0,1-1-1 0 0,-1 0 0 0 0,1 0 1 0 0,0 0-1 0 0,24 1 89 0 0,1-1 0 0 0,-1-1 0 0 0,43-8 0 0 0,82-23 33 0 0,-58 11-96 0 0,-66 15-196 0 0,59-8-2177 0 0,-81 13 1127 0 0,1 2-281 0 0,12 0-1078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0.4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18 1688 0 0,'0'0'962'0'0,"-3"2"-141"0"0,-9 7-103 0 0,8-7-43 0 0,1 0-64 0 0,-11 8-79 0 0,11-7-58 0 0,-23 17 1185 0 0,20-14 1852 0 0,9 1-2834 0 0,-3-6-657 0 0,0 0-1 0 0,0-1 1 0 0,0 1-1 0 0,0-1 1 0 0,0 1 0 0 0,0-1-1 0 0,0 1 1 0 0,0-1-1 0 0,1 1 1 0 0,-1-1-1 0 0,0 1 1 0 0,0-1 0 0 0,1 1-1 0 0,-1-1 1 0 0,0 1-1 0 0,1-1 1 0 0,-1 0-1 0 0,0 1 1 0 0,1-1 0 0 0,-1 1-1 0 0,0-1 1 0 0,1 0-1 0 0,-1 1 1 0 0,1-1-1 0 0,-1 0 1 0 0,1 0 0 0 0,-1 1-1 0 0,1-1 1 0 0,-1 0-1 0 0,1 0 1 0 0,0 1 0 0 0,44-1 353 0 0,-1-1 0 0 0,1-2 0 0 0,51-11 0 0 0,-63 9-350 0 0,143-29-2044 0 0,-61 4-5522 0 0,-94 25 2677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1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41 425 3528 0 0,'0'0'9770'0'0,"0"-3"-9666"0"0,1 0-90 0 0,16-52 139 0 0,9-57-1 0 0,-22 90-209 0 0,-2 0 1 0 0,0 0 0 0 0,-2 0 0 0 0,0 0-1 0 0,-2-1 1 0 0,-4-27 0 0 0,-6-15 11 0 0,12 62 60 0 0,-3 5-21 0 0,-2 3 7 0 0,1 0-1 0 0,0 1 1 0 0,0-1-1 0 0,0 1 1 0 0,1 0-1 0 0,0 0 0 0 0,0 1 1 0 0,0-1-1 0 0,1 0 1 0 0,0 1-1 0 0,-2 10 1 0 0,-13 82 61 0 0,16-96-54 0 0,-4 37 4 0 0,-1 40-1 0 0,6-69-13 0 0,0 1 0 0 0,1-1 0 0 0,1 0 0 0 0,0 1 0 0 0,0-1 0 0 0,1 0 0 0 0,8 20 0 0 0,-6-23 21 0 0,15 16-4 0 0,-13-21-18 0 0,-3-1 2 0 0,-1-1-22 0 0,0 1 1 0 0,0-1-1 0 0,0 0 1 0 0,1 0-1 0 0,-1 0 1 0 0,0 0-1 0 0,0-1 0 0 0,1 1 1 0 0,-1-1-1 0 0,0 0 1 0 0,1 0-1 0 0,-1 0 1 0 0,0 0-1 0 0,1-1 0 0 0,-1 1 1 0 0,5-2-1 0 0,41-18-291 0 0,-44 18 300 0 0,3-3-119 0 0,-1 0 1 0 0,1 0-1 0 0,-1-1 1 0 0,0 0-1 0 0,0 0 0 0 0,0-1 1 0 0,-1 0-1 0 0,0 0 1 0 0,0 0-1 0 0,-1-1 1 0 0,0 1-1 0 0,-1-1 0 0 0,1-1 1 0 0,-1 1-1 0 0,-1-1 1 0 0,0 1-1 0 0,0-1 0 0 0,2-11 1 0 0,-4 16 21 0 0,2-16-29 0 0,-2 15 1414 0 0,-4 7-1086 0 0,0 1-145 0 0,0 0 1 0 0,0 0 0 0 0,0 0 0 0 0,1 1-1 0 0,-1-1 1 0 0,1 1 0 0 0,0-1-1 0 0,0 1 1 0 0,0 0 0 0 0,0 0 0 0 0,1 0-1 0 0,-1 0 1 0 0,1 0 0 0 0,0 0-1 0 0,0 0 1 0 0,1 0 0 0 0,-1 5 0 0 0,-3 11-8 0 0,3-16-173 0 0,1 1 149 0 0,-1 14 42 0 0,0-14 4 0 0,3 18 67 0 0,-2-23-124 0 0,0 0 1 0 0,1 0-1 0 0,-1 0 0 0 0,0 0 0 0 0,0 0 0 0 0,1 1 0 0 0,-1-1 1 0 0,0 0-1 0 0,0 0 0 0 0,1 0 0 0 0,-1 0 0 0 0,0 0 1 0 0,0 1-1 0 0,1-1 0 0 0,-1 0 0 0 0,0 0 0 0 0,0 0 0 0 0,0 1 1 0 0,1-1-1 0 0,-1 0 0 0 0,0 0 0 0 0,0 1 0 0 0,0-1 1 0 0,0 0-1 0 0,0 0 0 0 0,0 1 0 0 0,0-1 0 0 0,1 0 1 0 0,-1 1-1 0 0,0-1 0 0 0,0 0 0 0 0,0 0 0 0 0,0 1 0 0 0,0 0 1 0 0,0-1-1 0 0,0 1 0 0 0,0 0 0 0 0,0-1 0 0 0,1 1 0 0 0,-1 0 0 0 0,0-1 1 0 0,0 1-1 0 0,1-1 0 0 0,-1 1 0 0 0,0-1 0 0 0,1 1 0 0 0,-1 0 0 0 0,1-1 1 0 0,-1 1-1 0 0,1-1 0 0 0,-1 0 0 0 0,1 1 0 0 0,-1-1 0 0 0,1 1 0 0 0,-1-1 1 0 0,1 0-1 0 0,-1 0 0 0 0,1 1 0 0 0,1-1 0 0 0,1 1 2 0 0,0-1 0 0 0,1 1 0 0 0,-1-1 0 0 0,0 0 0 0 0,0 0 0 0 0,1 0 0 0 0,-1-1 0 0 0,0 1 0 0 0,0-1 0 0 0,1 0 0 0 0,-1 0 0 0 0,0 0 0 0 0,0 0 0 0 0,0 0 0 0 0,3-3-1 0 0,-3 3-3 0 0,-3 0 2 0 0,0 1 1 0 0,0-1-1 0 0,1 1 0 0 0,-1-1 0 0 0,0 1 1 0 0,0-1-1 0 0,0 1 0 0 0,1-1 0 0 0,-1 1 1 0 0,0-1-1 0 0,1 1 0 0 0,-1-1 1 0 0,1 1-1 0 0,-1 0 0 0 0,0-1 0 0 0,1 1 1 0 0,-1 0-1 0 0,1-1 0 0 0,-1 1 0 0 0,1 0 1 0 0,-1 0-1 0 0,1-1 0 0 0,12-10 46 0 0,-10 7-23 0 0,-1-1 0 0 0,1 0 1 0 0,-1 0-1 0 0,0 0 0 0 0,0 0 0 0 0,-1-1 0 0 0,1 1 1 0 0,-1 0-1 0 0,0-1 0 0 0,-1 1 0 0 0,1-1 0 0 0,-1 1 0 0 0,0-1 1 0 0,-1 1-1 0 0,1-1 0 0 0,-1 1 0 0 0,0 0 0 0 0,0-1 0 0 0,-1 1 1 0 0,0 0-1 0 0,0 0 0 0 0,-4-9 0 0 0,5 12-27 0 0,0 1 0 0 0,1-1 0 0 0,-1 1 0 0 0,0 0 0 0 0,0 0 0 0 0,0-1 0 0 0,1 1 0 0 0,-2 0 0 0 0,1 0 0 0 0,0 0 0 0 0,0 0 0 0 0,0 0 0 0 0,0 0 0 0 0,-1 0 0 0 0,1 0 0 0 0,0 1 1 0 0,-1-1-1 0 0,1 0 0 0 0,0 1 0 0 0,-1-1 0 0 0,1 1 0 0 0,-1-1 0 0 0,1 1 0 0 0,-1 0 0 0 0,1 0 0 0 0,-1 0 0 0 0,0 0 0 0 0,-2 0 0 0 0,2 1-101 0 0,-1 0 0 0 0,1 0 0 0 0,0 0 0 0 0,-1 1-1 0 0,1-1 1 0 0,0 1 0 0 0,0 0 0 0 0,0-1 0 0 0,0 1 0 0 0,0 0 0 0 0,0 0 0 0 0,1 0 0 0 0,-1 0 0 0 0,1 0 0 0 0,-1 1 0 0 0,1-1 0 0 0,0 0 0 0 0,0 1 0 0 0,0-1 0 0 0,-1 4 0 0 0,-3 7-586 0 0,4-10-214 0 0,1 1-196 0 0,-3 14-308 0 0,2-14-1047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2.1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4340 0 0,'0'0'3467'0'0,"2"-2"-2645"0"0,-2 1-749 0 0,0 1-1 0 0,1-1 0 0 0,-1 1 0 0 0,0-1 0 0 0,0 1 0 0 0,1-1 0 0 0,-1 1 0 0 0,0-1 0 0 0,1 1 0 0 0,-1-1 0 0 0,0 1 0 0 0,1 0 0 0 0,-1-1 0 0 0,1 1 1 0 0,-1 0-1 0 0,1-1 0 0 0,-1 1 0 0 0,1 0 0 0 0,-1 0 0 0 0,1-1 0 0 0,-1 1 0 0 0,1 0 0 0 0,-1 0 0 0 0,1 0 0 0 0,-1 0 0 0 0,1 0 0 0 0,-1 0 0 0 0,1 0 1 0 0,-1 0-1 0 0,1 0 0 0 0,0 0 0 0 0,-1 0 0 0 0,1 0 0 0 0,-1 0 0 0 0,1 0 0 0 0,-1 0 0 0 0,1 1 0 0 0,-1-1 0 0 0,1 0 0 0 0,-1 0 0 0 0,1 1 0 0 0,-1-1 1 0 0,1 0-1 0 0,-1 1 0 0 0,0-1 0 0 0,1 0 0 0 0,-1 1 0 0 0,1-1 0 0 0,-1 1 0 0 0,0-1 0 0 0,1 1 0 0 0,2 2 157 0 0,20 32 428 0 0,51 100-1480 0 0,-72-132 271 0 0,-2-3 525 0 0,0 0 0 0 0,1 0 0 0 0,-1 0 0 0 0,0 0 0 0 0,1 0 1 0 0,-1 0-1 0 0,0 1 0 0 0,0-1 0 0 0,1 0 0 0 0,-1 0 0 0 0,0 0 0 0 0,0 1 1 0 0,1-1-1 0 0,-1 0 0 0 0,0 0 0 0 0,0 1 0 0 0,1-1 0 0 0,-1 0 0 0 0,0 0 1 0 0,0 1-1 0 0,0-1 0 0 0,0 0 0 0 0,0 1 0 0 0,1-1 0 0 0,-1 0 0 0 0,0 1 1 0 0,0-1-1 0 0,0 0 0 0 0,0 1 0 0 0,0 0-118 0 0,0 0 0 0 0,1-1 0 0 0,-1 1 0 0 0,0 0 0 0 0,0 0 0 0 0,1-1 0 0 0,-1 1 0 0 0,1 0 0 0 0,-1 0 0 0 0,1-1 0 0 0,-1 1 0 0 0,1-1 0 0 0,-1 1 0 0 0,1 0 0 0 0,0-1 0 0 0,-1 1 0 0 0,1-1 0 0 0,1 1 0 0 0,9 4-689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2.3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3 2720 0 0,'0'0'6217'0'0,"-3"-1"-5676"0"0,2 0-492 0 0,0 1 0 0 0,-1 0 0 0 0,1 0 1 0 0,-1 0-1 0 0,1 0 0 0 0,0 0 0 0 0,-1 0 1 0 0,1 0-1 0 0,0 0 0 0 0,-1 0 0 0 0,1 1 1 0 0,0-1-1 0 0,-1 1 0 0 0,1-1 0 0 0,0 1 1 0 0,-1-1-1 0 0,1 1 0 0 0,0 0 0 0 0,0-1 1 0 0,0 1-1 0 0,0 0 0 0 0,0 0 0 0 0,0 0 1 0 0,0 0-1 0 0,0 0 0 0 0,0 0 0 0 0,0 0 1 0 0,-1 2-1 0 0,-29 46 239 0 0,25-39-236 0 0,-6 14-67 0 0,0 0 0 0 0,1 1 0 0 0,2 0 0 0 0,-8 32 0 0 0,16-53-185 0 0,1 0-344 0 0,0 19-1132 0 0,20-13-1310 0 0,-15-12 863 0 0,19-7-1479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2.8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1 127 3032 0 0,'0'0'6524'0'0,"3"1"-6157"0"0,-1 0-286 0 0,0-1-1 0 0,-1 1 1 0 0,1 0 0 0 0,-1 0-1 0 0,1 0 1 0 0,-1 0 0 0 0,1 0-1 0 0,-1 0 1 0 0,0 0 0 0 0,1 0-1 0 0,-1 0 1 0 0,0 1 0 0 0,0-1-1 0 0,0 0 1 0 0,0 1 0 0 0,0-1-1 0 0,1 3 1 0 0,-1-1 513 0 0,-1-3-585 0 0,0 1-1 0 0,1-1 1 0 0,-1 1 0 0 0,0-1-1 0 0,0 0 1 0 0,0 1 0 0 0,1-1-1 0 0,-1 1 1 0 0,0-1 0 0 0,1 0-1 0 0,-1 1 1 0 0,0-1 0 0 0,1 0-1 0 0,-1 1 1 0 0,1-1-1 0 0,-1 0 1 0 0,0 1 0 0 0,1-1-1 0 0,-1 0 1 0 0,1 0 0 0 0,-1 0-1 0 0,1 0 1 0 0,-1 1 0 0 0,1-1-1 0 0,-1 0 1 0 0,1 0 0 0 0,-1 0-1 0 0,0 0 1 0 0,1 0 0 0 0,-1 0-1 0 0,1 0 1 0 0,-1 0-1 0 0,1 0 1 0 0,-1 0 0 0 0,1-1-1 0 0,-1 1 1 0 0,1 0 0 0 0,19-4 142 0 0,-19 4-165 0 0,2-2 120 0 0,1 0-89 0 0,4-2-8 0 0,-3 2-7 0 0,0-1-1 0 0,0 0 0 0 0,0 0 0 0 0,0-1 1 0 0,-1 1-1 0 0,1-1 0 0 0,-1 0 1 0 0,0 0-1 0 0,0-1 0 0 0,-1 1 0 0 0,1-1 1 0 0,-1 0-1 0 0,5-8 0 0 0,-6 9-12 0 0,0 0 1 0 0,0 0-1 0 0,-1-1 0 0 0,1 1 1 0 0,-1 0-1 0 0,2-9 0 0 0,-2 9 13 0 0,-1 0-24 0 0,0-1-18 0 0,-2-12 32 0 0,2 13-4 0 0,-1 4 12 0 0,1 0-1 0 0,-1 0 1 0 0,1 0-1 0 0,0-1 1 0 0,-1 1-1 0 0,1 0 1 0 0,0 0-1 0 0,-1 0 1 0 0,1 0-1 0 0,0 0 1 0 0,-1-1-1 0 0,1 1 1 0 0,0 0-1 0 0,0 0 1 0 0,-1 0-1 0 0,1-1 1 0 0,0 1-1 0 0,-1 0 1 0 0,1-1-1 0 0,0 1 1 0 0,0 0-1 0 0,0 0 1 0 0,-1-1-1 0 0,1 1 1 0 0,0 0-1 0 0,0-1 1 0 0,0 0 1 0 0,-1 1 0 0 0,1-1 0 0 0,0 1 1 0 0,0-1-1 0 0,0 1 0 0 0,-1 0 0 0 0,1-1 0 0 0,0 1 0 0 0,-1 0 0 0 0,1-1 1 0 0,0 1-1 0 0,-1 0 0 0 0,1-1 0 0 0,0 1 0 0 0,-1 0 0 0 0,1 0 0 0 0,0-1 1 0 0,-1 1-1 0 0,1 0 0 0 0,-1 0 0 0 0,1 0 0 0 0,-1 0 0 0 0,1-1 0 0 0,0 1 1 0 0,-1 0-1 0 0,1 0 0 0 0,-1 0 0 0 0,1 0 0 0 0,-1 0 0 0 0,1 0 1 0 0,-1 0-1 0 0,1 0 0 0 0,-1 0 0 0 0,0 1 0 0 0,-5 0 11 0 0,0 0 0 0 0,0 1-1 0 0,-1 0 1 0 0,1 0 0 0 0,1 1-1 0 0,-1-1 1 0 0,0 1 0 0 0,1 1 0 0 0,-1-1-1 0 0,1 1 1 0 0,0 0 0 0 0,0 0-1 0 0,0 0 1 0 0,1 1 0 0 0,0 0 0 0 0,-1 0-1 0 0,2 0 1 0 0,-1 0 0 0 0,1 0-1 0 0,-6 11 1 0 0,7-11-6 0 0,-1 1 79 0 0,0-1 0 0 0,0 0 0 0 0,1 1-1 0 0,0 0 1 0 0,0 0 0 0 0,0-1 0 0 0,1 1-1 0 0,-1 0 1 0 0,2 0 0 0 0,-1 0 0 0 0,1 0-1 0 0,-1 1 1 0 0,2-1 0 0 0,-1 0 0 0 0,3 10-1 0 0,-2-11-37 0 0,1-1 0 0 0,0 1 0 0 0,0-1 0 0 0,0 0 0 0 0,1 1 0 0 0,0-1 0 0 0,-1 0 0 0 0,1-1 0 0 0,1 1 0 0 0,-1 0 0 0 0,0-1 0 0 0,1 0 0 0 0,0 0 0 0 0,0 0 0 0 0,5 3 0 0 0,-6-4-29 0 0,2-2-24 0 0,5-1-149 0 0,-1 0 1 0 0,1 0-1 0 0,-1-1 1 0 0,0-1-1 0 0,0 1 0 0 0,0-1 1 0 0,0-1-1 0 0,0 1 1 0 0,12-9-1 0 0,-6 3-1195 0 0,-1 0-1 0 0,0-1 1 0 0,-1-1-1 0 0,0 0 0 0 0,11-13 1 0 0,-11 8-3790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3.7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0 344 4828 0 0,'2'-3'1690'0'0,"7"-14"4902"0"0,2 0-4919 0 0,-6 10-1795 0 0,0-1-1 0 0,-1 1 1 0 0,0-1 0 0 0,5-11-1 0 0,-2-6 80 0 0,0-1 0 0 0,-2 0 0 0 0,-1 0 0 0 0,-1-1 0 0 0,0-37 0 0 0,-8 0 261 0 0,5 65-211 0 0,0-1-1 0 0,0 0 1 0 0,0 0 0 0 0,0 1 0 0 0,0-1 0 0 0,0 0 0 0 0,0 0 0 0 0,0 1 0 0 0,0-1 0 0 0,-1 0 0 0 0,1 0 0 0 0,0 1-1 0 0,0-1 1 0 0,0 0 0 0 0,0 0 0 0 0,-1 0 0 0 0,1 1 0 0 0,0-1 0 0 0,0 0 0 0 0,0 0 0 0 0,-1 0 0 0 0,1 0 0 0 0,0 0-1 0 0,0 1 1 0 0,0-1 0 0 0,-1 0 0 0 0,1 0 0 0 0,0 0 0 0 0,0 0 0 0 0,-1 0 0 0 0,1 0 0 0 0,0 0 0 0 0,0 0 0 0 0,-1 0 0 0 0,1 0-1 0 0,-1 0 1 0 0,1 0 2 0 0,-1 0-1 0 0,1 0 0 0 0,-1 1 1 0 0,0-1-1 0 0,1 0 0 0 0,-1 0 1 0 0,1 0-1 0 0,-1 1 0 0 0,0-1 0 0 0,1 0 1 0 0,-1 1-1 0 0,1-1 0 0 0,-1 1 1 0 0,1-1-1 0 0,-1 0 0 0 0,1 1 1 0 0,-1-1-1 0 0,1 1 0 0 0,0-1 1 0 0,-1 1-1 0 0,1-1 0 0 0,0 1 1 0 0,-1 0-1 0 0,1-1 0 0 0,0 1 0 0 0,0-1 1 0 0,-1 1-1 0 0,1 0 0 0 0,0-1 1 0 0,0 2-1 0 0,-6 30 233 0 0,1 0 1 0 0,-1 44-1 0 0,6-44-588 0 0,2 0 0 0 0,2 1-1 0 0,1-1 1 0 0,1 0 0 0 0,17 47 0 0 0,-22-75-289 0 0,7 11-419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4.6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10 410 2412 0 0,'-2'-3'1574'0'0,"-6"-22"4339"0"0,9 13-5796 0 0,18 5 429 0 0,72-19 260 0 0,-67 21-921 0 0,-1-2 0 0 0,34-13 0 0 0,-46 15-163 0 0,0-1 0 0 0,-1 0-1 0 0,1 0 1 0 0,-2-1 0 0 0,1 0 0 0 0,-1-1 0 0 0,0 0-1 0 0,0 0 1 0 0,-1-1 0 0 0,0 0 0 0 0,-1 0 0 0 0,0-1-1 0 0,0 0 1 0 0,9-21 0 0 0,-14 26 169 0 0,-1-1 1 0 0,0 1-1 0 0,0-1 1 0 0,0 0-1 0 0,-1 1 1 0 0,0-12-1 0 0,0 5-2 0 0,-3-46 73 0 0,2 54 278 0 0,0-1 48 0 0,-1-14 43 0 0,1 14 242 0 0,0 2-283 0 0,-2-7 930 0 0,-1 11-367 0 0,-4 22 55 0 0,-4 41-156 0 0,-10 237 1503 0 0,22-297-2176 0 0,1 0-73 0 0,-1-4-18 0 0,0 1 1 0 0,0-1-1 0 0,0 1 0 0 0,0-1 1 0 0,0 0-1 0 0,0 1 1 0 0,0-1-1 0 0,0 0 0 0 0,0 1 1 0 0,0-1-1 0 0,0 0 1 0 0,0 1-1 0 0,0-1 0 0 0,0 1 1 0 0,0-1-1 0 0,0 0 0 0 0,1 1 1 0 0,-1-1-1 0 0,0 0 1 0 0,0 1-1 0 0,0-1 0 0 0,1 0 1 0 0,-1 0-1 0 0,0 1 1 0 0,0-1-1 0 0,1 0 0 0 0,-1 0 1 0 0,0 1-1 0 0,0-1 0 0 0,1 0 1 0 0,-1 0-1 0 0,0 0 1 0 0,1 1-1 0 0,-1-1 0 0 0,0 0 1 0 0,1 0-1 0 0,-1 0 1 0 0,1 0-1 0 0,-1 0 0 0 0,0 0 1 0 0,1 0-1 0 0,-1 0 0 0 0,0 0 1 0 0,1 0-1 0 0,-1 0 1 0 0,0 0-1 0 0,1 0 0 0 0,-1 0 1 0 0,1 0-1 0 0,-1 0 1 0 0,0 0-1 0 0,1 0 0 0 0,-1-1 1 0 0,0 1-1 0 0,1 0 0 0 0,2-3-91 0 0,-1 1 0 0 0,1-1 0 0 0,-1 0 0 0 0,0 0-1 0 0,0 0 1 0 0,0 0 0 0 0,2-5 0 0 0,25-39-436 0 0,-28 44 506 0 0,8-6 25 0 0,-1-3 173 0 0,-6 11-110 0 0,0 0 0 0 0,0 0 0 0 0,0 0-1 0 0,0 0 1 0 0,0 0 0 0 0,0 0 0 0 0,0 1 0 0 0,0-1 0 0 0,0 1 0 0 0,0-1-1 0 0,1 1 1 0 0,-1 0 0 0 0,0 0 0 0 0,4 0 0 0 0,-1 0 104 0 0,-3 3 5 0 0,16 23 449 0 0,-16-23-489 0 0,10 17 33 0 0,-11-17-76 0 0,0 1-59 0 0,1 0 0 0 0,-1 0 0 0 0,1 0 0 0 0,0 0 0 0 0,1 0 0 0 0,-1-1 0 0 0,1 1 0 0 0,-1-1 0 0 0,1 0 0 0 0,3 3 0 0 0,-4-4-69 0 0,0-1 0 0 0,0 0 0 0 0,0 0 0 0 0,0 0 0 0 0,0 0 0 0 0,1 0 0 0 0,-1-1 0 0 0,0 1-1 0 0,0-1 1 0 0,0 1 0 0 0,1-1 0 0 0,-1 0 0 0 0,0 0 0 0 0,1 0 0 0 0,-1 0 0 0 0,0 0-1 0 0,1 0 1 0 0,-1-1 0 0 0,0 1 0 0 0,0-1 0 0 0,0 0 0 0 0,1 1 0 0 0,-1-1 0 0 0,3-2 0 0 0,3 0-81 0 0,1-1 1 0 0,-1 0 0 0 0,0 0 0 0 0,0-1 0 0 0,-1 0 0 0 0,1 0 0 0 0,-1-1 0 0 0,0 0 0 0 0,-1-1 0 0 0,8-8-1 0 0,5-10 123 0 0,-18 22 10 0 0,0 0 37 0 0,1-1 6 0 0,9-36 111 0 0,-11 36-96 0 0,-3-3-39 0 0,3 7-20 0 0,0-1 0 0 0,0 1 0 0 0,0 0 0 0 0,0-1 0 0 0,0 1 0 0 0,0-1 0 0 0,0 1-1 0 0,0 0 1 0 0,0-1 0 0 0,-1 1 0 0 0,1 0 0 0 0,0-1 0 0 0,0 1 0 0 0,0 0 0 0 0,0-1-1 0 0,-1 1 1 0 0,1 0 0 0 0,0-1 0 0 0,0 1 0 0 0,-1 0 0 0 0,1 0 0 0 0,0-1 0 0 0,0 1-1 0 0,-1 0 1 0 0,1 0 0 0 0,0-1 0 0 0,-1 1 0 0 0,1 0 0 0 0,0 0 0 0 0,-1 0 0 0 0,1 0 0 0 0,-1 0-1 0 0,1-1 1 0 0,0 1 0 0 0,-1 0 0 0 0,1 0 0 0 0,-1 0 0 0 0,-2 1 25 0 0,0 1 1 0 0,0-1 0 0 0,1 1-1 0 0,-1-1 1 0 0,0 1 0 0 0,1 0-1 0 0,-1 0 1 0 0,1 0-1 0 0,0 0 1 0 0,0 0 0 0 0,0 0-1 0 0,0 1 1 0 0,0-1 0 0 0,0 1-1 0 0,-2 4 1 0 0,3-4 65 0 0,0 1 15 0 0,0 0-36 0 0,1 0 0 0 0,0 1 0 0 0,0-1 0 0 0,0 0 0 0 0,1 0 0 0 0,-1 0 0 0 0,1 1 0 0 0,0-1 0 0 0,0 0 0 0 0,0 0 0 0 0,1 0 0 0 0,-1 0 0 0 0,1 0 0 0 0,0 0 0 0 0,0-1 0 0 0,1 1-1 0 0,-1-1 1 0 0,1 1 0 0 0,0-1 0 0 0,-1 0 0 0 0,1 0 0 0 0,1 0 0 0 0,-1 0 0 0 0,0-1 0 0 0,1 0 0 0 0,-1 1 0 0 0,5 1 0 0 0,-5-2-9 0 0,2-1-35 0 0,1 0-172 0 0,-1 0 0 0 0,1 0 1 0 0,0 0-1 0 0,-1-1 0 0 0,1 0 1 0 0,0 0-1 0 0,0 0 0 0 0,-1-1 1 0 0,1 0-1 0 0,0 0 0 0 0,-1-1 1 0 0,1 1-1 0 0,6-4 0 0 0,40-32-2420 0 0,-20 8-2741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5.7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0 3424 0 0,'0'0'8911'0'0,"0"6"-8501"0"0,-4 152 858 0 0,-8 122-2889 0 0,7-256 772 0 0,5-20 322 0 0,-1 0-896 0 0,0 0 1081 0 0,0 4 105 0 0,1-1-5158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6.0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94 3048 0 0,'1'-5'1042'0'0,"0"1"-856"0"0,-1-1 0 0 0,1 1 0 0 0,0 0 0 0 0,1 0 1 0 0,-1 0-1 0 0,1 0 0 0 0,0 0 0 0 0,0 1 0 0 0,0-1 1 0 0,0 0-1 0 0,1 1 0 0 0,-1 0 0 0 0,1-1 0 0 0,0 1 0 0 0,0 0 1 0 0,0 1-1 0 0,1-1 0 0 0,-1 0 0 0 0,1 1 0 0 0,-1 0 1 0 0,1 0-1 0 0,0 0 0 0 0,0 0 0 0 0,-1 0 0 0 0,2 1 0 0 0,-1 0 1 0 0,7-2-1 0 0,-3 2-51 0 0,0 0-1 0 0,0 0 1 0 0,0 1 0 0 0,0 0-1 0 0,0 0 1 0 0,0 0 0 0 0,0 2-1 0 0,0-1 1 0 0,0 1 0 0 0,-1 0-1 0 0,1 0 1 0 0,0 1 0 0 0,-1 0-1 0 0,1 0 1 0 0,-1 1 0 0 0,0 0-1 0 0,0 0 1 0 0,9 8 0 0 0,-14-10-118 0 0,0 0 1 0 0,0 0 0 0 0,0 0-1 0 0,-1 1 1 0 0,1-1-1 0 0,-1 1 1 0 0,1-1 0 0 0,-1 1-1 0 0,0-1 1 0 0,1 1-1 0 0,-1 0 1 0 0,-1 0 0 0 0,1-1-1 0 0,0 1 1 0 0,-1 0-1 0 0,1 0 1 0 0,-1 0 0 0 0,0 0-1 0 0,0 3 1 0 0,-1 0-9 0 0,0 0 0 0 0,0 0 0 0 0,0-1 1 0 0,0 1-1 0 0,-1-1 0 0 0,-3 7 0 0 0,0-2-310 0 0,0-1 0 0 0,-1 0-1 0 0,-1 0 1 0 0,0 0 0 0 0,0 0-1 0 0,0-1 1 0 0,-1 0 0 0 0,-1-1-1 0 0,1 0 1 0 0,-1 0-1 0 0,-14 7 1 0 0,22-13 90 0 0,0 0-1 0 0,-1 0 1 0 0,1 0 0 0 0,0 0-1 0 0,0-1 1 0 0,-1 1-1 0 0,1-1 1 0 0,-1 1 0 0 0,1-1-1 0 0,0 1 1 0 0,-1-1 0 0 0,1 0-1 0 0,-1 1 1 0 0,-1-1-1 0 0,-2 0-764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7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64 4380 0 0,'1'-9'1586'0'0,"0"-1"-1"0"0,0 0 0 0 0,1 0 1 0 0,3-12-1 0 0,-3 19-978 0 0,-2 4-589 0 0,-1 0 1 0 0,1 0-1 0 0,0-1 1 0 0,0 1-1 0 0,0 0 1 0 0,0-1-1 0 0,0 1 1 0 0,0 0-1 0 0,0 0 0 0 0,0-1 1 0 0,1 1-1 0 0,-1 0 1 0 0,0-1-1 0 0,0 1 1 0 0,0 0-1 0 0,1-1 1 0 0,-1 1-1 0 0,0 0 1 0 0,1 0-1 0 0,0 0 8 0 0,0 1 1 0 0,0 0-1 0 0,0-1 1 0 0,-1 1-1 0 0,1-1 0 0 0,-1 1 1 0 0,1 0-1 0 0,-1-1 0 0 0,1 1 1 0 0,-1 0-1 0 0,0-1 1 0 0,0 3-1 0 0,12 380 1217 0 0,-11-378-1289 0 0,-1-1 0 0 0,1 1 0 0 0,0-1 0 0 0,1 1 0 0 0,-1-1 0 0 0,1 1 0 0 0,0-1 0 0 0,1 0 1 0 0,-1 0-1 0 0,1 0 0 0 0,0 0 0 0 0,5 6 0 0 0,-6-9-361 0 0,3 0-42 0 0,0-1 218 0 0,1 0 0 0 0,0 0 0 0 0,-1 0 0 0 0,1-1 0 0 0,-1 0-1 0 0,1 0 1 0 0,0-1 0 0 0,-1 1 0 0 0,1-1 0 0 0,-1 0 0 0 0,1-1 0 0 0,-1 1 0 0 0,6-4 0 0 0,-1-1-252 0 0,1 0 1 0 0,-2-1-1 0 0,1 0 1 0 0,-1-1-1 0 0,0 0 1 0 0,-1 0-1 0 0,1-1 0 0 0,7-11 1 0 0,-15 17 507 0 0,-1 3 24 0 0,0-1 0 0 0,0 1 0 0 0,0-1 0 0 0,0 0 0 0 0,0 1 0 0 0,0-1 0 0 0,0 1 0 0 0,0-1 1 0 0,0 1-1 0 0,0-1 0 0 0,0 0 0 0 0,0 1 0 0 0,1-1 0 0 0,-1 1 0 0 0,0-1 0 0 0,0 1 0 0 0,0-1 0 0 0,1 1 0 0 0,-1-1 0 0 0,0 1 0 0 0,1-1 0 0 0,-1 1 0 0 0,0-1 0 0 0,1 1 0 0 0,-1 0 0 0 0,1-1 0 0 0,-1 1 0 0 0,1 0 0 0 0,-1-1 0 0 0,1 1 0 0 0,-1 0 0 0 0,1-1 0 0 0,0 1 67 0 0,0 1 0 0 0,-1-1 0 0 0,1 0 0 0 0,-1 1 0 0 0,1-1 0 0 0,-1 1 0 0 0,1-1 0 0 0,-1 1 0 0 0,1-1 0 0 0,-1 1 0 0 0,0-1 0 0 0,1 1 0 0 0,-1-1 0 0 0,0 1 0 0 0,1-1-1 0 0,-1 1 1 0 0,0 0 0 0 0,0-1 0 0 0,1 1 0 0 0,-1 0 0 0 0,0-1 0 0 0,0 1 0 0 0,0-1 0 0 0,0 1 0 0 0,0 0 0 0 0,0-1 0 0 0,0 1 0 0 0,0 0 0 0 0,-1 1 0 0 0,17 11-76 0 0,-13-10-32 0 0,1-2-20 0 0,0-1-8 0 0,0 1-7 0 0,-1 0 0 0 0,1 0 0 0 0,0-1 0 0 0,0 0 0 0 0,0 0-1 0 0,0 0 1 0 0,0 0 0 0 0,0-1 0 0 0,6-1 0 0 0,15-5 46 0 0,-13 2-6 0 0,-3-2 63 0 0,-3 2-29 0 0,-1 0 1 0 0,0 1-1 0 0,0-2 0 0 0,0 1 0 0 0,0 0 1 0 0,-1-1-1 0 0,0 0 0 0 0,0 0 1 0 0,-1 0-1 0 0,0-1 0 0 0,0 1 0 0 0,4-12 1 0 0,-6 15 40 0 0,-1-2-18 0 0,0-42 88 0 0,0 43-137 0 0,0 4-20 0 0,-1-1-1 0 0,1 1 1 0 0,0 0 0 0 0,0 0 0 0 0,-1 0-1 0 0,1 0 1 0 0,0 0 0 0 0,0-1-1 0 0,0 1 1 0 0,-1 0 0 0 0,1 0-1 0 0,0 0 1 0 0,0-1 0 0 0,0 1 0 0 0,-1 0-1 0 0,1 0 1 0 0,0-1 0 0 0,0 1-1 0 0,0 0 1 0 0,0 0 0 0 0,0-1-1 0 0,0 1 1 0 0,0 0 0 0 0,0 0-1 0 0,0-1 1 0 0,0 1 0 0 0,-1 0 0 0 0,1-1-1 0 0,0 1 1 0 0,1 0 0 0 0,-1-1-1 0 0,0 1 8 0 0,0-1 0 0 0,0 1 0 0 0,0-1-1 0 0,0 1 1 0 0,0-1 0 0 0,0 1-1 0 0,0-1 1 0 0,0 1 0 0 0,-1-1 0 0 0,1 1-1 0 0,0-1 1 0 0,0 1 0 0 0,0 0-1 0 0,0-1 1 0 0,-1 1 0 0 0,1-1 0 0 0,0 1-1 0 0,-1 0 1 0 0,1-1 0 0 0,0 1-1 0 0,0-1 1 0 0,-1 1 0 0 0,1 0 0 0 0,-1 0-1 0 0,1-1 1 0 0,0 1 0 0 0,-1 0 0 0 0,1 0-1 0 0,-1-1 1 0 0,1 1 0 0 0,0 0-1 0 0,-1 0 1 0 0,1 0 0 0 0,-1 0 0 0 0,1 0-1 0 0,-1-1 1 0 0,1 1 0 0 0,-2 0-1 0 0,-2 1 22 0 0,0-1 0 0 0,0 1-1 0 0,1-1 1 0 0,-1 1 0 0 0,0 0-1 0 0,0 1 1 0 0,0-1 0 0 0,1 1-1 0 0,-1 0 1 0 0,1-1 0 0 0,-1 1-1 0 0,1 1 1 0 0,0-1 0 0 0,-1 1-1 0 0,1-1 1 0 0,-3 5 0 0 0,1-1 22 0 0,0 1 1 0 0,1-1 0 0 0,-1 1-1 0 0,1 0 1 0 0,1 1 0 0 0,-1-1-1 0 0,2 1 1 0 0,-5 12 0 0 0,7-16 128 0 0,0 1-131 0 0,7 42 21 0 0,-6-42-28 0 0,13 12 69 0 0,-12-14-127 0 0,2-1 58 0 0,12 4-61 0 0,-12-4-23 0 0,-3-3 31 0 0,1 1 1 0 0,0 0-1 0 0,0 0 1 0 0,0-1-1 0 0,0 1 1 0 0,0 0-1 0 0,0 0 1 0 0,0 1-1 0 0,-1-1 0 0 0,4 1 1 0 0,-1-1-86 0 0,1-1-19 0 0,2-2 4 0 0,1 1 1 0 0,-1-1 0 0 0,-1 0-1 0 0,1 0 1 0 0,0-1 0 0 0,-1 0-1 0 0,1 0 1 0 0,9-9 0 0 0,-5 1-145 0 0,-1 0-1 0 0,-1 0 1 0 0,0-1 0 0 0,9-18 0 0 0,-17 28 201 0 0,0 0 50 0 0,4-12-14 0 0,-4 11 64 0 0,-4 7-9 0 0,2-2-27 0 0,-1 1 0 0 0,0 0 1 0 0,1-1-1 0 0,-1 1 0 0 0,1 0 0 0 0,0 0 0 0 0,-1 0 1 0 0,1 0-1 0 0,0 0 0 0 0,0 1 0 0 0,1-1 0 0 0,-1 0 0 0 0,-1 4 1 0 0,2-1 9 0 0,0-1-2 0 0,3 39 111 0 0,-2-39-104 0 0,6 15 20 0 0,-5-16-36 0 0,15 15-122 0 0,0-12-146 0 0,-13-4 192 0 0,0-1-240 0 0,0-1-86 0 0,5-1-187 0 0,0 0-1 0 0,0-1 1 0 0,0 0 0 0 0,0 0 0 0 0,0-1-1 0 0,-1-1 1 0 0,1 1 0 0 0,-1-1 0 0 0,0-1-1 0 0,0 1 1 0 0,0-1 0 0 0,9-9 0 0 0,-13 11-1956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7.5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0 3004 0 0,'0'0'5775'0'0,"-3"1"-5424"0"0,0 0-274 0 0,0 1 1 0 0,0-1 0 0 0,0 1-1 0 0,1-1 1 0 0,-1 1 0 0 0,1 0-1 0 0,-1 0 1 0 0,1 0 0 0 0,-1 0 0 0 0,1 0-1 0 0,0 0 1 0 0,0 1 0 0 0,0-1-1 0 0,1 1 1 0 0,-1 0 0 0 0,0-1 0 0 0,-1 6-1 0 0,-4 6 168 0 0,2-1-1 0 0,0 1 0 0 0,0 0 1 0 0,-3 20-1 0 0,6-27-195 0 0,1 0 0 0 0,1-1 0 0 0,-1 1 0 0 0,1 0 1 0 0,0 0-1 0 0,1-1 0 0 0,-1 1 0 0 0,1 0 0 0 0,1-1 0 0 0,-1 1 0 0 0,1-1 0 0 0,0 1 0 0 0,4 6 0 0 0,-5-11-90 0 0,1 0 0 0 0,0 1 0 0 0,0-1 0 0 0,0 0 0 0 0,0 0 0 0 0,0 0 0 0 0,0-1 0 0 0,0 1 0 0 0,1-1 0 0 0,-1 1 0 0 0,5 1 0 0 0,-4-1-36 0 0,0 0-247 0 0,2-2-87 0 0,2 1 157 0 0,0-1 1 0 0,0 0-1 0 0,-1 0 0 0 0,1-1 1 0 0,0 0-1 0 0,0 0 1 0 0,-1 0-1 0 0,1-1 0 0 0,-1 0 1 0 0,1 0-1 0 0,6-4 0 0 0,1-3-585 0 0,0-1-1 0 0,21-19 1 0 0,-18 10-1822 0 0,-3-3-209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7.9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40 140 2164 0 0,'0'-1'182'0'0,"1"0"-1"0"0,-1-1 0 0 0,0 1 0 0 0,0 0 1 0 0,0-1-1 0 0,1 1 0 0 0,-1-1 1 0 0,-1 1-1 0 0,1 0 0 0 0,0-1 1 0 0,0 1-1 0 0,0 0 0 0 0,-1-1 1 0 0,1 1-1 0 0,-1 0 0 0 0,1 0 1 0 0,-1-1-1 0 0,1 1 0 0 0,-1 0 1 0 0,0 0-1 0 0,0 0 0 0 0,0 0 1 0 0,1 0-1 0 0,-3-2 0 0 0,0 1 827 0 0,-16 16 310 0 0,12-3-1247 0 0,6-8 321 0 0,1 0-364 0 0,0-1-1 0 0,0 0 1 0 0,0 0 0 0 0,1 1-1 0 0,-1-1 1 0 0,1 0-1 0 0,-1 0 1 0 0,1 0-1 0 0,0 0 1 0 0,0 1 0 0 0,0-1-1 0 0,0 0 1 0 0,0-1-1 0 0,0 1 1 0 0,2 2 0 0 0,-1-1 126 0 0,2-3-253 0 0,1 0 31 0 0,-1 0-1 0 0,0 0 1 0 0,0 0 0 0 0,1-1 0 0 0,-1 0-1 0 0,0 0 1 0 0,0 0 0 0 0,0 0-1 0 0,0-1 1 0 0,0 1 0 0 0,0-1 0 0 0,0 0-1 0 0,-1 0 1 0 0,7-5 0 0 0,8-9 60 0 0,0-1 0 0 0,-2-1 0 0 0,0 0 0 0 0,16-25 0 0 0,-30 41 239 0 0,-1 0-25 0 0,0 1-177 0 0,-1 0 1 0 0,1 0 0 0 0,-1 0-1 0 0,0 0 1 0 0,1 0 0 0 0,-1 0-1 0 0,0 0 1 0 0,0 0 0 0 0,1 0 0 0 0,-1 0-1 0 0,0 0 1 0 0,0 0 0 0 0,0 0-1 0 0,0 0 1 0 0,0 0 0 0 0,-1 0 0 0 0,1-2-1 0 0,-1 1-17 0 0,0 1 1 0 0,0 0-1 0 0,1 0 0 0 0,-1 0 0 0 0,0 1 0 0 0,0-1 0 0 0,0 0 0 0 0,0 0 1 0 0,-1 0-1 0 0,1 1 0 0 0,0-1 0 0 0,0 1 0 0 0,0-1 0 0 0,0 1 0 0 0,-1-1 1 0 0,1 1-1 0 0,0 0 0 0 0,0-1 0 0 0,-1 1 0 0 0,1 0 0 0 0,0 0 0 0 0,-1 0 1 0 0,1 0-1 0 0,0 0 0 0 0,-1 0 0 0 0,1 0 0 0 0,0 1 0 0 0,0-1 0 0 0,-1 0 1 0 0,1 1-1 0 0,0-1 0 0 0,0 1 0 0 0,0-1 0 0 0,-1 1 0 0 0,1 0 0 0 0,-1 0 1 0 0,-5 3 106 0 0,1-1 0 0 0,0 1 0 0 0,0 0 0 0 0,0 0 0 0 0,0 1 0 0 0,1 0 0 0 0,0 0 0 0 0,0 0 0 0 0,0 0 0 0 0,0 1 0 0 0,1 0 1 0 0,0 0-1 0 0,0 0 0 0 0,1 0 0 0 0,-1 1 0 0 0,1-1 0 0 0,1 1 0 0 0,-1 0 0 0 0,-1 9 0 0 0,3-10 17 0 0,1 1 0 0 0,0-1-1 0 0,0 0 1 0 0,0 0 0 0 0,0 0 0 0 0,1 0-1 0 0,0 0 1 0 0,3 11 0 0 0,-2-14-107 0 0,-1 1 1 0 0,0-1-1 0 0,1 0 1 0 0,0 1-1 0 0,-1-1 1 0 0,1 0-1 0 0,1 0 1 0 0,-1-1-1 0 0,0 1 1 0 0,1 0-1 0 0,-1-1 1 0 0,1 1-1 0 0,0-1 1 0 0,0 0-1 0 0,0 0 1 0 0,0 0-1 0 0,0 0 1 0 0,0-1-1 0 0,6 3 1 0 0,-1-2-165 0 0,0 0 0 0 0,0-1 1 0 0,1 0-1 0 0,-1 0 0 0 0,0-1 1 0 0,0 0-1 0 0,1 0 0 0 0,-1-1 0 0 0,0 0 1 0 0,0 0-1 0 0,1-1 0 0 0,-1 0 1 0 0,0-1-1 0 0,-1 0 0 0 0,10-4 1 0 0,7-5-1650 0 0,-1-1 0 0 0,0-1 0 0 0,32-26 0 0 0,-27 19-3418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8.5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13 3364 0 0,'0'0'9189'0'0,"-2"3"-8845"0"0,0 2-216 0 0,0 0-1 0 0,-1 0 0 0 0,2 0 1 0 0,-1 0-1 0 0,-1 8 0 0 0,2-9-13 0 0,1 0-18 0 0,0-2-90 0 0,0 0 0 0 0,0 0 1 0 0,0 0-1 0 0,0 0 0 0 0,0 0 1 0 0,0 1-1 0 0,1-1 0 0 0,-1 0 1 0 0,1 0-1 0 0,-1 0 0 0 0,1 0 1 0 0,0-1-1 0 0,0 1 0 0 0,-1 0 1 0 0,1 0-1 0 0,1 0 1 0 0,-1 0-1 0 0,0-1 0 0 0,0 1 1 0 0,1-1-1 0 0,-1 1 0 0 0,1-1 1 0 0,-1 1-1 0 0,4 1 0 0 0,-2-2 6 0 0,4-8-65 0 0,6-2 220 0 0,37-62 932 0 0,-45 63-972 0 0,-3 5-7 0 0,3-2 35 0 0,-5 5-149 0 0,1-1-1 0 0,-1 1 1 0 0,0-1 0 0 0,0 1 0 0 0,0 0-1 0 0,1-1 1 0 0,-1 1 0 0 0,0 0-1 0 0,0-1 1 0 0,1 1 0 0 0,-1 0-1 0 0,0-1 1 0 0,1 1 0 0 0,-1 0-1 0 0,1-1 1 0 0,-1 1 0 0 0,0 0-1 0 0,1 0 1 0 0,-1 0 0 0 0,1-1 0 0 0,-1 1-1 0 0,0 0 1 0 0,1 0 0 0 0,-1 0-1 0 0,1 0 1 0 0,-1 0 0 0 0,1 0-1 0 0,-1 0 1 0 0,1 0 0 0 0,-1 0-1 0 0,1 0 1 0 0,1 6-145 0 0,1-1 0 0 0,-1 1 0 0 0,-1 0 0 0 0,1 0 0 0 0,-1 0 0 0 0,0 0 0 0 0,0 0 0 0 0,-1 0 0 0 0,0 1 0 0 0,0-1 0 0 0,0 0 0 0 0,-3 12 0 0 0,-17 86-4361 0 0,9-65 987 0 0,-2-1-2465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49.4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6 4360 0 0,'0'0'1627'0'0,"-2"-1"-330"0"0,1 0-1201 0 0,1 1 0 0 0,-1-1 1 0 0,0 1-1 0 0,1 0 0 0 0,-1-1 0 0 0,1 1 1 0 0,-1 0-1 0 0,0-1 0 0 0,1 1 0 0 0,-1 0 1 0 0,0 0-1 0 0,1 0 0 0 0,-1 0 0 0 0,0 0 1 0 0,0 0-1 0 0,1 0 0 0 0,-1 0 0 0 0,0 0 0 0 0,1 0 1 0 0,-1 0-1 0 0,0 0 0 0 0,1 0 0 0 0,-1 0 1 0 0,0 1-1 0 0,1-1 0 0 0,-1 0 0 0 0,0 1 1 0 0,1-1-1 0 0,-1 0 0 0 0,0 1 0 0 0,1-1 1 0 0,-1 1-1 0 0,1-1 0 0 0,-1 1 0 0 0,1-1 0 0 0,-1 1 1 0 0,1-1-1 0 0,0 1 0 0 0,-1-1 0 0 0,1 1 1 0 0,0 0-1 0 0,-1-1 0 0 0,1 1 0 0 0,0 0 1 0 0,0-1-1 0 0,-1 1 0 0 0,1 0 0 0 0,0-1 1 0 0,0 1-1 0 0,0 0 0 0 0,0-1 0 0 0,0 1 0 0 0,0 0 1 0 0,0-1-1 0 0,0 3 0 0 0,0 3-42 0 0,0 0 0 0 0,1 0 0 0 0,0 0 0 0 0,0 0 0 0 0,0 0 0 0 0,0 0 0 0 0,1 0 0 0 0,0 0 0 0 0,0 0 0 0 0,1 0 0 0 0,0-1 0 0 0,0 0 0 0 0,0 1 0 0 0,1-1 0 0 0,6 8 0 0 0,-7-10-20 0 0,-3-4-31 0 0,0 1 1 0 0,1 1-1 0 0,-1-1 0 0 0,1 0 0 0 0,-1 0 0 0 0,0 0 0 0 0,1 0 1 0 0,-1 0-1 0 0,0 0 0 0 0,1 0 0 0 0,-1 0 0 0 0,1 1 0 0 0,-1-1 1 0 0,0 0-1 0 0,1 0 0 0 0,-1 1 0 0 0,0-1 0 0 0,1 0 0 0 0,-1 0 1 0 0,0 1-1 0 0,0-1 0 0 0,1 0 0 0 0,-1 1 0 0 0,0-1 0 0 0,0 0 1 0 0,1 1-1 0 0,-1 0 6 0 0,0-1 0 0 0,0 1 0 0 0,1-1 0 0 0,-1 0 0 0 0,1 1 0 0 0,-1-1 0 0 0,0 1 0 0 0,1-1 0 0 0,-1 0 0 0 0,1 1 0 0 0,-1-1 0 0 0,1 0 0 0 0,-1 1 0 0 0,1-1 0 0 0,-1 0 0 0 0,1 0 0 0 0,-1 0 0 0 0,1 1 0 0 0,-1-1 0 0 0,1 0 0 0 0,-1 0 0 0 0,1 0 0 0 0,-1 0 0 0 0,1 0 0 0 0,0 0 0 0 0,-1 0 0 0 0,1 0 0 0 0,-1 0 0 0 0,1 0 0 0 0,-1 0 0 0 0,2-1 0 0 0,2 0 27 0 0,-1 1 0 0 0,1-2-1 0 0,0 1 1 0 0,-1 0 0 0 0,1-1-1 0 0,-1 1 1 0 0,1-1 0 0 0,-1 0 0 0 0,0 0-1 0 0,0 0 1 0 0,0-1 0 0 0,0 1-1 0 0,0-1 1 0 0,0 0 0 0 0,-1 0-1 0 0,1 0 1 0 0,-1 0 0 0 0,0 0-1 0 0,0 0 1 0 0,0 0 0 0 0,0-1 0 0 0,0 1-1 0 0,-1-1 1 0 0,0 0 0 0 0,2-7-1 0 0,-2 8 73 0 0,0-2 14 0 0,8-37 46 0 0,-8 38-237 0 0,6 36-1334 0 0,2-6 535 0 0,14 90-5990 0 0,-11-72 825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5.8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36 3984 0 0,'0'0'4403'0'0,"-4"0"-3664"0"0,-13 1-73 0 0,12 0 1564 0 0,95-4-2227 0 0,177-26 0 0 0,-240 24-801 0 0,-22 5-317 0 0,19 1-8960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6.1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31 3060 0 0,'0'0'1437'0'0,"-4"2"-199"0"0,-14 7 4777 0 0,18-8-5964 0 0,1 0 0 0 0,-1-1 1 0 0,0 1-1 0 0,0 0 0 0 0,1 0 1 0 0,-1 0-1 0 0,0 0 0 0 0,1 0 1 0 0,-1 0-1 0 0,1-1 0 0 0,-1 1 1 0 0,1 0-1 0 0,-1 0 0 0 0,1-1 0 0 0,0 1 1 0 0,-1 0-1 0 0,1-1 0 0 0,0 1 1 0 0,-1-1-1 0 0,1 1 0 0 0,0-1 1 0 0,0 1-1 0 0,0-1 0 0 0,0 1 1 0 0,-1-1-1 0 0,1 0 0 0 0,0 0 1 0 0,0 1-1 0 0,1-1 0 0 0,32 4 687 0 0,25-6-222 0 0,105-18 1 0 0,-22-11-5103 0 0,-110 19-415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6.4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96 3812 0 0,'0'0'1282'0'0,"-3"-1"-131"0"0,2 1-987 0 0,1 0 0 0 0,-1 0 1 0 0,1-1-1 0 0,-1 1 1 0 0,1 0-1 0 0,-1 0 1 0 0,1 0-1 0 0,-1 0 0 0 0,1-1 1 0 0,0 1-1 0 0,-1 0 1 0 0,1-1-1 0 0,-1 1 1 0 0,1 0-1 0 0,0-1 0 0 0,-1 1 1 0 0,1 0-1 0 0,0-1 1 0 0,-1 1-1 0 0,1-1 0 0 0,0 1 1 0 0,0 0-1 0 0,-1-1 1 0 0,1 1-1 0 0,0-1 1 0 0,0 1-1 0 0,0-1 0 0 0,0 1 1 0 0,0-1-1 0 0,0 1 1 0 0,-1-1-1 0 0,1 1 1 0 0,0-1-1 0 0,0 1 0 0 0,0-1 1 0 0,1 1-1 0 0,-1-1 1 0 0,0 1-1 0 0,0-1 1 0 0,0 1-1 0 0,0-1 0 0 0,1 0 1 0 0,4-7-118 0 0,-5 7-414 0 0,8-5 688 0 0,295-56 585 0 0,-299 62-1514 0 0,1 0-100 0 0,12 0-132 0 0,-13 0-272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6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46 2680 0 0,'0'0'5994'0'0,"1"3"-5177"0"0,0-2-705 0 0,0 1 0 0 0,0-1 0 0 0,0 0 0 0 0,0 0 0 0 0,0 0-1 0 0,1 0 1 0 0,-1 0 0 0 0,0 0 0 0 0,0 0 0 0 0,1 0 0 0 0,-1 0 0 0 0,0 0 0 0 0,1-1 0 0 0,-1 1 0 0 0,1-1 0 0 0,-1 1 0 0 0,1-1 0 0 0,0 1 0 0 0,-1-1 0 0 0,1 0 0 0 0,-1 0-1 0 0,1 0 1 0 0,-1 0 0 0 0,1 0 0 0 0,0 0 0 0 0,2-1 0 0 0,73-1 1730 0 0,131-23 0 0 0,-113 8-3446 0 0,-4-3-3600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8.9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58 3940 0 0,'-17'-55'6771'0'0,"16"52"-6024"0"0,-2 6-610 0 0,0 0-76 0 0,0 0 0 0 0,1 0-1 0 0,-1 1 1 0 0,1-1 0 0 0,0 1-1 0 0,0 0 1 0 0,0-1 0 0 0,1 1 0 0 0,-1 0-1 0 0,1 0 1 0 0,0 0 0 0 0,0 0 0 0 0,0 5-1 0 0,-5 49 263 0 0,6-52-286 0 0,0-1-17 0 0,1-2-20 0 0,0 1 0 0 0,-1-1 0 0 0,1 1 0 0 0,0-1 0 0 0,1 0 0 0 0,-1 0 0 0 0,1 1 1 0 0,-1-1-1 0 0,1 0 0 0 0,0 0 0 0 0,0-1 0 0 0,0 1 0 0 0,0 0 0 0 0,5 4 1 0 0,-4-6 25 0 0,2-1-120 0 0,1-1 93 0 0,-1 0 0 0 0,1 0 0 0 0,-1 0 0 0 0,0-1 1 0 0,1 0-1 0 0,-1 0 0 0 0,0-1 0 0 0,0 1 0 0 0,0-1 0 0 0,-1 0 0 0 0,1 0 0 0 0,-1-1 0 0 0,1 1 0 0 0,-1-1 0 0 0,0 0 0 0 0,-1 0 1 0 0,1 0-1 0 0,-1-1 0 0 0,1 0 0 0 0,-1 1 0 0 0,-1-1 0 0 0,1 0 0 0 0,3-10 0 0 0,-4 11 38 0 0,-1 0-2 0 0,6-16-17 0 0,-5 16-175 0 0,4-13 316 0 0,-5 21-153 0 0,5 21-615 0 0,1-1 1 0 0,1 0 0 0 0,13 28 0 0 0,19 15-5666 0 0,-30-50 2186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9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41 2864 0 0,'0'-4'1790'0'0,"0"2"-1790"0"0,3-28 6608 0 0,-3 30-6537 0 0,0 0 0 0 0,0 0 0 0 0,0 0 0 0 0,0-1 0 0 0,0 1 0 0 0,0 0-1 0 0,0 0 1 0 0,0 0 0 0 0,0 0 0 0 0,0 0 0 0 0,0-1 0 0 0,0 1-1 0 0,0 0 1 0 0,0 0 0 0 0,0 0 0 0 0,0 0 0 0 0,0-1 0 0 0,0 1 0 0 0,0 0-1 0 0,0 0 1 0 0,1 0 0 0 0,-1 0 0 0 0,0 0 0 0 0,0-1 0 0 0,0 1 0 0 0,0 0-1 0 0,0 0 1 0 0,0 0 0 0 0,0 0 0 0 0,1 0 0 0 0,-1 0 0 0 0,0 0 0 0 0,0 0-1 0 0,0 0 1 0 0,0-1 0 0 0,0 1 0 0 0,1 0 0 0 0,-1 0 0 0 0,0 0-1 0 0,0 0 1 0 0,0 0 0 0 0,0 0 0 0 0,0 0 0 0 0,1 0 0 0 0,-1 0 0 0 0,0 0-1 0 0,0 0 1 0 0,7 19-36 0 0,3 38 930 0 0,3 108 0 0 0,-1-5-6389 0 0,-5-146 3562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9.7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38 134 2580 0 0,'-3'-2'1252'0'0,"-32"-18"6103"0"0,38 16-7058 0 0,-3 3-280 0 0,1 0 0 0 0,-1 0 0 0 0,0 0 0 0 0,1 0 0 0 0,-1 0 0 0 0,1 0 1 0 0,-1 0-1 0 0,1 0 0 0 0,0 1 0 0 0,-1-1 0 0 0,1 0 0 0 0,0 0 0 0 0,0 1 0 0 0,-1-1 0 0 0,3-1 0 0 0,210-60 448 0 0,-73 34-4690 0 0,-108 26 389 0 0,-26 1-285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2:59.9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31 3060 0 0,'-2'2'1517'0'0,"-7"8"-147"0"0,7-7-314 0 0,1 0-172 0 0,0-2-787 0 0,0 0 1 0 0,1 0 0 0 0,-1 0 0 0 0,1 0 0 0 0,0 0-1 0 0,-1 0 1 0 0,1 0 0 0 0,0 0 0 0 0,-1 0-1 0 0,1 0 1 0 0,0 0 0 0 0,0 0 0 0 0,0 0-1 0 0,0 0 1 0 0,0 0 0 0 0,0 0 0 0 0,0 0-1 0 0,1 0 1 0 0,-1 0 0 0 0,0 0 0 0 0,0 0-1 0 0,1 0 1 0 0,-1 0 0 0 0,1 0 0 0 0,-1 0-1 0 0,1 0 1 0 0,-1 0 0 0 0,1 0 0 0 0,0 0-1 0 0,-1-1 1 0 0,1 1 0 0 0,0 0 0 0 0,-1 0-1 0 0,1-1 1 0 0,0 1 0 0 0,1 0 0 0 0,54 14 864 0 0,-31-12-872 0 0,0-2-1 0 0,0-1 0 0 0,0 0 0 0 0,0-2 0 0 0,0-1 0 0 0,24-6 0 0 0,-26 5-178 0 0,28-5-1290 0 0,50-17 1 0 0,-2-10-4247 0 0,-67 23 1046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1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0 514 4748 0 0,'0'0'8670'0'0,"2"-3"-8608"0"0,11-16-72 0 0,-2 0 0 0 0,-1 0 0 0 0,0-1 0 0 0,-1 0-1 0 0,-1-1 1 0 0,-1 0 0 0 0,-1 0 0 0 0,-1-1 0 0 0,-1 1 0 0 0,-1-1 0 0 0,-1 0 0 0 0,0 0 0 0 0,-2 0 0 0 0,-4-39 0 0 0,0 27 10 0 0,-1-1 0 0 0,-14-50 0 0 0,17 81 34 0 0,0 6-6 0 0,-1 1-23 0 0,0 1 0 0 0,1-1 0 0 0,-1 1 0 0 0,1-1 0 0 0,0 1 0 0 0,0 0 0 0 0,0 0 0 0 0,1 0 0 0 0,0 0 0 0 0,-1 0 0 0 0,1 0 0 0 0,1 1 0 0 0,-1-1 0 0 0,0 6 0 0 0,-3 75 226 0 0,3-65-211 0 0,0 23 60 0 0,8 69-1 0 0,-6-99-82 0 0,1-1-1 0 0,1 1 1 0 0,0-1-1 0 0,0 0 1 0 0,2 0-1 0 0,-1 0 1 0 0,2 0-1 0 0,-1-1 1 0 0,15 20-1 0 0,-18-27-83 0 0,1-2 0 0 0,0 1 0 0 0,0 0-1 0 0,0 0 1 0 0,1-1 0 0 0,-1 0 0 0 0,1 0 0 0 0,-1 0-1 0 0,1 0 1 0 0,0 0 0 0 0,-1-1 0 0 0,1 1-1 0 0,0-1 1 0 0,0 0 0 0 0,0 0 0 0 0,0-1 0 0 0,0 1-1 0 0,0-1 1 0 0,1 0 0 0 0,4 0 0 0 0,1-1-119 0 0,0-1 1 0 0,0 0-1 0 0,0 0 1 0 0,0-1-1 0 0,-1 0 1 0 0,1-1-1 0 0,-1 0 0 0 0,0-1 1 0 0,0 0-1 0 0,0 0 1 0 0,-1-1-1 0 0,1 0 1 0 0,-1 0-1 0 0,-1-1 1 0 0,1 0-1 0 0,-1 0 1 0 0,10-15-1 0 0,-7 4 376 0 0,0 0 0 0 0,12-38-1 0 0,-21 53 237 0 0,-1-1-217 0 0,1-13 95 0 0,-1 16-260 0 0,0 0 0 0 0,0 1 1 0 0,0-1-1 0 0,0 0 0 0 0,0 1 1 0 0,0-1-1 0 0,0 0 0 0 0,0 1 1 0 0,0-1-1 0 0,0 0 0 0 0,0 1 1 0 0,-1-1-1 0 0,1 0 0 0 0,0 1 1 0 0,0-1-1 0 0,-1 1 0 0 0,1-1 1 0 0,0 0-1 0 0,-1 1 0 0 0,1-1 1 0 0,-1 1-1 0 0,1-1 0 0 0,-1 1 1 0 0,1-1-1 0 0,-1 1 0 0 0,1 0 1 0 0,-1-1-1 0 0,1 1 0 0 0,-1-1 1 0 0,0 1-1 0 0,0-1 0 0 0,-3 3 16 0 0,1 1-1 0 0,0-1 0 0 0,0 0 0 0 0,0 1 0 0 0,0-1 1 0 0,1 1-1 0 0,-1 0 0 0 0,-2 4 0 0 0,4-6-13 0 0,-4 6 58 0 0,1-1 0 0 0,0 1 0 0 0,0 0-1 0 0,1 0 1 0 0,0 1 0 0 0,0-1 0 0 0,1 1 0 0 0,-3 15 0 0 0,4-20-58 0 0,1 1-2 0 0,1 2-36 0 0,-1-3 15 0 0,0 0 1 0 0,1 0 0 0 0,-1 0 0 0 0,1 0 0 0 0,0 0 0 0 0,0 0-1 0 0,0 0 1 0 0,0 0 0 0 0,0 0 0 0 0,1 0 0 0 0,-1-1 0 0 0,1 1-1 0 0,0 0 1 0 0,0-1 0 0 0,0 0 0 0 0,0 1 0 0 0,0-1 0 0 0,0 0-1 0 0,1 0 1 0 0,-1 0 0 0 0,1 0 0 0 0,3 2 0 0 0,-1-2-18 0 0,0 0 1 0 0,-1 0 0 0 0,1-1 0 0 0,0 1-1 0 0,0-1 1 0 0,0 0 0 0 0,1-1-1 0 0,-1 1 1 0 0,0-1 0 0 0,0 0 0 0 0,0 0-1 0 0,0 0 1 0 0,10-3 0 0 0,-11 2 18 0 0,0-1 43 0 0,0 1-21 0 0,-1-1 0 0 0,0 0 0 0 0,0 0 0 0 0,0 0 0 0 0,0 0 0 0 0,0 0 0 0 0,0-1 0 0 0,-1 1 0 0 0,1-1 0 0 0,-1 0 0 0 0,0 1 0 0 0,0-1 0 0 0,0 0 0 0 0,0-1 0 0 0,0 1 0 0 0,0 0 0 0 0,-1 0-1 0 0,0-1 1 0 0,0 1 0 0 0,0-1 0 0 0,0 1 0 0 0,0-1 0 0 0,-1 0 0 0 0,1 1 0 0 0,-1-1 0 0 0,0 0 0 0 0,0 1 0 0 0,-1-6 0 0 0,-17-50 181 0 0,16 56-180 0 0,-1 1 1 0 0,-10-8 1 0 0,10 7-19 0 0,-1 2-10 0 0,1 1-6 0 0,0-1-1 0 0,0 1 0 0 0,0 0 1 0 0,0 0-1 0 0,0 0 0 0 0,0 0 1 0 0,0 1-1 0 0,0-1 0 0 0,0 1 1 0 0,0 0-1 0 0,1 0 0 0 0,-1 0 1 0 0,0 0-1 0 0,0 0 0 0 0,1 0 1 0 0,-1 1-1 0 0,0-1 0 0 0,1 1 1 0 0,-4 3-1 0 0,3-2-240 0 0,-1 0 0 0 0,1 1-1 0 0,-1 0 1 0 0,1-1 0 0 0,0 1 0 0 0,1 0 0 0 0,-1 1 0 0 0,1-1-1 0 0,0 0 1 0 0,0 1 0 0 0,-2 7 0 0 0,3-9-968 0 0,1 2-2805 0 0,1 19-333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1.7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53 3432 0 0,'0'0'1571'0'0,"3"-2"-211"0"0,6-7-262 0 0,-6 7 539 0 0,3-3-794 0 0,-6 5-790 0 0,0 0 0 0 0,0-1 0 0 0,1 1 0 0 0,-1 0 0 0 0,0-1 0 0 0,0 1 0 0 0,0 0 0 0 0,1 0 0 0 0,-1-1 0 0 0,0 1 0 0 0,1 0 0 0 0,-1 0 0 0 0,0-1 0 0 0,0 1 0 0 0,1 0 0 0 0,-1 0 0 0 0,0 0 0 0 0,1 0 0 0 0,-1-1 0 0 0,0 1 0 0 0,1 0-1 0 0,-1 0 1 0 0,1 0 0 0 0,-1 0 0 0 0,0 0 0 0 0,1 0 0 0 0,-1 0 0 0 0,0 0 0 0 0,1 0 0 0 0,-1 0 0 0 0,0 0 0 0 0,1 0 0 0 0,-1 0 0 0 0,1 0 0 0 0,-1 0 0 0 0,1 1 0 0 0,2 1 26 0 0,0 0 1 0 0,-1 0-1 0 0,1 0 0 0 0,-1 0 0 0 0,1 1 1 0 0,-1-1-1 0 0,1 1 0 0 0,-1 0 0 0 0,0-1 1 0 0,-1 1-1 0 0,1 0 0 0 0,0 0 0 0 0,-1 1 1 0 0,1-1-1 0 0,0 4 0 0 0,21 67 405 0 0,-14-40-293 0 0,-5-21-114 0 0,-3-10-13 0 0,0 1 15 0 0,0-2-153 0 0,11 21 917 0 0,-11-22-815 0 0,-1-1-1 0 0,1 1 1 0 0,0-1-1 0 0,-1 1 1 0 0,1-1-1 0 0,-1 1 1 0 0,1-1-1 0 0,0 0 1 0 0,0 1-1 0 0,-1-1 1 0 0,1 0-1 0 0,0 1 1 0 0,0-1-1 0 0,-1 0 1 0 0,1 0 0 0 0,0 0-1 0 0,0 0 1 0 0,0 1-1 0 0,0-1 1 0 0,-1 0-1 0 0,1-1 1 0 0,0 1-1 0 0,0 0 1 0 0,0 0-1 0 0,-1 0 1 0 0,3-1-1 0 0,0 0 32 0 0,0-3-13 0 0,1-1-33 0 0,10-23-10 0 0,-9 17-7 0 0,29-83-432 0 0,-12 28-2124 0 0,-21 63 1689 0 0,6-16-1338 0 0,-5 16 845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2.1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46 2788 0 0,'3'3'1115'0'0,"51"48"5262"0"0,-51-49-6133 0 0,-2-1-192 0 0,0 0-1 0 0,0 0 0 0 0,0 0 1 0 0,1 0-1 0 0,-1 0 0 0 0,0 0 1 0 0,0 0-1 0 0,1-1 0 0 0,-1 1 1 0 0,1-1-1 0 0,-1 1 0 0 0,1-1 1 0 0,-1 1-1 0 0,0-1 0 0 0,1 0 1 0 0,-1 0-1 0 0,1 0 0 0 0,0 0 1 0 0,-1 0-1 0 0,3 0 0 0 0,7 2 87 0 0,3-3-2 0 0,-5-1-50 0 0,8-4 38 0 0,-13 4-100 0 0,0 0 58 0 0,0 0 26 0 0,2-2-16 0 0,0 0 0 0 0,0-1 0 0 0,0 1 1 0 0,-1-1-1 0 0,0 0 0 0 0,6-7 0 0 0,-9 8-6 0 0,2-18 97 0 0,-7 16-153 0 0,3 5-43 0 0,0 0 0 0 0,0 0-1 0 0,0 0 1 0 0,-1 0 0 0 0,1 0 0 0 0,0 0-1 0 0,0 0 1 0 0,-1 0 0 0 0,1 0 0 0 0,-1 0 0 0 0,1 0-1 0 0,-1 1 1 0 0,1-1 0 0 0,-1 0 0 0 0,0 0-1 0 0,0 0 1 0 0,-3-1 33 0 0,1 0-1 0 0,-1 0 0 0 0,1 1 1 0 0,-1 0-1 0 0,0 0 0 0 0,1 0 1 0 0,-1 0-1 0 0,0 0 1 0 0,0 1-1 0 0,0 0 0 0 0,0-1 1 0 0,0 1-1 0 0,0 1 0 0 0,1-1 1 0 0,-1 1-1 0 0,0-1 1 0 0,0 1-1 0 0,0 0 0 0 0,1 0 1 0 0,-1 1-1 0 0,0-1 0 0 0,1 1 1 0 0,-1 0-1 0 0,1 0 1 0 0,0 0-1 0 0,0 0 0 0 0,0 1 1 0 0,0-1-1 0 0,0 1 0 0 0,0 0 1 0 0,1 0-1 0 0,-1 0 1 0 0,1 0-1 0 0,-4 6 0 0 0,2 0 124 0 0,0 0-1 0 0,1 0 0 0 0,0 1 1 0 0,-3 17-1 0 0,6-22-40 0 0,1 0-16 0 0,0-2-78 0 0,0 1 0 0 0,0-1 0 0 0,0 0 0 0 0,0 0-1 0 0,1 1 1 0 0,-1-1 0 0 0,1 0 0 0 0,0 0 0 0 0,0 0 0 0 0,0 0 0 0 0,0-1 0 0 0,0 1 0 0 0,1-1 0 0 0,-1 1 0 0 0,1-1 0 0 0,0 0 0 0 0,-1 0 0 0 0,1 0 0 0 0,0 0 0 0 0,0 0 0 0 0,0-1 0 0 0,1 1 0 0 0,-1-1 0 0 0,0 0 0 0 0,1 0 0 0 0,-1 0 0 0 0,0 0 0 0 0,1-1-1 0 0,-1 1 1 0 0,1-1 0 0 0,6 0 0 0 0,6-2-298 0 0,0 0 0 0 0,-1-1 0 0 0,1-1 0 0 0,-1 0-1 0 0,0-1 1 0 0,-1-1 0 0 0,1 0 0 0 0,25-15 0 0 0,-25 12-2118 0 0,1-1 1 0 0,19-17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3.1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0 486 3260 0 0,'0'0'9172'0'0,"1"-4"-9106"0"0,5-14 46 0 0,1 0 0 0 0,11-22 0 0 0,-1 4-26 0 0,-1 0-110 0 0,-8 20-9 0 0,-1 0 0 0 0,-1-1 0 0 0,0 0 0 0 0,-1 0-1 0 0,0-1 1 0 0,-2 1 0 0 0,0-1 0 0 0,-1 0 0 0 0,-1 0 0 0 0,-1-23 0 0 0,-1 17 37 0 0,-1 0 1 0 0,-8-45-1 0 0,8 65 199 0 0,-2 5-102 0 0,3 0-90 0 0,0-1 1 0 0,-1 0 0 0 0,1 1 0 0 0,0-1 0 0 0,-1 1 0 0 0,1-1 0 0 0,0 1 0 0 0,-1 0 0 0 0,1-1 0 0 0,0 1 0 0 0,0 0 0 0 0,0 0 0 0 0,0 0 0 0 0,0 0 0 0 0,0 0 0 0 0,0 0-1 0 0,0 0 1 0 0,0 0 0 0 0,0 1 0 0 0,1-1 0 0 0,-1 0 0 0 0,0 1 0 0 0,1-1 0 0 0,-1 0 0 0 0,1 1 0 0 0,-1-1 0 0 0,1 0 0 0 0,0 1 0 0 0,0-1 0 0 0,0 1 0 0 0,0 2 0 0 0,-4 22 94 0 0,1 1 1 0 0,1 0 0 0 0,2 0 0 0 0,3 32-1 0 0,20 110-1033 0 0,-7-107-2063 0 0,-15-57 1283 0 0,0-2-1270 0 0,5 14-2146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3.3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10 224 3420 0 0,'-2'-1'1696'0'0,"1"0"-1529"0"0,1 1 0 0 0,-1 0 1 0 0,1 0-1 0 0,0 0 0 0 0,-1 0 0 0 0,1-1 1 0 0,0 1-1 0 0,-1 0 0 0 0,1 0 0 0 0,0-1 1 0 0,-1 1-1 0 0,1 0 0 0 0,0-1 0 0 0,-1 1 1 0 0,1 0-1 0 0,0-1 0 0 0,0 1 1 0 0,0-1-1 0 0,-1 1 0 0 0,1 0 0 0 0,0-1 1 0 0,0 1-1 0 0,0-1 0 0 0,0 1 0 0 0,0 0 1 0 0,0-1-1 0 0,0 1 0 0 0,0-1 0 0 0,0 0 1 0 0,1 0-54 0 0,0 1 1 0 0,0-1 0 0 0,1 0 0 0 0,-1 0-1 0 0,1 1 1 0 0,-1-1 0 0 0,0 0 0 0 0,1 1 0 0 0,-1 0-1 0 0,1-1 1 0 0,-1 1 0 0 0,1 0 0 0 0,-1 0-1 0 0,3 0 1 0 0,32-6-20 0 0,0-1-1 0 0,-1-2 0 0 0,38-14 1 0 0,-55 17-519 0 0,-1-1 0 0 0,0-1-1 0 0,0-1 1 0 0,-1-1 0 0 0,0 0 0 0 0,-1-1 0 0 0,28-25-1 0 0,-39 31-107 0 0,0 1 0 0 0,-1-1-1 0 0,0 0 1 0 0,1 0-1 0 0,-2-1 1 0 0,1 1-1 0 0,-1-1 1 0 0,3-6-1 0 0,-4 8 86 0 0,1-1-3113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4.0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15 3556 0 0,'-2'-3'1060'0'0,"2"2"-921"0"0,0 1 0 0 0,0-1-1 0 0,0 1 1 0 0,0-1-1 0 0,0 1 1 0 0,0-1 0 0 0,0 1-1 0 0,0-1 1 0 0,0 1 0 0 0,-1-1-1 0 0,1 1 1 0 0,0-1-1 0 0,0 1 1 0 0,-1 0 0 0 0,1-1-1 0 0,0 1 1 0 0,0-1-1 0 0,-1 1 1 0 0,1 0 0 0 0,0-1-1 0 0,-1 1 1 0 0,1 0-1 0 0,-1 0 1 0 0,1-1 0 0 0,0 1-1 0 0,-1 0 1 0 0,1 0-1 0 0,-1 0 1 0 0,0-1 0 0 0,-10 12 1705 0 0,11-10-2001 0 0,-1 0 185 0 0,1 0 1 0 0,-1 0-1 0 0,0 0 1 0 0,1 1-1 0 0,-1-1 1 0 0,1 0 0 0 0,-1 1-1 0 0,1-1 1 0 0,0 0-1 0 0,-1 1 1 0 0,1-1-1 0 0,0 0 1 0 0,0 1 0 0 0,0-1-1 0 0,0 1 1 0 0,0-1-1 0 0,1 0 1 0 0,-1 1-1 0 0,1 1 1 0 0,-1-1 55 0 0,-25 437 2680 0 0,25-434-2780 0 0,0 0 35 0 0,0 15 49 0 0,0-19-61 0 0,-1 0-1 0 0,1 0 1 0 0,0 0-1 0 0,0 0 1 0 0,0 0-1 0 0,0 0 0 0 0,0 1 1 0 0,1-1-1 0 0,-1 0 1 0 0,0 0-1 0 0,0 0 1 0 0,1 0-1 0 0,-1 0 0 0 0,1 0 1 0 0,-1 0-1 0 0,1 0 1 0 0,-1 0-1 0 0,1 0 1 0 0,0 0-1 0 0,-1-1 1 0 0,2 3-1 0 0,1-4-27 0 0,0 0 0 0 0,0 0 0 0 0,-1 0 0 0 0,1 0 1 0 0,-1 0-1 0 0,1-1 0 0 0,-1 1 0 0 0,0-1 0 0 0,0 0 0 0 0,1 0 0 0 0,2-3 0 0 0,27-30-597 0 0,34-48-155 0 0,-64 80 555 0 0,-2 3 234 0 0,0-1 0 0 0,0 1 0 0 0,0-1 0 0 0,0 0 0 0 0,0 1 0 0 0,0-1 0 0 0,0 1 0 0 0,1-1 0 0 0,-1 1 0 0 0,0-1 0 0 0,0 1 0 0 0,1-1 0 0 0,-1 1 0 0 0,0-1 0 0 0,1 1 0 0 0,-1-1 0 0 0,0 1-1 0 0,1 0 1 0 0,-1-1 0 0 0,0 1 0 0 0,1-1 0 0 0,-1 1 0 0 0,1 0 0 0 0,-1 0 0 0 0,1-1 0 0 0,-1 1 0 0 0,1 0 0 0 0,-1 0 0 0 0,1-1 0 0 0,-1 1 0 0 0,1 0 0 0 0,0 0 0 0 0,-1 0 0 0 0,1 0 0 0 0,-1 0 0 0 0,1 0-1 0 0,-1 0 1 0 0,1 0 0 0 0,-1 0 0 0 0,2 0 0 0 0,19 0 632 0 0,-16 1-636 0 0,23 53 989 0 0,-25-51-922 0 0,11 18 86 0 0,-12-19-180 0 0,-1 0 0 0 0,1 0 0 0 0,0 0-1 0 0,0 0 1 0 0,0 0 0 0 0,0-1 0 0 0,0 1 0 0 0,0 0-1 0 0,0-1 1 0 0,0 0 0 0 0,1 1 0 0 0,2 0-1 0 0,-2-1-213 0 0,23 0-715 0 0,-21 0 597 0 0,-1-3 4 0 0,4 0 242 0 0,0-1 0 0 0,0-1-1 0 0,-1 1 1 0 0,1-1 0 0 0,-1-1 0 0 0,0 1 0 0 0,0-1 0 0 0,-1 0 0 0 0,0-1-1 0 0,1 0 1 0 0,-2 0 0 0 0,1 0 0 0 0,-1-1 0 0 0,0 1 0 0 0,0-1 0 0 0,-1 0-1 0 0,0-1 1 0 0,0 1 0 0 0,4-14 0 0 0,-6 18 202 0 0,-1-1 20 0 0,1 0-54 0 0,-1 0-1 0 0,1 0 1 0 0,-1 0 0 0 0,0 0-1 0 0,0 0 1 0 0,0 0 0 0 0,0 0-1 0 0,-1 0 1 0 0,0-5 533 0 0,-26 9-101 0 0,22 2-350 0 0,4-2-148 0 0,-3 2 82 0 0,-1 0 0 0 0,1 0 0 0 0,-1 1 0 0 0,1-1-1 0 0,0 1 1 0 0,0 0 0 0 0,0 0 0 0 0,1 0 0 0 0,-1 0-1 0 0,1 0 1 0 0,-1 1 0 0 0,1-1 0 0 0,0 1 0 0 0,0 0 0 0 0,1-1-1 0 0,-1 1 1 0 0,1 0 0 0 0,0 0 0 0 0,0 0 0 0 0,-1 4-1 0 0,2-4-34 0 0,0 0 0 0 0,0 0 0 0 0,1 0 0 0 0,-1 0 0 0 0,1 0 0 0 0,0-1 0 0 0,0 1 0 0 0,1 0 0 0 0,-1 0 0 0 0,1-1 0 0 0,-1 1 0 0 0,1-1 0 0 0,0 1 0 0 0,0-1 0 0 0,1 0 0 0 0,-1 0 0 0 0,1 0 0 0 0,4 5 0 0 0,-1-4-29 0 0,-1 0 0 0 0,0-1 1 0 0,1 1-1 0 0,0-1 0 0 0,-1 0 1 0 0,1 0-1 0 0,1-1 0 0 0,-1 1 1 0 0,0-2-1 0 0,0 1 0 0 0,1-1 1 0 0,-1 0-1 0 0,11 1 0 0 0,-8-3-186 0 0,1 0 0 0 0,-1-1 0 0 0,0 0-1 0 0,1 0 1 0 0,-1-1 0 0 0,-1 0 0 0 0,1-1 0 0 0,0 0-1 0 0,-1 0 1 0 0,0-1 0 0 0,9-6 0 0 0,34-29-3249 0 0,-22 7-1668 0 0,-17 16-71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4.7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45 3552 0 0,'0'0'1858'0'0,"-1"-4"-366"0"0,-5-14-263 0 0,4 14 753 0 0,-3-10-1086 0 0,3 10 2081 0 0,13 194-1094 0 0,-3-73-1693 0 0,-2 3-1904 0 0,-5-95 636 0 0,-1-20 404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5.0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94 3592 0 0,'0'-27'1359'0'0,"0"22"-225"0"0,0 1-249 0 0,2-12-174 0 0,-1 12-161 0 0,1 2-164 0 0,0-2-310 0 0,1 1 0 0 0,0 1 0 0 0,0-1 0 0 0,0 0 0 0 0,0 1 0 0 0,1-1-1 0 0,-1 1 1 0 0,0 0 0 0 0,1 0 0 0 0,0 1 0 0 0,-1-1 0 0 0,1 1 0 0 0,0 0-1 0 0,0-1 1 0 0,0 2 0 0 0,0-1 0 0 0,7 0 0 0 0,-6 0 7 0 0,1 2 51 0 0,4 0-48 0 0,0 0 1 0 0,0 1 0 0 0,0 1-1 0 0,0 0 1 0 0,15 6 0 0 0,-21-8-38 0 0,-1 1 1 0 0,1 0-1 0 0,0 1 1 0 0,-1-1 0 0 0,1 0-1 0 0,-1 1 1 0 0,0 0-1 0 0,0 0 1 0 0,0 0-1 0 0,0 0 1 0 0,0 1-1 0 0,-1-1 1 0 0,0 1 0 0 0,1-1-1 0 0,-1 1 1 0 0,-1 0-1 0 0,4 8 1 0 0,-4-8-20 0 0,0 0 1 0 0,0 0 0 0 0,0 1-1 0 0,-1-1 1 0 0,1 0 0 0 0,-1 1-1 0 0,0-1 1 0 0,-1 0-1 0 0,1 0 1 0 0,-1 1 0 0 0,0-1-1 0 0,0 0 1 0 0,0 0 0 0 0,-2 5-1 0 0,0-3-23 0 0,0 0 0 0 0,0-1-1 0 0,-1 0 1 0 0,0 0-1 0 0,0 0 1 0 0,0 0 0 0 0,0-1-1 0 0,-1 1 1 0 0,1-1 0 0 0,-1 0-1 0 0,-6 3 1 0 0,-5 3-450 0 0,0-1 1 0 0,-1 0-1 0 0,0-2 0 0 0,0 0 1 0 0,-28 7-1 0 0,24-10-1429 0 0,12-5-1335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5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 4420 0 0,'1'-4'1611'0'0,"7"-7"22"0"0,-4 18 1141 0 0,-1 30 243 0 0,-3-30-3729 0 0,2 68 1166 0 0,3-1-1 0 0,27 131 0 0 0,-31-200-646 0 0,0 0-1 0 0,1-1 0 0 0,0 0 0 0 0,0 1 0 0 0,0-1 1 0 0,1 0-1 0 0,-1 0 0 0 0,6 6 0 0 0,-6-7 37 0 0,-1-2 98 0 0,-1 0 0 0 0,1 0-1 0 0,-1 0 1 0 0,1-1-1 0 0,0 1 1 0 0,0 0 0 0 0,0 0-1 0 0,-1-1 1 0 0,1 1-1 0 0,0-1 1 0 0,0 1-1 0 0,0-1 1 0 0,0 1 0 0 0,0-1-1 0 0,0 1 1 0 0,0-1-1 0 0,1 1 1 0 0,1-1-140 0 0,1 2-477 0 0,1-1-60 0 0,2-1 369 0 0,0 0 0 0 0,0 0 1 0 0,0-1-1 0 0,0 0 0 0 0,0 0 1 0 0,0 0-1 0 0,-1-1 0 0 0,1 0 1 0 0,0-1-1 0 0,-1 1 1 0 0,0-1-1 0 0,1 0 0 0 0,-1-1 1 0 0,-1 0-1 0 0,1 0 0 0 0,0 0 1 0 0,-1 0-1 0 0,9-10 1 0 0,1-1-2150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5.7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131 74 3472 0 0,'3'-4'898'0'0,"0"-1"-251"0"0,0-1-1 0 0,0 0 1 0 0,0 0-1 0 0,0 0 1 0 0,-1 0-1 0 0,0 0 1 0 0,-1 0-1 0 0,2-11 1 0 0,-23 12 301 0 0,16 6-725 0 0,-3 1-144 0 0,1 0 1 0 0,-1 0-1 0 0,1 0 1 0 0,-1 1 0 0 0,1 0-1 0 0,0 1 1 0 0,0 0-1 0 0,-7 6 1 0 0,5-3-26 0 0,1 1 0 0 0,1 0-1 0 0,0 1 1 0 0,0-1 0 0 0,0 1 0 0 0,1 0 0 0 0,0 1 0 0 0,1-1 0 0 0,0 1 0 0 0,1 0 0 0 0,-4 16-1 0 0,7-23-30 0 0,-1 2 7 0 0,0 13-3 0 0,1-13-4 0 0,4 13 9 0 0,-1-12-13 0 0,6 4-21 0 0,-7-8-6 0 0,2-1-16 0 0,2 0 3 0 0,-1 0-1 0 0,0-1 1 0 0,0 1 0 0 0,1-1 0 0 0,-1-1 0 0 0,0 1 0 0 0,1-1-1 0 0,-1 0 1 0 0,0 0 0 0 0,0 0 0 0 0,0-1 0 0 0,0 0-1 0 0,0 0 1 0 0,0 0 0 0 0,0 0 0 0 0,-1-1 0 0 0,7-4-1 0 0,6-7-10 0 0,6-6 40 0 0,-16 14-2 0 0,0-3 173 0 0,14-18 309 0 0,-19 24-256 0 0,-2 2-148 0 0,5-6-107 0 0,0 4 786 0 0,-7 71-489 0 0,2-64-262 0 0,2 0-27 0 0,2 12-61 0 0,-2-12-113 0 0,-2-4 175 0 0,0 0 0 0 0,0 0 0 0 0,1 0 0 0 0,-1 1 0 0 0,0-1 0 0 0,0 0 0 0 0,1 0 0 0 0,-1 0 0 0 0,0 0 0 0 0,0 0 0 0 0,1 0 1 0 0,-1 0-1 0 0,0 0 0 0 0,0 0 0 0 0,1 1 0 0 0,-1-1 0 0 0,0 0 0 0 0,0 0 0 0 0,0 0 0 0 0,0 0 0 0 0,1 1 0 0 0,-1-1 0 0 0,0 0 0 0 0,0 0 0 0 0,0 0 0 0 0,0 1 0 0 0,0-1 0 0 0,1 0 0 0 0,-1 0 0 0 0,0 1 0 0 0,0-1 0 0 0,0 0 0 0 0,0 0 0 0 0,0 1 0 0 0,0 0-37 0 0,0-1-1 0 0,0 1 1 0 0,1-1 0 0 0,-1 1 0 0 0,0-1 0 0 0,0 1-1 0 0,1-1 1 0 0,-1 1 0 0 0,0-1 0 0 0,1 1-1 0 0,-1-1 1 0 0,0 0 0 0 0,1 1 0 0 0,-1-1 0 0 0,1 0-1 0 0,-1 1 1 0 0,1-1 0 0 0,-1 0 0 0 0,1 1-1 0 0,-1-1 1 0 0,1 0 0 0 0,-1 0 0 0 0,1 1-1 0 0,-1-1 1 0 0,1 0 0 0 0,-1 0 0 0 0,1 0 0 0 0,-1 0-1 0 0,2 0 1 0 0,9 0-907 0 0,1 0 1 0 0,-1-1-1 0 0,0 0 1 0 0,0-1-1 0 0,17-5 0 0 0,-5-2-1395 0 0,-3 1-1653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06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132 11 2764 0 0,'-5'1'1330'0'0,"-2"1"-991"0"0,-1 1 0 0 0,1 0 0 0 0,-1 0 0 0 0,1 1 0 0 0,0 0 0 0 0,0 0 0 0 0,0 1 0 0 0,1-1-1 0 0,0 2 1 0 0,0-1 0 0 0,0 1 0 0 0,0-1 0 0 0,1 2 0 0 0,0-1 0 0 0,0 0 0 0 0,1 1 0 0 0,0 0 0 0 0,0 0-1 0 0,-4 12 1 0 0,6-15-57 0 0,2 0-59 0 0,-2 42 260 0 0,3-42-373 0 0,14 18 68 0 0,-2-12-228 0 0,-9-8-118 0 0,0-1-14 0 0,15 3-16 0 0,-15-3-5 0 0,2-2 20 0 0,4 0-80 0 0,1 0 1 0 0,-1-1 0 0 0,0 0 0 0 0,1 0-1 0 0,16-8 1 0 0,-18 6-27 0 0,-1-1 0 0 0,0 1 0 0 0,0-2 0 0 0,-1 1 0 0 0,1-1 0 0 0,-1 0 0 0 0,-1-1 0 0 0,1 1 0 0 0,-1-1 1 0 0,0-1-1 0 0,5-8 0 0 0,-9 14 170 0 0,-1-2 154 0 0,3-9 159 0 0,-3 9 2262 0 0,-6 5-2238 0 0,3-1-164 0 0,0 0-1 0 0,0 0 1 0 0,0 0 0 0 0,0 1 0 0 0,0-1 0 0 0,0 1-1 0 0,0 0 1 0 0,0-1 0 0 0,0 1 0 0 0,1 0 0 0 0,-1 0-1 0 0,0 0 1 0 0,0 0 0 0 0,1 1 0 0 0,-3 1 0 0 0,1 0 541 0 0,6 4-527 0 0,-3-6-63 0 0,0-1 1 0 0,0 1-1 0 0,-1-1 0 0 0,1 1 1 0 0,0-1-1 0 0,0 1 1 0 0,0-1-1 0 0,0 1 0 0 0,1-1 1 0 0,-1 1-1 0 0,0-1 0 0 0,0 1 1 0 0,0-1-1 0 0,0 1 1 0 0,0-1-1 0 0,1 1 0 0 0,-1-1 1 0 0,0 1-1 0 0,0-1 0 0 0,1 1 1 0 0,-1-1-1 0 0,0 1 1 0 0,1-1-1 0 0,-1 0 0 0 0,0 1 1 0 0,1-1-1 0 0,-1 0 0 0 0,1 1 1 0 0,-1-1-1 0 0,1 0 1 0 0,-1 0-1 0 0,1 1 0 0 0,0-1 1 0 0,17 3 18 0 0,-13-2 23 0 0,0-2-60 0 0,14-3-2 0 0,-14 3 12 0 0,22-14-19 0 0,-23 13 16 0 0,1 0 0 0 0,-1 0 0 0 0,0 0 0 0 0,0-1 0 0 0,0 0 0 0 0,6-4 0 0 0,24-36-108 0 0,-33 40 126 0 0,1-1 1 0 0,-1 0-16 0 0,0-1 0 0 0,0 1 0 0 0,0-1 1 0 0,0 1-1 0 0,-1-1 0 0 0,0-6 0 0 0,-1 7 36 0 0,-8-1-22 0 0,9 5-10 0 0,0-1-1 0 0,-1 1 1 0 0,1 0-1 0 0,0-1 0 0 0,-1 1 1 0 0,1 0-1 0 0,-1-1 1 0 0,1 1-1 0 0,-1 0 1 0 0,1-1-1 0 0,-1 1 1 0 0,1 0-1 0 0,-1 0 0 0 0,1 0 1 0 0,-1-1-1 0 0,1 1 1 0 0,-1 0-1 0 0,0 0 1 0 0,1 0-1 0 0,-1 0 1 0 0,1 0-1 0 0,-1 0 0 0 0,1 0 1 0 0,-1 0-1 0 0,1 0 1 0 0,-1 0-1 0 0,0 1 1 0 0,1-1-1 0 0,-1 0 1 0 0,0 1-1 0 0,-8 2 120 0 0,0 1 1 0 0,1 0-1 0 0,-1 0 1 0 0,1 1-1 0 0,0 1 1 0 0,0-1-1 0 0,0 1 1 0 0,1 0-1 0 0,0 1 1 0 0,0 0-1 0 0,1 0 1 0 0,0 0-1 0 0,0 1 0 0 0,1 0 1 0 0,0 0-1 0 0,0 0 1 0 0,1 1-1 0 0,0 0 1 0 0,0 0-1 0 0,1 0 1 0 0,-2 10-1 0 0,4-15 16 0 0,5 23 54 0 0,-4-25-192 0 0,1 0 1 0 0,-1-1 0 0 0,1 1 0 0 0,-1-1 0 0 0,1 1-1 0 0,0-1 1 0 0,0 1 0 0 0,0-1 0 0 0,0 1 0 0 0,0-1-1 0 0,0 0 1 0 0,0 1 0 0 0,0-1 0 0 0,0 0 0 0 0,1 0-1 0 0,-1 0 1 0 0,1 0 0 0 0,-1 0 0 0 0,0 0 0 0 0,1 0-1 0 0,0-1 1 0 0,2 2 0 0 0,0-1-108 0 0,0 1 1 0 0,1-1-1 0 0,-1 0 0 0 0,1 0 1 0 0,-1-1-1 0 0,1 1 0 0 0,-1-1 1 0 0,8-1-1 0 0,21-3-918 0 0,0-1 1 0 0,49-16-1 0 0,19-15-4064 0 0,-64 21 793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14.2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 54 3232 0 0,'0'0'2793'0'0,"-3"-3"-2195"0"0,-6-7-90 0 0,6 8 894 0 0,-1 1-1090 0 0,0 1-150 0 0,-1 1 1 0 0,1-1-1 0 0,-1 1 1 0 0,1 0-1 0 0,-1 0 1 0 0,1 0-1 0 0,-1 1 1 0 0,1-1-1 0 0,0 1 1 0 0,-6 3-1 0 0,7-3-85 0 0,-20 29 248 0 0,25-28-327 0 0,4 7 16 0 0,-4-8 64 0 0,2-3-40 0 0,25-13 444 0 0,-27 12-240 0 0,0 0-170 0 0,0-1 1 0 0,-1 1-1 0 0,1-1 0 0 0,-1 1 0 0 0,1-1 0 0 0,-1 0 0 0 0,0 1 0 0 0,0-1 0 0 0,0 0 0 0 0,0 0 0 0 0,0-4 314 0 0,-2 4-346 0 0,1 2-38 0 0,0 0 1 0 0,-1 0-1 0 0,1 0 1 0 0,0 0-1 0 0,-1 0 1 0 0,1 0-1 0 0,0 0 1 0 0,-1 0 0 0 0,1 0-1 0 0,-1 0 1 0 0,0 0-1 0 0,1 1 1 0 0,-1-1-1 0 0,1 0 1 0 0,-1 0 0 0 0,0 1-1 0 0,0-1 1 0 0,0 0-1 0 0,1 1 1 0 0,-1-1-1 0 0,0 1 1 0 0,0-1-1 0 0,0 1 1 0 0,0-1 0 0 0,0 1-1 0 0,0 0 1 0 0,0-1-1 0 0,0 1 1 0 0,0 0-1 0 0,0 0 1 0 0,0 0-1 0 0,0 0 1 0 0,0 0 0 0 0,0 0-1 0 0,0 0 1 0 0,0 0-1 0 0,0 0 1 0 0,0 0-1 0 0,0 1 1 0 0,0-1 0 0 0,0 0-1 0 0,0 1 1 0 0,-1 0-1 0 0,-13 5-6 0 0,11-4 26 0 0,1 0 8 0 0,-1 3-10 0 0,0 1 0 0 0,-1 0 1 0 0,2-1-1 0 0,-1 1 1 0 0,-4 12-1 0 0,7-15-42 0 0,1-2-5 0 0,0-1 25 0 0,1 0 0 0 0,-1 0 0 0 0,0 0 0 0 0,0 0 0 0 0,1 0 0 0 0,-1 0 0 0 0,0 0 0 0 0,0 0 0 0 0,1 0 0 0 0,-1 1 0 0 0,0-1 0 0 0,0 0-1 0 0,0 0 1 0 0,1 0 0 0 0,-1 0 0 0 0,0 1 0 0 0,0-1 0 0 0,0 0 0 0 0,0 0 0 0 0,1 0 0 0 0,-1 1 0 0 0,0-1 0 0 0,0 0 0 0 0,0 0 0 0 0,0 1-1 0 0,0-1 1 0 0,0 0 0 0 0,0 0 0 0 0,0 1 0 0 0,0-1 0 0 0,0 0 0 0 0,0 1 0 0 0,0-1-3 0 0,1 1 1 0 0,-1-1-1 0 0,0 1 0 0 0,0-1 1 0 0,0 1-1 0 0,0-1 1 0 0,0 1-1 0 0,0-1 0 0 0,1 0 1 0 0,-1 1-1 0 0,0-1 0 0 0,0 1 1 0 0,1-1-1 0 0,-1 0 0 0 0,0 1 1 0 0,1-1-1 0 0,-1 0 1 0 0,0 1-1 0 0,1-1 0 0 0,-1 0 1 0 0,0 0-1 0 0,1 1 0 0 0,-1-1 1 0 0,1 0-1 0 0,-1 0 1 0 0,0 0-1 0 0,1 0 0 0 0,-1 1 1 0 0,1-1-1 0 0,-1 0 0 0 0,1 0 1 0 0,-1 0-1 0 0,1 0 0 0 0,-1 0 1 0 0,1 0-1 0 0,3 0 4 0 0,0-1 0 0 0,0 1-1 0 0,0-1 1 0 0,-1 0 0 0 0,1 1 0 0 0,0-2-1 0 0,-1 1 1 0 0,5-2 0 0 0,-5 1 13 0 0,-1-1 4 0 0,0 0 19 0 0,0 1 0 0 0,0-1 0 0 0,-1 0 0 0 0,1 0 1 0 0,-1-1-1 0 0,0 1 0 0 0,0 0 0 0 0,0 0 0 0 0,0-1 0 0 0,0 1 0 0 0,-1 0 1 0 0,1-1-1 0 0,-1-4 0 0 0,-1 4-1 0 0,0 4-38 0 0,-1 0 9 0 0,1 0 0 0 0,-1 1 0 0 0,1-1-1 0 0,-1 0 1 0 0,1 1 0 0 0,-1-1 0 0 0,1 1 0 0 0,0 0-1 0 0,-1-1 1 0 0,1 1 0 0 0,0 0 0 0 0,-1 0 0 0 0,1 0-1 0 0,0 0 1 0 0,0 0 0 0 0,-2 2 0 0 0,2-3-6 0 0,0 1-1 0 0,0 0 1 0 0,1-1 0 0 0,-1 1 0 0 0,0-1-1 0 0,0 1 1 0 0,1 0 0 0 0,-1 0-1 0 0,1-1 1 0 0,-1 1 0 0 0,0 0 0 0 0,1 0-1 0 0,-1 0 1 0 0,1 0 0 0 0,0 0 0 0 0,-1-1-1 0 0,1 1 1 0 0,0 0 0 0 0,0 0 0 0 0,-1 0-1 0 0,1 0 1 0 0,0 0 0 0 0,0 0 0 0 0,0 0-1 0 0,0 0 1 0 0,0 0 0 0 0,0 0-1 0 0,1 0 1 0 0,-1 1 0 0 0,8 7 8 0 0,-6-7-13 0 0,1-2 8 0 0,12-4-26 0 0,-11 3 42 0 0,-1-1 42 0 0,25-18 318 0 0,-26 17-284 0 0,20-29-220 0 0,-23 29-349 0 0,-3-10-118 0 0,3 10-124 0 0,-16-2-7101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14.6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27 2660 0 0,'0'0'1558'0'0,"0"-4"-256"0"0,-1-17 3375 0 0,-3 23-4543 0 0,3-2-112 0 0,0 1-1 0 0,-1 0 1 0 0,1 0 0 0 0,0 0 0 0 0,0 0-1 0 0,0 0 1 0 0,0 0 0 0 0,-1 0 0 0 0,1 0-1 0 0,1 0 1 0 0,-1 1 0 0 0,0-1 0 0 0,0 0-1 0 0,0 1 1 0 0,1-1 0 0 0,-1 0 0 0 0,1 1-1 0 0,-1-1 1 0 0,1 1 0 0 0,-1 1 0 0 0,0 1 92 0 0,1-4-96 0 0,-1 1-1 0 0,1 0 0 0 0,0-1 1 0 0,-1 1-1 0 0,1 0 0 0 0,0 0 1 0 0,-1-1-1 0 0,1 1 1 0 0,0 0-1 0 0,0 0 0 0 0,0 0 1 0 0,0 0-1 0 0,-1-1 0 0 0,1 1 1 0 0,1 0-1 0 0,-1 0 0 0 0,0 0 1 0 0,0 0-1 0 0,0-1 0 0 0,0 1 1 0 0,0 0-1 0 0,1 0 1 0 0,-1 0-1 0 0,0-1 0 0 0,1 1 1 0 0,-1 0-1 0 0,1 0 0 0 0,0 1 1 0 0,3 13 1852 0 0,26-41-709 0 0,-6-5-563 0 0,-22 28-466 0 0,3-2 19 0 0,-5 5-172 0 0,0-1 1 0 0,0 1-1 0 0,0 0 1 0 0,0-1-1 0 0,0 1 1 0 0,0-1-1 0 0,1 1 1 0 0,-1 0-1 0 0,0-1 1 0 0,0 1-1 0 0,0 0 1 0 0,0 0-1 0 0,1-1 0 0 0,-1 1 1 0 0,0 0-1 0 0,0-1 1 0 0,1 1-1 0 0,-1 0 1 0 0,0 0-1 0 0,1 0 1 0 0,-1-1-1 0 0,0 1 1 0 0,1 0-1 0 0,-1 0 1 0 0,0 0-1 0 0,1 0 0 0 0,-1 0 1 0 0,0-1-1 0 0,1 1 1 0 0,-1 0-1 0 0,0 0 1 0 0,1 0-1 0 0,-1 0 1 0 0,0 0-1 0 0,1 0 1 0 0,-1 7-295 0 0,0 0 1 0 0,0 0 0 0 0,-1 0-1 0 0,0 0 1 0 0,0 0-1 0 0,0 0 1 0 0,-1 0 0 0 0,0-1-1 0 0,-1 1 1 0 0,-4 8-1 0 0,-39 69-5585 0 0,19-43 720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3.9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67 3324 0 0,'0'-5'1275'0'0,"2"-21"1074"0"0,1-8 3823 0 0,-3 32-4978 0 0,0 4-384 0 0,-1 21-837 0 0,-2 4 220 0 0,-14 283 1505 0 0,21-236-1374 0 0,7 72 262 0 0,-10-142-511 0 0,-1 0 32 0 0,1 0-1249 0 0,4 17 3396 0 0,-4-14-6281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4.2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29 3524 0 0,'0'0'8532'0'0,"0"4"-8220"0"0,1 0-161 0 0,0 1 0 0 0,0-1-1 0 0,0 0 1 0 0,0 0 0 0 0,1 0 0 0 0,4 8 0 0 0,-4-9 50 0 0,0 2-49 0 0,1-1 1 0 0,0 1 0 0 0,0-1 0 0 0,1 1 0 0 0,0-1 0 0 0,-1 0 0 0 0,1-1 0 0 0,0 1 0 0 0,6 4-1 0 0,-7-6 56 0 0,1-1-46 0 0,12 7 11 0 0,-12-6 103 0 0,-3-3-260 0 0,1 0 0 0 0,0 1 0 0 0,-1-1 0 0 0,1 1 1 0 0,0 0-1 0 0,-1 0 0 0 0,1 0 0 0 0,0 0 0 0 0,0 0 0 0 0,-1 0 0 0 0,4 0 0 0 0,-5 0-8 0 0,4 0 24 0 0,1-2 1 0 0,6-1-16 0 0,0-2-1 0 0,-1 1 1 0 0,0-1-1 0 0,0-1 1 0 0,15-10-1 0 0,74-69-2258 0 0,-96 83 1117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4.8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25 2864 0 0,'0'0'1712'0'0,"1"-4"-316"0"0,1-17 4053 0 0,-3 26-5063 0 0,-8 67 954 0 0,-1 135 0 0 0,8-90-1548 0 0,-1-62-781 0 0,3-50 473 0 0,0 0-39 0 0,-2 16-45 0 0,1-15-33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5.1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91 3532 0 0,'-2'-2'1102'0'0,"-9"-8"2021"0"0,9 8-2614 0 0,-8-6-72 0 0,7 6 939 0 0,6 0-1165 0 0,2-1-119 0 0,0 0 0 0 0,0 1 0 0 0,1 0 1 0 0,-1 0-1 0 0,1 0 0 0 0,-1 0 0 0 0,12-1 1 0 0,53-5 263 0 0,-38 4-247 0 0,61-9-25 0 0,22-4-468 0 0,-36 13-6157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5.3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165 51 2960 0 0,'-161'76'6178'0'0,"158"-74"-4581"0"0,8 4-1228 0 0,-5-5-357 0 0,0 0 0 0 0,0-1 0 0 0,1 1 0 0 0,-1-1 0 0 0,0 1-1 0 0,0-1 1 0 0,1 1 0 0 0,-1-1 0 0 0,0 0 0 0 0,1 1 0 0 0,-1-1 0 0 0,1 1-1 0 0,-1-1 1 0 0,1 0 0 0 0,-1 1 0 0 0,0-1 0 0 0,1 0 0 0 0,-1 1 0 0 0,1-1 0 0 0,-1 0-1 0 0,1 0 1 0 0,0 0 0 0 0,-1 1 0 0 0,1-1 0 0 0,-1 0 0 0 0,1 0 0 0 0,-1 0-1 0 0,1 0 1 0 0,-1 0 0 0 0,1 0 0 0 0,0 0 0 0 0,-1 0 0 0 0,2 0 0 0 0,80-9 306 0 0,0-2 0 0 0,108-31-1 0 0,-64 13-236 0 0,59-7-778 0 0,-67 19-6542 0 0,-112 16 2673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6.0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129 165 3064 0 0,'8'-8'660'0'0,"-1"-1"1"0"0,-1 0-1 0 0,0-1 0 0 0,0 0 0 0 0,-1 0 0 0 0,0 0 1 0 0,-1 0-1 0 0,0-1 0 0 0,3-13 0 0 0,-6 21-216 0 0,-1-2-187 0 0,2-13-85 0 0,-1 14 62 0 0,-3 0-157 0 0,2 3-70 0 0,-1 0 0 0 0,1 0 1 0 0,0 0-1 0 0,-1 0 1 0 0,1 0-1 0 0,-1 0 0 0 0,0 0 1 0 0,1 0-1 0 0,-1 0 1 0 0,0 0-1 0 0,1 0 0 0 0,-1 1 1 0 0,0-1-1 0 0,0 0 1 0 0,0 0-1 0 0,0 1 0 0 0,0-1 1 0 0,0 1-1 0 0,0-1 1 0 0,0 1-1 0 0,0-1 0 0 0,0 1 1 0 0,0-1-1 0 0,0 1 1 0 0,0 0-1 0 0,0 0 0 0 0,0 0 1 0 0,0 0-1 0 0,-1-1 1 0 0,1 1-1 0 0,0 1 0 0 0,0-1 1 0 0,0 0-1 0 0,0 0 1 0 0,0 0-1 0 0,0 1 0 0 0,0-1 1 0 0,0 0-1 0 0,-2 1 1 0 0,-10 7 9 0 0,1-1 1 0 0,0 2-1 0 0,0 0 0 0 0,0 0 1 0 0,1 1-1 0 0,1 0 1 0 0,0 1-1 0 0,0 0 1 0 0,1 1-1 0 0,0 0 1 0 0,1 0-1 0 0,-8 19 0 0 0,13-24 26 0 0,-1 6-19 0 0,3-9-14 0 0,2 0 2 0 0,-1 0-5 0 0,1-1-1 0 0,0 0 1 0 0,0 1-1 0 0,0-1 1 0 0,0 0-1 0 0,1 0 1 0 0,-1 0-1 0 0,1 0 1 0 0,3 5-1 0 0,-2-6-14 0 0,-3-2 8 0 0,0 0 0 0 0,0 0-1 0 0,0 0 1 0 0,0-1-1 0 0,0 1 1 0 0,0 0 0 0 0,0 0-1 0 0,1 0 1 0 0,-1 0 0 0 0,0-1-1 0 0,0 1 1 0 0,0 0-1 0 0,0 0 1 0 0,0 0 0 0 0,0 0-1 0 0,1 0 1 0 0,-1 0-1 0 0,0 0 1 0 0,0 0 0 0 0,0-1-1 0 0,0 1 1 0 0,1 0-1 0 0,-1 0 1 0 0,0 0 0 0 0,0 0-1 0 0,0 0 1 0 0,0 0 0 0 0,1 0-1 0 0,-1 0 1 0 0,0 0-1 0 0,0 0 1 0 0,0 0 0 0 0,0 0-1 0 0,1 0 1 0 0,-1 0-1 0 0,0 0 1 0 0,0 0 0 0 0,0 0-1 0 0,1 0 1 0 0,-1 0-1 0 0,0 1 1 0 0,0-1 0 0 0,0 0-1 0 0,0 0 1 0 0,0 0 0 0 0,1 0-1 0 0,-1 0 1 0 0,0 0-1 0 0,0 0 1 0 0,0 1 0 0 0,0-1-1 0 0,0 0 1 0 0,0 0-1 0 0,0 0 1 0 0,1 0 0 0 0,-1 0-1 0 0,0 1 1 0 0,6 4-1 0 0,30-9 80 0 0,-28 2-51 0 0,0-1 0 0 0,-1 0 0 0 0,1-1 0 0 0,-1 1 0 0 0,0-1-1 0 0,0-1 1 0 0,0 1 0 0 0,0-1 0 0 0,-1 0 0 0 0,0-1 0 0 0,0 1 0 0 0,0-1 0 0 0,-1-1 0 0 0,8-11 0 0 0,-11 15 15 0 0,-2 1-20 0 0,1-1-1 0 0,0 1 1 0 0,0-1-1 0 0,0 1 1 0 0,0-1-1 0 0,0 1 0 0 0,0 0 1 0 0,0 0-1 0 0,3-4 1 0 0,-3 6-16 0 0,-1-1-1 0 0,0 1 1 0 0,0 0 0 0 0,0-1 0 0 0,1 1 0 0 0,-1 0 0 0 0,0-1 0 0 0,1 1 0 0 0,-1 0-1 0 0,0 0 1 0 0,1 0 0 0 0,-1-1 0 0 0,0 1 0 0 0,1 0 0 0 0,-1 0 0 0 0,0 0 0 0 0,1 0 0 0 0,-1-1-1 0 0,0 1 1 0 0,1 0 0 0 0,-1 0 0 0 0,1 0 0 0 0,-1 0 0 0 0,0 0 0 0 0,1 0 0 0 0,0 0-1 0 0,-1 1 6 0 0,1 0-1 0 0,0-1 0 0 0,-1 1 0 0 0,1 0 1 0 0,-1-1-1 0 0,1 1 0 0 0,-1 0 0 0 0,0 0 1 0 0,1 0-1 0 0,-1-1 0 0 0,0 1 0 0 0,1 0 0 0 0,-1 0 1 0 0,0 0-1 0 0,0 0 0 0 0,0 0 0 0 0,0-1 1 0 0,0 3-1 0 0,2 16 50 0 0,-2-14 1 0 0,5 18 32 0 0,-4-20-72 0 0,3 12-5 0 0,-4-14-56 0 0,0 1 1 0 0,1-1-1 0 0,-1 1 1 0 0,0-1-1 0 0,1 1 1 0 0,0-1-1 0 0,-1 0 1 0 0,1 1-1 0 0,0-1 0 0 0,0 0 1 0 0,0 0-1 0 0,-1 0 1 0 0,1 1-1 0 0,1-1 1 0 0,-1 0-1 0 0,0 0 1 0 0,0 0-1 0 0,0-1 1 0 0,0 1-1 0 0,1 0 1 0 0,-1 0-1 0 0,0-1 0 0 0,1 1 1 0 0,-1 0-1 0 0,0-1 1 0 0,1 0-1 0 0,-1 1 1 0 0,1-1-1 0 0,-1 0 1 0 0,3 1-1 0 0,0-2-142 0 0,0 1 0 0 0,1-1 0 0 0,-1 1 0 0 0,0-1 0 0 0,0-1 0 0 0,0 1-1 0 0,6-3 1 0 0,-2 0-343 0 0,0-1 0 0 0,-1 0 0 0 0,1-1 0 0 0,-1 1 0 0 0,0-1 0 0 0,0-1 0 0 0,-1 1 0 0 0,0-1 0 0 0,0 0 0 0 0,-1 0 0 0 0,0-1 0 0 0,0 0 0 0 0,6-12 0 0 0,-1 1-2372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6.2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76 3592 0 0,'1'-5'1160'0'0,"4"-61"3075"0"0,-5 62-2159 0 0,-2 8-1977 0 0,-3 10-39 0 0,1 0 0 0 0,1 1 0 0 0,0-1-1 0 0,1 1 1 0 0,1 0 0 0 0,0 25 0 0 0,-3 24-66 0 0,-4-6 26 0 0,3-26-1412 0 0,-1 40 0 0 0,6-66 346 0 0,13 7-6679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6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33 2732 0 0,'1'-4'1631'0'0,"-1"4"-1677"0"0,0-1 181 0 0,1 0-1 0 0,-1 1 1 0 0,0-1 0 0 0,0 0-1 0 0,1 0 1 0 0,-1 1 0 0 0,0-1 0 0 0,0 0-1 0 0,0 0 1 0 0,0 0 0 0 0,0 0-1 0 0,0 1 1 0 0,0-1 0 0 0,0 0-1 0 0,0 0 1 0 0,0 0 0 0 0,0 1-1 0 0,0-1 1 0 0,-1 0 0 0 0,1 0 0 0 0,0 0-1 0 0,-1 1 1 0 0,1-1 0 0 0,0 0-1 0 0,-1 0 1 0 0,1 1 0 0 0,-1-1-1 0 0,1 1 1 0 0,-1-1 0 0 0,1 0 0 0 0,-1 1-1 0 0,0-1 1 0 0,1 1 0 0 0,-1-1-1 0 0,0 1 1 0 0,1-1 0 0 0,-1 1-1 0 0,0 0 1 0 0,0-1 0 0 0,1 1-1 0 0,-1 0 1 0 0,0 0 0 0 0,0-1 0 0 0,0 1-1 0 0,1 0 1 0 0,-3 0 0 0 0,-19 1 102 0 0,16-1-44 0 0,2 2-42 0 0,-2 2-102 0 0,-1-1 0 0 0,0 2 0 0 0,1-1 0 0 0,-1 1 1 0 0,1 0-1 0 0,1 1 0 0 0,-1-1 0 0 0,1 1 0 0 0,0 0 0 0 0,0 0 0 0 0,1 1 0 0 0,-1-1 0 0 0,-5 15 0 0 0,8-18-25 0 0,-1 7 12 0 0,1-4-36 0 0,4 21 93 0 0,-2-25-90 0 0,1 0 0 0 0,0 0 0 0 0,0 0 0 0 0,0 0 0 0 0,0 0 0 0 0,0-1 0 0 0,0 1 0 0 0,1 0 1 0 0,-1 0-1 0 0,0-1 0 0 0,1 1 0 0 0,-1-1 0 0 0,1 0 0 0 0,0 1 0 0 0,0-1 0 0 0,-1 0 0 0 0,1 0 0 0 0,0 0 0 0 0,0 0 0 0 0,4 1 0 0 0,-1 1 4 0 0,1 1-5 0 0,1 0 0 0 0,-1 0-1 0 0,1-1 1 0 0,0 0-1 0 0,0 0 1 0 0,11 2-1 0 0,-1-1 0 0 0,20 8 7 0 0,-34-11-6 0 0,1 0 2 0 0,21 10 6 0 0,-24-10-10 0 0,0-1 1 0 0,-1 1 0 0 0,1-1 0 0 0,-1 1 0 0 0,1 0 0 0 0,0 0-1 0 0,-1-1 1 0 0,0 1 0 0 0,1 0 0 0 0,-1 0 0 0 0,1 0-1 0 0,-1-1 1 0 0,0 1 0 0 0,0 0 0 0 0,1 0 0 0 0,-1 0 0 0 0,0 0-1 0 0,0 0 1 0 0,0 0 0 0 0,0 0 0 0 0,0-1 0 0 0,0 1-1 0 0,0 0 1 0 0,0 0 0 0 0,-1 0 0 0 0,1 1 0 0 0,-1-1-1 0 0,1 0 0 0 0,-1-1 1 0 0,1 1-1 0 0,-1 0 0 0 0,0 0 1 0 0,1-1-1 0 0,-1 1 0 0 0,0-1 0 0 0,1 1 1 0 0,-1 0-1 0 0,0-1 0 0 0,0 1 1 0 0,0-1-1 0 0,1 0 0 0 0,-1 1 0 0 0,0-1 1 0 0,0 0-1 0 0,0 1 0 0 0,0-1 1 0 0,0 0-1 0 0,0 0 0 0 0,-1 0 0 0 0,-69 17-753 0 0,65-16 410 0 0,1-1-110 0 0,-15 3-190 0 0,15-2-386 0 0,0-1-351 0 0,-14-1-1 0 0,14 1-908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27.1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1 160 3852 0 0,'0'0'3876'0'0,"4"0"-3248"0"0,32 6 2252 0 0,-32-5-2202 0 0,11-1-460 0 0,8-1 85 0 0,-11-2-189 0 0,-1 1 0 0 0,0-2 0 0 0,0 0 0 0 0,0 0 0 0 0,0-1 0 0 0,-1-1 0 0 0,0 1 0 0 0,0-2 0 0 0,0 1 0 0 0,-1-1 0 0 0,0-1 0 0 0,10-9 0 0 0,-17 14-62 0 0,0 0-1 0 0,0 0 1 0 0,0 0-1 0 0,0 0 1 0 0,-1 0-1 0 0,1 0 1 0 0,-1 0-1 0 0,0 0 1 0 0,0-1-1 0 0,1-4 1 0 0,-2 5-59 0 0,2-1 70 0 0,-3 0-7 0 0,-1-12 6 0 0,2 12-11 0 0,-3 2-24 0 0,1 0-27 0 0,-1 0 1 0 0,1 1-1 0 0,0-1 1 0 0,-1 1-1 0 0,0-1 1 0 0,1 1-1 0 0,-1 0 1 0 0,0 0-1 0 0,1 1 1 0 0,-1-1-1 0 0,0 0 1 0 0,0 1-1 0 0,0-1 0 0 0,1 1 1 0 0,-1 0-1 0 0,0 0 1 0 0,0 0-1 0 0,0 1 1 0 0,-5 0-1 0 0,0 1-5 0 0,0 1-1 0 0,0-1 0 0 0,0 1 1 0 0,0 1-1 0 0,0-1 1 0 0,-10 8-1 0 0,9-6 8 0 0,1 1 1 0 0,0 0-1 0 0,0 0 0 0 0,0 1 1 0 0,1 0-1 0 0,0 0 0 0 0,0 1 0 0 0,1 0 1 0 0,0 0-1 0 0,0 0 0 0 0,1 1 1 0 0,0 0-1 0 0,0 0 0 0 0,1 0 1 0 0,0 1-1 0 0,1-1 0 0 0,0 1 0 0 0,1 0 1 0 0,-2 11-1 0 0,5-16 12 0 0,0-1 0 0 0,0 1 0 0 0,0 0 0 0 0,0-1 0 0 0,1 1 1 0 0,0-1-1 0 0,0 0 0 0 0,0 1 0 0 0,0-1 0 0 0,1 0 0 0 0,-1 0 0 0 0,1 0 0 0 0,0-1 0 0 0,0 1 0 0 0,1-1 0 0 0,-1 0 1 0 0,1 0-1 0 0,0 0 0 0 0,0 0 0 0 0,0 0 0 0 0,6 2 0 0 0,49 12-47 0 0,-47-15-160 0 0,-1-1 1 0 0,0-1 0 0 0,0 0 0 0 0,1 0 0 0 0,-1-1-1 0 0,0-1 1 0 0,0 0 0 0 0,21-6 0 0 0,-8-1-1464 0 0,0 0 1 0 0,34-20-1 0 0,-31 13-1388 0 0,-2-1-2204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3:44.8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4236 0 0,'0'0'7357'0'0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10 4560 0 0,'0'0'5436'0'0,"-1"-3"-4888"0"0,1 3-514 0 0,0 0-1 0 0,0-1 0 0 0,0 1 1 0 0,0 0-1 0 0,0 0 1 0 0,0 0-1 0 0,0-1 0 0 0,0 1 1 0 0,0 0-1 0 0,0 0 1 0 0,0 0-1 0 0,0-1 0 0 0,0 1 1 0 0,0 0-1 0 0,0 0 0 0 0,0 0 1 0 0,0-1-1 0 0,0 1 1 0 0,0 0-1 0 0,0 0 0 0 0,0 0 1 0 0,0-1-1 0 0,0 1 1 0 0,0 0-1 0 0,-1 0 0 0 0,1 0 1 0 0,0 0-1 0 0,0 0 0 0 0,0-1 1 0 0,0 1-1 0 0,0 0 1 0 0,-1 0-1 0 0,1 0 0 0 0,0 0 1 0 0,0 0-1 0 0,0 0 1 0 0,0-1-1 0 0,-1 1 0 0 0,1 0 1 0 0,0 0-1 0 0,0 0 0 0 0,0 0 1 0 0,-1 0-1 0 0,1 0 1 0 0,0 0-1 0 0,0 0 0 0 0,0 0 1 0 0,-1 0-1 0 0,1 0 1 0 0,0 0-1 0 0,0 0 0 0 0,0 0 1 0 0,-1 0-1 0 0,1 0 0 0 0,0 0 1 0 0,0 1-1 0 0,0-1 1 0 0,-1 0-1 0 0,1 0 0 0 0,0 0 1 0 0,0 0-1 0 0,0 0 1 0 0,-1 1-1 0 0,-6 19 714 0 0,-6 41-307 0 0,13-60-423 0 0,-32 203 171 0 0,32-200-514 0 0,-1 1-73 0 0,0-1-175 0 0,-1 6 910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72 2164 0 0,'-6'-5'778'0'0,"0"0"0"0"0,-1 0 0 0 0,1 1 0 0 0,-1 0 0 0 0,0 0 0 0 0,0 0 0 0 0,-13-3-1 0 0,16 5-119 0 0,0 1-268 0 0,-13-2 17 0 0,13 2 1085 0 0,-13-3-256 0 0,75 4-854 0 0,79-11 0 0 0,-51 4-2210 0 0,-2 3-5232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0 3172 0 0,'-4'3'321'0'0,"-22"17"2578"0"0,25-19-2715 0 0,0 0-1 0 0,0 0 1 0 0,0-1-1 0 0,0 1 1 0 0,0 0-1 0 0,1 0 1 0 0,-1 0-1 0 0,0 0 1 0 0,1 0-1 0 0,-1 0 1 0 0,0 0-1 0 0,1 0 1 0 0,-1 0-1 0 0,1 1 1 0 0,0-1-1 0 0,-1 0 1 0 0,1 0 0 0 0,0 0-1 0 0,0 1 1 0 0,0-1-1 0 0,0 2 1 0 0,0-1-119 0 0,1 0 0 0 0,0 0 0 0 0,0 0 0 0 0,0-1 0 0 0,0 1 0 0 0,0 0 0 0 0,0-1 1 0 0,1 1-1 0 0,-1 0 0 0 0,1-1 0 0 0,-1 0 0 0 0,1 1 0 0 0,-1-1 0 0 0,1 0 0 0 0,0 0 1 0 0,-1 0-1 0 0,1 0 0 0 0,0 0 0 0 0,0 0 0 0 0,0 0 0 0 0,0-1 0 0 0,3 1 0 0 0,6 2 68 0 0,1-2 0 0 0,-1 0-1 0 0,21 0 1 0 0,43-3-325 0 0,103-16 0 0 0,-7-18-6704 0 0,-136 25 1758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1 459 3596 0 0,'0'0'8164'0'0,"3"-2"-7933"0"0,-1-1-176 0 0,1 1 0 0 0,-1-1 0 0 0,1 0 0 0 0,-1 1-1 0 0,0-1 1 0 0,0 0 0 0 0,0 0 0 0 0,-1 0 0 0 0,1-1 0 0 0,-1 1 0 0 0,2-6 0 0 0,12-48 49 0 0,-9 28-56 0 0,-5 26-45 0 0,11-41 9 0 0,-3-1 1 0 0,-1 0-1 0 0,3-80 0 0 0,-11 97 7 0 0,0 24-5 0 0,0-1 1 0 0,-1-13-4 0 0,0 14 293 0 0,-3 0-61 0 0,4 4-232 0 0,0 0 1 0 0,-1-1-1 0 0,1 1 1 0 0,0 0-1 0 0,0-1 1 0 0,-1 1 0 0 0,1 0-1 0 0,0 0 1 0 0,0-1-1 0 0,-1 1 1 0 0,1 0-1 0 0,0 0 1 0 0,-1-1-1 0 0,1 1 1 0 0,0 0 0 0 0,-1 0-1 0 0,1 0 1 0 0,0 0-1 0 0,-1-1 1 0 0,1 1-1 0 0,0 0 1 0 0,-1 0 0 0 0,1 0-1 0 0,0 0 1 0 0,-1 0-1 0 0,1 0 1 0 0,-1 0-1 0 0,1 0 1 0 0,0 0 0 0 0,-1 0-1 0 0,1 0 1 0 0,0 0-1 0 0,-1 0 1 0 0,1 1-1 0 0,0-1 1 0 0,-1 0-1 0 0,1 0 1 0 0,-1 0 0 0 0,-7 13 76 0 0,1 1 0 0 0,1-1 0 0 0,-1 1 0 0 0,2 0 0 0 0,0 0 0 0 0,1 1 0 0 0,0-1 0 0 0,-2 23 0 0 0,-6 118-456 0 0,16-85-377 0 0,-1-44-1636 0 0,-1 1-4787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8 407 4064 0 0,'-2'-3'1267'0'0,"2"3"-1212"0"0,-1 0 1 0 0,1 0-1 0 0,0-1 0 0 0,-1 1 1 0 0,1 0-1 0 0,0-1 0 0 0,0 1 1 0 0,-1 0-1 0 0,1-1 0 0 0,0 1 0 0 0,-1 0 1 0 0,1-1-1 0 0,0 1 0 0 0,0 0 1 0 0,0-1-1 0 0,0 1 0 0 0,-1 0 0 0 0,1-1 1 0 0,0 1-1 0 0,0-1 0 0 0,0 1 1 0 0,0-1-1 0 0,0 1 0 0 0,0 0 1 0 0,0-1-1 0 0,0 1 0 0 0,0-1 0 0 0,0 1 1 0 0,0-1-1 0 0,0 1 0 0 0,0 0 1 0 0,0-1-1 0 0,1 1 0 0 0,-1-1 1 0 0,0 1-1 0 0,0 0 0 0 0,0-1 0 0 0,1 1 1 0 0,-1 0-1 0 0,0-1 0 0 0,0 1 1 0 0,1 0-1 0 0,-1-1 0 0 0,0 1 0 0 0,1 0 1 0 0,-1 0-1 0 0,0-1 0 0 0,1 1 1 0 0,-1 0-1 0 0,0 0 0 0 0,1 0 1 0 0,-1-1-1 0 0,1 1 0 0 0,-1 0 0 0 0,0 0 1 0 0,1 0-1 0 0,-1 0 0 0 0,1 0 1 0 0,-1 0-1 0 0,1 0 0 0 0,-1 0 1 0 0,1 0-1 0 0,2-1 316 0 0,4 1-91 0 0,54-2-21 0 0,0-3 0 0 0,91-18 0 0 0,-133 19-519 0 0,0-1 1 0 0,-1 0-1 0 0,0-2 1 0 0,0 0-1 0 0,0-1 1 0 0,-1-1-1 0 0,0-1 1 0 0,0 0-1 0 0,-1-1 1 0 0,-1 0-1 0 0,0-2 1 0 0,21-21-1 0 0,-30 27 231 0 0,-1-1 0 0 0,1 0 0 0 0,-1 0-1 0 0,-1-1 1 0 0,1 1 0 0 0,-2-1 0 0 0,1 0 0 0 0,2-10-1 0 0,0-6 884 0 0,4-43 0 0 0,-8 54-430 0 0,-1 10-53 0 0,0-21 2098 0 0,-19 32-1992 0 0,12 1-259 0 0,-19 57 107 0 0,4 1 0 0 0,2 1 0 0 0,-11 75 0 0 0,30-138-307 0 0,-2 4 10 0 0,1 1 1 0 0,0-1-1 0 0,0 1 1 0 0,1 0-1 0 0,0-1 1 0 0,3 18 0 0 0,3 3 11 0 0,-1-23-33 0 0,-2-4 1 0 0,-1 0-19 0 0,-1 0 0 0 0,1 0 0 0 0,0 0 0 0 0,0-1 0 0 0,0 1-1 0 0,0-1 1 0 0,0 1 0 0 0,0-1 0 0 0,0 0 0 0 0,0 1 0 0 0,1-1 0 0 0,-1 0 0 0 0,0-1 0 0 0,1 1 0 0 0,-1 0 0 0 0,1-1 0 0 0,-1 1 0 0 0,1-1-1 0 0,-1 0 1 0 0,1 0 0 0 0,-1 0 0 0 0,1 0 0 0 0,-1 0 0 0 0,5-1 0 0 0,2-1-48 0 0,0 0 1 0 0,-1-1-1 0 0,1 0 0 0 0,-1 0 0 0 0,9-5 1 0 0,-10 4 5 0 0,-1 0 0 0 0,0-1 1 0 0,1 0-1 0 0,-1 0 0 0 0,-1 0 1 0 0,1-1-1 0 0,-1 0 1 0 0,0 0-1 0 0,-1 0 0 0 0,8-14 1 0 0,-10 16 462 0 0,-2 9-363 0 0,-1 12 41 0 0,1-13 107 0 0,1 0-154 0 0,4 13-35 0 0,-4-13 69 0 0,2 0-81 0 0,0 0-60 0 0,0 0 1 0 0,1 0-1 0 0,0 0 1 0 0,0-1-1 0 0,0 1 0 0 0,0-1 1 0 0,0 0-1 0 0,1 0 1 0 0,-1 0-1 0 0,1 0 0 0 0,0-1 1 0 0,10 3-1 0 0,-12-4-210 0 0,2 0 15 0 0,6 0 53 0 0,-1-1 0 0 0,0 0 0 0 0,1 0-1 0 0,-1-1 1 0 0,0-1 0 0 0,12-2-1 0 0,-15 2 145 0 0,0 0 0 0 0,0 0 0 0 0,0 0 0 0 0,0-1 0 0 0,0 0 0 0 0,-1-1 0 0 0,0 1 0 0 0,1-1 0 0 0,-1 0 0 0 0,0-1 0 0 0,-1 0 0 0 0,1 0 0 0 0,-1 0 0 0 0,0 0 0 0 0,-1-1 0 0 0,1 0 0 0 0,-1 0 0 0 0,6-10 0 0 0,12-56 320 0 0,-22 68-81 0 0,1 0 3 0 0,0-14-4 0 0,-1 13 11 0 0,-1 2 0 0 0,1 2-148 0 0,-1 0 1 0 0,1 0-1 0 0,0 0 1 0 0,0 0-1 0 0,-1 0 1 0 0,1 0-1 0 0,-1 0 1 0 0,1 0-1 0 0,-1 1 1 0 0,1-1-1 0 0,-1 0 1 0 0,1 0-1 0 0,-1 0 0 0 0,0 1 1 0 0,0-1-1 0 0,1 0 1 0 0,-1 1-1 0 0,0-1 1 0 0,0 1-1 0 0,0-1 1 0 0,0 1-1 0 0,1-1 1 0 0,-1 1-1 0 0,0 0 1 0 0,0-1-1 0 0,0 1 0 0 0,0 0 1 0 0,0 0-1 0 0,0-1 1 0 0,0 1-1 0 0,0 0 1 0 0,0 0-1 0 0,0 0 1 0 0,0 0-1 0 0,0 1 1 0 0,0-1-1 0 0,0 0 1 0 0,0 0-1 0 0,0 0 1 0 0,0 1-1 0 0,0-1 0 0 0,0 1 1 0 0,0-1-1 0 0,-1 1 1 0 0,-3 2 30 0 0,0 0 0 0 0,0 1 1 0 0,1-1-1 0 0,-1 1 0 0 0,1 0 0 0 0,0 0 1 0 0,0 0-1 0 0,-6 9 0 0 0,5-7-40 0 0,0 0 0 0 0,0 1 0 0 0,1 0 0 0 0,0 0 0 0 0,0 0 0 0 0,1 0 0 0 0,0 1 0 0 0,0-1 0 0 0,1 1 0 0 0,0 0 0 0 0,0 0 0 0 0,-1 12 0 0 0,3-15-12 0 0,1-1-23 0 0,4 12-10 0 0,-4-12 3 0 0,-1-4 11 0 0,1 0 1 0 0,-1 0 0 0 0,1 0 0 0 0,-1 1 0 0 0,0-1 0 0 0,1 0 0 0 0,-1 0 0 0 0,1 0 0 0 0,-1 0 0 0 0,0 1-1 0 0,1-1 1 0 0,-1 0 0 0 0,0 0 0 0 0,1 1 0 0 0,-1-1 0 0 0,0 0 0 0 0,0 0 0 0 0,1 1 0 0 0,-1-1 0 0 0,0 0-1 0 0,0 1 1 0 0,1-1 0 0 0,-1 0 0 0 0,0 1 0 0 0,0-1 0 0 0,0 1 0 0 0,0-1 0 0 0,1 2-4 0 0,-1-1 0 0 0,1 0 0 0 0,0 0 0 0 0,-1 0 1 0 0,1-1-1 0 0,0 1 0 0 0,-1 0 0 0 0,1 0 0 0 0,0 0 1 0 0,0 0-1 0 0,0-1 0 0 0,0 1 0 0 0,0 0 0 0 0,1 0 1 0 0,37 10-56 0 0,-35-10 60 0 0,0-2 9 0 0,3-1-3 0 0,-2 1 3 0 0,-1 0 0 0 0,0 0 0 0 0,0-1-1 0 0,0 1 1 0 0,0-1 0 0 0,-1 0-1 0 0,1 0 1 0 0,0 0 0 0 0,-1-1 0 0 0,1 1-1 0 0,-1-1 1 0 0,0 0 0 0 0,0 0 0 0 0,0 0-1 0 0,0 0 1 0 0,-1-1 0 0 0,1 1-1 0 0,3-8 1 0 0,-4 9 50 0 0,9-8 658 0 0,-13 23-564 0 0,1-10-146 0 0,0 1 0 0 0,1-1 1 0 0,-1 1-1 0 0,1-1 0 0 0,0 1 0 0 0,0-1 1 0 0,0 1-1 0 0,0-1 0 0 0,1 0 0 0 0,-1 1 1 0 0,1-1-1 0 0,0 1 0 0 0,0-1 0 0 0,0 0 1 0 0,0 0-1 0 0,1 1 0 0 0,-1-1 0 0 0,1 0 0 0 0,0 0 1 0 0,2 3-1 0 0,-1-3-41 0 0,-3-3 33 0 0,1 0 0 0 0,-1 0-1 0 0,0 0 1 0 0,1 0 0 0 0,-1 0-1 0 0,1 0 1 0 0,-1 0 0 0 0,0 0-1 0 0,1 0 1 0 0,-1 0 0 0 0,0 0-1 0 0,1 1 1 0 0,-1-1 0 0 0,1 0-1 0 0,-1 0 1 0 0,0 0 0 0 0,1 1-1 0 0,-1-1 1 0 0,0 0 0 0 0,0 0-1 0 0,1 1 1 0 0,-1-1 0 0 0,0 0-1 0 0,0 1 1 0 0,1-1 0 0 0,-1 1-1 0 0,1 0-6 0 0,-1-1-1 0 0,1 1 0 0 0,-1 0 1 0 0,1-1-1 0 0,-1 1 0 0 0,1-1 0 0 0,0 1 1 0 0,-1 0-1 0 0,1-1 0 0 0,0 1 1 0 0,0-1-1 0 0,-1 0 0 0 0,1 1 1 0 0,0-1-1 0 0,0 0 0 0 0,0 1 1 0 0,-1-1-1 0 0,1 0 0 0 0,1 0 1 0 0,2 1-19 0 0,1 0 0 0 0,-1 0 1 0 0,0-1-1 0 0,0 0 1 0 0,0 0-1 0 0,1 0 0 0 0,-1 0 1 0 0,0-1-1 0 0,0 0 1 0 0,0 0-1 0 0,1 0 0 0 0,-1 0 1 0 0,0 0-1 0 0,6-4 1 0 0,-1-2 15 0 0,0 0 1 0 0,0-1 0 0 0,-1 0 0 0 0,0 0 0 0 0,-1-1-1 0 0,0 0 1 0 0,0 0 0 0 0,-1-1 0 0 0,0 1 0 0 0,6-16-1 0 0,0-5 123 0 0,-1 0 0 0 0,11-45-1 0 0,-20 60-12 0 0,0-1 0 0 0,-1 0-1 0 0,0 0 1 0 0,-3-20 0 0 0,2 32-26 0 0,-2-1-17 0 0,-3-13 9 0 0,4 14 68 0 0,-2 2 32 0 0,2 1-151 0 0,0 1 1 0 0,1-1 0 0 0,-1 1-1 0 0,0-1 1 0 0,0 1 0 0 0,0-1-1 0 0,0 1 1 0 0,0 0-1 0 0,0-1 1 0 0,0 1 0 0 0,0 0-1 0 0,0 0 1 0 0,0 0 0 0 0,0 0-1 0 0,0 0 1 0 0,0 0 0 0 0,0 0-1 0 0,0 0 1 0 0,0 0 0 0 0,0 0-1 0 0,0 1 1 0 0,0-1 0 0 0,0 0-1 0 0,0 1 1 0 0,0-1-1 0 0,1 1 1 0 0,-1-1 0 0 0,0 1-1 0 0,0-1 1 0 0,0 1 0 0 0,0-1-1 0 0,1 1 1 0 0,-1 0 0 0 0,0 0-1 0 0,1-1 1 0 0,-1 1 0 0 0,0 0-1 0 0,1 0 1 0 0,-1 0 0 0 0,1 0-1 0 0,0-1 1 0 0,-1 1-1 0 0,1 0 1 0 0,-1 1 0 0 0,-4 10 10 0 0,-1 0 1 0 0,2 0-1 0 0,0 0 0 0 0,0 1 1 0 0,1 0-1 0 0,1-1 0 0 0,0 1 1 0 0,1 0-1 0 0,0 0 1 0 0,1 0-1 0 0,0 0 0 0 0,1 0 1 0 0,0 0-1 0 0,1 0 1 0 0,1 0-1 0 0,0-1 0 0 0,1 1 1 0 0,6 13-1 0 0,10 6-1063 0 0,-17-28 825 0 0,-1-2-320 0 0,7 3-288 0 0,-9-5 720 0 0,1 1 0 0 0,-1-1 0 0 0,0 1 1 0 0,1-1-1 0 0,-1 0 0 0 0,1 1 0 0 0,-1-1 0 0 0,1 0 0 0 0,-1 1 0 0 0,1-1 0 0 0,-1 0 1 0 0,1 0-1 0 0,-1 1 0 0 0,1-1 0 0 0,-1 0 0 0 0,1 0 0 0 0,0 0 0 0 0,-1 0 1 0 0,1 0-1 0 0,-1 0 0 0 0,1 0 0 0 0,-1 0 0 0 0,1 0 0 0 0,0 0 0 0 0,-1 0 0 0 0,1 0 1 0 0,-1 0-1 0 0,1 0 0 0 0,0-1 0 0 0,1 1-451 0 0,12-1 547 0 0,-3-6-4890 0 0,4-7 266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61 3740 0 0,'0'0'2905'0'0,"-4"-1"-1835"0"0,4 1-1005 0 0,0 0 0 0 0,-1 1 0 0 0,1-1 0 0 0,0 0 0 0 0,0 0 0 0 0,-1 0 0 0 0,1 0 0 0 0,0 0 0 0 0,-1 0 0 0 0,1 0 0 0 0,0 0 0 0 0,-1 0 0 0 0,1 0 0 0 0,0 0 1 0 0,0 0-1 0 0,-1 0 0 0 0,1-1 0 0 0,0 1 0 0 0,-1 0 0 0 0,1 0 0 0 0,0 0 0 0 0,0 0 0 0 0,-1 0 0 0 0,1-1 0 0 0,0 1 0 0 0,0 0 0 0 0,0 0 0 0 0,-1 0 0 0 0,1-1 0 0 0,0 1 0 0 0,0 0 0 0 0,0 0 1 0 0,-1-1-1 0 0,1 1 0 0 0,0 0 0 0 0,0 0 0 0 0,0-1 0 0 0,0 1 0 0 0,0-1 0 0 0,15-4 896 0 0,46-7-1490 0 0,-35 8 277 0 0,102-21-5860 0 0,-93 17 1767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46 3824 0 0,'0'0'3231'0'0,"1"-5"-1968"0"0,1-13-163 0 0,-2 13 1590 0 0,5-13-1279 0 0,-3 44-1269 0 0,-2 0 1 0 0,0 0 0 0 0,-8 45-1 0 0,-1 31 28 0 0,8-80-164 0 0,1 4 6 0 0,3-9-58 0 0,-1-1-94 0 0,-1-12-153 0 0,0 0-160 0 0,5 13-136 0 0,-5-13-79 0 0,5 1-343 0 0,-2 1 271 0 0,3-6-2948 0 0,8-4 1247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65 2972 0 0,'0'0'880'0'0,"-6"-1"89"0"0,-17-1-95 0 0,17 2-160 0 0,1 0-114 0 0,-14 1-116 0 0,14-1 343 0 0,1 1-474 0 0,-11 1 388 0 0,28 1 671 0 0,-10-2-1398 0 0,0 0 1 0 0,1-1 0 0 0,-1 0-1 0 0,0 0 1 0 0,0 0 0 0 0,0 0 0 0 0,0-1-1 0 0,0 1 1 0 0,0-1 0 0 0,5-1-1 0 0,5-1 16 0 0,197-28 598 0 0,10-1-4378 0 0,-215 32 862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4084 0 0,'2'3'310'0'0,"1"-1"0"0"0,0 1-1 0 0,0-1 1 0 0,0 0 0 0 0,1 0-1 0 0,-1 0 1 0 0,0 0 0 0 0,1-1-1 0 0,-1 1 1 0 0,1-1-1 0 0,0 0 1 0 0,-1 0 0 0 0,1 0-1 0 0,0 0 1 0 0,0-1 0 0 0,0 0-1 0 0,7 0 1 0 0,11 1 252 0 0,37-5 0 0 0,-46 3-483 0 0,239-30 16 0 0,-90-7-6753 0 0,-129 29 2400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0 3680 0 0,'0'0'7162'0'0,"-2"2"-6958"0"0,-1 1-136 0 0,0 0 1 0 0,1 0 0 0 0,-1 0 0 0 0,1 1-1 0 0,0-1 1 0 0,0 1 0 0 0,0-1-1 0 0,0 1 1 0 0,1 0 0 0 0,-3 6 0 0 0,-12 50 253 0 0,8-28-242 0 0,-36 174 755 0 0,43-202-825 0 0,0 1-59 0 0,7 26-3406 0 0,-4-21 1342 0 0,13-20-5279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69 2440 0 0,'-10'-6'696'0'0,"1"0"0"0"0,-2 0 0 0 0,1 1 0 0 0,-1 1 0 0 0,0 0 0 0 0,1 1 0 0 0,-2-1 0 0 0,-12 0-1 0 0,21 3-591 0 0,-1 0 894 0 0,9 1-849 0 0,161-5 416 0 0,102-7-2337 0 0,-232 6-2377 0 0,-29 5-409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33 3328 0 0,'-6'4'436'0'0,"1"0"0"0"0,0 0 0 0 0,0 0 0 0 0,0 0 0 0 0,1 1 0 0 0,-1 0-1 0 0,-5 9 1 0 0,8-11 14 0 0,2-3-417 0 0,0 1 0 0 0,0-1 0 0 0,0 1 0 0 0,0-1 0 0 0,0 1 0 0 0,0-1 0 0 0,0 1-1 0 0,0-1 1 0 0,0 1 0 0 0,0-1 0 0 0,1 1 0 0 0,-1-1 0 0 0,0 1 0 0 0,0-1 0 0 0,0 1 0 0 0,1-1 0 0 0,-1 0 0 0 0,0 1 0 0 0,0-1 0 0 0,1 1 0 0 0,-1-1 0 0 0,1 0 0 0 0,-1 1 0 0 0,0-1 0 0 0,1 0 0 0 0,-1 1 0 0 0,1-1 0 0 0,-1 0 0 0 0,0 0 0 0 0,1 0 0 0 0,-1 1 0 0 0,1-1 0 0 0,16 11 502 0 0,-16-11-487 0 0,8 3 127 0 0,1 0-1 0 0,0 0 1 0 0,0-1-1 0 0,0 0 1 0 0,0-1-1 0 0,1 0 1 0 0,15-1-1 0 0,-11 0-93 0 0,57-1 216 0 0,1-3 0 0 0,111-20 0 0 0,-20-11-1801 0 0,-6-7-4008 0 0,-115 30 1264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3 381 3408 0 0,'0'0'2662'0'0,"-1"3"-1709"0"0,-1 5 2379 0 0,6-9-1428 0 0,12-17-1022 0 0,20-35-1336 0 0,-30 43 443 0 0,-1 0-1 0 0,-1-1 1 0 0,0 1 0 0 0,0-1-1 0 0,-1 0 1 0 0,-1 0 0 0 0,0 0-1 0 0,1-13 1 0 0,0-38 5 0 0,-4 51 3 0 0,0-8 3 0 0,-1-11 1 0 0,-4 10-10 0 0,-6-25-187 0 0,10 41 219 0 0,-3-4 52 0 0,5 7-72 0 0,0 1-1 0 0,0-1 1 0 0,0 1-1 0 0,0-1 1 0 0,0 1-1 0 0,0-1 1 0 0,-1 1-1 0 0,1-1 1 0 0,0 1-1 0 0,0 0 1 0 0,0-1-1 0 0,-1 1 1 0 0,1-1-1 0 0,0 1 1 0 0,0 0-1 0 0,-1-1 1 0 0,1 1-1 0 0,0 0 1 0 0,0-1 0 0 0,-1 1-1 0 0,1 0 1 0 0,-1-1-1 0 0,1 1 1 0 0,0 0-1 0 0,-1 0 1 0 0,1-1-1 0 0,-1 1 1 0 0,1 0-1 0 0,0 0 1 0 0,-1 0-1 0 0,1 0 1 0 0,-1 0-1 0 0,1-1 1 0 0,-1 1-1 0 0,1 0 1 0 0,-1 0-1 0 0,0 0 1 0 0,-17 7 15 0 0,16-4-15 0 0,1-1 0 0 0,-1 0-1 0 0,1 1 1 0 0,-1-1 0 0 0,1 0 0 0 0,0 1 0 0 0,0 0 0 0 0,0-1 0 0 0,0 1 0 0 0,0 0 0 0 0,0-1 0 0 0,0 5-1 0 0,-4 37 72 0 0,5 45-257 0 0,21 162 1 0 0,-20-246-172 0 0,0 0-136 0 0,2 3 660 0 0,11 18-7274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87 3508 0 0,'0'0'1960'0'0,"-2"-2"-1255"0"0,2 2-672 0 0,0-1 1 0 0,-1 1-1 0 0,1-1 0 0 0,0 1 0 0 0,0-1 0 0 0,-1 1 0 0 0,1-1 0 0 0,0 1 1 0 0,0-1-1 0 0,0 1 0 0 0,0-1 0 0 0,0 1 0 0 0,-1-1 0 0 0,1 1 1 0 0,0-1-1 0 0,0 1 0 0 0,0-1 0 0 0,0 1 0 0 0,0-1 0 0 0,1 1 1 0 0,-1-1-1 0 0,0 1 0 0 0,0-1 0 0 0,0 1 0 0 0,0-1 0 0 0,0 1 0 0 0,1-1 1 0 0,-1 1-1 0 0,0 0 0 0 0,1-1 0 0 0,-1 1 0 0 0,0-1 0 0 0,0 1 1 0 0,1-1-1 0 0,-1 1 0 0 0,1 0 0 0 0,-1-1 0 0 0,1 1 0 0 0,28-14 524 0 0,48-3-413 0 0,-67 15-105 0 0,101-12-92 0 0,7-1-4891 0 0,-91 10 1775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69 2972 0 0,'0'0'1242'0'0,"-1"-4"-171"0"0,-5-60 5656 0 0,1 70-6651 0 0,4-6-72 0 0,1 0-1 0 0,-1 0 1 0 0,0 1-1 0 0,1-1 1 0 0,-1 0-1 0 0,0 1 0 0 0,1-1 1 0 0,-1 1-1 0 0,1-1 1 0 0,-1 1-1 0 0,1-1 0 0 0,-1 1 1 0 0,1-1-1 0 0,-1 1 1 0 0,1-1-1 0 0,-1 1 1 0 0,1 0-1 0 0,0-1 0 0 0,-1 1 1 0 0,1 0-1 0 0,0-1 1 0 0,0 1-1 0 0,-1 1 0 0 0,-60 263 330 0 0,52-224-360 0 0,8-36 39 0 0,1 0-16 0 0,0 0 1 0 0,0 1 0 0 0,-1-1-1 0 0,0 0 1 0 0,-2 8 0 0 0,0-3 34 0 0,3-6 203 0 0,0-4-234 0 0,0-1 1 0 0,0 1-1 0 0,0 0 0 0 0,0 0 1 0 0,0 0-1 0 0,0 0 0 0 0,0-1 0 0 0,0 1 1 0 0,0 0-1 0 0,0 0 0 0 0,0 0 0 0 0,0 0 1 0 0,0-1-1 0 0,0 1 0 0 0,0 0 1 0 0,1 0-1 0 0,-1 0 0 0 0,0 0 0 0 0,0 0 1 0 0,0 0-1 0 0,0-1 0 0 0,0 1 1 0 0,1 0-1 0 0,-1 0 0 0 0,0 0 0 0 0,0 0 1 0 0,0 0-1 0 0,0 0 0 0 0,0 0 0 0 0,1 0 1 0 0,-1 0-1 0 0,0 0 0 0 0,0 0 1 0 0,0 0-1 0 0,1 0 0 0 0,-1 0 0 0 0,0 0 1 0 0,0 0-1 0 0,0 0 0 0 0,0 0 0 0 0,1 0 1 0 0,-1 0-1 0 0,0 0 0 0 0,0 0 1 0 0,0 0-1 0 0,0 0 0 0 0,1 0 0 0 0,-1 0 1 0 0,0 0-1 0 0,0 0 0 0 0,0 0 0 0 0,0 1 1 0 0,1-1-1 0 0,7 1-3 0 0,10-19 42 0 0,7-22-50 0 0,-4 4 1 0 0,-19 32 4 0 0,0 0 35 0 0,-1 3-22 0 0,15-24 96 0 0,-16 23-101 0 0,1 1-1 0 0,0 0 0 0 0,0-1 1 0 0,0 1-1 0 0,0 0 0 0 0,1-1 1 0 0,-1 1-1 0 0,0 0 0 0 0,0 0 1 0 0,1 0-1 0 0,-1 0 0 0 0,1 0 1 0 0,-1 1-1 0 0,1-1 0 0 0,2-1 1 0 0,-1 4-52 0 0,0 0 41 0 0,16 13 9 0 0,6 29 6 0 0,3 12 56 0 0,-26-53-72 0 0,12 17-34 0 0,-13-19 28 0 0,-1 0 1 0 0,1 0 0 0 0,-1 0 0 0 0,1 0-1 0 0,-1 0 1 0 0,1 0 0 0 0,-1 0 0 0 0,1-1 0 0 0,0 1-1 0 0,0 0 1 0 0,-1 0 0 0 0,1-1 0 0 0,0 1-1 0 0,0 0 1 0 0,0-1 0 0 0,0 1 0 0 0,0-1 0 0 0,0 1-1 0 0,0-1 1 0 0,0 1 0 0 0,0-1 0 0 0,0 0-1 0 0,0 0 1 0 0,0 1 0 0 0,0-1 0 0 0,0 0 0 0 0,0 0-1 0 0,0 0 1 0 0,2 0 0 0 0,1 0-87 0 0,-1 0-1 0 0,1 0 1 0 0,-1 0 0 0 0,1 0 0 0 0,-1 0 0 0 0,1-1-1 0 0,-1 0 1 0 0,1 0 0 0 0,3-1 0 0 0,-2 0 42 0 0,0-1 0 0 0,0 0 0 0 0,0 0 0 0 0,0-1 0 0 0,-1 0 0 0 0,0 1 0 0 0,1-1 0 0 0,-1 0 0 0 0,-1-1 0 0 0,1 1 0 0 0,-1-1 0 0 0,0 0 0 0 0,0 0 0 0 0,0 0 0 0 0,3-8 0 0 0,-5 10 18 0 0,0-1 23 0 0,0-3 36 0 0,0 0 0 0 0,0-1 0 0 0,-1 1 0 0 0,0 0 0 0 0,-1-15 0 0 0,0 19 137 0 0,2 7-97 0 0,-1-3-51 0 0,0-1-1 0 0,0 1 1 0 0,0-1-1 0 0,0 1 1 0 0,0 0-1 0 0,1-1 1 0 0,-1 1-1 0 0,0-1 1 0 0,0 1-1 0 0,0-1 1 0 0,1 1-1 0 0,-1-1 1 0 0,0 1-1 0 0,1-1 1 0 0,-1 1-1 0 0,0-1 1 0 0,1 1-1 0 0,-1-1 1 0 0,0 1-1 0 0,1-1 1 0 0,-1 1-1 0 0,1-1 1 0 0,-1 0-1 0 0,1 1 1 0 0,-1-1-1 0 0,1 0 1 0 0,-1 0-1 0 0,1 1 1 0 0,0-1-1 0 0,9-4 4 0 0,0 0-1 0 0,0 0 1 0 0,0-1-1 0 0,8-6 1 0 0,-15 9-19 0 0,-3 1 10 0 0,0 1 0 0 0,0-1-1 0 0,0 1 1 0 0,1-1 0 0 0,-1 0-1 0 0,0 1 1 0 0,0-1 0 0 0,0 1-1 0 0,0 0 1 0 0,1-1-1 0 0,-1 1 1 0 0,0-1 0 0 0,0 1-1 0 0,1-1 1 0 0,-1 1 0 0 0,0-1-1 0 0,1 1 1 0 0,-1 0 0 0 0,0-1-1 0 0,1 1 1 0 0,-1 0 0 0 0,1-1-1 0 0,9-12-4 0 0,-4 0 0 0 0,-4 10-3 0 0,-2-1-30 0 0,1-12-92 0 0,-1 11 142 0 0,0 5-11 0 0,0 0 0 0 0,-1 0-1 0 0,1 0 1 0 0,0 0 0 0 0,0 0-1 0 0,-1 0 1 0 0,1 0 0 0 0,0 0 0 0 0,0-1-1 0 0,-1 1 1 0 0,1 0 0 0 0,0 0-1 0 0,0 0 1 0 0,0 0 0 0 0,-1-1-1 0 0,1 1 1 0 0,0 0 0 0 0,0 0-1 0 0,0-1 1 0 0,0 1 0 0 0,-1 0-1 0 0,1 0 1 0 0,0-1 0 0 0,0 1 0 0 0,0 0-1 0 0,0 0 1 0 0,0-1 0 0 0,0 1-1 0 0,0 0 1 0 0,0 0 0 0 0,0-1-1 0 0,0 1 1 0 0,0-1 0 0 0,0 1 1 0 0,0-1 1 0 0,0 1 0 0 0,0-1-1 0 0,0 0 1 0 0,-1 1 0 0 0,1-1 0 0 0,0 1-1 0 0,0-1 1 0 0,0 1 0 0 0,-1-1-1 0 0,1 1 1 0 0,0-1 0 0 0,-1 1-1 0 0,1-1 1 0 0,0 1 0 0 0,-1-1-1 0 0,1 1 1 0 0,-1-1 0 0 0,1 1-1 0 0,-1 0 1 0 0,1-1 0 0 0,-1 1 0 0 0,1 0-1 0 0,-1-1 1 0 0,1 1 0 0 0,-1 0-1 0 0,0-1 1 0 0,-14-2 6 0 0,12 2 12 0 0,-1 3 27 0 0,-1 1 2 0 0,0 0 0 0 0,1 1 1 0 0,-1-1-1 0 0,1 1 0 0 0,-1 0 0 0 0,1 1 0 0 0,1-1 0 0 0,-1 1 1 0 0,0 0-1 0 0,1 0 0 0 0,0 0 0 0 0,0 0 0 0 0,1 0 0 0 0,0 1 1 0 0,0-1-1 0 0,0 1 0 0 0,0 0 0 0 0,1-1 0 0 0,-2 13 0 0 0,3-15-15 0 0,0 0 0 0 0,0 0 0 0 0,0 1 0 0 0,0-1 0 0 0,0 0 0 0 0,1 0 0 0 0,-1 0 0 0 0,1 0-1 0 0,0 0 1 0 0,0 0 0 0 0,0 0 0 0 0,0 0 0 0 0,1 0 0 0 0,-1 0 0 0 0,1-1 0 0 0,0 1 0 0 0,0-1-1 0 0,0 1 1 0 0,0-1 0 0 0,3 4 0 0 0,1-1 5 0 0,1 0 0 0 0,-1-1-1 0 0,1 1 1 0 0,0-1 0 0 0,0-1-1 0 0,8 4 1 0 0,-10-5-38 0 0,0-1 0 0 0,0 1 0 0 0,1-1 0 0 0,-1-1 0 0 0,0 1 0 0 0,0-1 0 0 0,1 0 0 0 0,-1 0 0 0 0,9-1 0 0 0,-9 0-18 0 0,11 0-244 0 0,-1 0 0 0 0,1-2 0 0 0,-1 0 0 0 0,0 0 1 0 0,0-2-1 0 0,0 0 0 0 0,14-6 0 0 0,-8 1-2751 0 0,36-25-1 0 0,-37 21-1743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25 5825 0 0,'0'0'3417'0'0,"0"-5"-2207"0"0,1-11-290 0 0,-1 12 1996 0 0,-1 8-2639 0 0,-9 76 5 0 0,-2 141 1 0 0,13-191-1337 0 0,-1-25 308 0 0,1-1-119 0 0,-1 1 322 0 0,1 5 381 0 0,3 2-6350 0 0,3 3 1304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82 2192 0 0,'0'0'5550'0'0,"-2"-3"-5061"0"0,-5-10-47 0 0,6 10 213 0 0,-3 2-309 0 0,-9-5 29 0 0,9 5-40 0 0,0 0-49 0 0,-41-4 509 0 0,40 5-635 0 0,1 1-40 0 0,-15 2-38 0 0,15-3 8 0 0,-16 5 81 0 0,16-4-157 0 0,4-1-42 0 0,-1 0 32 0 0,0 0-1 0 0,1 0 0 0 0,-1 0 0 0 0,0 0 1 0 0,1 0-1 0 0,-1 0 0 0 0,1 0 1 0 0,-1 0-1 0 0,0 0 0 0 0,1 0 0 0 0,-1 0 1 0 0,0 1-1 0 0,1-1 0 0 0,-1 0 0 0 0,1 1 1 0 0,-1-1-1 0 0,0 0 0 0 0,1 1 0 0 0,-1-1 1 0 0,1 0-1 0 0,-1 1 0 0 0,1-1 1 0 0,-1 2-1 0 0,1-2-1 0 0,0 1-1 0 0,0-1 1 0 0,0 1 0 0 0,0-1-1 0 0,0 1 1 0 0,1-1 0 0 0,-1 1-1 0 0,0-1 1 0 0,0 1 0 0 0,1-1 0 0 0,-1 0-1 0 0,0 1 1 0 0,0-1 0 0 0,1 0-1 0 0,-1 1 1 0 0,1-1 0 0 0,-1 1 0 0 0,0-1-1 0 0,1 0 1 0 0,-1 0 0 0 0,1 1-1 0 0,-1-1 1 0 0,0 0 0 0 0,1 0 0 0 0,-1 0-1 0 0,1 1 1 0 0,-1-1 0 0 0,1 0-1 0 0,-1 0 1 0 0,1 0 0 0 0,-1 0-1 0 0,1 0 1 0 0,-1 0 0 0 0,1 0 0 0 0,-1 0-1 0 0,1 0 1 0 0,-1 0 0 0 0,1 0-1 0 0,0-1 1 0 0,6 2-17 0 0,54 2-189 0 0,13-8-1020 0 0,0-2 0 0 0,83-19 0 0 0,-153 24 809 0 0,13-2-235 0 0,-13 3 542 0 0,0 0-170 0 0,2-2-295 0 0,-5 3 623 0 0,0 0 1 0 0,0-1 0 0 0,0 1-1 0 0,0 0 1 0 0,-1 0 0 0 0,1 0-1 0 0,0-1 1 0 0,0 1 0 0 0,0 0 0 0 0,-1-1-1 0 0,1 1 1 0 0,0 0 0 0 0,-1-1-1 0 0,1 1 1 0 0,0-1 0 0 0,0-1-1 0 0,5-4-37 0 0,8-9 4665 0 0,-35 117-3970 0 0,-8 115 1 0 0,27-191-685 0 0,2-21 0 0 0,0 0 4 0 0,1 14 4 0 0,0-15 12 0 0,-1 0 16 0 0,1 13-9 0 0,-1-13 434 0 0,3-2-423 0 0,-3-2-58 0 0,1 1 0 0 0,-1-1 1 0 0,1 1-1 0 0,-1-1 1 0 0,1 1-1 0 0,0-1 0 0 0,-1 0 1 0 0,1 1-1 0 0,0-1 1 0 0,-1 0-1 0 0,1 1 0 0 0,0-1 1 0 0,-1 0-1 0 0,1 0 1 0 0,0 0-1 0 0,0 0 1 0 0,-1 0-1 0 0,1 0 0 0 0,0 0 1 0 0,0 0-1 0 0,-1 0 1 0 0,1 0-1 0 0,0 0 0 0 0,-1 0 1 0 0,1-1-1 0 0,0 1 1 0 0,-1 0-1 0 0,1 0 0 0 0,0-1 1 0 0,-1 1-1 0 0,1-1 1 0 0,0 1-1 0 0,-1 0 0 0 0,1-1 1 0 0,-1 1-1 0 0,1-1 1 0 0,-1 1-1 0 0,1-1 0 0 0,0-1 1 0 0,17-30-25 0 0,-15 26 10 0 0,29-81-136 0 0,-31 83 129 0 0,0 4 17 0 0,-1 0-1 0 0,1-1 1 0 0,-1 1 0 0 0,1-1-1 0 0,-1 1 1 0 0,1-1 0 0 0,-1 1 0 0 0,1-1-1 0 0,-1 0 1 0 0,0 1 0 0 0,1-1-1 0 0,-1 1 1 0 0,0-1 0 0 0,1 0-1 0 0,-1 1 1 0 0,0-1 0 0 0,0 0-1 0 0,0 1 1 0 0,1-2 0 0 0,4-13-153 0 0,2 3 191 0 0,-5 9-24 0 0,-2 3-14 0 0,0 0 1 0 0,1 0-1 0 0,-1 0 1 0 0,0 0-1 0 0,0 0 1 0 0,1 0-1 0 0,-1 0 1 0 0,0 0-1 0 0,0 0 1 0 0,1 0-1 0 0,-1 0 1 0 0,0 0-1 0 0,0 0 1 0 0,0 0-1 0 0,1 0 1 0 0,-1 0-1 0 0,0 0 1 0 0,0 0-1 0 0,1 0 1 0 0,-1-1-1 0 0,0 1 1 0 0,0 0-1 0 0,0 0 1 0 0,1 0-1 0 0,-1 0 1 0 0,0-1-1 0 0,0 1 1 0 0,0 0-1 0 0,0 0 1 0 0,0 0 0 0 0,1-1-1 0 0,-1 1 1 0 0,0 0-1 0 0,0-1 1 0 0,1 1 0 0 0,-1-1 0 0 0,0 1 0 0 0,1-1 0 0 0,-1 1 0 0 0,0-1 0 0 0,1 1 0 0 0,-1 0-1 0 0,1-1 1 0 0,-1 1 0 0 0,1 0 0 0 0,-1-1 0 0 0,1 1 0 0 0,-1 0 0 0 0,1 0 0 0 0,-1-1 0 0 0,1 1 0 0 0,-1 0 0 0 0,1 0 0 0 0,-1 0 0 0 0,1 0 0 0 0,0 0 0 0 0,-1 0-1 0 0,1 0 1 0 0,-1 0 0 0 0,2 0 0 0 0,0 0 10 0 0,1 1-1 0 0,-1 0 1 0 0,0 0-1 0 0,0 0 0 0 0,1 0 1 0 0,-1 0-1 0 0,0 0 1 0 0,0 1-1 0 0,0-1 1 0 0,0 1-1 0 0,0-1 1 0 0,-1 1-1 0 0,1 0 0 0 0,0 0 1 0 0,-1 0-1 0 0,0 0 1 0 0,1 0-1 0 0,-1 0 1 0 0,0 0-1 0 0,0 0 0 0 0,0 0 1 0 0,1 5-1 0 0,22 78 305 0 0,-17-54-241 0 0,-6-27-79 0 0,1 0-15 0 0,13 33-757 0 0,-13-34 404 0 0,20 5-1870 0 0,-18-9 1550 0 0,1 0 193 0 0,-1 0-1 0 0,1 0 1 0 0,-1-1 0 0 0,1 0-1 0 0,-1 0 1 0 0,0 0 0 0 0,0 0-1 0 0,0 0 1 0 0,0-1 0 0 0,0 0-1 0 0,0 0 1 0 0,-1 0 0 0 0,4-4-1 0 0,4-9-2975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1 129 3144 0 0,'0'0'876'0'0,"1"-3"-48"0"0,-1 2-635 0 0,0 1 1 0 0,0-1-1 0 0,0 0 1 0 0,0 1-1 0 0,1-1 0 0 0,-1 1 1 0 0,0-1-1 0 0,0 1 1 0 0,0-1-1 0 0,0 1 1 0 0,1-1-1 0 0,-1 1 0 0 0,0-1 1 0 0,1 1-1 0 0,-1 0 1 0 0,0-1-1 0 0,1 1 1 0 0,-1-1-1 0 0,0 1 0 0 0,1 0 1 0 0,-1-1-1 0 0,1 1 1 0 0,-1 0-1 0 0,1-1 1 0 0,-1 1-1 0 0,1 0 0 0 0,-1 0 1 0 0,1 0-1 0 0,-1-1 1 0 0,1 1-1 0 0,-1 0 1 0 0,1 0-1 0 0,-1 0 1 0 0,1 0-1 0 0,-1 0 0 0 0,1 0 1 0 0,0 0-1 0 0,8 4-849 0 0,-5-3 1098 0 0,-4 0-432 0 0,0-1 0 0 0,1 1-1 0 0,-1-1 1 0 0,0 1 0 0 0,1-1 0 0 0,-1 1 0 0 0,1-1 0 0 0,-1 1 0 0 0,1-1 0 0 0,-1 1 0 0 0,1-1 0 0 0,-1 0 0 0 0,1 1 0 0 0,0-1-1 0 0,-1 0 1 0 0,1 0 0 0 0,-1 1 0 0 0,1-1 0 0 0,0 0 0 0 0,-1 0 0 0 0,1 0 0 0 0,0 0 0 0 0,-1 0 0 0 0,1 0 0 0 0,0 0-1 0 0,-1 0 1 0 0,1 0 0 0 0,0 0 0 0 0,-1 0 0 0 0,1 0 0 0 0,0 0 0 0 0,20-3 149 0 0,-21 3-190 0 0,4-1 54 0 0,14-7 17 0 0,-14 7-15 0 0,0-1-31 0 0,-1 0 0 0 0,1 0 0 0 0,-1 0 0 0 0,0 0 0 0 0,0-1 0 0 0,0 1 0 0 0,0-1 0 0 0,5-5 0 0 0,-8 7-7 0 0,3-3-47 0 0,1-1 0 0 0,-2 1 0 0 0,1-1 0 0 0,-1 0 0 0 0,1 0 0 0 0,-1 0 0 0 0,-1-1 0 0 0,1 1 0 0 0,-1 0 0 0 0,1-7 0 0 0,-1 8 1 0 0,-2 4 9 0 0,1 0 48 0 0,0 0 0 0 0,0 0 0 0 0,-1 0 0 0 0,1 0 0 0 0,0 0 0 0 0,0-1 0 0 0,0 1 0 0 0,-1 0 1 0 0,1 0-1 0 0,0 0 0 0 0,0 0 0 0 0,0-1 0 0 0,-1 1 0 0 0,1 0 0 0 0,0 0 0 0 0,0-1 1 0 0,0 1-1 0 0,0 0 0 0 0,0 0 0 0 0,0 0 0 0 0,-1-1 0 0 0,1 1 0 0 0,0 0 0 0 0,0 0 0 0 0,0-1 1 0 0,0 1-1 0 0,0 0 0 0 0,0-1 0 0 0,0 1 0 0 0,0 0 0 0 0,0 0 0 0 0,0-1 0 0 0,0 1 1 0 0,0-1 0 0 0,0 1-1 0 0,0-1 1 0 0,0 1 0 0 0,0-1-1 0 0,0 1 1 0 0,0-1 0 0 0,0 1-1 0 0,0-1 1 0 0,0 1 0 0 0,0 0-1 0 0,-1-1 1 0 0,1 1 0 0 0,0-1-1 0 0,0 1 1 0 0,-1-1 0 0 0,1 1-1 0 0,0 0 1 0 0,-1-1 0 0 0,1 1-1 0 0,0 0 1 0 0,-1-1 0 0 0,1 1-1 0 0,0 0 1 0 0,-1 0 0 0 0,1-1-1 0 0,-1 1 1 0 0,1 0 0 0 0,0 0-1 0 0,-1 0 1 0 0,1-1 0 0 0,-1 1-1 0 0,1 0 1 0 0,-1 0 0 0 0,0 0-1 0 0,-16-1 94 0 0,12 1 21 0 0,-12 13 240 0 0,13-7-246 0 0,-1-1 0 0 0,1 1-1 0 0,0 0 1 0 0,0 0-1 0 0,1 0 1 0 0,0 0-1 0 0,0 1 1 0 0,0-1-1 0 0,1 1 1 0 0,-2 7 0 0 0,1 0 50 0 0,0 0 0 0 0,0 22 1 0 0,3-31-102 0 0,2-2-7 0 0,1 1-56 0 0,0-1 1 0 0,1 0-1 0 0,-1 1 0 0 0,0-1 1 0 0,1-1-1 0 0,0 1 0 0 0,0 0 1 0 0,0-1-1 0 0,0 0 0 0 0,0 0 1 0 0,0 0-1 0 0,1 0 1 0 0,-1-1-1 0 0,0 0 0 0 0,1 0 1 0 0,-1 0-1 0 0,1 0 0 0 0,6 0 1 0 0,7-1-323 0 0,0 0 1 0 0,-1-1 0 0 0,22-5-1 0 0,-29 5 96 0 0,57-15-2562 0 0,-59 14 2435 0 0,21-10-2878 0 0,-20 7 2155 0 0,12-7-3606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52 4452 0 0,'1'-4'1656'0'0,"3"-25"5231"0"0,-3 21-7208 0 0,-1 4 2003 0 0,-10 26-921 0 0,5-4-561 0 0,2-6-137 0 0,0-1-1 0 0,1 1 0 0 0,1 0 0 0 0,0-1 0 0 0,0 1 0 0 0,2 17 1 0 0,-1 5 3 0 0,6-14-176 0 0,-4-16 34 0 0,3 1-34 0 0,-5-4 90 0 0,0-1 0 0 0,0 1 0 0 0,1 0 0 0 0,-1-1 1 0 0,0 1-1 0 0,1-1 0 0 0,-1 1 0 0 0,0-1 0 0 0,1 1 0 0 0,-1-1 0 0 0,1 1 0 0 0,-1-1 0 0 0,1 1 1 0 0,-1-1-1 0 0,1 1 0 0 0,-1-1 0 0 0,1 0 0 0 0,-1 1 0 0 0,1-1 0 0 0,1 0 0 0 0,12 6-90 0 0,-10-5 6 0 0,1-2-80 0 0,0 0 173 0 0,0 0 0 0 0,-1 0-1 0 0,1 0 1 0 0,0-1 0 0 0,-1 0-1 0 0,1 0 1 0 0,-1-1 0 0 0,1 1-1 0 0,-1-1 1 0 0,0 0 0 0 0,0 0-1 0 0,0 0 1 0 0,-1 0 0 0 0,1-1-1 0 0,-1 0 1 0 0,4-4 0 0 0,26-45-333 0 0,-31 50 314 0 0,0 0-20 0 0,5-6-12 0 0,-3 14 55 0 0,-3 24 81 0 0,-1-19-33 0 0,0-6 9 0 0,5 20-19 0 0,-4-21 3 0 0,1 1-65 0 0,1 0-1 0 0,-1 0 1 0 0,0 0-1 0 0,1 0 1 0 0,0-1-1 0 0,4 5 1 0 0,-4-6-151 0 0,2 0-23 0 0,2-1 81 0 0,1 0 0 0 0,0 0 0 0 0,0-1-1 0 0,0 0 1 0 0,0 0 0 0 0,0 0 0 0 0,0-1-1 0 0,0-1 1 0 0,-1 1 0 0 0,10-4 0 0 0,-11 3 158 0 0,0 0 1 0 0,0-1-1 0 0,0 1 1 0 0,-1-1 0 0 0,1-1-1 0 0,-1 1 1 0 0,0-1 0 0 0,0 0-1 0 0,0 0 1 0 0,0 0-1 0 0,0 0 1 0 0,-1-1 0 0 0,0 0-1 0 0,0 0 1 0 0,3-6 0 0 0,-3 3 81 0 0,0 1 0 0 0,0-1 0 0 0,-1 0 1 0 0,0 0-1 0 0,2-12 0 0 0,-4 17-102 0 0,-1 0 1 0 0,1-1-1 0 0,-1 1 0 0 0,0 0 0 0 0,0-1 0 0 0,0 1 0 0 0,0 0 0 0 0,-1-1 0 0 0,1 1 0 0 0,-1 0 0 0 0,0 0 0 0 0,0 0 0 0 0,0 0 0 0 0,-1 0 1 0 0,1 0-1 0 0,-1 0 0 0 0,1 0 0 0 0,-1 0 0 0 0,-3-4 0 0 0,4 6-77 0 0,-1-1 0 0 0,0 0 0 0 0,1 0 0 0 0,-1 0 0 0 0,0 1 0 0 0,0-1 0 0 0,0 1 0 0 0,0-1 0 0 0,0 1 0 0 0,0 0 0 0 0,0 0 0 0 0,-1 0 0 0 0,1 0 0 0 0,0 0 0 0 0,-1 0 0 0 0,1 1 0 0 0,0-1 0 0 0,-1 1 0 0 0,1 0 0 0 0,-1 0 0 0 0,1 0 0 0 0,-1 0 0 0 0,1 0 0 0 0,-1 0 0 0 0,1 0 0 0 0,0 1 0 0 0,-1 0 0 0 0,1-1 0 0 0,-4 3 0 0 0,-2 1-586 0 0,0 1 1 0 0,0 0-1 0 0,1 0 1 0 0,0 1-1 0 0,0 0 1 0 0,-8 9-1 0 0,9-7-2055 0 0,-8 14-1934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68 4152 0 0,'2'-4'1831'0'0,"7"-11"-377"0"0,-7 12 743 0 0,-2-2-1399 0 0,1-12-190 0 0,-1 13 269 0 0,-2 1-526 0 0,0 1-277 0 0,0 1-1 0 0,0-1 1 0 0,0 1-1 0 0,0-1 0 0 0,0 1 1 0 0,0 0-1 0 0,0 0 0 0 0,-1 0 1 0 0,1 0-1 0 0,0 0 0 0 0,0 1 1 0 0,-1-1-1 0 0,1 1 1 0 0,0-1-1 0 0,-1 1 0 0 0,1 0 1 0 0,-1 0-1 0 0,1 0 0 0 0,-1 0 1 0 0,1 1-1 0 0,0-1 0 0 0,-5 2 1 0 0,-1 0 43 0 0,0 1 0 0 0,1 0-1 0 0,-1 0 1 0 0,1 1 0 0 0,0 0 0 0 0,-9 7 0 0 0,1 0-21 0 0,1 1 0 0 0,0 1 0 0 0,1 0-1 0 0,0 1 1 0 0,1 1 0 0 0,1 0 0 0 0,-13 20 0 0 0,22-31-116 0 0,-4 15-138 0 0,5-15 10 0 0,1-3-96 0 0,0 0 200 0 0,0 0 0 0 0,0 0 0 0 0,0 0 0 0 0,0 0 0 0 0,1 0-1 0 0,-1 0 1 0 0,0 0 0 0 0,0 0 0 0 0,1-1 0 0 0,-1 1 0 0 0,1 0 0 0 0,-1 0-1 0 0,1 0 1 0 0,-1 0 0 0 0,1-1 0 0 0,-1 1 0 0 0,1 0 0 0 0,0 0 0 0 0,-1-1 0 0 0,1 1-1 0 0,0 0 1 0 0,0-1 0 0 0,1 1 0 0 0,0 0-24 0 0,0 0 0 0 0,0 0 0 0 0,1-1 0 0 0,-1 1 1 0 0,0-1-1 0 0,0 1 0 0 0,1-1 0 0 0,-1 0 0 0 0,0 0 0 0 0,3 0 0 0 0,4-1-85 0 0,0-1 0 0 0,0 1 0 0 0,0-1-1 0 0,11-5 1 0 0,-10 4 292 0 0,-1-1 0 0 0,0 0 0 0 0,0-1 0 0 0,0 0 0 0 0,0 0 0 0 0,-1-1 0 0 0,1 0 0 0 0,-2 0 0 0 0,1-1 0 0 0,-1 0-1 0 0,0-1 1 0 0,0 1 0 0 0,-1-1 0 0 0,0 0 0 0 0,0-1 0 0 0,-1 0 0 0 0,6-13 0 0 0,-9 18 57 0 0,-1 0-19 0 0,7-37 351 0 0,-7 37 361 0 0,-4 7-819 0 0,0 3-51 0 0,0 1 0 0 0,0 0 1 0 0,1 0-1 0 0,-1-1 0 0 0,-2 16 1 0 0,5-19-34 0 0,0 3-28 0 0,-1 15-49 0 0,1-15-55 0 0,0-1-106 0 0,14 39-1263 0 0,-12-40 967 0 0,17 7-773 0 0,-16-9 1025 0 0,0-1 0 0 0,1 0 0 0 0,-1 0 0 0 0,0 0 0 0 0,1-1 0 0 0,-1 1-1 0 0,1-1 1 0 0,-1 0 0 0 0,0 0 0 0 0,1 0 0 0 0,-1 0 0 0 0,5-1 0 0 0,35-9-4093 0 0,-18 2-280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25 4100 0 0,'-3'-24'3603'0'0,"-1"24"-2722"0"0,-3 0-518 0 0,1 1 0 0 0,-1 0 0 0 0,0 0 0 0 0,1 1 0 0 0,-1 0 0 0 0,1 0 0 0 0,0 0-1 0 0,-12 7 1 0 0,11-5-211 0 0,1 0-1 0 0,0 0 1 0 0,1 1-1 0 0,-1 0 1 0 0,1 0-1 0 0,0 1 1 0 0,0 0-1 0 0,1-1 1 0 0,-5 8-1 0 0,8-10 47 0 0,0 2-124 0 0,1-2-72 0 0,0 0 0 0 0,0 1 0 0 0,0-1 0 0 0,1 1 0 0 0,-1-1 0 0 0,1 0 0 0 0,0 0-1 0 0,0 1 1 0 0,0-1 0 0 0,0 0 0 0 0,1 0 0 0 0,-1 0 0 0 0,1 0 0 0 0,0 0 0 0 0,0 0 0 0 0,0-1-1 0 0,0 1 1 0 0,3 3 0 0 0,6 3-171 0 0,1 0 0 0 0,0 0 0 0 0,0-1 0 0 0,21 10 0 0 0,12 8-218 0 0,-42-24 347 0 0,-1 0 8 0 0,7 9 36 0 0,-7-8 41 0 0,-4 1-10 0 0,0 0-26 0 0,0-1 0 0 0,-1 1 0 0 0,1-1 0 0 0,-1 0 1 0 0,0 0-1 0 0,0 0 0 0 0,0 0 0 0 0,-1 0 0 0 0,1-1 0 0 0,-1 1 0 0 0,1-1 0 0 0,-1 0 0 0 0,0 0 0 0 0,0 0 0 0 0,0-1 0 0 0,0 1 1 0 0,-8 1-1 0 0,-11 3-869 0 0,-43 5-1 0 0,60-10 530 0 0,-26 0-3414 0 0,25-2 2481 0 0,0 1-4252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5168 0 0,'0'0'1619'0'0,"0"-4"-269"0"0,1-14-244 0 0,-1 14 2477 0 0,5 14-3199 0 0,4 4-37 0 0,4 33 280 0 0,10 69-1 0 0,-22-112-572 0 0,0 1-21 0 0,1 14-6 0 0,-1-14 14 0 0,0-1-22 0 0,1 12-7 0 0,-2-12 80 0 0,1-5-219 0 0,0 0 113 0 0,0 0 0 0 0,-1 0 0 0 0,1 0 0 0 0,0 0 0 0 0,-1 0 0 0 0,1 0 0 0 0,0-1 0 0 0,-1 1 0 0 0,0 0 0 0 0,1 0 0 0 0,-1 0 0 0 0,0-1 0 0 0,1 1 0 0 0,-1 0 0 0 0,0-2 0 0 0,2-14-83 0 0,-1 7 21 0 0,1 0-1 0 0,0 0 1 0 0,1 0 0 0 0,4-13 0 0 0,14-26 23 0 0,-16 41 46 0 0,-3 5 23 0 0,0 0 0 0 0,1 1 0 0 0,-1-1 0 0 0,0 1 0 0 0,1-1 0 0 0,0 1 0 0 0,0 0 0 0 0,-1 0 0 0 0,1 0 0 0 0,6-3 0 0 0,-6 5 14 0 0,0 1 0 0 0,-1-1-1 0 0,1 0 1 0 0,0 1 0 0 0,0-1-1 0 0,-1 1 1 0 0,1 0 0 0 0,0 0-1 0 0,-1 0 1 0 0,1 0 0 0 0,-1 1-1 0 0,1-1 1 0 0,-1 1 0 0 0,0-1 0 0 0,1 1-1 0 0,-1 0 1 0 0,0 0 0 0 0,0 0-1 0 0,0 0 1 0 0,-1 0 0 0 0,1 0-1 0 0,2 4 1 0 0,2 6 24 0 0,0 0 1 0 0,-1 0-1 0 0,8 25 0 0 0,6 16-877 0 0,1-21-1515 0 0,-18-29 1440 0 0,-2-3 854 0 0,1 0 0 0 0,-1 0 0 0 0,1 0 0 0 0,-1 0 0 0 0,0 0 0 0 0,1 0-1 0 0,-1 0 1 0 0,1 0 0 0 0,-1 0 0 0 0,1 0 0 0 0,-1 0 0 0 0,0 1 0 0 0,1-1 0 0 0,-1 0-1 0 0,0 0 1 0 0,1 0 0 0 0,-1 1 0 0 0,0-1 0 0 0,1 0 0 0 0,-1 1 0 0 0,0-1 0 0 0,1 0-1 0 0,-1 0 1 0 0,0 1 0 0 0,0-1 0 0 0,1 1 0 0 0,-1 0-76 0 0,1-1 1 0 0,-1 1 0 0 0,1-1-1 0 0,-1 1 1 0 0,1-1-1 0 0,-1 1 1 0 0,1-1 0 0 0,-1 1-1 0 0,1-1 1 0 0,0 0-1 0 0,-1 1 1 0 0,1-1-1 0 0,0 0 1 0 0,-1 1 0 0 0,1-1-1 0 0,0 0 1 0 0,-1 0-1 0 0,1 0 1 0 0,0 0-1 0 0,-1 1 1 0 0,1-1 0 0 0,0 0-1 0 0,0 0 1 0 0,0-1-1 0 0,21 3-3255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74 3680 0 0,'0'-2'363'0'0,"1"0"0"0"0,-1 0 0 0 0,1 0-1 0 0,-1-1 1 0 0,0 1 0 0 0,0 0 0 0 0,0 0-1 0 0,-1-1 1 0 0,1 1 0 0 0,0 0 0 0 0,-1 0-1 0 0,0 0 1 0 0,-1-5 0 0 0,1 4 602 0 0,-3 4-679 0 0,1 0-202 0 0,0 0 0 0 0,0 1 0 0 0,0-1 0 0 0,0 0 1 0 0,0 1-1 0 0,1 0 0 0 0,-1 0 0 0 0,0 0 0 0 0,1 0 0 0 0,-1 0 0 0 0,1 0 0 0 0,0 1 0 0 0,0-1 0 0 0,0 1 0 0 0,0-1 0 0 0,0 1 0 0 0,-1 4 0 0 0,-1 0-5 0 0,1 0 1 0 0,0 1-1 0 0,1 0 0 0 0,0-1 0 0 0,-2 14 0 0 0,3-16 11 0 0,1-3-68 0 0,0 0-1 0 0,-1 0 0 0 0,1 0 1 0 0,0 0-1 0 0,0 0 0 0 0,1 0 1 0 0,-1 0-1 0 0,0-1 0 0 0,1 5 1 0 0,0-2-12 0 0,-1-1-26 0 0,1 0 0 0 0,0 0 0 0 0,0 0 0 0 0,1 0 0 0 0,-1 0 0 0 0,0-1 0 0 0,1 1 0 0 0,0 0 0 0 0,-1-1 0 0 0,1 1 0 0 0,0-1 0 0 0,1 0 0 0 0,-1 0 0 0 0,0 1 0 0 0,1-1 0 0 0,-1-1 0 0 0,1 1 0 0 0,3 2 0 0 0,-3-2-89 0 0,2-2-38 0 0,12 0 11 0 0,-12 0 8 0 0,-1-1-50 0 0,1 0 244 0 0,0 0 1 0 0,-1 0 0 0 0,0 0-1 0 0,1-1 1 0 0,-1 0-1 0 0,0 1 1 0 0,1-1 0 0 0,-1-1-1 0 0,0 1 1 0 0,-1-1 0 0 0,1 1-1 0 0,0-1 1 0 0,-1 0-1 0 0,1 0 1 0 0,-1-1 0 0 0,0 1-1 0 0,0-1 1 0 0,0 0-1 0 0,-1 1 1 0 0,1-1 0 0 0,-1 0-1 0 0,0-1 1 0 0,0 1 0 0 0,2-7-1 0 0,-4 11-62 0 0,2-6 37 0 0,0 1 0 0 0,0-1 0 0 0,-1 1 0 0 0,0-1 1 0 0,0 0-1 0 0,0 0 0 0 0,-1 1 0 0 0,0-1 0 0 0,0 0 0 0 0,0 0 0 0 0,-1 1 0 0 0,0-1 0 0 0,0 0 0 0 0,0 1 0 0 0,-1-1 0 0 0,-3-8 0 0 0,-16-13-64 0 0,7 22-274 0 0,8 3 145 0 0,3 1-187 0 0,-3 1-57 0 0,-8 3-426 0 0,1-1 0 0 0,-1 2 1 0 0,-17 7-1 0 0,27-9-535 0 0,3-2 1097 0 0,-1 1-1 0 0,1-1 1 0 0,0 1 0 0 0,0 0-1 0 0,-1-1 1 0 0,1 1-1 0 0,0 0 1 0 0,0 0 0 0 0,0 0-1 0 0,0 0 1 0 0,0 0-1 0 0,-1 1 1 0 0,1-1-290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3092 0 0,'1'-3'1982'0'0,"2"-1"-2186"0"0,8-14 6578 0 0,-11 18-6254 0 0,1-1 0 0 0,-1 1 0 0 0,1 0 0 0 0,-1 0 0 0 0,1-1 0 0 0,-1 1 0 0 0,1 0-1 0 0,-1 0 1 0 0,1 0 0 0 0,-1 0 0 0 0,1 0 0 0 0,-1-1 0 0 0,1 1 0 0 0,0 0 0 0 0,-1 0 0 0 0,1 0-1 0 0,-1 1 1 0 0,1-1 0 0 0,-1 0 0 0 0,1 0 0 0 0,-1 0 0 0 0,1 0 0 0 0,0 0 0 0 0,-1 1 0 0 0,1-1-1 0 0,-1 0 1 0 0,1 0 0 0 0,-1 1 0 0 0,0-1 0 0 0,1 0 0 0 0,0 2 0 0 0,1 1 42 0 0,0 1 0 0 0,-1 0 0 0 0,1 0 0 0 0,-1 0 0 0 0,0 0 0 0 0,0 0 0 0 0,-1 0 0 0 0,1 1 0 0 0,-1-1 0 0 0,0 8 1 0 0,25 208 1280 0 0,-21-194-1641 0 0,1-1 0 0 0,11 32 0 0 0,-14-54-57 0 0,-2-1 81 0 0,1 0 0 0 0,0 0 0 0 0,0 0 0 0 0,0-1 0 0 0,1 1 0 0 0,-1 0 0 0 0,0-1 1 0 0,1 1-1 0 0,-1-1 0 0 0,1 1 0 0 0,-1-1 0 0 0,1 0 0 0 0,0 0 0 0 0,0 0 0 0 0,-1 0 1 0 0,1 0-1 0 0,0 0 0 0 0,3 1 0 0 0,-2-1-885 0 0,2-2-191 0 0,36-20-5257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56 3700 0 0,'0'0'3541'0'0,"-26"0"-1357"0"0,49-5-2168 0 0,13-3-456 0 0,-8 1-100 0 0,-3 0-348 0 0,1-3-292 0 0,7 1-905 0 0,1-1-2183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6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4:48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3364 0 0,'0'0'6824'0'0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29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34.1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3748 0 0,'23'-2'6157'0'0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0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10 961 3472 0 0,'0'0'4141'0'0,"-2"4"-3574"0"0,-4 10-90 0 0,5-10-44 0 0,2 4-248 0 0,0 0 1 0 0,1 0-1 0 0,0 0 0 0 0,0-1 0 0 0,1 1 0 0 0,0 0 1 0 0,0-1-1 0 0,1 0 0 0 0,-1 0 0 0 0,2 0 1 0 0,-1 0-1 0 0,1 0 0 0 0,0-1 0 0 0,11 10 0 0 0,9 9 50 0 0,0-2-1 0 0,31 20 0 0 0,-15-14-140 0 0,1-3-1 0 0,1-1 0 0 0,2-1 1 0 0,0-3-1 0 0,2-2 1 0 0,0-2-1 0 0,0-2 0 0 0,2-2 1 0 0,96 13-1 0 0,-99-23-77 0 0,-1-2-1 0 0,1-1 1 0 0,0-3 0 0 0,-1-2-1 0 0,67-15 1 0 0,215-77 218 0 0,455-199 296 0 0,19-7-178 0 0,1 47-527 0 0,20 51 57 0 0,-359 118 81 0 0,4 20-1 0 0,3 20 1 0 0,1 22 0 0 0,560 40-1 0 0,-415 39-53 0 0,-443-31 131 0 0,259 70-1 0 0,-426-91-37 0 0,380 123 55 0 0,-337-106-41 0 0,0 3 1 0 0,-2 2-1 0 0,-1 2 0 0 0,-1 2 0 0 0,68 56 0 0 0,-89-61 66 0 0,0 2 0 0 0,-1 0 0 0 0,-2 2-1 0 0,-1 0 1 0 0,-1 2 0 0 0,-1 0-1 0 0,-2 1 1 0 0,14 33 0 0 0,11 43 342 0 0,30 117 1 0 0,-51-153-165 0 0,103 512 1454 0 0,-83-354-792 0 0,-18-73-667 0 0,-18-121-19 0 0,-4-30-175 0 0,1 2-11 0 0,2 14 2 0 0,-2-14-5 0 0,3 17 27 0 0,1 0-1010 0 0,-7-16 108 0 0,2 4 173 0 0,-5-6-3258 0 0,-10-2 2299 0 0,12-2-407 0 0,-3-1-1546 0 0,-23-1-2494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1.0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3804 0 0,'0'0'6894'0'0,"4"3"-6346"0"0,9 8 3 0 0,0 0 0 0 0,20 24 0 0 0,-20-19-826 0 0,2-1-1 0 0,-1-1 1 0 0,28 20-1 0 0,-32-27-598 0 0,1-1 0 0 0,0 0 0 0 0,0 0-1 0 0,1-1 1 0 0,0-1 0 0 0,18 5 0 0 0,-25-8-1216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1.2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284 26 3676 0 0,'0'-4'1632'0'0,"-1"-13"-238"0"0,1 12 1699 0 0,-5 5-2422 0 0,1 0-595 0 0,1 1 0 0 0,-1-1 0 0 0,1 1 1 0 0,-1-1-1 0 0,1 1 0 0 0,-1 0 0 0 0,1 0 0 0 0,0 1 1 0 0,-1-1-1 0 0,1 1 0 0 0,0 0 0 0 0,0-1 1 0 0,0 1-1 0 0,0 1 0 0 0,0-1 0 0 0,1 0 1 0 0,-4 4-1 0 0,-115 121-1681 0 0,45-39-4113 0 0,56-66 1243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2.2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21 120 5020 0 0,'-16'-88'6552'0'0,"16"83"-5688"0"0,-1 1-147 0 0,-2-14-147 0 0,2 13 966 0 0,3 10-1420 0 0,9 27-18 0 0,-1 1-1 0 0,-1 0 1 0 0,6 57-1 0 0,2 110-300 0 0,-16-183 142 0 0,1 14-318 0 0,11 135-1418 0 0,2-61-3897 0 0,-14-101 4322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2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450 262 2180 0 0,'3'-17'509'0'0,"2"1"1"0"0,0-1-1 0 0,0 1 0 0 0,2-1 0 0 0,0 2 0 0 0,1-1 0 0 0,0 1 1 0 0,12-16-1 0 0,-12 22-320 0 0,-1 0 1 0 0,1 0-1 0 0,1 1 1 0 0,-1 0-1 0 0,1 0 0 0 0,1 1 1 0 0,-1 1-1 0 0,1-1 1 0 0,0 1-1 0 0,1 1 1 0 0,0 0-1 0 0,17-5 1 0 0,-26 9-165 0 0,0 0 1 0 0,0 0 0 0 0,0 1-1 0 0,0-1 1 0 0,1 1 0 0 0,-1 0-1 0 0,0 0 1 0 0,0 0 0 0 0,1 0 0 0 0,3 1-1 0 0,1-1 26 0 0,-5 0-35 0 0,0 0-1 0 0,1 0 1 0 0,-1 0 0 0 0,0 0 0 0 0,0 0 0 0 0,1 1 0 0 0,-1-1-1 0 0,0 1 1 0 0,0-1 0 0 0,0 1 0 0 0,0 0 0 0 0,1 0-1 0 0,2 2 1 0 0,3 1 18 0 0,-2-2-9 0 0,-1 1 0 0 0,1 0 0 0 0,-1 1 0 0 0,1-1-1 0 0,-1 1 1 0 0,0 0 0 0 0,-1 0 0 0 0,1 1 0 0 0,-1 0 0 0 0,0-1 0 0 0,0 1-1 0 0,0 1 1 0 0,0-1 0 0 0,-1 0 0 0 0,0 1 0 0 0,0 0 0 0 0,-1-1-1 0 0,0 1 1 0 0,0 0 0 0 0,0 1 0 0 0,-1-1 0 0 0,1 0 0 0 0,-1 10 0 0 0,1 1-6 0 0,-1 0 0 0 0,-1 0 0 0 0,-1 0 1 0 0,0 0-1 0 0,-1 0 0 0 0,-1 0 1 0 0,-7 23-1 0 0,2-16-44 0 0,-2 0 0 0 0,-1-1 0 0 0,0-1 0 0 0,-2 0 1 0 0,-1-1-1 0 0,0 0 0 0 0,-1-1 0 0 0,-2 0 0 0 0,0-1 0 0 0,-1-1 0 0 0,0-1 0 0 0,-2-1 0 0 0,-24 16 1 0 0,21-16-51 0 0,-1-1 1 0 0,-1-1 0 0 0,0-2 0 0 0,-1 0 0 0 0,0-2-1 0 0,0-1 1 0 0,-1-1 0 0 0,-1-1 0 0 0,1-1 0 0 0,-1-1-1 0 0,-47 0 1 0 0,58-5 46 0 0,-1-1-1 0 0,1-1 0 0 0,0-1 1 0 0,0 0-1 0 0,0-1 1 0 0,0-1-1 0 0,0-1 0 0 0,1 0 1 0 0,-28-16-1 0 0,31 10 103 0 0,6 7-24 0 0,11-1 12 0 0,-4 5-59 0 0,0 1-1 0 0,0-1 0 0 0,0 1 1 0 0,0 0-1 0 0,0-1 1 0 0,0 1-1 0 0,0-1 1 0 0,0 1-1 0 0,0 0 1 0 0,0-1-1 0 0,1 1 1 0 0,-1-1-1 0 0,0 1 1 0 0,0 0-1 0 0,0-1 1 0 0,0 1-1 0 0,1 0 1 0 0,-1-1-1 0 0,0 1 1 0 0,0 0-1 0 0,1 0 1 0 0,-1-1-1 0 0,0 1 0 0 0,1 0 1 0 0,-1 0-1 0 0,0-1 1 0 0,1 1-1 0 0,-1 0 1 0 0,0 0-1 0 0,1 0 1 0 0,-1-1-1 0 0,0 1 1 0 0,1 0-1 0 0,-1 0 1 0 0,1 0-1 0 0,-1 0 1 0 0,1 0-1 0 0,26 3 166 0 0,0 1 0 0 0,0 1-1 0 0,-1 1 1 0 0,41 15 0 0 0,105 53 463 0 0,-119-50-459 0 0,194 79 192 0 0,-194-85-532 0 0,0-2 0 0 0,97 17 0 0 0,-130-30-372 0 0,6-2-80 0 0,-17-2 241 0 0,-5 1 206 0 0,2 0-308 0 0,-1 0 0 0 0,1 0-1 0 0,-1 0 1 0 0,0-1 0 0 0,1 0 0 0 0,-1 0 0 0 0,0-1 0 0 0,0 1-1 0 0,1-1 1 0 0,7-4 0 0 0,4-5-3296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7.6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0 183 4256 0 0,'0'0'7572'0'0,"5"1"-7516"0"0,12 0-8 0 0,-13-1 38 0 0,1 1-68 0 0,-5-1-18 0 0,3 1 9 0 0,1 0-1 0 0,-1 0 1 0 0,1-1 0 0 0,-1 1-1 0 0,1-1 1 0 0,0 0 0 0 0,-1 0-1 0 0,1 0 1 0 0,0 0 0 0 0,5-2-1 0 0,-1-1 1 0 0,-1-1 0 0 0,1 0-1 0 0,-1 0 1 0 0,0-1 0 0 0,0 0 0 0 0,-1 0-1 0 0,6-7 1 0 0,-9 10-7 0 0,-1 0 0 0 0,1-1 0 0 0,-1 1 0 0 0,0-1 0 0 0,0 0 0 0 0,0 0 0 0 0,-1 1 0 0 0,1-1 0 0 0,2-6 0 0 0,-3 7-5 0 0,0-2 41 0 0,0 0-19 0 0,3-37-30 0 0,-4 37-31 0 0,-14-16-98 0 0,14 19 135 0 0,0 0 1 0 0,-1 1-1 0 0,1-1 1 0 0,0 0-1 0 0,-1 1 0 0 0,1-1 1 0 0,-1 0-1 0 0,1 1 1 0 0,-1-1-1 0 0,1 1 1 0 0,-1-1-1 0 0,0 1 0 0 0,1-1 1 0 0,-1 1-1 0 0,0-1 1 0 0,1 1-1 0 0,-1 0 1 0 0,0-1-1 0 0,1 1 1 0 0,-1 0-1 0 0,0 0 0 0 0,0-1 1 0 0,1 1-1 0 0,-1 0 1 0 0,0 0-1 0 0,0 0 1 0 0,0 0-1 0 0,1 0 1 0 0,-1 0-1 0 0,-1 0 0 0 0,-17 1-35 0 0,15-1 20 0 0,0 3-12 0 0,1-2 24 0 0,2 0 5 0 0,-1-1 1 0 0,1 1-1 0 0,0 0 1 0 0,0-1-1 0 0,0 1 1 0 0,0 0 0 0 0,0-1-1 0 0,0 1 1 0 0,0 0-1 0 0,0 0 1 0 0,0 0-1 0 0,1 0 1 0 0,-1 0-1 0 0,0 0 1 0 0,0 0-1 0 0,0 2 1 0 0,-4 5-4 0 0,0 1 0 0 0,1-1 1 0 0,0 1-1 0 0,1 0 0 0 0,0 1 1 0 0,0-1-1 0 0,1 1 0 0 0,0-1 1 0 0,1 1-1 0 0,0-1 0 0 0,0 18 1 0 0,1-12-5 0 0,0-14 10 0 0,1 27-2 0 0,5-9 1 0 0,-3-9-28 0 0,0-1-1 0 0,1 1 1 0 0,0-1-1 0 0,0 0 1 0 0,1-1 0 0 0,0 1-1 0 0,1-1 1 0 0,0 0-1 0 0,12 12 1 0 0,-18-19 15 0 0,1 0-1 0 0,0 0 1 0 0,0-1-1 0 0,-1 1 1 0 0,1 0 0 0 0,0-1-1 0 0,0 1 1 0 0,0-1-1 0 0,0 1 1 0 0,0-1 0 0 0,0 1-1 0 0,0-1 1 0 0,0 0-1 0 0,0 1 1 0 0,0-1 0 0 0,0 0-1 0 0,0 0 1 0 0,2 0-1 0 0,0 0-38 0 0,1 1-145 0 0,2-1-20 0 0,3-1 52 0 0,-1 0 1 0 0,0-1-1 0 0,0 0 1 0 0,0-1 0 0 0,0 0-1 0 0,0 0 1 0 0,-1 0-1 0 0,1-1 1 0 0,-1 0 0 0 0,0 0-1 0 0,11-10 1 0 0,-8 3-65 0 0,0-1 1 0 0,-1 0-1 0 0,0-1 1 0 0,-1 0-1 0 0,0 0 1 0 0,-1-1-1 0 0,-1 0 1 0 0,0 0 0 0 0,-1-1-1 0 0,5-21 1 0 0,-8 32 398 0 0,-2-1 64 0 0,4-16 27 0 0,-3 16-18 0 0,6-13 1375 0 0,2 30-1379 0 0,-7-9 12 0 0,-2 2-4 0 0,6 41 231 0 0,-5-43-490 0 0,0 2 137 0 0,6 42 508 0 0,-6-43-487 0 0,1 2 18 0 0,-2-5-114 0 0,0-1-1 0 0,0 1 1 0 0,0-1 0 0 0,0 1-1 0 0,0-1 1 0 0,0 1 0 0 0,0-1-1 0 0,0 0 1 0 0,0 1 0 0 0,0-1 0 0 0,0 1-1 0 0,0-1 1 0 0,0 1 0 0 0,0-1-1 0 0,1 0 1 0 0,-1 1 0 0 0,0-1 0 0 0,0 1-1 0 0,1-1 1 0 0,-1 0 0 0 0,0 1-1 0 0,0-1 1 0 0,1 0 0 0 0,-1 1-1 0 0,0-1 1 0 0,1 0 0 0 0,-1 0 0 0 0,0 1-1 0 0,1-1 1 0 0,-1 0 0 0 0,1 0-1 0 0,-1 0 1 0 0,0 0 0 0 0,1 1-1 0 0,1-1-35 0 0,-1-1-1 0 0,1 1 0 0 0,-1-1 0 0 0,0 1 0 0 0,1-1 0 0 0,-1 1 0 0 0,0-1 0 0 0,1 0 0 0 0,-1 0 0 0 0,0 1 0 0 0,0-1 1 0 0,0 0-1 0 0,0 0 0 0 0,0 0 0 0 0,0 0 0 0 0,0-1 0 0 0,1 0 0 0 0,14-34 112 0 0,10-51-134 0 0,-25 84-5 0 0,-1 1 14 0 0,0 1 0 0 0,1 0 0 0 0,-1 0-1 0 0,0 0 1 0 0,0 0 0 0 0,1 0 0 0 0,-1 0-1 0 0,0-1 1 0 0,1 1 0 0 0,-1 0 0 0 0,1 0-1 0 0,0 0 1 0 0,-1 0 0 0 0,1 0 0 0 0,0 0 0 0 0,-1 1-1 0 0,1-1 1 0 0,1-1 0 0 0,9-6-13 0 0,-8 7 5 0 0,-2 1 16 0 0,0 1 0 0 0,0-1 0 0 0,0 1 0 0 0,0-1 0 0 0,0 1 1 0 0,0 0-1 0 0,0 0 0 0 0,0-1 0 0 0,0 1 0 0 0,0 0 1 0 0,-1 0-1 0 0,1 0 0 0 0,0 0 0 0 0,-1 0 0 0 0,1 0 0 0 0,0 0 1 0 0,0 2-1 0 0,32 74-286 0 0,-31-74 271 0 0,-1 0-5 0 0,5 9 7 0 0,-5-9 57 0 0,2-1-24 0 0,-2-1-24 0 0,0-1 0 0 0,-1 1 1 0 0,1-1-1 0 0,0 1 0 0 0,0-1 1 0 0,0 0-1 0 0,0 1 0 0 0,0-1 1 0 0,0 0-1 0 0,0 0 0 0 0,0 1 1 0 0,0-1-1 0 0,0 0 0 0 0,0 0 1 0 0,0 0-1 0 0,0 0 0 0 0,0-1 1 0 0,0 1-1 0 0,0 0 0 0 0,0 0 1 0 0,0 0-1 0 0,0-1 0 0 0,0 1 1 0 0,0-1-1 0 0,1 0 0 0 0,0 0 0 0 0,1-1 0 0 0,-1 0 0 0 0,0 0 0 0 0,1 0 0 0 0,-1 0 1 0 0,0-1-1 0 0,0 1 0 0 0,2-5 0 0 0,4-6 4 0 0,-1 0-1 0 0,8-24 1 0 0,-13 32 2 0 0,26-61 99 0 0,-27 63 2 0 0,4-2-83 0 0,-5 4-21 0 0,0 1-1 0 0,0-1 0 0 0,0 1 1 0 0,0 0-1 0 0,0-1 0 0 0,0 1 0 0 0,0 0 1 0 0,1-1-1 0 0,-1 1 0 0 0,0 0 1 0 0,0-1-1 0 0,0 1 0 0 0,1 0 1 0 0,-1-1-1 0 0,0 1 0 0 0,0 0 1 0 0,1-1-1 0 0,-1 1 0 0 0,0 0 1 0 0,1 0-1 0 0,-1-1 0 0 0,0 1 1 0 0,1 0-1 0 0,-1 0 0 0 0,0 0 1 0 0,1 0-1 0 0,-1 0 0 0 0,1-1 1 0 0,-1 1-1 0 0,0 0 0 0 0,1 0 1 0 0,-1 0-1 0 0,1 0 0 0 0,-1 0 1 0 0,0 0-1 0 0,1 0 0 0 0,4 5 18 0 0,-1 0 1 0 0,1 0-1 0 0,-1 0 0 0 0,-1 1 0 0 0,1-1 1 0 0,-1 1-1 0 0,0 0 0 0 0,0 0 0 0 0,0 0 1 0 0,-1 0-1 0 0,0 1 0 0 0,2 9 0 0 0,-2-5-183 0 0,2-1-1 0 0,-1 0 1 0 0,1 1-1 0 0,1-2 0 0 0,10 17 1 0 0,-13-23-108 0 0,-2-2 247 0 0,0-1 1 0 0,0 1 0 0 0,1-1-1 0 0,-1 1 1 0 0,0-1 0 0 0,0 0-1 0 0,1 1 1 0 0,-1-1 0 0 0,0 1-1 0 0,0-1 1 0 0,1 0-1 0 0,-1 1 1 0 0,1-1 0 0 0,-1 0-1 0 0,0 1 1 0 0,1-1 0 0 0,-1 0-1 0 0,1 0 1 0 0,-1 1 0 0 0,1-1-1 0 0,-1 0 1 0 0,0 0-1 0 0,1 0 1 0 0,-1 0 0 0 0,1 0-1 0 0,0 1 1 0 0,0-1-4 0 0,-1 0 1 0 0,0 0-1 0 0,1 0 0 0 0,-1 0 1 0 0,1 0-1 0 0,-1 0 1 0 0,1 0-1 0 0,-1 1 0 0 0,1-1 1 0 0,-1 0-1 0 0,1 0 0 0 0,-1 1 1 0 0,0-1-1 0 0,1 0 0 0 0,-1 1 1 0 0,0-1-1 0 0,1 0 0 0 0,-1 1 1 0 0,0-1-1 0 0,1 0 1 0 0,-1 1-1 0 0,0-1 0 0 0,0 1 1 0 0,1-1-1 0 0,-1 1 0 0 0,0 0 1 0 0,21 6-1235 0 0,-17-8 851 0 0,2-1 242 0 0,1 0 0 0 0,-1-1 1 0 0,0 1-1 0 0,0-1 0 0 0,0 0 0 0 0,0-1 0 0 0,0 1 1 0 0,-1-1-1 0 0,0 0 0 0 0,0-1 0 0 0,0 1 1 0 0,9-11-1 0 0,-6 5 351 0 0,0-1 1 0 0,-1 0 0 0 0,-1 0-1 0 0,1-1 1 0 0,7-20 0 0 0,-13 29 84 0 0,5-15 267 0 0,-5 14 45 0 0,-1 2-495 0 0,0-11-84 0 0,-1 12 5 0 0,1 1 0 0 0,0 0 1 0 0,0 0-1 0 0,-1-1 1 0 0,1 1-1 0 0,0 0 1 0 0,0 0-1 0 0,-1-1 1 0 0,1 1-1 0 0,0 0 1 0 0,-1 0-1 0 0,1 0 1 0 0,0 0-1 0 0,-1-1 1 0 0,1 1-1 0 0,0 0 1 0 0,-1 0-1 0 0,1 0 1 0 0,0 0-1 0 0,-1 0 1 0 0,1 0-1 0 0,0 0 1 0 0,-1 0-1 0 0,1 0 0 0 0,0 0 1 0 0,-1 0-1 0 0,1 0 1 0 0,0 0-1 0 0,-1 0 1 0 0,1 0-1 0 0,0 1 1 0 0,-1-1-1 0 0,1 0 1 0 0,0 0-1 0 0,-1 0 1 0 0,1 0-1 0 0,0 1 1 0 0,0-1-1 0 0,-1 0 1 0 0,1 0-1 0 0,0 1 1 0 0,0-1-1 0 0,-1 0 1 0 0,1 0-1 0 0,0 1 1 0 0,0-1-1 0 0,0 0 0 0 0,-1 1 1 0 0,-1 2 5 0 0,0-1 0 0 0,0 1-1 0 0,1 0 1 0 0,-1 0 0 0 0,0 0 0 0 0,1 0 0 0 0,0 0-1 0 0,0 0 1 0 0,0 1 0 0 0,-1 4 0 0 0,0-1 19 0 0,-11 40 126 0 0,12-43-121 0 0,1 1 65 0 0,2 42-147 0 0,-1-43 21 0 0,-1-4 21 0 0,1 0 0 0 0,-1 0 1 0 0,0 0-1 0 0,1 0 0 0 0,-1 0 0 0 0,0 0 1 0 0,0 1-1 0 0,1-1 0 0 0,-1 0 1 0 0,0 0-1 0 0,1 0 0 0 0,-1 0 0 0 0,0 1 1 0 0,0-1-1 0 0,1 0 0 0 0,-1 0 1 0 0,0 1-1 0 0,0-1 0 0 0,0 0 0 0 0,1 0 1 0 0,-1 1-1 0 0,0-1 0 0 0,0 0 1 0 0,0 1-1 0 0,0-1 0 0 0,0 0 0 0 0,1 1 1 0 0,-1-1-1 0 0,0 1-4 0 0,0 0 0 0 0,1 0 0 0 0,-1 0 0 0 0,1 0 0 0 0,-1 0 0 0 0,1-1 0 0 0,-1 1 0 0 0,1 0 1 0 0,0 0-1 0 0,-1-1 0 0 0,1 1 0 0 0,0 0 0 0 0,0-1 0 0 0,-1 1 0 0 0,1-1 0 0 0,1 1 0 0 0,16 9 20 0 0,-13-10-10 0 0,15 0-9 0 0,-16 0 28 0 0,0-2 15 0 0,0 1 74 0 0,1-1 1 0 0,-1 0-1 0 0,0-1 0 0 0,0 1 1 0 0,0-1-1 0 0,0 1 1 0 0,-1-1-1 0 0,1 0 1 0 0,-1-1-1 0 0,1 1 0 0 0,-1-1 1 0 0,0 1-1 0 0,-1-1 1 0 0,4-6-1 0 0,-4 7 187 0 0,-1-1-38 0 0,1-46 498 0 0,-2 44-634 0 0,-2 2-2 0 0,2 3-142 0 0,-1-4 46 0 0,-1 1 1 0 0,1-1 0 0 0,-1 1 0 0 0,0 0 0 0 0,-1-1 0 0 0,-2-3-1 0 0,4 7-160 0 0,0-1 0 0 0,0 1 0 0 0,0 0 0 0 0,-1 0-1 0 0,1 0 1 0 0,0 0 0 0 0,-1 0 0 0 0,1 0-1 0 0,-1 0 1 0 0,1 0 0 0 0,-1 1 0 0 0,0-1 0 0 0,1 1-1 0 0,-1-1 1 0 0,1 1 0 0 0,-1-1 0 0 0,0 1-1 0 0,0 0 1 0 0,1 0 0 0 0,-1 0 0 0 0,0 0-1 0 0,1 0 1 0 0,-3 0 0 0 0,0 1-847 0 0,-3 4-874 0 0,0 1-1860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7.9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 4272 0 0,'0'0'5383'0'0,"3"-1"-4632"0"0,-1 1-646 0 0,0 0 1 0 0,0 0-1 0 0,0 0 1 0 0,-1 0-1 0 0,1 1 1 0 0,0-1-1 0 0,0 0 1 0 0,-1 1-1 0 0,1-1 1 0 0,0 1-1 0 0,-1 0 1 0 0,1 0 0 0 0,0-1-1 0 0,-1 1 1 0 0,1 0-1 0 0,-1 0 1 0 0,0 1-1 0 0,1-1 1 0 0,-1 0-1 0 0,0 0 1 0 0,1 1-1 0 0,1 2 1 0 0,30 43 523 0 0,-17-22-485 0 0,17 20 0 0 0,-25-33-635 0 0,1-1-1 0 0,0 1 1 0 0,12 10-1 0 0,-19-20-288 0 0,13 5-1047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8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137 15 3596 0 0,'0'0'2593'0'0,"0"-3"-1668"0"0,0 3-839 0 0,0-1 1 0 0,0 1-1 0 0,0-1 1 0 0,0 1-1 0 0,0 0 1 0 0,0-1-1 0 0,-1 1 1 0 0,1-1-1 0 0,0 1 1 0 0,0-1-1 0 0,0 1 1 0 0,0 0-1 0 0,0-1 1 0 0,-1 1-1 0 0,1 0 1 0 0,0-1-1 0 0,0 1 1 0 0,0 0-1 0 0,-1-1 1 0 0,1 1-1 0 0,0 0 1 0 0,-1-1-1 0 0,1 1 1 0 0,0 0-1 0 0,-1 0 1 0 0,1-1-1 0 0,0 1 1 0 0,-1 0-1 0 0,1 0 1 0 0,-1 0-1 0 0,1-1 1 0 0,0 1-1 0 0,-1 0 1 0 0,1 0-1 0 0,-1 0 1 0 0,-12 12 917 0 0,-16 41-1359 0 0,22-38 659 0 0,-16 28-391 0 0,-28 61-1101 0 0,49-100 679 0 0,3-2 431 0 0,-1-1 0 0 0,0 0 1 0 0,0 1-1 0 0,0-1 0 0 0,0 0 0 0 0,0 1 1 0 0,0-1-1 0 0,0 1 0 0 0,0-1 0 0 0,-1 0 1 0 0,1 1-1 0 0,-1 1 0 0 0,0-1-93 0 0,1 2-654 0 0,10 8-3248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8.3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 3624 0 0,'0'0'1693'0'0,"2"-3"-245"0"0,2-6-843 0 0,6-7 4361 0 0,-4 20-3130 0 0,0 13-2185 0 0,5 18 613 0 0,17 39 0 0 0,-26-71-351 0 0,-1 0-144 0 0,0-1 1 0 0,0 1-1 0 0,1-1 1 0 0,-1 1-1 0 0,1-1 1 0 0,0 0-1 0 0,-1 0 1 0 0,1 0-1 0 0,0 0 1 0 0,0 0-1 0 0,1 0 1 0 0,2 2-1 0 0,-3-2-727 0 0,0-4-720 0 0,-2 2 1612 0 0,0-1 0 0 0,0 1 1 0 0,1 0-1 0 0,-1 0 0 0 0,0-1 0 0 0,0 1 0 0 0,1 0 0 0 0,-1 0 1 0 0,0 0-1 0 0,1 0 0 0 0,-1-1 0 0 0,0 1 0 0 0,1 0 0 0 0,-1 0 0 0 0,0 0 1 0 0,1 0-1 0 0,-1 0 0 0 0,0 0 0 0 0,1 0 0 0 0,-1 0 0 0 0,0 0 0 0 0,1 0 1 0 0,0 0-61 0 0,-1 0 1 0 0,1 0 0 0 0,0 0-1 0 0,-1 0 1 0 0,1 0 0 0 0,-1 0-1 0 0,1 0 1 0 0,0-1-1 0 0,-1 1 1 0 0,1 0 0 0 0,-1 0-1 0 0,1-1 1 0 0,-1 1 0 0 0,1 0-1 0 0,0-1 1 0 0,-1 1 0 0 0,0 0-1 0 0,1-1 1 0 0,-1 1 0 0 0,1-1-1 0 0,-1 1 1 0 0,1-1 0 0 0,-1 1-1 0 0,1-1 1 0 0,8-13-3818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8.6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52 2680 0 0,'-3'-3'1150'0'0,"-9"-7"-272"0"0,9 8-6 0 0,0 1-112 0 0,-35-4 1484 0 0,34 5-1971 0 0,-16 11 436 0 0,10 0-608 0 0,8-8-14 0 0,1 0-1 0 0,0-1-80 0 0,0 1 1 0 0,1-1-1 0 0,-1 1 1 0 0,1-1-1 0 0,0 1 1 0 0,0 0-1 0 0,0-1 1 0 0,0 6-1 0 0,1 5 71 0 0,19-5-107 0 0,-15-10-73 0 0,12-3 251 0 0,-12 4 104 0 0,-2-2-7 0 0,11-7 55 0 0,-11 8 45 0 0,-1-2 11 0 0,8-11-72 0 0,-7 12 56 0 0,4-18 224 0 0,-6 17-211 0 0,-1-1-255 0 0,0-14-100 0 0,0 15-127 0 0,-2 2-942 0 0,2 1 932 0 0,-1 0 1 0 0,0 1 0 0 0,0-1-1 0 0,0 0 1 0 0,0 1-1 0 0,0-1 1 0 0,0 1 0 0 0,-1-1-1 0 0,1 1 1 0 0,0-1-1 0 0,0 1 1 0 0,0 0 0 0 0,0-1-1 0 0,-1 1 1 0 0,1 0 0 0 0,-2 0-1 0 0,-2 1-390 0 0,-4 1-78 0 0,-4 4-2828 0 0,-8 7-1526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9.4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16 3032 0 0,'0'0'6099'0'0,"-1"3"-5709"0"0,-2 3-281 0 0,1-1 1 0 0,1 0-1 0 0,-1 1 1 0 0,1-1-1 0 0,0 1 1 0 0,0-1-1 0 0,0 1 1 0 0,1 0-1 0 0,0-1 1 0 0,0 1-1 0 0,0 0 1 0 0,3 7-1 0 0,-2 7 68 0 0,0-16-81 0 0,-1 0 9 0 0,1 14 4 0 0,-1-13 212 0 0,0-1-97 0 0,1 9 342 0 0,-2-20 612 0 0,2-7-1057 0 0,0-1-1 0 0,1 1 1 0 0,4-16 0 0 0,-1 14-123 0 0,0 1 0 0 0,11-22 0 0 0,-14 34 33 0 0,-2 3-30 0 0,0 0-1 0 0,1 0 1 0 0,-1 0 0 0 0,1 0-1 0 0,-1 0 1 0 0,0-1 0 0 0,0 1-1 0 0,1 0 1 0 0,-1 0 0 0 0,0 0-1 0 0,1 0 1 0 0,-1-1 0 0 0,0 1-1 0 0,0 0 1 0 0,1 0 0 0 0,-1-1-1 0 0,0 1 1 0 0,0 0 0 0 0,1-1-1 0 0,-1 1 1 0 0,0 0 0 0 0,0 0-1 0 0,0-1 1 0 0,0 1 0 0 0,0 0-1 0 0,0-1 1 0 0,1 0 0 0 0,-1 1 1 0 0,0-1 1 0 0,0 1-1 0 0,0-1 0 0 0,0 1 1 0 0,0 0-1 0 0,1-1 0 0 0,-1 1 1 0 0,0-1-1 0 0,0 1 1 0 0,1 0-1 0 0,-1-1 0 0 0,0 1 1 0 0,1 0-1 0 0,-1-1 0 0 0,0 1 1 0 0,1 0-1 0 0,-1-1 1 0 0,0 1-1 0 0,1 0 0 0 0,-1 0 1 0 0,0-1-1 0 0,1 1 0 0 0,-1 0 1 0 0,1 0-1 0 0,-1 0 0 0 0,1 0 1 0 0,-1-1-1 0 0,1 1 1 0 0,-1 0-1 0 0,0 0 0 0 0,1 0 1 0 0,-1 0-1 0 0,1 0 0 0 0,-1 0 1 0 0,1 0-1 0 0,-1 1 1 0 0,1-1-1 0 0,0 0 0 0 0,3 1 17 0 0,1 1 0 0 0,-1-1-1 0 0,0 1 1 0 0,0 0 0 0 0,0 0 0 0 0,0 0-1 0 0,0 1 1 0 0,-1 0 0 0 0,1-1-1 0 0,0 1 1 0 0,-1 0 0 0 0,0 1 0 0 0,0-1-1 0 0,0 1 1 0 0,4 6 0 0 0,62 114-489 0 0,-67-121 340 0 0,0 0 0 0 0,1-1 0 0 0,-1 1 0 0 0,1-1 0 0 0,-1 0 0 0 0,1 0 0 0 0,0 0 0 0 0,-1 0 0 0 0,7 3 0 0 0,-6-3-32 0 0,0 0-376 0 0,3-2-43 0 0,5 0 113 0 0,0 0 0 0 0,-1-1 0 0 0,1-1 0 0 0,-1 0 0 0 0,1 0 0 0 0,-1-1 0 0 0,0 0 0 0 0,0-1 0 0 0,0 0 0 0 0,0-1 0 0 0,-1 0 0 0 0,1 0 0 0 0,-1-1 0 0 0,-1 0 0 0 0,1 0 0 0 0,-1-1 0 0 0,14-16 0 0 0,-1 0-2656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49.9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40 3344 0 0,'0'0'1087'0'0,"1"-4"-124"0"0,0 2-732 0 0,-1 0 0 0 0,0 0-1 0 0,1 0 1 0 0,-1 1-1 0 0,0-1 1 0 0,0 0-1 0 0,0 0 1 0 0,0 0 0 0 0,-1 0-1 0 0,1 0 1 0 0,0 0-1 0 0,-1 0 1 0 0,0 0-1 0 0,1 1 1 0 0,-2-4-1 0 0,0 2 501 0 0,-3 5-393 0 0,-3 1-255 0 0,0 0 0 0 0,1 1 0 0 0,-1 0 1 0 0,1 0-1 0 0,0 1 0 0 0,0 0 1 0 0,0 0-1 0 0,1 1 0 0 0,0 0 0 0 0,0 0 1 0 0,0 0-1 0 0,1 1 0 0 0,0 0 0 0 0,0 0 1 0 0,1 0-1 0 0,0 0 0 0 0,0 1 1 0 0,0 0-1 0 0,1 0 0 0 0,-3 11 0 0 0,-1 24-35 0 0,7-39-14 0 0,2 18 39 0 0,-1-18-114 0 0,-1-4 43 0 0,0 0-1 0 0,0 0 0 0 0,0 0 1 0 0,1 0-1 0 0,-1 1 0 0 0,0-1 1 0 0,0 0-1 0 0,0 0 0 0 0,1 0 0 0 0,-1 0 1 0 0,0 0-1 0 0,0 0 0 0 0,0 0 1 0 0,1 1-1 0 0,-1-1 0 0 0,0 0 1 0 0,0 0-1 0 0,0 0 0 0 0,0 0 0 0 0,0 1 1 0 0,0-1-1 0 0,1 0 0 0 0,-1 0 1 0 0,0 0-1 0 0,0 1 0 0 0,0-1 1 0 0,0 0-1 0 0,0 0 0 0 0,0 1 0 0 0,0-1 1 0 0,0 0-1 0 0,0 0 0 0 0,0 0 1 0 0,0 1-1 0 0,0-1 0 0 0,0 1 1 0 0,0-1-1 0 0,0 1 1 0 0,0-1 0 0 0,0 1-1 0 0,0-1 1 0 0,0 0 0 0 0,1 1-1 0 0,-1-1 1 0 0,0 1 0 0 0,0-1-1 0 0,0 1 1 0 0,1-1-1 0 0,-1 0 1 0 0,0 1 0 0 0,0-1-1 0 0,1 1 1 0 0,-1-1 0 0 0,0 0-1 0 0,1 1 1 0 0,-1-1-1 0 0,1 0 1 0 0,-1 0 0 0 0,0 1-1 0 0,1-1 1 0 0,-1 0 0 0 0,1 0-1 0 0,-1 1 1 0 0,1-1 0 0 0,-1 0-1 0 0,0 0 1 0 0,1 0-1 0 0,0 0 1 0 0,3 0 18 0 0,-1 0-1 0 0,1 0 1 0 0,-1 0 0 0 0,1 0-1 0 0,0-1 1 0 0,-1 0 0 0 0,1 0-1 0 0,-1 0 1 0 0,1 0-1 0 0,-1 0 1 0 0,0-1 0 0 0,1 0-1 0 0,-1 1 1 0 0,0-1 0 0 0,0 0-1 0 0,0-1 1 0 0,0 1 0 0 0,-1 0-1 0 0,1-1 1 0 0,-1 0-1 0 0,5-5 1 0 0,7-10 411 0 0,-1-2 0 0 0,17-30 0 0 0,-26 43-270 0 0,5-9 73 0 0,-7 13 56 0 0,2-4 43 0 0,-4 7-300 0 0,0-1-1 0 0,0 0 1 0 0,0 1-1 0 0,0-1 1 0 0,1 0-1 0 0,-1 1 1 0 0,0-1-1 0 0,0 1 1 0 0,1-1-1 0 0,-1 1 1 0 0,0-1-1 0 0,1 1 1 0 0,-1-1-1 0 0,1 1 1 0 0,-1-1-1 0 0,1 1 1 0 0,-1-1-1 0 0,1 1 1 0 0,-1 0-1 0 0,1-1 1 0 0,0 0-1 0 0,2 6-32 0 0,0-1-1 0 0,-1 0 1 0 0,0 1-1 0 0,1-1 1 0 0,-2 1-1 0 0,1-1 1 0 0,-1 1-1 0 0,1 0 1 0 0,-1 0-1 0 0,0 7 1 0 0,3 9 1 0 0,23 91 105 0 0,4 8-139 0 0,-6 2 1 0 0,9 125-1 0 0,-33-226 9 0 0,-1-1 0 0 0,-1 1-1 0 0,0 0 1 0 0,-8 32-1 0 0,8-50 39 0 0,1 0 0 0 0,-1 0 0 0 0,0-1 1 0 0,0 1-1 0 0,0 0 0 0 0,-1-1 0 0 0,1 1 0 0 0,-1-1 0 0 0,1 1 0 0 0,-1-1 0 0 0,0 0 0 0 0,0 1 0 0 0,0-1 0 0 0,-2 2 0 0 0,3-4-11 0 0,-1 3 79 0 0,-3-3-3 0 0,1 0-67 0 0,-1-1-1 0 0,1 1 0 0 0,0-1 1 0 0,0 1-1 0 0,0-1 1 0 0,0 0-1 0 0,0-1 1 0 0,0 1-1 0 0,0-1 1 0 0,0 0-1 0 0,1 0 1 0 0,-1 0-1 0 0,1 0 0 0 0,-1-1 1 0 0,1 1-1 0 0,-4-4 1 0 0,-4-5 0 0 0,1 0 0 0 0,0 0 1 0 0,0-1-1 0 0,1 0 0 0 0,1-1 1 0 0,0 0-1 0 0,1 0 0 0 0,0-1 1 0 0,1 1-1 0 0,0-2 0 0 0,-5-21 1 0 0,9 24-131 0 0,0-1 1 0 0,0 1-1 0 0,1-1 1 0 0,1 1 0 0 0,0-1-1 0 0,0 0 1 0 0,2 1 0 0 0,-1-1-1 0 0,2 1 1 0 0,0 0-1 0 0,0 0 1 0 0,1 0 0 0 0,0 0-1 0 0,8-13 1 0 0,-1 5-733 0 0,1 0 0 0 0,1 1-1 0 0,23-25 1 0 0,21-18-4662 0 0,-30 35 53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0.6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583 74 3128 0 0,'0'-4'1336'0'0,"1"2"-1210"0"0,-1-1 0 0 0,0 1 0 0 0,0-1 0 0 0,0 1 0 0 0,0-1 0 0 0,0 1 0 0 0,-1-1 0 0 0,1 1 0 0 0,-1-1 0 0 0,1 1 0 0 0,-1-1 1 0 0,0 1-1 0 0,0 0 0 0 0,0-1 0 0 0,0 1 0 0 0,-1 0 0 0 0,1 0 0 0 0,0 0 0 0 0,-1 0 0 0 0,0 0 0 0 0,1 0 0 0 0,-1 0 0 0 0,0 0 0 0 0,0 1 0 0 0,0-1 0 0 0,0 1 0 0 0,0-1 1 0 0,-1 1-1 0 0,1 0 0 0 0,0 0 0 0 0,-1 0 0 0 0,1 0 0 0 0,0 0 0 0 0,-1 1 0 0 0,1-1 0 0 0,-1 1 0 0 0,-4-1 0 0 0,-6 1 38 0 0,0 0 1 0 0,0 0-1 0 0,0 1 0 0 0,0 1 0 0 0,1 0 1 0 0,-1 1-1 0 0,0 0 0 0 0,1 1 0 0 0,0 1 0 0 0,0 0 1 0 0,0 0-1 0 0,0 1 0 0 0,1 0 0 0 0,0 1 1 0 0,-12 11-1 0 0,8-7-61 0 0,0 2 0 0 0,1 0 0 0 0,0 1 0 0 0,2 0 0 0 0,-1 1 0 0 0,2 0 0 0 0,0 1 0 0 0,1 0 0 0 0,0 1 0 0 0,-7 18 0 0 0,15-29-97 0 0,0-1 0 0 0,0 1 0 0 0,0-1 0 0 0,1 1 0 0 0,0 0 0 0 0,0-1 0 0 0,1 1 0 0 0,-1 0 0 0 0,1 0 0 0 0,0 0 0 0 0,1-1 0 0 0,0 1-1 0 0,-1 0 1 0 0,2-1 0 0 0,-1 1 0 0 0,1 0 0 0 0,0-1 0 0 0,0 0 0 0 0,0 1 0 0 0,1-1 0 0 0,0 0 0 0 0,6 9 0 0 0,-1-4-1 0 0,1-1 0 0 0,0 0 1 0 0,0 0-1 0 0,1-1 0 0 0,0 0 0 0 0,0-1 1 0 0,14 9-1 0 0,11 2 27 0 0,39 13 0 0 0,-40-17-72 0 0,62 35 0 0 0,-62-21-17 0 0,-31-25 51 0 0,-3 2 14 0 0,0-2-2 0 0,0 0 0 0 0,0-1 1 0 0,0 1-1 0 0,-1 0 0 0 0,1 0 1 0 0,-1 0-1 0 0,0 0 0 0 0,0 0 1 0 0,0 0-1 0 0,0-1 0 0 0,0 1 1 0 0,0 0-1 0 0,-1-1 0 0 0,0 1 1 0 0,1-1-1 0 0,-1 0 0 0 0,0 0 1 0 0,0 1-1 0 0,0-1 0 0 0,0 0 1 0 0,-1 0-1 0 0,-4 2 0 0 0,-5 5 14 0 0,-2-2 0 0 0,1 1 0 0 0,-21 7 1 0 0,-2-1 49 0 0,1-1 0 0 0,-2-2 0 0 0,-42 8 0 0 0,63-16-114 0 0,-1-1 0 0 0,1 0 0 0 0,-1-1 0 0 0,1-1 0 0 0,-1-1 0 0 0,1 0 0 0 0,-1-1 0 0 0,1-1 0 0 0,-27-7 0 0 0,39 8-60 0 0,-1 0 0 0 0,1 0 0 0 0,0 0 0 0 0,0 0-1 0 0,0-1 1 0 0,0 0 0 0 0,1 1 0 0 0,-1-1 0 0 0,1-1 0 0 0,-1 1-1 0 0,1 0 1 0 0,0-1 0 0 0,0 0 0 0 0,1 0 0 0 0,-1 1 0 0 0,1-2-1 0 0,0 1 1 0 0,0 0 0 0 0,0 0 0 0 0,0-1 0 0 0,1 1 0 0 0,0-1 0 0 0,-1-6-1 0 0,1 1-406 0 0,0 1-1 0 0,1 0 1 0 0,0 0-1 0 0,0 0 1 0 0,1 0-1 0 0,1 0 1 0 0,0 0-1 0 0,0 0 1 0 0,0 0-1 0 0,1 0 1 0 0,5-9-1 0 0,10-15-3999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1.1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15 120 3792 0 0,'-4'-41'2362'0'0,"4"24"98"0"0,-2 0 0 0 0,-6-28 1 0 0,24 109-2158 0 0,-2 1 1 0 0,4 67 0 0 0,-9-59-1515 0 0,26 101 0 0 0,-34-170 707 0 0,1 1 0 0 0,0 0-1 0 0,1-1 1 0 0,-1 1-1 0 0,1-1 1 0 0,0 0 0 0 0,0 1-1 0 0,4 3 1 0 0,-5-5-861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1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73 164 3004 0 0,'-5'-1'942'0'0,"-41"-4"1099"0"0,42 5-1263 0 0,0-1-464 0 0,-9-3-84 0 0,15-3 111 0 0,26-7 87 0 0,-18 10-512 0 0,178-68 257 0 0,-49 20 131 0 0,-134 51 151 0 0,-2 0-147 0 0,-2 0-258 0 0,-1 1 0 0 0,1 0 0 0 0,-1 0 0 0 0,1 0 1 0 0,0-1-1 0 0,-1 1 0 0 0,1 0 0 0 0,-1 0 1 0 0,1 0-1 0 0,0 0 0 0 0,-1 0 0 0 0,1 0 1 0 0,-1 0-1 0 0,1 0 0 0 0,0 0 0 0 0,-1 0 1 0 0,1 1-1 0 0,-1-1 0 0 0,1 0 0 0 0,-1 0 1 0 0,1 1-1 0 0,0-1 0 0 0,0 1 0 0 0,-1 0-6 0 0,0 0-1 0 0,0 1 1 0 0,0-1-1 0 0,0 0 1 0 0,0 1-1 0 0,0-1 1 0 0,-1 0-1 0 0,1 1 1 0 0,0-1-1 0 0,-1 0 0 0 0,1 1 1 0 0,-1-1-1 0 0,1 0 1 0 0,-1 0-1 0 0,0 0 1 0 0,0 0-1 0 0,0 2 1 0 0,-74 154 1131 0 0,71-137-1135 0 0,4-16-36 0 0,-1-1 9 0 0,1 1-29 0 0,1-1-12 0 0,-1 0 0 0 0,1 1 0 0 0,-1-1 1 0 0,1-1-1 0 0,0 1 0 0 0,0 0 0 0 0,0 0 0 0 0,1 0 1 0 0,1 3-1 0 0,-1-3-84 0 0,3-3-122 0 0,0 1 213 0 0,0-1 1 0 0,-1 0-1 0 0,1-1 0 0 0,0 1 0 0 0,0-1 0 0 0,-1 0 0 0 0,1 0 0 0 0,-1-1 0 0 0,1 1 0 0 0,-1-1 0 0 0,1 0 0 0 0,-1 0 0 0 0,0 0 1 0 0,0-1-1 0 0,5-3 0 0 0,0-1 88 0 0,-1 0 1 0 0,0 0-1 0 0,0-1 0 0 0,-1 0 1 0 0,0 0-1 0 0,0-1 1 0 0,-1 0-1 0 0,0 0 1 0 0,0-1-1 0 0,-1 0 0 0 0,0 1 1 0 0,-1-2-1 0 0,5-18 1 0 0,-8-10 319 0 0,-1 35-250 0 0,-6-1-125 0 0,6 5-22 0 0,0-1 1 0 0,0 1-1 0 0,0 0 0 0 0,0-1 0 0 0,-1 1 0 0 0,1-1 0 0 0,0 1 1 0 0,0 0-1 0 0,-1-1 0 0 0,1 1 0 0 0,0 0 0 0 0,0-1 1 0 0,-1 1-1 0 0,1 0 0 0 0,0 0 0 0 0,-1-1 0 0 0,1 1 1 0 0,0 0-1 0 0,-1 0 0 0 0,1-1 0 0 0,-1 1 0 0 0,1 0 0 0 0,0 0 1 0 0,-1 0-1 0 0,1 0 0 0 0,-1 0 0 0 0,1 0 0 0 0,-1 0 1 0 0,1 0-1 0 0,-1 0 0 0 0,1 0 0 0 0,0 0 0 0 0,-1 0 0 0 0,-4 0-207 0 0,0 1-1 0 0,0 1 1 0 0,0-1-1 0 0,1 1 0 0 0,-1-1 1 0 0,1 1-1 0 0,-1 0 0 0 0,1 1 1 0 0,0-1-1 0 0,0 1 0 0 0,0 0 1 0 0,-5 4-1 0 0,-14 19-5093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1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17 5797 0 0,'1'-3'2114'0'0,"7"-10"5386"0"0,-10 15-7206 0 0,-1 4-215 0 0,0-1 0 0 0,1 1-1 0 0,-1 0 1 0 0,1 0-1 0 0,1 1 1 0 0,-1-1-1 0 0,1 0 1 0 0,0 0 0 0 0,1 1-1 0 0,-1 8 1 0 0,4 73 132 0 0,9 14-607 0 0,6 0 1 0 0,30 99 0 0 0,-32-140-1665 0 0,-15-57 1373 0 0,-5-17-6340 0 0,2 7 6710 0 0,0 0 1 0 0,-6-11 0 0 0,-4-9-518 0 0,-7-30-1099 0 0,11 24-132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2.1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1 175 1528 0 0,'0'-6'739'0'0,"0"-4"-502"0"0,-1 0 0 0 0,2 0 1 0 0,-1 0-1 0 0,2 0 0 0 0,-1 0 1 0 0,1 0-1 0 0,1 1 0 0 0,-1-1 1 0 0,2 1-1 0 0,-1-1 0 0 0,10-16 0 0 0,-10 23-152 0 0,-1 0-1 0 0,0 1 1 0 0,1-1-1 0 0,0 1 0 0 0,-1-1 1 0 0,1 1-1 0 0,0 0 0 0 0,0 0 1 0 0,4-1-1 0 0,-4 1-9 0 0,0 0 189 0 0,2 1 45 0 0,15-3 42 0 0,-16 4-61 0 0,2 0 6 0 0,-2 1-209 0 0,0 0 0 0 0,0-1 0 0 0,1 1 0 0 0,-1 1-1 0 0,0-1 1 0 0,0 1 0 0 0,0-1 0 0 0,-1 1 0 0 0,1 0-1 0 0,0 0 1 0 0,-1 1 0 0 0,1-1 0 0 0,-1 1 0 0 0,0 0-1 0 0,0 0 1 0 0,0 0 0 0 0,0 0 0 0 0,0 0 0 0 0,-1 1-1 0 0,1-1 1 0 0,-1 1 0 0 0,0 0 0 0 0,0-1 0 0 0,0 1-1 0 0,-1 0 1 0 0,2 7 0 0 0,-2-8-58 0 0,0 1 0 0 0,-1 0 0 0 0,0 0-1 0 0,0-1 1 0 0,0 1 0 0 0,0 0 0 0 0,-1 0 0 0 0,1-1 0 0 0,-1 1 0 0 0,0 0 0 0 0,0-1 0 0 0,-2 5 0 0 0,-21 37-46 0 0,17-36-267 0 0,0 0 1 0 0,0 0 0 0 0,-1-1 0 0 0,-9 7 0 0 0,13-11-409 0 0,-1-1 1 0 0,1 0 0 0 0,-1 0 0 0 0,0 0 0 0 0,0-1 0 0 0,-7 3 0 0 0,-8 2-3261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2.9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53 104 3256 0 0,'-5'-18'1140'0'0,"4"14"853"0"0,-11-37 2135 0 0,11 37-2981 0 0,-1 7-1010 0 0,-2 4-84 0 0,0-1 0 0 0,1 0 0 0 0,-1 1 0 0 0,2 0 0 0 0,-1 0 0 0 0,1 0-1 0 0,0 0 1 0 0,0 0 0 0 0,0 8 0 0 0,1-9-18 0 0,0 1 1 0 0,0-1-1 0 0,0 1 0 0 0,1 0 0 0 0,0-1 0 0 0,1 1 1 0 0,0 0-1 0 0,0-1 0 0 0,0 1 0 0 0,1-1 0 0 0,3 11 1 0 0,-4-13-28 0 0,15 17 52 0 0,-11-17-43 0 0,8 0-1 0 0,-10-3 1 0 0,2-2-1 0 0,38-11 123 0 0,-32 2-36 0 0,-8 5-84 0 0,4-1 37 0 0,-1 0-1 0 0,0 0 1 0 0,-1-1 0 0 0,1 0 0 0 0,-1 0 0 0 0,5-11-1 0 0,-2 5-20 0 0,-7 10-21 0 0,3-3-2 0 0,-4 6-14 0 0,0-1-1 0 0,0 1 1 0 0,0-1-1 0 0,0 1 1 0 0,0-1-1 0 0,1 1 1 0 0,-1 0-1 0 0,0-1 1 0 0,0 1-1 0 0,0-1 1 0 0,1 1-1 0 0,-1 0 1 0 0,0-1-1 0 0,0 1 1 0 0,1 0-1 0 0,-1-1 1 0 0,0 1-1 0 0,0 0 1 0 0,1 0-1 0 0,-1-1 1 0 0,1 1-1 0 0,-1 0 1 0 0,0 0-1 0 0,1-1 1 0 0,-1 1-1 0 0,0 0 1 0 0,1 0-1 0 0,-1 0 1 0 0,1 0-1 0 0,-1 0 1 0 0,1-1-1 0 0,10 9 3 0 0,-9-7-9 0 0,-2 4 22 0 0,0 12-6 0 0,0-13-10 0 0,1 1-29 0 0,0 12-56 0 0,-1-13-63 0 0,2 4-336 0 0,-3-8 463 0 0,1 1 0 0 0,0-1 0 0 0,0 1 0 0 0,0-1 0 0 0,0 0 0 0 0,0 1 0 0 0,0-1 0 0 0,0 0 1 0 0,0 1-1 0 0,0-1 0 0 0,0 1 0 0 0,0-1 0 0 0,0 0 0 0 0,0 1 0 0 0,0-1 0 0 0,1 1 0 0 0,-1-1 0 0 0,0 0 0 0 0,0 1 1 0 0,0-1-1 0 0,0 0 0 0 0,1 1 0 0 0,-1-1 0 0 0,0 0 0 0 0,0 1 0 0 0,1-1 0 0 0,-1 0 0 0 0,0 0 0 0 0,1 1 0 0 0,-1-1 1 0 0,0 0-1 0 0,1 0 0 0 0,-1 1 0 0 0,0-1 0 0 0,1 0 0 0 0,-1 0 0 0 0,0 0 0 0 0,1 0 0 0 0,-1 0 0 0 0,1 1 0 0 0,1-1 8 0 0,0 0 11 0 0,-1 1 1 0 0,0-1 0 0 0,0 0 0 0 0,1 0 0 0 0,-1 0 0 0 0,0 0 0 0 0,1 0 0 0 0,-1 0 0 0 0,0 0-1 0 0,0 0 1 0 0,1 0 0 0 0,-1 0 0 0 0,0-1 0 0 0,0 1 0 0 0,1-1 0 0 0,-1 1 0 0 0,0-1-1 0 0,0 1 1 0 0,0-1 0 0 0,2-1 0 0 0,9-7 41 0 0,1-1 0 0 0,21-24 0 0 0,-12-1 122 0 0,-17 25-173 0 0,12-35 223 0 0,-15 39-167 0 0,-1 2 67 0 0,0-1-8 0 0,0-11-30 0 0,-1 12 25 0 0,-1 4-94 0 0,1 0-1 0 0,0 0 1 0 0,0 0-1 0 0,-1-1 0 0 0,1 1 1 0 0,0 0-1 0 0,0 0 1 0 0,0 0-1 0 0,-1 0 1 0 0,1-1-1 0 0,0 1 1 0 0,0 0-1 0 0,0 0 1 0 0,-1-1-1 0 0,1 1 1 0 0,0 0-1 0 0,0 0 1 0 0,0-1-1 0 0,0 1 0 0 0,0 0 1 0 0,0 0-1 0 0,-1-1 1 0 0,1 1-1 0 0,0 0 1 0 0,0-1-1 0 0,0 1 1 0 0,0 0-1 0 0,0 0 1 0 0,0-1-1 0 0,0 1 1 0 0,0-1-1 0 0,1 1-17 0 0,-1-1 0 0 0,0 1 0 0 0,0-1 0 0 0,0 1 0 0 0,0 0-1 0 0,0-1 1 0 0,-1 1 0 0 0,1-1 0 0 0,0 1 0 0 0,0-1 0 0 0,0 1 0 0 0,0-1 0 0 0,0 1 0 0 0,-1-1 0 0 0,1 1 0 0 0,0 0-1 0 0,0-1 1 0 0,-1 1 0 0 0,1 0 0 0 0,0-1 0 0 0,-1 1 0 0 0,1 0 0 0 0,0-1 0 0 0,-1 1 0 0 0,1 0 0 0 0,0-1 0 0 0,-1 1-1 0 0,1 0 1 0 0,-1 0 0 0 0,1 0 0 0 0,-1-1 0 0 0,1 1 0 0 0,-1 0 0 0 0,1 0 0 0 0,0 0 0 0 0,-1 0 0 0 0,1 0 0 0 0,-2 0-1 0 0,-4 0-298 0 0,1 1 1 0 0,-1 0-1 0 0,0 1 0 0 0,0 0 0 0 0,0-1 0 0 0,-9 6 0 0 0,10-5-610 0 0,1 1-1 0 0,0-1 1 0 0,0 1 0 0 0,-1 0 0 0 0,-5 7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3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169 141 3420 0 0,'0'0'4455'0'0,"-1"-3"-3423"0"0,0 2-925 0 0,0 0 0 0 0,1-1 0 0 0,-1 1-1 0 0,0 0 1 0 0,0 0 0 0 0,0 0 0 0 0,0 0-1 0 0,0 0 1 0 0,0 0 0 0 0,0 0-1 0 0,0 0 1 0 0,-1 0 0 0 0,1 0 0 0 0,0 0-1 0 0,0 1 1 0 0,-1-1 0 0 0,1 1-1 0 0,0-1 1 0 0,-1 1 0 0 0,1-1 0 0 0,-1 1-1 0 0,1 0 1 0 0,-1 0 0 0 0,1 0-1 0 0,0 0 1 0 0,-1 0 0 0 0,1 0 0 0 0,-1 0-1 0 0,1 0 1 0 0,-1 0 0 0 0,-2 1-1 0 0,-2 1-41 0 0,1 0-1 0 0,-1 0 0 0 0,0 0 1 0 0,0 0-1 0 0,1 1 0 0 0,0 0 0 0 0,-1 0 1 0 0,1 1-1 0 0,0 0 0 0 0,0-1 0 0 0,1 2 1 0 0,-1-1-1 0 0,1 0 0 0 0,0 1 0 0 0,0 0 1 0 0,1 0-1 0 0,-1 0 0 0 0,1 0 0 0 0,0 1 1 0 0,-3 7-1 0 0,2-7-53 0 0,0-1-1 0 0,-7 35 32 0 0,5 9-332 0 0,6-44 203 0 0,7 17-408 0 0,10-12 228 0 0,-14-8 140 0 0,-1-2 17 0 0,0 0 95 0 0,0 1 1 0 0,0-1-1 0 0,0 0 0 0 0,0 0 1 0 0,0 0-1 0 0,0-1 0 0 0,0 1 1 0 0,3-1-1 0 0,0-1 45 0 0,0 1-1 0 0,0-1 1 0 0,0 1-1 0 0,0-2 1 0 0,0 1-1 0 0,-1 0 1 0 0,1-1-1 0 0,-1 0 1 0 0,0 0-1 0 0,0 0 1 0 0,0 0-1 0 0,0-1 1 0 0,0 0 0 0 0,5-8-1 0 0,-6 9 83 0 0,2-3 25 0 0,-1 0-1 0 0,0-1 1 0 0,0 0 0 0 0,0 1 0 0 0,-1-2-1 0 0,0 1 1 0 0,2-8 0 0 0,-4 12 30 0 0,-1-2-19 0 0,1-12-21 0 0,0 13 10 0 0,-2 2-142 0 0,1 1-1 0 0,0 0 1 0 0,-1 0-1 0 0,1-1 1 0 0,-1 1 0 0 0,0 0-1 0 0,1 0 1 0 0,-1 0-1 0 0,0 0 1 0 0,0 0-1 0 0,1 0 1 0 0,-1 0-1 0 0,0 0 1 0 0,0 0-1 0 0,0 0 1 0 0,0 0-1 0 0,-1 0 1 0 0,1 1-1 0 0,0-1 1 0 0,0 1 0 0 0,0-1-1 0 0,0 1 1 0 0,-2-1-1 0 0,-35-10-1019 0 0,-9 10-874 0 0,42 2 1411 0 0,1-1 49 0 0,-6 2-3570 0 0,31-6 3151 0 0,43-9 835 0 0,-15-2 87 0 0,-16 5 1328 0 0,67-13 0 0 0,-97 23-1288 0 0,0 0 1 0 0,0 0 0 0 0,0 0-1 0 0,0 0 1 0 0,0 0 0 0 0,0 1-1 0 0,0-1 1 0 0,0 1 0 0 0,0 0 0 0 0,0 0-1 0 0,0 0 1 0 0,0 0 0 0 0,0 0-1 0 0,0 1 1 0 0,-1-1 0 0 0,1 1-1 0 0,0 0 1 0 0,-1 0 0 0 0,0 0-1 0 0,1 0 1 0 0,2 3 0 0 0,-2 0-16 0 0,0-1 0 0 0,-1 0 1 0 0,1 1-1 0 0,-1-1 1 0 0,0 1-1 0 0,0 0 0 0 0,0 0 1 0 0,0 0-1 0 0,-1 0 1 0 0,1 9-1 0 0,-1-10 78 0 0,-2 1 25 0 0,-1 16 6 0 0,2-16 14 0 0,-1 0-18 0 0,-3 13 10 0 0,3-14 13 0 0,-6 19 1536 0 0,1-17-1137 0 0,4-9-242 0 0,2-19-124 0 0,13-37-188 0 0,-11 53-55 0 0,6-18-160 0 0,19-37 0 0 0,-26 58 152 0 0,3-5-425 0 0,0 1-1 0 0,0 0 1 0 0,0 0-1 0 0,0 1 1 0 0,1-1 0 0 0,0 1-1 0 0,1 0 1 0 0,7-6-1 0 0,-1 5-990 0 0,1 1 0 0 0,0 0-1 0 0,0 1 1 0 0,14-4 0 0 0,-4 4-3475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4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223 542 3760 0 0,'4'-1'1526'0'0,"-2"1"-2066"0"0,10-4 3877 0 0,-12 3-3210 0 0,0 1 0 0 0,1 0 0 0 0,-1-1 0 0 0,0 1 1 0 0,0-1-1 0 0,0 1 0 0 0,0 0 0 0 0,0-1 0 0 0,0 1 0 0 0,0-1 0 0 0,1 1 1 0 0,-1 0-1 0 0,0-1 0 0 0,-1 1 0 0 0,1-1 0 0 0,0 1 0 0 0,0 0 0 0 0,0-1 0 0 0,0 1 1 0 0,0 0-1 0 0,0-1 0 0 0,0 1 0 0 0,0-1 0 0 0,-1 1 0 0 0,1 0 0 0 0,0-1 0 0 0,0 1 1 0 0,-1 0-1 0 0,1-1 0 0 0,0 1 0 0 0,-1-1 0 0 0,-1-1 387 0 0,-22-3 344 0 0,19 4-507 0 0,-1 1-24 0 0,-5 0-154 0 0,0 1 0 0 0,-1-1 0 0 0,1 2-1 0 0,0 0 1 0 0,0 0 0 0 0,-12 4 0 0 0,16-3-171 0 0,1 0 1 0 0,-1 0 0 0 0,1 1 0 0 0,0 0-1 0 0,1 0 1 0 0,-1 0 0 0 0,1 1-1 0 0,-1 0 1 0 0,1 0 0 0 0,0 0-1 0 0,1 0 1 0 0,0 1 0 0 0,0 0 0 0 0,0 0-1 0 0,0 0 1 0 0,1 0 0 0 0,0 1-1 0 0,0-1 1 0 0,1 1 0 0 0,-3 11-1 0 0,3-12-31 0 0,-7 38-203 0 0,9-40 150 0 0,-1-1 1 0 0,1 0-1 0 0,0 1 0 0 0,1-1 0 0 0,-1 1 0 0 0,0-1 1 0 0,1 0-1 0 0,0 0 0 0 0,0 1 0 0 0,0-1 0 0 0,0 0 1 0 0,0 0-1 0 0,1 0 0 0 0,2 4 0 0 0,-1-3-142 0 0,1 0 0 0 0,0-1 0 0 0,0 1-1 0 0,0-1 1 0 0,7 4 0 0 0,-7-5-82 0 0,1-3 48 0 0,3 0 205 0 0,0-1 0 0 0,0 0 0 0 0,0-1-1 0 0,-1 0 1 0 0,1 0 0 0 0,-1 0-1 0 0,0-1 1 0 0,0 0 0 0 0,0 0 0 0 0,-1-1-1 0 0,1 0 1 0 0,-1 0 0 0 0,8-9-1 0 0,-5 3 38 0 0,-1 0 0 0 0,0 0 0 0 0,0-1 0 0 0,-1 1 0 0 0,-1-2 0 0 0,0 1 0 0 0,5-18 0 0 0,1-9 190 0 0,-3 0 0 0 0,-1-1 1 0 0,-2 0-1 0 0,2-62 0 0 0,-5 45 527 0 0,-2 1 0 0 0,-3-1 0 0 0,-16-101 0 0 0,17 154-591 0 0,-1 0-11 0 0,-8-7 65 0 0,1 11 106 0 0,3 16-87 0 0,3 10-95 0 0,1 1-1 0 0,1 0 0 0 0,1-1 0 0 0,8 52 0 0 0,2-16-7 0 0,20 63-1 0 0,15 14-16 0 0,-38-123-387 0 0,1 1 0 0 0,0-1 0 0 0,1-1 0 0 0,1 0 0 0 0,0 0 0 0 0,13 15 0 0 0,-22-30 315 0 0,2 3-357 0 0,0 1-1 0 0,1-1 1 0 0,-1 1-1 0 0,1-1 0 0 0,0 0 1 0 0,0 0-1 0 0,5 2 1 0 0,-6-4-174 0 0,0 0 1 0 0,0 0 0 0 0,0 0 0 0 0,0-1-1 0 0,0 1 1 0 0,0-1 0 0 0,0 1 0 0 0,0-1-1 0 0,0 0 1 0 0,4-1 0 0 0,29-2-4635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7:54.4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334 6 2780 0 0,'-5'-2'1575'0'0,"1"1"-1303"0"0,0 0 1 0 0,-1 1-1 0 0,1-1 0 0 0,0 1 1 0 0,0 0-1 0 0,-1-1 0 0 0,1 2 1 0 0,0-1-1 0 0,0 1 0 0 0,0-1 1 0 0,-1 1-1 0 0,1 0 0 0 0,0 1 1 0 0,0-1-1 0 0,0 1 0 0 0,1-1 1 0 0,-7 5-1 0 0,5-3-163 0 0,1 0-1 0 0,-1 0 1 0 0,1 0 0 0 0,0 1-1 0 0,0 0 1 0 0,0 0 0 0 0,1 0-1 0 0,-1 0 1 0 0,1 0 0 0 0,0 1-1 0 0,0 0 1 0 0,0-1 0 0 0,1 1-1 0 0,0 0 1 0 0,-2 6 0 0 0,3 1 23 0 0,1 0 0 0 0,0 0 1 0 0,1 0-1 0 0,0-1 0 0 0,1 1 1 0 0,0 0-1 0 0,7 20 0 0 0,36 80 1642 0 0,-41-102-1517 0 0,-3-8-205 0 0,0 1 0 0 0,0 0 0 0 0,0 0 0 0 0,-1 0 0 0 0,1 0 0 0 0,-1 0 0 0 0,0 0 0 0 0,1 0 0 0 0,-2 0 0 0 0,1 0 0 0 0,0 0 0 0 0,-1 4 0 0 0,0-4-56 0 0,-3 5-166 0 0,-3-1-162 0 0,-1-1-1 0 0,1 1 0 0 0,-1-2 1 0 0,-1 1-1 0 0,1-1 0 0 0,-1 0 0 0 0,1-1 1 0 0,-12 4-1 0 0,-83 24-5279 0 0,37-15-329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1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 4940 0 0,'0'0'2511'0'0,"1"-4"-1637"0"0,2-6 1620 0 0,-2 17-1375 0 0,-1 32-993 0 0,0-10 196 0 0,6 436 456 0 0,-6-427-828 0 0,-3 52-1576 0 0,3-86 998 0 0,0 1-64 0 0,0 0 390 0 0,1 3-5 0 0,-1 0-4295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1.9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226 133 2972 0 0,'-41'4'1911'0'0,"2"2"1"0"0,-68 19-1 0 0,99-23-1632 0 0,3-1 64 0 0,-17 6 297 0 0,18-5 251 0 0,9-4-781 0 0,257-78 296 0 0,14-3-2815 0 0,-257 78 1772 0 0,-12 3-213 0 0,0 0 1 0 0,0 1-1 0 0,0 0 1 0 0,11-1 0 0 0,13 1-3193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2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4 222 3028 0 0,'0'0'1064'0'0,"-1"4"-178"0"0,0-3-791 0 0,1 0-1 0 0,0 1 1 0 0,-1-1 0 0 0,1 1-1 0 0,0-1 1 0 0,0 1 0 0 0,0-1 0 0 0,0 1-1 0 0,0-1 1 0 0,0 0 0 0 0,0 1 0 0 0,0-1-1 0 0,1 1 1 0 0,-1-1 0 0 0,1 1-1 0 0,0 0 1 0 0,0-1-42 0 0,0 1 0 0 0,0-1 0 0 0,0 0-1 0 0,0 0 1 0 0,0 0 0 0 0,0 0 0 0 0,0 0 0 0 0,1 0 0 0 0,-1-1-1 0 0,0 1 1 0 0,1 0 0 0 0,-1-1 0 0 0,0 1 0 0 0,1-1 0 0 0,-1 1-1 0 0,1-1 1 0 0,-1 0 0 0 0,1 1 0 0 0,-1-1 0 0 0,1 0 0 0 0,-1 0-1 0 0,1 0 1 0 0,1-1 0 0 0,39 0 227 0 0,-1-3 0 0 0,-1-1-1 0 0,44-12 1 0 0,126-41 228 0 0,-181 50-417 0 0,170-60-1085 0 0,-8-19-4486 0 0,-161 71 2420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3.5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5 238 3976 0 0,'0'0'1270'0'0,"-1"-4"-204"0"0,-2-5 2850 0 0,4 34-3189 0 0,4 27-940 0 0,4-1 291 0 0,15 53 0 0 0,-23-100-87 0 0,0 0 15 0 0,3 13 12 0 0,-3-13 17 0 0,1-1 5 0 0,-2-3-32 0 0,0 1 0 0 0,0-1 0 0 0,0 1 0 0 0,0-1 0 0 0,1 1 0 0 0,-1-1 0 0 0,0 1 0 0 0,1-1-1 0 0,-1 1 1 0 0,0-1 0 0 0,1 1 0 0 0,-1-1 0 0 0,0 0 0 0 0,1 1 0 0 0,-1-1 0 0 0,1 0 0 0 0,-1 1 0 0 0,0-1-1 0 0,1 0 1 0 0,-1 1 0 0 0,1-1 0 0 0,-1 0 0 0 0,1 0 0 0 0,-1 0 0 0 0,1 0 0 0 0,0 1 0 0 0,-1-1 0 0 0,1 0-1 0 0,-1 0 1 0 0,1 0 0 0 0,-1 0 0 0 0,1 0 0 0 0,-1 0 0 0 0,2-1 0 0 0,0 1-3 0 0,-1-1 1 0 0,1 0-1 0 0,-1-1 1 0 0,1 1-1 0 0,-1 0 1 0 0,0 0-1 0 0,0 0 1 0 0,1-1-1 0 0,-1 1 1 0 0,0-1-1 0 0,1-1 1 0 0,28-56-143 0 0,-28 53 120 0 0,42-85-245 0 0,-42 88 186 0 0,1 1 49 0 0,6-7 20 0 0,-6 7-13 0 0,-2 2 17 0 0,1 0 1 0 0,0 0-1 0 0,-1 1 0 0 0,1-1 0 0 0,-1 0 1 0 0,1 1-1 0 0,-1-1 0 0 0,1 1 1 0 0,-1 0-1 0 0,1-1 0 0 0,-1 1 0 0 0,1 0 1 0 0,-1 0-1 0 0,0 0 0 0 0,1 0 1 0 0,-1 0-1 0 0,0 0 0 0 0,0 0 0 0 0,0 1 1 0 0,0-1-1 0 0,0 0 0 0 0,2 3 1 0 0,13 38-38 0 0,-10-21 5 0 0,2-3-24 0 0,-5-7-65 0 0,1-1-1 0 0,0 0 1 0 0,1 0 0 0 0,0 0-1 0 0,0 0 1 0 0,1-1 0 0 0,11 13-1 0 0,-15-20 41 0 0,0 0 1 0 0,0-1-1 0 0,1 1 0 0 0,-1-1 0 0 0,0 0 0 0 0,1 1 0 0 0,-1-1 1 0 0,1-1-1 0 0,0 1 0 0 0,-1 0 0 0 0,1 0 0 0 0,0-1 0 0 0,-1 0 1 0 0,1 1-1 0 0,0-1 0 0 0,4-1 0 0 0,-3 1 117 0 0,3-1-193 0 0,1 0-1 0 0,0-1 1 0 0,0 0-1 0 0,-1 0 1 0 0,1-1-1 0 0,-1 0 1 0 0,0 0-1 0 0,1-1 1 0 0,-2 0-1 0 0,1 0 1 0 0,0-1-1 0 0,-1 0 1 0 0,8-8-1 0 0,-4 5 262 0 0,-2-1 0 0 0,1 0 0 0 0,-1 0 0 0 0,0-1 0 0 0,-1 0 0 0 0,-1 0-1 0 0,1-1 1 0 0,-1 0 0 0 0,-1 0 0 0 0,0 0 0 0 0,-1-1 0 0 0,0 0 0 0 0,-1 0 0 0 0,0 0 0 0 0,-1 0-1 0 0,0 0 1 0 0,-1-1 0 0 0,0-22 0 0 0,-2 31 88 0 0,0 0-15 0 0,-4-13-11 0 0,4 13-19 0 0,-6-2-1 0 0,7 6-131 0 0,0-1 0 0 0,0 1-1 0 0,-1 0 1 0 0,1-1 0 0 0,0 1 0 0 0,0 0 0 0 0,-1-1-1 0 0,1 1 1 0 0,0 0 0 0 0,0-1 0 0 0,-1 1 0 0 0,1 0-1 0 0,0-1 1 0 0,-1 1 0 0 0,1 0 0 0 0,-1 0 0 0 0,1 0-1 0 0,0-1 1 0 0,-1 1 0 0 0,1 0 0 0 0,-1 0 0 0 0,1 0-1 0 0,-1 0 1 0 0,1 0 0 0 0,0 0 0 0 0,-1 0 0 0 0,1 0-1 0 0,-1 0 1 0 0,1 0 0 0 0,-1 0 0 0 0,1 0 0 0 0,0 0-1 0 0,-1 0 1 0 0,1 0 0 0 0,-1 0 0 0 0,0 1 0 0 0,-4 2 26 0 0,0-1 0 0 0,0 1 0 0 0,0 1 0 0 0,0-1 1 0 0,0 1-1 0 0,1 0 0 0 0,-1 0 0 0 0,1 0 0 0 0,0 1 1 0 0,1-1-1 0 0,-1 1 0 0 0,1 0 0 0 0,0 0 0 0 0,0 0 1 0 0,0 1-1 0 0,-3 8 0 0 0,-3 10-28 0 0,1 1 0 0 0,-7 31 0 0 0,15-53-4 0 0,-3 26 9 0 0,3-24-91 0 0,0 0-167 0 0,2 17 152 0 0,-1-16 16 0 0,1-2-6 0 0,7 11-4 0 0,-7-11-64 0 0,1-3-66 0 0,0 0 166 0 0,0 0 0 0 0,0 0-1 0 0,-1 0 1 0 0,1-1 0 0 0,0 1 0 0 0,0-1 0 0 0,0 0 0 0 0,0 0 0 0 0,0 0 0 0 0,0 0-1 0 0,0 0 1 0 0,0-1 0 0 0,-1 1 0 0 0,1-1 0 0 0,0 0 0 0 0,0 0 0 0 0,4-2 0 0 0,-2 0 3 0 0,0 0 1 0 0,0 0 0 0 0,0 0 0 0 0,0-1 0 0 0,-1 0 0 0 0,0 0 0 0 0,1-1 0 0 0,3-5 0 0 0,2-3 176 0 0,-1 0-1 0 0,-1-1 1 0 0,0-1 0 0 0,-1 1 0 0 0,7-21 0 0 0,-10 20 54 0 0,-1 1 1 0 0,-1 0-1 0 0,0-1 0 0 0,0 1 0 0 0,-2-24 1 0 0,0 32-149 0 0,-2-33 530 0 0,-7-42 0 0 0,0 8 81 0 0,9 69-594 0 0,-6-14 38 0 0,4 46-110 0 0,1-1-1 0 0,1 1 1 0 0,2 0-1 0 0,1-1 1 0 0,1 0-1 0 0,8 29 1 0 0,-9-42-81 0 0,1-1 1 0 0,1 0-1 0 0,0 0 1 0 0,0 0-1 0 0,1-1 1 0 0,1 0 0 0 0,0 0-1 0 0,12 15 1 0 0,-18-25 59 0 0,1 0 0 0 0,0 1 1 0 0,0-1-1 0 0,0 0 1 0 0,0 0-1 0 0,1 0 1 0 0,-1 0-1 0 0,0-1 0 0 0,1 1 1 0 0,0-1-1 0 0,-1 1 1 0 0,1-1-1 0 0,0 0 1 0 0,-1 0-1 0 0,1 0 0 0 0,0 0 1 0 0,0-1-1 0 0,0 1 1 0 0,0-1-1 0 0,0 0 1 0 0,0 1-1 0 0,0-1 0 0 0,0-1 1 0 0,0 1-1 0 0,0 0 1 0 0,0-1-1 0 0,0 1 1 0 0,-1-1-1 0 0,1 0 0 0 0,0 0 1 0 0,0 0-1 0 0,-1-1 1 0 0,1 1-1 0 0,0-1 1 0 0,-1 1-1 0 0,1-1 0 0 0,-1 0 1 0 0,0 0-1 0 0,0 0 1 0 0,4-4-1 0 0,12-13 4 0 0,-10 8 21 0 0,-1-3 28 0 0,-2 0 132 0 0,1 0 1 0 0,-2-1 0 0 0,0 1 0 0 0,3-21-1 0 0,-7 31 189 0 0,1-14 489 0 0,-2 36-728 0 0,0-14-27 0 0,1 1-57 0 0,1 5-1 0 0,0-1 0 0 0,0 1 0 0 0,1 0 1 0 0,0-1-1 0 0,5 14 0 0 0,-5-19-82 0 0,0 1 0 0 0,0-1 0 0 0,0 0 0 0 0,1 0 0 0 0,0 0 0 0 0,-1 0 0 0 0,1 0 1 0 0,1-1-1 0 0,-1 1 0 0 0,0-1 0 0 0,1 0 0 0 0,0 0 0 0 0,5 3 0 0 0,-6-4-198 0 0,0-2-47 0 0,0 1 103 0 0,0-1-1 0 0,0 1 1 0 0,0-1 0 0 0,0 0-1 0 0,1 0 1 0 0,-1-1 0 0 0,0 1-1 0 0,0 0 1 0 0,0-1 0 0 0,0 0-1 0 0,0 0 1 0 0,-1 0 0 0 0,1 0-1 0 0,0 0 1 0 0,0-1 0 0 0,0 1-1 0 0,-1-1 1 0 0,1 0 0 0 0,-1 1-1 0 0,0-1 1 0 0,1 0 0 0 0,-1-1-1 0 0,0 1 1 0 0,0 0 0 0 0,0-1-1 0 0,0 1 1 0 0,-1-1 0 0 0,1 1-1 0 0,-1-1 1 0 0,2-5 0 0 0,-1 5-2439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3.9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59 2044 0 0,'-4'-1'754'0'0,"-13"-1"-110"0"0,13 2-105 0 0,0 1-318 0 0,0 1-1 0 0,-1 0 1 0 0,1 0-1 0 0,0 0 1 0 0,0 0-1 0 0,0 1 1 0 0,0 0-1 0 0,1-1 1 0 0,-1 2-1 0 0,1-1 1 0 0,-6 6-1 0 0,7-6 12 0 0,1-2-193 0 0,0 1 0 0 0,0-1 0 0 0,1 1 0 0 0,-1-1 0 0 0,0 1 0 0 0,0-1 0 0 0,1 1 0 0 0,-1 0 0 0 0,1-1 0 0 0,-1 4 0 0 0,-1-1 168 0 0,2 1-32 0 0,-1-2-135 0 0,1 1-1 0 0,0 0 1 0 0,0-1 0 0 0,1 1-1 0 0,-1-1 1 0 0,1 1 0 0 0,0-1-1 0 0,0 1 1 0 0,0-1 0 0 0,0 1-1 0 0,0-1 1 0 0,1 0-1 0 0,-1 0 1 0 0,4 4 0 0 0,-3-4 54 0 0,3-3-62 0 0,-1-1 13 0 0,0 0 1 0 0,0 0-1 0 0,1-1 1 0 0,-1 1-1 0 0,0-1 1 0 0,0 0 0 0 0,-1 0-1 0 0,1 0 1 0 0,0 0-1 0 0,-1-1 1 0 0,1 1-1 0 0,-1-1 1 0 0,0 0-1 0 0,0 0 1 0 0,4-6 0 0 0,-1 0 252 0 0,0 0 0 0 0,-1-1 0 0 0,0 0 0 0 0,-1 0 0 0 0,0 0 0 0 0,4-18 0 0 0,-8 24-66 0 0,0-1-38 0 0,-1-14-32 0 0,1 14-20 0 0,0 5-109 0 0,0-1-18 0 0,-1-1 1 0 0,1 1-1 0 0,0 0 0 0 0,-1-1 1 0 0,1 1-1 0 0,-1 0 0 0 0,0-1 0 0 0,1 1 1 0 0,-1 0-1 0 0,0 0 0 0 0,0 0 1 0 0,0 0-1 0 0,0 0 0 0 0,0 0 0 0 0,-2-2 1 0 0,2 2-35 0 0,-1 1 1 0 0,1 0 0 0 0,-1-1 0 0 0,0 1-1 0 0,1 0 1 0 0,-1 0 0 0 0,1 0-1 0 0,-1 0 1 0 0,0 0 0 0 0,1 1-1 0 0,-1-1 1 0 0,1 0 0 0 0,-1 1-1 0 0,1-1 1 0 0,-1 1 0 0 0,1-1-1 0 0,-1 1 1 0 0,1 0 0 0 0,-1 0 0 0 0,1 0-1 0 0,0 0 1 0 0,0 0 0 0 0,-1 0-1 0 0,1 0 1 0 0,0 0 0 0 0,0 0-1 0 0,0 0 1 0 0,0 1 0 0 0,-1 1-1 0 0,-2 5-324 0 0,0 0 0 0 0,1 0 0 0 0,0 0 0 0 0,1 0 0 0 0,-1 1 0 0 0,-1 14-1 0 0,3-14-924 0 0,1 1 0 0 0,0-1 0 0 0,2 16 0 0 0,2 1-2882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4.4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57 3056 0 0,'1'-3'1371'0'0,"2"-33"2588"0"0,-3 32-2687 0 0,-3 1-960 0 0,3 3-317 0 0,0-1 20 0 0,-1 0 0 0 0,1 1 0 0 0,-1-1 1 0 0,1 0-1 0 0,-1 1 0 0 0,1-1 0 0 0,-1 1 1 0 0,0-1-1 0 0,1 1 0 0 0,-1-1 0 0 0,0 1 0 0 0,1-1 1 0 0,-1 1-1 0 0,0-1 0 0 0,0 1 0 0 0,1 0 1 0 0,-1-1-1 0 0,0 1 0 0 0,0 0 0 0 0,0 0 0 0 0,1 0 1 0 0,-1 0-1 0 0,0 0 0 0 0,0 0 0 0 0,0 0 1 0 0,0 0-1 0 0,1 0 0 0 0,-1 0 0 0 0,0 0 0 0 0,0 0 1 0 0,0 0-1 0 0,0 1 0 0 0,1-1 0 0 0,-1 0 1 0 0,0 1-1 0 0,0-1 0 0 0,1 1 0 0 0,-1-1 0 0 0,0 1 1 0 0,1-1-1 0 0,-1 1 0 0 0,0-1 0 0 0,1 1 1 0 0,-1-1-1 0 0,0 2 0 0 0,-1 0-16 0 0,-3 5 30 0 0,1 0 0 0 0,-1 0 0 0 0,1 1 0 0 0,1-1 0 0 0,-1 1 0 0 0,1 0 0 0 0,-3 13 0 0 0,4-6-114 0 0,-1-7 57 0 0,2 0-1 0 0,-1 1 0 0 0,1-1 0 0 0,1 0 0 0 0,0 1 1 0 0,0-1-1 0 0,0 1 0 0 0,1-1 0 0 0,0 1 0 0 0,1-1 1 0 0,0 0-1 0 0,3 9 0 0 0,8 3-558 0 0,-9-19 457 0 0,10 3 29 0 0,-10-4 7 0 0,0-2 41 0 0,1-1 110 0 0,0-1 0 0 0,1 1 0 0 0,-1-2 0 0 0,-1 1 0 0 0,1 0 0 0 0,-1-1 0 0 0,0 0 0 0 0,0 0 0 0 0,0 0 0 0 0,0-1 0 0 0,-1 1-1 0 0,0-1 1 0 0,3-7 0 0 0,1-7 381 0 0,0 0 0 0 0,5-34-1 0 0,-9 39-125 0 0,-2 11-59 0 0,3-14 1273 0 0,3 64-1690 0 0,-4-24-1346 0 0,1-1 1 0 0,9 28 0 0 0,-12-46 426 0 0,1 0-288 0 0,6 7-1028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4.8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 3076 0 0,'3'-3'1411'0'0,"22"-19"2195"0"0,-22 21-2101 0 0,2 2-1153 0 0,13 2-66 0 0,-13-2-58 0 0,-4 1-196 0 0,0 0-1 0 0,0-1 1 0 0,0 1-1 0 0,1-1 1 0 0,-1 0 0 0 0,1 1-1 0 0,-1-1 1 0 0,1 0-1 0 0,3 2 1 0 0,-2 0 5 0 0,0 0 1 0 0,0 1-1 0 0,0-1 0 0 0,-1 1 1 0 0,1 0-1 0 0,-1-1 1 0 0,0 1-1 0 0,0 0 1 0 0,0 0-1 0 0,0 0 1 0 0,-1 1-1 0 0,0-1 1 0 0,1 0-1 0 0,-2 1 1 0 0,1-1-1 0 0,0 0 0 0 0,-1 1 1 0 0,0 5-1 0 0,0-4 18 0 0,1 2-14 0 0,-1 0 0 0 0,0 0 0 0 0,-1 0 1 0 0,0 0-1 0 0,0 0 0 0 0,0 0 0 0 0,-1 0 1 0 0,-1 0-1 0 0,1-1 0 0 0,-1 1 0 0 0,0-1 1 0 0,-1 0-1 0 0,-6 10 0 0 0,9-14 57 0 0,0-3-92 0 0,1 0 0 0 0,0 0 0 0 0,-1 0 0 0 0,1 0 0 0 0,0 0 0 0 0,-1 0 0 0 0,1 0-1 0 0,0 1 1 0 0,-1-1 0 0 0,1 0 0 0 0,0 0 0 0 0,0 0 0 0 0,-1 0 0 0 0,1 1 0 0 0,0-1 0 0 0,-1 0 0 0 0,1 0 0 0 0,0 0-1 0 0,0 1 1 0 0,0-1 0 0 0,-1 0 0 0 0,1 1 0 0 0,0-1 0 0 0,0 0 0 0 0,0 0 0 0 0,0 1 0 0 0,0-1 0 0 0,-1 0 0 0 0,1 1 0 0 0,0-1-1 0 0,0 1 1 0 0,0-1 26 0 0,0 1-1 0 0,0 0 1 0 0,-1-1-1 0 0,1 1 0 0 0,0 0 1 0 0,-1-1-1 0 0,1 1 1 0 0,0-1-1 0 0,-1 1 0 0 0,1-1 1 0 0,-1 1-1 0 0,1-1 1 0 0,-1 1-1 0 0,1-1 0 0 0,-1 1 1 0 0,1-1-1 0 0,-1 1 0 0 0,0-1 1 0 0,1 0-1 0 0,-1 1 1 0 0,1-1-1 0 0,-1 0 0 0 0,-1 1 1 0 0,1-1 13 0 0,-1 1 0 0 0,1-1-1 0 0,-1 0 1 0 0,1 1 0 0 0,-1-1 0 0 0,1 0 0 0 0,-1 0-1 0 0,1 0 1 0 0,-1 0 0 0 0,1 0 0 0 0,-1 0 0 0 0,1 0 0 0 0,-1-1-1 0 0,1 1 1 0 0,-1-1 0 0 0,1 1 0 0 0,0-1 0 0 0,-1 1-1 0 0,1-1 1 0 0,0 0 0 0 0,-1 1 0 0 0,1-1 0 0 0,0 0 0 0 0,-2-1-1 0 0,2 0-16 0 0,0 0-1 0 0,-1 0 1 0 0,1 0-1 0 0,0 0 1 0 0,0-1-1 0 0,0 1 1 0 0,0 0-1 0 0,1 0 1 0 0,-1-1 0 0 0,1 1-1 0 0,-1 0 1 0 0,1-1-1 0 0,0-4 1 0 0,0 0-17 0 0,0-1 0 0 0,1 0 1 0 0,0 1-1 0 0,0-1 0 0 0,1 0 1 0 0,0 1-1 0 0,0 0 1 0 0,1 0-1 0 0,4-9 0 0 0,-3 10-6 0 0,0 0-1 0 0,1 1 0 0 0,-1-1 0 0 0,1 1 0 0 0,0 0 0 0 0,0 1 1 0 0,1-1-1 0 0,0 1 0 0 0,-1 0 0 0 0,1 0 0 0 0,1 1 0 0 0,-1 0 1 0 0,0 0-1 0 0,9-3 0 0 0,0 2-27 0 0,-1 0-1 0 0,1 1 1 0 0,0 0-1 0 0,29 0 1 0 0,-36 2-10 0 0,-1 1 1 0 0,1 1 0 0 0,-1 0-1 0 0,1 0 1 0 0,-1 0-1 0 0,1 1 1 0 0,-1 0 0 0 0,0 0-1 0 0,0 1 1 0 0,0 0 0 0 0,0 0-1 0 0,0 0 1 0 0,-1 1-1 0 0,0 0 1 0 0,0 1 0 0 0,0-1-1 0 0,0 1 1 0 0,0 1 0 0 0,-1-1-1 0 0,0 1 1 0 0,0-1-1 0 0,-1 1 1 0 0,0 1 0 0 0,5 8-1 0 0,-3-4-253 0 0,-1 0 0 0 0,0 1-1 0 0,-1 0 1 0 0,-1 0 0 0 0,1 0-1 0 0,-2 0 1 0 0,0 1 0 0 0,0-1-1 0 0,-1 0 1 0 0,-1 1 0 0 0,0 0 0 0 0,-1-1-1 0 0,-2 15 1 0 0,-3-5-818 0 0,0 1 0 0 0,-1-1 0 0 0,-2-1 1 0 0,-20 41-1 0 0,1-11-3248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7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228 74 5084 0 0,'-1'-6'1686'0'0,"-1"-6"-789"0"0,1 6-258 0 0,-1-1 1 0 0,1 1-1 0 0,-1-1 1 0 0,0 1-1 0 0,0 0 1 0 0,-5-9-1 0 0,5 12-319 0 0,0 8-57 0 0,-6 12-132 0 0,1 1 0 0 0,1 0 0 0 0,1 0 0 0 0,-4 24 0 0 0,-9 86 63 0 0,12-79-137 0 0,-1 7-102 0 0,-41 285-934 0 0,29-237 411 0 0,-39 123 0 0 0,56-223 486 0 0,1-1 25 0 0,-6 9-22 0 0,5-9 1 0 0,2-8-115 0 0,0-6 193 0 0,0-1-1 0 0,1 0 1 0 0,0 1-1 0 0,1 0 1 0 0,0-1-1 0 0,1 1 1 0 0,1 0-1 0 0,-1 0 1 0 0,2 0-1 0 0,-1 1 1 0 0,2-1-1 0 0,-1 1 1 0 0,1 1-1 0 0,1-1 1 0 0,12-13-1 0 0,-18 22 3 0 0,-1 0 0 0 0,1 0 1 0 0,0 0-1 0 0,0 0 0 0 0,0 0 0 0 0,0 0 1 0 0,0 0-1 0 0,0 1 0 0 0,1-1 0 0 0,-1 0 1 0 0,0 1-1 0 0,0-1 0 0 0,0 1 0 0 0,3-1 1 0 0,0 0 1 0 0,-1-1 21 0 0,3 2 35 0 0,1 1-62 0 0,-1-1 1 0 0,1 2 0 0 0,-1-1 0 0 0,0 1-1 0 0,1 0 1 0 0,-1 0 0 0 0,0 0-1 0 0,0 1 1 0 0,0 0 0 0 0,-1 0 0 0 0,1 1-1 0 0,-1 0 1 0 0,9 7 0 0 0,103 112-391 0 0,-114-121 234 0 0,0 0 0 0 0,0 1 0 0 0,0-2 0 0 0,0 1 0 0 0,0 0 0 0 0,0-1 0 0 0,1 1 0 0 0,-1-1 0 0 0,1 0 0 0 0,-1 0 0 0 0,1 0 0 0 0,-1-1 0 0 0,1 1 0 0 0,-1-1 0 0 0,1 0 0 0 0,0 0 0 0 0,-1 0 0 0 0,1 0 0 0 0,0-1 0 0 0,-1 1 0 0 0,1-1 0 0 0,-1 0 0 0 0,7-3 0 0 0,-2 1-167 0 0,0-1 1 0 0,-1 0 0 0 0,0 0 0 0 0,0-1 0 0 0,0 0 0 0 0,0 0 0 0 0,-1 0 0 0 0,10-11 0 0 0,-7 5 194 0 0,0-1-1 0 0,0 0 1 0 0,-1 0 0 0 0,-1-1-1 0 0,0 0 1 0 0,9-25 0 0 0,-10 18 714 0 0,0 0 1 0 0,-1 0 0 0 0,-2-1-1 0 0,0 0 1 0 0,-1 0 0 0 0,-2-41-1 0 0,0 61-504 0 0,0-1 0 0 0,0 1 1 0 0,0-1-1 0 0,0 1 0 0 0,0-1 0 0 0,0 1 0 0 0,-1-1 0 0 0,1 1 0 0 0,-1 0 0 0 0,1-1 0 0 0,-1 1 0 0 0,1 0 0 0 0,-1-1 1 0 0,0 1-1 0 0,0 0 0 0 0,0 0 0 0 0,0 0 0 0 0,0 0 0 0 0,-2-2 0 0 0,-8-12 972 0 0,6 16-804 0 0,0 0-181 0 0,-1 1 0 0 0,0 0 0 0 0,0 1-1 0 0,0-1 1 0 0,1 1 0 0 0,0 0 0 0 0,-1 1 0 0 0,1-1 0 0 0,0 1 0 0 0,1 0 0 0 0,-1 0 0 0 0,1 1-1 0 0,0-1 1 0 0,-7 10 0 0 0,2-1-21 0 0,0 0-1 0 0,0 1 0 0 0,2 0 1 0 0,-11 25-1 0 0,16-30-77 0 0,0-1 1 0 0,0 1-1 0 0,1-1 0 0 0,0 1 1 0 0,1 0-1 0 0,0 0 0 0 0,0-1 0 0 0,1 1 1 0 0,0 0-1 0 0,0-1 0 0 0,1 1 1 0 0,0-1-1 0 0,1 1 0 0 0,4 9 1 0 0,-6-15-107 0 0,0-2 133 0 0,-1-1 0 0 0,0 1-1 0 0,0-1 1 0 0,0 1-1 0 0,0-1 1 0 0,1 0 0 0 0,-1 1-1 0 0,0-1 1 0 0,0 0 0 0 0,1 1-1 0 0,-1-1 1 0 0,0 0 0 0 0,1 1-1 0 0,-1-1 1 0 0,0 0 0 0 0,1 0-1 0 0,-1 1 1 0 0,0-1-1 0 0,1 0 1 0 0,-1 0 0 0 0,0 0-1 0 0,1 0 1 0 0,-1 1 0 0 0,1-1-1 0 0,-1 0 1 0 0,1 0 0 0 0,0 0-10 0 0,-1 0 0 0 0,1 0 1 0 0,0 0-1 0 0,-1 1 0 0 0,1-1 1 0 0,-1 0-1 0 0,1 0 0 0 0,-1 1 1 0 0,1-1-1 0 0,-1 0 0 0 0,1 1 1 0 0,-1-1-1 0 0,0 0 0 0 0,1 1 1 0 0,-1-1-1 0 0,1 1 0 0 0,-1-1 1 0 0,0 1-1 0 0,1-1 0 0 0,-1 1 1 0 0,5-1-136 0 0,0-1 135 0 0,0 0 1 0 0,0-1 0 0 0,0 1 0 0 0,0-1 0 0 0,0 0 0 0 0,-1-1 0 0 0,1 1-1 0 0,-1-1 1 0 0,0 0 0 0 0,1 0 0 0 0,-1 0 0 0 0,-1 0 0 0 0,8-8 0 0 0,-2-2 161 0 0,0 0 0 0 0,0-1 0 0 0,-2 0 0 0 0,11-25 0 0 0,1-2 1252 0 0,-6 61-1073 0 0,14 66-1001 0 0,-27-83 444 0 0,1-2 218 0 0,-1-1-1 0 0,0 0 0 0 0,0 1 0 0 0,0-1 0 0 0,0 1 1 0 0,0-1-1 0 0,0 1 0 0 0,1-1 0 0 0,-1 1 0 0 0,0-1 1 0 0,0 1-1 0 0,1-1 0 0 0,-1 0 0 0 0,0 1 0 0 0,0-1 1 0 0,1 0-1 0 0,-1 1 0 0 0,0-1 0 0 0,1 0 1 0 0,-1 1-1 0 0,1-1 0 0 0,-1 0 0 0 0,1 1 0 0 0,0-1-44 0 0,-1 0-1 0 0,0 0 1 0 0,1 1-1 0 0,-1-1 0 0 0,1 0 1 0 0,-1 0-1 0 0,0 1 1 0 0,1-1-1 0 0,-1 0 1 0 0,0 1-1 0 0,0-1 0 0 0,1 1 1 0 0,-1-1-1 0 0,0 0 1 0 0,0 1-1 0 0,1-1 1 0 0,-1 1-1 0 0,0-1 0 0 0,0 0 1 0 0,0 1-1 0 0,0-1 1 0 0,0 1-1 0 0,1 0 1 0 0,22 2-1605 0 0,-20-6 1263 0 0,5-4 283 0 0,-1-1 0 0 0,-1 1 0 0 0,1-1 0 0 0,-2-1 0 0 0,1 1 1 0 0,-1-1-1 0 0,0 0 0 0 0,0 0 0 0 0,3-14 0 0 0,3-9 1086 0 0,8-47 1 0 0,-19 79-970 0 0,1-3 341 0 0,0-1 118 0 0,-1 3-377 0 0,0 0-1 0 0,0 1 1 0 0,0-1-1 0 0,0 0 1 0 0,1 1-1 0 0,-1-1 1 0 0,0 0-1 0 0,0 0 1 0 0,1 1-1 0 0,-1-1 1 0 0,0 1-1 0 0,1-1 1 0 0,-1 0-1 0 0,0 1 0 0 0,1-1 1 0 0,-1 1-1 0 0,1-1 1 0 0,-1 0-1 0 0,1 1 1 0 0,0-1-1 0 0,9 12 16 0 0,-8-8-20 0 0,-1 2-3 0 0,5 21-221 0 0,0-1 0 0 0,2 1 1 0 0,18 38-1 0 0,-25-62-34 0 0,4 5-95 0 0,-6-6 249 0 0,1-1 1 0 0,0 1-1 0 0,0-1 1 0 0,1 0 0 0 0,-1 1-1 0 0,0-1 1 0 0,0 1-1 0 0,0-1 1 0 0,0 0-1 0 0,0 1 1 0 0,0-1 0 0 0,0 0-1 0 0,1 1 1 0 0,-1-1-1 0 0,0 0 1 0 0,0 1-1 0 0,1-1 1 0 0,-1 0 0 0 0,0 1-1 0 0,0-1 1 0 0,1 0-1 0 0,-1 1 1 0 0,0-1-1 0 0,1 0 1 0 0,-1 0-1 0 0,0 0 1 0 0,1 1 0 0 0,-1-1-1 0 0,0 0 1 0 0,1 0-1 0 0,-1 0 1 0 0,1 0-1 0 0,-1 0 1 0 0,0 0 0 0 0,1 1-1 0 0,-1-1 1 0 0,1 0-1 0 0,-1 0 1 0 0,17-2-83 0 0,-13 1 33 0 0,2-8 7 0 0,5-5 156 0 0,26-86 1241 0 0,-18 44-220 0 0,-18 53-796 0 0,3-3-64 0 0,-4 6-222 0 0,0-1 0 0 0,0 0 0 0 0,0 1 0 0 0,1-1 0 0 0,-1 1 0 0 0,0-1 0 0 0,0 1 0 0 0,0 0 0 0 0,1-1 0 0 0,-1 1 0 0 0,0-1 0 0 0,1 1 0 0 0,-1-1 0 0 0,0 1 0 0 0,1 0 0 0 0,-1-1 0 0 0,1 1 0 0 0,-1 0 0 0 0,1-1 0 0 0,-1 1 0 0 0,0 0 0 0 0,1 0 0 0 0,0-1 0 0 0,2 5-10 0 0,-1 0-1 0 0,1-1 1 0 0,-1 1-1 0 0,0 0 1 0 0,-1 0-1 0 0,1 1 0 0 0,-1-1 1 0 0,0 0-1 0 0,0 0 1 0 0,1 7-1 0 0,-1-3-268 0 0,1-1-1 0 0,0 1 1 0 0,0 0 0 0 0,1-1-1 0 0,7 14 1 0 0,-7-16-178 0 0,0-1 0 0 0,0 0 0 0 0,1 0 0 0 0,0 0 0 0 0,0 0 1 0 0,0-1-1 0 0,0 0 0 0 0,8 5 0 0 0,-9-6-844 0 0,3-2-948 0 0,20 0-1551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7.7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255 53 3552 0 0,'1'-5'571'0'0,"0"0"0"0"0,-1 0 0 0 0,0 0 0 0 0,0-1 0 0 0,0 1 0 0 0,-2-7 0 0 0,1 7 643 0 0,-3 4-713 0 0,4 1-484 0 0,-1-1 23 0 0,0 1 0 0 0,0-1 1 0 0,-1 1-1 0 0,1-1 0 0 0,0 1 0 0 0,0 0 1 0 0,0 0-1 0 0,0-1 0 0 0,0 1 0 0 0,-1 0 1 0 0,1 0-1 0 0,0 0 0 0 0,0 0 1 0 0,0 0-1 0 0,-1 1 0 0 0,1-1 0 0 0,0 0 1 0 0,0 0-1 0 0,0 1 0 0 0,0-1 0 0 0,0 1 1 0 0,0-1-1 0 0,0 1 0 0 0,0-1 0 0 0,0 1 1 0 0,0 0-1 0 0,0-1 0 0 0,0 1 0 0 0,0 0 1 0 0,0 0-1 0 0,0 0 0 0 0,1 0 1 0 0,-1 0-1 0 0,0 0 0 0 0,0 1 0 0 0,-10 10-115 0 0,0 0 0 0 0,1 1 0 0 0,1 0 0 0 0,0 1 0 0 0,1 0 0 0 0,0 0 0 0 0,1 1 0 0 0,1 0 0 0 0,0 0 0 0 0,1 1 0 0 0,1-1 0 0 0,0 1 0 0 0,1 0 0 0 0,1 0 0 0 0,0 19 0 0 0,2-30-329 0 0,4 2-160 0 0,-4-7 530 0 0,0 0-1 0 0,0 1 1 0 0,0-1 0 0 0,0 1-1 0 0,0-1 1 0 0,1 0 0 0 0,-1 1-1 0 0,0-1 1 0 0,0 1 0 0 0,0-1-1 0 0,0 0 1 0 0,0 1 0 0 0,1-1-1 0 0,-1 0 1 0 0,0 1 0 0 0,0-1-1 0 0,1 0 1 0 0,-1 1 0 0 0,0-1-1 0 0,0 0 1 0 0,1 1 0 0 0,-1-1-1 0 0,0 0 1 0 0,1 0 0 0 0,-1 1-1 0 0,1-1 1 0 0,-1 0 0 0 0,0 0-1 0 0,1 0 1 0 0,-1 0 0 0 0,0 0-1 0 0,1 1 1 0 0,-1-1 0 0 0,1 0-1 0 0,-1 0 1 0 0,0 0 0 0 0,1 0-1 0 0,5-1 86 0 0,-1 0 0 0 0,0 0 1 0 0,0 0-1 0 0,0 0 0 0 0,0-1 0 0 0,0 0 0 0 0,0 0 0 0 0,0 0 0 0 0,-1 0 0 0 0,1-1 0 0 0,-1 0 0 0 0,5-4 0 0 0,43-26 1369 0 0,-49 31-872 0 0,1 2-365 0 0,-2 1-170 0 0,1-1 1 0 0,-1 1-1 0 0,0-1 0 0 0,0 1 0 0 0,0 0 0 0 0,1-1 1 0 0,-1 1-1 0 0,0 0 0 0 0,0 1 0 0 0,0-1 0 0 0,0 0 1 0 0,-1 0-1 0 0,1 1 0 0 0,0-1 0 0 0,0 1 0 0 0,-1 0 1 0 0,1-1-1 0 0,-1 1 0 0 0,0 0 0 0 0,1 0 0 0 0,-1 0 1 0 0,0 0-1 0 0,0 0 0 0 0,1 4 0 0 0,18 43 186 0 0,-1 0-1 0 0,-4 1 1 0 0,-1 1-1 0 0,-2 0 1 0 0,-3 0-1 0 0,-2 1 1 0 0,0 82-1 0 0,-7-111-349 0 0,-2 0 0 0 0,-1 0 0 0 0,-5 26 0 0 0,5-39 120 0 0,0 0 0 0 0,0 0 0 0 0,-1-1 0 0 0,0 1 1 0 0,-1-1-1 0 0,0 0 0 0 0,0 0 0 0 0,-1-1 0 0 0,-7 9 1 0 0,10-14 72 0 0,-1-1 0 0 0,1 1 0 0 0,0-1 1 0 0,-1 0-1 0 0,0 0 0 0 0,1 0 0 0 0,-1 0 0 0 0,0-1 1 0 0,0 0-1 0 0,0 1 0 0 0,0-2 0 0 0,0 1 1 0 0,-7 0-1 0 0,8 0-23 0 0,-5 0 50 0 0,0-1-1 0 0,0 1 0 0 0,0-2 1 0 0,0 1-1 0 0,0-1 0 0 0,0 0 0 0 0,1-1 1 0 0,-1 1-1 0 0,0-2 0 0 0,1 1 1 0 0,-10-5-1 0 0,2 0 21 0 0,0-1 0 0 0,1 0 0 0 0,0-1 0 0 0,-14-11 0 0 0,21 15-99 0 0,0-1 0 0 0,1 0 0 0 0,0-1 0 0 0,0 0 0 0 0,0 0 0 0 0,1 0 0 0 0,0 0 0 0 0,0-1 0 0 0,1 0 0 0 0,0 0 0 0 0,0 0 0 0 0,1 0 0 0 0,-5-18 0 0 0,6 15-152 0 0,1-1 0 0 0,0 0 0 0 0,0 0 0 0 0,1 0 0 0 0,1 0 0 0 0,0 1 0 0 0,1-1 0 0 0,0 0 0 0 0,5-16 0 0 0,5-3-884 0 0,0 0-1 0 0,3 0 0 0 0,0 2 1 0 0,2-1-1 0 0,1 2 1 0 0,32-39-1 0 0,-15 25-2780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8.3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 3408 0 0,'4'-5'6377'0'0,"-2"16"-4450"0"0,1 33-1362 0 0,2 17-421 0 0,6-8-151 0 0,15 11-1005 0 0,-24-61 836 0 0,18 8-478 0 0,-1-14 372 0 0,-14 2 273 0 0,0-1 0 0 0,-1-1 0 0 0,1 1 0 0 0,-1-1 1 0 0,0 0-1 0 0,0 0 0 0 0,0 0 0 0 0,0 0 0 0 0,0-1 1 0 0,-1 1-1 0 0,1-1 0 0 0,-1 0 0 0 0,0 0 1 0 0,0 0-1 0 0,3-8 0 0 0,8-14 456 0 0,-1 1 0 0 0,10-32 0 0 0,-22 53-200 0 0,1-1-3 0 0,-1 0-211 0 0,9-23 694 0 0,-10 28-721 0 0,0 0 0 0 0,0 0 0 0 0,0 0 0 0 0,0-1 0 0 0,0 1 0 0 0,0 0 0 0 0,1 0 0 0 0,-1 0 0 0 0,0 0 0 0 0,0 0 0 0 0,0 0 0 0 0,0-1 0 0 0,0 1 0 0 0,0 0 0 0 0,0 0 0 0 0,1 0 0 0 0,-1 0 0 0 0,0 0 0 0 0,0 0 0 0 0,0 0 0 0 0,0 0 0 0 0,0 0 0 0 0,1 0 0 0 0,-1-1 0 0 0,0 1 0 0 0,0 0 0 0 0,0 0 0 0 0,0 0 0 0 0,1 0 0 0 0,-1 0 0 0 0,0 0 0 0 0,0 0 0 0 0,0 0 0 0 0,0 0 0 0 0,0 0 0 0 0,1 0 0 0 0,-1 1 0 0 0,0-1 0 0 0,0 0 0 0 0,0 0 0 0 0,0 0 0 0 0,1 0 0 0 0,-1 0 0 0 0,0 0 0 0 0,0 0 0 0 0,0 0 0 0 0,0 0 0 0 0,0 1 0 0 0,7 18-72 0 0,-3 3-351 0 0,1 0 0 0 0,7 21 0 0 0,-9-37 108 0 0,-1 0-1 0 0,1 0 1 0 0,0 0-1 0 0,0-1 1 0 0,0 1-1 0 0,1-1 0 0 0,0 1 1 0 0,0-1-1 0 0,1 0 1 0 0,-1-1-1 0 0,10 8 0 0 0,-11-10-662 0 0,21 2-2387 0 0,-19-4-273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39.5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85 238 2900 0 0,'2'-5'1467'0'0,"16"-38"1721"0"0,-17 39-2351 0 0,0 0-125 0 0,0 2-526 0 0,-1 0 0 0 0,0-1 1 0 0,0 1-1 0 0,0 0 1 0 0,0-1-1 0 0,0 1 1 0 0,-1 0-1 0 0,1 0 1 0 0,-1-1-1 0 0,0-2 1 0 0,-2-5 222 0 0,-1 12-317 0 0,-2-1-81 0 0,1 2 1 0 0,0-1 0 0 0,1 1-1 0 0,-1-1 1 0 0,0 1-1 0 0,1 1 1 0 0,-1-1 0 0 0,1 1-1 0 0,0-1 1 0 0,0 1-1 0 0,-3 5 1 0 0,1 0 33 0 0,0 0 0 0 0,1 1-1 0 0,1-1 1 0 0,0 1 0 0 0,0 0 0 0 0,0 0-1 0 0,-2 17 1 0 0,5-22-26 0 0,2 1-14 0 0,0 1-66 0 0,0 0 0 0 0,0 1 0 0 0,1-1 0 0 0,1 0 1 0 0,-1 0-1 0 0,1 0 0 0 0,4 8 0 0 0,-5-13-52 0 0,2 0 48 0 0,12 7-6 0 0,-12-7-1 0 0,1-2-3 0 0,1-1 63 0 0,0 0-1 0 0,0 0 1 0 0,0 0 0 0 0,0 0-1 0 0,-1-1 1 0 0,1 0-1 0 0,0-1 1 0 0,-1 1-1 0 0,1-1 1 0 0,-1 0 0 0 0,0 0-1 0 0,9-7 1 0 0,-4 1 193 0 0,1 0 1 0 0,-2-1 0 0 0,1 0 0 0 0,-1 0-1 0 0,10-17 1 0 0,-15 22-318 0 0,9-18 1602 0 0,-14 16-665 0 0,-12 8-775 0 0,9 0-41 0 0,-11 42-258 0 0,14-39 17 0 0,1 1-31 0 0,0-1 207 0 0,-1-1-46 0 0,1 0 0 0 0,0 0 0 0 0,0 1 0 0 0,0-1 0 0 0,0 0 0 0 0,0 0 0 0 0,1 0 0 0 0,0 1 0 0 0,-1-1 0 0 0,1 0 1 0 0,0 0-1 0 0,1 0 0 0 0,-1 0 0 0 0,0 0 0 0 0,1-1 0 0 0,0 1 0 0 0,-1 0 0 0 0,1-1 0 0 0,0 1 0 0 0,1-1 0 0 0,-1 1 0 0 0,0-1 0 0 0,1 0 0 0 0,3 3 0 0 0,-1-3-124 0 0,1-1-1 0 0,-1 0 1 0 0,0 0-1 0 0,0 0 1 0 0,1 0-1 0 0,-1-1 1 0 0,0 0-1 0 0,1 0 1 0 0,-1 0-1 0 0,0-1 1 0 0,0 0-1 0 0,1 0 1 0 0,-1 0-1 0 0,0-1 1 0 0,0 0-1 0 0,7-3 1 0 0,6-3 26 0 0,-1-1 1 0 0,1 0 0 0 0,23-19 0 0 0,-22 13 782 0 0,0-2 0 0 0,-1 0-1 0 0,-1-1 1 0 0,0-1 0 0 0,-1-1 0 0 0,-2 0 0 0 0,0-1-1 0 0,-1 0 1 0 0,-1-1 0 0 0,14-36 0 0 0,-24 55 832 0 0,-6 2-1161 0 0,2 0-204 0 0,0 1 0 0 0,0 0 1 0 0,0 0-1 0 0,0-1 0 0 0,-1 2 0 0 0,1-1 0 0 0,0 0 0 0 0,0 0 0 0 0,0 1 0 0 0,0-1 0 0 0,0 1 1 0 0,0-1-1 0 0,0 1 0 0 0,0 0 0 0 0,0 0 0 0 0,0 0 0 0 0,-1 1 0 0 0,-4 2 20 0 0,1 1-1 0 0,0 0 0 0 0,0 0 1 0 0,-9 9-1 0 0,0 3-144 0 0,1 1 0 0 0,-18 30 0 0 0,27-38-204 0 0,0-1 0 0 0,0 1 0 0 0,1 0 0 0 0,1 0 0 0 0,-4 15 0 0 0,6-21 228 0 0,1 1-1 0 0,0 0 1 0 0,0 0-1 0 0,0-1 1 0 0,0 1 0 0 0,1 0-1 0 0,0-1 1 0 0,0 1-1 0 0,0 0 1 0 0,1-1 0 0 0,-1 1-1 0 0,1-1 1 0 0,0 0-1 0 0,0 0 1 0 0,1 1 0 0 0,-1-1-1 0 0,1-1 1 0 0,0 1-1 0 0,4 4 1 0 0,18 17 366 0 0,2 0-1 0 0,47 33 1 0 0,-5-4 640 0 0,3 11 72 0 0,-65-57-910 0 0,0-1-1 0 0,-1 1 1 0 0,0 0-1 0 0,0 1 1 0 0,-1 0-1 0 0,0 0 1 0 0,3 9-1 0 0,-7-15-101 0 0,-1-1-1 0 0,1 1 1 0 0,-1-1-1 0 0,0 1 0 0 0,0-1 1 0 0,0 1-1 0 0,0 0 1 0 0,0-1-1 0 0,-1 1 1 0 0,1-1-1 0 0,-1 1 1 0 0,1-1-1 0 0,-1 1 0 0 0,0-1 1 0 0,0 0-1 0 0,0 1 1 0 0,-1-1-1 0 0,1 0 1 0 0,-2 3-1 0 0,-1 1-37 0 0,-1-1 0 0 0,1 1 0 0 0,-1-1 0 0 0,0 0 0 0 0,-8 6 1 0 0,-6 1 14 0 0,0-1 1 0 0,0-2 0 0 0,-1 0-1 0 0,0 0 1 0 0,0-2 0 0 0,-1-1 0 0 0,0 0-1 0 0,0-2 1 0 0,-38 4 0 0 0,49-8-45 0 0,-1 0 0 0 0,0 0 0 0 0,0-1 0 0 0,-21-4 0 0 0,26 4 69 0 0,3 1-26 0 0,1-1 0 0 0,0 1 0 0 0,-1-1-1 0 0,1 1 1 0 0,0-1 0 0 0,-1 0 0 0 0,1 0 0 0 0,0 0 0 0 0,0-1-1 0 0,0 1 1 0 0,0 0 0 0 0,0-1 0 0 0,0 1 0 0 0,0-1 0 0 0,0 0-1 0 0,1 1 1 0 0,-1-1 0 0 0,1 0 0 0 0,-3-3 0 0 0,3 3 1 0 0,0 0-18 0 0,0-1 0 0 0,0 1-1 0 0,1-1 1 0 0,-1 0-1 0 0,0 1 1 0 0,1-1 0 0 0,0 1-1 0 0,0-1 1 0 0,0 0-1 0 0,0 1 1 0 0,0-1 0 0 0,0 1-1 0 0,1-1 1 0 0,-1 0-1 0 0,1 1 1 0 0,2-5 0 0 0,-2 2-73 0 0,5-14-223 0 0,0 1 0 0 0,2-1 0 0 0,0 1 0 0 0,1 1 0 0 0,13-21 0 0 0,64-80-1003 0 0,-67 93 1210 0 0,176-201 1015 0 0,-192 223 1499 0 0,-5 6-2263 0 0,0 0-101 0 0,0 0 0 0 0,1 0 0 0 0,0 1 1 0 0,-1-1-1 0 0,1 1 0 0 0,0-1 1 0 0,1 1-1 0 0,-1-1 0 0 0,0 1 0 0 0,1-1 1 0 0,0 1-1 0 0,0-1 0 0 0,1 7 1 0 0,0-6 2 0 0,17-1 94 0 0,-16-2-88 0 0,0 0 1 0 0,1-1 0 0 0,-1 0 0 0 0,0 1 0 0 0,1-1-1 0 0,-1 0 1 0 0,0 0 0 0 0,1 0 0 0 0,-1 0 0 0 0,0-1 0 0 0,1 1-1 0 0,-1-1 1 0 0,4 0 0 0 0,5-4 119 0 0,1 0 0 0 0,0 0 0 0 0,-1-1-1 0 0,0-1 1 0 0,0 0 0 0 0,-1 0 0 0 0,0-1 0 0 0,0 0 0 0 0,-1-1 0 0 0,0 0-1 0 0,0 0 1 0 0,8-13 0 0 0,-9 11-104 0 0,-1 1-1 0 0,-1-1 0 0 0,0 0 1 0 0,0 0-1 0 0,-1 0 1 0 0,-1-1-1 0 0,5-18 1 0 0,-6 5-320 0 0,-3 21 159 0 0,-1 0 25 0 0,0 0 74 0 0,0 1-1 0 0,0 0 1 0 0,-1 0 0 0 0,1 0 0 0 0,-1 0-1 0 0,0 1 1 0 0,0-1 0 0 0,0 0 0 0 0,0 1-1 0 0,-4-5 1 0 0,3 5-53 0 0,-3 2-13 0 0,1 2 76 0 0,-1-1 0 0 0,1 0-1 0 0,-1 1 1 0 0,1 0 0 0 0,0 1 0 0 0,0-1 0 0 0,0 1 0 0 0,0 0 0 0 0,0 0 0 0 0,0 0-1 0 0,1 1 1 0 0,0 0 0 0 0,0 0 0 0 0,0 0 0 0 0,-7 8 0 0 0,5-1-15 0 0,-1-1 0 0 0,1 1 1 0 0,1 0-1 0 0,0 0 0 0 0,1 0 0 0 0,0 1 1 0 0,1 0-1 0 0,0-1 0 0 0,1 1 1 0 0,0 0-1 0 0,1 1 0 0 0,0-1 0 0 0,1 0 1 0 0,2 22-1 0 0,7 15 23 0 0,-5-40-2 0 0,0-2-10 0 0,-4-5 8 0 0,1-1 1 0 0,-1 1-1 0 0,1-1 1 0 0,0 1-1 0 0,-1-1 0 0 0,1 1 1 0 0,0-1-1 0 0,0 1 1 0 0,0-1-1 0 0,0 0 1 0 0,0 0-1 0 0,0 1 0 0 0,0-1 1 0 0,0 0-1 0 0,2 1 1 0 0,1 1-19 0 0,-3-1 18 0 0,0-1 0 0 0,0 0 0 0 0,0 0 0 0 0,0 0 0 0 0,0 0 0 0 0,0 0 0 0 0,1 0 0 0 0,-1 0-1 0 0,0 0 1 0 0,0 0 0 0 0,1-1 0 0 0,-1 1 0 0 0,1 0 0 0 0,-1-1 0 0 0,1 1 0 0 0,1 0 0 0 0,2 0-39 0 0,-4 0 27 0 0,0-1 0 0 0,1 1 0 0 0,-1 0 0 0 0,1-1 0 0 0,-1 1 0 0 0,1-1 0 0 0,-1 0 0 0 0,1 0 0 0 0,-1 1 0 0 0,1-1 0 0 0,-1 0 0 0 0,1 0 1 0 0,-1 0-1 0 0,1 0 0 0 0,0-1 0 0 0,-1 1 0 0 0,3-1 0 0 0,2 0-77 0 0,7-2-379 0 0,1 0 1 0 0,-1 0-1 0 0,0-1 1 0 0,-1-1-1 0 0,1 0 1 0 0,-1-1 0 0 0,0 0-1 0 0,0-1 1 0 0,-1 0-1 0 0,15-12 1 0 0,-9 7-827 0 0,14-8-2528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0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45 196 3748 0 0,'-3'1'1922'0'0,"-35"11"2336"0"0,34-10-2545 0 0,10-4-1575 0 0,282-89-196 0 0,-99 12-3509 0 0,-140 52-326 0 0,-28 16-328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0.5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 2 3204 0 0,'-4'2'248'0'0,"0"0"-1"0"0,1 0 1 0 0,-1 0 0 0 0,1 0-1 0 0,-1 1 1 0 0,1-1-1 0 0,0 1 1 0 0,0 0-1 0 0,0 0 1 0 0,0 0-1 0 0,0 1 1 0 0,1-1-1 0 0,-1 1 1 0 0,1-1 0 0 0,0 1-1 0 0,-3 8 1 0 0,4-9-262 0 0,1-3-245 0 0,1 0 248 0 0,-1 0 1 0 0,0 0 0 0 0,0 0-1 0 0,1 0 1 0 0,-1 1-1 0 0,0-1 1 0 0,0 0-1 0 0,0 0 1 0 0,1 0 0 0 0,-1 0-1 0 0,0 0 1 0 0,0 1-1 0 0,0-1 1 0 0,1 0-1 0 0,-1 0 1 0 0,0 1 0 0 0,0-1-1 0 0,0 0 1 0 0,0 0-1 0 0,0 0 1 0 0,1 1-1 0 0,-1-1 1 0 0,0 0 0 0 0,0 0-1 0 0,0 1 1 0 0,0-1-1 0 0,0 0 1 0 0,0 0-1 0 0,0 1 1 0 0,0-1 0 0 0,0 0-1 0 0,0 1 1 0 0,0 0-38 0 0,0-1 0 0 0,0 1 1 0 0,0-1-1 0 0,0 1 0 0 0,0-1 0 0 0,0 1 1 0 0,0-1-1 0 0,0 1 0 0 0,1-1 1 0 0,-1 1-1 0 0,0-1 0 0 0,0 0 0 0 0,1 1 1 0 0,-1-1-1 0 0,0 1 0 0 0,0-1 1 0 0,1 1-1 0 0,-1-1 0 0 0,1 0 0 0 0,-1 1 1 0 0,0-1-1 0 0,1 0 0 0 0,-1 1 1 0 0,1-1-1 0 0,-1 0 0 0 0,1 0 0 0 0,-1 0 1 0 0,0 1-1 0 0,1-1 0 0 0,-1 0 1 0 0,1 0-1 0 0,-1 0 0 0 0,1 0 1 0 0,0 0-1 0 0,7 0-53 0 0,0 0 0 0 0,0-1-1 0 0,0 0 1 0 0,0 0 0 0 0,0-1 0 0 0,0 0 0 0 0,0 0 0 0 0,8-4 0 0 0,-6 1 555 0 0,0 0 1 0 0,-1-1-1 0 0,0 1 1 0 0,0-2-1 0 0,0 1 1 0 0,10-11-1 0 0,-17 15 656 0 0,4-10 524 0 0,-15 21-1548 0 0,1 0-1 0 0,-1 1 1 0 0,2 0-1 0 0,-1 0 1 0 0,1 1 0 0 0,1 0-1 0 0,0 0 1 0 0,-7 20-1 0 0,5-10-348 0 0,1 0 0 0 0,1 1 0 0 0,1 0 0 0 0,-2 23 0 0 0,7-38-291 0 0,0-1 0 0 0,0 1 1 0 0,1-1-1 0 0,0 1 1 0 0,0-1-1 0 0,1 0 0 0 0,-1 1 1 0 0,1-1-1 0 0,5 10 1 0 0,4 5-3467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1.4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50 4908 0 0,'-3'-4'1833'0'0,"-28"-32"2172"0"0,29 34-3114 0 0,1 2-855 0 0,1 0 0 0 0,0 0 1 0 0,-1 0-1 0 0,1 0 0 0 0,0 0 0 0 0,-1 0 0 0 0,1 0 0 0 0,0 1 1 0 0,-1-1-1 0 0,1 0 0 0 0,0 0 0 0 0,-1 0 0 0 0,1 0 0 0 0,0 0 1 0 0,-1-1-1 0 0,1 1 0 0 0,0 0 0 0 0,-1 0 0 0 0,1 0 0 0 0,0 0 1 0 0,-1 0-1 0 0,1 0 0 0 0,0 0 0 0 0,0-1 0 0 0,-1 1 0 0 0,1 0 1 0 0,0 0-1 0 0,0 0 0 0 0,-1-1 0 0 0,1 1 0 0 0,0 0 0 0 0,-1-1 1 0 0,1 1-8 0 0,0-1 1 0 0,-1 1 0 0 0,1 0 0 0 0,-1-1 0 0 0,1 1-1 0 0,-1 0 1 0 0,1-1 0 0 0,-1 1 0 0 0,1 0 0 0 0,-1 0 0 0 0,1-1-1 0 0,-1 1 1 0 0,1 0 0 0 0,-1 0 0 0 0,0 0 0 0 0,1 0-1 0 0,-1 0 1 0 0,1 0 0 0 0,-1 0 0 0 0,1 0 0 0 0,-1 0-1 0 0,0 0 1 0 0,1 0 0 0 0,-1 0 0 0 0,1 0 0 0 0,-1 0 0 0 0,1 1-1 0 0,-1-1 1 0 0,1 0 0 0 0,-1 0 0 0 0,0 1 0 0 0,-2 2 64 0 0,0 0 1 0 0,0 0-1 0 0,0 0 0 0 0,0 0 1 0 0,1 1-1 0 0,-1-1 1 0 0,1 1-1 0 0,0 0 1 0 0,0 0-1 0 0,0-1 1 0 0,1 1-1 0 0,-2 5 1 0 0,1 1 18 0 0,-1 1 0 0 0,2-1 0 0 0,-1 1 0 0 0,1 15 0 0 0,3 10 20 0 0,10 66 1 0 0,-11-98-125 0 0,51 244-2354 0 0,-18-96-1351 0 0,-30-130 2441 0 0,4 15-3755 0 0,-3-19 1502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2.0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472 476 3240 0 0,'-13'-34'1038'0'0,"1"-1"-1"0"0,3 0 0 0 0,0 0 0 0 0,-4-50 1 0 0,12 71-846 0 0,1 0 1 0 0,0 1-1 0 0,1-1 1 0 0,1 0-1 0 0,0 0 1 0 0,5-16-1 0 0,-5 21-90 0 0,1 1-1 0 0,1 0 1 0 0,0 0-1 0 0,0 0 1 0 0,0 0-1 0 0,1 0 1 0 0,0 1-1 0 0,0 0 1 0 0,1 0-1 0 0,11-10 1 0 0,-11 12-20 0 0,0 1 0 0 0,0-1 0 0 0,0 1 1 0 0,0 1-1 0 0,1-1 0 0 0,-1 1 0 0 0,1 0 0 0 0,0 0 0 0 0,0 1 0 0 0,0 0 0 0 0,1 1 1 0 0,11-2-1 0 0,-7 2 21 0 0,1 1 1 0 0,0 0 0 0 0,0 1-1 0 0,0 0 1 0 0,-1 1 0 0 0,21 6-1 0 0,-26-6-86 0 0,-1 0-1 0 0,1 0 0 0 0,0 1 0 0 0,-1-1 0 0 0,1 2 0 0 0,-1-1 0 0 0,0 1 0 0 0,0 0 0 0 0,-1 0 0 0 0,1 0 0 0 0,-1 1 0 0 0,0 0 0 0 0,0 0 0 0 0,0 1 0 0 0,7 11 0 0 0,-7-9 1 0 0,-1 0 0 0 0,-1 1 0 0 0,0-1-1 0 0,0 1 1 0 0,-1 0 0 0 0,0 0 0 0 0,0 0 0 0 0,-1 0 0 0 0,0 0-1 0 0,-1 18 1 0 0,-2 0 12 0 0,-2 0-1 0 0,-1-1 1 0 0,-1 1-1 0 0,-1-1 1 0 0,-1-1-1 0 0,-2 1 1 0 0,-13 26 0 0 0,1-13 18 0 0,21-37 3 0 0,2 2-114 0 0,5 12 94 0 0,-5-16-25 0 0,0 1-1 0 0,-1 0 1 0 0,1-1 0 0 0,0 1 0 0 0,0-1-1 0 0,-1 1 1 0 0,1-1 0 0 0,0 1 0 0 0,0-1-1 0 0,0 0 1 0 0,0 1 0 0 0,0-1 0 0 0,0 0-1 0 0,-1 0 1 0 0,1 0 0 0 0,0 0 0 0 0,0 0-1 0 0,0 0 1 0 0,0 0 0 0 0,0 0 0 0 0,0 0-1 0 0,1 0 1 0 0,19 2 35 0 0,17 2 70 0 0,77 19-1 0 0,-106-21-115 0 0,0 1-1 0 0,0 0 1 0 0,-1 1 0 0 0,1 0-1 0 0,-1 0 1 0 0,0 1-1 0 0,0 0 1 0 0,0 0-1 0 0,0 1 1 0 0,-1 0-1 0 0,0 0 1 0 0,-1 1-1 0 0,9 9 1 0 0,-14-14-4 0 0,0-1 0 0 0,0 1-1 0 0,0-1 1 0 0,0 1 0 0 0,-1-1 0 0 0,1 1 0 0 0,0-1 0 0 0,-1 1 0 0 0,1 0-1 0 0,-1-1 1 0 0,0 1 0 0 0,0 0 0 0 0,1 0 0 0 0,-1 1 0 0 0,0 2 4 0 0,0 8 25 0 0,-2-3-12 0 0,0 0 0 0 0,-1-1 0 0 0,-1 1 0 0 0,0-1 0 0 0,0 0 1 0 0,0 0-1 0 0,-2 0 0 0 0,1 0 0 0 0,-12 13 0 0 0,5-8 16 0 0,-1 0 0 0 0,-1-1 1 0 0,-1-1-1 0 0,-26 19 0 0 0,1-7 155 0 0,-1-2 1 0 0,-1-1-1 0 0,-66 22 1 0 0,67-29-70 0 0,0-2 0 0 0,0-2 0 0 0,-1-1 0 0 0,-57 3 0 0 0,77-11-93 0 0,-1 0 0 0 0,0-1 0 0 0,0-2 0 0 0,1 0 1 0 0,-1-1-1 0 0,1-2 0 0 0,-1 0 0 0 0,1-1 0 0 0,-35-16 0 0 0,46 16-105 0 0,0 0 0 0 0,0-1 0 0 0,1 0 0 0 0,0 0 0 0 0,0-1 0 0 0,1-1 0 0 0,0 0 0 0 0,1 0 0 0 0,0-1 0 0 0,0 0 0 0 0,1 0 0 0 0,0-1 0 0 0,1 1 0 0 0,0-2 0 0 0,1 1 0 0 0,0-1 0 0 0,1 1 0 0 0,0-1 0 0 0,1 0 0 0 0,0-1 0 0 0,1 1 0 0 0,0 0 0 0 0,1-1 0 0 0,1 1 0 0 0,0-1 0 0 0,0 0 0 0 0,1 1 0 0 0,1 0 0 0 0,0-1 0 0 0,1 1 0 0 0,0 0 0 0 0,1 0 0 0 0,0 0 0 0 0,1 0 0 0 0,7-12 0 0 0,0 6-212 0 0,1 0 0 0 0,0 1 1 0 0,1 1-1 0 0,1 0 0 0 0,1 1 0 0 0,0 0 1 0 0,29-20-1 0 0,-13 14-1035 0 0,1 2 1 0 0,1 0 0 0 0,55-20-1 0 0,-24 16-2836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3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35 343 3280 0 0,'0'0'7887'0'0,"0"3"-7632"0"0,0-2-222 0 0,0 0-1 0 0,0-1 1 0 0,1 1 0 0 0,-1 0 0 0 0,0-1 0 0 0,0 1 0 0 0,0 0 0 0 0,0-1-1 0 0,1 1 1 0 0,-1-1 0 0 0,0 1 0 0 0,1 0 0 0 0,-1-1 0 0 0,0 1-1 0 0,1-1 1 0 0,-1 1 0 0 0,1-1 0 0 0,-1 1 0 0 0,1-1 0 0 0,-1 1 0 0 0,1-1-1 0 0,0 1 1 0 0,1-1-10 0 0,-1 0 1 0 0,1 0-1 0 0,-1 0 0 0 0,1-1 0 0 0,-1 1 0 0 0,1 0 1 0 0,-1-1-1 0 0,1 1 0 0 0,-1-1 0 0 0,1 0 0 0 0,-1 1 1 0 0,0-1-1 0 0,0 0 0 0 0,3-1 0 0 0,5-4 11 0 0,1-1-1 0 0,-1 0 1 0 0,0 0 0 0 0,-1 0-1 0 0,0-1 1 0 0,0-1-1 0 0,-1 1 1 0 0,0-1 0 0 0,0 0-1 0 0,-1-1 1 0 0,0 0-1 0 0,-1 0 1 0 0,0 0-1 0 0,0 0 1 0 0,-1-1 0 0 0,-1 0-1 0 0,4-13 1 0 0,-7 20-57 0 0,-1-2 21 0 0,0 0-11 0 0,-1-1 1 0 0,0 1 0 0 0,-1 0 0 0 0,0 0 0 0 0,0 0 0 0 0,0 0-1 0 0,-8-11 1 0 0,8 15 14 0 0,-2 1 68 0 0,0 0-45 0 0,0 1 0 0 0,0 1 0 0 0,0-1 0 0 0,0 1 0 0 0,0-1 0 0 0,0 2 0 0 0,0-1 0 0 0,0 0 0 0 0,0 1 0 0 0,0 0 0 0 0,1 0 0 0 0,-1 0 0 0 0,-8 7 0 0 0,7-4 8 0 0,0 0 0 0 0,-1 1 1 0 0,2 0-1 0 0,-1 0 1 0 0,1 0-1 0 0,0 1 0 0 0,0 0 1 0 0,1 0-1 0 0,0 0 1 0 0,0 1-1 0 0,1-1 0 0 0,0 1 1 0 0,0 0-1 0 0,1 0 0 0 0,-1 0 1 0 0,2 0-1 0 0,-1 0 1 0 0,1 0-1 0 0,1 1 0 0 0,0-1 1 0 0,0 0-1 0 0,1 10 1 0 0,0-14-54 0 0,-1 0 0 0 0,1 0 0 0 0,0 0 0 0 0,1 0 1 0 0,-1 0-1 0 0,1 0 0 0 0,-1 0 0 0 0,1 0 1 0 0,0 0-1 0 0,0-1 0 0 0,1 1 0 0 0,-1-1 0 0 0,6 6 1 0 0,-1-2-165 0 0,1-1 0 0 0,-1 0 0 0 0,16 10 1 0 0,-18-14 70 0 0,0 0 1 0 0,-1 0 0 0 0,1-1 0 0 0,0 1 0 0 0,0-1 0 0 0,0 0 0 0 0,0-1-1 0 0,0 1 1 0 0,0-1 0 0 0,9 0 0 0 0,50-9-687 0 0,-49 5 736 0 0,-1 0 0 0 0,0-1-1 0 0,0 0 1 0 0,-1-2 0 0 0,1 1-1 0 0,-1-1 1 0 0,-1-1 0 0 0,0-1-1 0 0,0 1 1 0 0,0-2 0 0 0,-1 0-1 0 0,0 0 1 0 0,-1-1 0 0 0,0 0-1 0 0,11-17 1 0 0,-18 21 166 0 0,0 0-1 0 0,0 0 1 0 0,0 0 0 0 0,-1-1-1 0 0,0 1 1 0 0,-1-1 0 0 0,1 1-1 0 0,-1-14 1 0 0,-1 17 80 0 0,-1-1 13 0 0,-5-12-5 0 0,5 13-20 0 0,-4-1 13 0 0,5 4-160 0 0,0 1 0 0 0,0 0 0 0 0,0-1 0 0 0,0 1 0 0 0,0 0 0 0 0,-1-1 0 0 0,1 1 0 0 0,0 0 0 0 0,0-1 1 0 0,0 1-1 0 0,0 0 0 0 0,-1 0 0 0 0,1-1 0 0 0,0 1 0 0 0,0 0 0 0 0,-1 0 0 0 0,1-1 0 0 0,0 1 1 0 0,0 0-1 0 0,-1 0 0 0 0,1 0 0 0 0,0-1 0 0 0,-1 1 0 0 0,1 0 0 0 0,0 0 0 0 0,-1 0 0 0 0,1 0 0 0 0,0 0 1 0 0,-1 0-1 0 0,1 0 0 0 0,0 0 0 0 0,-1 0 0 0 0,1 0 0 0 0,0 0 0 0 0,-1 0 0 0 0,1 0 0 0 0,0 0 1 0 0,-1 0-1 0 0,1 0 0 0 0,-1 0 0 0 0,-14 8 96 0 0,11-5-17 0 0,-1 12 23 0 0,-1 1-71 0 0,9 35 61 0 0,-2-39-199 0 0,1 1 0 0 0,0 0 0 0 0,2-1 0 0 0,-1 1 0 0 0,1-1 0 0 0,1 0 0 0 0,0-1 0 0 0,10 17 0 0 0,-13-25-74 0 0,4 2-64 0 0,-5-5 207 0 0,-1 1 0 0 0,0-1 1 0 0,0 0-1 0 0,0 1 1 0 0,1-1-1 0 0,-1 0 0 0 0,0 1 1 0 0,1-1-1 0 0,-1 0 0 0 0,0 1 1 0 0,1-1-1 0 0,-1 0 0 0 0,0 0 1 0 0,1 1-1 0 0,-1-1 1 0 0,0 0-1 0 0,1 0 0 0 0,-1 0 1 0 0,1 0-1 0 0,-1 0 0 0 0,1 1 1 0 0,-1-1-1 0 0,0 0 0 0 0,1 0 1 0 0,-1 0-1 0 0,1 0 0 0 0,-1 0 1 0 0,1 0-1 0 0,-1 0 1 0 0,0 0-1 0 0,1 0 0 0 0,-1-1 1 0 0,1 1-1 0 0,-1 0 0 0 0,1 0 1 0 0,4-2 0 0 0,0 1 0 0 0,-1-1 0 0 0,1 0 0 0 0,-1 0 0 0 0,1-1-1 0 0,-1 1 1 0 0,0-1 0 0 0,0 0 0 0 0,0 0 0 0 0,0 0 0 0 0,0-1 0 0 0,-1 1 0 0 0,6-8 0 0 0,69-114 1128 0 0,-76 122-1008 0 0,0-1-9 0 0,0 3-51 0 0,-1-1 1 0 0,0 0 0 0 0,1 1-1 0 0,-1-1 1 0 0,1 1-1 0 0,0 0 1 0 0,-1-1 0 0 0,1 1-1 0 0,0 0 1 0 0,2-1 0 0 0,-3 1-38 0 0,0 1 0 0 0,-1 0 0 0 0,1 0 1 0 0,0 0-1 0 0,-1 0 0 0 0,1 0 0 0 0,0 0 0 0 0,0 0 0 0 0,-1 0 1 0 0,1 0-1 0 0,0 0 0 0 0,-1 0 0 0 0,1 0 0 0 0,0 0 1 0 0,0 0-1 0 0,-1 1 0 0 0,1-1 0 0 0,0 0 0 0 0,-1 1 0 0 0,1-1 1 0 0,0 0-1 0 0,-1 1 0 0 0,1-1 0 0 0,-1 1 0 0 0,1-1 1 0 0,-1 1-1 0 0,1-1 0 0 0,-1 1 0 0 0,1-1 0 0 0,-1 1 0 0 0,1 0 1 0 0,1 2 30 0 0,-1 1 6 0 0,5 11-17 0 0,-4-11-47 0 0,-1 1-12 0 0,2 6 13 0 0,-1 0-298 0 0,1 1-1 0 0,1-1 1 0 0,5 11 0 0 0,-8-19 143 0 0,1 1 1 0 0,0-1 0 0 0,0 0 0 0 0,0 0-1 0 0,0 0 1 0 0,0 0 0 0 0,1-1 0 0 0,-1 1-1 0 0,1-1 1 0 0,0 1 0 0 0,-1-1 0 0 0,1 0-1 0 0,0 0 1 0 0,1 0 0 0 0,5 2 0 0 0,-3-1 30 0 0,0-1 1 0 0,0-1 0 0 0,1 1-1 0 0,-1-1 1 0 0,1 0 0 0 0,0 0 0 0 0,-1-1-1 0 0,12 0 1 0 0,0-2 187 0 0,0 0 0 0 0,0 0 0 0 0,0-2 0 0 0,0 0 0 0 0,-1-1 0 0 0,1-1-1 0 0,-1-1 1 0 0,0 0 0 0 0,-1-1 0 0 0,0-1 0 0 0,0-1 0 0 0,-1 0 0 0 0,0-1 0 0 0,-1 0 0 0 0,0-1 0 0 0,-1-1-1 0 0,-1 0 1 0 0,17-22 0 0 0,-18 18 498 0 0,-1-1 1 0 0,-1 0-1 0 0,12-34 0 0 0,-20 47-89 0 0,-1 0-9 0 0,0-16-40 0 0,0 16-39 0 0,-1 4-313 0 0,0-1-1 0 0,0 1 1 0 0,-1 0 0 0 0,1 0 0 0 0,0-1 0 0 0,0 1 0 0 0,1-1 0 0 0,-1 1 0 0 0,0-1 0 0 0,-1-2 0 0 0,0 0 235 0 0,-3 3-240 0 0,-1 0-1 0 0,1 1 0 0 0,0 0 1 0 0,0 0-1 0 0,-1 0 0 0 0,1 0 1 0 0,0 1-1 0 0,-1 0 0 0 0,1 0 1 0 0,0 0-1 0 0,0 1 0 0 0,0 0 1 0 0,0 0-1 0 0,1 0 1 0 0,-1 0-1 0 0,-6 5 0 0 0,1 0-37 0 0,0 0 0 0 0,1 1 0 0 0,0 0 0 0 0,0 0 0 0 0,1 1 0 0 0,-11 14 0 0 0,12-13-113 0 0,1 0 0 0 0,0 1 0 0 0,1 0 0 0 0,0 0 0 0 0,0 0 0 0 0,2 0 0 0 0,-1 1 0 0 0,1-1 1 0 0,1 1-1 0 0,-2 14 0 0 0,4-24 47 0 0,0 1 1 0 0,0-1 0 0 0,1 0-1 0 0,-1 0 1 0 0,0 0 0 0 0,1 0-1 0 0,0 0 1 0 0,-1 1 0 0 0,1-1-1 0 0,0 0 1 0 0,0 0 0 0 0,0-1-1 0 0,0 1 1 0 0,0 0 0 0 0,1 0-1 0 0,1 1 1 0 0,-3-2 33 0 0,2 2-192 0 0,3-2-18 0 0,14 5 2 0 0,-14-4 31 0 0,1-3 40 0 0,4-2 176 0 0,-1 0 0 0 0,0 0 0 0 0,0 0 0 0 0,0-1 0 0 0,0-1 0 0 0,-1 0 0 0 0,0 0 0 0 0,0 0 0 0 0,10-9 0 0 0,-2-2 640 0 0,0 0 1 0 0,0-1 0 0 0,18-26-1 0 0,2-4 1691 0 0,-34 45-2068 0 0,1 12-181 0 0,8 8-23 0 0,87 333 52 0 0,-80-268-530 0 0,-4 0 0 0 0,5 118 0 0 0,-19-175 149 0 0,0 0 0 0 0,-1 0 1 0 0,-2-1-1 0 0,0 1 1 0 0,-2-1-1 0 0,-1 0 0 0 0,-14 38 1 0 0,17-55 222 0 0,0 0 0 0 0,-1 0 0 0 0,-1 0 0 0 0,1 0 0 0 0,-1 0 0 0 0,0-1 0 0 0,-1 0 0 0 0,0 0 0 0 0,0-1 0 0 0,0 0 0 0 0,-1 0 0 0 0,0 0 0 0 0,0-1 0 0 0,-1 0 0 0 0,1 0 0 0 0,-1-1 0 0 0,0 1 0 0 0,0-2 0 0 0,-1 0 0 0 0,1 0 1 0 0,-1 0-1 0 0,0-1 0 0 0,1 0 0 0 0,-18 1 0 0 0,8-3 35 0 0,1 0 0 0 0,-1-1 0 0 0,1-1 0 0 0,0-1 0 0 0,0 0 0 0 0,0-2 0 0 0,0 1 0 0 0,0-2 0 0 0,1 0 0 0 0,0-2 0 0 0,0 1 0 0 0,1-2 0 0 0,0 0 0 0 0,1-1 0 0 0,-1 0 0 0 0,2-1 0 0 0,0-1 0 0 0,-17-18 0 0 0,20 19-79 0 0,0 0 0 0 0,1-1-1 0 0,1 0 1 0 0,0-1-1 0 0,0 0 1 0 0,1 0-1 0 0,1-1 1 0 0,0 0-1 0 0,1 0 1 0 0,0 0 0 0 0,1-1-1 0 0,1 1 1 0 0,0-1-1 0 0,1 0 1 0 0,1 0-1 0 0,0 0 1 0 0,1 0 0 0 0,1 0-1 0 0,0 0 1 0 0,1 0-1 0 0,6-23 1 0 0,0 14-194 0 0,2 0 0 0 0,0 0 0 0 0,1 2 0 0 0,2-1 0 0 0,0 1 0 0 0,20-25 0 0 0,-4 11-1827 0 0,1 2-1 0 0,55-49 1 0 0,-52 55-2528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4.8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237 583 2900 0 0,'5'-9'1164'0'0,"0"-1"-1"0"0,0 0 1 0 0,0 0 0 0 0,5-20-1 0 0,-9 25-936 0 0,-1 1-1 0 0,1 0 1 0 0,-1-1 0 0 0,0 1 0 0 0,0-1-1 0 0,-1 1 1 0 0,1 0 0 0 0,-1-1-1 0 0,0 1 1 0 0,0 0 0 0 0,0-1-1 0 0,-1 1 1 0 0,0 0 0 0 0,1 0-1 0 0,-1 0 1 0 0,-4-4 0 0 0,2 1 41 0 0,-1 0 1 0 0,0 1 0 0 0,-1-1-1 0 0,1 1 1 0 0,-1 1-1 0 0,-1-1 1 0 0,-9-6-1 0 0,13 9-197 0 0,-1 1 0 0 0,0 0 0 0 0,0-1-1 0 0,0 2 1 0 0,-1-1 0 0 0,1 0-1 0 0,0 1 1 0 0,-1 0 0 0 0,1 0 0 0 0,-1 0-1 0 0,1 0 1 0 0,-1 1 0 0 0,1 0 0 0 0,-1 0-1 0 0,0 0 1 0 0,1 0 0 0 0,-8 2-1 0 0,6-1-58 0 0,1 0-1 0 0,0 1 1 0 0,-1-1-1 0 0,1 1 0 0 0,0 0 1 0 0,0 0-1 0 0,0 1 1 0 0,1-1-1 0 0,-1 1 0 0 0,1 0 1 0 0,-1 1-1 0 0,1-1 0 0 0,0 1 1 0 0,0 0-1 0 0,0 0 1 0 0,1 0-1 0 0,0 0 0 0 0,-1 0 1 0 0,1 1-1 0 0,1 0 1 0 0,-1-1-1 0 0,1 1 0 0 0,0 0 1 0 0,-2 6-1 0 0,1-1-93 0 0,1-1 0 0 0,0 0-1 0 0,1 1 1 0 0,0-1 0 0 0,1 1-1 0 0,1 18 1 0 0,-1-22-6 0 0,1 0 1 0 0,0 0-1 0 0,0 0 0 0 0,1 0 0 0 0,-1-1 1 0 0,1 1-1 0 0,1 0 0 0 0,-1-1 1 0 0,1 0-1 0 0,0 1 0 0 0,0-1 0 0 0,0 0 1 0 0,1 0-1 0 0,0-1 0 0 0,0 1 0 0 0,7 5 1 0 0,-9-8-30 0 0,3-1 25 0 0,2-1 85 0 0,0 1-1 0 0,0-1 1 0 0,0-1-1 0 0,0 1 1 0 0,0-1 0 0 0,0 0-1 0 0,0-1 1 0 0,0 0 0 0 0,-1 0-1 0 0,1 0 1 0 0,0-1 0 0 0,-1 0-1 0 0,0 0 1 0 0,0-1-1 0 0,0 0 1 0 0,0 0 0 0 0,0 0-1 0 0,-1-1 1 0 0,10-9 0 0 0,-6 4 199 0 0,0 0 1 0 0,0 0 0 0 0,-1 0-1 0 0,-1-1 1 0 0,1-1 0 0 0,-2 1-1 0 0,9-21 1 0 0,-13 29 180 0 0,-2-1-229 0 0,1-13-18 0 0,-1 13 236 0 0,-20 9-255 0 0,15-4-97 0 0,-2 15-89 0 0,5-13 84 0 0,0 1 21 0 0,1 0-36 0 0,-2 16-34 0 0,2-16-17 0 0,2 2-43 0 0,-1-2 42 0 0,1 0 0 0 0,-1 0 1 0 0,1 0-1 0 0,0 0 0 0 0,0 0 1 0 0,0 0-1 0 0,0 0 0 0 0,1 0 0 0 0,0 0 1 0 0,0 0-1 0 0,0-1 0 0 0,0 1 1 0 0,0-1-1 0 0,1 1 0 0 0,0-1 1 0 0,-1 0-1 0 0,1 0 0 0 0,1 0 0 0 0,-1-1 1 0 0,0 1-1 0 0,0-1 0 0 0,1 1 1 0 0,0-1-1 0 0,-1 0 0 0 0,1 0 0 0 0,0-1 1 0 0,0 1-1 0 0,7 1 0 0 0,-2-2-11 0 0,0-1-1 0 0,0 0 1 0 0,0 0-1 0 0,0-1 0 0 0,0 0 1 0 0,-1-1-1 0 0,1 0 1 0 0,-1 0-1 0 0,1-1 0 0 0,-1 0 1 0 0,0 0-1 0 0,0-1 1 0 0,0 0-1 0 0,0-1 0 0 0,0 1 1 0 0,-1-1-1 0 0,0-1 1 0 0,0 1-1 0 0,-1-1 0 0 0,8-10 1 0 0,-3 5 115 0 0,-1-1 1 0 0,-1-1 0 0 0,0 0-1 0 0,0 0 1 0 0,-2 0 0 0 0,0-1-1 0 0,0-1 1 0 0,-1 1-1 0 0,-1-1 1 0 0,0 0 0 0 0,3-19-1 0 0,-5 8 72 0 0,-1 0 0 0 0,0 0 0 0 0,-2-1-1 0 0,-1 1 1 0 0,-1 0 0 0 0,-2 0 0 0 0,0 0-1 0 0,-2 1 1 0 0,0 0 0 0 0,-11-26 0 0 0,15 47-82 0 0,0 1 1 0 0,1-1 0 0 0,-1 1-1 0 0,0-1 1 0 0,-1 1 0 0 0,1 0-1 0 0,-1 0 1 0 0,-3-4 0 0 0,3 4-1 0 0,0 1 138 0 0,1 2-150 0 0,0 0 1 0 0,0 1-1 0 0,0-1 1 0 0,-1 1-1 0 0,1 0 1 0 0,0 0-1 0 0,0 0 1 0 0,0 0-1 0 0,0 0 1 0 0,0 0-1 0 0,0 0 1 0 0,1 1-1 0 0,-1-1 1 0 0,0 0 0 0 0,1 1-1 0 0,-1 0 1 0 0,1-1-1 0 0,-1 1 1 0 0,1 0-1 0 0,0 0 1 0 0,-1 0-1 0 0,1 0 1 0 0,0 0-1 0 0,1 0 1 0 0,-1 0-1 0 0,0 0 1 0 0,0 0-1 0 0,1 0 1 0 0,-1 1-1 0 0,1-1 1 0 0,0 3-1 0 0,-2 8 35 0 0,0 1-1 0 0,1-1 0 0 0,2 22 0 0 0,-1-32-31 0 0,2 32 10 0 0,1-1 0 0 0,2-1 0 0 0,2 1 0 0 0,1-1 0 0 0,1 0 0 0 0,2-1 0 0 0,1 0 0 0 0,1 0 0 0 0,23 36 0 0 0,-32-60-54 0 0,0-1 1 0 0,1 0-1 0 0,-1-1 1 0 0,2 1-1 0 0,-1-1 0 0 0,1 0 1 0 0,0 0-1 0 0,0-1 1 0 0,0 0-1 0 0,1 0 1 0 0,12 6-1 0 0,-15-9 9 0 0,1-2-1 0 0,0 1 1 0 0,0 0-1 0 0,0-1 1 0 0,0 0-1 0 0,-1 0 1 0 0,1-1-1 0 0,0 1 1 0 0,0-1-1 0 0,0 0 1 0 0,-1 0-1 0 0,1-1 1 0 0,0 1-1 0 0,-1-1 1 0 0,6-3-1 0 0,1-1-7 0 0,-1 0-1 0 0,-1 0 1 0 0,1-1-1 0 0,-1 0 1 0 0,0-1-1 0 0,-1 0 1 0 0,0-1-1 0 0,0 1 1 0 0,9-15-1 0 0,-6 6 23 0 0,0 0 0 0 0,-1-1 0 0 0,-1 0 0 0 0,9-25 0 0 0,-6-10 597 0 0,-11 49-440 0 0,-2 0 0 0 0,-2-12-13 0 0,3 12 92 0 0,-1 3-231 0 0,0 1 3 0 0,1-1 0 0 0,-1 1 0 0 0,0-1 1 0 0,0 0-1 0 0,1 1 0 0 0,-1-1 0 0 0,0 1 0 0 0,0 0 1 0 0,0-1-1 0 0,0 1 0 0 0,0 0 0 0 0,0-1 1 0 0,0 1-1 0 0,0 0 0 0 0,0 0 0 0 0,0 0 0 0 0,1 0 1 0 0,-1 0-1 0 0,0 0 0 0 0,0 0 0 0 0,0 0 0 0 0,0 0 1 0 0,0 1-1 0 0,0-1 0 0 0,0 0 0 0 0,0 1 1 0 0,0-1-1 0 0,0 0 0 0 0,0 1 0 0 0,1-1 0 0 0,-1 1 1 0 0,0-1-1 0 0,0 1 0 0 0,1 0 0 0 0,-1-1 1 0 0,0 1-1 0 0,1 0 0 0 0,-1-1 0 0 0,0 1 0 0 0,1 0 1 0 0,-1 0-1 0 0,1 0 0 0 0,-1 1 0 0 0,-3 6 11 0 0,1 0-1 0 0,0 0 0 0 0,0 0 0 0 0,1 0 0 0 0,0 0 1 0 0,1 1-1 0 0,-1-1 0 0 0,2 0 0 0 0,-1 1 1 0 0,1-1-1 0 0,1 1 0 0 0,-1-1 0 0 0,4 13 1 0 0,-2-9-71 0 0,1 0 0 0 0,0-1 0 0 0,1 1 0 0 0,0-1 0 0 0,1 0 0 0 0,0 0 0 0 0,1-1 0 0 0,0 1 0 0 0,8 9 0 0 0,-10-16-86 0 0,0 0 0 0 0,0-1-1 0 0,0 1 1 0 0,1-1 0 0 0,0 0 0 0 0,-1 0-1 0 0,1-1 1 0 0,10 5 0 0 0,-13-7 75 0 0,2 2-112 0 0,0-1 0 0 0,1-1 0 0 0,-1 1-1 0 0,0-1 1 0 0,0 1 0 0 0,0-1 0 0 0,0 0 0 0 0,0-1 0 0 0,1 1 0 0 0,-1-1 0 0 0,0 0 0 0 0,0 0 0 0 0,4-1-1 0 0,3-2-310 0 0,0 0 0 0 0,-1-1 0 0 0,15-8 0 0 0,-14 7-167 0 0,-1-2 0 0 0,0 1 0 0 0,0-2 0 0 0,0 1 1 0 0,-1-1-1 0 0,-1-1 0 0 0,1 1 0 0 0,-2-2 0 0 0,1 1 0 0 0,-1-1 0 0 0,6-12 0 0 0,0-4-3151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38:45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178 12 2936 0 0,'-6'-2'1013'0'0,"-2"0"-579"0"0,-1 0 40 0 0,-1 0 1 0 0,1 0-1 0 0,0 1 0 0 0,-1 0 0 0 0,-16 1 0 0 0,23 1-342 0 0,-1-1 0 0 0,0 1 0 0 0,1 0 0 0 0,-1 0 0 0 0,0 1 0 0 0,1-1 0 0 0,0 1 0 0 0,-1 0 0 0 0,1-1 0 0 0,0 1 0 0 0,0 1-1 0 0,0-1 1 0 0,0 0 0 0 0,0 1 0 0 0,0 0 0 0 0,1-1 0 0 0,-1 1 0 0 0,1 0 0 0 0,-4 7 0 0 0,1-1 185 0 0,1 1 0 0 0,0 0-1 0 0,0 0 1 0 0,-4 19 0 0 0,8-25-126 0 0,1 1-26 0 0,0-2-132 0 0,-1 0 0 0 0,1 0-1 0 0,0 0 1 0 0,1 0 0 0 0,-1 0 0 0 0,0 0-1 0 0,1 0 1 0 0,-1 0 0 0 0,1 0 0 0 0,0-1-1 0 0,0 1 1 0 0,0-1 0 0 0,0 1 0 0 0,1-1-1 0 0,-1 0 1 0 0,4 3 0 0 0,-3-3 57 0 0,3-2 9 0 0,0 0 23 0 0,1 0 0 0 0,0 0 0 0 0,-1-1 0 0 0,1 0 0 0 0,0 0 0 0 0,-1-1 0 0 0,1 0 0 0 0,-1 0 0 0 0,0 0 0 0 0,1-1 0 0 0,10-6 0 0 0,-12 6 8 0 0,0-1 0 0 0,0-1-1 0 0,0 1 1 0 0,0-1 0 0 0,-1 0 0 0 0,1 0 0 0 0,-1 0 0 0 0,3-7 0 0 0,-5 9-211 0 0,-1 0-1 0 0,1 0 1 0 0,-1 0 0 0 0,0 0-1 0 0,-1 0 1 0 0,1 0-1 0 0,0-1 1 0 0,-1 1 0 0 0,0 0-1 0 0,1-1 1 0 0,-2 1 0 0 0,1 0-1 0 0,0 0 1 0 0,0-1-1 0 0,-1 1 1 0 0,0 0 0 0 0,-1-4-1 0 0,1 6-110 0 0,0-1 0 0 0,0 0 0 0 0,0 1 0 0 0,0-1 0 0 0,-1 1 0 0 0,1-1 0 0 0,0 1 0 0 0,-1 0 0 0 0,0 0 1 0 0,1-1-1 0 0,-1 1 0 0 0,0 0 0 0 0,1 0 0 0 0,-1 1 0 0 0,0-1 0 0 0,0 0 0 0 0,0 1 0 0 0,0-1 0 0 0,1 1 0 0 0,-1-1 0 0 0,0 1 0 0 0,0 0 0 0 0,0 0 0 0 0,-4 0 0 0 0,5 0 8 0 0,-13 1-3019 0 0,-27 7-2292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3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47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0 4500 0 0,'0'0'6089'0'0,"-10"17"-6001"0"0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1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561 25 3028 0 0,'0'0'1600'0'0,"0"-4"-328"0"0,-2-13-263 0 0,1 13 904 0 0,-2 5-1515 0 0,-1 1-341 0 0,1 0 0 0 0,0 0 0 0 0,0 0 0 0 0,0 1 1 0 0,0-1-1 0 0,0 1 0 0 0,1-1 0 0 0,-1 1 1 0 0,1 0-1 0 0,-1 0 0 0 0,1 0 0 0 0,0 1 0 0 0,1-1 1 0 0,-1 0-1 0 0,0 1 0 0 0,0 3 0 0 0,-25 71 625 0 0,20-56-530 0 0,-30 99 492 0 0,-17 55 97 0 0,-77 168 0 0 0,100-277-657 0 0,-2-2 0 0 0,-3-2 0 0 0,-53 70 1 0 0,74-119-200 0 0,11-12 79 0 0,1 1-86 0 0,-2-3-155 0 0,-13-1 145 0 0,17 1 123 0 0,0-1-1 0 0,1 1 0 0 0,-1 0 1 0 0,0-1-1 0 0,1 1 0 0 0,-1-1 0 0 0,0 1 1 0 0,1-1-1 0 0,-1 1 0 0 0,1-1 1 0 0,-1 1-1 0 0,1-1 0 0 0,-1 1 1 0 0,1-1-1 0 0,-1 0 0 0 0,1 1 1 0 0,0-1-1 0 0,-1 0 0 0 0,1 0 1 0 0,0 1-1 0 0,0-1 0 0 0,-1 0 1 0 0,1 0-1 0 0,0 1 0 0 0,0-2 1 0 0,-2-5-35 0 0,0 0-1 0 0,0 0 1 0 0,1 0 0 0 0,0-1 0 0 0,0 1 0 0 0,1 0 0 0 0,0 0-1 0 0,2-14 1 0 0,-2 12 33 0 0,0-4 11 0 0,1-1 1 0 0,1 1-1 0 0,0 0 0 0 0,1-1 1 0 0,0 1-1 0 0,1 0 0 0 0,0 1 0 0 0,1-1 1 0 0,1 1-1 0 0,0 0 0 0 0,0 0 1 0 0,1 1-1 0 0,16-20 0 0 0,-20 28 28 0 0,0 0 0 0 0,1 0 0 0 0,0 0 0 0 0,-1 0-1 0 0,1 1 1 0 0,0-1 0 0 0,1 1 0 0 0,-1 0 0 0 0,0 0 0 0 0,1 1 0 0 0,-1 0 0 0 0,0-1-1 0 0,1 1 1 0 0,0 1 0 0 0,-1-1 0 0 0,1 1 0 0 0,-1-1 0 0 0,1 1 0 0 0,0 1 0 0 0,-1-1-1 0 0,1 1 1 0 0,0 0 0 0 0,-1 0 0 0 0,8 2 0 0 0,0 4 56 0 0,0-1 0 0 0,-1 2 0 0 0,0 0 0 0 0,0 0 0 0 0,18 19 0 0 0,46 58 183 0 0,-52-57-311 0 0,49 48 0 0 0,-68-74-55 0 0,0 1 0 0 0,0-1 1 0 0,1 0-1 0 0,-1 0 0 0 0,1 0 0 0 0,-1-1 0 0 0,1 0 0 0 0,0 0 0 0 0,8 1 0 0 0,-7-1-30 0 0,-2-1-9 0 0,1 1-1 0 0,0-1 1 0 0,-1-1-1 0 0,1 1 1 0 0,-1-1-1 0 0,1 1 1 0 0,0-1-1 0 0,-1-1 1 0 0,1 1 0 0 0,-1-1-1 0 0,0 1 1 0 0,0-1-1 0 0,7-5 1 0 0,0 1-500 0 0,-1-1 1 0 0,0 0-1 0 0,14-14 1 0 0,10-23-3156 0 0,-17 19-299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57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2948 0 0,'0'0'4113'0'0,"4"21"-5317"0"0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0:59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424 69 3468 0 0,'0'-4'1224'0'0,"-1"1"-1101"0"0,0 0 1 0 0,0-1-1 0 0,0 1 1 0 0,-1 0-1 0 0,1-1 0 0 0,-1 1 1 0 0,1 0-1 0 0,-1 0 1 0 0,0 1-1 0 0,-1-1 1 0 0,1 0-1 0 0,0 0 1 0 0,-1 1-1 0 0,1 0 1 0 0,-1-1-1 0 0,0 1 1 0 0,0 0-1 0 0,1 0 0 0 0,-2 1 1 0 0,1-1-1 0 0,0 0 1 0 0,0 1-1 0 0,0 0 1 0 0,-1 0-1 0 0,1 0 1 0 0,-1 0-1 0 0,1 1 1 0 0,0-1-1 0 0,-5 1 0 0 0,-3 0-77 0 0,0 0 0 0 0,0 1 0 0 0,1 0 0 0 0,-1 1 0 0 0,1 0 0 0 0,-1 1 0 0 0,1 0 0 0 0,0 1 0 0 0,0 0 0 0 0,0 0 0 0 0,-11 8 0 0 0,7-3 34 0 0,1 0-1 0 0,0 1 1 0 0,0 1 0 0 0,1 1 0 0 0,0-1-1 0 0,-19 27 1 0 0,18-20-19 0 0,1 1-1 0 0,0 0 1 0 0,2 1 0 0 0,0 0 0 0 0,1 1 0 0 0,1 0-1 0 0,2 0 1 0 0,0 1 0 0 0,0-1 0 0 0,2 1-1 0 0,-2 34 1 0 0,6-48-49 0 0,0 0-1 0 0,1 0 0 0 0,0 1 0 0 0,0-1 1 0 0,1 0-1 0 0,0 0 0 0 0,0-1 1 0 0,1 1-1 0 0,0 0 0 0 0,0-1 1 0 0,5 9-1 0 0,-4-11-29 0 0,-1 0 0 0 0,0-1 0 0 0,1 1 0 0 0,0-1 0 0 0,0 0 0 0 0,1 0 0 0 0,-1 0 0 0 0,1 0 0 0 0,-1-1 0 0 0,1 0 1 0 0,0 0-1 0 0,0 0 0 0 0,1-1 0 0 0,-1 0 0 0 0,1 0 0 0 0,8 2 0 0 0,-1-2-112 0 0,1 0 0 0 0,0-1 1 0 0,-1-1-1 0 0,1-1 0 0 0,0 0 0 0 0,-1 0 0 0 0,1-1 1 0 0,-1-1-1 0 0,0 0 0 0 0,0-1 0 0 0,0-1 1 0 0,0 0-1 0 0,0 0 0 0 0,14-10 0 0 0,0-1-225 0 0,0 0 0 0 0,-2-2-1 0 0,0-1 1 0 0,-1-2 0 0 0,24-26 0 0 0,-30 28-428 0 0,-2 0 1 0 0,0-1-1 0 0,21-37 1 0 0,-15 18-2035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0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79 2696 0 0,'-1'-5'1085'0'0,"-24"-58"1951"0"0,23 60-2674 0 0,2 2-318 0 0,-1 1-1 0 0,0-1 1 0 0,0 0-1 0 0,0 1 0 0 0,0-1 1 0 0,0 1-1 0 0,0-1 1 0 0,0 1-1 0 0,0-1 0 0 0,0 1 1 0 0,0 0-1 0 0,0-1 1 0 0,-1 1-1 0 0,1 0 0 0 0,0 0 1 0 0,0 0-1 0 0,-1 0 1 0 0,-2 4 3 0 0,1 0 0 0 0,-1 1 1 0 0,1-1-1 0 0,0 1 0 0 0,1 0 1 0 0,-1 0-1 0 0,1 0 0 0 0,0 0 0 0 0,0 0 1 0 0,1 0-1 0 0,0 1 0 0 0,0-1 1 0 0,-1 8-1 0 0,0 14 77 0 0,1 42 0 0 0,1-24-46 0 0,9 384 467 0 0,0-343-172 0 0,-6-64 377 0 0,1-23-716 0 0,15-3-11 0 0,-18 3-22 0 0,0 1 1 0 0,-1-1-1 0 0,1 1 1 0 0,0-1-1 0 0,0 0 1 0 0,0 1 0 0 0,0-1-1 0 0,0 0 1 0 0,0 0-1 0 0,-1 1 1 0 0,1-1-1 0 0,0 0 1 0 0,-1 0 0 0 0,1 0-1 0 0,-1 0 1 0 0,1 0-1 0 0,-1 0 1 0 0,1 0-1 0 0,-1 0 1 0 0,0 0 0 0 0,1 0-1 0 0,-1-2 1 0 0,32-59 77 0 0,-26 48-84 0 0,1 0-1 0 0,0 0 0 0 0,1 0 0 0 0,0 1 1 0 0,1 0-1 0 0,1 1 0 0 0,0 0 0 0 0,19-18 1 0 0,-23 27-5 0 0,7-2 12 0 0,-12 5-3 0 0,0 0 0 0 0,0 0 1 0 0,0 0-1 0 0,0 0 1 0 0,0 0-1 0 0,0 0 1 0 0,0 1-1 0 0,0-1 0 0 0,0 0 1 0 0,0 0-1 0 0,0 1 1 0 0,0-1-1 0 0,0 1 0 0 0,0-1 1 0 0,0 1-1 0 0,0-1 1 0 0,0 1-1 0 0,0-1 0 0 0,-1 1 1 0 0,1 0-1 0 0,0 0 1 0 0,0-1-1 0 0,-1 1 0 0 0,1 0 1 0 0,0 0-1 0 0,-1 0 1 0 0,1 0-1 0 0,-1 0 0 0 0,1 0 1 0 0,-1 0-1 0 0,1 1 1 0 0,12 36-7 0 0,-1 20 68 0 0,-11-49-113 0 0,1 0-1 0 0,0-1 1 0 0,1 1 0 0 0,0-1-1 0 0,1 0 1 0 0,-1 0 0 0 0,1 0-1 0 0,1 0 1 0 0,0 0 0 0 0,0-1-1 0 0,9 11 1 0 0,-11-16-71 0 0,0 0 1 0 0,0-1-1 0 0,0 1 0 0 0,0 0 1 0 0,0-1-1 0 0,1 0 0 0 0,-1 0 1 0 0,0 0-1 0 0,1 0 0 0 0,-1 0 1 0 0,0-1-1 0 0,1 1 0 0 0,-1-1 1 0 0,1 0-1 0 0,-1 0 0 0 0,1 0 1 0 0,-1-1-1 0 0,1 1 0 0 0,-1-1 1 0 0,0 0-1 0 0,4-1 0 0 0,2-1-69 0 0,0 0 0 0 0,0 0 0 0 0,0-1 0 0 0,0 0 0 0 0,-1-1 0 0 0,8-5 0 0 0,-6 2 294 0 0,-1 0 0 0 0,1 0 0 0 0,-2-1 0 0 0,1 0 1 0 0,-1-1-1 0 0,-1 1 0 0 0,0-1 0 0 0,0-1 0 0 0,-1 0 0 0 0,0 1 1 0 0,-1-2-1 0 0,-1 1 0 0 0,1-1 0 0 0,-2 1 0 0 0,1-1 0 0 0,-2 0 0 0 0,0 0 1 0 0,1-20-1 0 0,-4 7 314 0 0,1 20-248 0 0,-3-2 31 0 0,3 6-169 0 0,0 0 1 0 0,0 1-1 0 0,0-1 0 0 0,0 0 0 0 0,0 0 0 0 0,0 0 1 0 0,-1 0-1 0 0,1 0 0 0 0,0 0 0 0 0,-1 0 0 0 0,1 0 1 0 0,-1 1-1 0 0,1-1 0 0 0,-1 0 0 0 0,1 0 0 0 0,-2 0 1 0 0,2 0-30 0 0,-1 0 1 0 0,0 0 0 0 0,0 1-1 0 0,0-1 1 0 0,0 1 0 0 0,-1-1 0 0 0,1 1-1 0 0,0-1 1 0 0,0 1 0 0 0,0 0 0 0 0,0-1-1 0 0,0 1 1 0 0,-1 0 0 0 0,1 0-1 0 0,0 0 1 0 0,0 0 0 0 0,0 0 0 0 0,-1 0-1 0 0,1 0 1 0 0,0 0 0 0 0,0 1-1 0 0,0-1 1 0 0,0 0 0 0 0,-1 1 0 0 0,0 0-1 0 0,-1 0 6 0 0,1 1 0 0 0,-1 0 0 0 0,0 0 0 0 0,1 0 0 0 0,0 0 0 0 0,-1 1 0 0 0,1-1 1 0 0,0 1-1 0 0,-2 3 0 0 0,-4 7 16 0 0,1 0 0 0 0,1 0 0 0 0,-6 18 1 0 0,8-21-28 0 0,2 0 0 0 0,-1 0 0 0 0,1 1 0 0 0,1-1 0 0 0,0 1 0 0 0,0-1 0 0 0,1 1 0 0 0,2 16 0 0 0,-1-23-15 0 0,20 37-152 0 0,-19-38 66 0 0,2-3-106 0 0,14 4 92 0 0,-14-3 21 0 0,0-2 56 0 0,2-1 48 0 0,-1-1 0 0 0,0 1-1 0 0,0-1 1 0 0,0 0 0 0 0,0 0-1 0 0,-1-1 1 0 0,1 1 0 0 0,-1-1-1 0 0,0 0 1 0 0,0 0 0 0 0,0 0-1 0 0,-1-1 1 0 0,1 1 0 0 0,-1-1-1 0 0,0 0 1 0 0,0 0 0 0 0,-1 0-1 0 0,0 0 1 0 0,3-8 0 0 0,-4 10 120 0 0,0-2 13 0 0,3-14 5 0 0,-3 14 28 0 0,0 2 35 0 0,0-7-136 0 0,4-10 970 0 0,-5 20-1034 0 0,0 0 0 0 0,0 0 0 0 0,0-1 0 0 0,1 1 0 0 0,-1 0 0 0 0,0 0 0 0 0,0 0 0 0 0,1 0 1 0 0,-1-1-1 0 0,0 1 0 0 0,0 0 0 0 0,1 0 0 0 0,-1 0 0 0 0,0 0 0 0 0,0 0 0 0 0,1 0 0 0 0,-1 0 0 0 0,0 0 0 0 0,1 0 0 0 0,-1 0 0 0 0,0 0 0 0 0,0 0 0 0 0,1 0 0 0 0,-1 0 1 0 0,0 0-1 0 0,1 0 0 0 0,-1 0 0 0 0,0 0 0 0 0,0 0 0 0 0,1 1 0 0 0,-1-1 0 0 0,0 0 0 0 0,0 0 0 0 0,1 0 0 0 0,-1 0 0 0 0,0 1 0 0 0,0-1 0 0 0,1 0 0 0 0,-1 0 0 0 0,0 0 0 0 0,0 1 1 0 0,0-1-1 0 0,0 0 0 0 0,1 0 0 0 0,-1 1 0 0 0,0-1 0 0 0,0 0 0 0 0,0 0 0 0 0,0 1 0 0 0,0-1 0 0 0,0 0 0 0 0,0 1 0 0 0,0-1 0 0 0,0 0 0 0 0,0 1 0 0 0,2 1 93 0 0,0 10-40 0 0,1-1-1 0 0,0 0 0 0 0,1 0 0 0 0,7 17 0 0 0,-3-8-24 0 0,-1-2-460 0 0,1 1 0 0 0,0-2-1 0 0,1 1 1 0 0,17 22 0 0 0,-25-37-475 0 0,9 7-536 0 0,-5-4-2364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1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75 2972 0 0,'0'-3'401'0'0,"1"-1"-1"0"0,-1 1 1 0 0,1 0-1 0 0,0 0 1 0 0,0-1-1 0 0,0 1 1 0 0,1 0-1 0 0,-1 0 1 0 0,3-4-1 0 0,-2 5 447 0 0,3 2-639 0 0,0 1-169 0 0,-1 0 1 0 0,1 0-1 0 0,-1 0 1 0 0,1 0-1 0 0,-1 1 1 0 0,0-1-1 0 0,1 1 0 0 0,-1 0 1 0 0,0 1-1 0 0,0-1 1 0 0,0 1-1 0 0,-1 0 1 0 0,1 0-1 0 0,6 6 0 0 0,-4-2 37 0 0,0 0-1 0 0,0 0 0 0 0,-1 1 0 0 0,0-1 0 0 0,0 1 0 0 0,0 0 0 0 0,-1 1 0 0 0,-1-1 0 0 0,1 1 0 0 0,-2 0 0 0 0,1 0 0 0 0,-1 0 1 0 0,0 0-1 0 0,-1 0 0 0 0,0 0 0 0 0,0 0 0 0 0,-2 12 0 0 0,1-18 208 0 0,-5 18 406 0 0,4-17-302 0 0,-1-1-29 0 0,2-3-287 0 0,-1 1-1 0 0,1 0 1 0 0,-1 0-1 0 0,0 0 1 0 0,1-1-1 0 0,-1 1 1 0 0,0 0-1 0 0,0 0 0 0 0,1-1 1 0 0,-1 1-1 0 0,0-1 1 0 0,0 1-1 0 0,0-1 1 0 0,0 1-1 0 0,0-1 1 0 0,0 0-1 0 0,0 1 1 0 0,0-1-1 0 0,0 0 0 0 0,0 0 1 0 0,0 0-1 0 0,0 0 1 0 0,0 1-1 0 0,0-1 1 0 0,0-1-1 0 0,0 1 1 0 0,0 0-1 0 0,-1 0 1 0 0,-8-1-160 0 0,7-2 231 0 0,0-2-114 0 0,-1 0 1 0 0,1 0-1 0 0,0 0 0 0 0,0 0 0 0 0,0 0 0 0 0,1-1 0 0 0,-1 1 1 0 0,1-1-1 0 0,1 0 0 0 0,-1 0 0 0 0,1 1 0 0 0,-1-8 0 0 0,2-18-23 0 0,2 15-11 0 0,4-1-31 0 0,-3 7-185 0 0,1-1 0 0 0,1 2 0 0 0,-1-1 0 0 0,1 0 0 0 0,1 1 0 0 0,0 0-1 0 0,0 0 1 0 0,1 1 0 0 0,0-1 0 0 0,0 1 0 0 0,14-10 0 0 0,-20 17-166 0 0,1-1 1 0 0,0 1-1 0 0,0 0 0 0 0,0 0 0 0 0,0 0 0 0 0,0 1 0 0 0,0-1 0 0 0,0 0 0 0 0,1 1 0 0 0,-1-1 1 0 0,0 1-1 0 0,0 0 0 0 0,0 0 0 0 0,1-1 0 0 0,-1 2 0 0 0,0-1 0 0 0,0 0 0 0 0,3 1 0 0 0,-2-1 347 0 0,2 1-3960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1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52 3628 0 0,'0'0'1410'0'0,"-1"-5"-209"0"0,-2-14-213 0 0,3 14-138 0 0,-1 5-818 0 0,1 0-1 0 0,0 0 0 0 0,0 0 1 0 0,-1 0-1 0 0,1 0 1 0 0,0 0-1 0 0,-1 0 0 0 0,1 0 1 0 0,0 0-1 0 0,0 0 0 0 0,-1-1 1 0 0,1 1-1 0 0,0 0 0 0 0,0 0 1 0 0,-1 0-1 0 0,1 0 1 0 0,0-1-1 0 0,0 1 0 0 0,0 0 1 0 0,-1 0-1 0 0,1-1 0 0 0,0 1 1 0 0,0 0-1 0 0,0 0 0 0 0,0-1 1 0 0,-1 1-1 0 0,1 0 0 0 0,0 0 1 0 0,0-1-1 0 0,0 0 1 0 0,0 1 32 0 0,0-1 0 0 0,-1 0 0 0 0,1 1 0 0 0,-1-1 0 0 0,1 0 0 0 0,0 1 1 0 0,-1-1-1 0 0,1 0 0 0 0,-1 1 0 0 0,1-1 0 0 0,-1 1 0 0 0,1-1 0 0 0,-1 1 0 0 0,0-1 1 0 0,1 1-1 0 0,-1-1 0 0 0,0 1 0 0 0,1 0 0 0 0,-2-1 0 0 0,-1 0 3 0 0,0 0 0 0 0,-1 0 0 0 0,1 0 1 0 0,0 1-1 0 0,0-1 0 0 0,0 1 0 0 0,0 0 0 0 0,0 0 0 0 0,-1 0 0 0 0,1 0 0 0 0,0 1 0 0 0,0-1 0 0 0,0 1 0 0 0,0 0 0 0 0,0 0 0 0 0,0 0 1 0 0,0 0-1 0 0,-4 3 0 0 0,1-1-33 0 0,0 1 0 0 0,1 0 0 0 0,0 1 0 0 0,0-1 1 0 0,0 1-1 0 0,0 0 0 0 0,1 0 0 0 0,-8 12 0 0 0,3-2-23 0 0,-1 0-1 0 0,2 1 0 0 0,0 0 0 0 0,1 0 0 0 0,1 1 0 0 0,0 0 0 0 0,1 0 0 0 0,-4 31 0 0 0,9-44-180 0 0,0 0 105 0 0,3 13 6 0 0,-2-13-36 0 0,1-2-24 0 0,-1 0 81 0 0,0-1 0 0 0,0 0 0 0 0,0 0 0 0 0,0 0-1 0 0,0 0 1 0 0,1 0 0 0 0,-1 0 0 0 0,0-1 0 0 0,1 1 0 0 0,-1 0 0 0 0,0-1-1 0 0,1 1 1 0 0,-1-1 0 0 0,1 1 0 0 0,-1-1 0 0 0,1 1 0 0 0,-1-1 0 0 0,1 0-1 0 0,2 0 1 0 0,0 0-23 0 0,0-2 59 0 0,3-2 78 0 0,0 0 0 0 0,-1 0-1 0 0,1 0 1 0 0,-1-1 0 0 0,0-1 0 0 0,0 1-1 0 0,-1-1 1 0 0,7-7 0 0 0,42-74 1840 0 0,-52 84-1574 0 0,0 0-178 0 0,0-1 0 0 0,0 1-1 0 0,0 0 1 0 0,0 0-1 0 0,0 0 1 0 0,1 0 0 0 0,0 0-1 0 0,4-3 1 0 0,8 62-104 0 0,-2 1-1 0 0,-3 0 1 0 0,4 83-1 0 0,-8-82-38 0 0,5 58-26 0 0,-5 163 0 0 0,-5-263 1 0 0,-1-9 4 0 0,0-1 0 0 0,-1 1-1 0 0,1-1 1 0 0,-2 1 0 0 0,1-1 0 0 0,0 1 0 0 0,-5 9-1 0 0,5-13 1 0 0,1 1-1 0 0,-2-1 0 0 0,1 1 0 0 0,0-1 0 0 0,-1 0 0 0 0,1 0 0 0 0,-1 1 1 0 0,0-1-1 0 0,0 0 0 0 0,0 0 0 0 0,0-1 0 0 0,-1 1 0 0 0,1 0 0 0 0,-1-1 1 0 0,0 0-1 0 0,-5 4 0 0 0,5-4-1 0 0,0-1-1 0 0,-1 0 1 0 0,1 0 0 0 0,0 0 0 0 0,-1-1 0 0 0,1 1 0 0 0,-1-1 0 0 0,1 0-1 0 0,0 0 1 0 0,-1 0 0 0 0,1 0 0 0 0,-1 0 0 0 0,1-1 0 0 0,-1 0 0 0 0,1 0-1 0 0,0 0 1 0 0,-6-2 0 0 0,0 0-30 0 0,0-1 0 0 0,0 0 1 0 0,0-1-1 0 0,1 0 0 0 0,0 0 0 0 0,0-1 0 0 0,0 0 0 0 0,0-1 0 0 0,1 1 1 0 0,0-1-1 0 0,0-1 0 0 0,1 1 0 0 0,0-1 0 0 0,1 0 0 0 0,-1-1 1 0 0,1 1-1 0 0,1-1 0 0 0,0 0 0 0 0,0 0 0 0 0,1-1 0 0 0,-4-16 0 0 0,4 10-182 0 0,1 1-1 0 0,0-1 1 0 0,2 0-1 0 0,0 0 0 0 0,0 0 1 0 0,2 1-1 0 0,0-1 0 0 0,0 0 1 0 0,2 1-1 0 0,0 0 0 0 0,0-1 1 0 0,13-25-1 0 0,12-10-1566 0 0,1 1-1 0 0,3 2 0 0 0,70-80 1 0 0,-76 96 110 0 0,-8 9-1275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2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 3880 0 0,'0'0'4667'0'0,"0"-4"-3953"0"0,4-4 1675 0 0,-1 22-1460 0 0,3 36-922 0 0,-4-39 244 0 0,4 35-39 0 0,14 55-182 0 0,-19-97-228 0 0,0 0-119 0 0,-1-4 678 0 0,0 1-590 0 0,0 1 0 0 0,0-1 0 0 0,0 0-1 0 0,0 0 1 0 0,1 1 0 0 0,-1-1 0 0 0,1 0 0 0 0,-1 0 0 0 0,1 0-1 0 0,-1 0 1 0 0,1 0 0 0 0,-1 0 0 0 0,1 0 0 0 0,0 0 0 0 0,0 0 0 0 0,-1 0-1 0 0,1 0 1 0 0,0 0 0 0 0,0 0 0 0 0,0 0 0 0 0,0-1 0 0 0,0 1-1 0 0,0 0 1 0 0,0-1 0 0 0,1 1 0 0 0,-1-1 0 0 0,2 1 0 0 0,8-14-2878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2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8 2580 0 0,'0'0'958'0'0,"-3"-1"-180"0"0,0 0-646 0 0,1-1 1 0 0,-1 2-1 0 0,0-1 1 0 0,0 0 0 0 0,0 0-1 0 0,0 1 1 0 0,0 0-1 0 0,0-1 1 0 0,0 1-1 0 0,0 0 1 0 0,0 1 0 0 0,0-1-1 0 0,0 0 1 0 0,0 1-1 0 0,0 0 1 0 0,1 0 0 0 0,-1-1-1 0 0,0 2 1 0 0,0-1-1 0 0,1 0 1 0 0,-1 0-1 0 0,0 1 1 0 0,1 0 0 0 0,-5 3-1 0 0,0 1-3 0 0,0 1 1 0 0,0 0-1 0 0,0 0 0 0 0,1 0 1 0 0,0 1-1 0 0,-9 17 0 0 0,13-23-93 0 0,-2 8 8 0 0,4-9-38 0 0,0-1 0 0 0,-1 1 0 0 0,1 0 0 0 0,-1-1 0 0 0,1 1 0 0 0,0-1 0 0 0,-1 1 0 0 0,1 0 1 0 0,0-1-1 0 0,0 1 0 0 0,0 0 0 0 0,0-1 0 0 0,-1 1 0 0 0,1 0 0 0 0,0-1 0 0 0,0 1 0 0 0,0 0 0 0 0,0 0 0 0 0,0-1 1 0 0,1 1-1 0 0,-1 0 0 0 0,0 0 0 0 0,2 16 24 0 0,-1-13 41 0 0,14-3 0 0 0,-13 0-42 0 0,0-1 0 0 0,-1 0 0 0 0,1 0 0 0 0,0 0 0 0 0,0 0 0 0 0,0 0 1 0 0,-1 0-1 0 0,1 0 0 0 0,0 0 0 0 0,0-1 0 0 0,-1 1 0 0 0,1-1 0 0 0,0 1 0 0 0,-1-1 1 0 0,1 0-1 0 0,0 0 0 0 0,1-1 0 0 0,3-1 218 0 0,0-1 1 0 0,-1 0 0 0 0,1-1-1 0 0,-1 1 1 0 0,0-1-1 0 0,0 0 1 0 0,0 0-1 0 0,-1-1 1 0 0,0 1-1 0 0,0-1 1 0 0,0 0-1 0 0,-1 0 1 0 0,3-7 0 0 0,-7 0 2 0 0,1 12-240 0 0,0 1 1 0 0,0 0-1 0 0,-1-1 0 0 0,1 1 0 0 0,0-1 0 0 0,0 1 1 0 0,0-1-1 0 0,0 1 0 0 0,0-1 0 0 0,0 1 0 0 0,0-1 1 0 0,0 1-1 0 0,0-1 0 0 0,0 1 0 0 0,0-1 0 0 0,0 1 1 0 0,0-1-1 0 0,0 1 0 0 0,0-1 0 0 0,0 1 1 0 0,1-1-1 0 0,-1 1 0 0 0,0 0 0 0 0,0-1 0 0 0,1 0 1 0 0,-18-13 177 0 0,14 15-212 0 0,0-1 0 0 0,0 0 0 0 0,0 1 1 0 0,0 0-1 0 0,1-1 0 0 0,-1 1 0 0 0,0 0 1 0 0,0 1-1 0 0,1-1 0 0 0,-1 0 0 0 0,1 1 0 0 0,-1-1 1 0 0,1 1-1 0 0,0 0 0 0 0,0 0 0 0 0,0 0 1 0 0,-3 3-1 0 0,2-1-217 0 0,-1 0 1 0 0,1 1-1 0 0,0-1 1 0 0,1 1-1 0 0,-1-1 0 0 0,1 1 1 0 0,0 0-1 0 0,-2 7 1 0 0,3-8-520 0 0,1 1-218 0 0,3 7-555 0 0,-1 0 0 0 0,2 0 0 0 0,7 18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03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0 134 2944 0 0,'0'0'4085'0'0,"5"0"-3484"0"0,13 2-128 0 0,-13-2 433 0 0,-2 3-502 0 0,20 28 1001 0 0,-21-28-1211 0 0,0 23 232 0 0,-1-20-335 0 0,0 1 1 0 0,0-1-1 0 0,-1 1 1 0 0,0-1-1 0 0,0 1 1 0 0,-2 10-1 0 0,-2 0 20 0 0,3-12 88 0 0,-1 0 7 0 0,2-4-133 0 0,-1 0 0 0 0,1-1 1 0 0,0 1-1 0 0,0-1 0 0 0,0 1 1 0 0,0 0-1 0 0,-1-1 0 0 0,1 1 1 0 0,0-1-1 0 0,-1 1 0 0 0,1 0 1 0 0,0-1-1 0 0,-1 1 0 0 0,1-1 0 0 0,-1 1 1 0 0,1-1-1 0 0,-1 1 0 0 0,1-1 1 0 0,-1 0-1 0 0,1 1 0 0 0,-2 0 1 0 0,1-4-71 0 0,0 1 1 0 0,0 0 0 0 0,-1-1-1 0 0,2 1 1 0 0,-1-1-1 0 0,0 1 1 0 0,0-1 0 0 0,1 1-1 0 0,-1-1 1 0 0,1 1 0 0 0,0-1-1 0 0,0 0 1 0 0,0 1-1 0 0,0-1 1 0 0,0 1 0 0 0,2-5-1 0 0,12-47 119 0 0,-10 42-156 0 0,-2 6 22 0 0,1 0 0 0 0,0 0 0 0 0,0 0 0 0 0,0 1 0 0 0,0-1 0 0 0,1 1 0 0 0,0 0 0 0 0,0 0 0 0 0,0 0 1 0 0,1 1-1 0 0,7-7 0 0 0,-10 9 7 0 0,1 0 0 0 0,-1 0 0 0 0,1 0 1 0 0,-1 0-1 0 0,1 0 0 0 0,0 1 0 0 0,0-1 1 0 0,0 1-1 0 0,-1 0 0 0 0,2 0 1 0 0,-1 0-1 0 0,0 0 0 0 0,0 0 0 0 0,6 0 1 0 0,2 0 45 0 0,-9 1-39 0 0,0 0 1 0 0,0 1 0 0 0,0 0 0 0 0,0-1-1 0 0,0 1 1 0 0,0 0 0 0 0,0 0-1 0 0,0 0 1 0 0,-1 0 0 0 0,1 0 0 0 0,0 0-1 0 0,-1 1 1 0 0,1-1 0 0 0,-1 1-1 0 0,1-1 1 0 0,-1 1 0 0 0,0-1 0 0 0,0 1-1 0 0,1 0 1 0 0,-1 0 0 0 0,0-1 0 0 0,-1 1-1 0 0,2 3 1 0 0,5 13-3 0 0,5 21 3 0 0,-11-23-37 0 0,0-6-166 0 0,2 1-1 0 0,-1-1 0 0 0,1 1 0 0 0,0-1 0 0 0,10 18 1 0 0,-12-26 97 0 0,1-1 0 0 0,-1 0 0 0 0,0 1 0 0 0,1-1 1 0 0,-1 0-1 0 0,1 0 0 0 0,0 0 0 0 0,-1 0 0 0 0,1 0 1 0 0,0-1-1 0 0,-1 1 0 0 0,1 0 0 0 0,0-1 0 0 0,0 1 1 0 0,0-1-1 0 0,0 0 0 0 0,0 1 0 0 0,2-1 0 0 0,3 0-298 0 0,-1 0-1 0 0,1-1 0 0 0,0 1 1 0 0,-1-1-1 0 0,8-2 0 0 0,4-3 221 0 0,-1 0 0 0 0,0-1 0 0 0,0-1 0 0 0,0-1 0 0 0,-1 0 0 0 0,-1-1 0 0 0,0 0 0 0 0,0-2-1 0 0,-1 0 1 0 0,0 0 0 0 0,-1-1 0 0 0,-1-1 0 0 0,21-28 0 0 0,2-24 2262 0 0,-33 62-1333 0 0,-3-1-310 0 0,-1-14-42 0 0,2 14-24 0 0,-6 0 154 0 0,6 5-496 0 0,0-1 0 0 0,-1 1-1 0 0,1-1 1 0 0,0 0 0 0 0,-1 1 0 0 0,1-1 0 0 0,0 1 0 0 0,-1-1 0 0 0,1 1-1 0 0,-1-1 1 0 0,1 1 0 0 0,-1-1 0 0 0,1 1 0 0 0,-1 0 0 0 0,1-1 0 0 0,-1 1-1 0 0,1 0 1 0 0,-1-1 0 0 0,0 1 0 0 0,1 0 0 0 0,-1 0 0 0 0,1-1-1 0 0,-1 1 1 0 0,0 0 0 0 0,0 0 0 0 0,-4 0 24 0 0,1 0-1 0 0,0 0 1 0 0,-1 1-1 0 0,1-1 1 0 0,-1 1-1 0 0,1 0 1 0 0,0 1-1 0 0,-1-1 1 0 0,1 1-1 0 0,0-1 1 0 0,0 1-1 0 0,0 1 1 0 0,0-1-1 0 0,1 0 1 0 0,-1 1-1 0 0,-4 4 1 0 0,1-1-6 0 0,0 1 0 0 0,0 0 1 0 0,1 1-1 0 0,0-1 0 0 0,0 1 1 0 0,1 0-1 0 0,-5 12 0 0 0,4-10-11 0 0,2 1 0 0 0,-1-1 0 0 0,1 1 0 0 0,1 0 0 0 0,0 1 0 0 0,-2 19 1 0 0,5-29-37 0 0,-1 4 6 0 0,0 0 0 0 0,1-1 0 0 0,0 1 0 0 0,0 0 0 0 0,0-1 0 0 0,1 1 0 0 0,0 0 0 0 0,0-1 0 0 0,0 1 0 0 0,4 7 0 0 0,4 2-15 0 0,-7-12 10 0 0,1-1-4 0 0,0-1-2 0 0,0 0-1 0 0,1-1 1 0 0,-1 1 0 0 0,0-1-1 0 0,0 1 1 0 0,0-1 0 0 0,1 0-1 0 0,-1 0 1 0 0,0-1 0 0 0,0 1-1 0 0,0-1 1 0 0,1 1 0 0 0,-1-1-1 0 0,0 0 1 0 0,0 0 0 0 0,0 0-1 0 0,0-1 1 0 0,4-2 0 0 0,3-4 172 0 0,0-1 1 0 0,-1 1-1 0 0,0-2 1 0 0,-1 1 0 0 0,0-1-1 0 0,0-1 1 0 0,-1 1-1 0 0,-1-1 1 0 0,10-23 0 0 0,-14 31 81 0 0,-1-1 44 0 0,7-17 648 0 0,-7 18-818 0 0,-1 3-118 0 0,0 0-1 0 0,0 0 0 0 0,0 1 0 0 0,0-1 1 0 0,0 0-1 0 0,0 0 0 0 0,0 0 0 0 0,0 0 0 0 0,1 0 1 0 0,-1 0-1 0 0,0 0 0 0 0,0 0 0 0 0,0 0 0 0 0,0 1 1 0 0,0-1-1 0 0,0 0 0 0 0,0 0 0 0 0,1 0 0 0 0,-1 0 1 0 0,0 0-1 0 0,0 0 0 0 0,0 0 0 0 0,0 0 0 0 0,0 0 1 0 0,0 0-1 0 0,1 0 0 0 0,-1 0 0 0 0,0 0 0 0 0,0 0 1 0 0,0 0-1 0 0,0 0 0 0 0,0 0 0 0 0,0 0 0 0 0,1 0 1 0 0,-1 0-1 0 0,0 0 0 0 0,0 0 0 0 0,0 0 1 0 0,0 0-1 0 0,0-1 0 0 0,0 1 0 0 0,0 0 0 0 0,1 0 1 0 0,-1 0-1 0 0,0 0 0 0 0,0 0 0 0 0,0 0 0 0 0,0 0 1 0 0,0 0-1 0 0,0 0 0 0 0,0-1 0 0 0,0 1 0 0 0,0 0 1 0 0,0 0-1 0 0,0 0 0 0 0,0 0 0 0 0,1 0 0 0 0,-1 0 1 0 0,0-1-1 0 0,0 1 0 0 0,0 0 0 0 0,0 0 0 0 0,0 0 1 0 0,0 0-1 0 0,0-1 0 0 0,5 21 141 0 0,4 48-127 0 0,-6-41 6 0 0,26 157 69 0 0,7 51-107 0 0,-31-185-55 0 0,-3 1 0 0 0,-6 84 0 0 0,2-118 73 0 0,-1-1 0 0 0,-8 27-1 0 0,0-10-9 0 0,5-27 11 0 0,2-1 1 0 0,2-3 7 0 0,1 0 0 0 0,-1 0 1 0 0,0 0-1 0 0,1 0 0 0 0,-1 0 1 0 0,0-1-1 0 0,0 1 0 0 0,0-1 1 0 0,-1 1-1 0 0,1-1 0 0 0,0 0 1 0 0,0 1-1 0 0,-1-1 0 0 0,1-1 1 0 0,-1 1-1 0 0,1 0 0 0 0,-5 0 1 0 0,6 0-3 0 0,0-1-9 0 0,-1 0 1 0 0,1 0-1 0 0,-1 0 1 0 0,0 1 0 0 0,1-1-1 0 0,-1-1 1 0 0,1 1 0 0 0,-1 0-1 0 0,0 0 1 0 0,1-1-1 0 0,-1 1 1 0 0,1 0 0 0 0,-1-1-1 0 0,1 0 1 0 0,-1 1 0 0 0,-2-3-1 0 0,0 1 3 0 0,-5-2-22 0 0,2 0 1 0 0,-1 0 0 0 0,0-1-1 0 0,1 0 1 0 0,0 0-1 0 0,0-1 1 0 0,0 0-1 0 0,1 0 1 0 0,0 0-1 0 0,0-1 1 0 0,1 0-1 0 0,0 0 1 0 0,-6-11-1 0 0,5 7-90 0 0,0 0-1 0 0,0-1 0 0 0,1 0 0 0 0,1 0 0 0 0,0-1 0 0 0,1 1 0 0 0,0-1 1 0 0,-1-16-1 0 0,3 16-256 0 0,2 0 0 0 0,-1 0 0 0 0,2 0 0 0 0,0 0 0 0 0,0 0 0 0 0,1 0 0 0 0,1 0 0 0 0,9-22 0 0 0,-4 16-1121 0 0,1 0 0 0 0,0 0 0 0 0,2 1-1 0 0,22-28 1 0 0,-8 18-3671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0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40 232 3100 0 0,'-3'1'1148'0'0,"-34"8"5074"0"0,599-62-4426 0 0,-557 53-1780 0 0,880-138 1908 0 0,-783 117-2281 0 0,-98 20 164 0 0,-4 1 31 0 0,1 0 0 0 0,-1 0-1 0 0,1 0 1 0 0,0 0 0 0 0,-1 0 0 0 0,1 0 0 0 0,0 0 0 0 0,-1 0-1 0 0,1 0 1 0 0,-1 0 0 0 0,1 0 0 0 0,0-1 0 0 0,-1 1-1 0 0,1 0 1 0 0,-1 0 0 0 0,1-1 0 0 0,-1 1 0 0 0,1 0 0 0 0,-1-1-1 0 0,1 1 1 0 0,-1-1 0 0 0,1 1 0 0 0,-1-1 0 0 0,1 1 0 0 0,-1-1-1 0 0,0 1 1 0 0,1-1 0 0 0,-1 1 0 0 0,0-1 0 0 0,1 1-1 0 0,-1-1 1 0 0,0 1 0 0 0,0-1 0 0 0,1 0 0 0 0,-1 1 0 0 0,0-1-1 0 0,0 0 1 0 0,0 1 0 0 0,0-1 0 0 0,0 1 0 0 0,0-1-1 0 0,0 0 1 0 0,0 1 0 0 0,0-1 0 0 0,0 0 0 0 0,-1 1 0 0 0,1-1-1 0 0,0 1 1 0 0,0-1 0 0 0,-1 0 0 0 0,1 0 0 0 0,-1-6-1146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0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0 2608 0 0,'-27'2'1194'0'0,"22"-2"531"0"0,-2 2-810 0 0,6-2-816 0 0,0 0 1 0 0,1 0 0 0 0,-1 0 0 0 0,0 0-1 0 0,0 0 1 0 0,0 0 0 0 0,1 1 0 0 0,-1-1-1 0 0,0 0 1 0 0,0 0 0 0 0,1 1 0 0 0,-1-1-1 0 0,0 0 1 0 0,1 1 0 0 0,-1-1 0 0 0,0 1 0 0 0,1-1-1 0 0,-1 1 1 0 0,0 0 0 0 0,0 0-59 0 0,1-1 0 0 0,-1 1 1 0 0,1 0-1 0 0,-1 0 0 0 0,1 0 1 0 0,0 0-1 0 0,-1-1 0 0 0,1 1 1 0 0,0 0-1 0 0,0 0 0 0 0,0 0 1 0 0,0 0-1 0 0,0 0 0 0 0,0 0 1 0 0,0-1-1 0 0,0 1 0 0 0,0 0 1 0 0,0 0-1 0 0,0 0 0 0 0,0 0 1 0 0,1 0-1 0 0,-1 0 0 0 0,0-1 1 0 0,1 1-1 0 0,-1 0 1 0 0,0 0-1 0 0,2 1 0 0 0,-1 0 12 0 0,1-1 1 0 0,0 1-1 0 0,0 0 0 0 0,0 0 0 0 0,0-1 0 0 0,0 1 0 0 0,0-1 1 0 0,1 0-1 0 0,3 2 0 0 0,6 1 29 0 0,0 0 0 0 0,0 0 0 0 0,18 2 0 0 0,32 0-6 0 0,-40-5 33 0 0,0-1 1 0 0,0-1 0 0 0,27-4 0 0 0,-44 4 9 0 0,-1 0-60 0 0,7-1-27 0 0,-11 5 185 0 0,-17 11 366 0 0,0-1-438 0 0,5-1-64 0 0,0 0-1 0 0,1 1 1 0 0,0 0-1 0 0,1 0 0 0 0,0 1 1 0 0,1 0-1 0 0,1 1 1 0 0,1 0-1 0 0,-11 27 1 0 0,17-39-167 0 0,1-1 1 0 0,-1 1 0 0 0,0 0 0 0 0,1-1 0 0 0,-1 1 0 0 0,1 0 0 0 0,0-1 0 0 0,0 1 0 0 0,0 0 0 0 0,0 0 0 0 0,1-1 0 0 0,-1 1-1 0 0,1 0 1 0 0,-1-1 0 0 0,1 1 0 0 0,0 0 0 0 0,0-1 0 0 0,0 1 0 0 0,0-1 0 0 0,3 3 0 0 0,-1-1-592 0 0,0-1 0 0 0,0 1 0 0 0,1-1 1 0 0,-1 0-1 0 0,1-1 0 0 0,0 1 0 0 0,0-1 0 0 0,6 3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1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47 3512 0 0,'-1'-3'138'0'0,"1"1"0"0"0,-1-1-1 0 0,0 1 1 0 0,0 0 0 0 0,0-1 0 0 0,0 1-1 0 0,-1 0 1 0 0,1 0 0 0 0,-1 0-1 0 0,1 0 1 0 0,-1 0 0 0 0,0 0-1 0 0,1 0 1 0 0,-1 0 0 0 0,0 1 0 0 0,0-1-1 0 0,0 1 1 0 0,-1-1 0 0 0,1 1-1 0 0,0 0 1 0 0,-1 0 0 0 0,1 0-1 0 0,0 0 1 0 0,-1 0 0 0 0,1 1-1 0 0,-1-1 1 0 0,1 1 0 0 0,-1-1 0 0 0,1 1-1 0 0,-1 0 1 0 0,0 0 0 0 0,1 0-1 0 0,-6 1 1 0 0,-1 1 22 0 0,0 0-1 0 0,0 1 1 0 0,0 0-1 0 0,0 0 1 0 0,1 1-1 0 0,-1 0 1 0 0,1 1-1 0 0,0-1 1 0 0,0 2-1 0 0,1-1 1 0 0,-1 1 0 0 0,1 0-1 0 0,0 1 1 0 0,-8 10-1 0 0,6-6-35 0 0,1 0 0 0 0,0 1 0 0 0,1 0 0 0 0,1 1 0 0 0,-1 0 0 0 0,2 0 0 0 0,0 0 0 0 0,1 0-1 0 0,-4 21 1 0 0,6-27-134 0 0,1 0-1 0 0,0 1 1 0 0,0-1-1 0 0,1 0 1 0 0,0 1-1 0 0,0-1 1 0 0,1 1-1 0 0,0-1 1 0 0,0 0-1 0 0,1 1 1 0 0,0-1-1 0 0,0 0 1 0 0,1 0-1 0 0,0 0 0 0 0,0-1 1 0 0,0 1-1 0 0,1-1 1 0 0,0 1-1 0 0,0-1 1 0 0,1 0-1 0 0,0-1 1 0 0,0 1-1 0 0,0-1 1 0 0,0 0-1 0 0,1 0 1 0 0,0-1-1 0 0,0 1 1 0 0,1-2-1 0 0,-1 1 1 0 0,1 0-1 0 0,-1-1 0 0 0,1 0 1 0 0,10 2-1 0 0,-4-2-222 0 0,0 0 0 0 0,0-1-1 0 0,0 0 1 0 0,1-1 0 0 0,-1 0-1 0 0,0-2 1 0 0,0 1 0 0 0,1-1-1 0 0,-1-1 1 0 0,22-6-1 0 0,-15 1-688 0 0,1 0 0 0 0,-2-1 1 0 0,1-2-1 0 0,-1 0 0 0 0,33-23 0 0 0,-19 10-2408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2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66 3296 0 0,'-1'-4'1102'0'0,"-18"-55"2741"0"0,17 56-2852 0 0,2 4-977 0 0,0-1 1 0 0,0 0 0 0 0,0 0 0 0 0,0 1 0 0 0,0-1-1 0 0,0 0 1 0 0,0 0 0 0 0,-1 1 0 0 0,1-1 0 0 0,0 0-1 0 0,0 0 1 0 0,0 1 0 0 0,0-1 0 0 0,-1 0 0 0 0,1 0-1 0 0,0 0 1 0 0,0 1 0 0 0,0-1 0 0 0,-1 0 0 0 0,1 0 0 0 0,0 0-1 0 0,0 0 1 0 0,-1 0 0 0 0,1 0 0 0 0,0 1 0 0 0,0-1-1 0 0,-1 0 1 0 0,1 0 0 0 0,0 0 0 0 0,0 0 0 0 0,-1 0-1 0 0,1 0 1 0 0,-1 0 0 0 0,1 0 0 0 0,-1 0-1 0 0,1 0 1 0 0,-1 0-1 0 0,1 1 1 0 0,-1-1 0 0 0,1 0-1 0 0,-1 0 1 0 0,1 0 0 0 0,-1 1-1 0 0,1-1 1 0 0,0 0 0 0 0,-1 0-1 0 0,1 1 1 0 0,-1-1 0 0 0,1 1-1 0 0,0-1 1 0 0,-1 0 0 0 0,1 1-1 0 0,0-1 1 0 0,0 1-1 0 0,-1-1 1 0 0,1 0 0 0 0,0 1-1 0 0,0-1 1 0 0,0 1 0 0 0,-1-1-1 0 0,1 1 1 0 0,0-1 0 0 0,0 1-1 0 0,0-1 1 0 0,0 2 0 0 0,-11 51 440 0 0,3 0 1 0 0,-1 63-1 0 0,5 113-360 0 0,4-200-51 0 0,2 23 106 0 0,-1-48-64 0 0,2-6-84 0 0,1-1 6 0 0,0 0-1 0 0,0-1 1 0 0,-1 0 0 0 0,0 1-1 0 0,1-1 1 0 0,-1 0 0 0 0,-1 0 0 0 0,1-1-1 0 0,0 1 1 0 0,-1-1 0 0 0,0 1-1 0 0,0-1 1 0 0,-1 0 0 0 0,3-7-1 0 0,1-3 53 0 0,1 0-1 0 0,11-21 0 0 0,-13 30-53 0 0,-1-1 0 0 0,1 1-1 0 0,1 0 1 0 0,-1 0-1 0 0,1 1 1 0 0,0 0-1 0 0,1-1 1 0 0,-1 2-1 0 0,1-1 1 0 0,0 0 0 0 0,8-4-1 0 0,-9 7-3 0 0,-1 3 1 0 0,-1-1 0 0 0,-1 0-3 0 0,-1 0 0 0 0,0-1-1 0 0,0 1 1 0 0,0 0-1 0 0,0 0 1 0 0,1 0-1 0 0,-1 0 1 0 0,0 1 0 0 0,0-1-1 0 0,0 0 1 0 0,1 0-1 0 0,-1 1 1 0 0,0-1-1 0 0,1 2 1 0 0,2 0 3 0 0,-1 0 0 0 0,1 1 0 0 0,-1 0 0 0 0,0 0 0 0 0,0 0 0 0 0,0 0 1 0 0,-1 0-1 0 0,1 0 0 0 0,3 8 0 0 0,4 6-64 0 0,-2 0 0 0 0,12 32 0 0 0,-14-32-158 0 0,1 1 0 0 0,15 25 0 0 0,-20-40 138 0 0,0 0 0 0 0,0 0 0 0 0,1-1 1 0 0,0 0-1 0 0,-1 1 0 0 0,1-1 0 0 0,0 0 0 0 0,0 0 0 0 0,0-1 1 0 0,0 1-1 0 0,0 0 0 0 0,1-1 0 0 0,-1 0 0 0 0,0 0 1 0 0,1 0-1 0 0,-1 0 0 0 0,1-1 0 0 0,-1 1 0 0 0,1-1 1 0 0,-1 0-1 0 0,1 0 0 0 0,-1 0 0 0 0,6-1 0 0 0,3 0-151 0 0,1-2-1 0 0,-1 1 1 0 0,1-1-1 0 0,21-10 0 0 0,-20 7 187 0 0,-1-1-1 0 0,0 0 0 0 0,-1-1 0 0 0,0 0 0 0 0,0-1 0 0 0,-1-1 0 0 0,0 0 0 0 0,0 0 1 0 0,-1-1-1 0 0,-1-1 0 0 0,0 1 0 0 0,0-1 0 0 0,-1-1 0 0 0,-1 0 0 0 0,9-20 0 0 0,-10 11 331 0 0,-6 17-220 0 0,1 0 188 0 0,-1 0 21 0 0,1-15-18 0 0,-1 15-20 0 0,-2 1-34 0 0,-4-11-25 0 0,4 11 16 0 0,1 4-183 0 0,1 0 1 0 0,0 0 0 0 0,-1 0-1 0 0,1 0 1 0 0,0 0-1 0 0,-1 0 1 0 0,1-1-1 0 0,0 1 1 0 0,-1 0-1 0 0,1 0 1 0 0,-1 0 0 0 0,1 0-1 0 0,0 0 1 0 0,0-1-1 0 0,-1 1 1 0 0,1 0-1 0 0,0 0 1 0 0,-1-1-1 0 0,1 1 1 0 0,0 0 0 0 0,0 0-1 0 0,-1-1 1 0 0,1 1-1 0 0,0 0 1 0 0,0-1-1 0 0,0 1 1 0 0,-1-1-1 0 0,1 1 4 0 0,0-1-1 0 0,0 1 0 0 0,-1 0 0 0 0,1-1 0 0 0,0 1 0 0 0,-1-1 0 0 0,1 1 0 0 0,0 0 0 0 0,-1-1 0 0 0,1 1 0 0 0,-1 0 0 0 0,1-1 0 0 0,0 1 0 0 0,-1 0 0 0 0,1 0 0 0 0,-1-1 0 0 0,1 1 0 0 0,-1 0 0 0 0,1 0 0 0 0,-1 0 0 0 0,1 0 0 0 0,-1-1 0 0 0,1 1 0 0 0,-1 0 0 0 0,1 0 0 0 0,-1 0 0 0 0,1 0 0 0 0,-1 0 0 0 0,1 1 1 0 0,-1-1-1 0 0,0 0 0 0 0,-5 1 40 0 0,0 1 0 0 0,0 0 0 0 0,0 0 0 0 0,0 0 1 0 0,1 1-1 0 0,-1 0 0 0 0,1 0 0 0 0,-1 0 0 0 0,-6 7 1 0 0,4-2-21 0 0,0 0 1 0 0,0 1 0 0 0,1 0 0 0 0,1 1 0 0 0,-1-1-1 0 0,2 1 1 0 0,-1 0 0 0 0,1 1 0 0 0,1-1 0 0 0,-5 15-1 0 0,7-19-26 0 0,0 0-1 0 0,1 0 0 0 0,0 1 1 0 0,0-1-1 0 0,0 11 0 0 0,0-11-3 0 0,1-2 14 0 0,0-2-13 0 0,0 0 1 0 0,0-1 0 0 0,0 1-1 0 0,0 0 1 0 0,0 0-1 0 0,1-1 1 0 0,-1 1 0 0 0,0 0-1 0 0,1-1 1 0 0,0 1 0 0 0,1 3-1 0 0,-2-5 0 0 0,1 5-13 0 0,-1-5 10 0 0,1 0 0 0 0,-1 0-1 0 0,0 0 1 0 0,0 0 0 0 0,1 0-1 0 0,-1 0 1 0 0,0 0 0 0 0,1 0-1 0 0,-1 1 1 0 0,0-1 0 0 0,0 0-1 0 0,1 0 1 0 0,-1 0 0 0 0,0 0 0 0 0,0 1-1 0 0,0-1 1 0 0,1 0 0 0 0,-1 0-1 0 0,0 1 1 0 0,0-1 0 0 0,0 0-1 0 0,1 0 1 0 0,-1 1 0 0 0,0-1-1 0 0,0 0 1 0 0,0 0 0 0 0,0 1-1 0 0,0-1 1 0 0,0 0 0 0 0,0 1-1 0 0,0-1 1 0 0,0 0 0 0 0,0 1-1 0 0,1 0 0 0 0,-1-1-1 0 0,0 1 0 0 0,0 0 0 0 0,0-1 0 0 0,1 1 0 0 0,-1-1 1 0 0,0 1-1 0 0,1 0 0 0 0,-1-1 0 0 0,0 1 0 0 0,1-1 0 0 0,-1 1 1 0 0,1-1-1 0 0,-1 1 0 0 0,1-1 0 0 0,-1 1 0 0 0,1-1 0 0 0,-1 1 1 0 0,1-1-1 0 0,-1 0 0 0 0,1 1 0 0 0,0-1 0 0 0,-1 0 0 0 0,1 1 1 0 0,1-1-1 0 0,2 1 1 0 0,0-1 1 0 0,0 1-1 0 0,0-1 1 0 0,1 0-1 0 0,-1 0 1 0 0,0-1-1 0 0,0 1 1 0 0,1-1-1 0 0,-1 0 0 0 0,0 0 1 0 0,0-1-1 0 0,0 1 1 0 0,0-1-1 0 0,0 1 1 0 0,-1-1-1 0 0,1-1 1 0 0,4-2-1 0 0,0-1 123 0 0,0-1-1 0 0,-1-1 1 0 0,0 1-1 0 0,0-1 1 0 0,0 0 0 0 0,-1-1-1 0 0,0 0 1 0 0,-1 0-1 0 0,0 0 1 0 0,6-16-1 0 0,-10 21 94 0 0,8-17 458 0 0,-8 17-577 0 0,5-6 95 0 0,-7 25 225 0 0,0 21-321 0 0,3-17-870 0 0,1-1 0 0 0,1 0 0 0 0,10 31 0 0 0,-13-46-134 0 0,1 0-274 0 0,-1 0 684 0 0,1 5-16 0 0,2-3-2751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1 127 2540 0 0,'14'-48'4567'0'0,"-12"45"-3946"0"0,0-1-99 0 0,27-23 853 0 0,-25 25-1170 0 0,0 2-61 0 0,1 0-112 0 0,1 0 0 0 0,-1 1 0 0 0,1-1 0 0 0,-1 1 0 0 0,1 1 0 0 0,-1-1 0 0 0,0 1 0 0 0,1 0-1 0 0,-1 0 1 0 0,0 0 0 0 0,-1 1 0 0 0,1 0 0 0 0,0 0 0 0 0,-1 0 0 0 0,1 1 0 0 0,6 6 0 0 0,-4-3-32 0 0,-1 0 1 0 0,1 1-1 0 0,-1-1 0 0 0,-1 2 1 0 0,1-1-1 0 0,-1 1 1 0 0,-1-1-1 0 0,6 15 0 0 0,-9-20 38 0 0,-3 44 356 0 0,1-44-51 0 0,1-2-321 0 0,0 0 0 0 0,0-1 0 0 0,0 1 0 0 0,0-1 0 0 0,0 1 0 0 0,0 0 0 0 0,0-1-1 0 0,0 1 1 0 0,0-1 0 0 0,0 1 0 0 0,-1 0 0 0 0,1-1 0 0 0,0 1 0 0 0,0-1 0 0 0,-1 1 0 0 0,1-1 0 0 0,0 1 0 0 0,-1-1 0 0 0,1 1 0 0 0,0-1-1 0 0,-1 1 1 0 0,1-1 0 0 0,-1 0 0 0 0,1 1 0 0 0,-1-1 0 0 0,1 1 0 0 0,-1-1 0 0 0,1 0 0 0 0,-1 0 0 0 0,1 1 0 0 0,-1-1 0 0 0,1 0 0 0 0,-1 0 0 0 0,1 0-1 0 0,-1 1 1 0 0,0-1 0 0 0,1 0 0 0 0,-1 0 0 0 0,1 0 0 0 0,-1 0 0 0 0,0 0 0 0 0,1 0 0 0 0,-1 0 0 0 0,1 0 0 0 0,-1-1 0 0 0,0 1 0 0 0,1 0-1 0 0,-1 0 1 0 0,1 0 0 0 0,-1-1 0 0 0,1 1 0 0 0,-1-1 0 0 0,-24-13 568 0 0,23 12-444 0 0,1 0-117 0 0,0 0 0 0 0,0 1 1 0 0,1-1-1 0 0,-1 0 1 0 0,1 0-1 0 0,-1 0 0 0 0,1 0 1 0 0,-1 0-1 0 0,1-3 1 0 0,-1 1 56 0 0,1-4-101 0 0,1 1 1 0 0,0-1 0 0 0,0 1-1 0 0,1-1 1 0 0,0 1-1 0 0,0 0 1 0 0,1-1 0 0 0,0 1-1 0 0,0 1 1 0 0,1-1 0 0 0,-1 0-1 0 0,1 1 1 0 0,1 0 0 0 0,0 0-1 0 0,5-6 1 0 0,-2 3-479 0 0,1 1-1 0 0,0 0 1 0 0,1 1 0 0 0,-1 0 0 0 0,1 0-1 0 0,1 1 1 0 0,-1 0 0 0 0,16-6-1 0 0,-3 7-2020 0 0,-20 5 166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23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249 33 3340 0 0,'2'-2'1302'0'0,"-1"2"-1118"0"0,-1 0-1 0 0,1-1 0 0 0,-1 1 0 0 0,1-1 1 0 0,-1 1-1 0 0,1-1 0 0 0,-1 1 0 0 0,1-1 0 0 0,-1 1 1 0 0,0-1-1 0 0,1 1 0 0 0,-1-1 0 0 0,0 1 0 0 0,1-1 1 0 0,-1 1-1 0 0,0-1 0 0 0,0 0 0 0 0,0 1 1 0 0,0-1-1 0 0,0 0 0 0 0,1 1 0 0 0,-1-1 0 0 0,0 0 1 0 0,0 1-1 0 0,0-1 0 0 0,-1 1 0 0 0,1-1 1 0 0,0 0-1 0 0,0 1 0 0 0,0-1 0 0 0,0 0 0 0 0,-1 0 1 0 0,-3-7-482 0 0,1 5 689 0 0,-8 2-249 0 0,0 2 1 0 0,0-1 0 0 0,-1 1 0 0 0,1 1 0 0 0,0 0 0 0 0,0 1 0 0 0,0 0-1 0 0,1 1 1 0 0,-1 0 0 0 0,1 0 0 0 0,0 1 0 0 0,0 1 0 0 0,0-1-1 0 0,1 2 1 0 0,0-1 0 0 0,-9 9 0 0 0,12-9-129 0 0,0 0 0 0 0,0 1 0 0 0,1 0 1 0 0,0 0-1 0 0,0 0 0 0 0,0 1 0 0 0,1 0 0 0 0,0-1 0 0 0,0 2 1 0 0,1-1-1 0 0,1 0 0 0 0,-1 1 0 0 0,1-1 0 0 0,-2 15 1 0 0,4-21-62 0 0,1 1 1 0 0,-1 0 0 0 0,0 0 0 0 0,1 0 0 0 0,-1 0 0 0 0,1 0-1 0 0,0 0 1 0 0,0 0 0 0 0,0-1 0 0 0,1 1 0 0 0,-1-1 0 0 0,4 6 0 0 0,-4-6 62 0 0,2 2-119 0 0,0-2-15 0 0,-1 0 101 0 0,0-1-1 0 0,1 0 1 0 0,-1 0-1 0 0,1 0 1 0 0,-1-1-1 0 0,0 1 1 0 0,1 0-1 0 0,-1-1 1 0 0,1 0-1 0 0,0 0 1 0 0,-1 1-1 0 0,1-1 0 0 0,-1-1 1 0 0,1 1-1 0 0,-1 0 1 0 0,4-1-1 0 0,0-1 2 0 0,-1 0 0 0 0,1 0-1 0 0,-1-1 1 0 0,0 1-1 0 0,0-1 1 0 0,0 0 0 0 0,5-4-1 0 0,5-6 286 0 0,0-1-1 0 0,-1 0 0 0 0,21-27 1 0 0,-30 35-147 0 0,1-1 337 0 0,0 1 0 0 0,-1-1 1 0 0,0 0-1 0 0,5-9 0 0 0,0 62-345 0 0,-6 28 182 0 0,3-1 0 0 0,3 0 0 0 0,29 100 0 0 0,7 50 160 0 0,-41-189-421 0 0,0-6 7 0 0,-1 0 1 0 0,-1 0-1 0 0,-2 46 1 0 0,-1-72-45 0 0,0 0 0 0 0,0 0 0 0 0,-1 0 0 0 0,1 0 1 0 0,0 0-1 0 0,-1-1 0 0 0,1 1 0 0 0,-1 0 1 0 0,0 0-1 0 0,0-1 0 0 0,1 1 0 0 0,-1 0 0 0 0,0-1 1 0 0,0 1-1 0 0,-1-1 0 0 0,1 1 0 0 0,0-1 0 0 0,0 0 1 0 0,-1 1-1 0 0,1-1 0 0 0,-1 0 0 0 0,1 0 1 0 0,-1 0-1 0 0,1 0 0 0 0,-1 0 0 0 0,0 0 0 0 0,1-1 1 0 0,-1 1-1 0 0,0 0 0 0 0,0-1 0 0 0,0 0 0 0 0,1 1 1 0 0,-1-1-1 0 0,0 0 0 0 0,0 0 0 0 0,-2 0 1 0 0,-3 0-9 0 0,0-1 1 0 0,0 0 0 0 0,0 0-1 0 0,0-1 1 0 0,0 0 0 0 0,0 0-1 0 0,-11-6 1 0 0,9 3-6 0 0,-1-1 1 0 0,1 0-1 0 0,0 0 1 0 0,0-1-1 0 0,0 0 1 0 0,1 0-1 0 0,0-1 0 0 0,1 0 1 0 0,0 0-1 0 0,0-1 1 0 0,1 0-1 0 0,0-1 0 0 0,0 1 1 0 0,1-1-1 0 0,1 0 1 0 0,-1 0-1 0 0,2 0 1 0 0,-1-1-1 0 0,1 0 0 0 0,-2-17 1 0 0,5 18-139 0 0,-1-1-1 0 0,2 0 1 0 0,-1 0 0 0 0,2 1 0 0 0,-1-1 0 0 0,2 1-1 0 0,-1-1 1 0 0,1 1 0 0 0,1 0 0 0 0,0 0 0 0 0,7-14-1 0 0,4-3-679 0 0,1 1 0 0 0,31-36 0 0 0,117-153-4352 0 0,-163 214 5220 0 0,0-1 0 0 0,0 1 0 0 0,0 0 0 0 0,0-1-1 0 0,-1 1 1 0 0,1 0 0 0 0,0-1 0 0 0,-1 1 0 0 0,1-1 0 0 0,-1 1 0 0 0,1-1 0 0 0,-1 1 0 0 0,0-1-1 0 0,0 1 1 0 0,0-1 0 0 0,0 0 0 0 0,0 1 0 0 0,0-1 0 0 0,0 1 0 0 0,0-1 0 0 0,0 1 0 0 0,-1-1-1 0 0,0-1 1 0 0,0 0-63 0 0,1 0 671 0 0,-11 2-390 0 0,11 1-234 0 0,0 1 0 0 0,1-1 1 0 0,-1 0-1 0 0,0 0 0 0 0,0 0 1 0 0,0 1-1 0 0,0-1 1 0 0,1 0-1 0 0,-1 0 0 0 0,0 1 1 0 0,0-1-1 0 0,0 0 0 0 0,0 0 1 0 0,0 1-1 0 0,0-1 1 0 0,0 0-1 0 0,0 0 0 0 0,0 1 1 0 0,0-1-1 0 0,0 0 0 0 0,0 1 1 0 0,0-1-1 0 0,0 0 1 0 0,0 0-1 0 0,0 1 0 0 0,0-1 1 0 0,0 0-1 0 0,0 0 0 0 0,0 1 1 0 0,0-1-1 0 0,0 0 1 0 0,-1 0-1 0 0,1 1 0 0 0,0-1 1 0 0,0 0-1 0 0,0 0 0 0 0,0 0 1 0 0,-1 1-1 0 0,1-1 1 0 0,0 0-1 0 0,0 0 0 0 0,0 0 1 0 0,-1 0-1 0 0,1 1 0 0 0,0-1 1 0 0,0 0-1 0 0,-1 0 1 0 0,1 0-1 0 0,0 0 0 0 0,0 0 1 0 0,-1 0-1 0 0,1 0 0 0 0,0 0 1 0 0,0 0-1 0 0,-1 0 1 0 0,1 0-1 0 0,0 0 0 0 0,-1 0 1 0 0,1 0-1 0 0,0 0 0 0 0,0 0 1 0 0,-1 0-1 0 0,1 0 1 0 0,0 0-1 0 0,0 0 0 0 0,-1 0 1 0 0,1 0-1 0 0,0-1 0 0 0,-1 1 1 0 0,3 4-149 0 0,-1 0 251 0 0,20 0 180 0 0,-16-4-126 0 0,1 0-30 0 0,7-1 0 0 0,1-1 0 0 0,0-1 0 0 0,-1 0 0 0 0,0 0 0 0 0,21-9 0 0 0,-27 9-75 0 0,0 0 1 0 0,0-1-1 0 0,0 0 1 0 0,-1 0 0 0 0,1-1-1 0 0,-1 1 1 0 0,0-1-1 0 0,0-1 1 0 0,-1 1-1 0 0,1-1 1 0 0,-1 0-1 0 0,-1 0 1 0 0,1-1-1 0 0,-1 1 1 0 0,4-9 0 0 0,-6 11-34 0 0,-2-1-12 0 0,2-14-18 0 0,-1 14 4 0 0,-3 1-12 0 0,1 2-2 0 0,1-1 0 0 0,-1 0 0 0 0,0 1 0 0 0,-1-1 1 0 0,1 1-1 0 0,0-1 0 0 0,-1 1 0 0 0,0 0 0 0 0,1-1 0 0 0,-1 1 0 0 0,0 0 0 0 0,0 0 0 0 0,0 0 0 0 0,0 0 0 0 0,-1 1 0 0 0,1-1 0 0 0,0 1 0 0 0,-1-1 0 0 0,1 1 0 0 0,-1 0 0 0 0,0 0 1 0 0,-3-1-1 0 0,0 1-7 0 0,1 0 1 0 0,-1 1 0 0 0,0 0-1 0 0,0 1 1 0 0,0-1 0 0 0,1 1-1 0 0,-1 0 1 0 0,0 0 0 0 0,1 1-1 0 0,-1 0 1 0 0,-9 4 0 0 0,11-4 25 0 0,1 0 0 0 0,0 0 0 0 0,0 1 0 0 0,0-1 0 0 0,0 1 0 0 0,0-1 1 0 0,0 1-1 0 0,1 0 0 0 0,-1 0 0 0 0,1 1 0 0 0,0-1 0 0 0,0 0 0 0 0,0 1 0 0 0,0-1 1 0 0,1 1-1 0 0,0-1 0 0 0,-1 1 0 0 0,1 0 0 0 0,0 0 0 0 0,1 0 0 0 0,-1-1 1 0 0,1 1-1 0 0,0 0 0 0 0,0 0 0 0 0,0 0 0 0 0,0 0 0 0 0,0 0 0 0 0,1 0 1 0 0,0-1-1 0 0,0 1 0 0 0,0 0 0 0 0,0 0 0 0 0,1-1 0 0 0,-1 1 0 0 0,1-1 0 0 0,3 5 1 0 0,-2-2 62 0 0,1-1 1 0 0,0 1-1 0 0,0-1 1 0 0,0 1-1 0 0,1-1 1 0 0,-1 0-1 0 0,2-1 1 0 0,-1 1-1 0 0,0-1 1 0 0,1 0-1 0 0,-1 0 1 0 0,1-1-1 0 0,0 0 1 0 0,1 0-1 0 0,10 4 1 0 0,-3-5-55 0 0,1 1 1 0 0,0-2 0 0 0,-1 0-1 0 0,1-1 1 0 0,0 0 0 0 0,-1-1-1 0 0,1-1 1 0 0,0-1 0 0 0,-1 1-1 0 0,0-2 1 0 0,1 0-1 0 0,-2-1 1 0 0,19-9 0 0 0,-13 5-520 0 0,0-1 1 0 0,0-1-1 0 0,26-20 1 0 0,-31 20-631 0 0,0-1 1 0 0,-2 0 0 0 0,1-1-1 0 0,14-20 1 0 0,-18 19-1810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6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60 4152 0 0,'0'0'5122'0'0,"-3"2"-4481"0"0,0 0-477 0 0,1-1 0 0 0,0 1 0 0 0,1 0 0 0 0,-1-1 0 0 0,0 1 0 0 0,0 0 0 0 0,1 0 0 0 0,-1 1 0 0 0,1-1 0 0 0,-2 3 0 0 0,2-2 103 0 0,-6 17 482 0 0,4 1-570 0 0,3-17 51 0 0,0-4-229 0 0,0 0 0 0 0,0 0 0 0 0,0 0 1 0 0,0 0-1 0 0,1 0 0 0 0,-1 0 0 0 0,0 0 0 0 0,0 1 1 0 0,0-1-1 0 0,0 0 0 0 0,0 0 0 0 0,1 0 0 0 0,-1 0 1 0 0,0 0-1 0 0,0 0 0 0 0,0 1 0 0 0,0-1 0 0 0,0 0 1 0 0,0 0-1 0 0,0 0 0 0 0,1 0 0 0 0,-1 0 0 0 0,0 1 1 0 0,0-1-1 0 0,0 0 0 0 0,0 0 0 0 0,0 0 0 0 0,0 0 0 0 0,0 1 1 0 0,0-1-1 0 0,0 0 0 0 0,0 0 0 0 0,0 0 0 0 0,0 1 1 0 0,0-1-1 0 0,0 0 0 0 0,0 0 0 0 0,0 0 0 0 0,0 0 1 0 0,-1 1-1 0 0,1-1 0 0 0,0 0 0 0 0,2 9 1 0 0,-1-9 3 0 0,0 1 0 0 0,0-1 1 0 0,0 0-1 0 0,0 1 1 0 0,0-1-1 0 0,0 0 0 0 0,0 0 1 0 0,0 0-1 0 0,0 0 1 0 0,1 0-1 0 0,-1 0 0 0 0,0-1 1 0 0,0 1-1 0 0,0 0 1 0 0,0 0-1 0 0,0-1 0 0 0,1 0 1 0 0,1 0-13 0 0,0-2 0 0 0,0 1 0 0 0,0 0-1 0 0,0-1 1 0 0,0 1 0 0 0,-1-1 0 0 0,1 0 0 0 0,-1 0 0 0 0,0 0 0 0 0,0 0 0 0 0,0 0-1 0 0,0-1 1 0 0,-1 1 0 0 0,1-1 0 0 0,-1 1 0 0 0,0-1 0 0 0,0 1 0 0 0,1-7 0 0 0,-1-6-25 0 0,0 12-9 0 0,-5-16-24 0 0,3 17 37 0 0,0-1 16 0 0,0 1 1 0 0,-1-1 0 0 0,0 1 0 0 0,1 0-1 0 0,-1 0 1 0 0,0 0 0 0 0,-1 0 0 0 0,1 0 0 0 0,-4-4-1 0 0,6 7 11 0 0,-3-3-24 0 0,-16 0-13 0 0,15 2 51 0 0,2 2-8 0 0,0-1 0 0 0,1 1 0 0 0,-1-1 0 0 0,0 1 0 0 0,0 0 0 0 0,1 0 1 0 0,-1 0-1 0 0,1 0 0 0 0,-1 0 0 0 0,1 0 0 0 0,-1 0 0 0 0,1 0 1 0 0,-1 1-1 0 0,1-1 0 0 0,0 0 0 0 0,0 1 0 0 0,-2 2 0 0 0,-1 2 9 0 0,1-1 0 0 0,0 0 0 0 0,0 1-1 0 0,0 0 1 0 0,-2 7 0 0 0,-9 44 194 0 0,12-47-168 0 0,0 13 1 0 0,4-5 4 0 0,-2-10-45 0 0,0 1 0 0 0,1-1 0 0 0,0 0 1 0 0,0 0-1 0 0,1 0 0 0 0,0 0 0 0 0,0 0 0 0 0,1-1 1 0 0,0 1-1 0 0,1-1 0 0 0,-1 0 0 0 0,1 1 0 0 0,1-2 1 0 0,-1 1-1 0 0,1 0 0 0 0,9 8 0 0 0,-13-14-16 0 0,0 0-1 0 0,0 0 0 0 0,0-1 1 0 0,0 1-1 0 0,0 0 0 0 0,0-1 1 0 0,0 1-1 0 0,0 0 0 0 0,0-1 1 0 0,0 0-1 0 0,0 1 0 0 0,0-1 1 0 0,1 0-1 0 0,-1 1 0 0 0,2-1 1 0 0,1 1-60 0 0,0 0-247 0 0,2-1-87 0 0,3-2 133 0 0,0 0-1 0 0,1 0 1 0 0,-1-1 0 0 0,-1 0 0 0 0,1-1 0 0 0,0 0 0 0 0,-1 0-1 0 0,0-1 1 0 0,0 0 0 0 0,15-12 0 0 0,-16 10 195 0 0,-1-1 1 0 0,1 0-1 0 0,-1 0 0 0 0,-1-1 1 0 0,0 0-1 0 0,0 0 0 0 0,0 0 1 0 0,-1-1-1 0 0,-1 0 1 0 0,1 1-1 0 0,-2-1 0 0 0,1 0 1 0 0,-1 0-1 0 0,-1-1 0 0 0,1-18 1 0 0,-2 25 239 0 0,0 0 62 0 0,3-40 705 0 0,-3 40 494 0 0,1 5-1396 0 0,0-1 0 0 0,0 0 0 0 0,0 1 0 0 0,0-1 0 0 0,0 1 0 0 0,0-1 0 0 0,0 1 0 0 0,0 0 0 0 0,0 0 0 0 0,0-1 0 0 0,0 1 0 0 0,0 0 0 0 0,-1 0 0 0 0,1 0 0 0 0,0 0 0 0 0,0 0 0 0 0,-1 0 0 0 0,1 0 0 0 0,-1 0 0 0 0,1 0 0 0 0,-1 0 0 0 0,1 0 0 0 0,-1 0 0 0 0,1 2 1 0 0,7 37 556 0 0,4 66 410 0 0,-11-102-916 0 0,-1 1-2 0 0,5 37 483 0 0,-5-38-86 0 0,8-21-629 0 0,17-71-149 0 0,11 31 124 0 0,-33 54 146 0 0,0 0 24 0 0,12-7 7 0 0,-12 8-4 0 0,2 2 30 0 0,0 0-14 0 0,0 0 1 0 0,0 1-1 0 0,0 0 1 0 0,0 0-1 0 0,0 0 1 0 0,7 4 0 0 0,-9-3-29 0 0,5 8-2 0 0,-8-10 31 0 0,0 1 0 0 0,0-1-1 0 0,1 0 1 0 0,-1 1-1 0 0,0-1 1 0 0,0 1-1 0 0,0-1 1 0 0,0 1 0 0 0,1-1-1 0 0,-1 0 1 0 0,0 1-1 0 0,0-1 1 0 0,1 0 0 0 0,-1 1-1 0 0,0-1 1 0 0,1 0-1 0 0,-1 1 1 0 0,1-1-1 0 0,-1 0 1 0 0,0 0 0 0 0,1 1-1 0 0,-1-1 1 0 0,1 0-1 0 0,-1 0 1 0 0,1 1 0 0 0,1 2-14 0 0,6 13-3 0 0,-6-12 58 0 0,5 19-47 0 0,-6-19-17 0 0,3 11 48 0 0,-3-11 586 0 0,1-8-891 0 0,5-15 238 0 0,-1 1-8 0 0,1 1 1 0 0,18-31-1 0 0,-23 45 36 0 0,1 0 5 0 0,12-10 19 0 0,0 5-1 0 0,-12 6-24 0 0,0 2 13 0 0,0 1-1 0 0,-1 0 1 0 0,1-1-1 0 0,0 1 1 0 0,-1 0-1 0 0,0 0 1 0 0,1 0-1 0 0,-1 0 1 0 0,1 1-1 0 0,-1-1 1 0 0,0 1-1 0 0,0-1 1 0 0,0 1-1 0 0,0 0 1 0 0,0 0-1 0 0,0 0 1 0 0,0 0-1 0 0,-1 0 1 0 0,1 0-1 0 0,-1 0 1 0 0,1 0-1 0 0,-1 1 1 0 0,0-1-1 0 0,2 5 1 0 0,-1-2 3 0 0,7 31-8 0 0,-6-17-63 0 0,-3-16-39 0 0,1 2-68 0 0,1 14-70 0 0,-2-14-63 0 0,2 1-201 0 0,0 6 119 0 0,23-16-11412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7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3104 0 0,'0'0'1810'0'0,"2"-3"-1062"0"0,-1 2-657 0 0,-1 1-1 0 0,1-1 1 0 0,0 0 0 0 0,-1 0 0 0 0,1 1-1 0 0,0-1 1 0 0,0 0 0 0 0,-1 1 0 0 0,1-1-1 0 0,0 1 1 0 0,0-1 0 0 0,0 1 0 0 0,0-1-1 0 0,0 1 1 0 0,0 0 0 0 0,0-1 0 0 0,0 1-1 0 0,0 0 1 0 0,0 0 0 0 0,0 0 0 0 0,0-1-1 0 0,0 1 1 0 0,0 0 0 0 0,0 1 0 0 0,0-1 0 0 0,0 0-1 0 0,0 0 1 0 0,0 0 0 0 0,0 1 0 0 0,0-1-1 0 0,0 0 1 0 0,0 1 0 0 0,0-1 0 0 0,0 1-1 0 0,0-1 1 0 0,-1 1 0 0 0,1-1 0 0 0,0 1-1 0 0,0 0 1 0 0,0 0 0 0 0,5 5 69 0 0,-1 0-1 0 0,0 1 1 0 0,-1 0 0 0 0,0-1-1 0 0,0 1 1 0 0,0 1 0 0 0,-1-1-1 0 0,0 1 1 0 0,3 10 0 0 0,-4-14-106 0 0,-1 0 96 0 0,0 0 7 0 0,2 42 420 0 0,-3-42-339 0 0,0 0-126 0 0,0 0-169 0 0,-3 22 1342 0 0,-1-21-633 0 0,-3-14-761 0 0,5 6 189 0 0,2-2-43 0 0,-1-1-48 0 0,0-1-1 0 0,0 0 1 0 0,1 0 0 0 0,0 1-1 0 0,0-1 1 0 0,0 0 0 0 0,1 0 0 0 0,0 0-1 0 0,1 1 1 0 0,-1-1 0 0 0,1 1-1 0 0,0-1 1 0 0,1 1 0 0 0,0 0 0 0 0,0 0-1 0 0,0 0 1 0 0,7-9 0 0 0,16-12-27 0 0,-23 25 10 0 0,8-3 17 0 0,-11 4 10 0 0,1 1 0 0 0,-1-1 0 0 0,1 1 0 0 0,-1-1 0 0 0,1 1 0 0 0,0-1 0 0 0,-1 1 0 0 0,1-1 0 0 0,0 1 0 0 0,-1 0-1 0 0,1-1 1 0 0,0 1 0 0 0,-1 0 0 0 0,1 0 0 0 0,0 0 0 0 0,0-1 0 0 0,-1 1 0 0 0,1 0 0 0 0,0 0 0 0 0,0 0 0 0 0,0 0 0 0 0,-1 0 0 0 0,2 1 0 0 0,1-2 8 0 0,1 2 0 0 0,-1-1-1 0 0,0 0 1 0 0,0 0 0 0 0,0 1-1 0 0,0 0 1 0 0,0 0 0 0 0,0 0-1 0 0,0 0 1 0 0,0 0 0 0 0,0 0-1 0 0,0 1 1 0 0,0-1 0 0 0,-1 1-1 0 0,1 0 1 0 0,-1 0 0 0 0,1 0-1 0 0,-1 0 1 0 0,0 1 0 0 0,3 2-1 0 0,14 39 89 0 0,-17-39-66 0 0,-2 0-44 0 0,2 20 226 0 0,-4 47-1 0 0,2-69 140 0 0,-1-4-363 0 0,0 1 4 0 0,0-1 0 0 0,0 0 0 0 0,0 0 0 0 0,0 1 0 0 0,1-1 0 0 0,-1 0-1 0 0,0 0 1 0 0,1 0 0 0 0,-1 0 0 0 0,1 0 0 0 0,-1 0 0 0 0,1 0 0 0 0,0 0 0 0 0,-1 0-1 0 0,1 0 1 0 0,0 0 0 0 0,-1-1 0 0 0,0-4 9 0 0,0 0-2 0 0,11-30 2 0 0,-8 28-8 0 0,1 1 0 0 0,-1-1 0 0 0,2 1 0 0 0,-1 0 0 0 0,1 0 0 0 0,0 1 0 0 0,0-1 0 0 0,1 1 0 0 0,0 0-1 0 0,0 0 1 0 0,0 0 0 0 0,8-5 0 0 0,-10 8 0 0 0,1 3 22 0 0,-2-1-19 0 0,0 1 1 0 0,1 0-1 0 0,-1-1 1 0 0,1 1-1 0 0,-1 0 0 0 0,0 1 1 0 0,1-1-1 0 0,-1 0 1 0 0,0 1-1 0 0,1-1 1 0 0,-1 1-1 0 0,0 0 1 0 0,0 0-1 0 0,3 1 1 0 0,-1 0 5 0 0,8 16-40 0 0,-8-11-72 0 0,-1-1-1 0 0,0 0 0 0 0,0 1 0 0 0,0-1 1 0 0,-1 1-1 0 0,0 0 0 0 0,2 12 0 0 0,9 23-1809 0 0,-11-39 1322 0 0,6 2-350 0 0,-6-4 699 0 0,1 1-1 0 0,-1-1 1 0 0,0 0 0 0 0,0 0 0 0 0,0 0-1 0 0,1-1 1 0 0,-1 1 0 0 0,0 0 0 0 0,1-1-1 0 0,-1 0 1 0 0,0 1 0 0 0,1-1-1 0 0,-1 0 1 0 0,1 0 0 0 0,-1 0 0 0 0,0-1-1 0 0,5 0 1 0 0,14-4-1821 0 0,-16 4-1437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7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101 256 3132 0 0,'2'-3'1130'0'0,"16"-35"3651"0"0,-18 36-4659 0 0,0 0-1 0 0,0 0 1 0 0,0 1 0 0 0,0-1 0 0 0,-1 0-1 0 0,1 0 1 0 0,0 1 0 0 0,-1-1-1 0 0,1 0 1 0 0,-1 1 0 0 0,0-1 0 0 0,0 0-1 0 0,1 1 1 0 0,-1-1 0 0 0,0 1 0 0 0,0-1-1 0 0,-1 1 1 0 0,1 0 0 0 0,0-1 0 0 0,0 1-1 0 0,-3-2 236 0 0,0 2-138 0 0,1 0-145 0 0,-1 1-1 0 0,1 0 1 0 0,0 0-1 0 0,-1 0 1 0 0,1 0-1 0 0,0 1 1 0 0,0-1-1 0 0,-1 1 1 0 0,-5 1 0 0 0,5 0-30 0 0,3 0-40 0 0,0-1 1 0 0,0 1-1 0 0,0-1 1 0 0,0 1 0 0 0,0-1-1 0 0,-1 0 1 0 0,1 1-1 0 0,0-1 1 0 0,-1 0 0 0 0,-2 2-1 0 0,1 1 7 0 0,-1-1 1 0 0,1 1-1 0 0,0 0 0 0 0,1 0 0 0 0,-1 0 0 0 0,1 1 1 0 0,-1-1-1 0 0,1 1 0 0 0,1-1 0 0 0,-1 1 0 0 0,-2 9 1 0 0,-1 5 5 0 0,4-15-25 0 0,1 0-7 0 0,-2 12-2 0 0,1-12-11 0 0,2 0-14 0 0,2 14-10 0 0,-3-17 36 0 0,0-1 1 0 0,0 1 0 0 0,0 0-1 0 0,1 0 1 0 0,-1-1 0 0 0,0 1-1 0 0,1 0 1 0 0,-1-1 0 0 0,1 1 0 0 0,-1 0-1 0 0,1-1 1 0 0,-1 1 0 0 0,1-1-1 0 0,-1 1 1 0 0,1-1 0 0 0,0 1 0 0 0,-1-1-1 0 0,1 1 1 0 0,0-1 0 0 0,-1 1-1 0 0,1-1 1 0 0,0 0 0 0 0,0 0-1 0 0,-1 1 1 0 0,1-1 0 0 0,0 0 0 0 0,0 0-1 0 0,-1 0 1 0 0,1 0 0 0 0,0 0-1 0 0,0 0 1 0 0,0 0 0 0 0,-1 0-1 0 0,2 0 1 0 0,3-1-4 0 0,0 0 0 0 0,0-1 0 0 0,-1 1 0 0 0,1-1 0 0 0,-1 0 0 0 0,1-1 1 0 0,-1 1-1 0 0,0-1 0 0 0,0 1 0 0 0,0-1 0 0 0,0 0 0 0 0,0-1 0 0 0,-1 1 0 0 0,1-1 0 0 0,-1 0 0 0 0,3-4 0 0 0,21-39 517 0 0,-25 43-275 0 0,1-8 30 0 0,-3 25-215 0 0,0-10-149 0 0,-2 13 186 0 0,2-13-67 0 0,0 0 1 0 0,-1 0-1 0 0,1 0 0 0 0,0-1 0 0 0,0 1 1 0 0,0 0-1 0 0,1 0 0 0 0,-1-1 1 0 0,1 1-1 0 0,-1 0 0 0 0,2 3 1 0 0,5 9-10 0 0,-6-14-44 0 0,1 1 0 0 0,-1-1 0 0 0,0 1 0 0 0,1-1 0 0 0,-1 0 0 0 0,1 1 0 0 0,0-1 0 0 0,-1 0 0 0 0,1 0 0 0 0,0 0 0 0 0,0 0 0 0 0,-1-1 0 0 0,1 1-1 0 0,0 0 1 0 0,0-1 0 0 0,0 1 0 0 0,0-1 0 0 0,0 0 0 0 0,0 1 0 0 0,0-1 0 0 0,0 0 0 0 0,0 0 0 0 0,3-1 0 0 0,-4 1 94 0 0,4 0-229 0 0,0-2 10 0 0,0 0 135 0 0,1-1 0 0 0,-1 0 1 0 0,0 0-1 0 0,0 0 0 0 0,0 0 1 0 0,-1-1-1 0 0,1 0 0 0 0,-1 0 1 0 0,0 0-1 0 0,0-1 0 0 0,0 0 1 0 0,3-5-1 0 0,-6 8 29 0 0,5-9 38 0 0,0-1 1 0 0,-1 1-1 0 0,-1-1 0 0 0,0 0 1 0 0,5-25-1 0 0,-7-26 605 0 0,-6-34 823 0 0,4 93-1227 0 0,-1-1-55 0 0,1-7 247 0 0,-1 14-169 0 0,0 26-99 0 0,1 38-205 0 0,0-65 74 0 0,1 42-266 0 0,10 72 0 0 0,3-61-1682 0 0,-13-50 1207 0 0,2-1-158 0 0,3 9 210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8.1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14 120 2368 0 0,'0'0'2406'0'0,"-4"-1"-1669"0"0,4 1-682 0 0,-1 0 0 0 0,1 0-1 0 0,0 0 1 0 0,-1 0 0 0 0,1 0-1 0 0,-1 0 1 0 0,1 0 0 0 0,0 0-1 0 0,-1 0 1 0 0,1 0 0 0 0,0 0-1 0 0,-1 0 1 0 0,1-1 0 0 0,-1 1-1 0 0,1 0 1 0 0,0 0 0 0 0,-1-1-1 0 0,1 1 1 0 0,0 0 0 0 0,0 0-1 0 0,-1-1 1 0 0,1 1 0 0 0,0 0 0 0 0,0-1-1 0 0,-1 1 1 0 0,1 0 0 0 0,0-1-1 0 0,0 1 1 0 0,0 0 0 0 0,0-1-1 0 0,-1 1 1 0 0,1-1 0 0 0,0 1-1 0 0,0 0 1 0 0,0-1 0 0 0,0 1-1 0 0,0-1 1 0 0,0 1 0 0 0,0 0-1 0 0,0-1 1 0 0,0 1 0 0 0,0-1-1 0 0,0 1 1 0 0,0 0 0 0 0,1-1 0 0 0,18-18 827 0 0,34-12-685 0 0,-49 29-7 0 0,21-12 312 0 0,1 0-1 0 0,38-12 0 0 0,-61 25-32 0 0,3 1-112 0 0,14 0 73 0 0,-15 0 22 0 0,-5 1-429 0 0,0-1-1 0 0,0 0 0 0 0,0 1 1 0 0,0-1-1 0 0,0 0 0 0 0,0 1 0 0 0,0-1 1 0 0,1 0-1 0 0,-1 1 0 0 0,0-1 0 0 0,0 0 1 0 0,0 1-1 0 0,0-1 0 0 0,1 0 1 0 0,-1 0-1 0 0,0 1 0 0 0,0-1 0 0 0,1 0 1 0 0,-1 0-1 0 0,0 1 0 0 0,0-1 0 0 0,1 0 1 0 0,-1 0-1 0 0,0 0 0 0 0,1 1 1 0 0,-1-1-1 0 0,0 0 0 0 0,1 0 0 0 0,0 0 8 0 0,0 1-1 0 0,-1-1 1 0 0,1 1 0 0 0,0-1-1 0 0,0 1 1 0 0,-1-1-1 0 0,1 1 1 0 0,-1-1-1 0 0,1 1 1 0 0,0 0 0 0 0,-1-1-1 0 0,1 1 1 0 0,-1 0-1 0 0,1-1 1 0 0,-1 1-1 0 0,0 0 1 0 0,1 1 0 0 0,5 17 319 0 0,-1-1-1 0 0,-1 1 1 0 0,2 36 0 0 0,-4-34-1096 0 0,1 1 0 0 0,1-1 0 0 0,9 29 0 0 0,-12-46-483 0 0,1-2-633 0 0,6 7-1445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8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6 3544 0 0,'0'0'2689'0'0,"-23"-6"-53"0"0,2 15-3180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9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72 3896 0 0,'0'0'6839'0'0,"3"-1"-6586"0"0,6 0-180 0 0,-1 0 1 0 0,1 1 0 0 0,0 0 0 0 0,-1 0 0 0 0,1 1-1 0 0,-1 0 1 0 0,1 0 0 0 0,-1 1 0 0 0,0 0 0 0 0,0 1-1 0 0,0-1 1 0 0,13 7 0 0 0,-18-7-28 0 0,1 0-1 0 0,-1 0 0 0 0,0 0 1 0 0,1 0-1 0 0,-1 1 1 0 0,0-1-1 0 0,0 1 1 0 0,0 0-1 0 0,-1 0 0 0 0,5 5 1 0 0,-5-5-22 0 0,-1-1 9 0 0,0 0-1 0 0,0 1 0 0 0,0-1 1 0 0,0 1-1 0 0,-1-1 0 0 0,1 1 1 0 0,-1-1-1 0 0,1 1 1 0 0,-1 0-1 0 0,0-1 0 0 0,0 1 1 0 0,0 0-1 0 0,0-1 0 0 0,-1 1 1 0 0,1-1-1 0 0,-1 1 1 0 0,-1 2-1 0 0,2-3-8 0 0,-4 10 143 0 0,0 0 1 0 0,-1-1-1 0 0,0 1 1 0 0,-1-1-1 0 0,0 0 0 0 0,-1-1 1 0 0,0 1-1 0 0,-17 17 1 0 0,16-18 157 0 0,6-8-116 0 0,2-1-174 0 0,-1-1 0 0 0,0 1 1 0 0,1-1-1 0 0,-1 1 0 0 0,1 0 0 0 0,-1-1 1 0 0,1 1-1 0 0,0 0 0 0 0,-1-1 1 0 0,1 1-1 0 0,0 0 0 0 0,-1-1 0 0 0,1 1 1 0 0,0 0-1 0 0,0 0 0 0 0,-1 0 1 0 0,1-1-1 0 0,0 1 0 0 0,0 0 0 0 0,0 0 1 0 0,0-1-1 0 0,0 1 0 0 0,0 1 0 0 0,17-2-224 0 0,-1-2 0 0 0,1 0-1 0 0,-1-1 1 0 0,0 0-1 0 0,0-1 1 0 0,17-7-1 0 0,98-42-2738 0 0,-130 52 2873 0 0,22-9-823 0 0,-1-1 1 0 0,0-1-1 0 0,33-25 0 0 0,-46 30 840 0 0,1-1 1 0 0,-1 0 0 0 0,-1-1 0 0 0,0 0-1 0 0,0-1 1 0 0,-1 1 0 0 0,0-1 0 0 0,0-1-1 0 0,5-11 1 0 0,-11 19 377 0 0,-1-39 1732 0 0,-1 38-1760 0 0,-1 1-26 0 0,0 1-186 0 0,0 1 0 0 0,0-1-1 0 0,0 0 1 0 0,0 1 0 0 0,0-1-1 0 0,-1 1 1 0 0,1 0 0 0 0,0 0 0 0 0,-1 0-1 0 0,1 0 1 0 0,-1 0 0 0 0,1 0-1 0 0,-1 1 1 0 0,1-1 0 0 0,-1 1-1 0 0,1 0 1 0 0,-1 0 0 0 0,0 0-1 0 0,1 0 1 0 0,-5 1 0 0 0,3 0 57 0 0,3-1-143 0 0,0 1-1 0 0,0-1 1 0 0,-1 1 0 0 0,1 0-1 0 0,0-1 1 0 0,0 1 0 0 0,0 0-1 0 0,0 0 1 0 0,0 0 0 0 0,0 0-1 0 0,0 0 1 0 0,1 0 0 0 0,-1 0-1 0 0,0 1 1 0 0,-4 4 89 0 0,-2 5-83 0 0,1 0 1 0 0,0 1-1 0 0,1 0 0 0 0,0 0 1 0 0,1 0-1 0 0,0 0 0 0 0,1 1 0 0 0,1 0 1 0 0,-2 15-1 0 0,3-23-56 0 0,1 0-99 0 0,1 0 41 0 0,0 0 0 0 0,0 0 0 0 0,0-1 1 0 0,0 1-1 0 0,1 0 0 0 0,2 6 0 0 0,-2-8-56 0 0,2-3-97 0 0,13 1 147 0 0,-13 0 28 0 0,0-4-57 0 0,2 0 109 0 0,0 0-1 0 0,0-1 0 0 0,0 0 1 0 0,-1 0-1 0 0,0 0 0 0 0,1-1 1 0 0,-2 0-1 0 0,9-9 0 0 0,21-50 568 0 0,-33 61-374 0 0,5-21 675 0 0,-3 8 413 0 0,-6 19-1234 0 0,1 0 0 0 0,-1 0 0 0 0,1 1 0 0 0,0-1 0 0 0,0 1 0 0 0,0 0 0 0 0,0 0 0 0 0,1-1 0 0 0,-1 1 0 0 0,1 0 0 0 0,0 0 0 0 0,0 1 0 0 0,0-1 0 0 0,1 0 0 0 0,0 0 0 0 0,0 0 1 0 0,0 0-1 0 0,0 0 0 0 0,0 1 0 0 0,2 6 0 0 0,-1-8-123 0 0,0 0 1 0 0,-1 0 0 0 0,1 0-1 0 0,0 0 1 0 0,0 0-1 0 0,0-1 1 0 0,1 1 0 0 0,-1 0-1 0 0,1 0 1 0 0,0-1 0 0 0,-1 1-1 0 0,1-1 1 0 0,0 0-1 0 0,0 1 1 0 0,1-1 0 0 0,-1 0-1 0 0,0 0 1 0 0,1-1 0 0 0,-1 1-1 0 0,1 0 1 0 0,0-1-1 0 0,0 1 1 0 0,-1-1 0 0 0,1 0-1 0 0,0 0 1 0 0,0 0-1 0 0,0 0 1 0 0,0-1 0 0 0,0 1-1 0 0,0-1 1 0 0,0 0 0 0 0,0 0-1 0 0,0 0 1 0 0,5-1-1 0 0,4 0-370 0 0,0 0-1 0 0,0-2 1 0 0,0 1-1 0 0,0-2 1 0 0,-1 1-1 0 0,1-2 1 0 0,-1 1-1 0 0,0-2 1 0 0,0 1-1 0 0,-1-2 1 0 0,0 1-1 0 0,0-1 1 0 0,0-1-1 0 0,-1 0 1 0 0,0 0-1 0 0,0-1 1 0 0,-1 0-1 0 0,0 0 1 0 0,10-17-1 0 0,-4 2-2053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9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39 171 3284 0 0,'0'-6'781'0'0,"1"-14"511"0"0,-1 0 0 0 0,-1 0 0 0 0,-8-38 1 0 0,8 54-597 0 0,0 0-142 0 0,-14-31 908 0 0,14 32 84 0 0,-1 6-1393 0 0,0 4-93 0 0,0 0 0 0 0,0 0 1 0 0,1 0-1 0 0,0-1 1 0 0,0 1-1 0 0,1 0 0 0 0,0 0 1 0 0,0 8-1 0 0,8 73 253 0 0,-4-47-215 0 0,9 68 308 0 0,0-8-2244 0 0,-10-33-6723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9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0 100 3168 0 0,'0'0'1026'0'0,"2"-4"-126"0"0,1 0-666 0 0,0-1 0 0 0,0 1 0 0 0,1 0 0 0 0,0-1 0 0 0,-1 2 0 0 0,2-1 0 0 0,-1 0 0 0 0,0 1 0 0 0,1 0 0 0 0,6-4 0 0 0,53-21 1475 0 0,-16 9-22 0 0,-46 18-1530 0 0,1 1 0 0 0,-1-1-1 0 0,0 1 1 0 0,1 0 0 0 0,-1-1 0 0 0,1 1 0 0 0,-1 0 0 0 0,0 1 0 0 0,1-1 0 0 0,-1 0 0 0 0,1 1 0 0 0,-1-1 0 0 0,0 1 0 0 0,0 0 0 0 0,3 1 0 0 0,-1-1 246 0 0,8 42 861 0 0,-5 27-787 0 0,-7-50-965 0 0,2-1 0 0 0,6 29 0 0 0,-7-45-41 0 0,1 1-90 0 0,6 10-86 0 0,-6-10-107 0 0,14 1-2576 0 0,-12-3-24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39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20 2908 0 0,'0'0'1528'0'0,"-14"-15"2485"0"0,-10 11-3705 0 0,10 16-864 0 0,15 11-4265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0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8 3376 0 0,'6'0'1338'0'0,"41"-4"2878"0"0,-43 4-1848 0 0,0-1-1778 0 0,-4 1-658 0 0,12-3 1263 0 0,-21 8 684 0 0,6-4-1772 0 0,-1 1-13 0 0,-1 0-83 0 0,-1 1-1 0 0,1-1 1 0 0,0 1 0 0 0,-1 0 0 0 0,1 0 0 0 0,1 0-1 0 0,-1 1 1 0 0,0-1 0 0 0,1 1 0 0 0,0 0 0 0 0,0 1-1 0 0,0-1 1 0 0,0 1 0 0 0,1 0 0 0 0,0 0 0 0 0,0 0-1 0 0,0 0 1 0 0,-2 6 0 0 0,-11 37 20 0 0,15-43 30 0 0,-2 0-100 0 0,1 1 1 0 0,0 0-1 0 0,1-1 1 0 0,-1 1 0 0 0,1 0-1 0 0,0 0 1 0 0,1 0-1 0 0,-1-1 1 0 0,1 1-1 0 0,0 0 1 0 0,1 0-1 0 0,-1 0 1 0 0,1 0 0 0 0,0 0-1 0 0,4 10 1 0 0,-4-15 36 0 0,0 0-1 0 0,0 0 1 0 0,0 0 0 0 0,0-1 0 0 0,0 1 0 0 0,0 0 0 0 0,0-1 0 0 0,0 1 0 0 0,0-1 0 0 0,0 1 0 0 0,0-1-1 0 0,0 0 1 0 0,0 1 0 0 0,0-1 0 0 0,0 0 0 0 0,0 0 0 0 0,0 0 0 0 0,1 0 0 0 0,0 0 0 0 0,1 0 0 0 0,0 1 1 0 0,0-1-1 0 0,0-1 1 0 0,0 1-1 0 0,-1 0 1 0 0,1-1-1 0 0,0 1 1 0 0,0-1-1 0 0,-1 0 1 0 0,1 0-1 0 0,0 0 1 0 0,-1 0-1 0 0,1 0 0 0 0,-1 0 1 0 0,1-1-1 0 0,-1 0 1 0 0,4-2-1 0 0,-1 0 22 0 0,0 0 0 0 0,0-1 0 0 0,-1 1 0 0 0,1-1 0 0 0,-1 0 0 0 0,4-7 0 0 0,-2 1-10 0 0,0-1-1 0 0,-1 0 0 0 0,-1 0 0 0 0,0 0 0 0 0,3-22 1 0 0,-6 31-163 0 0,-1 2 136 0 0,-1 1 0 0 0,1-1 0 0 0,-1 1 0 0 0,1 0 1 0 0,0-1-1 0 0,-1 1 0 0 0,1-1 0 0 0,0 1 0 0 0,0-1 0 0 0,-1 1 0 0 0,1-1 0 0 0,0 1 0 0 0,0-1 0 0 0,0 0 1 0 0,0 1-1 0 0,0-1 0 0 0,-1 1 0 0 0,1-1 0 0 0,0 1 0 0 0,0-1 0 0 0,0 1 0 0 0,1-1 0 0 0,-1 0 0 0 0,0 1 0 0 0,0-1 1 0 0,0 0-1 0 0,0 0-24 0 0,1 0 0 0 0,-1 1 0 0 0,0-1 0 0 0,0 0 0 0 0,0 0 0 0 0,0 0 0 0 0,0 0 1 0 0,0 0-1 0 0,0 0 0 0 0,0 0 0 0 0,0 0 0 0 0,-1 0 0 0 0,1 0 0 0 0,0 0 0 0 0,-1 0 0 0 0,1 1 1 0 0,-1-1-1 0 0,1 0 0 0 0,-2-1 0 0 0,1 0-342 0 0,0 0 0 0 0,-1 0 0 0 0,1 0 0 0 0,-1 1 0 0 0,0-1 0 0 0,1 0 0 0 0,-1 1 1 0 0,0 0-1 0 0,0-1 0 0 0,0 1 0 0 0,0 0 0 0 0,0 0 0 0 0,0 0 0 0 0,-1 0 0 0 0,1 0 0 0 0,0 1 0 0 0,0-1 0 0 0,-1 1 0 0 0,1 0 0 0 0,-3-1 0 0 0,-20 2-5011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1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0 2688 0 0,'0'0'3982'0'0,"3"2"-3593"0"0,0 1-229 0 0,1 0-1 0 0,0 0 0 0 0,-1 0 1 0 0,0 1-1 0 0,0 0 1 0 0,0-1-1 0 0,0 1 0 0 0,0 0 1 0 0,-1 0-1 0 0,0 1 1 0 0,0-1-1 0 0,2 8 0 0 0,14 54 1006 0 0,-17-62-967 0 0,0 2-37 0 0,-3 44 656 0 0,2-46-617 0 0,-2 0 2 0 0,-17 24 538 0 0,16-26-313 0 0,-18 3 347 0 0,17-7-523 0 0,1 1-197 0 0,0-1-1 0 0,0 0 1 0 0,1 1-1 0 0,-1-1 1 0 0,0 0 0 0 0,1-1-1 0 0,-1 1 1 0 0,1 0-1 0 0,0-1 1 0 0,0 1 0 0 0,0-1-1 0 0,0 1 1 0 0,0-1-1 0 0,0 0 1 0 0,1 0 0 0 0,-1 0-1 0 0,0-4 1 0 0,0 2-16 0 0,1 0 0 0 0,0 0 0 0 0,0 0 0 0 0,0 1 0 0 0,1-1 0 0 0,-1 0 0 0 0,1 0 0 0 0,0 0 0 0 0,1 0 0 0 0,-1 0 0 0 0,1 0 0 0 0,2-8 0 0 0,-1 9-18 0 0,1 0 0 0 0,-1-1 0 0 0,0 2 0 0 0,1-1-1 0 0,0 0 1 0 0,0 0 0 0 0,0 1 0 0 0,1 0 0 0 0,-1 0-1 0 0,1 0 1 0 0,0 0 0 0 0,0 0 0 0 0,6-3-1 0 0,-1 2-20 0 0,0 0 0 0 0,1 1-1 0 0,-1 0 1 0 0,1 1 0 0 0,19-3-1 0 0,-19 4 8 0 0,1 1 0 0 0,-1 1-1 0 0,1-1 1 0 0,-1 2 0 0 0,0 0-1 0 0,0 0 1 0 0,1 0 0 0 0,-1 1 0 0 0,-1 1-1 0 0,1 0 1 0 0,0 0 0 0 0,-1 1-1 0 0,0 0 1 0 0,0 1 0 0 0,-1 0 0 0 0,1 0-1 0 0,-1 1 1 0 0,11 11 0 0 0,-15-12-78 0 0,0-1 0 0 0,0 1 1 0 0,0 0-1 0 0,-1 0 1 0 0,0 0-1 0 0,0 0 0 0 0,0 0 1 0 0,-1 1-1 0 0,0 0 0 0 0,0-1 1 0 0,-1 1-1 0 0,0 0 0 0 0,0-1 1 0 0,-1 1-1 0 0,1 0 0 0 0,-1 0 1 0 0,-1 0-1 0 0,0 0 0 0 0,0 0 1 0 0,-2 8-1 0 0,-2 3-1128 0 0,-1-1-1 0 0,0 1 0 0 0,-1-2 1 0 0,-1 1-1 0 0,-1-1 0 0 0,-15 22 1 0 0,3-8-4754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1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8 225 3324 0 0,'-8'3'5730'0'0,"14"-2"-3307"0"0,25-2-1135 0 0,50-6-1309 0 0,-74 6 47 0 0,365-44 1311 0 0,-276 28-1604 0 0,173-52 0 0 0,-248 62-654 0 0,1-2 1 0 0,36-19 0 0 0,-50 23-206 0 0,-1 0 1 0 0,1 0-1 0 0,-1-1 1 0 0,0 0-1 0 0,9-11 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1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1 3820 0 0,'0'0'946'0'0,"-6"0"-105"0"0,-4 0-575 0 0,-1-1 225 0 0,-1 1 1 0 0,1 1-1 0 0,0-1 1 0 0,0 2-1 0 0,0 0 1 0 0,0 0-1 0 0,-17 7 1 0 0,0 10 412 0 0,25-16-350 0 0,0 20 152 0 0,6-20-535 0 0,2 1-143 0 0,0 0 1 0 0,0 0 0 0 0,0 0-1 0 0,1-1 1 0 0,0 0-1 0 0,-1 0 1 0 0,1 0 0 0 0,0-1-1 0 0,0 1 1 0 0,1-2-1 0 0,-1 1 1 0 0,0-1 0 0 0,1 0-1 0 0,-1 0 1 0 0,7 0 0 0 0,7 0 99 0 0,1-1 1 0 0,-1-1-1 0 0,24-5 1 0 0,-39 6 134 0 0,-1-1 45 0 0,10-1-74 0 0,-14 6 291 0 0,-20 12 544 0 0,1-2-1131 0 0,10-6 54 0 0,0 1 0 0 0,1 0 0 0 0,0 0 0 0 0,1 1 0 0 0,0 0 0 0 0,0 1 0 0 0,1-1 0 0 0,0 1 0 0 0,1 0 0 0 0,-7 22 0 0 0,11-29-217 0 0,0-1-1 0 0,1 1 1 0 0,-1 0 0 0 0,1 0-1 0 0,0 0 1 0 0,0 0-1 0 0,0 0 1 0 0,0 0-1 0 0,1 0 1 0 0,1 7-1 0 0,-1-7 25 0 0,-1-2 22 0 0,0-1 0 0 0,0 1 0 0 0,1 0 0 0 0,-1-1 0 0 0,0 1-1 0 0,1 0 1 0 0,-1-1 0 0 0,1 1 0 0 0,0-1 0 0 0,0 1 0 0 0,-1-1-1 0 0,3 2 1 0 0,5 6-3537 0 0,-7-8 3058 0 0,16 17-5279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4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176 124 3364 0 0,'-4'1'1475'0'0,"-8"2"-503"0"0,-10 3 5370 0 0,422-81-5642 0 0,-169 28-703 0 0,-179 37-525 0 0,-47 9 288 0 0,0 0 21 0 0,13 1-50 0 0,-29 7-242 0 0,-34 8 158 0 0,-605 134 41 0 0,647-148 811 0 0,8-3-437 0 0,89-16-56 0 0,325-73-1397 0 0,-415 90 1135 0 0,-18 2-431 0 0,1 1 625 0 0,0 1 0 0 0,-26 8 0 0 0,3-1 29 0 0,-114 25 290 0 0,-222 48 2414 0 0,366-82-2339 0 0,-13-4 414 0 0,27-3-432 0 0,44-11-285 0 0,-29 10 57 0 0,235-67-98 0 0,-109 34-830 0 0,-8-1-2852 0 0,-136 39 2692 0 0,3-2-516 0 0,0-1-1031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4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13 3484 0 0,'0'0'1864'0'0,"-2"-2"-962"0"0,-9-8 2499 0 0,4 13-2830 0 0,6-3-538 0 0,1 0 0 0 0,0 0 1 0 0,-1 0-1 0 0,1-1 1 0 0,-1 1-1 0 0,1 0 1 0 0,-1 1-1 0 0,1-1 1 0 0,-1 0-1 0 0,1 0 1 0 0,-1 0-1 0 0,1 0 1 0 0,-1 0-1 0 0,1 0 1 0 0,0 1-1 0 0,-1-1 1 0 0,1 0-1 0 0,-1 0 0 0 0,1 0 1 0 0,0 1-1 0 0,-1-1 1 0 0,1 0-1 0 0,-1 1 1 0 0,1-1-1 0 0,0 0 1 0 0,0 1-1 0 0,-1-1 1 0 0,1 1-1 0 0,0-1 1 0 0,0 0-1 0 0,-1 1 1 0 0,1-1-1 0 0,0 1 1 0 0,0 0-1 0 0,0 3 70 0 0,0 1 1 0 0,0 0-1 0 0,1-1 1 0 0,-1 1-1 0 0,1-1 0 0 0,0 1 1 0 0,1-1-1 0 0,-1 0 1 0 0,1 1-1 0 0,0-1 0 0 0,0 0 1 0 0,5 7-1 0 0,1-1 92 0 0,1 0 0 0 0,1-1 0 0 0,0 1 0 0 0,1-2 0 0 0,-1 0 0 0 0,1 0 1 0 0,1-1-1 0 0,20 10 0 0 0,-29-15 16 0 0,3-1-101 0 0,0 0 1 0 0,-1 1-1 0 0,1 0 0 0 0,-1 0 0 0 0,8 3 1 0 0,-8-2-78 0 0,-1-2 50 0 0,-1 1 128 0 0,-1-1-174 0 0,1 0 1 0 0,-1 1-1 0 0,0-1 1 0 0,0 1-1 0 0,0-1 0 0 0,0 1 1 0 0,0 0-1 0 0,0 0 1 0 0,0 0-1 0 0,0 0 1 0 0,-1 0-1 0 0,1 0 1 0 0,-1 0-1 0 0,0 0 1 0 0,1 1-1 0 0,-1-1 0 0 0,1 5 1 0 0,-1-2-10 0 0,1 1 0 0 0,-2-1-1 0 0,1 1 1 0 0,-1-1 0 0 0,1 1 0 0 0,-2-1 0 0 0,1 1-1 0 0,-2 6 1 0 0,-2 10-17 0 0,-2 0-1 0 0,-1 0 1 0 0,-11 26 0 0 0,16-44-3 0 0,-47 106-794 0 0,-1 1-4880 0 0,49-107 3838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44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 4004 0 0,'-26'3'1423'0'0,"21"-2"-198"0"0,2 1-202 0 0,-9 9-173 0 0,8-8-139 0 0,3 1-91 0 0,0-2-517 0 0,0 1 1 0 0,1-1 0 0 0,-1 1 0 0 0,1-1 0 0 0,-1 1-1 0 0,1-1 1 0 0,0 1 0 0 0,0-1 0 0 0,0 1 0 0 0,0-1-1 0 0,1 1 1 0 0,-1-1 0 0 0,1 1 0 0 0,-1-1 0 0 0,1 1-1 0 0,0-1 1 0 0,0 0 0 0 0,2 3 0 0 0,-1 0-5 0 0,2 0 0 0 0,-1-1 1 0 0,0 1-1 0 0,1-1 1 0 0,0 0-1 0 0,0 0 0 0 0,9 6 1 0 0,0-1 23 0 0,1 0 0 0 0,1-1-1 0 0,-1-1 1 0 0,28 9 0 0 0,-25-10-67 0 0,0-2 0 0 0,0 0 0 0 0,1-1 0 0 0,-1 0 0 0 0,1-2 0 0 0,-1 0 0 0 0,24-2 0 0 0,-37 1 84 0 0,-2 0-111 0 0,-1 0 0 0 0,1 1 0 0 0,-1-1 0 0 0,1 0-1 0 0,0 0 1 0 0,-1 0 0 0 0,1 0 0 0 0,-1-1 0 0 0,1 1 0 0 0,-1 0-1 0 0,1-1 1 0 0,2 0 0 0 0,-2 0 29 0 0,3 1 504 0 0,-1 0-423 0 0,12 1-4 0 0,-12-1 228 0 0,-5 8-290 0 0,0 0 0 0 0,-1-1 1 0 0,0 1-1 0 0,-1 0 0 0 0,1-1 0 0 0,-8 14 1 0 0,0 0-19 0 0,-98 259-2465 0 0,60-149-4762 0 0,32-88 769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50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78 3092 0 0,'-36'-75'8986'0'0,"34"72"-7567"0"0,2 8-1417 0 0,2 24 116 0 0,1 0 0 0 0,1 0-1 0 0,2-1 1 0 0,15 47 0 0 0,-4-14-117 0 0,97 339 176 0 0,31 133 468 0 0,-130-463-492 0 0,7 33 165 0 0,56 161 0 0 0,-72-247-331 0 0,26 55 63 0 0,-30-69-40 0 0,2 5-7 0 0,-4-8 1 0 0,0 0 0 0 0,0 1 0 0 0,0-1 1 0 0,0 1-1 0 0,0-1 0 0 0,0 0 0 0 0,0 1 0 0 0,0-1 0 0 0,0 1 0 0 0,0-1 0 0 0,0 0 0 0 0,0 1 0 0 0,1-1 0 0 0,-1 1 0 0 0,0-1 0 0 0,0 0 0 0 0,0 1 0 0 0,1-1 0 0 0,-1 0 0 0 0,0 1 0 0 0,0-1 0 0 0,1 0 0 0 0,-1 0 0 0 0,0 1 1 0 0,1-1-1 0 0,-1 0 0 0 0,0 0 0 0 0,1 1 0 0 0,-1-1 0 0 0,0 0 0 0 0,1 0 0 0 0,-1 0 0 0 0,1 0 0 0 0,-1 0 0 0 0,0 0 0 0 0,2 1 0 0 0,12-4 0 0 0,-10 2 22 0 0,-1 0-21 0 0,9-6-15 0 0,-8 6-5 0 0,-1 0 7 0 0,11-4 15 0 0,10-1 94 0 0,-20 5-104 0 0,1 0-21 0 0,76-9 2 0 0,0 3-1 0 0,94 4 0 0 0,209 14 150 0 0,95-6-460 0 0,340 13 354 0 0,-613-7-32 0 0,552 13-141 0 0,-590-26 143 0 0,517-24 43 0 0,696-127 151 0 0,-1161 121-338 0 0,496-76 180 0 0,-354 58-19 0 0,-153 23-16 0 0,361-20-12 0 0,-313 35 97 0 0,-162 8-76 0 0,-18 1 3 0 0,-18 1 140 0 0,19 0-232 0 0,69 0-12 0 0,-11 4 107 0 0,-130-2 9 0 0,-1 0-21 0 0,-4 0 6 0 0,21 1 12 0 0,-1-2 0 0 0,35-6 0 0 0,-52 6 68 0 0,-2 0-77 0 0,0 0-1 0 0,0 0 1 0 0,0-1-1 0 0,0 1 1 0 0,0-1-1 0 0,-1 1 1 0 0,1-1 0 0 0,0 0-1 0 0,-1 1 1 0 0,1-1-1 0 0,-1 0 1 0 0,0 0-1 0 0,1 0 1 0 0,-1 0-1 0 0,1-3 1 0 0,-2 5 0 0 0,2-4 30 0 0,2-16 24 0 0,-3 15-34 0 0,1-16 3 0 0,-2 16 44 0 0,0-1 53 0 0,-8-73 357 0 0,-3 0-1 0 0,-29-103 0 0 0,0 0-250 0 0,39 178-224 0 0,-21-125 381 0 0,-72-226 1 0 0,61 283-227 0 0,32 69-141 0 0,-1-1 111 0 0,-7-11-144 0 0,7 11-41 0 0,-10-16-114 0 0,5 9 146 0 0,5 8-41 0 0,1 0 56 0 0,0 1 1 0 0,-1 0-1 0 0,1 0 1 0 0,-1 1-1 0 0,1-1 1 0 0,-1 0-1 0 0,0 0 1 0 0,0 1-1 0 0,0-1 0 0 0,0 1 1 0 0,0 0-1 0 0,-4-3 1 0 0,3 3 95 0 0,-2 0-101 0 0,-14-2-11 0 0,14 3 23 0 0,1 0 0 0 0,-15 0 10 0 0,-181 9-116 0 0,19 1 0 0 0,121-9 124 0 0,-10-1 41 0 0,-23 1-138 0 0,15-2-61 0 0,20 4 26 0 0,-15 0-13 0 0,8 2 48 0 0,-693 47-86 0 0,-36-30 207 0 0,418-17-156 0 0,232-1 98 0 0,-506 2 89 0 0,-97-26 31 0 0,249 1-158 0 0,-203 8-134 0 0,280 0 276 0 0,132 0-74 0 0,235 10-14 0 0,-748 12-37 0 0,127 45 140 0 0,559-51-149 0 0,112-4 78 0 0,-1-1 92 0 0,-55 3-240 0 0,54-2 72 0 0,0-1 18 0 0,-18 0 5 0 0,18 0-3 0 0,-1-1-3 0 0,-134-7 15 0 0,-94-2 138 0 0,229 10-139 0 0,2 0-29 0 0,-13 1 15 0 0,12-1-8 0 0,1 0-4 0 0,-14 1 12 0 0,14-1 15 0 0,0 0 3 0 0,-14 0 17 0 0,14 0 132 0 0,-1 0-3929 0 0,0-1 3080 0 0,-4 0-97 0 0,0 1-5408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1:59.5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490 23 3680 0 0,'0'0'2611'0'0,"-1"-4"-1742"0"0,-3-15 716 0 0,-2 19-1223 0 0,-2 1-270 0 0,0 0 1 0 0,0 1-1 0 0,0 0 1 0 0,0 0-1 0 0,0 1 1 0 0,1 0-1 0 0,-1 0 1 0 0,1 1-1 0 0,-11 6 1 0 0,-6 6 118 0 0,0 2 0 0 0,1 0 1 0 0,-37 38-1 0 0,47-42-53 0 0,0 0 0 0 0,2 1-1 0 0,-1 1 1 0 0,2 0 0 0 0,0 0-1 0 0,-13 32 1 0 0,21-44-128 0 0,1 0 1 0 0,-1 0-1 0 0,1 0 0 0 0,0 0 0 0 0,0 1 1 0 0,1-1-1 0 0,-1 0 0 0 0,1 1 1 0 0,0-1-1 0 0,0 0 0 0 0,0 1 0 0 0,1-1 1 0 0,0 0-1 0 0,0 1 0 0 0,0-1 0 0 0,0 0 1 0 0,0 0-1 0 0,1 0 0 0 0,0 0 0 0 0,0 0 1 0 0,0 0-1 0 0,0-1 0 0 0,0 1 1 0 0,6 5-1 0 0,-1-1-8 0 0,1-1 0 0 0,0 0 0 0 0,0 0 1 0 0,1-1-1 0 0,0 0 0 0 0,0 0 0 0 0,0-1 1 0 0,1-1-1 0 0,10 5 0 0 0,14 2 11 0 0,47 11-1 0 0,13 4-13 0 0,-93-26-17 0 0,1 1 1 0 0,0 0-1 0 0,0-1 1 0 0,-1 1-1 0 0,1 0 1 0 0,0 0-1 0 0,-1 0 1 0 0,1 0-1 0 0,-1 1 1 0 0,0-1-1 0 0,1 0 1 0 0,-1 1-1 0 0,0-1 0 0 0,0 1 1 0 0,1-1-1 0 0,-1 1 1 0 0,0-1-1 0 0,-1 1 1 0 0,1 0-1 0 0,0 0 1 0 0,0-1-1 0 0,0 3 1 0 0,0-1 0 0 0,-1-2-2 0 0,0 1 1 0 0,0-1-1 0 0,0 0 1 0 0,0 0-1 0 0,0 1 1 0 0,0-1-1 0 0,0 0 1 0 0,-1 0-1 0 0,1 1 1 0 0,0-1-1 0 0,-1 0 1 0 0,1 0-1 0 0,-1 0 1 0 0,1 0-1 0 0,-1 1 1 0 0,1-1-1 0 0,-1 0 1 0 0,0 0-1 0 0,0 0 1 0 0,-1 1-1 0 0,0 1 8 0 0,-4 6 57 0 0,-1 0 0 0 0,0-1 1 0 0,0 0-1 0 0,-1 0 0 0 0,0 0 1 0 0,0-1-1 0 0,-16 11 0 0 0,0-2 109 0 0,-46 20 0 0 0,53-27-119 0 0,0-1 0 0 0,-1-1 1 0 0,0-1-1 0 0,0-1 0 0 0,-1 0 0 0 0,0-1 0 0 0,-37 2 1 0 0,49-6-99 0 0,1 0 1 0 0,0-1 0 0 0,-1 0 0 0 0,1 0-1 0 0,0 0 1 0 0,0-1 0 0 0,0 0 0 0 0,0 0 0 0 0,0-1-1 0 0,0 1 1 0 0,1-1 0 0 0,-1 0 0 0 0,1-1-1 0 0,0 1 1 0 0,0-1 0 0 0,0 0 0 0 0,0-1 0 0 0,1 1-1 0 0,-1-1 1 0 0,1 0 0 0 0,0 0 0 0 0,1 0-1 0 0,-1 0 1 0 0,1-1 0 0 0,0 1 0 0 0,1-1-1 0 0,-3-7 1 0 0,1 1-304 0 0,0 0-1 0 0,1 0 1 0 0,0 0-1 0 0,1-1 1 0 0,1 1-1 0 0,0-1 1 0 0,0 1-1 0 0,2-18 1 0 0,1 14-913 0 0,0 0 1 0 0,1 1-1 0 0,7-22 1 0 0,3-1-3883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0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41 3464 0 0,'0'-4'1246'0'0,"-2"-15"-147"0"0,1 14 1001 0 0,0 2-1637 0 0,1 2-429 0 0,0 1 0 0 0,0 0 0 0 0,0-1 0 0 0,0 1 0 0 0,0-1 0 0 0,-1 1 0 0 0,1 0 0 0 0,0-1 0 0 0,0 1 0 0 0,0 0 0 0 0,0-1 0 0 0,-1 1 0 0 0,1 0 0 0 0,0-1 0 0 0,0 1 0 0 0,-1 0 0 0 0,1-1 0 0 0,0 1 0 0 0,-1 0 0 0 0,1 0 0 0 0,0-1 0 0 0,-1 1 0 0 0,1 0 0 0 0,0 0 0 0 0,-1 0 0 0 0,1 0 0 0 0,0-1-1 0 0,-1 1 1 0 0,1 0 0 0 0,-1 0 0 0 0,1 0 0 0 0,0 0 0 0 0,-1 0 0 0 0,-8 12 526 0 0,-4 29-73 0 0,13-39-430 0 0,-12 61 236 0 0,3 0 1 0 0,2 1-1 0 0,4 0 0 0 0,5 83 1 0 0,-1-122-200 0 0,1 0 1 0 0,0 0-1 0 0,2-1 0 0 0,1 1 1 0 0,1-1-1 0 0,16 41 1 0 0,-20-61-67 0 0,1 1 0 0 0,-1-1 0 0 0,1 0 0 0 0,0 0 1 0 0,0 0-1 0 0,6 5 0 0 0,-8-7-40 0 0,1-1 0 0 0,-1 1 1 0 0,1-1-1 0 0,0 0 0 0 0,0 0 0 0 0,-1 0 0 0 0,1 0 0 0 0,0 0 1 0 0,0 0-1 0 0,0 0 0 0 0,0 0 0 0 0,0-1 0 0 0,0 1 0 0 0,0-1 1 0 0,0 0-1 0 0,1 1 0 0 0,3-1 0 0 0,0-1-162 0 0,-1 0 0 0 0,1 0 0 0 0,-1 0 0 0 0,1-1 1 0 0,-1 0-1 0 0,1 0 0 0 0,-1 0 0 0 0,0-1 0 0 0,0 0 0 0 0,0 0 0 0 0,0 0 0 0 0,0 0 0 0 0,-1-1 0 0 0,5-4 0 0 0,-8 6 142 0 0,3-2-383 0 0,0-1 0 0 0,0 0 0 0 0,-1 0 0 0 0,0 0 0 0 0,1 0 0 0 0,-2-1 0 0 0,1 1 0 0 0,-1-1 0 0 0,0 0 0 0 0,0 1 0 0 0,2-11 0 0 0,-3-6-1464 0 0,0 17-1324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1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123 131 2468 0 0,'-14'-1'718'0'0,"1"-1"-1"0"0,-1 2 1 0 0,0 0 0 0 0,0 1-1 0 0,-20 3 1 0 0,29-3-419 0 0,-10 0 422 0 0,15-1-693 0 0,0 0 1 0 0,0 0 0 0 0,0 0 0 0 0,0 0 0 0 0,0 1 0 0 0,0-1-1 0 0,0 0 1 0 0,0 0 0 0 0,0 0 0 0 0,0 0 0 0 0,0 0 0 0 0,0 0-1 0 0,0 0 1 0 0,0 0 0 0 0,0 0 0 0 0,0 0 0 0 0,0 0 0 0 0,0 0-1 0 0,0 0 1 0 0,0 0 0 0 0,0 0 0 0 0,0 0 0 0 0,0 0 0 0 0,0 0-1 0 0,0 0 1 0 0,0 0 0 0 0,0 1 0 0 0,0-1 0 0 0,0 0-1 0 0,0 0 1 0 0,0 0 0 0 0,0 0 0 0 0,0 0 0 0 0,0 0 0 0 0,0 0-1 0 0,0 0 1 0 0,38-5 498 0 0,163-50-628 0 0,-198 53-100 0 0,11 7-274 0 0,-8-2 523 0 0,-11 9 19 0 0,3-8 80 0 0,2-4-130 0 0,-1 1 1 0 0,0 0-1 0 0,0 0 0 0 0,1-1 0 0 0,-1 1 0 0 0,1 0 0 0 0,-1 0 1 0 0,1 0-1 0 0,-1 0 0 0 0,1 0 0 0 0,-1 0 0 0 0,1 0 1 0 0,0 0-1 0 0,0 0 0 0 0,-1 0 0 0 0,1 0 0 0 0,0 0 1 0 0,0 0-1 0 0,0 0 0 0 0,0 0 0 0 0,0 2 0 0 0,1 14 96 0 0,-1-13-76 0 0,13 14 71 0 0,21-8 110 0 0,-30-9-268 0 0,1-2 61 0 0,2-2-20 0 0,0 0 1 0 0,1 0-1 0 0,-1 0 1 0 0,0-1-1 0 0,-1 0 1 0 0,1 0-1 0 0,-1-1 1 0 0,0 0-1 0 0,0 0 1 0 0,0 0-1 0 0,-1-1 1 0 0,1 0-1 0 0,-1 0 1 0 0,-1 0-1 0 0,1 0 0 0 0,-1-1 1 0 0,0 0-1 0 0,5-13 1 0 0,-8 17-59 0 0,-1-1 5 0 0,0-14 18 0 0,0 14-11 0 0,-9-14-13 0 0,8 17 74 0 0,0-1 0 0 0,0 1 1 0 0,-1 0-1 0 0,1 0 0 0 0,0 0 0 0 0,-1 0 0 0 0,1 0 1 0 0,-1 0-1 0 0,1 0 0 0 0,-1 1 0 0 0,1-1 1 0 0,-1 0-1 0 0,0 1 0 0 0,1-1 0 0 0,-1 1 0 0 0,0 0 1 0 0,1 0-1 0 0,-1-1 0 0 0,0 1 0 0 0,0 0 1 0 0,1 0-1 0 0,-1 1 0 0 0,0-1 0 0 0,1 0 0 0 0,-4 2 1 0 0,4-2-40 0 0,-2 0 52 0 0,0 1 0 0 0,0 0 0 0 0,1 0 0 0 0,-1 1 0 0 0,0-1 0 0 0,1 0 0 0 0,-1 1 0 0 0,1-1 0 0 0,0 1 0 0 0,-1 0 0 0 0,1 0 0 0 0,0 0 0 0 0,0 0 0 0 0,-2 3 0 0 0,-20 29 380 0 0,18-23-279 0 0,1 0 1 0 0,0 0-1 0 0,0 0 1 0 0,2 1-1 0 0,-1 0 1 0 0,1 0-1 0 0,1 0 1 0 0,0 0-1 0 0,0 23 1 0 0,2-29-91 0 0,1 0 0 0 0,-1 1-1 0 0,1-1 1 0 0,1 0 0 0 0,-1 0 0 0 0,1 0-1 0 0,5 12 1 0 0,-5-13-9 0 0,0 0-3 0 0,0 0-1 0 0,1 0 0 0 0,0 0 0 0 0,0-1 1 0 0,1 1-1 0 0,6 6 0 0 0,-5-4-2 0 0,-3-6-20 0 0,-1 1 1 0 0,1-1 0 0 0,-1 1-1 0 0,1-1 1 0 0,0 0 0 0 0,0 0-1 0 0,0 0 1 0 0,0 1 0 0 0,0-2-1 0 0,0 1 1 0 0,0 0 0 0 0,0 0-1 0 0,3 0 1 0 0,11 5-303 0 0,-14-6 276 0 0,0 0 0 0 0,-1 1 0 0 0,1-1-1 0 0,0 0 1 0 0,0 0 0 0 0,0 0-1 0 0,-1-1 1 0 0,1 1 0 0 0,0 0 0 0 0,0-1-1 0 0,-1 1 1 0 0,4-2 0 0 0,-3 1-35 0 0,6-1-101 0 0,0 0 0 0 0,0-1 0 0 0,0 0 0 0 0,0-1 0 0 0,0 0 1 0 0,-1 0-1 0 0,0 0 0 0 0,0-1 0 0 0,0 0 0 0 0,0-1 0 0 0,7-7 0 0 0,-6 5-44 0 0,-1 0-1 0 0,0-1 1 0 0,0 0-1 0 0,0 0 1 0 0,-1-1-1 0 0,8-16 1 0 0,25-84-268 0 0,-27 60 1410 0 0,-11 47-670 0 0,-1-1-35 0 0,1-10 230 0 0,-2 22 552 0 0,-4 35-514 0 0,7 128-100 0 0,-2-167-109 0 0,0 0-205 0 0,2 11-19 0 0,-1-11 55 0 0,2-6-87 0 0,5-8-31 0 0,-1 1 0 0 0,0-1 0 0 0,-1 0 0 0 0,0 0-1 0 0,0-1 1 0 0,-1 0 0 0 0,0 0 0 0 0,5-19 0 0 0,-8 23-3 0 0,12-27 4 0 0,-13 31-12 0 0,1-1 2 0 0,-2 3 11 0 0,0 1 0 0 0,0-1 0 0 0,0 1 0 0 0,0-1 0 0 0,0 1 0 0 0,0-1 0 0 0,0 1 1 0 0,1-1-1 0 0,-1 1 0 0 0,0-1 0 0 0,0 1 0 0 0,0 0 0 0 0,1-1 0 0 0,-1 1 0 0 0,0-1 0 0 0,1 1 0 0 0,-1 0 1 0 0,0-1-1 0 0,1 1 0 0 0,-1 0 0 0 0,0-1 0 0 0,1 1 0 0 0,-1 0 0 0 0,0 0 0 0 0,1-1 0 0 0,0 1 0 0 0,1 4 3 0 0,0 1 0 0 0,0 0 0 0 0,-1-1-1 0 0,1 1 1 0 0,-1 0 0 0 0,0 0-1 0 0,-1 0 1 0 0,1 0 0 0 0,-1 5 0 0 0,6 58 35 0 0,-6-65-42 0 0,8 20 67 0 0,-6-19-39 0 0,-2-3-23 0 0,1-1 0 0 0,-1 1 0 0 0,1 0-1 0 0,-1 0 1 0 0,1 0 0 0 0,-1 0 0 0 0,1-1 0 0 0,0 1 0 0 0,-1 0-1 0 0,1-1 1 0 0,0 1 0 0 0,0 0 0 0 0,0-1 0 0 0,0 1 0 0 0,-1-1 0 0 0,1 1-1 0 0,0-1 1 0 0,0 0 0 0 0,0 1 0 0 0,0-1 0 0 0,0 0 0 0 0,2 1-1 0 0,0-2-1 0 0,0 0 0 0 0,1 0-1 0 0,-1-1 1 0 0,0 1-1 0 0,0-1 1 0 0,0 0-1 0 0,-1 1 1 0 0,1-1-1 0 0,0-1 1 0 0,-1 1-1 0 0,1 0 1 0 0,-1-1-1 0 0,0 1 1 0 0,0-1-1 0 0,4-5 1 0 0,1-1-5 0 0,-1 0 0 0 0,0 0 0 0 0,0-1-1 0 0,5-11 1 0 0,17-35 16 0 0,-26 53-7 0 0,0-1-7 0 0,-2 3 4 0 0,0 1-1 0 0,1-1 1 0 0,-1 1 0 0 0,0 0-1 0 0,0-1 1 0 0,0 1 0 0 0,0-1-1 0 0,0 1 1 0 0,0 0 0 0 0,1-1-1 0 0,-1 1 1 0 0,0-1 0 0 0,0 1-1 0 0,1 0 1 0 0,-1-1 0 0 0,0 1-1 0 0,0 0 1 0 0,1 0 0 0 0,-1-1-1 0 0,0 1 1 0 0,1 0-1 0 0,-1 0 1 0 0,0-1 0 0 0,1 1-1 0 0,-1 0 1 0 0,1 0 0 0 0,-1 0-1 0 0,0 0 1 0 0,1-1 0 0 0,0 1-1 0 0,1 4 16 0 0,1 0-1 0 0,-1 0 1 0 0,0 0-1 0 0,0 0 1 0 0,0 0-1 0 0,-1 0 1 0 0,1 0-1 0 0,-1 1 1 0 0,1 5-1 0 0,4 12 10 0 0,12 40-14 0 0,-17-59-12 0 0,-1-2 1 0 0,1-1 0 0 0,-1 0-1 0 0,0 0 1 0 0,1 0 0 0 0,-1 1 0 0 0,1-1-1 0 0,-1 0 1 0 0,0 0 0 0 0,1 1 0 0 0,-1-1 0 0 0,0 0-1 0 0,0 1 1 0 0,1-1 0 0 0,-1 0 0 0 0,0 1-1 0 0,0-1 1 0 0,1 0 0 0 0,-1 1 0 0 0,0-1 0 0 0,0 1-1 0 0,0-1 1 0 0,0 0 0 0 0,1 1 0 0 0,-1 0-1 0 0,8 13-505 0 0,-7-13 348 0 0,0 0 0 0 0,0 0 0 0 0,1 0 0 0 0,-1-1 0 0 0,0 1 0 0 0,0 0 1 0 0,0-1-1 0 0,1 1 0 0 0,-1-1 0 0 0,0 1 0 0 0,1-1 0 0 0,-1 1 0 0 0,0-1 0 0 0,1 0 0 0 0,-1 0 0 0 0,0 0 0 0 0,1 0 0 0 0,-1 0 1 0 0,1 0-1 0 0,-1 0 0 0 0,0 0 0 0 0,1 0 0 0 0,-1-1 0 0 0,0 1 0 0 0,1 0 0 0 0,-1-1 0 0 0,0 1 0 0 0,1-1 0 0 0,-1 0 0 0 0,2-1 1 0 0,1 0-203 0 0,11-14-2148 0 0,-2-3-540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2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26 2408 0 0,'0'0'2714'0'0,"0"-4"-2071"0"0,0-13-118 0 0,0 12 1215 0 0,-1 9-1487 0 0,-3 14-51 0 0,1 1 0 0 0,1-1 0 0 0,1 1-1 0 0,0 0 1 0 0,2 0 0 0 0,2 25 0 0 0,12 2 221 0 0,-14-45-418 0 0,-1-1 0 0 0,0 1 0 0 0,0 0 0 0 0,0-1 0 0 0,0 1 0 0 0,1-1 0 0 0,-1 1 0 0 0,0-1-1 0 0,0 1 1 0 0,1-1 0 0 0,-1 1 0 0 0,0-1 0 0 0,1 0 0 0 0,-1 1 0 0 0,1-1 0 0 0,-1 1 0 0 0,1-1 0 0 0,-1 0 0 0 0,0 1 0 0 0,1-1 0 0 0,-1 0 0 0 0,1 0 0 0 0,-1 1 0 0 0,1-1 0 0 0,0 0 0 0 0,-1 0 0 0 0,1 0-1 0 0,-1 0 1 0 0,1 1 0 0 0,-1-1 0 0 0,1 0 0 0 0,-1 0 0 0 0,1 0 0 0 0,0 0 0 0 0,-1 0 0 0 0,1-1 0 0 0,-1 1 0 0 0,1 0 0 0 0,0 0 0 0 0,19-4 22 0 0,-20 4-29 0 0,0 0 2 0 0,5-1 16 0 0,-3-4-10 0 0,0 0 0 0 0,1 1 0 0 0,-1 0 0 0 0,1-1 0 0 0,6-5 0 0 0,11-19 147 0 0,-18 24-155 0 0,1-3 163 0 0,0-1 0 0 0,1 1 0 0 0,0 0 0 0 0,8-11 60 0 0,-4 10-132 0 0,-5 6 2 0 0,5 10-51 0 0,-6-5-26 0 0,0 17-4 0 0,0-1 0 0 0,8 26 0 0 0,8 14 56 0 0,-17-55-54 0 0,2-1-29 0 0,8 8-36 0 0,-9-8 27 0 0,3-4-36 0 0,0 0 39 0 0,0 0 0 0 0,0 0 1 0 0,0-1-1 0 0,0 0 0 0 0,0 0 1 0 0,-1 0-1 0 0,1-1 0 0 0,-1 1 1 0 0,0-1-1 0 0,0 0 0 0 0,4-6 1 0 0,5-10 187 0 0,21-40 0 0 0,-33 57-90 0 0,10-10 346 0 0,-4 63-295 0 0,-4-19-81 0 0,-1-24-19 0 0,3 4-43 0 0,14 26-923 0 0,-16-34 500 0 0,21 5-2844 0 0,-20-7 2857 0 0,-3-1 236 0 0,0 0 1 0 0,0 0 0 0 0,0 0 0 0 0,0 0 0 0 0,1 0 0 0 0,-1 0 0 0 0,0 0 0 0 0,0-1 0 0 0,0 1 0 0 0,0 0 0 0 0,0 0-1 0 0,0-1 1 0 0,1 1 0 0 0,-1-1 0 0 0,0 1 0 0 0,1-2 0 0 0,14-7-3775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2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7 2908 0 0,'0'0'1178'0'0,"1"-3"-166"0"0,2-1 1533 0 0,-2 7-868 0 0,-4 18-216 0 0,0-5-1268 0 0,1 0 1 0 0,1 31-1 0 0,4-20-522 0 0,11 40 0 0 0,-13-64-49 0 0,1 0-149 0 0,0-2 242 0 0,-1 0 0 0 0,0 0 0 0 0,0 0 0 0 0,1 0 0 0 0,-1 0 0 0 0,1 0 0 0 0,-1 0-1 0 0,1-1 1 0 0,-1 1 0 0 0,1 0 0 0 0,-1-1 0 0 0,1 0 0 0 0,0 1 0 0 0,-1-1 0 0 0,1 0 0 0 0,0 0 0 0 0,-1 0-1 0 0,1 0 1 0 0,0 0 0 0 0,-1 0 0 0 0,1 0 0 0 0,2-1 0 0 0,1 0-2916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2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55 2376 0 0,'0'0'1696'0'0,"-4"1"-1046"0"0,-1 0-436 0 0,1 1 1 0 0,0 0 0 0 0,0-1 0 0 0,0 1-1 0 0,0 1 1 0 0,-4 2 0 0 0,5-3 192 0 0,-11 17 809 0 0,12-15-934 0 0,-11 35 557 0 0,12-35-344 0 0,7-2-471 0 0,-5-1-22 0 0,-1-1 1 0 0,0 0 0 0 0,0 1 0 0 0,1-1 0 0 0,-1 0 0 0 0,0 1-1 0 0,1-1 1 0 0,-1 0 0 0 0,0 0 0 0 0,1 1 0 0 0,-1-1 0 0 0,0 0 0 0 0,1 0-1 0 0,-1 0 1 0 0,0 0 0 0 0,1 1 0 0 0,-1-1 0 0 0,1 0 0 0 0,-1 0-1 0 0,0 0 1 0 0,1 0 0 0 0,-1 0 0 0 0,1 0 0 0 0,-1 0 0 0 0,0 0 0 0 0,1 0-1 0 0,-1 0 1 0 0,1 0 0 0 0,-1 0 0 0 0,1-1 0 0 0,-1 1 0 0 0,0 0-1 0 0,1 0 1 0 0,-1 0 0 0 0,0 0 0 0 0,1-1 0 0 0,5-6 331 0 0,0-1 0 0 0,-1 0 1 0 0,0 0-1 0 0,-1 0 0 0 0,0 0 0 0 0,5-14 0 0 0,-9 19-48 0 0,0-2-53 0 0,0-2-177 0 0,-1 1 1 0 0,0-1-1 0 0,0 1 0 0 0,-1 0 1 0 0,0 0-1 0 0,0 0 1 0 0,-4-10-1 0 0,4 14-230 0 0,-2 1-142 0 0,1 0 104 0 0,0 0 0 0 0,0 0 0 0 0,0 1 0 0 0,-1-1 0 0 0,1 1 0 0 0,0 0 1 0 0,0 0-1 0 0,0 0 0 0 0,0 0 0 0 0,0 1 0 0 0,-1-1 0 0 0,1 1 0 0 0,0 0 0 0 0,-4 1 0 0 0,-1 2-703 0 0,0 0 0 0 0,0 0-1 0 0,1 1 1 0 0,-9 7-1 0 0,-3 3-3700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3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41 3968 0 0,'0'0'6159'0'0,"-1"4"-5764"0"0,-2 4-238 0 0,0 1 0 0 0,1 0 1 0 0,1 0-1 0 0,-1 0 0 0 0,2 1 1 0 0,-1 16-1 0 0,6 55 249 0 0,-4-73-363 0 0,1 8-9 0 0,-2-13 20 0 0,1 1 0 0 0,0-1-1 0 0,-1 1 1 0 0,1-1 0 0 0,0 1 0 0 0,0-1 0 0 0,1 0 0 0 0,-1 1 0 0 0,1-1 0 0 0,0 0 0 0 0,2 3 0 0 0,-2-3 62 0 0,16-8-66 0 0,-15 4-46 0 0,1-1-1 0 0,-1 0 0 0 0,0 0 1 0 0,0 0-1 0 0,-1 0 0 0 0,1 0 1 0 0,0-1-1 0 0,-1 1 0 0 0,1-1 1 0 0,-1 1-1 0 0,0-1 0 0 0,0 0 1 0 0,2-3-1 0 0,-2 3 0 0 0,65-108-31 0 0,-65 108-2 0 0,5-1 15 0 0,2-1 24 0 0,-8 6-10 0 0,0 0 1 0 0,-1-1 0 0 0,1 1 0 0 0,0 0 0 0 0,-1-1-1 0 0,1 1 1 0 0,-1 0 0 0 0,1 0 0 0 0,-1-1-1 0 0,0 1 1 0 0,1 0 0 0 0,-1 0 0 0 0,0 0 0 0 0,1 0-1 0 0,-1 0 1 0 0,0-1 0 0 0,0 1 0 0 0,0 2 0 0 0,5 31-20 0 0,-4-24-7 0 0,0 0 1 0 0,1 1-1 0 0,0-1 0 0 0,1 0 0 0 0,0 0 0 0 0,0 0 1 0 0,1 0-1 0 0,1-1 0 0 0,6 12 0 0 0,-10-18-84 0 0,1 0 1 0 0,0 0-1 0 0,0-1 0 0 0,0 1 0 0 0,0 0 0 0 0,1-1 1 0 0,-1 0-1 0 0,1 1 0 0 0,-1-1 0 0 0,1 0 0 0 0,0 0 1 0 0,0 0-1 0 0,0-1 0 0 0,0 1 0 0 0,0-1 0 0 0,0 0 0 0 0,0 1 1 0 0,1-1-1 0 0,-1-1 0 0 0,7 2 0 0 0,0-3-190 0 0,1-1 0 0 0,0 0 1 0 0,-1-1-1 0 0,1 0 0 0 0,-1 0 0 0 0,0-1 0 0 0,0 0 0 0 0,-1-1 0 0 0,1 0 0 0 0,-1-1 0 0 0,0 0 0 0 0,0 0 0 0 0,-1-1 1 0 0,0 0-1 0 0,0-1 0 0 0,12-14 0 0 0,-10 10 505 0 0,0-1 0 0 0,-2 0 1 0 0,1 0-1 0 0,-2-1 0 0 0,0 0 0 0 0,0-1 1 0 0,-1 1-1 0 0,-1-1 0 0 0,-1 0 1 0 0,0 0-1 0 0,2-17 0 0 0,-5 28 221 0 0,-2-1-91 0 0,-2-12-61 0 0,2 13 423 0 0,-10 1-242 0 0,10 3-425 0 0,0 0 0 0 0,0-1 0 0 0,0 1 1 0 0,0 0-1 0 0,0 0 0 0 0,0 0 0 0 0,0 0 1 0 0,0 0-1 0 0,0 0 0 0 0,0 0 0 0 0,0 0 1 0 0,0 0-1 0 0,0 0 0 0 0,0 1 0 0 0,-1-1 1 0 0,1 0-1 0 0,0 1 0 0 0,1-1 0 0 0,-1 1 1 0 0,0-1-1 0 0,0 1 0 0 0,0-1 0 0 0,0 1 1 0 0,0 0-1 0 0,0-1 0 0 0,1 1 0 0 0,-1 0 1 0 0,0 0-1 0 0,1 0 0 0 0,-1-1 0 0 0,0 1 1 0 0,0 1-1 0 0,-9 10 38 0 0,0 0 1 0 0,0 1-1 0 0,1 0 0 0 0,1 0 0 0 0,0 1 1 0 0,1 0-1 0 0,0 1 0 0 0,1-1 1 0 0,1 1-1 0 0,0 0 0 0 0,1 1 1 0 0,1-1-1 0 0,0 1 0 0 0,1-1 0 0 0,1 1 1 0 0,1 26-1 0 0,1-38-75 0 0,9 10-36 0 0,-9-13 26 0 0,0 1 1 0 0,0 0-1 0 0,0-1 1 0 0,0 1 0 0 0,1-1-1 0 0,-1 1 1 0 0,0-1-1 0 0,1 0 1 0 0,-1 0-1 0 0,4 2 1 0 0,-2-1-78 0 0,1-3-1 0 0,2-1 77 0 0,1-1 0 0 0,-1 1-1 0 0,0-2 1 0 0,0 1 0 0 0,-1 0 0 0 0,1-1 0 0 0,-1 0 0 0 0,1 0 0 0 0,-1-1 0 0 0,-1 0 0 0 0,1 0 0 0 0,0 0 0 0 0,-1 0 0 0 0,0-1-1 0 0,5-9 1 0 0,6-11 480 0 0,-2-1-1 0 0,12-31 0 0 0,-22 51-267 0 0,-2 3-7 0 0,2-1-2 0 0,-3 5-171 0 0,0-1-1 0 0,0 1 1 0 0,0-1-1 0 0,0 1 1 0 0,0 0-1 0 0,0-1 0 0 0,0 1 1 0 0,1-1-1 0 0,-1 1 1 0 0,0 0-1 0 0,0-1 1 0 0,0 1-1 0 0,1 0 0 0 0,-1-1 1 0 0,0 1-1 0 0,0 0 1 0 0,1-1-1 0 0,-1 1 1 0 0,0 0-1 0 0,1-1 1 0 0,-1 1-1 0 0,0 0 0 0 0,1 0 1 0 0,-1-1-1 0 0,0 1 1 0 0,1 0-1 0 0,-1 0 1 0 0,1 0-1 0 0,-1 0 0 0 0,1-1 1 0 0,3 7-19 0 0,0 0 0 0 0,-1 1 0 0 0,0-1 0 0 0,0 0 0 0 0,-1 1 0 0 0,1 0 0 0 0,1 8 0 0 0,10 60 99 0 0,-10-53-77 0 0,18 102 68 0 0,-4 0 0 0 0,0 238 0 0 0,-18-345-86 0 0,-17 237 367 0 0,12-218-237 0 0,-1 0-1 0 0,-2-1 1 0 0,-1 0-1 0 0,-2 0 1 0 0,-16 33-1 0 0,25-62-76 0 0,-1 0 0 0 0,0-1 0 0 0,0 1 0 0 0,-1-1 0 0 0,-5 6-1 0 0,8-9-48 0 0,-2 0-1 0 0,1 0 1 0 0,0 0-1 0 0,0-1 1 0 0,0 1-1 0 0,-1-1 1 0 0,1 0-1 0 0,-1 1 0 0 0,1-1 1 0 0,-1 0-1 0 0,1-1 1 0 0,-1 1-1 0 0,-3 0 1 0 0,-3-3-10 0 0,-2-3-11 0 0,1 0 1 0 0,0-1-1 0 0,0-1 0 0 0,1 0 0 0 0,0 0 0 0 0,0-1 0 0 0,1 0 0 0 0,-1 0 0 0 0,-9-14 0 0 0,8 7-53 0 0,0-1-1 0 0,0 0 1 0 0,2 0 0 0 0,0-1-1 0 0,-10-28 1 0 0,11 21-8 0 0,1 0-1 0 0,1-1 1 0 0,1 0 0 0 0,1 1 0 0 0,1-1-1 0 0,1 0 1 0 0,1 0 0 0 0,1 0 0 0 0,7-34-1 0 0,-3 37-294 0 0,2 0 1 0 0,0 0-1 0 0,1 1 0 0 0,2 0 0 0 0,0 0 0 0 0,13-20 1 0 0,3 2-2949 0 0,60-69 0 0 0,-50 69-1203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4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3500 0 0,'0'0'4913'0'0,"4"1"-4144"0"0,5 1-521 0 0,-1-1 0 0 0,1 0 0 0 0,0 0-1 0 0,0-1 1 0 0,0-1 0 0 0,10-1 0 0 0,63-12 211 0 0,-38 5-231 0 0,176-27-530 0 0,-125 23-6788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4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111 250 2152 0 0,'-106'51'6279'0'0,"102"-49"-3907"0"0,8 0-2083 0 0,2-1-227 0 0,1 1 1 0 0,-1-1 0 0 0,1 0 0 0 0,-1 0 0 0 0,1-1-1 0 0,-1 0 1 0 0,1 0 0 0 0,-1 0 0 0 0,0-1-1 0 0,12-2 1 0 0,74-23 230 0 0,-62 17-243 0 0,262-92-647 0 0,-151 33-1536 0 0,-100 45-643 0 0,49-38 0 0 0,-65 42-1027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4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0 3604 0 0,'-5'0'1224'0'0,"-5"0"-503"0"0,-1 1 0 0 0,1 0 0 0 0,0 0-1 0 0,-1 1 1 0 0,1 0 0 0 0,-14 5 0 0 0,22-6-341 0 0,-1 2-59 0 0,2-2-285 0 0,0 0 0 0 0,0 0 0 0 0,-1 0 0 0 0,2 0 0 0 0,-1 0 0 0 0,0 1 1 0 0,0-1-1 0 0,0 0 0 0 0,0 1 0 0 0,1-1 0 0 0,-1 0 0 0 0,1 1 0 0 0,-1-1 0 0 0,1 1 0 0 0,0-1 0 0 0,-1 1 0 0 0,1-1 1 0 0,0 1-1 0 0,0-1 0 0 0,0 1 0 0 0,0-1 0 0 0,0 1 0 0 0,0-1 0 0 0,0 1 0 0 0,1-1 0 0 0,-1 1 0 0 0,1-1 0 0 0,-1 0 0 0 0,1 1 1 0 0,-1-1-1 0 0,2 2 0 0 0,3 2 2 0 0,1 0-1 0 0,0 0 1 0 0,0-1 0 0 0,0 0 0 0 0,1 0 0 0 0,-1 0 0 0 0,1-1-1 0 0,0 0 1 0 0,0 0 0 0 0,0-1 0 0 0,1 0 0 0 0,-1 0-1 0 0,0 0 1 0 0,13 0 0 0 0,3-1 102 0 0,-1 0 0 0 0,0-2 0 0 0,28-3 0 0 0,-44 3 114 0 0,18 0 562 0 0,-25 6-602 0 0,-4 11-113 0 0,-1 0-1 0 0,-1 0 0 0 0,0-1 1 0 0,-1 1-1 0 0,-11 14 0 0 0,-16 33 98 0 0,19-30-226 0 0,2 1-1 0 0,-18 67 0 0 0,28-84-738 0 0,1 1 0 0 0,-2 35 0 0 0,5-40-591 0 0,1 0 0 0 0,0 0 0 0 0,1 0-1 0 0,5 22 1 0 0,0-12-4365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8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361 445 3072 0 0,'-1'-4'1695'0'0,"0"0"-1299"0"0,1-1 1 0 0,-1 1-1 0 0,-1-1 0 0 0,1 1 0 0 0,-1-1 0 0 0,1 1 1 0 0,-1 0-1 0 0,0-1 0 0 0,-1 1 0 0 0,1 0 1 0 0,-1 1-1 0 0,0-1 0 0 0,-4-5 0 0 0,3 7-290 0 0,-1-1 0 0 0,1 0 0 0 0,0 1 0 0 0,-1 0 0 0 0,1 0 0 0 0,-1 0 0 0 0,0 0 0 0 0,0 1 0 0 0,0 0 0 0 0,0 0 0 0 0,0 0 0 0 0,0 1-1 0 0,0-1 1 0 0,0 1 0 0 0,-6 1 0 0 0,3 0-7 0 0,0 1 0 0 0,0 0-1 0 0,0 0 1 0 0,0 0-1 0 0,1 1 1 0 0,-1 1 0 0 0,1-1-1 0 0,-13 9 1 0 0,7-3 24 0 0,0 1 0 0 0,1 0 0 0 0,0 1 0 0 0,1 0 0 0 0,0 1 0 0 0,1 0 0 0 0,0 1 0 0 0,1 0 0 0 0,-12 24 0 0 0,13-20-60 0 0,1 0 0 0 0,0 1 0 0 0,2 0 0 0 0,0 1 0 0 0,1-1 0 0 0,1 1 0 0 0,1-1 0 0 0,0 1 0 0 0,1 0 0 0 0,2 20 0 0 0,0-32-52 0 0,0 1 0 0 0,1 0 0 0 0,0 0 0 0 0,0-1-1 0 0,0 1 1 0 0,1-1 0 0 0,0 1 0 0 0,1-1 0 0 0,-1 0 0 0 0,1 0 0 0 0,7 9-1 0 0,-6-12-32 0 0,-1 1 0 0 0,1-1 0 0 0,0 1 0 0 0,0-1 0 0 0,1-1 0 0 0,-1 1 0 0 0,1-1 0 0 0,0 0 0 0 0,0 0 0 0 0,0 0 0 0 0,0-1 0 0 0,0 0 0 0 0,0-1 0 0 0,1 1 0 0 0,10 0 0 0 0,-4-1-76 0 0,1-1 0 0 0,0 0 0 0 0,-1-1 0 0 0,1 0 0 0 0,-1-1 0 0 0,0-1 0 0 0,0 0 1 0 0,0-1-1 0 0,0-1 0 0 0,0 0 0 0 0,18-10 0 0 0,-8 3-75 0 0,-1-2 1 0 0,0-1-1 0 0,0 0 0 0 0,-2-2 1 0 0,20-20-1 0 0,-19 15-45 0 0,-1-1-1 0 0,-1-1 1 0 0,-1-1 0 0 0,-1-1-1 0 0,-1 0 1 0 0,-1-1-1 0 0,-2-1 1 0 0,-1 0-1 0 0,14-46 1 0 0,-13 20 268 0 0,-2 1-1 0 0,-2-2 0 0 0,-2 0 1 0 0,-2-88-1 0 0,-5 66 360 0 0,0 73-346 0 0,0 10 19 0 0,6 629 692 0 0,8-542-709 0 0,-11-82-40 0 0,-3-8-10 0 0,2 0 1 0 0,5 9-6 0 0,-7-12-10 0 0,0 1 0 0 0,1-1 0 0 0,-1 0 0 0 0,1 0 0 0 0,-1 0 0 0 0,0 0-1 0 0,1 1 1 0 0,-1-1 0 0 0,1 0 0 0 0,-1 0 0 0 0,0 0 0 0 0,1 0 0 0 0,-1 0 0 0 0,1 0 0 0 0,-1 0 0 0 0,0 0 0 0 0,1 0 0 0 0,-1-1-1 0 0,1 1 1 0 0,-1 0 0 0 0,0 0 0 0 0,1 0 0 0 0,-1 0 0 0 0,1 0 0 0 0,0-1 0 0 0,5-3-10 0 0,-3 2-2 0 0,0-1 1 0 0,0 0-1 0 0,0 0 0 0 0,0 0 0 0 0,-1 0 1 0 0,1-1-1 0 0,-1 1 0 0 0,0-1 1 0 0,0 1-1 0 0,0-1 0 0 0,-1 0 0 0 0,2-4 1 0 0,-1 3 5 0 0,26-52-118 0 0,-7 13 105 0 0,40-61 0 0 0,-59 102 66 0 0,-2 3-44 0 0,1 0 0 0 0,-1 0 0 0 0,1 0 0 0 0,-1-1 0 0 0,0 1 1 0 0,1 0-1 0 0,-1 0 0 0 0,1 0 0 0 0,-1 0 0 0 0,0 0 0 0 0,1 0 0 0 0,-1-1 1 0 0,0 1-1 0 0,1 0 0 0 0,-1 0 0 0 0,0-1 0 0 0,1 1 0 0 0,-1 0 1 0 0,0-1-1 0 0,0 1 0 0 0,1 0 0 0 0,-1 0 0 0 0,0-1 0 0 0,0 1 0 0 0,1-1 1 0 0,-1 1 5 0 0,0-1 0 0 0,1 1 1 0 0,-1-1-1 0 0,0 1 0 0 0,0 0 1 0 0,1-1-1 0 0,-1 1 0 0 0,0 0 1 0 0,1-1-1 0 0,-1 1 0 0 0,1 0 1 0 0,-1-1-1 0 0,0 1 0 0 0,1 0 1 0 0,-1 0-1 0 0,1-1 0 0 0,-1 1 1 0 0,1 0-1 0 0,-1 0 0 0 0,1 0 1 0 0,-1 0-1 0 0,0 0 0 0 0,1 0 1 0 0,-1 0-1 0 0,1 0 0 0 0,-1 0 1 0 0,1 0-1 0 0,-1 0 0 0 0,1 0 1 0 0,-1 0-1 0 0,1 0 0 0 0,-1 0 1 0 0,1 0-1 0 0,-1 0 0 0 0,1 1 1 0 0,2 0 19 0 0,0 1 1 0 0,0 0-1 0 0,0-1 1 0 0,0 1-1 0 0,0 0 1 0 0,-1 1-1 0 0,1-1 1 0 0,-1 0-1 0 0,0 1 1 0 0,0-1-1 0 0,0 1 0 0 0,0 0 1 0 0,0 0-1 0 0,3 5 1 0 0,17 54 216 0 0,-18-49-231 0 0,2 9-80 0 0,1 0 0 0 0,1-1 0 0 0,1-1 0 0 0,1 1 1 0 0,24 36-1 0 0,-32-55-35 0 0,0-1 1 0 0,0 1-1 0 0,0-1 0 0 0,0 0 1 0 0,0 0-1 0 0,0 0 0 0 0,1 0 1 0 0,-1 0-1 0 0,0 0 0 0 0,0-1 1 0 0,1 1-1 0 0,-1-1 1 0 0,0 0-1 0 0,1 1 0 0 0,-1-1 1 0 0,0 0-1 0 0,1 0 0 0 0,-1-1 1 0 0,5 0-1 0 0,-5 1 155 0 0,4-1-179 0 0,0 0 0 0 0,0 0 1 0 0,0-1-1 0 0,0 0 0 0 0,-1 0 0 0 0,1 0 0 0 0,-1-1 0 0 0,1 1 0 0 0,-1-1 0 0 0,8-6 0 0 0,41-37-536 0 0,-43 35 638 0 0,-1-1-1 0 0,1-1 1 0 0,-2 0-1 0 0,0 0 1 0 0,0 0-1 0 0,-2-1 1 0 0,1-1-1 0 0,-2 1 1 0 0,0-1-1 0 0,-1 0 1 0 0,0-1-1 0 0,3-19 1 0 0,-8 31 304 0 0,0-1-36 0 0,-2-14-74 0 0,2 14 2 0 0,0 5-158 0 0,0-1 0 0 0,0 0 0 0 0,0 1 1 0 0,-1-1-1 0 0,1 0 0 0 0,0 1 0 0 0,0-1 0 0 0,0 1 1 0 0,0-1-1 0 0,-1 0 0 0 0,1 1 0 0 0,0-1 1 0 0,-1 1-1 0 0,1-1 0 0 0,0 0 0 0 0,-1 1 0 0 0,1-1 1 0 0,-1 1-1 0 0,1 0 0 0 0,-1-1 0 0 0,1 1 0 0 0,-1-1 1 0 0,1 1-1 0 0,-1 0 0 0 0,1-1 0 0 0,-1 1 0 0 0,1 0 1 0 0,-1-1-1 0 0,0 1 0 0 0,1 0 0 0 0,-1 0 0 0 0,1 0 1 0 0,-1 0-1 0 0,0-1 0 0 0,1 1 0 0 0,-1 0 0 0 0,0 0 1 0 0,1 0-1 0 0,-1 0 0 0 0,0 1 0 0 0,1-1 0 0 0,-1 0 1 0 0,0 0-1 0 0,0 0 0 0 0,-1 1 8 0 0,0-1-1 0 0,0 1 1 0 0,0 0-1 0 0,0 0 1 0 0,0 0 0 0 0,0 0-1 0 0,0 0 1 0 0,0 0-1 0 0,0 0 1 0 0,1 0-1 0 0,-1 1 1 0 0,0-1-1 0 0,1 1 1 0 0,-3 2 0 0 0,-8 19 15 0 0,1 0 0 0 0,1 0 1 0 0,1 1-1 0 0,1 0 1 0 0,-5 27-1 0 0,12-47-96 0 0,0 1 80 0 0,1-2-33 0 0,0 0 0 0 0,0-1 0 0 0,1 1 0 0 0,-1 0 1 0 0,0 0-1 0 0,1 0 0 0 0,0 0 0 0 0,0 0 0 0 0,0-1 0 0 0,2 5 1 0 0,-2-5-179 0 0,3-3 87 0 0,7-5 262 0 0,-1 0-1 0 0,0-1 1 0 0,-1-1-1 0 0,1 1 1 0 0,-1-2 0 0 0,-1 1-1 0 0,0-1 1 0 0,0 0-1 0 0,11-17 1 0 0,-17 23 154 0 0,6-6 95 0 0,1-3 233 0 0,2 6-251 0 0,-10 6-378 0 0,0 1 0 0 0,0 0-1 0 0,0-1 1 0 0,-1 1 0 0 0,1 0 0 0 0,0 0-1 0 0,-1-1 1 0 0,1 1 0 0 0,0 0 0 0 0,-1 0-1 0 0,1 0 1 0 0,-1 0 0 0 0,1 0 0 0 0,-1 0-1 0 0,0 0 1 0 0,1 0 0 0 0,-1 0-1 0 0,0 0 1 0 0,0 1 0 0 0,9 30 87 0 0,0-3-1366 0 0,18 48-1 0 0,-25-74 510 0 0,7 12-817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8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3176 0 0,'1'-3'1069'0'0,"4"-11"-154"0"0,-4 11-184 0 0,4-2-4 0 0,-5 4-686 0 0,0 1 0 0 0,0 0 0 0 0,1-1 1 0 0,-1 1-1 0 0,0-1 0 0 0,0 1 0 0 0,0-1 1 0 0,1 1-1 0 0,-1 0 0 0 0,0-1 1 0 0,0 1-1 0 0,1-1 0 0 0,-1 1 0 0 0,0 0 1 0 0,1-1-1 0 0,-1 1 0 0 0,0 0 0 0 0,1-1 1 0 0,-1 1-1 0 0,1 0 0 0 0,-1 0 0 0 0,0 0 1 0 0,1-1-1 0 0,-1 1 0 0 0,1 0 0 0 0,-1 0 1 0 0,1 0-1 0 0,-1 0 0 0 0,1 0 1 0 0,-1 0-1 0 0,1 0 0 0 0,5-1 44 0 0,-1 1 0 0 0,1 0-1 0 0,0 1 1 0 0,-1-1 0 0 0,1 1 0 0 0,-1 0 0 0 0,0 1 0 0 0,1-1-1 0 0,-1 1 1 0 0,0 0 0 0 0,0 0 0 0 0,0 1 0 0 0,0-1-1 0 0,4 5 1 0 0,-1-2 14 0 0,0 0-1 0 0,-1 1 1 0 0,0 1-1 0 0,0-1 0 0 0,-1 1 1 0 0,0 0-1 0 0,0 0 1 0 0,0 1-1 0 0,-1 0 1 0 0,-1 0-1 0 0,8 16 1 0 0,-11-21 111 0 0,2 19 311 0 0,-3-18-240 0 0,0 0-96 0 0,-1-1-1 0 0,0 1 1 0 0,0-1 0 0 0,0 0 0 0 0,0 0 0 0 0,0 1-1 0 0,-1-1 1 0 0,1 0 0 0 0,-4 4 0 0 0,3-4 1205 0 0,-2-4-1289 0 0,-16-2 9 0 0,16-17 150 0 0,3 17-227 0 0,2-3-44 0 0,0-6-182 0 0,2 0 0 0 0,0 0 0 0 0,0 0 0 0 0,1 0 0 0 0,0 1 0 0 0,1-1 0 0 0,0 1 0 0 0,1 1 0 0 0,0-1 0 0 0,1 1 0 0 0,0 0 0 0 0,1 0 0 0 0,0 1 0 0 0,0 0 0 0 0,1 0 0 0 0,0 1-1 0 0,17-11 1 0 0,-23 17-148 0 0,0 0-1 0 0,1 0 1 0 0,-1 1-1 0 0,0-1 1 0 0,1 1-1 0 0,-1 0 1 0 0,1 0-1 0 0,0 1 1 0 0,-1-1-1 0 0,8 0 1 0 0,8 4-3707 0 0,8 4 232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9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233 47 3308 0 0,'0'0'1466'0'0,"1"-3"-182"0"0,0 1-1015 0 0,0-1-1 0 0,0 1 1 0 0,-1 0 0 0 0,1 0 0 0 0,-1-1-1 0 0,1 1 1 0 0,-1 0 0 0 0,0-1 0 0 0,0 1-1 0 0,0 0 1 0 0,0-1 0 0 0,-1 1-1 0 0,1 0 1 0 0,-1-4 0 0 0,-1 2 221 0 0,-2 4-61 0 0,-3-1-320 0 0,1 0 1 0 0,-1 1-1 0 0,0 0 1 0 0,0 1-1 0 0,0 0 1 0 0,0 0-1 0 0,0 0 1 0 0,0 1-1 0 0,1 0 1 0 0,-1 0-1 0 0,1 1 1 0 0,-1-1-1 0 0,1 1 1 0 0,0 1-1 0 0,0-1 1 0 0,1 1-1 0 0,-9 7 1 0 0,4-3-51 0 0,0 0-1 0 0,1 1 1 0 0,0 1 0 0 0,0-1-1 0 0,1 1 1 0 0,0 1 0 0 0,1-1 0 0 0,-10 20-1 0 0,8-15-4 0 0,5 6-43 0 0,0 4 7 0 0,4-24-23 0 0,-1 1 1 0 0,1-1-1 0 0,0 1 0 0 0,0-1 0 0 0,0 1 1 0 0,0-1-1 0 0,0 0 0 0 0,0 1 1 0 0,0-1-1 0 0,0 1 0 0 0,0-1 1 0 0,1 1-1 0 0,0 2 0 0 0,2 9-128 0 0,-3-11 113 0 0,1-1 0 0 0,0 1-1 0 0,-1-1 1 0 0,1 0 0 0 0,0 1 0 0 0,0-1-1 0 0,0 0 1 0 0,0 0 0 0 0,0 0-1 0 0,0 0 1 0 0,3 2 0 0 0,-4-3-5 0 0,3 4-143 0 0,7 0-60 0 0,-9-4 214 0 0,0 0 0 0 0,-1 1 0 0 0,1-1 1 0 0,0 1-1 0 0,0-1 0 0 0,-1 0 0 0 0,1 0 0 0 0,0 1 0 0 0,0-1 0 0 0,-1 0 0 0 0,1 0 0 0 0,0 0 1 0 0,0 0-1 0 0,0 0 0 0 0,-1 0 0 0 0,1 0 0 0 0,0 0 0 0 0,0 0 0 0 0,0 0 0 0 0,-1 0 0 0 0,1 0 1 0 0,0-1-1 0 0,1 1 0 0 0,6-3 0 0 0,0 1 1 0 0,0-1 0 0 0,0-1-1 0 0,0 1 1 0 0,-1-1-1 0 0,1 0 1 0 0,-1-1 0 0 0,0 0-1 0 0,-1 0 1 0 0,8-7-1 0 0,0-6 306 0 0,0 0 0 0 0,-1-1 0 0 0,-1-1 0 0 0,16-34 0 0 0,-26 51-101 0 0,-2 2-174 0 0,0 1 0 0 0,0 0 0 0 0,0-1 1 0 0,0 1-1 0 0,0-1 0 0 0,0 1 0 0 0,0-1 0 0 0,0 1 0 0 0,0-1 0 0 0,0 1 0 0 0,0-1 0 0 0,0 1 0 0 0,0-1 0 0 0,1 1 0 0 0,-1-1 0 0 0,0 1 0 0 0,0 0 0 0 0,1-1 0 0 0,-1 1 0 0 0,0-1 1 0 0,1 1-1 0 0,-1 0 0 0 0,0-1 0 0 0,1 1 0 0 0,-1 0 0 0 0,0 0 0 0 0,1-1 0 0 0,-1 1 0 0 0,1 0 0 0 0,-1 0 0 0 0,1-1 0 0 0,-1 1 0 0 0,1 0 0 0 0,-1 0 0 0 0,0 0 0 0 0,2 0 1 0 0,-1 0-11 0 0,-1 0 1 0 0,1 1 0 0 0,0-1 0 0 0,0 0 0 0 0,0 1-1 0 0,-1-1 1 0 0,1 1 0 0 0,0-1 0 0 0,-1 1 0 0 0,1-1-1 0 0,0 1 1 0 0,-1 0 0 0 0,1-1 0 0 0,-1 1 0 0 0,1 0-1 0 0,-1-1 1 0 0,1 1 0 0 0,-1 0 0 0 0,1 0 0 0 0,-1 0-1 0 0,0-1 1 0 0,1 1 0 0 0,-1 0 0 0 0,0 0 0 0 0,0 0 0 0 0,0 1-1 0 0,69 233 471 0 0,-33-122-286 0 0,35 198 1 0 0,-68-293-200 0 0,5 40 7 0 0,2 81 1 0 0,-10-123-20 0 0,0 0 0 0 0,-2-1 0 0 0,1 1 0 0 0,-2 0 0 0 0,0-1 0 0 0,-1 1 0 0 0,0-1 0 0 0,-2 0 0 0 0,0 0 0 0 0,-9 17 0 0 0,13-28 6 0 0,0 0-1 0 0,0 0 1 0 0,-1-1 0 0 0,1 1 0 0 0,-1 0 0 0 0,0-1-1 0 0,0 0 1 0 0,0 0 0 0 0,0 0 0 0 0,-1 0 0 0 0,1 0-1 0 0,-1 0 1 0 0,0-1 0 0 0,1 0 0 0 0,-1 0 0 0 0,0 0-1 0 0,-1 0 1 0 0,1-1 0 0 0,-6 2 0 0 0,1-2-15 0 0,0-1-1 0 0,1 0 1 0 0,-1 0 0 0 0,0-1 0 0 0,0 0 0 0 0,1-1 0 0 0,-1 0-1 0 0,1 0 1 0 0,-1-1 0 0 0,1 0 0 0 0,0 0 0 0 0,-11-7 0 0 0,7 3-14 0 0,0-1 1 0 0,0-1-1 0 0,1 0 1 0 0,0 0-1 0 0,0-1 1 0 0,1-1-1 0 0,-11-14 1 0 0,10 9-6 0 0,0 1 1 0 0,1-1-1 0 0,1-1 0 0 0,0 0 1 0 0,2 0-1 0 0,0-1 0 0 0,0 1 1 0 0,2-2-1 0 0,0 1 1 0 0,1-1-1 0 0,1 1 0 0 0,-1-24 1 0 0,5 22-65 0 0,1 1 1 0 0,1 0-1 0 0,0 0 1 0 0,2 0-1 0 0,0 1 1 0 0,1-1-1 0 0,1 1 1 0 0,0 0-1 0 0,1 1 1 0 0,1 0-1 0 0,1 0 1 0 0,1 1-1 0 0,12-15 1 0 0,5-4-981 0 0,41-40 0 0 0,36-22-4894 0 0,-104 96 5900 0 0,16-15-3895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09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4276 0 0,'0'0'1626'0'0,"2"-3"-292"0"0,2-7 366 0 0,-5 16 1385 0 0,-4 18-75 0 0,4-5-3809 0 0,3 42 1095 0 0,3-9-152 0 0,-5-45-185 0 0,1 6-254 0 0,1 0 1 0 0,0-1-1 0 0,1 1 0 0 0,1-1 1 0 0,4 14-1 0 0,-6-23-330 0 0,2-4-2447 0 0,-2 1 2604 0 0,10-3 77 0 0,-3-4-3143 0 0,2-9-1199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0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23 2892 0 0,'-36'-20'3320'0'0,"32"19"-2625"0"0,-1 0-114 0 0,-4 1-438 0 0,1 0-1 0 0,0 0 1 0 0,0 1-1 0 0,0 0 0 0 0,0 1 1 0 0,0-1-1 0 0,0 1 1 0 0,0 1-1 0 0,1 0 1 0 0,-1 0-1 0 0,1 0 1 0 0,0 1-1 0 0,0 0 1 0 0,0 0-1 0 0,0 1 1 0 0,1 0-1 0 0,-8 8 1 0 0,11-11-3 0 0,-7 19 163 0 0,9-17-51 0 0,1 1-185 0 0,3 14 22 0 0,-2-14 147 0 0,3-4-94 0 0,-1 0-46 0 0,1 0 1 0 0,0 0-1 0 0,-1 0 1 0 0,1-1-1 0 0,0 0 1 0 0,-1 0 0 0 0,1 0-1 0 0,0 0 1 0 0,-1 0-1 0 0,1-1 1 0 0,0 0-1 0 0,-1 1 1 0 0,1-1 0 0 0,-1-1-1 0 0,1 1 1 0 0,-1 0-1 0 0,7-5 1 0 0,-4 3 109 0 0,-1 0 1 0 0,1-1-1 0 0,-1 0 1 0 0,0 0-1 0 0,0 0 1 0 0,-1-1-1 0 0,1 1 1 0 0,-1-1-1 0 0,5-7 1 0 0,-7 9-28 0 0,-1-1-35 0 0,0 1-124 0 0,0 1 0 0 0,0-1 1 0 0,-1 0-1 0 0,1 0 0 0 0,-1 0 0 0 0,0 0 0 0 0,0 0 1 0 0,0 0-1 0 0,0 0 0 0 0,-1-4 0 0 0,0 3-144 0 0,-22 7-1668 0 0,22-4 1689 0 0,0 2 0 0 0,0-1 0 0 0,0 0 1 0 0,0 0-1 0 0,1 0 0 0 0,-1 0 0 0 0,0 0 0 0 0,0 1 1 0 0,0-1-1 0 0,1 0 0 0 0,-1 1 0 0 0,0-1 0 0 0,0 1 1 0 0,1-1-1 0 0,-1 1 0 0 0,0-1 0 0 0,1 1 0 0 0,-1-1 1 0 0,0 1-1 0 0,1-1 0 0 0,-1 1 0 0 0,1 0 1 0 0,-1 0-1 0 0,1-1 0 0 0,0 1 0 0 0,-1 1 0 0 0,0 2-2144 0 0,0 0 1764 0 0,-2 10-3185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1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2836 0 0,'4'0'1268'0'0,"8"2"-275"0"0,0 0-99 0 0,-1 0 0 0 0,1 0 1 0 0,16 6-1 0 0,-24-6-727 0 0,0 0 0 0 0,0 0 0 0 0,0 0-1 0 0,0 0 1 0 0,0 1 0 0 0,-1 0 0 0 0,1-1 0 0 0,-1 1 0 0 0,0 1-1 0 0,1-1 1 0 0,-1 0 0 0 0,-1 1 0 0 0,1 0 0 0 0,2 3-1 0 0,17 55 1372 0 0,-21-58-1166 0 0,-2 1-19 0 0,0 16 19 0 0,1-16-10 0 0,-1 0 3 0 0,-4 13-16 0 0,4-13-27 0 0,-12 17 907 0 0,2-14-1073 0 0,9-6 163 0 0,-1-4-257 0 0,-9-6 18 0 0,9 6-15 0 0,2-2-41 0 0,0-7-29 0 0,0 1 0 0 0,1 0 0 0 0,0-1 0 0 0,1 1 1 0 0,0 0-1 0 0,0 0 0 0 0,1 0 0 0 0,0-1 0 0 0,1 2 0 0 0,0-1 1 0 0,1 0-1 0 0,0 1 0 0 0,1-1 0 0 0,0 1 0 0 0,0 0 1 0 0,0 1-1 0 0,1-1 0 0 0,1 1 0 0 0,0 0 0 0 0,0 1 1 0 0,0 0-1 0 0,11-8 0 0 0,-15 12-19 0 0,19-4-12 0 0,-18 6 57 0 0,1 2 8 0 0,-2 0-28 0 0,0 0 0 0 0,-1 0 0 0 0,1 0 0 0 0,0 1 1 0 0,0-1-1 0 0,0 1 0 0 0,-1 0 0 0 0,1-1 0 0 0,-1 1 0 0 0,1 0 0 0 0,-1 0 0 0 0,0 1 1 0 0,0-1-1 0 0,0 0 0 0 0,0 1 0 0 0,0 0 0 0 0,0-1 0 0 0,1 5 0 0 0,3 6 6 0 0,-1 1-1 0 0,-1 0 0 0 0,5 27 1 0 0,-6-25-243 0 0,0-2 1 0 0,2 1 0 0 0,5 15 0 0 0,-7-24-73 0 0,0 0-1 0 0,0-1 1 0 0,0 0 0 0 0,1 1-1 0 0,-1-1 1 0 0,1-1-1 0 0,0 1 1 0 0,1 0 0 0 0,8 6-1 0 0,-10-9 137 0 0,-1-1-1 0 0,1 0 1 0 0,0 0-1 0 0,-1 0 0 0 0,1 0 1 0 0,0 0-1 0 0,0-1 1 0 0,0 1-1 0 0,-1-1 1 0 0,1 0-1 0 0,0 0 1 0 0,0 0-1 0 0,0 0 1 0 0,0 0-1 0 0,3-1 1 0 0,-4 0 89 0 0,4 1-97 0 0,0-1 0 0 0,0-1 0 0 0,0 1 0 0 0,0-1 0 0 0,-1 0 0 0 0,1-1 0 0 0,-1 1 0 0 0,1-1 0 0 0,-1 0 0 0 0,9-7 0 0 0,-2 1 25 0 0,-1-1 0 0 0,-1 0 1 0 0,12-13-1 0 0,-6 2 495 0 0,-1 0 0 0 0,0-2-1 0 0,-2 1 1 0 0,-1-1 0 0 0,-1-1 0 0 0,-1 0-1 0 0,11-39 1 0 0,-20 58 87 0 0,0 1-78 0 0,0-13-53 0 0,-1 13 108 0 0,-3 1-369 0 0,1 3-10 0 0,-1-1 0 0 0,1 0 0 0 0,0 0-1 0 0,-1 1 1 0 0,1-1 0 0 0,0 1-1 0 0,-1 0 1 0 0,1 0 0 0 0,0 0 0 0 0,-1 0-1 0 0,1 0 1 0 0,0 0 0 0 0,-1 1-1 0 0,1-1 1 0 0,0 1 0 0 0,-1 0 0 0 0,1-1-1 0 0,0 1 1 0 0,0 0 0 0 0,0 0-1 0 0,0 1 1 0 0,0-1 0 0 0,0 0 0 0 0,0 1-1 0 0,0-1 1 0 0,0 1 0 0 0,-2 2-1 0 0,-6 5 49 0 0,1 0 1 0 0,0 1-1 0 0,1 0 0 0 0,-9 13 0 0 0,10-12-13 0 0,1-1 1 0 0,1 1-1 0 0,0-1 1 0 0,0 1-1 0 0,1 1 1 0 0,1-1-1 0 0,0 1 1 0 0,0-1-1 0 0,1 1 1 0 0,-1 17-1 0 0,4-25-49 0 0,-1 0 0 0 0,1 0 0 0 0,-1 0-1 0 0,1 0 1 0 0,0 0 0 0 0,1 0 0 0 0,-1 0 0 0 0,1 0-1 0 0,0 0 1 0 0,0-1 0 0 0,0 1 0 0 0,0-1 0 0 0,0 1-1 0 0,6 4 1 0 0,-6-5 36 0 0,2-2-25 0 0,13 2-4 0 0,-13-2-5 0 0,1-2 4 0 0,2-2 39 0 0,0 0 1 0 0,0-1-1 0 0,0 0 0 0 0,0 0 1 0 0,-1 0-1 0 0,0-1 1 0 0,0 0-1 0 0,0 0 0 0 0,0 0 1 0 0,8-12-1 0 0,0-1 409 0 0,0-1 0 0 0,18-35 0 0 0,-32 53-455 0 0,1-1 45 0 0,0 0 0 0 0,0 0 0 0 0,1 0 0 0 0,-1 0 0 0 0,0 0 0 0 0,1 0 0 0 0,-1 1 0 0 0,1-1 0 0 0,-1 1 0 0 0,1-1 0 0 0,2-1 0 0 0,17 63 29 0 0,18 82 0 0 0,-31-107-73 0 0,26 103-22 0 0,18 169 0 0 0,-49-269-10 0 0,0-1 1 0 0,-3 1 0 0 0,-7 67-1 0 0,6-94 41 0 0,-1 1 0 0 0,0-1 0 0 0,-1 0 0 0 0,0-1 0 0 0,-1 1 0 0 0,0 0 0 0 0,0-1 0 0 0,-1 0 0 0 0,-1 0 0 0 0,0 0-1 0 0,0-1 1 0 0,0 0 0 0 0,-2 0 0 0 0,1-1 0 0 0,-1 1 0 0 0,-15 11 0 0 0,21-18 0 0 0,0-1 1 0 0,0 0 0 0 0,0 0-1 0 0,0 0 1 0 0,0 0 0 0 0,0 0-1 0 0,0 0 1 0 0,0 0-1 0 0,0-1 1 0 0,-3 1 0 0 0,-1 0 22 0 0,5 0-34 0 0,-1 0 0 0 0,1-1 1 0 0,-1 0-1 0 0,0 1 0 0 0,1-1 0 0 0,-1 0 1 0 0,0 0-1 0 0,1 0 0 0 0,-1 0 0 0 0,0 0 1 0 0,1 0-1 0 0,-1 0 0 0 0,1 0 0 0 0,-1-1 1 0 0,0 1-1 0 0,1-1 0 0 0,-1 1 0 0 0,-1-2 1 0 0,-3 0 19 0 0,-2-1-5 0 0,-1 0 1 0 0,1 0-1 0 0,1-1 1 0 0,-1 0 0 0 0,0 0-1 0 0,1 0 1 0 0,0-1 0 0 0,0-1-1 0 0,0 1 1 0 0,1-1-1 0 0,-1 0 1 0 0,2 0 0 0 0,-1-1-1 0 0,1 0 1 0 0,0 0 0 0 0,-9-15-1 0 0,7 7-46 0 0,0 1 0 0 0,1-1 0 0 0,0 0-1 0 0,1-1 1 0 0,1 1 0 0 0,1-1 0 0 0,0 0 0 0 0,-1-17-1 0 0,4 13-251 0 0,0-1 0 0 0,1 1 0 0 0,1-1 0 0 0,1 1-1 0 0,1 0 1 0 0,0 0 0 0 0,2 0 0 0 0,0 1 0 0 0,1 0 0 0 0,12-22-1 0 0,-8 20-1529 0 0,2 0 0 0 0,0 0-1 0 0,2 1 1 0 0,28-31 0 0 0,-25 33-3745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3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200 352 4948 0 0,'-199'22'9177'0'0,"261"-41"-8748"0"0,349-40 289 0 0,309-56-1967 0 0,-670 104-617 0 0,-1-1 0 0 0,68-27 0 0 0,-112 37 1507 0 0,-1-1-1 0 0,1 0 0 0 0,0 0 0 0 0,-1 0 0 0 0,0 0 1 0 0,5-5-1 0 0,-8 7 278 0 0,1-1-246 0 0,-2-3-17 0 0,-1 2 419 0 0,0-1 0 0 0,-1 1 0 0 0,1-1 0 0 0,-1 1 0 0 0,1-1 0 0 0,-1 1 0 0 0,0 0 0 0 0,-1 0 0 0 0,1 0 0 0 0,0 0 0 0 0,-1 0 0 0 0,1 1 0 0 0,-1-1 0 0 0,0 1 0 0 0,0 0 0 0 0,0 0 0 0 0,0 0 0 0 0,-1 0 0 0 0,1 0 0 0 0,0 0 0 0 0,-1 1 0 0 0,-3-1 0 0 0,-9-4 420 0 0,1 1 0 0 0,-1 0 1 0 0,-26-3-1 0 0,37 8-225 0 0,-17 0 55 0 0,16 0-270 0 0,1 0 127 0 0,0 1-6 0 0,3-1-135 0 0,-1 1-1 0 0,0 0 0 0 0,1 0 1 0 0,-1 1-1 0 0,1-1 0 0 0,0 0 1 0 0,-1 1-1 0 0,1-1 0 0 0,0 1 1 0 0,0 0-1 0 0,0 0 0 0 0,0 0 1 0 0,0 0-1 0 0,0 0 0 0 0,0 0 1 0 0,1 0-1 0 0,-3 4 0 0 0,3-3 58 0 0,2 0-16 0 0,1 0-75 0 0,0 1 1 0 0,0-1 0 0 0,0-1 0 0 0,0 1 0 0 0,0 0-1 0 0,1 0 1 0 0,-1-1 0 0 0,1 0 0 0 0,-1 1 0 0 0,1-1 0 0 0,0 0-1 0 0,0 0 1 0 0,0 0 0 0 0,0-1 0 0 0,1 1 0 0 0,-1-1-1 0 0,0 0 1 0 0,1 0 0 0 0,-1 0 0 0 0,0 0 0 0 0,1 0-1 0 0,-1-1 1 0 0,6 1 0 0 0,12 0 112 0 0,0-1 1 0 0,0 0-1 0 0,0-1 0 0 0,33-7 1 0 0,-49 7 998 0 0,-11 4-1059 0 0,0 0-1 0 0,0 0 1 0 0,1 1-1 0 0,0-1 1 0 0,-1 1-1 0 0,1 1 1 0 0,1-1-1 0 0,-1 1 1 0 0,1-1-1 0 0,-1 2 0 0 0,-2 4 1 0 0,-1 2-4 0 0,0 0 0 0 0,1 0 0 0 0,0 1 0 0 0,2 0 0 0 0,-1 0 0 0 0,1 0 0 0 0,1 1 0 0 0,1-1 0 0 0,-4 22 0 0 0,7-29-221 0 0,-1 1 1 0 0,1-1 0 0 0,0 0 0 0 0,1 0-1 0 0,0 1 1 0 0,0-1 0 0 0,0 0-1 0 0,0 0 1 0 0,1 0 0 0 0,4 9 0 0 0,-4-11-266 0 0,1 0 0 0 0,0 1 1 0 0,0-1-1 0 0,0 0 1 0 0,0 0-1 0 0,1-1 1 0 0,-1 1-1 0 0,1-1 1 0 0,0 1-1 0 0,0-1 0 0 0,0 0 1 0 0,1-1-1 0 0,-1 1 1 0 0,8 2-1 0 0,10 4-5102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5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288 293 3796 0 0,'-3'-3'1406'0'0,"0"1"-1146"0"0,-1-1 0 0 0,1 0 0 0 0,0 1 0 0 0,-1 0 0 0 0,0 0 0 0 0,1 0 0 0 0,-1 1 0 0 0,0-1 0 0 0,0 1 0 0 0,0 0 0 0 0,0 0 1 0 0,0 0-1 0 0,0 0 0 0 0,-1 1 0 0 0,1-1 0 0 0,0 1 0 0 0,-5 1 0 0 0,-2 2-104 0 0,1 0 1 0 0,1 1-1 0 0,-1 1 0 0 0,1 0 1 0 0,-1 0-1 0 0,1 1 0 0 0,1 0 1 0 0,-1 0-1 0 0,1 1 1 0 0,0 0-1 0 0,1 0 0 0 0,-1 1 1 0 0,2 0-1 0 0,-1 1 0 0 0,-9 16 1 0 0,6-9-1 0 0,0 1 0 0 0,2 1 0 0 0,0 0 0 0 0,1 0 0 0 0,1 0 0 0 0,1 1 0 0 0,-6 36 0 0 0,11-48-123 0 0,-1-1-1 0 0,2 1 0 0 0,-1-1 1 0 0,1 0-1 0 0,0 1 0 0 0,0-1 0 0 0,1 1 1 0 0,0-1-1 0 0,0 0 0 0 0,0 0 1 0 0,1 0-1 0 0,0 0 0 0 0,0-1 1 0 0,0 1-1 0 0,1-1 0 0 0,7 9 1 0 0,-8-11-72 0 0,0-1 1 0 0,1 1-1 0 0,-1-1 0 0 0,1 0 1 0 0,0 0-1 0 0,-1 0 1 0 0,1 0-1 0 0,0-1 1 0 0,0 0-1 0 0,0 1 1 0 0,0-2-1 0 0,0 1 1 0 0,6 0-1 0 0,-6 0 11 0 0,3 0-74 0 0,0-1 0 0 0,0 0-1 0 0,1 0 1 0 0,-1 0 0 0 0,0-1 0 0 0,1 0 0 0 0,-1 0-1 0 0,0-1 1 0 0,12-4 0 0 0,58-29-754 0 0,-67 29 699 0 0,7-3-24 0 0,-1-1-1 0 0,-1 0 0 0 0,0-1 0 0 0,0-1 1 0 0,-1 0-1 0 0,-1-2 0 0 0,0 1 0 0 0,-1-1 1 0 0,0-1-1 0 0,-1 0 0 0 0,-1-1 0 0 0,0 0 1 0 0,-1 0-1 0 0,10-27 0 0 0,-6 8 399 0 0,-2-1 0 0 0,-2 0 0 0 0,-1-1 0 0 0,-1 0 1 0 0,-3 0-1 0 0,1-47 0 0 0,-4-28 2111 0 0,-1 107-1515 0 0,0 10-763 0 0,-1 41 45 0 0,2 1 1 0 0,13 85-1 0 0,-3-46-55 0 0,11 134 44 0 0,-20-199-62 0 0,-1-16 4 0 0,-1-1-6 0 0,2 15 4 0 0,-1-15 57 0 0,1-7-233 0 0,2-2 139 0 0,-1-1 1 0 0,0 1 0 0 0,0-1-1 0 0,-1 0 1 0 0,1 0-1 0 0,-1 0 1 0 0,0-1-1 0 0,-1 1 1 0 0,1-7-1 0 0,1 1-6 0 0,0 0 1 0 0,0 0-1 0 0,1 0 0 0 0,9-19 0 0 0,-8 22 4 0 0,0 0-1 0 0,1 0 1 0 0,10-13-1 0 0,-13 19 12 0 0,0 0-1 0 0,-1 0 0 0 0,1 1 0 0 0,0 0 0 0 0,1-1 0 0 0,-1 1 1 0 0,0 0-1 0 0,1 1 0 0 0,-1-1 0 0 0,1 1 0 0 0,-1-1 0 0 0,7 0 1 0 0,-7 1 18 0 0,2 2 46 0 0,-1 0-57 0 0,-2-1-5 0 0,-1 0 1 0 0,1 0-1 0 0,-1 1 0 0 0,0-1 0 0 0,1 0 0 0 0,-1 1 0 0 0,0-1 1 0 0,1 1-1 0 0,-1 0 0 0 0,0-1 0 0 0,1 1 0 0 0,-1 0 0 0 0,2 1 1 0 0,2 2-1 0 0,1 0 1 0 0,-1 0-1 0 0,0 1 1 0 0,0-1 0 0 0,-1 1-1 0 0,1 0 1 0 0,-1 0-1 0 0,0 1 1 0 0,0-1 0 0 0,-1 1-1 0 0,0 0 1 0 0,0 0-1 0 0,5 12 1 0 0,-5-10 32 0 0,4 9-214 0 0,1-1 0 0 0,0-1 0 0 0,13 19 0 0 0,-19-33 23 0 0,0 1 0 0 0,0 0 0 0 0,0 0 1 0 0,0-1-1 0 0,0 1 0 0 0,1-1 0 0 0,-1 0 0 0 0,1 0 0 0 0,-1 1 1 0 0,1-2-1 0 0,-1 1 0 0 0,1 0 0 0 0,-1 0 0 0 0,1-1 1 0 0,0 0-1 0 0,0 1 0 0 0,-1-1 0 0 0,1 0 0 0 0,0 0 0 0 0,4-1 1 0 0,42-11-1509 0 0,-38 8 1502 0 0,-1-1 0 0 0,1-1 0 0 0,-1 0 0 0 0,0 0 0 0 0,0-1 1 0 0,-1 0-1 0 0,0-1 0 0 0,0 0 0 0 0,-1 0 0 0 0,0-1 0 0 0,9-12 0 0 0,-7 7 583 0 0,-1 0 0 0 0,0-1 0 0 0,-1 0 0 0 0,-1 0 0 0 0,0 0 0 0 0,8-32-1 0 0,-14 43 37 0 0,-1-1-33 0 0,-3-39 940 0 0,1 40-955 0 0,-1 2-322 0 0,-10-4-23 0 0,9 4 0 0 0,1 4-13 0 0,-3 2-23 0 0,1 0 0 0 0,0 1-1 0 0,0-1 1 0 0,0 1 0 0 0,0 0 0 0 0,1 1 0 0 0,-1-1-1 0 0,1 1 1 0 0,1 0 0 0 0,-1 0 0 0 0,-2 8 0 0 0,0-1 21 0 0,1 1 0 0 0,0-1 1 0 0,1 1-1 0 0,0 0 1 0 0,-1 16-1 0 0,1 13 63 0 0,4-38-100 0 0,0-5-19 0 0,1 1 9 0 0,-1-1 0 0 0,0 0 0 0 0,1 0-1 0 0,-1 1 1 0 0,0-1 0 0 0,0 0 0 0 0,1 0-1 0 0,-1 1 1 0 0,0-1 0 0 0,0 0 0 0 0,1 1-1 0 0,-1-1 1 0 0,0 0 0 0 0,0 1 0 0 0,0-1-1 0 0,0 0 1 0 0,0 1 0 0 0,1-1 0 0 0,-1 0 0 0 0,0 1-1 0 0,0-1 1 0 0,0 1 0 0 0,0-1 0 0 0,0 0-1 0 0,0 1 1 0 0,0 0 0 0 0,-1-1-2 0 0,1 1-1 0 0,0-1 1 0 0,0 0 0 0 0,0 1 0 0 0,0-1-1 0 0,0 1 1 0 0,0-1 0 0 0,1 1-1 0 0,-1-1 1 0 0,0 1 0 0 0,0-1 0 0 0,0 1-1 0 0,0-1 1 0 0,0 0 0 0 0,1 1 0 0 0,-1-1-1 0 0,0 1 1 0 0,0-1 0 0 0,1 0 0 0 0,-1 1-1 0 0,0-1 1 0 0,1 0 0 0 0,-1 1 0 0 0,0-1-1 0 0,1 0 1 0 0,-1 1 0 0 0,0-1-1 0 0,1 0 1 0 0,-1 0 0 0 0,1 0 0 0 0,-1 1-1 0 0,1-1 1 0 0,-1 0 0 0 0,0 0 0 0 0,1 0-1 0 0,-1 0 1 0 0,1 0 0 0 0,4 0 0 0 0,0 0 1 0 0,-1-1 0 0 0,1 1 0 0 0,0-1-1 0 0,-1 0 1 0 0,1-1 0 0 0,-1 1-1 0 0,1-1 1 0 0,-1 0 0 0 0,0 0 0 0 0,0 0-1 0 0,0 0 1 0 0,6-5 0 0 0,2-5 337 0 0,0 0 1 0 0,-1 0-1 0 0,14-20 1 0 0,-23 29 2 0 0,13-19 1117 0 0,-15 22-1440 0 0,0-1 0 0 0,1 1 0 0 0,-1 0 0 0 0,0-1 0 0 0,1 1 0 0 0,-1-1 0 0 0,0 1 0 0 0,1-1 0 0 0,-1 1 0 0 0,0 0 0 0 0,1-1 0 0 0,-1 1 0 0 0,1 0 0 0 0,-1 0 0 0 0,1-1 0 0 0,-1 1 0 0 0,1 0 0 0 0,-1 0 0 0 0,1 0 0 0 0,-1-1 0 0 0,1 1 0 0 0,-1 0 0 0 0,1 0 0 0 0,-1 0 0 0 0,1 0 0 0 0,-1 0 0 0 0,1 0 0 0 0,1 0 0 0 0,12 13 137 0 0,14 38-58 0 0,-23-39-26 0 0,35 69-2641 0 0,-38-78 1752 0 0,0-1-160 0 0,6 8 210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5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1 108 3752 0 0,'0'0'1247'0'0,"0"-3"-207"0"0,0-1-740 0 0,0 1-1 0 0,0 0 1 0 0,0-1 0 0 0,0 1 0 0 0,1 0 0 0 0,-1 0 0 0 0,1-1 0 0 0,2-4 0 0 0,-2 5 5 0 0,3 1-80 0 0,0 0-157 0 0,0 0 0 0 0,0 0 0 0 0,0 1 0 0 0,1-1 0 0 0,-1 1 1 0 0,0 0-1 0 0,1 0 0 0 0,-1 0 0 0 0,1 1 0 0 0,0-1 0 0 0,-1 1 1 0 0,1 0-1 0 0,-1 1 0 0 0,1-1 0 0 0,-1 1 0 0 0,1 0 0 0 0,-1 0 1 0 0,1 0-1 0 0,7 3 0 0 0,-8-2-2 0 0,0 0-1 0 0,0 0 1 0 0,0 0-1 0 0,-1 1 1 0 0,1-1-1 0 0,-1 1 1 0 0,1 0 0 0 0,-1 0-1 0 0,0 0 1 0 0,0 1-1 0 0,0-1 1 0 0,0 0-1 0 0,-1 1 1 0 0,1 0 0 0 0,-1 0-1 0 0,0 0 1 0 0,0 0-1 0 0,-1 0 1 0 0,3 6-1 0 0,-3-6 89 0 0,-2 46 958 0 0,0-46-836 0 0,-6 14 336 0 0,5-14-383 0 0,-1 0 244 0 0,3-3-427 0 0,0-1 0 0 0,0 1 0 0 0,0-1 0 0 0,0 0 0 0 0,0 1 0 0 0,0-1 0 0 0,-1 1 0 0 0,1-1 1 0 0,0 1-1 0 0,0-1 0 0 0,-1 0 0 0 0,1 1 0 0 0,0-1 0 0 0,0 1 0 0 0,-1-1 0 0 0,1 0 0 0 0,0 0 0 0 0,-1 1 0 0 0,1-1 0 0 0,-1 0 0 0 0,1 1 0 0 0,0-1 0 0 0,-1 0 0 0 0,1 0 0 0 0,-1 0 0 0 0,1 0 0 0 0,0 1 0 0 0,-1-1 0 0 0,1 0 0 0 0,-1 0 0 0 0,1 0 0 0 0,-1 0 0 0 0,1 0 0 0 0,-2 0 1 0 0,-17-5 74 0 0,14 4-30 0 0,5-3-22 0 0,-1-4-50 0 0,1 0 0 0 0,0 1-1 0 0,1-1 1 0 0,0 0 0 0 0,0 1 0 0 0,1-1 0 0 0,-1 0-1 0 0,2 1 1 0 0,-1 0 0 0 0,1 0 0 0 0,0-1 0 0 0,1 1 0 0 0,7-11-1 0 0,-5 9-496 0 0,1-1-1 0 0,0 2 0 0 0,16-15 1 0 0,-14 15-839 0 0,1 0 1 0 0,0 0-1 0 0,17-8 1 0 0,-16 10-435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2:16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33 2744 0 0,'15'-5'1107'0'0,"25"-9"6991"0"0,-32 10-7963 0 0,-5 2 1722 0 0,-7 1-1481 0 0,0-1-303 0 0,-1 1 0 0 0,1 0 0 0 0,-1 0 0 0 0,0 0 0 0 0,1 1 1 0 0,-1-1-1 0 0,0 1 0 0 0,0 1 0 0 0,0-1 0 0 0,1 0 0 0 0,-1 1 0 0 0,0 0 1 0 0,1 0-1 0 0,-1 1 0 0 0,1-1 0 0 0,-1 1 0 0 0,1 0 0 0 0,0 0 0 0 0,0 0 1 0 0,-1 1-1 0 0,2-1 0 0 0,-1 1 0 0 0,-5 5 0 0 0,-1 0-33 0 0,0 1 0 0 0,0 1 0 0 0,1-1 0 0 0,0 2 1 0 0,1-1-1 0 0,0 1 0 0 0,-6 12 0 0 0,11-18-32 0 0,0 0 0 0 0,1 0 0 0 0,-1 1 0 0 0,1-1 0 0 0,0 1 0 0 0,1-1 0 0 0,-1 1 0 0 0,1-1 0 0 0,0 1 0 0 0,1 0 0 0 0,-1 0-1 0 0,1 0 1 0 0,0-1 0 0 0,1 1 0 0 0,-1 0 0 0 0,1 0 0 0 0,0-1 0 0 0,1 1 0 0 0,-1 0 0 0 0,1-1 0 0 0,4 8 0 0 0,-5-10-40 0 0,9 1-11 0 0,-10-4 40 0 0,1 1 0 0 0,-1-1 0 0 0,1 0 1 0 0,-1 1-1 0 0,1-1 0 0 0,-1 0 0 0 0,1 0 1 0 0,-1 1-1 0 0,1-1 0 0 0,0 0 0 0 0,-1 0 1 0 0,1 0-1 0 0,-1 0 0 0 0,1 0 0 0 0,0 0 1 0 0,-1 0-1 0 0,1 0 0 0 0,-1 0 0 0 0,1 0 1 0 0,0 0-1 0 0,-1 0 0 0 0,1 0 0 0 0,-1 0 0 0 0,1 0 1 0 0,0-1-1 0 0,0 1 0 0 0,8-4-2 0 0,-1 0 0 0 0,1 0 0 0 0,-1-1 0 0 0,0 0 0 0 0,0-1 0 0 0,-1 0-1 0 0,0 0 1 0 0,0 0 0 0 0,9-10 0 0 0,-2-2 272 0 0,1-1 0 0 0,20-37 0 0 0,-33 52-70 0 0,0 0 52 0 0,13-31 895 0 0,-14 32-372 0 0,0 0-571 0 0,1-11-36 0 0,-1 11 1014 0 0,-3 6-970 0 0,-2 4-128 0 0,1 0-1 0 0,0 0 1 0 0,0 0-1 0 0,1 1 1 0 0,0-1 0 0 0,0 1-1 0 0,1-1 1 0 0,0 1-1 0 0,0 0 1 0 0,1 0 0 0 0,0-1-1 0 0,0 1 1 0 0,2 11 0 0 0,4 19 270 0 0,14 53 0 0 0,-15-69-159 0 0,42 156 813 0 0,33 166-273 0 0,-77-333-718 0 0,-1 39 26 0 0,-4-11-33 0 0,-7-4 4 0 0,8-32-10 0 0,0 0-1 0 0,0 0 1 0 0,-1 0-1 0 0,1-1 1 0 0,-1 1-1 0 0,0 0 1 0 0,0-1-1 0 0,0 1 1 0 0,0-1-1 0 0,0 0 0 0 0,0 1 1 0 0,-1-1-1 0 0,1 0 1 0 0,-1 0-1 0 0,1 0 1 0 0,-1-1-1 0 0,0 1 1 0 0,0-1-1 0 0,0 0 1 0 0,1 1-1 0 0,-2-1 1 0 0,1 0-1 0 0,0-1 1 0 0,0 1-1 0 0,0-1 0 0 0,-5 1 1 0 0,-2-3-67 0 0,0 0 0 0 0,0-1 0 0 0,0 0-1 0 0,0-1 1 0 0,1 0 0 0 0,-1 0 0 0 0,1-1 0 0 0,0-1 0 0 0,1 1 0 0 0,-1-1 0 0 0,1-1 0 0 0,0 0-1 0 0,1 0 1 0 0,-1 0 0 0 0,2-1 0 0 0,-1 0 0 0 0,1 0 0 0 0,0-1 0 0 0,0 1 0 0 0,1-1-1 0 0,1-1 1 0 0,-1 1 0 0 0,2-1 0 0 0,-5-12 0 0 0,6 13-420 0 0,0-1-1 0 0,0 0 1 0 0,1 1-1 0 0,0-1 1 0 0,0 0 0 0 0,1 0-1 0 0,0 1 1 0 0,1-1-1 0 0,0 0 1 0 0,1 1-1 0 0,0-1 1 0 0,1 1 0 0 0,-1-1-1 0 0,2 1 1 0 0,-1 0-1 0 0,1 0 1 0 0,6-8 0 0 0,21-26-6543 0 0,-14 26-623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08.9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3048 0 0,'0'0'7451'0'0,"1"3"-7157"0"0,5 9 11 0 0,-5-9 259 0 0,1 0-294 0 0,21 54 1301 0 0,-21-53-1480 0 0,-1 1-54 0 0,74 373 2955 0 0,15 12-1226 0 0,-38-194-280 0 0,-31-107-606 0 0,44 210 1664 0 0,5-56-374 0 0,-36-131-1119 0 0,16 37 656 0 0,-49-144-1563 0 0,0-2-60 0 0,13 30 303 0 0,-13-30-112 0 0,0 0-289 0 0,6 9 1345 0 0,-1 1-7421 0 0,-19-23-3388 0 0,3 1 4034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15.8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3364 0 0,'0'0'1720'0'0,"-18"11"-243"0"0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17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29 3720 0 0,'0'0'5017'0'0,"0"-3"-4192"0"0,-3-11 303 0 0,1 26 993 0 0,3 39-715 0 0,3 22-992 0 0,-4-69-378 0 0,0 1-59 0 0,1 16 56 0 0,0-16 13 0 0,-1 0-4 0 0,3 9 217 0 0,-2-14-240 0 0,-1 0-1 0 0,1 0 1 0 0,-1 0 0 0 0,1 0 0 0 0,-1 0-1 0 0,1 0 1 0 0,-1-1 0 0 0,0 1 0 0 0,1 0-1 0 0,-1 0 1 0 0,1 0 0 0 0,-1-1 0 0 0,0 1 0 0 0,1 0-1 0 0,-1-1 1 0 0,0 1 0 0 0,1 0 0 0 0,-1-1-1 0 0,0 1 1 0 0,1 0 0 0 0,-1-1 0 0 0,0 1-1 0 0,0-1 1 0 0,1 1 0 0 0,-1 0 0 0 0,0-1 0 0 0,0 1-1 0 0,0-2 1 0 0,3-1 9 0 0,-2-6-19 0 0,0 2-1 0 0,-1 0 0 0 0,0 0 0 0 0,-1 1 0 0 0,1-1 0 0 0,-1 0 0 0 0,-2-6 1 0 0,1-3 4 0 0,-17-82 291 0 0,18 94-242 0 0,0 1-34 0 0,-2-2 172 0 0,5 20-96 0 0,5 41-42 0 0,-3-25-21 0 0,2 3-457 0 0,13 46 1 0 0,-18-77-132 0 0,-1-2 408 0 0,0 0 0 0 0,0 0 0 0 0,0 0 1 0 0,0 0-1 0 0,0 0 0 0 0,0 0 0 0 0,1 0 0 0 0,-1 0 0 0 0,0-1 1 0 0,1 1-1 0 0,-1 0 0 0 0,1 0 0 0 0,-1 0 0 0 0,1 0 0 0 0,-1-1 0 0 0,1 1 1 0 0,-1 0-1 0 0,1-1 0 0 0,0 1 0 0 0,-1 0 0 0 0,1-1 0 0 0,0 1 0 0 0,0-1 1 0 0,-1 1-1 0 0,1-1 0 0 0,0 1 0 0 0,0-1 0 0 0,0 0 0 0 0,0 1 1 0 0,0-1-1 0 0,0 0 0 0 0,-1 0 0 0 0,1 0 0 0 0,0 1 0 0 0,2-1 0 0 0,0 0-577 0 0,0 0 0 0 0,0 0-1 0 0,1-1 1 0 0,-1 1 0 0 0,0 0-1 0 0,0-1 1 0 0,5-2-1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17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17 3260 0 0,'0'0'1273'0'0,"-1"-4"-183"0"0,1 4-988 0 0,0-1 0 0 0,0 1 0 0 0,0-1 0 0 0,0 1 0 0 0,0-1 0 0 0,-1 1-1 0 0,1-1 1 0 0,0 1 0 0 0,0-1 0 0 0,0 1 0 0 0,-1-1 0 0 0,1 1 0 0 0,0-1 0 0 0,-1 1 0 0 0,1-1 0 0 0,0 1-1 0 0,-1-1 1 0 0,1 1 0 0 0,-1 0 0 0 0,1-1 0 0 0,0 1 0 0 0,-1 0 0 0 0,1-1 0 0 0,-1 1 0 0 0,1 0-1 0 0,-1 0 1 0 0,1-1 0 0 0,-1 1 0 0 0,1 0 0 0 0,-1 0 0 0 0,1 0 0 0 0,-1 0 0 0 0,0 0 0 0 0,1 0 0 0 0,-1 0-1 0 0,1 0 1 0 0,-2 0 0 0 0,1 0 14 0 0,0 1-1 0 0,-1-1 1 0 0,1 1-1 0 0,0 0 0 0 0,0 0 1 0 0,0 0-1 0 0,0 0 1 0 0,0 0-1 0 0,0 0 1 0 0,0 0-1 0 0,0 0 1 0 0,0 0-1 0 0,0 0 0 0 0,0 0 1 0 0,0 2-1 0 0,-1 0 60 0 0,1 1-26 0 0,-4 15-8 0 0,4-15-23 0 0,1 1-7 0 0,0 2-89 0 0,0 0 1 0 0,1-1-1 0 0,0 1 0 0 0,0 0 1 0 0,1-1-1 0 0,0 1 0 0 0,0-1 1 0 0,0 1-1 0 0,1-1 1 0 0,0 0-1 0 0,0 0 0 0 0,0 0 1 0 0,1-1-1 0 0,0 1 1 0 0,0-1-1 0 0,0 0 0 0 0,1 0 1 0 0,0 0-1 0 0,0 0 0 0 0,9 6 1 0 0,-6-7-8 0 0,1-1 1 0 0,-1 1-1 0 0,1-1 1 0 0,-1-1 0 0 0,14 3-1 0 0,-18-5-26 0 0,0-1 7 0 0,12 0 9 0 0,-12 0 57 0 0,-9 3 18 0 0,-2 1-36 0 0,0 0 0 0 0,1 1 0 0 0,-1 0 0 0 0,1 0 0 0 0,-1 1 0 0 0,1 0 0 0 0,1 0 0 0 0,-1 1 0 0 0,1-1 0 0 0,0 1 0 0 0,0 0 0 0 0,1 0 0 0 0,-1 1 0 0 0,2 0 0 0 0,-1-1 0 0 0,-4 13 0 0 0,-1 1 7 0 0,1 0-1 0 0,2 1 0 0 0,0-1 1 0 0,-6 41-1 0 0,11-51-176 0 0,1 1 0 0 0,0-1 0 0 0,1 1 0 0 0,3 16 1 0 0,-4-26 117 0 0,1 2-173 0 0,0 0 1 0 0,0 1-1 0 0,0-1 0 0 0,1 0 1 0 0,-1 0-1 0 0,1 0 1 0 0,0 0-1 0 0,0-1 0 0 0,0 1 1 0 0,0 0-1 0 0,0-1 0 0 0,0 1 1 0 0,1-1-1 0 0,-1 0 1 0 0,1 0-1 0 0,3 2 0 0 0,-3-2-72 0 0,-2-1 28 0 0,0 0 0 0 0,0 0 0 0 0,1 0 0 0 0,-1 0 0 0 0,0 0 0 0 0,1 0 0 0 0,-1 0 0 0 0,1 0 0 0 0,0-1 0 0 0,-1 1 0 0 0,1-1 0 0 0,-1 1 0 0 0,1-1 0 0 0,0 0 0 0 0,1 1 0 0 0,2-1-844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1.4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30 105 3576 0 0,'0'0'4535'0'0,"0"5"-3892"0"0,-1 12-38 0 0,0-13-52 0 0,2 2-53 0 0,6 47 1069 0 0,26 101 1 0 0,-31-150-1572 0 0,-1 0 0 0 0,1 0 0 0 0,0 0 1 0 0,0-1-1 0 0,0 1 0 0 0,0-1 0 0 0,0 0 1 0 0,5 5-1 0 0,-5-6-22 0 0,0 1-148 0 0,27-6-1617 0 0,-28 3 1747 0 0,1 0-1 0 0,-1 0 0 0 0,0-1 0 0 0,0 1 0 0 0,0 0 1 0 0,0 0-1 0 0,0-1 0 0 0,0 1 0 0 0,0-1 1 0 0,0 1-1 0 0,0-1 0 0 0,0 1 0 0 0,0-1 0 0 0,0 0 1 0 0,-1 0-1 0 0,1 1 0 0 0,0-1 0 0 0,0 0 1 0 0,-1 0-1 0 0,1 0 0 0 0,0 0 0 0 0,0-1 0 0 0,0 1-117 0 0,6-6-148 0 0,0 0 1 0 0,0-1-1 0 0,-1 0 1 0 0,0 1-1 0 0,0-2 1 0 0,-1 1-1 0 0,0-1 1 0 0,-1 0-1 0 0,1 0 1 0 0,4-16-1 0 0,-5 11-65 0 0,-1-1-1 0 0,0 1 0 0 0,-1-1 0 0 0,-1 0 1 0 0,0-24-1 0 0,-1 34 322 0 0,-4-21-107 0 0,-3 8 213 0 0,5 12 41 0 0,-1 0 1 0 0,1-1 0 0 0,-1 1-1 0 0,0 0 1 0 0,-1 0 0 0 0,0 0-1 0 0,1 1 1 0 0,-2 0 0 0 0,1-1 0 0 0,-1 1-1 0 0,0 1 1 0 0,0-1 0 0 0,0 1-1 0 0,0 0 1 0 0,-1 0 0 0 0,0 0-1 0 0,-7-3 1 0 0,9 5 156 0 0,-1 1-13 0 0,-43-1 545 0 0,43 2-504 0 0,1 3 13 0 0,-2-1-186 0 0,1 1 0 0 0,0 0 0 0 0,0 1 1 0 0,1-1-1 0 0,-1 1 0 0 0,1 0 0 0 0,0 0 0 0 0,0 1 0 0 0,0-1 0 0 0,0 1 1 0 0,1 0-1 0 0,-4 6 0 0 0,6-8 0 0 0,-4 19 45 0 0,4-18-36 0 0,1 1-46 0 0,0-1-34 0 0,1 0-1 0 0,0 1 0 0 0,0-1 1 0 0,0 0-1 0 0,0 0 0 0 0,1 0 1 0 0,2 6-1 0 0,-2-8 6 0 0,2-1-29 0 0,12 0 0 0 0,-11-1 9 0 0,14-8-3 0 0,-13 5 20 0 0,0 1-1 0 0,-1-1 1 0 0,1-1 0 0 0,-1 1-1 0 0,0-1 1 0 0,1 0 0 0 0,-2 0 0 0 0,1-1-1 0 0,0 1 1 0 0,7-11 0 0 0,-11 12 40 0 0,1 0 66 0 0,4-37 473 0 0,-6 36-559 0 0,-5-1 5 0 0,4 4-61 0 0,1 1 1 0 0,0-1-1 0 0,0 1 0 0 0,0-1 1 0 0,0 1-1 0 0,0 0 1 0 0,-1-1-1 0 0,1 1 1 0 0,0-1-1 0 0,0 1 1 0 0,-1 0-1 0 0,1-1 1 0 0,0 1-1 0 0,-1 0 0 0 0,1-1 1 0 0,0 1-1 0 0,-1 0 1 0 0,1-1-1 0 0,-1 1 1 0 0,1 0-1 0 0,0 0 1 0 0,-1-1-1 0 0,1 1 1 0 0,-1 0-1 0 0,1 0 0 0 0,-1 0 1 0 0,1 0-1 0 0,-1 0 1 0 0,1 0-1 0 0,-1-1 1 0 0,-2 1-16 0 0,-1 0 0 0 0,1 0 0 0 0,0 1 0 0 0,-1-1 0 0 0,1 1 0 0 0,0-1 0 0 0,0 1 0 0 0,0 0 0 0 0,0 0 0 0 0,0 0 0 0 0,0 1 0 0 0,0-1 0 0 0,0 1 0 0 0,0 0 0 0 0,0-1 0 0 0,1 1 0 0 0,-1 0 0 0 0,1 1 0 0 0,-1-1 0 0 0,1 0 0 0 0,0 1 0 0 0,0-1 0 0 0,-3 6 0 0 0,3-5-193 0 0,-5 16-486 0 0,5-15 90 0 0,2-4 403 0 0,3 17-1121 0 0,3-10-2968 0 0,8 4 77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1.7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61 3196 0 0,'46'-58'6569'0'0,"-44"56"-5846"0"0,1 13-499 0 0,-1 1 0 0 0,-1-1 0 0 0,0 1 0 0 0,-1 0-1 0 0,-1 13 1 0 0,1-13-171 0 0,-2 227 814 0 0,3-230-886 0 0,0 0 0 0 0,1 0 1 0 0,0 0-1 0 0,0 0 1 0 0,1 0-1 0 0,0-1 0 0 0,5 11 1 0 0,-6-15-188 0 0,18 11-1630 0 0,6-18-323 0 0,-21 3 672 0 0,-2-3-1049 0 0,14-11-1802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1.9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0 115 3240 0 0,'0'0'6201'0'0,"16"-13"-5949"0"0,6 4-104 0 0,0 1-60 0 0,9-4-288 0 0,1 1-224 0 0,3-1-336 0 0,-2-2-552 0 0,2 2 196 0 0,0 0-881 0 0,0 1-2083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2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423 53 3420 0 0,'0'-2'133'0'0,"-1"0"-1"0"0,1-1 0 0 0,-1 1 1 0 0,1-1-1 0 0,-1 1 0 0 0,0 0 0 0 0,0-1 1 0 0,0 1-1 0 0,0 0 0 0 0,0 0 1 0 0,0 0-1 0 0,-1 0 0 0 0,1 0 1 0 0,-1 0-1 0 0,1 0 0 0 0,-1 0 1 0 0,0 1-1 0 0,0-1 0 0 0,1 0 0 0 0,-1 1 1 0 0,-1 0-1 0 0,1-1 0 0 0,0 1 1 0 0,0 0-1 0 0,0 0 0 0 0,-1 0 1 0 0,1 1-1 0 0,0-1 0 0 0,-1 0 1 0 0,1 1-1 0 0,0 0 0 0 0,-1-1 0 0 0,1 1 1 0 0,-1 0-1 0 0,-3 1 0 0 0,-7 1 39 0 0,0 0 0 0 0,1 1 0 0 0,0 1 0 0 0,0 0 0 0 0,0 1 0 0 0,0 0-1 0 0,-19 12 1 0 0,16-8 31 0 0,0 1 1 0 0,0 1-1 0 0,1 0 0 0 0,-24 27 0 0 0,36-36-167 0 0,0 0-1 0 0,0 1 1 0 0,0-1 0 0 0,1 1 0 0 0,-1-1-1 0 0,1 1 1 0 0,-1 0 0 0 0,1 0 0 0 0,0-1-1 0 0,0 1 1 0 0,1 0 0 0 0,-2 5-1 0 0,2-5-38 0 0,-1 1 68 0 0,1-4-61 0 0,1 0 0 0 0,-1 0 1 0 0,0 0-1 0 0,0 1 0 0 0,1-1 0 0 0,-1 0 1 0 0,0 0-1 0 0,0 0 0 0 0,1 0 0 0 0,-1 1 1 0 0,0-1-1 0 0,0 0 0 0 0,0 0 1 0 0,1 1-1 0 0,-1-1 0 0 0,0 0 0 0 0,0 0 1 0 0,0 1-1 0 0,0-1 0 0 0,0 0 1 0 0,0 0-1 0 0,0 1 0 0 0,0-1 0 0 0,1 0 1 0 0,-1 1-1 0 0,0-1 0 0 0,0 0 1 0 0,0 1-1 0 0,0-1 0 0 0,0 0 0 0 0,-1 1 1 0 0,1-1 0 0 0,0 1 0 0 0,0-1 1 0 0,0 1-1 0 0,0 0 0 0 0,0-1 1 0 0,1 1-1 0 0,-1-1 0 0 0,0 1 1 0 0,0-1-1 0 0,0 1 0 0 0,0-1 1 0 0,1 1-1 0 0,-1-1 0 0 0,0 1 1 0 0,0-1-1 0 0,1 1 0 0 0,-1-1 1 0 0,0 1-1 0 0,1-1 0 0 0,-1 1 1 0 0,1-1-1 0 0,-1 0 0 0 0,1 1 1 0 0,-1-1-1 0 0,0 0 0 0 0,1 1 1 0 0,-1-1-1 0 0,2 0 0 0 0,4 6 32 0 0,7 1 20 0 0,41 4 21 0 0,-29-8-57 0 0,-6 0-12 0 0,0 0-1 0 0,0 1 1 0 0,-1 1 0 0 0,23 8 0 0 0,-37-11-6 0 0,0-1-1 0 0,0 1 1 0 0,-1 0 0 0 0,1 0 0 0 0,0 0 0 0 0,-1 0-1 0 0,0 1 1 0 0,1-1 0 0 0,-1 1 0 0 0,0 0 0 0 0,0 0-1 0 0,0 0 1 0 0,2 5 0 0 0,-3-5-11 0 0,-5 15 3 0 0,2-14 11 0 0,-1-1-1 0 0,1 0 0 0 0,-1 0 0 0 0,0 0 0 0 0,1 0 1 0 0,-1-1-1 0 0,-1 1 0 0 0,1 0 0 0 0,0-1 1 0 0,-1 0-1 0 0,1 1 0 0 0,-6 2 0 0 0,-34 23 59 0 0,29-22-25 0 0,0 0 0 0 0,0-1 1 0 0,-1 0-1 0 0,1 0 0 0 0,-1-2 0 0 0,-1 0 1 0 0,1 0-1 0 0,0-2 0 0 0,-22 1 0 0 0,27-2-146 0 0,0 0-1 0 0,1-1 1 0 0,-1 0-1 0 0,1 0 1 0 0,-1-1-1 0 0,1 0 0 0 0,0-1 1 0 0,0 0-1 0 0,0 0 1 0 0,0 0-1 0 0,0-1 1 0 0,1 0-1 0 0,0-1 0 0 0,0 0 1 0 0,0 0-1 0 0,0 0 1 0 0,1-1-1 0 0,0 0 0 0 0,-7-8 1 0 0,12 12-166 0 0,-1-1 1 0 0,1 1-1 0 0,0 0 1 0 0,0 0-1 0 0,0-1 1 0 0,1 1-1 0 0,-1-1 1 0 0,1 1-1 0 0,-1 0 1 0 0,1-1-1 0 0,0 1 1 0 0,-1-1-1 0 0,1 1 1 0 0,1-1-1 0 0,-1 1 1 0 0,0-1-1 0 0,1 1 1 0 0,0-3-1 0 0,-1 2-241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3.3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154 101 3304 0 0,'1'-4'1066'0'0,"0"0"-677"0"0,-1 0 0 0 0,0 0 1 0 0,0-1-1 0 0,-1 1 1 0 0,1 0-1 0 0,-1 0 0 0 0,-1-6 1 0 0,0 5 194 0 0,1 4-504 0 0,1-1 1 0 0,-1 1 0 0 0,0-1-1 0 0,0 1 1 0 0,0 0 0 0 0,0-1-1 0 0,0 1 1 0 0,0 0 0 0 0,0 0-1 0 0,0-1 1 0 0,-3 0 0 0 0,4 1-6 0 0,-3-2 105 0 0,0 0 1 0 0,0 0 0 0 0,0 0 0 0 0,0 0 0 0 0,-1 0 0 0 0,1 1 0 0 0,-6-3-1 0 0,7 4-112 0 0,0-1 222 0 0,-19-4 90 0 0,17 5-207 0 0,-15 5 65 0 0,15-4-114 0 0,2 1-106 0 0,0 0-1 0 0,0-1 1 0 0,0 1-1 0 0,0 0 1 0 0,0 0-1 0 0,0 0 1 0 0,0 0-1 0 0,0 0 1 0 0,1 1-1 0 0,-1-1 1 0 0,0 0-1 0 0,1 1 1 0 0,-1-1-1 0 0,1 1 1 0 0,0 0-1 0 0,-1-1 1 0 0,1 1-1 0 0,0 0 1 0 0,0 0-1 0 0,-1 4 1 0 0,-1 0-13 0 0,0 0 0 0 0,0 0 1 0 0,1 1-1 0 0,0-1 0 0 0,-2 11 0 0 0,4-8 3 0 0,0 0-1 0 0,0 0 0 0 0,1 0 1 0 0,0 0-1 0 0,0 0 0 0 0,1-1 1 0 0,4 14-1 0 0,-5-19-36 0 0,9 14 48 0 0,-8-14-26 0 0,5 2-20 0 0,-7-5 28 0 0,0 0-1 0 0,1 1 0 0 0,-1-1 0 0 0,0 0 0 0 0,1 1 0 0 0,-1-1 0 0 0,0 0 0 0 0,1 1 0 0 0,-1-1 0 0 0,0 0 0 0 0,1 0 1 0 0,-1 1-1 0 0,0-1 0 0 0,1 0 0 0 0,-1 0 0 0 0,1 0 0 0 0,-1 0 0 0 0,0 1 0 0 0,1-1 0 0 0,-1 0 0 0 0,1 0 0 0 0,-1 0 0 0 0,1 0 1 0 0,-1 0-1 0 0,1 0 0 0 0,-1 0 0 0 0,0 0 0 0 0,1 0 0 0 0,-1 0 0 0 0,1 0 0 0 0,-1-1 0 0 0,1 1 0 0 0,0 0 0 0 0,2-1-3 0 0,0 0 1 0 0,1 0-1 0 0,-1-1 0 0 0,0 1 0 0 0,0-1 0 0 0,0 1 0 0 0,0-1 0 0 0,0 0 0 0 0,0 0 0 0 0,0 0 0 0 0,0-1 0 0 0,-1 1 0 0 0,1-1 0 0 0,-1 1 0 0 0,0-1 0 0 0,0 0 0 0 0,0 0 0 0 0,0 0 0 0 0,2-6 0 0 0,8-25-38 0 0,-11 31 105 0 0,0-1 34 0 0,3-14 24 0 0,-3 14 84 0 0,1-1-111 0 0,-2 4-82 0 0,0 1 1 0 0,0-1 0 0 0,0 0-1 0 0,0 1 1 0 0,0-1-1 0 0,1 1 1 0 0,-1-1 0 0 0,0 1-1 0 0,0-1 1 0 0,0 1 0 0 0,0-1-1 0 0,1 1 1 0 0,-1-1 0 0 0,0 1-1 0 0,1-1 1 0 0,-1 1 0 0 0,0-1-1 0 0,1 1 1 0 0,-1 0 0 0 0,1-1-1 0 0,-1 1 1 0 0,0-1 0 0 0,1 1-1 0 0,-1 0 1 0 0,1 0 0 0 0,0-1-1 0 0,3 4-3 0 0,-1 1 0 0 0,0 0 0 0 0,-1 0 0 0 0,1-1 0 0 0,0 2 0 0 0,-1-1 0 0 0,0 0-1 0 0,0 0 1 0 0,0 1 0 0 0,-1-1 0 0 0,1 1 0 0 0,0 4 0 0 0,17 45-129 0 0,-16-48 26 0 0,3 7-987 0 0,0 0-1 0 0,1-1 1 0 0,11 15 0 0 0,-16-24 80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3.6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17 2928 0 0,'0'-3'974'0'0,"-1"-11"307"0"0,6 21 1599 0 0,10 32-945 0 0,-2-1-1945 0 0,27 52-1 0 0,-39-87-260 0 0,-1-3 260 0 0,1 0 0 0 0,-1 0 0 0 0,0 0 0 0 0,0 0 0 0 0,0 0 0 0 0,1 0 0 0 0,-1 0-1 0 0,0 0 1 0 0,0 0 0 0 0,1 0 0 0 0,-1 1 0 0 0,0-1 0 0 0,0 0 0 0 0,0 0 0 0 0,1 0 0 0 0,-1 0 0 0 0,0 0 0 0 0,0 1 0 0 0,0-1-1 0 0,1 0 1 0 0,-1 0 0 0 0,0 0 0 0 0,0 1 0 0 0,0-1 0 0 0,0 0 0 0 0,0 0 0 0 0,0 0 0 0 0,0 1 0 0 0,1-1 0 0 0,-1 0-1 0 0,0 0 1 0 0,0 1 0 0 0,0-1 0 0 0,0 1 0 0 0,0-1-73 0 0,0 1 0 0 0,0-1 1 0 0,0 1-1 0 0,0-1 0 0 0,1 0 0 0 0,-1 1 0 0 0,0-1 1 0 0,0 1-1 0 0,0-1 0 0 0,1 1 0 0 0,-1-1 0 0 0,0 0 1 0 0,1 1-1 0 0,-1-1 0 0 0,0 0 0 0 0,1 1 0 0 0,-1-1 1 0 0,0 0-1 0 0,1 1 0 0 0,-1-1 0 0 0,1 0 0 0 0,-1 0 1 0 0,1 1-1 0 0,-1-1 0 0 0,1 0 0 0 0,-1 0 0 0 0,1 0 1 0 0,-1 0-1 0 0,0 0 0 0 0,1 0 0 0 0,-1 0 0 0 0,2 0 1 0 0,16 2-775 0 0,-13-1-159 0 0,-2-4-687 0 0,14-9-1230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3.8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25 2192 0 0,'1'-25'5806'0'0,"-6"26"-5383"0"0,2 1-352 0 0,-1-1 0 0 0,0 1 0 0 0,1 0 0 0 0,-1 0-1 0 0,1 1 1 0 0,-1-1 0 0 0,1 1 0 0 0,0-1 0 0 0,0 1-1 0 0,0 0 1 0 0,1 0 0 0 0,-1 0 0 0 0,1 1 0 0 0,-1-1-1 0 0,-2 6 1 0 0,-15 22 95 0 0,2 0-1 0 0,1 2 1 0 0,1 0-1 0 0,-21 66 1 0 0,36-96-366 0 0,1 2-365 0 0,-2 8 455 0 0,5-7-3835 0 0,10-1 1897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4.4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0 263 2292 0 0,'0'0'7017'0'0,"3"2"-6826"0"0,9 4-43 0 0,-9-4 295 0 0,0-1-402 0 0,10 4-17 0 0,-12-5-22 0 0,0 0 0 0 0,0 0-1 0 0,0 0 1 0 0,0 0 0 0 0,0 0 0 0 0,0 0 0 0 0,0 0 0 0 0,0 0 0 0 0,0-1 0 0 0,0 1 0 0 0,0 0 0 0 0,0-1 0 0 0,0 1 0 0 0,0-1 0 0 0,0 1 0 0 0,0-1 0 0 0,-1 1 0 0 0,1-1 0 0 0,0 0 0 0 0,0 1 0 0 0,0-1 0 0 0,-1 0 0 0 0,2-1 0 0 0,-2 2-2 0 0,5-4-10 0 0,0 0-1 0 0,0 0 1 0 0,0-1 0 0 0,-1 1 0 0 0,0-1-1 0 0,0 0 1 0 0,0 0 0 0 0,-1 0-1 0 0,1-1 1 0 0,-1 1 0 0 0,0-1 0 0 0,-1 0-1 0 0,3-8 1 0 0,-3 7-14 0 0,13-60-51 0 0,-15 62 83 0 0,-7-18 206 0 0,3 22-150 0 0,2 0-42 0 0,0 1 0 0 0,0 0 0 0 0,0 0 0 0 0,0 0 0 0 0,0 0 0 0 0,0 0-1 0 0,1 1 1 0 0,-1-1 0 0 0,0 1 0 0 0,0-1 0 0 0,0 1 0 0 0,0 0 0 0 0,0-1 0 0 0,1 1-1 0 0,-1 0 1 0 0,0 0 0 0 0,1 0 0 0 0,-1 0 0 0 0,0 1 0 0 0,1-1 0 0 0,0 0 0 0 0,-1 1 0 0 0,1-1-1 0 0,0 1 1 0 0,-1-1 0 0 0,1 1 0 0 0,0 0 0 0 0,0-1 0 0 0,1 1 0 0 0,-3 3 0 0 0,0 3 43 0 0,-1-1 0 0 0,1 1 1 0 0,1 0-1 0 0,-1 0 1 0 0,1 0-1 0 0,0 0 0 0 0,0 15 1 0 0,2-15-49 0 0,0 0 1 0 0,0 0 0 0 0,1 1-1 0 0,0-1 1 0 0,1 0 0 0 0,0 0-1 0 0,0 0 1 0 0,1-1-1 0 0,0 1 1 0 0,4 7 0 0 0,-5-13-51 0 0,-1 0-1 0 0,1 0 1 0 0,0 0 0 0 0,-1-1 0 0 0,1 1-1 0 0,0 0 1 0 0,0-1 0 0 0,0 1 0 0 0,1-1 0 0 0,-1 0-1 0 0,0 0 1 0 0,0 0 0 0 0,1 0 0 0 0,-1 0 0 0 0,1 0-1 0 0,-1-1 1 0 0,4 1 0 0 0,-4 0 3 0 0,3-1-148 0 0,-1 1 0 0 0,0-1-1 0 0,1 0 1 0 0,-1 0-1 0 0,1 0 1 0 0,-1-1 0 0 0,0 0-1 0 0,1 1 1 0 0,-1-1-1 0 0,9-4 1 0 0,38-19-1799 0 0,-34 13 1277 0 0,0-1 1 0 0,0-1-1 0 0,-1 0 1 0 0,-1-1 0 0 0,25-30-1 0 0,-29 31 1126 0 0,-1-1 1 0 0,-1 0-1 0 0,0 0 0 0 0,-1-1 0 0 0,-1 0 0 0 0,0 0 0 0 0,6-25 0 0 0,-12 36 151 0 0,-1 1-140 0 0,-1 1-371 0 0,1 1 0 0 0,0-1 1 0 0,0 1-1 0 0,-1 0 1 0 0,1-1-1 0 0,-1 1 0 0 0,0 0 1 0 0,1-1-1 0 0,-1 1 0 0 0,0 0 1 0 0,0 0-1 0 0,1-1 0 0 0,-1 1 1 0 0,0 0-1 0 0,0 0 1 0 0,-1 0-1 0 0,1 0 0 0 0,0 0 1 0 0,0 1-1 0 0,0-1 0 0 0,0 0 1 0 0,-1 0-1 0 0,1 1 1 0 0,0-1-1 0 0,-1 1 0 0 0,1-1 1 0 0,-1 1-1 0 0,1 0 0 0 0,0-1 1 0 0,-1 1-1 0 0,1 0 1 0 0,-1 0-1 0 0,1 0 0 0 0,-1 0 1 0 0,1 0-1 0 0,-1 0 0 0 0,1 0 1 0 0,-1 1-1 0 0,1-1 1 0 0,0 1-1 0 0,-3 0 0 0 0,0 0-3 0 0,-1 1-1 0 0,1-1 0 0 0,0 1 0 0 0,0 0 1 0 0,0 0-1 0 0,1 0 0 0 0,-1 1 1 0 0,0-1-1 0 0,1 1 0 0 0,-1 0 1 0 0,1 0-1 0 0,0 0 0 0 0,0 0 0 0 0,0 1 1 0 0,1-1-1 0 0,-1 1 0 0 0,1 0 1 0 0,0 0-1 0 0,0 0 0 0 0,0 0 0 0 0,0 0 1 0 0,-1 6-1 0 0,2-6 35 0 0,2 2-24 0 0,-1 0-42 0 0,1 0-1 0 0,0 1 1 0 0,0-1-1 0 0,1 0 1 0 0,0 0 0 0 0,0 0-1 0 0,1 0 1 0 0,-1 0-1 0 0,1-1 1 0 0,0 1-1 0 0,1-1 1 0 0,-1 0 0 0 0,7 7-1 0 0,64 59 62 0 0,-71-69-89 0 0,7 19-63 0 0,-12-17-82 0 0,-2 2-32 0 0,-1 0 0 0 0,1-1 0 0 0,-1 0 0 0 0,0 0 0 0 0,0 0 0 0 0,0-1 0 0 0,-1 1 0 0 0,1-1 0 0 0,-1-1 0 0 0,-7 5 0 0 0,-2-1-1264 0 0,1-1 0 0 0,-1 0-1 0 0,-27 7 1 0 0,13-7-2867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5.5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 3176 0 0,'0'0'1388'0'0,"1"-3"-281"0"0,-1 2-1014 0 0,0 1-1 0 0,0-1 0 0 0,0 0 1 0 0,1 0-1 0 0,-1 1 0 0 0,0-1 1 0 0,1 1-1 0 0,-1-1 0 0 0,0 0 1 0 0,1 1-1 0 0,-1-1 0 0 0,1 1 1 0 0,-1-1-1 0 0,1 1 0 0 0,0-1 1 0 0,-1 1-1 0 0,1-1 0 0 0,-1 1 1 0 0,1-1-1 0 0,0 1 0 0 0,-1 0 1 0 0,1-1-1 0 0,0 1 0 0 0,-1 0 1 0 0,1 0-1 0 0,0 0 0 0 0,0-1 1 0 0,-1 1-1 0 0,1 0 0 0 0,0 0 1 0 0,0 0-1 0 0,-1 0 0 0 0,1 0 1 0 0,0 0-1 0 0,-1 1 0 0 0,1-1 1 0 0,0 0-1 0 0,0 0 0 0 0,-1 0 1 0 0,1 1-1 0 0,0-1 0 0 0,0 1 1 0 0,3 0 97 0 0,-1 2-35 0 0,1 5-91 0 0,0-1 1 0 0,-1 1-1 0 0,0 0 1 0 0,0 0-1 0 0,0 1 1 0 0,-1-1-1 0 0,-1 0 1 0 0,2 12-1 0 0,-1 1 159 0 0,-1 1 0 0 0,-2 24 0 0 0,1-42-51 0 0,-1 0 41 0 0,-3 12 22 0 0,3-12 175 0 0,0-1-244 0 0,-4 6 156 0 0,1-10-145 0 0,-2-20-115 0 0,6 11-75 0 0,-1 1 0 0 0,1 0 1 0 0,1 0-1 0 0,2-16 0 0 0,-1 16 20 0 0,1-1-1 0 0,0 1 1 0 0,1 0-1 0 0,-1 0 1 0 0,2 0-1 0 0,0 1 1 0 0,0-1 0 0 0,0 1-1 0 0,1 0 1 0 0,8-8-1 0 0,-11 13-12 0 0,0 0 0 0 0,0 0-1 0 0,0 0 1 0 0,1 0 0 0 0,-1 1-1 0 0,1 0 1 0 0,0 0 0 0 0,0 0-1 0 0,0 0 1 0 0,0 0 0 0 0,0 1-1 0 0,0 0 1 0 0,8-2 0 0 0,-9 2 2 0 0,0 0 0 0 0,-1 0 0 0 0,1 0 0 0 0,0 0 0 0 0,0 1 0 0 0,-1 0 0 0 0,1-1 0 0 0,0 1 0 0 0,0 0 0 0 0,0 0 1 0 0,0 0-1 0 0,0 1 0 0 0,0-1 0 0 0,-1 1 0 0 0,1-1 0 0 0,0 1 0 0 0,3 2 0 0 0,0-1 2 0 0,-3 0-1 0 0,0-1 0 0 0,0 0 0 0 0,0 1 0 0 0,0 0 0 0 0,0 0 0 0 0,-1 0 1 0 0,1 0-1 0 0,-1 0 0 0 0,1 0 0 0 0,-1 0 0 0 0,0 1 0 0 0,0-1 0 0 0,0 1 0 0 0,0 0 0 0 0,0 0 0 0 0,1 3 1 0 0,0 2-49 0 0,0 0 1 0 0,0 1 0 0 0,3 16-1 0 0,-5-20 26 0 0,0-2 45 0 0,-1 2 22 0 0,1 5-171 0 0,1 16 783 0 0,-5-21-302 0 0,-5-12-288 0 0,6 4-54 0 0,2-2-5 0 0,0-2-18 0 0,0 1 1 0 0,1 0-1 0 0,0-1 0 0 0,0 1 1 0 0,0 0-1 0 0,1 0 0 0 0,-1 0 1 0 0,2 0-1 0 0,-1 0 0 0 0,1 0 1 0 0,-1 0-1 0 0,2 1 0 0 0,-1-1 1 0 0,1 1-1 0 0,-1 0 0 0 0,8-7 1 0 0,-8 10 2 0 0,-1 0 0 0 0,1 0 0 0 0,0 0 0 0 0,0 0 0 0 0,1 0 0 0 0,-1 1 0 0 0,0-1 0 0 0,0 1 0 0 0,1 0 0 0 0,-1 0 0 0 0,1 0 0 0 0,6 0 0 0 0,2 0 5 0 0,-11 0 5 0 0,1 1 0 0 0,0 0 0 0 0,0 0-1 0 0,-1 0 1 0 0,1 0 0 0 0,0 1 0 0 0,0-1-1 0 0,-1 0 1 0 0,1 1 0 0 0,0-1 0 0 0,-1 1-1 0 0,3 0 1 0 0,1 1 1 0 0,-1 0-1 0 0,1-1 1 0 0,-1 2 0 0 0,0-1-1 0 0,1 0 1 0 0,-1 1 0 0 0,5 4-1 0 0,2 9 12 0 0,-9-11-17 0 0,1 1-10 0 0,-1 0 0 0 0,1 1 0 0 0,-1-1 0 0 0,-1 1 0 0 0,1 0 1 0 0,-1-1-1 0 0,0 1 0 0 0,0 0 0 0 0,-1 0 0 0 0,0 0 0 0 0,-2 13 0 0 0,-2 25-1379 0 0,4-40 672 0 0,6 14-10184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5.9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15 105 2704 0 0,'0'0'4721'0'0,"-1"3"-4054"0"0,-12 32 1788 0 0,13-34-2447 0 0,0 1 0 0 0,1-1 0 0 0,-1 0 0 0 0,1 0 0 0 0,0 0 0 0 0,-1 0 1 0 0,1 0-1 0 0,0 0 0 0 0,0-1 0 0 0,-1 1 0 0 0,1 0 0 0 0,0 0 0 0 0,0 0 0 0 0,0-1 0 0 0,2 2 0 0 0,-2-2-9 0 0,1 0 0 0 0,-1 0 0 0 0,1 0 0 0 0,-1 0-1 0 0,1 0 1 0 0,-1 0 0 0 0,1 0 0 0 0,0-1 0 0 0,-1 1-1 0 0,1-1 1 0 0,-1 1 0 0 0,0-1 0 0 0,1 1 0 0 0,1-2-1 0 0,13-5 6 0 0,0-2-1 0 0,-1 0 0 0 0,0 0 1 0 0,0-1-1 0 0,-1-1 0 0 0,17-17 1 0 0,-29 25 47 0 0,9-15 76 0 0,-9 15-46 0 0,-2-18-108 0 0,0 17 63 0 0,-4-2 56 0 0,4 6-86 0 0,0-1 1 0 0,0 1-1 0 0,0-1 0 0 0,0 1 0 0 0,0-1 0 0 0,0 1 0 0 0,0-1 1 0 0,0 1-1 0 0,0 0 0 0 0,-1-1 0 0 0,1 1 0 0 0,0-1 0 0 0,0 1 1 0 0,0-1-1 0 0,-1 1 0 0 0,1 0 0 0 0,0-1 0 0 0,-1 1 1 0 0,1 0-1 0 0,0-1 0 0 0,-1 1 0 0 0,1 0 0 0 0,-1-1 0 0 0,1 1 1 0 0,0 0-1 0 0,-1 0 0 0 0,1-1 0 0 0,-1 1 0 0 0,1 0 0 0 0,-1 0 1 0 0,0 0-1 0 0,-15-4 42 0 0,12 3 17 0 0,3 3-45 0 0,-1-1 0 0 0,1 1 0 0 0,0-1 0 0 0,-1 1 0 0 0,1-1 0 0 0,-1 0 1 0 0,1 0-1 0 0,-1 1 0 0 0,-2 0 0 0 0,-2 4 12 0 0,1 0 1 0 0,-1 1 0 0 0,1-1 0 0 0,1 1-1 0 0,0 0 1 0 0,0 1 0 0 0,0-1-1 0 0,1 1 1 0 0,0 0 0 0 0,0-1 0 0 0,1 1-1 0 0,0 0 1 0 0,0 1 0 0 0,1-1-1 0 0,0 0 1 0 0,0 9 0 0 0,1-13-26 0 0,0 0-1 0 0,0-1 1 0 0,1 1 0 0 0,-1 0 0 0 0,1 0 0 0 0,0 0 0 0 0,0 0-1 0 0,0-1 1 0 0,0 1 0 0 0,1 0 0 0 0,2 4 0 0 0,-2-5-19 0 0,0 0-46 0 0,0-1 0 0 0,0 1 0 0 0,0-1 0 0 0,0 1 0 0 0,1-1 0 0 0,-1 0 0 0 0,1 0 0 0 0,0 0 0 0 0,-1-1 0 0 0,1 1 0 0 0,0-1 0 0 0,0 1 0 0 0,0-1 0 0 0,0 0 0 0 0,0 0 0 0 0,5 1 0 0 0,-5-1 42 0 0,8 1-566 0 0,-1-1-1 0 0,1 0 1 0 0,0 0 0 0 0,0-1 0 0 0,0 0 0 0 0,0-1 0 0 0,-1 0 0 0 0,1-1 0 0 0,0 0 0 0 0,-1 0-1 0 0,14-6 1 0 0,2-1-3570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6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191 7 2808 0 0,'0'0'2374'0'0,"-3"-1"-1434"0"0,0 0-782 0 0,0 0 0 0 0,1 0 0 0 0,-1 0 0 0 0,0 1 0 0 0,0-1 0 0 0,1 1 0 0 0,-1 0 1 0 0,0 0-1 0 0,0 0 0 0 0,1 0 0 0 0,-1 0 0 0 0,0 1 0 0 0,0-1 0 0 0,1 1 0 0 0,-1 0 0 0 0,0 0 0 0 0,1 0 0 0 0,-5 2 1 0 0,-3 4-57 0 0,0-1 0 0 0,1 1 0 0 0,-1 0 0 0 0,2 1 0 0 0,-1 0 0 0 0,1 1 0 0 0,0 0 0 0 0,1 0 0 0 0,0 0 0 0 0,1 1 0 0 0,0 0 1 0 0,0 1-1 0 0,1-1 0 0 0,0 1 0 0 0,1 0 0 0 0,1 0 0 0 0,-5 18 0 0 0,7-25-74 0 0,1 1-12 0 0,-1 16-7 0 0,1-16 10 0 0,3 19 21 0 0,-3-24-40 0 0,0 0 0 0 0,1 0 0 0 0,-1 0 0 0 0,0 0 0 0 0,1 0 1 0 0,-1 0-1 0 0,0 0 0 0 0,0 0 0 0 0,1 1 0 0 0,-1-1 0 0 0,0 0 0 0 0,0 0 0 0 0,1 0 0 0 0,-1 0 0 0 0,0 1 0 0 0,0-1 1 0 0,0 0-1 0 0,1 0 0 0 0,-1 0 0 0 0,0 1 0 0 0,0-1 0 0 0,0 0 0 0 0,0 1 0 0 0,1-1 0 0 0,-1 0 0 0 0,0 0 0 0 0,0 1 1 0 0,0-1-1 0 0,0 0 0 0 0,0 1 0 0 0,0-1-8 0 0,0 1 1 0 0,0-1 0 0 0,0 1-1 0 0,1-1 1 0 0,-1 0-1 0 0,0 1 1 0 0,0-1-1 0 0,0 1 1 0 0,1-1 0 0 0,-1 0-1 0 0,0 1 1 0 0,0-1-1 0 0,1 0 1 0 0,-1 1-1 0 0,0-1 1 0 0,1 0 0 0 0,-1 0-1 0 0,0 1 1 0 0,1-1-1 0 0,-1 0 1 0 0,1 0 0 0 0,-1 1-1 0 0,0-1 1 0 0,1 0-1 0 0,-1 0 1 0 0,1 0-1 0 0,-1 0 1 0 0,0 0 0 0 0,1 0-1 0 0,-1 0 1 0 0,1 0-1 0 0,-1 0 1 0 0,1 0 0 0 0,-1 0-1 0 0,1 0 1 0 0,-1 0-1 0 0,0 0 1 0 0,1 0-1 0 0,0 0 1 0 0,6-2-27 0 0,-1 1-1 0 0,1-1 1 0 0,0 0 0 0 0,-1-1-1 0 0,1 0 1 0 0,-1 0 0 0 0,0 0 0 0 0,0-1-1 0 0,0 0 1 0 0,7-6 0 0 0,3-7 331 0 0,-1-1 1 0 0,19-30 0 0 0,-32 45 13 0 0,10-19 741 0 0,-3 8-329 0 0,-8 18-587 0 0,28 79-40 0 0,-27-80-120 0 0,0 1-40 0 0,-2-4 72 0 0,17 23-1018 0 0,-16-22 925 0 0,-1 0 0 0 0,1 0 0 0 0,0-1-1 0 0,0 1 1 0 0,0 0 0 0 0,0-1 0 0 0,0 1 0 0 0,0-1 0 0 0,0 0 0 0 0,0 1 0 0 0,0-1 0 0 0,0 1 0 0 0,0-1 0 0 0,0 0-1 0 0,0 0 1 0 0,0 0 0 0 0,0 0 0 0 0,0 0 0 0 0,0 0 0 0 0,0 0 0 0 0,0 0 0 0 0,0 0 0 0 0,0 0 0 0 0,0 0-1 0 0,0-1 1 0 0,0 1 0 0 0,0 0 0 0 0,0-1 0 0 0,0 1 0 0 0,0-1 0 0 0,0 1 0 0 0,0-1 0 0 0,1-1 0 0 0,3-2-263 0 0,-1 0 0 0 0,0 0 0 0 0,0-1 1 0 0,-1 0-1 0 0,1 1 0 0 0,-1-1 1 0 0,0-1-1 0 0,4-9 0 0 0,16-50-564 0 0,-11 30 1627 0 0,-11 31-303 0 0,0 4-390 0 0,-1 0 0 0 0,0-1 1 0 0,1 1-1 0 0,-1 0 0 0 0,1-1 1 0 0,-1 1-1 0 0,0-1 0 0 0,1 1 1 0 0,-1 0-1 0 0,0-1 0 0 0,1 1 0 0 0,-1-1 1 0 0,0 1-1 0 0,0-1 0 0 0,1 1 1 0 0,-1-1-1 0 0,0 1 0 0 0,0-1 1 0 0,0 0-1 0 0,0 1 0 0 0,0-1 1 0 0,0 0-1 0 0,6-15 864 0 0,-6 15-854 0 0,1 1 1 0 0,-1-1-1 0 0,0 0 0 0 0,1 1 0 0 0,-1-1 1 0 0,0 1-1 0 0,1-1 0 0 0,-1 0 1 0 0,1 1-1 0 0,-1-1 0 0 0,1 1 0 0 0,-1-1 1 0 0,1 1-1 0 0,-1 0 0 0 0,1-1 1 0 0,-1 1-1 0 0,1 0 0 0 0,0-1 0 0 0,-1 1 1 0 0,1 0-1 0 0,0 0 0 0 0,-1-1 1 0 0,1 1-1 0 0,0 0 0 0 0,-1 0 0 0 0,1 0 1 0 0,0 0-1 0 0,-1 0 0 0 0,1 0 0 0 0,0 0 1 0 0,-1 0-1 0 0,1 0 0 0 0,0 0 1 0 0,0 0-1 0 0,-1 1 0 0 0,1-1 0 0 0,-1 0 1 0 0,1 0-1 0 0,0 1 0 0 0,0 0 1 0 0,2 0 98 0 0,5 16 106 0 0,-4-4-8 0 0,0 0 0 0 0,5 25-1 0 0,-9-34-142 0 0,0 1 7 0 0,2 46 367 0 0,-2-46-223 0 0,-1-1-86 0 0,1-4-113 0 0,0 1 0 0 0,0 0 0 0 0,0-1 0 0 0,0 1 0 0 0,-1 0 0 0 0,1 0 1 0 0,0-1-1 0 0,0 1 0 0 0,0-1 0 0 0,-1 1 0 0 0,1 0 0 0 0,0-1 0 0 0,-1 1 0 0 0,1-1 0 0 0,0 1 0 0 0,-1 0 0 0 0,1-1 0 0 0,-1 1 0 0 0,0 0 1 0 0,0-1-27 0 0,0-1 0 0 0,0 1 1 0 0,0 0-1 0 0,0-1 0 0 0,0 1 1 0 0,0 0-1 0 0,0-1 0 0 0,0 1 1 0 0,1-1-1 0 0,-1 0 0 0 0,0 1 1 0 0,0-1-1 0 0,1 0 0 0 0,-1 1 1 0 0,0-1-1 0 0,0-1 0 0 0,2-4-21 0 0,2-7-24 0 0,1 0 1 0 0,1 0-1 0 0,0 0 0 0 0,10-18 1 0 0,-10 23 17 0 0,1 0 0 0 0,0 0 0 0 0,0 1 0 0 0,0 0 0 0 0,1 0 0 0 0,0 1 0 0 0,9-7 0 0 0,-14 12 21 0 0,23 2-16 0 0,-24-1 10 0 0,0 0 1 0 0,0 0-1 0 0,0 1 1 0 0,0-1-1 0 0,0 0 1 0 0,0 1-1 0 0,0-1 1 0 0,0 0-1 0 0,0 1 1 0 0,0 0-1 0 0,0-1 1 0 0,0 1-1 0 0,0-1 1 0 0,0 1-1 0 0,-1 0 1 0 0,1 0-1 0 0,0-1 1 0 0,0 1-1 0 0,-1 0 1 0 0,1 0-1 0 0,1 2 1 0 0,-2-2 2 0 0,3 2-1 0 0,0 0 0 0 0,-1 0 0 0 0,0 0 1 0 0,1 0-1 0 0,-1 0 0 0 0,0 0 0 0 0,-1 1 0 0 0,1-1 0 0 0,0 1 1 0 0,-1-1-1 0 0,0 1 0 0 0,0 0 0 0 0,1 4 0 0 0,-2-8 0 0 0,9 35 5 0 0,-8-29-6 0 0,-1 9 0 0 0,1 2-38 0 0,0-13-56 0 0,-1 1-66 0 0,3 14-107 0 0,-2-14-67 0 0,3 2-965 0 0,0 2 323 0 0,2-8-3947 0 0,13-3 794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7.0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0 4012 0 0,'0'0'6845'0'0,"0"5"-6517"0"0,-1 16-46 0 0,1-16-54 0 0,0 1-39 0 0,2 29 58 0 0,1-1 0 0 0,8 35 0 0 0,-10-65-238 0 0,-1 0-39 0 0,2 0-87 0 0,4 12-88 0 0,-5-12-100 0 0,6 2-666 0 0,-7-6 900 0 0,0 0 0 0 0,0 1 1 0 0,0-1-1 0 0,1 1 0 0 0,-1-1 0 0 0,0 0 0 0 0,0 1 0 0 0,1-1 0 0 0,-1 0 0 0 0,0 0 0 0 0,1 1 0 0 0,-1-1 0 0 0,0 0 0 0 0,1 0 0 0 0,-1 1 0 0 0,0-1 0 0 0,1 0 0 0 0,-1 0 0 0 0,0 0 0 0 0,1 1 0 0 0,-1-1 0 0 0,1 0 0 0 0,-1 0 0 0 0,0 0 0 0 0,1 0 0 0 0,-1 0 0 0 0,1 0 0 0 0,-1 0 0 0 0,1 0 0 0 0,-1 0 0 0 0,0 0 1 0 0,1 0-1 0 0,-1 0 0 0 0,1 0 0 0 0,-1-1 0 0 0,0 1 0 0 0,1 0 0 0 0,0 0 0 0 0,5-4-843 0 0,0 1 0 0 0,0-1 0 0 0,0 0-1 0 0,7-8 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7.3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161 36 2292 0 0,'0'0'1251'0'0,"-5"-1"-232"0"0,-2 0-767 0 0,-1 1 0 0 0,0 0 0 0 0,0 1 0 0 0,0 0 1 0 0,0 0-1 0 0,0 1 0 0 0,1 0 0 0 0,-1 0 0 0 0,1 0 0 0 0,-1 1 1 0 0,1 0-1 0 0,0 1 0 0 0,0 0 0 0 0,0 0 0 0 0,1 0 0 0 0,0 1 1 0 0,-8 7-1 0 0,11-10-150 0 0,-3 6 29 0 0,5-8-122 0 0,1 0-1 0 0,-1 0 0 0 0,1 1 1 0 0,0-1-1 0 0,-1 0 0 0 0,1 0 1 0 0,-1 0-1 0 0,1 1 0 0 0,0-1 1 0 0,-1 0-1 0 0,1 1 1 0 0,0-1-1 0 0,-1 0 0 0 0,1 1 1 0 0,0-1-1 0 0,0 1 0 0 0,-1-1 1 0 0,1 0-1 0 0,0 1 0 0 0,0-1 1 0 0,0 1-1 0 0,0-1 1 0 0,-1 0-1 0 0,1 1 0 0 0,0-1 1 0 0,0 1-1 0 0,0-1 0 0 0,0 1 1 0 0,0-1-1 0 0,0 1 0 0 0,0-1 1 0 0,0 1-1 0 0,0-1 0 0 0,1 0 1 0 0,-1 1-1 0 0,0 0 1 0 0,7 18 25 0 0,13-15-46 0 0,-16-4 2 0 0,-3 0 13 0 0,1 0 0 0 0,0 0 0 0 0,0 0 0 0 0,-1-1 0 0 0,1 1 0 0 0,0 0 1 0 0,-1-1-1 0 0,1 1 0 0 0,0-1 0 0 0,2-1 0 0 0,1-1 32 0 0,0 1-1 0 0,0 0 1 0 0,0-1 0 0 0,0 0-1 0 0,-1 0 1 0 0,1 0 0 0 0,-1-1-1 0 0,0 1 1 0 0,0-1-1 0 0,0 0 1 0 0,-1-1 0 0 0,1 1-1 0 0,4-9 1 0 0,-6 10 51 0 0,4-16 6 0 0,-4 15-91 0 0,-3-1-197 0 0,-3-13-154 0 0,3 14-274 0 0,-15-13-4338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8.5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38 3484 0 0,'0'0'7858'0'0,"2"3"-7579"0"0,1 3-179 0 0,-1-1 0 0 0,1 1 1 0 0,-1 0-1 0 0,-1 0 0 0 0,1 0 0 0 0,-1 0 0 0 0,0 0 0 0 0,0 11 0 0 0,0-3-10 0 0,1 0-1 0 0,6 24 1 0 0,-7-33-73 0 0,-1-2-10 0 0,0 0 0 0 0,1 0 0 0 0,-1-1 1 0 0,1 1-1 0 0,-1 0 0 0 0,1-1 0 0 0,0 1 0 0 0,0 0 0 0 0,0-1 0 0 0,1 1 0 0 0,-1-1 0 0 0,1 0 0 0 0,-1 1 0 0 0,1-1 0 0 0,0 0 0 0 0,-1 0 0 0 0,1 0 1 0 0,0 0-1 0 0,1 0 0 0 0,-1 0 0 0 0,0-1 0 0 0,0 1 0 0 0,1-1 0 0 0,-1 0 0 0 0,1 1 0 0 0,3 0 0 0 0,-2-2-9 0 0,-1 0 0 0 0,1-1 0 0 0,-1 1 0 0 0,1-1 0 0 0,-1 0 0 0 0,0 0 0 0 0,1 0 0 0 0,-1 0 0 0 0,0 0 0 0 0,1-1-1 0 0,-1 0 1 0 0,0 1 0 0 0,0-1 0 0 0,-1-1 0 0 0,1 1 0 0 0,0 0 0 0 0,0 0 0 0 0,-1-1 0 0 0,0 0 0 0 0,3-3 0 0 0,12-18 233 0 0,20-38-1 0 0,-35 58 51 0 0,-1 1-152 0 0,6-12-63 0 0,-5 12 119 0 0,0 6-184 0 0,4 28 52 0 0,7 21-134 0 0,-12-50 62 0 0,1 5-102 0 0,1-1 0 0 0,0 0 1 0 0,0 1-1 0 0,1-1 0 0 0,-1-1 0 0 0,9 11 1 0 0,-9-14-7 0 0,0 0 1 0 0,-1 0 0 0 0,1 0 0 0 0,0 0 0 0 0,0 0 0 0 0,0-1 0 0 0,1 1 0 0 0,-1-1 0 0 0,0 0-1 0 0,1 0 1 0 0,-1 0 0 0 0,0 0 0 0 0,1 0 0 0 0,-1-1 0 0 0,1 0 0 0 0,-1 0 0 0 0,1 0-1 0 0,5-1 1 0 0,7 0-269 0 0,-1-2 0 0 0,0 0 0 0 0,0-1 0 0 0,-1 0 1 0 0,1-1-1 0 0,-1-1 0 0 0,0 0 0 0 0,0-1 0 0 0,-1 0 0 0 0,0-1 0 0 0,23-20 0 0 0,-25 19 542 0 0,-1 0 0 0 0,0-1 0 0 0,0-1 0 0 0,-1 0 1 0 0,-1 0-1 0 0,0-1 0 0 0,-1 0 0 0 0,8-14 0 0 0,-14 23-17 0 0,0 1 0 0 0,0-1-1 0 0,0 1 1 0 0,0-1-1 0 0,-1 0 1 0 0,1 1 0 0 0,-1-1-1 0 0,0 1 1 0 0,1-1 0 0 0,-1 0-1 0 0,0 0 1 0 0,0 1 0 0 0,-1-5-1 0 0,0 4-159 0 0,1 0 332 0 0,-8-2 95 0 0,8 5-374 0 0,0-1 0 0 0,-1 1 0 0 0,1 0 0 0 0,0-1 0 0 0,-1 1 0 0 0,1 0-1 0 0,0-1 1 0 0,-1 1 0 0 0,1 0 0 0 0,-1-1 0 0 0,1 1 0 0 0,-1 0 0 0 0,1 0 0 0 0,0 0 0 0 0,-1-1 0 0 0,1 1 0 0 0,-1 0-1 0 0,1 0 1 0 0,-1 0 0 0 0,1 0 0 0 0,-1 0 0 0 0,1 0 0 0 0,-1 0 0 0 0,1 0 0 0 0,-1 0 0 0 0,1 0 0 0 0,-1 0-1 0 0,1 0 1 0 0,-1 0 0 0 0,1 0 0 0 0,-1 1 0 0 0,0-1 0 0 0,-6 2 78 0 0,0 1-1 0 0,0 0 1 0 0,1 0 0 0 0,-1 0 0 0 0,0 1-1 0 0,1 0 1 0 0,0 0 0 0 0,0 1 0 0 0,0 0-1 0 0,1 0 1 0 0,-1 0 0 0 0,1 1 0 0 0,-7 9-1 0 0,7-8-60 0 0,0 0-1 0 0,1-1 1 0 0,0 1 0 0 0,0 1-1 0 0,0-1 1 0 0,1 0-1 0 0,0 1 1 0 0,1 0-1 0 0,-1 0 1 0 0,1 0-1 0 0,1 0 1 0 0,0 0 0 0 0,-1 14-1 0 0,8 19 0 0 0,2-28-36 0 0,-4-8 2 0 0,-1-1-6 0 0,7-1 4 0 0,-10-2-4 0 0,1-1-1 0 0,-1 1 1 0 0,1-1 0 0 0,-1 0-1 0 0,1 1 1 0 0,0-1-1 0 0,-1 0 1 0 0,1 0 0 0 0,0 0-1 0 0,-1 1 1 0 0,1-1 0 0 0,0 0-1 0 0,-1 0 1 0 0,1 0-1 0 0,0 0 1 0 0,-1 0 0 0 0,1 0-1 0 0,0 0 1 0 0,-1 0 0 0 0,1 0-1 0 0,0-1 1 0 0,-1 1 0 0 0,1 0-1 0 0,0 0 1 0 0,0-1-1 0 0,7-2-2 0 0,-1 0-1 0 0,0-1 0 0 0,0 0 1 0 0,0 0-1 0 0,0 0 0 0 0,-1-1 1 0 0,0 0-1 0 0,0 0 0 0 0,10-12 1 0 0,0-2 375 0 0,26-40 1 0 0,-12 20 422 0 0,-28 35-476 0 0,6 20-225 0 0,-8-15-91 0 0,1 1-1 0 0,0-1 1 0 0,-1 0-1 0 0,1 0 1 0 0,-1 0-1 0 0,1 0 1 0 0,-1 1-1 0 0,0-1 1 0 0,0 0-1 0 0,1 0 1 0 0,-1 1-1 0 0,0-1 1 0 0,0 0-1 0 0,0 0 1 0 0,0 1-1 0 0,-1 0 1 0 0,0 22 7 0 0,7 132-18 0 0,2 197 100 0 0,-10-255-2 0 0,-23 156 0 0 0,23-247-95 0 0,2-2 5 0 0,0-1 0 0 0,-1 1 1 0 0,0-1-1 0 0,0 1 0 0 0,0-1 0 0 0,0 1 0 0 0,-1-1 0 0 0,0 0 0 0 0,0 0 1 0 0,0 0-1 0 0,0 0 0 0 0,-1 0 0 0 0,1 0 0 0 0,-1 0 0 0 0,-5 4 0 0 0,6-6-6 0 0,-3-4-2 0 0,-2-2-38 0 0,1 0 1 0 0,-1 0-1 0 0,1-1 1 0 0,-1-1 0 0 0,1 1-1 0 0,1-1 1 0 0,-1 0-1 0 0,1 0 1 0 0,0 0 0 0 0,0-1-1 0 0,1 0 1 0 0,0 0-1 0 0,0 0 1 0 0,1 0-1 0 0,-5-12 1 0 0,-3-12-356 0 0,1 0-1 0 0,-10-50 1 0 0,17 62 144 0 0,1 1 0 0 0,1 0-1 0 0,0-1 1 0 0,1 1 0 0 0,1-1 0 0 0,1 1-1 0 0,0 0 1 0 0,7-24 0 0 0,-4 27-587 0 0,0 0 0 0 0,0 1 1 0 0,1-1-1 0 0,1 1 0 0 0,1 1 0 0 0,9-15 1 0 0,4 0-3682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29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94 467 3920 0 0,'4'-12'812'0'0,"-2"9"-427"0"0,-1 0-1 0 0,1 0 1 0 0,-1 0 0 0 0,0-1-1 0 0,0 1 1 0 0,-1 0 0 0 0,1 0-1 0 0,-1-1 1 0 0,1 1 0 0 0,-1 0-1 0 0,0 0 1 0 0,0-1 0 0 0,-1 1-1 0 0,1 0 1 0 0,0-1 0 0 0,-1 1-1 0 0,0 0 1 0 0,-1-3-1 0 0,0 3-236 0 0,-14 12 75 0 0,10-3-190 0 0,0 0 0 0 0,0 0 1 0 0,1 0-1 0 0,-1 1 0 0 0,1 0 0 0 0,1 0 0 0 0,-1 0 0 0 0,1 1 1 0 0,1-1-1 0 0,-5 13 0 0 0,4-11-12 0 0,0-1-12 0 0,0 0 0 0 0,1 1 0 0 0,0-1 0 0 0,1 1 0 0 0,0-1 0 0 0,0 1 0 0 0,1 0 0 0 0,0-1 0 0 0,0 1 0 0 0,1 0 0 0 0,1 0 0 0 0,1 12 1 0 0,-2-19-10 0 0,0-1 1 0 0,0 1-1 0 0,1-1 1 0 0,-1 0 0 0 0,1 1-1 0 0,-1-1 1 0 0,1 0 0 0 0,-1 1-1 0 0,1-1 1 0 0,0 0-1 0 0,0 0 1 0 0,-1 1 0 0 0,1-1-1 0 0,0 0 1 0 0,0 0 0 0 0,0 0-1 0 0,0 0 1 0 0,1 0 0 0 0,-1 0-1 0 0,2 1 1 0 0,0 0-1 0 0,-1 0 0 0 0,1 0 0 0 0,-1-1 0 0 0,1 1 0 0 0,0-1-1 0 0,0 1 1 0 0,0-1 0 0 0,0 0 0 0 0,0 0 0 0 0,0 0 0 0 0,0 0 0 0 0,0-1 0 0 0,0 1 0 0 0,0-1 0 0 0,0 0 0 0 0,1 0 0 0 0,-1 0 0 0 0,0 0 0 0 0,6-2 0 0 0,-4 1 4 0 0,6 0 5 0 0,0 0 0 0 0,0-2 1 0 0,1 1-1 0 0,-2-1 0 0 0,1-1 1 0 0,0 0-1 0 0,-1 0 1 0 0,1-1-1 0 0,-1 0 0 0 0,-1-1 1 0 0,1 0-1 0 0,-1-1 0 0 0,11-9 1 0 0,-17 13-14 0 0,1-1-1 0 0,-1 1 1 0 0,0-1 0 0 0,0 0-1 0 0,0 0 1 0 0,-1 0 0 0 0,0 0-1 0 0,1 0 1 0 0,-1-1 0 0 0,0 1-1 0 0,-1 0 1 0 0,1-1 0 0 0,-1 0-1 0 0,0 1 1 0 0,0-1 0 0 0,-1 0-1 0 0,1 1 1 0 0,-1-1 0 0 0,0 0-1 0 0,0 0 1 0 0,-1 0 0 0 0,1 1-1 0 0,-1-1 1 0 0,0 0 0 0 0,-1 1-1 0 0,1-1 1 0 0,-1 1 0 0 0,1-1-1 0 0,-1 1 1 0 0,-4-6 0 0 0,4 7 40 0 0,-18-11 97 0 0,16 14-94 0 0,-13-1 12 0 0,13 1 3 0 0,0 2-12 0 0,-29 23 115 0 0,31-22-90 0 0,2 1-39 0 0,0 14-15 0 0,0-14-2 0 0,0-4-10 0 0,0 0 1 0 0,1 0-1 0 0,-1 0 1 0 0,0 0-1 0 0,1 0 1 0 0,-1 0-1 0 0,0 0 1 0 0,1 0-1 0 0,-1 0 1 0 0,0 0-1 0 0,1 0 1 0 0,-1 0-1 0 0,0 0 1 0 0,1 0-1 0 0,-1 1 1 0 0,0-1-1 0 0,1 0 1 0 0,-1 0 0 0 0,0 0-1 0 0,0 0 1 0 0,1 1-1 0 0,-1-1 1 0 0,0 0-1 0 0,0 0 1 0 0,1 1-1 0 0,-1-1 1 0 0,0 0-1 0 0,0 1 1 0 0,0-1-1 0 0,1 0 1 0 0,-1 1-1 0 0,1 0 0 0 0,-1 0 0 0 0,1-1 0 0 0,-1 1 0 0 0,1 0 0 0 0,0-1 0 0 0,-1 1 0 0 0,1-1 0 0 0,0 1 0 0 0,-1-1 0 0 0,1 1 0 0 0,0-1 0 0 0,0 0 0 0 0,0 1 0 0 0,-1-1 0 0 0,1 0 0 0 0,0 0 0 0 0,0 1 0 0 0,1-1 0 0 0,4 1-9 0 0,1 0 1 0 0,-1-1-1 0 0,0 1 0 0 0,1-1 1 0 0,-1-1-1 0 0,0 1 0 0 0,0-1 1 0 0,1 0-1 0 0,-1-1 0 0 0,0 1 1 0 0,0-1-1 0 0,8-4 0 0 0,8-2-71 0 0,7-2-40 0 0,1-2-1 0 0,-2-1 1 0 0,1-1 0 0 0,-2-1-1 0 0,44-33 1 0 0,-57 38 137 0 0,-1-1-1 0 0,0-1 1 0 0,-1 0 0 0 0,-1 0 0 0 0,0-1-1 0 0,0-1 1 0 0,-1 0 0 0 0,-1 0 0 0 0,0-1 0 0 0,-1 0-1 0 0,-1 0 1 0 0,6-20 0 0 0,-9 25 70 0 0,-2-1 1 0 0,0 1 0 0 0,0 0-1 0 0,0-1 1 0 0,-2 0-1 0 0,1 1 1 0 0,-1-1-1 0 0,-1 0 1 0 0,0 1 0 0 0,0-1-1 0 0,-1 1 1 0 0,-4-15-1 0 0,5 24-63 0 0,0-1 0 0 0,0 0 1 0 0,0 0-1 0 0,0 1 0 0 0,0-1 0 0 0,0 1 0 0 0,0-1 0 0 0,0 1 0 0 0,-1-1 0 0 0,1 1 0 0 0,0 0 0 0 0,-1-1 1 0 0,1 1-1 0 0,-1 0 0 0 0,0 0 0 0 0,1 0 0 0 0,-1 0 0 0 0,0 1 0 0 0,1-1 0 0 0,-1 0 0 0 0,0 1 0 0 0,-3-1 1 0 0,3 0-3 0 0,-6 3 192 0 0,1 0-160 0 0,1 2 1 0 0,0-1 0 0 0,0 1 0 0 0,0-1-1 0 0,0 2 1 0 0,1-1 0 0 0,0 1 0 0 0,0-1-1 0 0,0 1 1 0 0,0 1 0 0 0,-5 7 0 0 0,3-2 23 0 0,1 1-1 0 0,0-1 1 0 0,0 1 0 0 0,1 0 0 0 0,-5 21-1 0 0,0 11 104 0 0,3 0-1 0 0,-4 75 0 0 0,9-89-123 0 0,-2 339 223 0 0,19-130-3153 0 0,-14-233 2214 0 0,-1-2-65 0 0,2 12-23 0 0,-1-12 24 0 0,0-8-2555 0 0,0-2 3174 0 0,0 0 0 0 0,0 0 0 0 0,-1 0 0 0 0,1 0-1 0 0,-1 0 1 0 0,-1 0 0 0 0,1 0 0 0 0,-2-7 0 0 0,-16-58 263 0 0,6 22 310 0 0,9 34-356 0 0,-3-10 374 0 0,1-1 0 0 0,1 0 0 0 0,2 0 0 0 0,0-39 0 0 0,3 62-500 0 0,-1 0 0 0 0,1-1 0 0 0,0 1 0 0 0,1 1 0 0 0,-1-1 0 0 0,1 0 1 0 0,-1 0-1 0 0,1 0 0 0 0,0 1 0 0 0,0-1 0 0 0,0 1 0 0 0,0 0 0 0 0,4-4 0 0 0,-4 4-22 0 0,6-4-418 0 0,0 0 1 0 0,0 0 0 0 0,0 1 0 0 0,1 0 0 0 0,-1 0 0 0 0,1 1 0 0 0,0 0-1 0 0,16-3 1 0 0,-12 2-1182 0 0,18-6-2643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0.0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77 425 4356 0 0,'-4'2'1475'0'0,"-50"27"3428"0"0,51-27-2473 0 0,-4-8-2231 0 0,6 6-196 0 0,1 0 0 0 0,0 0 1 0 0,-1 0-1 0 0,1 0 1 0 0,-1-1-1 0 0,1 1 1 0 0,0 0-1 0 0,-1 0 0 0 0,1 0 1 0 0,0 0-1 0 0,-1-1 1 0 0,1 1-1 0 0,0 0 1 0 0,-1 0-1 0 0,1-1 0 0 0,0 1 1 0 0,0 0-1 0 0,-1-1 1 0 0,1 1-1 0 0,0 0 0 0 0,0-1 1 0 0,-1 1-1 0 0,1 0 1 0 0,0-1-1 0 0,0 1 1 0 0,0 0-1 0 0,0-1 0 0 0,0 1 1 0 0,0-1-1 0 0,0 1 1 0 0,0 0-1 0 0,0-1 1 0 0,0 1-1 0 0,0-1 0 0 0,0 1 1 0 0,0-1-1 0 0,31-76 72 0 0,-16 45-118 0 0,-1-2-1 0 0,-2 0 1 0 0,-2-1-1 0 0,11-61 1 0 0,-18 59 146 0 0,-1-47 0 0 0,-2 84-96 0 0,0-1 1 0 0,0 1 0 0 0,0-1-1 0 0,0 1 1 0 0,0 0 0 0 0,0-1 0 0 0,0 1-1 0 0,0 0 1 0 0,0-1 0 0 0,0 1 0 0 0,0-1-1 0 0,0 1 1 0 0,0 0 0 0 0,-1-1 0 0 0,1 1-1 0 0,0 0 1 0 0,0-1 0 0 0,0 1-1 0 0,0 0 1 0 0,-1-1 0 0 0,1 1 0 0 0,0 0-1 0 0,0-1 1 0 0,-1 1 0 0 0,1 0 0 0 0,0 0-1 0 0,-1-1 1 0 0,1 1 0 0 0,0 0-1 0 0,0 0 1 0 0,-1-1 0 0 0,1 1 0 0 0,-1 0-1 0 0,1 0 1 0 0,0 0 0 0 0,-1 0 0 0 0,1 0-1 0 0,0 0 1 0 0,-1 0 0 0 0,1 0-1 0 0,-1 0 1 0 0,1 0 0 0 0,0 0 0 0 0,-1 0-1 0 0,0 0 1 0 0,0 1 1 0 0,0-1 0 0 0,-1 1 0 0 0,1 0 0 0 0,0 0 0 0 0,0 0-1 0 0,0 0 1 0 0,0 1 0 0 0,0-1 0 0 0,0 0 0 0 0,0 0 0 0 0,0 1 0 0 0,0-1 0 0 0,1 0 0 0 0,-1 1-1 0 0,0-1 1 0 0,0 2 0 0 0,-10 31 125 0 0,1-1 1 0 0,2 2-1 0 0,-8 66 0 0 0,2 114-1055 0 0,14-200 704 0 0,1 132-4535 0 0,-1-141 3652 0 0,0-5 883 0 0,1 1-1 0 0,-1-1 1 0 0,0 0-1 0 0,1 1 1 0 0,-1-1-1 0 0,0 1 1 0 0,0-1-1 0 0,0 0 1 0 0,0 1 0 0 0,0-1-1 0 0,0 1 1 0 0,-1 1-1 0 0,1 1-591 0 0,0 0-3121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0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8 246 3128 0 0,'-2'-3'1551'0'0,"1"2"-1335"0"0,1 0 0 0 0,-1 1 0 0 0,1-1 0 0 0,-1 0 0 0 0,1 1 0 0 0,-1-1 0 0 0,1 0 0 0 0,0 1 0 0 0,0-1 0 0 0,-1 0 0 0 0,1 0 0 0 0,0 0 0 0 0,0 1 0 0 0,0-1 0 0 0,0 0 0 0 0,0 0 0 0 0,0 0 0 0 0,0 1 0 0 0,0-1 0 0 0,0 0 0 0 0,0 0 0 0 0,0 0 0 0 0,0 1 0 0 0,1-1 0 0 0,-1-1 0 0 0,6-6-551 0 0,-3 6 574 0 0,3 1-68 0 0,24-1-285 0 0,0-1 1 0 0,-1-1 0 0 0,0-2 0 0 0,0-1 0 0 0,55-21 0 0 0,-63 19-632 0 0,1-1 1 0 0,-1-1 0 0 0,-1-1 0 0 0,0-1-1 0 0,-1 0 1 0 0,0-2 0 0 0,-1 0 0 0 0,22-23-1 0 0,-19 13-2207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0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199 202 4140 0 0,'3'-13'404'0'0,"-2"-1"-1"0"0,1 0 1 0 0,-2 1-1 0 0,0-1 1 0 0,-1 0-1 0 0,0 0 1 0 0,-1 1-1 0 0,0-1 1 0 0,-7-22-1 0 0,7 33-298 0 0,1 0-1 0 0,0 0 1 0 0,-1 0-1 0 0,1 0 1 0 0,-1 0-1 0 0,0 0 0 0 0,0 0 1 0 0,0 1-1 0 0,0-1 1 0 0,-1 1-1 0 0,1-1 1 0 0,-4-1-1 0 0,4 2-11 0 0,-1 0 259 0 0,-2 2 23 0 0,2 0-317 0 0,-1 1-1 0 0,1 0 1 0 0,-1 0 0 0 0,1 0 0 0 0,-1 0-1 0 0,1 0 1 0 0,0 1 0 0 0,0-1 0 0 0,0 1-1 0 0,0 0 1 0 0,0 0 0 0 0,0 0 0 0 0,0 1-1 0 0,0-1 1 0 0,1 1 0 0 0,-1-1 0 0 0,1 1-1 0 0,0 0 1 0 0,0 0 0 0 0,-2 3 0 0 0,-8 16 55 0 0,1 1 0 0 0,0 0 0 0 0,2 0 0 0 0,1 1 0 0 0,1 0 0 0 0,-6 38 0 0 0,5-9-11 0 0,3 0-1 0 0,0 55 1 0 0,6-69-6 0 0,9 65 1 0 0,-10-100-90 0 0,1 0 1 0 0,0 0-1 0 0,0 0 1 0 0,1 0-1 0 0,-1 0 1 0 0,1 0-1 0 0,0-1 1 0 0,0 1-1 0 0,0-1 1 0 0,4 5-1 0 0,-4-6-13 0 0,0 1-70 0 0,1-1 94 0 0,12 4-2 0 0,-6-6-52 0 0,-2-2 0 0 0,0 0 1 0 0,0-1 0 0 0,0 0 0 0 0,0 0 0 0 0,-1-1 0 0 0,0 0 0 0 0,1 0 0 0 0,-1-1 0 0 0,-1 1 0 0 0,1-1 0 0 0,6-8 0 0 0,6-8-158 0 0,26-41 0 0 0,-28 38 137 0 0,-11 17 39 0 0,5-5 7 0 0,-9 12 13 0 0,0 0 0 0 0,0 0 0 0 0,0 1 0 0 0,-1-1-1 0 0,1 0 1 0 0,0 0 0 0 0,-1 1 0 0 0,1-1 0 0 0,0 0 0 0 0,-1 1 0 0 0,1-1 0 0 0,0 1-1 0 0,-1-1 1 0 0,1 1 0 0 0,-1-1 0 0 0,1 1 0 0 0,-1 0 0 0 0,1-1 0 0 0,-1 1-1 0 0,1 0 1 0 0,-1-1 0 0 0,0 1 0 0 0,1 0 0 0 0,-1-1 0 0 0,1 2 0 0 0,7 27 67 0 0,-2-5-23 0 0,-2-16-46 0 0,0 0 1 0 0,1 0-1 0 0,0-1 0 0 0,6 8 1 0 0,-8-13 42 0 0,1 0 20 0 0,12 5-16 0 0,-12-5-14 0 0,1-2-12 0 0,3 0-50 0 0,0-1 1 0 0,0 0 0 0 0,0-1-1 0 0,-1 0 1 0 0,1 0 0 0 0,0-1-1 0 0,-1 1 1 0 0,0-2 0 0 0,1 1-1 0 0,-1-1 1 0 0,-1 0 0 0 0,1-1-1 0 0,0 1 1 0 0,7-9 0 0 0,-10 9-4 0 0,0 0 1 0 0,-1 0-1 0 0,1 0 1 0 0,-1 0 0 0 0,0-1-1 0 0,-1 1 1 0 0,1-1-1 0 0,2-5 1 0 0,-2 4-10 0 0,3-14-145 0 0,-5 16 146 0 0,0 0-55 0 0,-2 0 4 0 0,0-12-36 0 0,1 12-105 0 0,-2 1 196 0 0,0 2 43 0 0,1-1-1 0 0,-1 1 0 0 0,1 0 0 0 0,-1 0 1 0 0,1 0-1 0 0,-1 0 0 0 0,0 0 0 0 0,1 0 0 0 0,-1 0 1 0 0,0 1-1 0 0,0-1 0 0 0,0 1 0 0 0,0-1 1 0 0,1 1-1 0 0,-1 0 0 0 0,0 0 0 0 0,0 0 1 0 0,0 0-1 0 0,0 0 0 0 0,0 0 0 0 0,0 0 1 0 0,0 1-1 0 0,0-1 0 0 0,1 0 0 0 0,-1 1 0 0 0,0 0 1 0 0,0 0-1 0 0,0-1 0 0 0,1 1 0 0 0,-1 0 1 0 0,0 0-1 0 0,1 0 0 0 0,-3 2 0 0 0,-2 6 76 0 0,0-1-1 0 0,0 0 1 0 0,1 1 0 0 0,-5 12-1 0 0,8-17 3 0 0,3 2 15 0 0,-1-1-63 0 0,0-1-1 0 0,1 1 1 0 0,0 0 0 0 0,0 0 0 0 0,0-1 0 0 0,1 1 0 0 0,-1-1-1 0 0,1 1 1 0 0,0-1 0 0 0,0 1 0 0 0,5 5 0 0 0,-5-7-55 0 0,0-1 1 0 0,0 0 0 0 0,1 0 0 0 0,-1 0 0 0 0,0 0 0 0 0,1 0-1 0 0,0 0 1 0 0,-1-1 0 0 0,1 1 0 0 0,0-1 0 0 0,0 0 0 0 0,0 1 0 0 0,0-1-1 0 0,0-1 1 0 0,0 1 0 0 0,0 0 0 0 0,0-1 0 0 0,0 0 0 0 0,0 1-1 0 0,0-1 1 0 0,0 0 0 0 0,0-1 0 0 0,3 1 0 0 0,23-5-1468 0 0,-2 0 1 0 0,1-2 0 0 0,-1-1 0 0 0,38-16-1 0 0,-33 9-2777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1.6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14 3044 0 0,'-11'-14'2872'0'0,"11"14"-2679"0"0,-1 0 1 0 0,0 0 0 0 0,1 0-1 0 0,-1 0 1 0 0,0 0 0 0 0,1 0-1 0 0,-1 0 1 0 0,1 0 0 0 0,-1 0-1 0 0,0 1 1 0 0,1-1-1 0 0,-1 0 1 0 0,1 0 0 0 0,-1 1-1 0 0,1-1 1 0 0,-1 0 0 0 0,0 0-1 0 0,1 1 1 0 0,-1-1 0 0 0,1 1-1 0 0,-1-1 1 0 0,0 1 0 0 0,-1 1 61 0 0,1 4-41 0 0,-2 29 19 0 0,2 0-1 0 0,1 1 1 0 0,1-1-1 0 0,8 38 1 0 0,-9-69-100 0 0,2 0-11 0 0,3 12 17 0 0,-4-12 132 0 0,6 2-230 0 0,-7-6-33 0 0,1 0 0 0 0,-1 1 0 0 0,0-1 0 0 0,0 0 0 0 0,1 1 0 0 0,-1-1 0 0 0,0 0-1 0 0,1 1 1 0 0,-1-1 0 0 0,0 0 0 0 0,1 1 0 0 0,-1-1 0 0 0,1 0 0 0 0,-1 0 0 0 0,0 0 0 0 0,1 1-1 0 0,-1-1 1 0 0,1 0 0 0 0,-1 0 0 0 0,1 0 0 0 0,-1 0 0 0 0,0 0 0 0 0,1 0 0 0 0,-1 0 0 0 0,1 0-1 0 0,-1 0 1 0 0,1 0 0 0 0,-1 0 0 0 0,1 0 0 0 0,-1 0 0 0 0,0 0 0 0 0,1 0 0 0 0,-1 0 0 0 0,2-1 0 0 0,4-2-11 0 0,1-1 0 0 0,0 0 0 0 0,-1 0 1 0 0,1 0-1 0 0,-1-1 0 0 0,-1 1 0 0 0,1-2 1 0 0,9-10-1 0 0,-12 13 84 0 0,7-5-26 0 0,0-3 178 0 0,1 3-229 0 0,-9 6 74 0 0,1 4-152 0 0,-1 0 85 0 0,0 0 0 0 0,0 1 0 0 0,0-1 0 0 0,0 1 1 0 0,0-1-1 0 0,0 1 0 0 0,-1-1 0 0 0,1 1 0 0 0,0 4 1 0 0,0-4-16 0 0,-1 2-42 0 0,6 12 22 0 0,-5-13 11 0 0,0 0 6 0 0,4 13 1 0 0,-4-13-14 0 0,4 3 2 0 0,4 7 33 0 0,-8-13-9 0 0,0 0 0 0 0,0 0 1 0 0,0 0-1 0 0,1 0 0 0 0,-1 0 1 0 0,0-1-1 0 0,0 1 0 0 0,1 0 0 0 0,-1-1 1 0 0,0 0-1 0 0,1 0 0 0 0,-1 1 1 0 0,0-2-1 0 0,1 1 0 0 0,-1 0 0 0 0,1 0 1 0 0,-1-1-1 0 0,0 1 0 0 0,1-1 1 0 0,1-1-1 0 0,4-1 59 0 0,-1 0-1 0 0,0-1 1 0 0,0 0 0 0 0,0 0-1 0 0,0-1 1 0 0,-1 0 0 0 0,0 0-1 0 0,0-1 1 0 0,0 0 0 0 0,-1 0-1 0 0,0 0 1 0 0,0 0 0 0 0,0-1-1 0 0,-1 0 1 0 0,0 0 0 0 0,0 0-1 0 0,-1 0 1 0 0,0-1 0 0 0,0 0-1 0 0,-1 1 1 0 0,0-1 0 0 0,0 0-1 0 0,1-13 1 0 0,-3 17-138 0 0,0 1 0 0 0,-1 0 0 0 0,1 0 0 0 0,-1 0 0 0 0,0 0 0 0 0,1 0 0 0 0,-1 0 0 0 0,-1 0 0 0 0,1 0 0 0 0,0 1 0 0 0,-1-1 0 0 0,1 0 0 0 0,-1 1 0 0 0,0-1 0 0 0,0 1 0 0 0,0 0 0 0 0,0-1 0 0 0,-1 1 0 0 0,1 0 0 0 0,0 0 0 0 0,-1 0 0 0 0,1 1 0 0 0,-1-1 0 0 0,0 1 0 0 0,0-1 0 0 0,0 1 0 0 0,1 0 0 0 0,-1 0 0 0 0,0 0 0 0 0,-6-1 0 0 0,4 1-542 0 0,0 1-73 0 0,-19 0-112 0 0,18 0-256 0 0,3 2-283 0 0,-13 3-139 0 0,12-4-1009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2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38 109 2932 0 0,'15'-8'1868'0'0,"-12"6"-297"0"0,0 1-271 0 0,5-5 267 0 0,-13 10 1143 0 0,-19 19-1139 0 0,19-17-1543 0 0,1 0 0 0 0,0 1 0 0 0,0-1 1 0 0,0 1-1 0 0,1 0 0 0 0,0 0 0 0 0,1 0 1 0 0,0 0-1 0 0,-2 10 0 0 0,3-13-12 0 0,0 21 2 0 0,1-20-57 0 0,1-1-16 0 0,13 30 15 0 0,-12-31-22 0 0,2-2-60 0 0,13 4 71 0 0,-13-4 4 0 0,0-3 13 0 0,-4 2 33 0 0,7-2 31 0 0,0-1 1 0 0,0 0 0 0 0,0 0-1 0 0,-1 0 1 0 0,1-1-1 0 0,11-9 1 0 0,-14 8 23 0 0,0 1 0 0 0,0-1 1 0 0,0 0-1 0 0,-1 0 0 0 0,1-1 0 0 0,-1 1 1 0 0,-1-1-1 0 0,1 1 0 0 0,-1-1 0 0 0,0 0 0 0 0,2-9 1 0 0,-3 12-29 0 0,-1-3-4 0 0,-2-4-30 0 0,1 0 0 0 0,-2-1 1 0 0,-5-18-1 0 0,6 26 5 0 0,-13-17-413 0 0,15 20 380 0 0,-1 0-1 0 0,1 0 0 0 0,0-1 0 0 0,-1 1 1 0 0,1 0-1 0 0,0-1 0 0 0,0 1 0 0 0,-1 0 1 0 0,1 0-1 0 0,0-1 0 0 0,0 1 1 0 0,0-1-1 0 0,-1 1 0 0 0,1 0 0 0 0,0-1 1 0 0,0 1-1 0 0,0 0 0 0 0,0-1 0 0 0,0 1 1 0 0,0-1-1 0 0,0 1 0 0 0,0 0 1 0 0,0-1-1 0 0,0 1 0 0 0,0-1 0 0 0,0 1 1 0 0,0 0-1 0 0,0-1 0 0 0,0 1 0 0 0,0-1 1 0 0,0 1-1 0 0,0 0 0 0 0,1-1 0 0 0,22-5-1041 0 0,-8 3 793 0 0,-2 1 129 0 0,0 1 0 0 0,0-1 1 0 0,0 2-1 0 0,0 0 0 0 0,23 3 0 0 0,-29-2 201 0 0,1 0-1 0 0,0 0 1 0 0,-1 1 0 0 0,1 0-1 0 0,-1 0 1 0 0,1 1-1 0 0,12 6 1 0 0,-16-6-6 0 0,0-1 0 0 0,0 1 0 0 0,-1 0 0 0 0,1 0 0 0 0,-1 0 0 0 0,0 0 0 0 0,1 0 0 0 0,-2 1 0 0 0,1 0 0 0 0,0-1-1 0 0,-1 1 1 0 0,1 0 0 0 0,1 6 0 0 0,-2-7 96 0 0,-2 2 14 0 0,4 14-23 0 0,-3-14 6 0 0,-2 14 166 0 0,1-15-3 0 0,-3 16-37 0 0,3-15 518 0 0,-2-2-438 0 0,2-3-307 0 0,0 1 0 0 0,0-1 0 0 0,0 1 0 0 0,0-1 0 0 0,0 1 0 0 0,-1-1 0 0 0,1 0 0 0 0,0 1 1 0 0,0-1-1 0 0,0 1 0 0 0,-1-1 0 0 0,1 0 0 0 0,0 1 0 0 0,0-1 0 0 0,-1 0 0 0 0,1 1 0 0 0,0-1 0 0 0,-1 0 0 0 0,1 1 0 0 0,0-1 0 0 0,-1 0 0 0 0,1 0 0 0 0,-1 1 0 0 0,1-1 0 0 0,0 0 0 0 0,-1 0 0 0 0,1 0 0 0 0,-1 0 0 0 0,1 1 0 0 0,-1-1 0 0 0,-2-5 1 0 0,0 0-1 0 0,0-1 1 0 0,0 1-1 0 0,1-1 0 0 0,0 1 1 0 0,0-1-1 0 0,0 0 1 0 0,1 0-1 0 0,0 0 1 0 0,0 0-1 0 0,1 0 0 0 0,-1-6 1 0 0,1 0-102 0 0,1 0 0 0 0,0 1 0 0 0,1 0 0 0 0,0-1-1 0 0,4-12 1 0 0,-5 21-158 0 0,0 0 1 0 0,0 0-1 0 0,0 0 0 0 0,1 0 0 0 0,-1 0 0 0 0,1 1 0 0 0,0-1 0 0 0,-1 1 0 0 0,1-1 0 0 0,0 1 0 0 0,1 0 1 0 0,-1-1-1 0 0,0 1 0 0 0,1 0 0 0 0,-1 1 0 0 0,5-3 0 0 0,24-8-5851 0 0,-10 8 1413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2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207 447 4176 0 0,'0'0'6529'0'0,"-3"-2"-6104"0"0,-7-6-29 0 0,7 7-58 0 0,-2 2-46 0 0,4-1-289 0 0,-9 2 165 0 0,0 0 0 0 0,0 1 0 0 0,1 0 0 0 0,-1 1-1 0 0,1 0 1 0 0,-1 0 0 0 0,-9 7 0 0 0,11-5-88 0 0,0 1 0 0 0,1-1 0 0 0,0 1 1 0 0,0 0-1 0 0,1 1 0 0 0,0-1 0 0 0,0 1 0 0 0,1 1 0 0 0,-1-1 1 0 0,2 1-1 0 0,-7 15 0 0 0,-4 22-36 0 0,14-39-32 0 0,0 9 0 0 0,1-5-86 0 0,1 1 1 0 0,0-1-1 0 0,5 18 0 0 0,-5-26-99 0 0,15 10-319 0 0,-13-11 205 0 0,4-2 166 0 0,0-1-1 0 0,0 1 0 0 0,-1-1 1 0 0,1-1-1 0 0,0 1 0 0 0,-1-1 1 0 0,1 0-1 0 0,-1-1 0 0 0,1 0 1 0 0,-1 0-1 0 0,0 0 0 0 0,7-5 1 0 0,-5 1 43 0 0,0 0 0 0 0,0 0 0 0 0,0-1 0 0 0,-1 0 1 0 0,0 0-1 0 0,0-1 0 0 0,6-10 0 0 0,-3 0 62 0 0,0 0-1 0 0,-1 0 1 0 0,-1 0-1 0 0,-1-1 1 0 0,-1 0-1 0 0,-1-1 1 0 0,4-31-1 0 0,-6 6 273 0 0,-2-1 0 0 0,-3 0 0 0 0,-1 0 0 0 0,-3 0 0 0 0,-1 1 0 0 0,-18-60 0 0 0,23 100-158 0 0,0 0 0 0 0,0 0 1 0 0,0 0-1 0 0,-1 0 0 0 0,-6-10 0 0 0,8 14 374 0 0,-2 4-197 0 0,1 2-219 0 0,-1-1 0 0 0,1 0 1 0 0,0 1-1 0 0,1-1 0 0 0,-1 1 1 0 0,1-1-1 0 0,-1 1 0 0 0,1 0 1 0 0,0 0-1 0 0,0 0 0 0 0,1 0 1 0 0,-1 0-1 0 0,1 0 0 0 0,0 5 1 0 0,5 68 244 0 0,-2-41-177 0 0,0 21-447 0 0,3 1 1 0 0,2-1 0 0 0,31 108-1 0 0,-39-163 133 0 0,1 0 0 0 0,0 0 0 0 0,0 1 0 0 0,0-1 0 0 0,0 0 0 0 0,0 0 0 0 0,0 0 0 0 0,1-1 0 0 0,-1 1 0 0 0,1 0 0 0 0,0 0 0 0 0,-1-1 0 0 0,1 1 0 0 0,0-1-1 0 0,0 1 1 0 0,0-1 0 0 0,0 0 0 0 0,0 0 0 0 0,0 0 0 0 0,0 0 0 0 0,0 0 0 0 0,0 0 0 0 0,5 0 0 0 0,-2 0-506 0 0,1 0-1 0 0,0-1 1 0 0,0 0-1 0 0,0-1 1 0 0,-1 1 0 0 0,9-3-1 0 0,-10 3 377 0 0,20-5-3941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33.0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497 6 4288 0 0,'0'0'4743'0'0,"-3"-2"-3925"0"0,1 1-702 0 0,-1 1 0 0 0,1-1 0 0 0,-1 1 0 0 0,1-1 0 0 0,-1 1 0 0 0,1 0 0 0 0,-1 0 0 0 0,1 0 0 0 0,-1 0 0 0 0,1 0 0 0 0,-1 0 0 0 0,1 1 0 0 0,0-1 0 0 0,-1 1 0 0 0,1 0 0 0 0,-1 0 0 0 0,1 0 0 0 0,-4 2 0 0 0,-41 29 754 0 0,38-25-675 0 0,7-6-172 0 0,0 1 1 0 0,0 0 0 0 0,0 0-1 0 0,0-1 1 0 0,0 1-1 0 0,0 1 1 0 0,1-1-1 0 0,-1 0 1 0 0,1 0 0 0 0,0 1-1 0 0,-1-1 1 0 0,1 0-1 0 0,0 1 1 0 0,0-1 0 0 0,1 1-1 0 0,-1 0 1 0 0,0-1-1 0 0,1 1 1 0 0,0 0-1 0 0,-1-1 1 0 0,1 1 0 0 0,0 0-1 0 0,0-1 1 0 0,1 1-1 0 0,-1 0 1 0 0,1-1-1 0 0,-1 1 1 0 0,1-1 0 0 0,0 1-1 0 0,1 3 1 0 0,3 4 33 0 0,0 0 1 0 0,1 0-1 0 0,0 0 1 0 0,1-1 0 0 0,10 12-1 0 0,-10-12-35 0 0,-6-8-16 0 0,1 1 0 0 0,-1-1 0 0 0,-1 0 0 0 0,1 1 0 0 0,0-1 0 0 0,0 1 0 0 0,0-1 0 0 0,-1 1 0 0 0,1-1 0 0 0,-1 1 0 0 0,1 0 0 0 0,-1-1 0 0 0,0 1 0 0 0,0 0 0 0 0,0-1 0 0 0,0 1 0 0 0,0 0 0 0 0,0-1 0 0 0,0 1 0 0 0,0 0 0 0 0,-1 1 0 0 0,0 0-9 0 0,0 0 0 0 0,-1 0 0 0 0,1 0 0 0 0,-1-1 1 0 0,0 1-1 0 0,1-1 0 0 0,-1 1 0 0 0,0-1 0 0 0,-1 0 0 0 0,-2 4 1 0 0,-5 2-125 0 0,-1-1 1 0 0,1 0 0 0 0,-1-1 0 0 0,-15 7 0 0 0,-21 6-1987 0 0,0-1 0 0 0,-2-3 0 0 0,-80 14 0 0 0,62-16-3081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5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0 3860 0 0,'0'0'1406'0'0,"-1"3"-300"0"0,-3 3-736 0 0,0 0 1 0 0,0-1-1 0 0,-1 1 1 0 0,1-1-1 0 0,-1 0 1 0 0,0-1-1 0 0,-1 1 0 0 0,1-1 1 0 0,-1 0-1 0 0,0-1 1 0 0,0 1-1 0 0,-9 3 1 0 0,-15 8 680 0 0,-42 13 0 0 0,68-27-838 0 0,0-1 1 0 0,-1 1-121 0 0,1-2 0 0 0,-1 1 0 0 0,1 0 0 0 0,0-1 0 0 0,-1 0 0 0 0,1 0 0 0 0,-8-2 0 0 0,8 1 17 0 0,4-3-47 0 0,-1 2-24 0 0,1 2-34 0 0,0 0 1 0 0,-1 0-1 0 0,1 0 0 0 0,0 0 1 0 0,-1 0-1 0 0,1 0 0 0 0,0 0 0 0 0,0 0 1 0 0,0-1-1 0 0,0 1 0 0 0,0 0 1 0 0,0 0-1 0 0,0 0 0 0 0,1 0 0 0 0,-1 0 1 0 0,1-1-1 0 0,0-2-2 0 0,1 1 0 0 0,1-1 0 0 0,-1 0 0 0 0,0 1 1 0 0,1 0-1 0 0,0 0 0 0 0,0 0 0 0 0,0 0 0 0 0,6-5 0 0 0,-4 4 8 0 0,-1 0 0 0 0,1 1 0 0 0,0-1 1 0 0,0 1-1 0 0,0 0 0 0 0,0 1 0 0 0,1-1 0 0 0,-1 1 0 0 0,1 0 0 0 0,-1 1 1 0 0,1-1-1 0 0,0 1 0 0 0,-1 0 0 0 0,1 0 0 0 0,0 1 0 0 0,0 0 0 0 0,0 0 0 0 0,0 0 1 0 0,11 3-1 0 0,23 10 172 0 0,-31-6-191 0 0,-3-1 13 0 0,0-2-2 0 0,-1-1 0 0 0,-1 1-1 0 0,1 1 1 0 0,-1-1 0 0 0,1 1 0 0 0,-1-1-1 0 0,0 1 1 0 0,-1 1 0 0 0,0-1-1 0 0,1 0 1 0 0,-1 1 0 0 0,-1 0-1 0 0,1-1 1 0 0,2 11 0 0 0,-4-8 0 0 0,1 1-1 0 0,-1-1 1 0 0,-1 1 0 0 0,1-1 0 0 0,-2 1 0 0 0,1-1 0 0 0,-1 1-1 0 0,0-1 1 0 0,-4 14 0 0 0,0-6 21 0 0,-1 0 0 0 0,0 0 1 0 0,-1-1-1 0 0,-1 0 0 0 0,0-1 0 0 0,-1 0 0 0 0,0 0 1 0 0,-1 0-1 0 0,-1-2 0 0 0,-12 13 0 0 0,14-16 10 0 0,2-5-28 0 0,-25 10 37 0 0,31-13-45 0 0,-1 0-1 0 0,1 0 0 0 0,-1-1 0 0 0,1 1 0 0 0,-1-1 0 0 0,1 1 1 0 0,-1-1-1 0 0,1 0 0 0 0,-1 1 0 0 0,1-1 0 0 0,-1 0 1 0 0,-2 0-1 0 0,-1 0-13 0 0,0 0-57 0 0,1-1-26 0 0,1-1 69 0 0,0 0 0 0 0,0-1 0 0 0,0 1 0 0 0,0 0 0 0 0,0-1 0 0 0,0 0 0 0 0,1 0 0 0 0,0 1 0 0 0,-1-2 0 0 0,1 1 0 0 0,0 0 0 0 0,0 0 0 0 0,1-1 0 0 0,-1 1 0 0 0,1 0 0 0 0,-1-1 0 0 0,1 0 0 0 0,0 1 0 0 0,0-1 0 0 0,1 0 0 0 0,-1 0 0 0 0,1 1 0 0 0,0-1 0 0 0,0 0 0 0 0,0 0 0 0 0,1 1 0 0 0,-1-1 0 0 0,1 0 0 0 0,0 0 0 0 0,0 1 0 0 0,0-1 0 0 0,3-6 0 0 0,-3 8 32 0 0,0 0 1 0 0,1 0 0 0 0,-1 0-1 0 0,0 0 1 0 0,1 0 0 0 0,-1 0-1 0 0,1 1 1 0 0,0-1 0 0 0,-1 0-1 0 0,1 1 1 0 0,0 0 0 0 0,0-1-1 0 0,0 1 1 0 0,0 0 0 0 0,0 0-1 0 0,0 0 1 0 0,0 0 0 0 0,1 0-1 0 0,-1 1 1 0 0,3-1 0 0 0,35-2 46 0 0,-38 4-53 0 0,9 0-19 0 0,-1 1 1 0 0,1 1-1 0 0,0 0 1 0 0,-1 1-1 0 0,0 0 1 0 0,0 0-1 0 0,0 1 1 0 0,-1 1-1 0 0,1-1 1 0 0,-1 1-1 0 0,0 1 1 0 0,10 10-1 0 0,15 8-995 0 0,-31-23 446 0 0,13 5-649 0 0,-13-5 974 0 0,1 0-767 0 0,1-3-1954 0 0,14-4 339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5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4768 0 0,'0'0'3625'0'0,"-2"3"-2730"0"0,-8 6-103 0 0,8-7-137 0 0,2 2-128 0 0,0 5-369 0 0,0-1 0 0 0,1 0 0 0 0,0 1 1 0 0,0-1-1 0 0,1 0 0 0 0,0 1 0 0 0,1-1 1 0 0,-1 0-1 0 0,2-1 0 0 0,-1 1 0 0 0,1 0 1 0 0,0-1-1 0 0,1 0 0 0 0,-1 0 0 0 0,2 0 1 0 0,-1-1-1 0 0,1 0 0 0 0,0 0 0 0 0,0 0 1 0 0,0 0-1 0 0,1-1 0 0 0,0 0 0 0 0,0-1 1 0 0,0 0-1 0 0,10 5 0 0 0,-14-8-108 0 0,2-1-29 0 0,14 0-4 0 0,-14 0-5 0 0,17-4-85 0 0,-6-1-145 0 0,-27 13 231 0 0,0 0 1 0 0,1 0 0 0 0,1 0-1 0 0,-1 2 1 0 0,2-1 0 0 0,-1 1-1 0 0,1 0 1 0 0,0 1 0 0 0,-10 20 0 0 0,9-13-100 0 0,0-1 0 0 0,2 1 1 0 0,0 1-1 0 0,1-1 1 0 0,-6 34-1 0 0,12-47-132 0 0,0-1 0 0 0,0 1 0 0 0,0-1-1 0 0,0 0 1 0 0,1 1 0 0 0,-1-1 0 0 0,1 1 0 0 0,0-1 0 0 0,1 0 0 0 0,-1 0-1 0 0,1 0 1 0 0,2 4 0 0 0,-3-4-25 0 0,0-2 79 0 0,-1-1 0 0 0,1 1 0 0 0,0-1 1 0 0,-1 0-1 0 0,1 1 0 0 0,0-1 0 0 0,0 0 0 0 0,0 1 0 0 0,0-1 0 0 0,0 0 0 0 0,0 0 0 0 0,1 0 1 0 0,-1 0-1 0 0,0 0 0 0 0,0 0 0 0 0,3 1 0 0 0,0 1-447 0 0,5 3-2433 0 0,17 6-2204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6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25 4368 0 0,'0'0'2305'0'0,"-1"-4"-465"0"0,-4-16 4347 0 0,5 23-6092 0 0,1 0 1 0 0,0 0-1 0 0,0 1 0 0 0,0-1 1 0 0,0 0-1 0 0,0 0 1 0 0,0 0-1 0 0,3 3 0 0 0,5 15 217 0 0,48 189 1091 0 0,1 1-4123 0 0,-49-188 1004 0 0,-8-19 559 0 0,11 5-5229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6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80 122 4684 0 0,'-80'8'8686'0'0,"83"-12"-8433"0"0,3-2-198 0 0,0 0 0 0 0,0 0 0 0 0,0 1 0 0 0,1 0 1 0 0,-1 0-1 0 0,1 0 0 0 0,0 1 0 0 0,1 0 0 0 0,-1 1 0 0 0,10-4 0 0 0,93-28-542 0 0,-82 27 6 0 0,-7 1-161 0 0,40-9-648 0 0,-14 13-4649 0 0,-16 4 589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7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30 213 3832 0 0,'-2'4'710'0'0,"-17"27"2474"0"0,18-29-2928 0 0,0 0 1 0 0,0 0-1 0 0,0 0 0 0 0,0 0 1 0 0,0 0-1 0 0,1 1 0 0 0,-1-1 1 0 0,1 0-1 0 0,-1 0 0 0 0,1 1 1 0 0,0-1-1 0 0,0 5 0 0 0,1-5-199 0 0,-1 0-1 0 0,1-1 1 0 0,0 1-1 0 0,0 0 1 0 0,0 0-1 0 0,0-1 1 0 0,1 1-1 0 0,-1 0 1 0 0,0-1-1 0 0,1 0 1 0 0,-1 1-1 0 0,1-1 0 0 0,-1 0 1 0 0,1 1-1 0 0,0-1 1 0 0,-1 0-1 0 0,1 0 1 0 0,0 0-1 0 0,0-1 1 0 0,0 1-1 0 0,0 0 1 0 0,0-1-1 0 0,0 1 1 0 0,0-1-1 0 0,3 1 1 0 0,5-1 19 0 0,-1 0 0 0 0,1 0 0 0 0,-1 0 0 0 0,11-3 1 0 0,-18 3-78 0 0,39-8-196 0 0,1-1 1 0 0,-1-2 0 0 0,0-1 0 0 0,-1-3 0 0 0,40-20 0 0 0,-16 2-1519 0 0,-2-2 0 0 0,65-50 1 0 0,-113 74 497 0 0,0 0 0 0 0,16-19 0 0 0,-17 15-1678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40 317 3388 0 0,'0'0'1100'0'0,"0"4"5"0"0,5 41 9125 0 0,-4-49-10116 0 0,3-17-80 0 0,-1 0 0 0 0,0 1 1 0 0,-2-1-1 0 0,0 0 0 0 0,-3-25 1 0 0,-4-7 47 0 0,-23-90 0 0 0,28 140-20 0 0,-2-2 28 0 0,3 5-75 0 0,0 0-1 0 0,0-1 0 0 0,0 1 1 0 0,0 0-1 0 0,0 0 0 0 0,0-1 0 0 0,0 1 1 0 0,0 0-1 0 0,0-1 0 0 0,0 1 1 0 0,0 0-1 0 0,0 0 0 0 0,0-1 1 0 0,0 1-1 0 0,-1 0 0 0 0,1 0 1 0 0,0-1-1 0 0,0 1 0 0 0,0 0 0 0 0,-1 0 1 0 0,1-1-1 0 0,0 1 0 0 0,0 0 1 0 0,0 0-1 0 0,-1 0 0 0 0,1 0 1 0 0,0-1-1 0 0,0 1 0 0 0,-1 0 0 0 0,1 0 1 0 0,0 0-1 0 0,-1 0 0 0 0,1 0 1 0 0,0 0-1 0 0,0 0 0 0 0,-1 0 1 0 0,0 0-1 0 0,-3 26 349 0 0,1-1 1 0 0,1 1-1 0 0,2 1 0 0 0,3 36 0 0 0,21 109 219 0 0,-16-130-779 0 0,26 76 0 0 0,-33-116-5 0 0,0 1 0 0 0,0-1 0 0 0,1 0 0 0 0,-1 1 0 0 0,0-1-1 0 0,1 0 1 0 0,-1 0 0 0 0,1 0 0 0 0,0 0 0 0 0,0 0 0 0 0,0 0 0 0 0,0 0 0 0 0,0-1 0 0 0,0 1-1 0 0,3 1 1 0 0,-4-3 152 0 0,2 2-1149 0 0,0-3-199 0 0,1 0 501 0 0,-1-1 1 0 0,0 1-1 0 0,0-1 0 0 0,0 0 1 0 0,0 0-1 0 0,0 0 0 0 0,3-4 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7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1 140 4692 0 0,'0'0'5701'0'0,"17"-14"-5101"0"0,24 0-532 0 0,-15 6-136 0 0,7-4-164 0 0,2 0-208 0 0,0-2-380 0 0,2-2-612 0 0,0 1 156 0 0,0-2-921 0 0,1 0-2359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8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3780 0 0,'0'0'7605'0'0,"-2"5"-7287"0"0,0 7-135 0 0,0 0-1 0 0,1 1 1 0 0,0-1-1 0 0,1 1 1 0 0,0 0-1 0 0,1-1 1 0 0,3 17-1 0 0,0 8 12 0 0,3 15 140 0 0,-6-49-321 0 0,1 10 113 0 0,1 1-1 0 0,8 24 1 0 0,-10-35 12 0 0,1 0 24 0 0,-1-3-139 0 0,-1 1 1 0 0,1 0-1 0 0,0 0 1 0 0,0 0-1 0 0,0 0 0 0 0,0-1 1 0 0,0 1-1 0 0,0 0 1 0 0,1-1-1 0 0,-1 1 1 0 0,0-1-1 0 0,0 1 1 0 0,0-1-1 0 0,1 0 1 0 0,-1 1-1 0 0,0-1 1 0 0,0 0-1 0 0,0 0 0 0 0,1 0 1 0 0,-1 0-1 0 0,0 0 1 0 0,1 0-1 0 0,-1 0 1 0 0,0 0-1 0 0,2-1 1 0 0,2 0 17 0 0,-2-2-16 0 0,7-8 29 0 0,0 0 1 0 0,-1-1-1 0 0,13-21 1 0 0,9-23-200 0 0,-29 52 106 0 0,2 6-63 0 0,-3-2 100 0 0,0 1-1 0 0,1 0 1 0 0,-1 0-1 0 0,1 0 0 0 0,-1 0 1 0 0,0 0-1 0 0,0 0 1 0 0,0 0-1 0 0,0 0 0 0 0,0 1 1 0 0,0-1-1 0 0,0 0 1 0 0,0 1-1 0 0,0-1 0 0 0,1 3 1 0 0,10 34-23 0 0,-12-37 22 0 0,2 9-14 0 0,1-1 1 0 0,0 1-1 0 0,0-1 1 0 0,1 0-1 0 0,0 0 1 0 0,7 11-1 0 0,-9-18-62 0 0,3-2-319 0 0,0 1 368 0 0,-4 0 20 0 0,0-1 0 0 0,0 0 0 0 0,0 0 0 0 0,0 0 0 0 0,0 1 0 0 0,0-1 0 0 0,0 0 0 0 0,0 0 0 0 0,0-1 0 0 0,0 1-1 0 0,0 0 1 0 0,0 0 0 0 0,0 0 0 0 0,0-1 0 0 0,1 1 0 0 0,4-3-32 0 0,-1 0 1 0 0,1 0-1 0 0,-1-1 0 0 0,0 0 1 0 0,8-8-1 0 0,-4 4 78 0 0,-1 0 0 0 0,0-1-1 0 0,0-1 1 0 0,-1 1 0 0 0,0-1 0 0 0,7-13 0 0 0,-11 17-13 0 0,-1 0 1 0 0,1 0-1 0 0,-1 0 1 0 0,0-1 0 0 0,0 1-1 0 0,-1 0 1 0 0,0-1-1 0 0,0 1 1 0 0,0-1 0 0 0,-1 0-1 0 0,0 1 1 0 0,0-1-1 0 0,-1 1 1 0 0,-1-8 0 0 0,-7-23-14 0 0,5 31-21 0 0,0 1-8 0 0,2 3-67 0 0,1 0-1 0 0,-1 0 0 0 0,0 0 1 0 0,0 0-1 0 0,0 0 1 0 0,0 0-1 0 0,0 0 0 0 0,0 0 1 0 0,0 1-1 0 0,-1-1 0 0 0,1 1 1 0 0,-1 0-1 0 0,1 0 1 0 0,-4-2-1 0 0,2 2-97 0 0,0-1-473 0 0,-1 2 27 0 0,-1 1-1 0 0,1 0 1 0 0,0-1-1 0 0,0 2 1 0 0,-1-1-1 0 0,1 1 1 0 0,0 0-1 0 0,0 0 1 0 0,1 0-1 0 0,-1 0 1 0 0,0 1 0 0 0,-7 6-1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8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64 3616 0 0,'9'-18'7468'0'0,"-9"15"-6852"0"0,-1-11 335 0 0,-9 23 516 0 0,8-6-1405 0 0,-2 19 43 0 0,4-18-69 0 0,-1 1-4 0 0,0 8-70 0 0,0 1 0 0 0,0-1 1 0 0,1 1-1 0 0,1-1 0 0 0,1 0 0 0 0,3 18 0 0 0,-4-27-45 0 0,0-3 59 0 0,1 1 0 0 0,-1 0 0 0 0,0-1-1 0 0,0 1 1 0 0,1-1 0 0 0,-1 0 0 0 0,1 1-1 0 0,-1-1 1 0 0,1 0 0 0 0,0 0 0 0 0,-1 0 0 0 0,1 0-1 0 0,0 0 1 0 0,0-1 0 0 0,-1 1 0 0 0,1 0-1 0 0,4 0 1 0 0,-3 0-21 0 0,18-6 2 0 0,-16 4 127 0 0,1-1 1 0 0,-1 0 0 0 0,0 0 0 0 0,0 0-1 0 0,0-1 1 0 0,0 0 0 0 0,0 0 0 0 0,-1 0 0 0 0,1 0-1 0 0,-1-1 1 0 0,0 0 0 0 0,0 0 0 0 0,0 0-1 0 0,0 0 1 0 0,-1-1 0 0 0,1 1 0 0 0,-1-1 0 0 0,-1 0-1 0 0,1 0 1 0 0,-1 0 0 0 0,1 0 0 0 0,-2 0-1 0 0,1-1 1 0 0,0 1 0 0 0,-1-1 0 0 0,0 1 0 0 0,0-1-1 0 0,-1 1 1 0 0,0-1 0 0 0,0 1 0 0 0,0-1-1 0 0,-2-10 1 0 0,2 13-60 0 0,-1 1 0 0 0,1-1-1 0 0,-1 1 1 0 0,1-1 0 0 0,-1 1-1 0 0,0-1 1 0 0,0 1 0 0 0,0 0 0 0 0,0 0-1 0 0,-1-1 1 0 0,1 1 0 0 0,0 0-1 0 0,-1 0 1 0 0,0 0 0 0 0,1 0 0 0 0,-1 1-1 0 0,0-1 1 0 0,0 0 0 0 0,0 1-1 0 0,0-1 1 0 0,0 1 0 0 0,-1 0 0 0 0,1 0-1 0 0,0 0 1 0 0,-1 0 0 0 0,1 0-1 0 0,0 0 1 0 0,-1 1 0 0 0,1-1 0 0 0,-1 1-1 0 0,-3-1 1 0 0,-3 1-144 0 0,0-1 0 0 0,0 2 0 0 0,0-1 0 0 0,0 1 1 0 0,0 1-1 0 0,-14 3 0 0 0,17-3-271 0 0,0 0 1 0 0,0 0-1 0 0,0 0 0 0 0,0 1 1 0 0,0 0-1 0 0,1 0 0 0 0,-1 0 1 0 0,1 1-1 0 0,0 0 0 0 0,0 0 1 0 0,-4 5-1 0 0,6-7-1141 0 0,-5 11-3285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9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 3492 0 0,'3'-2'1667'0'0,"7"-1"-428"0"0,0 1 1 0 0,0 0-1 0 0,0 0 0 0 0,16 0 0 0 0,-21 2-1035 0 0,0 0 0 0 0,0 0 1 0 0,-1 1-1 0 0,1-1 0 0 0,0 1 0 0 0,-1 0 0 0 0,1 1 0 0 0,0-1 0 0 0,-1 1 1 0 0,0 0-1 0 0,1 0 0 0 0,-1 0 0 0 0,0 1 0 0 0,7 5 0 0 0,-4-2-37 0 0,0 1-1 0 0,0 0 0 0 0,0 0 0 0 0,-1 1 1 0 0,5 8-1 0 0,-7-8-66 0 0,-1 1 1 0 0,0-1-1 0 0,-1 1 1 0 0,3 14-1 0 0,-5-19 207 0 0,0 0-138 0 0,-1 14 36 0 0,1-13 331 0 0,-2-3-349 0 0,2-1-165 0 0,0 0-1 0 0,-1-1 1 0 0,1 1 0 0 0,0-1 0 0 0,-1 1 0 0 0,1-1-1 0 0,0 1 1 0 0,-1-1 0 0 0,1 1 0 0 0,-1-1-1 0 0,1 0 1 0 0,0 1 0 0 0,-1-1 0 0 0,1 1-1 0 0,-1-1 1 0 0,0 0 0 0 0,1 1 0 0 0,-1-1 0 0 0,1 0-1 0 0,-1 0 1 0 0,1 0 0 0 0,-1 1 0 0 0,1-1-1 0 0,-1 0 1 0 0,0 0 0 0 0,1 0 0 0 0,-1 0-1 0 0,0 0 1 0 0,1 0 0 0 0,-1 0 0 0 0,1 0 0 0 0,-1 0-1 0 0,0 0 1 0 0,1-1 0 0 0,-1 1 0 0 0,1 0-1 0 0,-1 0 1 0 0,1 0 0 0 0,-1-1 0 0 0,1 1-1 0 0,-1 0 1 0 0,0-1 0 0 0,1 1 0 0 0,0 0 0 0 0,-1-1-1 0 0,1 1 1 0 0,-1-1 0 0 0,1 1 0 0 0,-1-1-1 0 0,1 1 1 0 0,0-1 0 0 0,-1 1 0 0 0,1-1-1 0 0,0 1 1 0 0,0-1 0 0 0,-1 1 0 0 0,1-1 0 0 0,0 0-1 0 0,0 0 1 0 0,-3-9-66 0 0,1 0-1 0 0,0 0 1 0 0,0-1 0 0 0,1 1-1 0 0,1 0 1 0 0,0 0 0 0 0,0-1-1 0 0,1 1 1 0 0,0 0 0 0 0,1 0-1 0 0,0 0 1 0 0,1 0 0 0 0,3-11-1 0 0,-2 11-387 0 0,0 0 0 0 0,1 0 0 0 0,0 1-1 0 0,1-1 1 0 0,0 1 0 0 0,0 1 0 0 0,12-14 0 0 0,16-3-3807 0 0,-26 20 2820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9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 4372 0 0,'0'0'4361'0'0,"-1"-3"-2774"0"0,1-12-119 0 0,4 22 1108 0 0,7 32 1015 0 0,-8-29-4366 0 0,33 118 1482 0 0,42 126-1983 0 0,-69-237 196 0 0,2 9-2045 0 0,4-16 443 0 0,-9-8-1371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49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12 4456 0 0,'-2'-2'1345'0'0,"0"1"-1139"0"0,1 0 0 0 0,-1 0-1 0 0,0 0 1 0 0,0 0 0 0 0,1 0 0 0 0,-1 1-1 0 0,0-1 1 0 0,0 0 0 0 0,0 1 0 0 0,0-1-1 0 0,0 1 1 0 0,0 0 0 0 0,0 0 0 0 0,0 0-1 0 0,0 0 1 0 0,0 0 0 0 0,0 0 0 0 0,-4 1-1 0 0,1 1-34 0 0,1-1-1 0 0,-1 1 0 0 0,1 0 0 0 0,0 0 1 0 0,-1 1-1 0 0,1-1 0 0 0,-6 6 0 0 0,-2 2 144 0 0,1 1-1 0 0,0 1 0 0 0,-18 23 1 0 0,26-31-164 0 0,1 0-1 0 0,0 0 1 0 0,0 0 0 0 0,0 0 0 0 0,1 0 0 0 0,-1 1-1 0 0,-1 7 1 0 0,2-4 47 0 0,0-5 89 0 0,1 2-15 0 0,1-3-235 0 0,-1 0 0 0 0,1 1 1 0 0,-1-1-1 0 0,1 1 0 0 0,0-1 1 0 0,0 0-1 0 0,0 0 0 0 0,0 1 0 0 0,0-1 1 0 0,0 0-1 0 0,1 0 0 0 0,-1 0 0 0 0,1 0 1 0 0,0 0-1 0 0,-1-1 0 0 0,1 1 0 0 0,0 0 1 0 0,0-1-1 0 0,0 1 0 0 0,0-1 0 0 0,0 0 1 0 0,0 0-1 0 0,1 0 0 0 0,-1 0 0 0 0,4 1 1 0 0,5 0-287 0 0,0 0 1 0 0,0 0 0 0 0,1-2 0 0 0,-1 1-1 0 0,0-2 1 0 0,0 1 0 0 0,1-2 0 0 0,-1 1-1 0 0,12-4 1 0 0,16-6-3591 0 0,45-20 0 0 0,-78 29 3185 0 0,16-6-3698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50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49 4232 0 0,'8'-18'4793'0'0,"-9"14"-4062"0"0,-3-18 827 0 0,-17 18-464 0 0,16 6-777 0 0,0 1-181 0 0,-1 0 0 0 0,1 0 0 0 0,0 1 1 0 0,0-1-1 0 0,0 1 0 0 0,0 0 0 0 0,1 1 0 0 0,-1-1 0 0 0,1 1 0 0 0,0 0 0 0 0,1 0 0 0 0,-1 0 0 0 0,1 0 1 0 0,0 1-1 0 0,-4 9 0 0 0,6-12 46 0 0,1 2-3 0 0,0-1-149 0 0,0-1 1 0 0,1 1-1 0 0,-1-1 0 0 0,1 1 0 0 0,-1 0 1 0 0,1-1-1 0 0,1 1 0 0 0,-1-1 0 0 0,0 0 1 0 0,1 1-1 0 0,-1-1 0 0 0,1 0 0 0 0,0 0 1 0 0,0 0-1 0 0,1 0 0 0 0,-1 0 0 0 0,0-1 1 0 0,5 5-1 0 0,81 53 192 0 0,-61-43-254 0 0,-24-15 33 0 0,-2-1-2 0 0,0 0-1 0 0,0-1 1 0 0,0 1-1 0 0,0-1 1 0 0,0 1-1 0 0,-1 0 1 0 0,1 0-1 0 0,0 0 1 0 0,-1-1 0 0 0,1 1-1 0 0,0 0 1 0 0,-1 0-1 0 0,1 0 1 0 0,-1 0-1 0 0,1 0 1 0 0,-1 0-1 0 0,1 1 1 0 0,-1-1-4 0 0,0 0 0 0 0,1-1-1 0 0,-1 1 1 0 0,0 0 0 0 0,0-1 0 0 0,1 1 0 0 0,-1 0 0 0 0,0 0 0 0 0,0-1 0 0 0,0 1 0 0 0,0 0-1 0 0,0 0 1 0 0,0-1 0 0 0,0 1 0 0 0,0 0 0 0 0,0 0 0 0 0,-1-1 0 0 0,1 1 0 0 0,0 0 0 0 0,0-1-1 0 0,-1 1 1 0 0,1 0 0 0 0,0-1 0 0 0,-1 1 0 0 0,1 0 0 0 0,-1-1 0 0 0,1 1 0 0 0,-1-1-1 0 0,1 1 1 0 0,-1 0 0 0 0,0 0 0 0 0,-9 4-252 0 0,0 0 0 0 0,0-1 1 0 0,-1 0-1 0 0,1-1 0 0 0,-1 0 0 0 0,-11 2 0 0 0,10-3-1282 0 0,0-1 0 0 0,1-1-1 0 0,-1 0 1 0 0,-14-2 0 0 0,-14-2-4767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51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22 3256 0 0,'-1'-4'1501'0'0,"-1"-10"-198"0"0,1 10-224 0 0,-3 5-183 0 0,-8 3-557 0 0,1-1 0 0 0,0 2 0 0 0,0-1 0 0 0,1 2 0 0 0,-1-1 0 0 0,1 1 0 0 0,0 1 0 0 0,1 0-1 0 0,0 0 1 0 0,0 1 0 0 0,0 0 0 0 0,1 1 0 0 0,0 0 0 0 0,1 0 0 0 0,0 1 0 0 0,-7 10 0 0 0,13-17-311 0 0,0 0 1 0 0,0 0-1 0 0,1 0 1 0 0,-1 0 0 0 0,1 0-1 0 0,-1 0 1 0 0,1 0-1 0 0,0 0 1 0 0,0 0-1 0 0,0 0 1 0 0,1 0 0 0 0,0 5-1 0 0,0-4 15 0 0,0 0-26 0 0,0-1 1 0 0,0 1-1 0 0,0-1 1 0 0,1 0-1 0 0,-1 1 1 0 0,1-1 0 0 0,0 0-1 0 0,0 0 1 0 0,0 0-1 0 0,0 0 1 0 0,1-1-1 0 0,4 5 1 0 0,33 24 100 0 0,8-5-57 0 0,7 1-46 0 0,-35-17-17 0 0,1 3-1 0 0,-18-11 87 0 0,-3 1-59 0 0,0-2-22 0 0,1 0-1 0 0,-1 0 0 0 0,0 0 1 0 0,0 0-1 0 0,0 0 0 0 0,0 0 1 0 0,0 0-1 0 0,0 0 0 0 0,-1 0 1 0 0,1 0-1 0 0,0 0 0 0 0,0-1 1 0 0,-1 1-1 0 0,1 0 0 0 0,0 0 1 0 0,-1 0-1 0 0,1 0 1 0 0,-1-1-1 0 0,1 1 0 0 0,-1 0 1 0 0,0 0-1 0 0,-1 1 0 0 0,-8 5-2 0 0,-1-1-1 0 0,1 0 1 0 0,-2 0 0 0 0,1-1-1 0 0,-1 0 1 0 0,1-1-1 0 0,-1 0 1 0 0,0-1-1 0 0,-1-1 1 0 0,-13 2-1 0 0,3 0-68 0 0,12-2-337 0 0,0 0 1 0 0,-1 0-1 0 0,1-1 1 0 0,0-1-1 0 0,-1 0 1 0 0,1 0 0 0 0,-20-4-1 0 0,30 4 263 0 0,0 0 0 0 0,0-1 1 0 0,0 1-1 0 0,0-1 0 0 0,-1 1 0 0 0,1-1 0 0 0,0 1 1 0 0,0-1-1 0 0,0 0 0 0 0,0 0 0 0 0,0 1 1 0 0,0-1-1 0 0,0 0 0 0 0,1 0 0 0 0,-2-1 0 0 0,-1-6-3671 0 0,2-12-1520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51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44 4296 0 0,'0'-4'1971'0'0,"1"-14"-275"0"0,-1 14 1053 0 0,0 3-2636 0 0,1 0 0 0 0,-1 1-1 0 0,0-1 1 0 0,0 0-1 0 0,0 0 1 0 0,0 0 0 0 0,0 1-1 0 0,0-1 1 0 0,0 0 0 0 0,0 0-1 0 0,0 0 1 0 0,-1 0-1 0 0,1 1 1 0 0,0-1 0 0 0,0 0-1 0 0,-1 0 1 0 0,1 1 0 0 0,-1-1-1 0 0,1 0 1 0 0,-1-1-1 0 0,-7 15 2622 0 0,-4 29-1080 0 0,10-4-1315 0 0,1-1 0 0 0,2 1 1 0 0,8 46-1 0 0,25 105-2250 0 0,-30-167 1119 0 0,-3-16 359 0 0,1 0 0 0 0,-1-1 0 0 0,1 0-1 0 0,0 1 1 0 0,0-1 0 0 0,5 8 0 0 0,-5-10-288 0 0,1-2-12 0 0,-2 0 612 0 0,1 0-1 0 0,-1-1 1 0 0,1 1 0 0 0,-1 0-1 0 0,1-1 1 0 0,0 0-1 0 0,-1 1 1 0 0,1-1 0 0 0,0 0-1 0 0,-1 0 1 0 0,1 0-1 0 0,0 0 1 0 0,-1 0 0 0 0,1 0-1 0 0,-1 0 1 0 0,1-1 0 0 0,0 1-1 0 0,-1 0 1 0 0,1-1-1 0 0,-1 0 1 0 0,1 1 0 0 0,2-3-1 0 0,0 1-15 0 0,0-1 0 0 0,0 0 0 0 0,0-1-1 0 0,-1 1 1 0 0,0-1 0 0 0,1 1 0 0 0,4-9 0 0 0,3-6 293 0 0,-2 0 1 0 0,15-33-1 0 0,-22 46-62 0 0,6-20 728 0 0,-7 22-365 0 0,0-2-27 0 0,5-11 9 0 0,-4 12 438 0 0,-1 1-626 0 0,-1 3-221 0 0,0 0 0 0 0,0 1-1 0 0,0-1 1 0 0,0 0 0 0 0,0 0 0 0 0,1 0-1 0 0,-1 0 1 0 0,0 1 0 0 0,0-1 0 0 0,0 0-1 0 0,0 0 1 0 0,0 0 0 0 0,0 0 0 0 0,1 0-1 0 0,-1 0 1 0 0,0 0 0 0 0,0 1 0 0 0,0-1-1 0 0,0 0 1 0 0,1 0 0 0 0,-1 0 0 0 0,0 0-1 0 0,0 0 1 0 0,0 0 0 0 0,1 0-1 0 0,-1 0 1 0 0,0 0 0 0 0,0 0 0 0 0,0 0-1 0 0,0 0 1 0 0,1 0 0 0 0,-1 0 0 0 0,0 0-1 0 0,0 0 1 0 0,0 0 0 0 0,1 0 0 0 0,-1 0-1 0 0,0 0 1 0 0,0 0 0 0 0,0-1 0 0 0,0 1-1 0 0,1 0 1 0 0,-1 0 0 0 0,0 0 0 0 0,0 0-1 0 0,0 0 1 0 0,0 0 0 0 0,0 0 0 0 0,0-1-1 0 0,1 1 1 0 0,-1 0 0 0 0,0 0 0 0 0,0 0-1 0 0,0 0 1 0 0,0-1 0 0 0,0 1 0 0 0,0 0-1 0 0,0 0 1 0 0,0 0 0 0 0,0-1 0 0 0,0 1-1 0 0,0 0 1 0 0,0 0 0 0 0,0 0 0 0 0,0-1-1 0 0,5 28 851 0 0,-3 36-276 0 0,2-12-343 0 0,-3-49-270 0 0,-1 1 0 0 0,1-1 0 0 0,-1 0 0 0 0,1 1 0 0 0,0-1 0 0 0,0 0 0 0 0,0 1 0 0 0,0-1 0 0 0,1 0 0 0 0,-1 0 0 0 0,1 0 0 0 0,-1 0 0 0 0,1 0 0 0 0,0 0 0 0 0,-1 0 0 0 0,1-1-1 0 0,0 1 1 0 0,4 1 0 0 0,-1-1-21 0 0,0 0-1 0 0,0-1 1 0 0,1 0-1 0 0,-1 0 1 0 0,1-1-1 0 0,-1 1 1 0 0,1-1-1 0 0,-1-1 1 0 0,1 1-1 0 0,-1-1 1 0 0,0 1-1 0 0,1-2 1 0 0,-1 1-1 0 0,0 0 1 0 0,1-1-1 0 0,-1 0 1 0 0,0-1-1 0 0,0 1 1 0 0,6-5-1 0 0,-6 4 78 0 0,0 0 0 0 0,0 0 0 0 0,0-1-1 0 0,0 0 1 0 0,0 0 0 0 0,-1 0 0 0 0,0-1-1 0 0,0 1 1 0 0,0-1 0 0 0,-1 0 0 0 0,1 0 0 0 0,-1 0-1 0 0,0-1 1 0 0,-1 1 0 0 0,1-1 0 0 0,-1 1 0 0 0,0-1-1 0 0,2-8 1 0 0,-3 4 65 0 0,-1 1 0 0 0,0 0 0 0 0,0 0-1 0 0,0 0 1 0 0,-1-1 0 0 0,-1 1 0 0 0,1 0 0 0 0,-2 0 0 0 0,1 0-1 0 0,-5-10 1 0 0,6 17-111 0 0,0 1 1 0 0,0-1-1 0 0,0 1 0 0 0,-1-1 0 0 0,1 1 0 0 0,0-1 1 0 0,0 1-1 0 0,-1 0 0 0 0,1 0 0 0 0,-1 0 0 0 0,1 0 1 0 0,-1 0-1 0 0,0 0 0 0 0,1 0 0 0 0,-1 0 0 0 0,0 1 1 0 0,0-1-1 0 0,1 0 0 0 0,-1 1 0 0 0,0 0 0 0 0,0-1 1 0 0,0 1-1 0 0,0 0 0 0 0,0 0 0 0 0,1 0 0 0 0,-1 0 1 0 0,0 0-1 0 0,0 1 0 0 0,0-1 0 0 0,-3 1 0 0 0,-2 1-163 0 0,0 1-1 0 0,0 0 0 0 0,0 0 0 0 0,-12 7 0 0 0,18-9 149 0 0,-10 6-421 0 0,1 0 0 0 0,0 0 0 0 0,1 2 1 0 0,0-1-1 0 0,0 1 0 0 0,-12 16 0 0 0,-15 29-6475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3:52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4108 0 0,'22'-26'7120'0'0,"-15"17"-2233"0"0,-9 11-4697 0 0,-1 1-151 0 0,0 1-1 0 0,1-1 1 0 0,-1 1 0 0 0,1 0 0 0 0,0-1 0 0 0,0 1-1 0 0,0 0 1 0 0,1 1 0 0 0,0-1 0 0 0,-1 0 0 0 0,1 0 0 0 0,1 0-1 0 0,-1 1 1 0 0,0 7 0 0 0,1-1-62 0 0,0 0 1 0 0,0 1-1 0 0,1-1 0 0 0,0 0 1 0 0,4 16-1 0 0,10 10-384 0 0,-13-33 320 0 0,6 2-70 0 0,-8-6 153 0 0,1 1 1 0 0,-1-1 0 0 0,0 1 0 0 0,0-1 0 0 0,1 0 0 0 0,-1 1 0 0 0,0-1-1 0 0,1 0 1 0 0,-1 1 0 0 0,0-1 0 0 0,1 0 0 0 0,-1 1 0 0 0,0-1 0 0 0,1 0-1 0 0,-1 0 1 0 0,1 0 0 0 0,-1 1 0 0 0,1-1 0 0 0,-1 0 0 0 0,1 0 0 0 0,-1 0 0 0 0,0 0-1 0 0,1 0 1 0 0,-1 0 0 0 0,1 0 0 0 0,-1 0 0 0 0,1 0 0 0 0,-1 0 0 0 0,1 0-1 0 0,-1 0 1 0 0,1 0 0 0 0,-1 0 0 0 0,1-1 0 0 0,7-2-16 0 0,0-1 0 0 0,0-1 1 0 0,0 1-1 0 0,-1-1 0 0 0,0-1 0 0 0,0 0 0 0 0,0 1 1 0 0,-1-2-1 0 0,0 1 0 0 0,0-1 0 0 0,0 0 1 0 0,-1 0-1 0 0,6-11 0 0 0,12-15-36 0 0,-21 31 23 0 0,2-1-84 0 0,-4 2 113 0 0,1 1 0 0 0,-1 0 0 0 0,0-1 0 0 0,0 1-1 0 0,0 0 1 0 0,1-1 0 0 0,-1 1 0 0 0,0 0 0 0 0,0 0 0 0 0,1-1 0 0 0,-1 1 0 0 0,0 0 0 0 0,0 0 0 0 0,1 0 0 0 0,-1-1 0 0 0,0 1 0 0 0,1 0 0 0 0,-1 0 0 0 0,0 0 0 0 0,1 0 0 0 0,-1 0 0 0 0,0 0 0 0 0,1 0-1 0 0,-1-1 1 0 0,0 1 0 0 0,1 0 0 0 0,-1 0 0 0 0,0 0 0 0 0,1 0 0 0 0,-1 1 0 0 0,0-1 0 0 0,1 0 0 0 0,-1 0 0 0 0,1 0 0 0 0,-1 0 0 0 0,0 0 0 0 0,1 1 0 0 0,6 14-22 0 0,-5-11 4 0 0,-1 0-2 0 0,0 1 26 0 0,0 0 0 0 0,1 0 0 0 0,-1 0-1 0 0,1 0 1 0 0,1 0 0 0 0,-1 0 0 0 0,1-1 0 0 0,-1 1 0 0 0,1-1 0 0 0,0 0-1 0 0,1 0 1 0 0,-1 0 0 0 0,1 0 0 0 0,0-1 0 0 0,0 1 0 0 0,0-1-1 0 0,0 0 1 0 0,8 4 0 0 0,-9-5 88 0 0,3-2 17 0 0,0 1-36 0 0,1-1 0 0 0,0 0 0 0 0,-1 0 0 0 0,1-1 0 0 0,0 0-1 0 0,-1 0 1 0 0,1-1 0 0 0,-1 0 0 0 0,1 0 0 0 0,-1 0 0 0 0,10-6 0 0 0,-6 2 110 0 0,-1-1 0 0 0,-1 1-1 0 0,1-2 1 0 0,-1 1 0 0 0,0-1 0 0 0,-1 0-1 0 0,0-1 1 0 0,0 1 0 0 0,9-17 0 0 0,-15 21-292 0 0,0 0-1 0 0,0 0 1 0 0,0 0 0 0 0,0 0 0 0 0,-1 0 0 0 0,1-1 0 0 0,-1 1 0 0 0,0 0 0 0 0,-1 0 0 0 0,1 0 0 0 0,-1-1 0 0 0,1 1 0 0 0,-1 0-1 0 0,-1 0 1 0 0,1 0 0 0 0,0 0 0 0 0,-1 0 0 0 0,0 1 0 0 0,0-1 0 0 0,0 0 0 0 0,0 1 0 0 0,-1-1 0 0 0,0 1 0 0 0,-3-4-1 0 0,1 2-647 0 0,1 1-1 0 0,-1 1 0 0 0,0-1 1 0 0,0 1-1 0 0,0 0 0 0 0,-1 0 1 0 0,1 0-1 0 0,-1 1 0 0 0,1-1 1 0 0,-9-1-1 0 0,-14-2-6379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0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37 3836 0 0,'0'0'1626'0'0,"-2"-4"-239"0"0,-1-5-992 0 0,-2-14 8919 0 0,12 43-9196 0 0,19 61 90 0 0,-5-19-20 0 0,5 13-156 0 0,-25-72-19 0 0,1 1 8 0 0,11 31 457 0 0,-12-31-70 0 0,-2-7-394 0 0,-12-35 20 0 0,-17-75 0 0 0,14 45 429 0 0,15 65-361 0 0,-4-17 49 0 0,4 17-97 0 0,-3-13-18 0 0,27 207 87 0 0,-16-137-330 0 0,-7-50 209 0 0,1 0 52 0 0,0 5-66 0 0,2 14 305 0 0,1-21-160 0 0,3-12-144 0 0,-5 6 8 0 0,-4-53 116 0 0,-14-79 0 0 0,15 132-56 0 0,0-1 66 0 0,-3-12-104 0 0,3 13-36 0 0,0 0 33 0 0,-2-8-157 0 0,-1 25 110 0 0,3-9 37 0 0,1 2-32 0 0,0 52 40 0 0,-2 4-170 0 0,1-10-2269 0 0,0-15-5477 0 0,5-15-1105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0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27 3792 0 0,'-3'-7'-339'0'0,"2"6"871"0"0,0-1-1 0 0,0 1 0 0 0,-1-1 0 0 0,1 1 0 0 0,0-1 0 0 0,0 1 0 0 0,-1 0 1 0 0,1-1-1 0 0,-1 1 0 0 0,1 0 0 0 0,-1 0 0 0 0,-2-2 0 0 0,1 2-265 0 0,0 3-10 0 0,-6 8-402 0 0,-1 1-1 0 0,1-1 1 0 0,-12 20-1 0 0,-18 39-3738 0 0,28-49 2006 0 0,-5 8-2611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1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0 173 3756 0 0,'0'0'1546'0'0,"3"2"-219"0"0,-1 0-1114 0 0,-1-1-1 0 0,1 0 1 0 0,0 0-1 0 0,0 0 0 0 0,0 0 1 0 0,0 0-1 0 0,0 0 1 0 0,0 0-1 0 0,0-1 0 0 0,0 1 1 0 0,0-1-1 0 0,0 1 1 0 0,0-1-1 0 0,0 0 0 0 0,0 0 1 0 0,0 0-1 0 0,0 0 1 0 0,0 0-1 0 0,1-1 1 0 0,-1 1-1 0 0,2-1 0 0 0,73-11 1535 0 0,95-27-1 0 0,-105 19-2327 0 0,110-49-1 0 0,-143 51-959 0 0,8-9-4995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1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 3844 0 0,'0'0'3389'0'0,"-2"-2"-2576"0"0,-7-4 3319 0 0,10 17-2933 0 0,17 27-331 0 0,-14-31-803 0 0,2 0 0 0 0,-1 0 0 0 0,0-1 0 0 0,1 0 0 0 0,1 0 0 0 0,-1-1 0 0 0,1 1 0 0 0,-1-1 0 0 0,1-1 0 0 0,1 0 0 0 0,-1 0 0 0 0,1 0 0 0 0,0 0 0 0 0,-1-1 1 0 0,1-1-1 0 0,1 0 0 0 0,-1 0 0 0 0,12 2 0 0 0,32-2 24 0 0,-46-2-38 0 0,-1-1 3 0 0,58-16 682 0 0,-60 16-636 0 0,-6 3-83 0 0,-25 19 114 0 0,0 1 1 0 0,2 1 0 0 0,0 1 0 0 0,-40 51 0 0 0,54-59-216 0 0,1 0 0 0 0,0 1 0 0 0,1 0 0 0 0,1 0 1 0 0,0 1-1 0 0,2 0 0 0 0,0 1 0 0 0,1-1 0 0 0,0 1 1 0 0,-2 22-1 0 0,8-35-303 0 0,-1 0 0 0 0,2 0 1 0 0,-1 0-1 0 0,1 0 0 0 0,-1 0 1 0 0,2 0-1 0 0,-1-1 0 0 0,1 1 1 0 0,0 0-1 0 0,3 6 0 0 0,17 26-5767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3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3076 0 0,'1'-5'1760'0'0,"2"-12"-269"0"0,-2 13 833 0 0,-1 0-1382 0 0,1-5 1711 0 0,1 12-1037 0 0,2 27-540 0 0,2 49-875 0 0,3 42 92 0 0,-7-99-1381 0 0,1 0-1 0 0,8 32 1 0 0,-10-51 433 0 0,4-3-3525 0 0,15-4 3043 0 0,-19 4 1022 0 0,0-1 0 0 0,0 1 0 0 0,0 0 0 0 0,-1-1 0 0 0,1 1 0 0 0,0-1 0 0 0,0 1 0 0 0,-1-1 0 0 0,1 1 0 0 0,-1-1 0 0 0,1 0 0 0 0,0 1 0 0 0,-1-1 0 0 0,1 0 0 0 0,-1 0 0 0 0,1 1 0 0 0,-1-1 1 0 0,0 0-1 0 0,1 0 0 0 0,-1 1 0 0 0,0-1 0 0 0,0 0 0 0 0,1 0 0 0 0,-1 0 0 0 0,0-1 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4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124 134 3284 0 0,'-9'-24'1498'0'0,"0"1"0"0"0,-1-1-1 0 0,-13-21 1 0 0,21 42-937 0 0,-7 2-434 0 0,8 0-117 0 0,0 1 0 0 0,0 0 0 0 0,0-1-1 0 0,0 1 1 0 0,0 0 0 0 0,0 0 0 0 0,0 0-1 0 0,0 0 1 0 0,-1 0 0 0 0,1 0 0 0 0,0 0-1 0 0,0 0 1 0 0,0 0 0 0 0,0 0 0 0 0,0 1-1 0 0,0-1 1 0 0,0 0 0 0 0,0 1 0 0 0,0-1 0 0 0,0 1-1 0 0,1-1 1 0 0,-1 1 0 0 0,0-1 0 0 0,0 1-1 0 0,0 0 1 0 0,0-1 0 0 0,1 1 0 0 0,-1 0-1 0 0,0 0 1 0 0,1 0 0 0 0,-1 0 0 0 0,1-1-1 0 0,-1 1 1 0 0,0 2 0 0 0,-3 3 11 0 0,0-1-3 0 0,1 1 1 0 0,0-1 0 0 0,1 1 0 0 0,-1 0-1 0 0,1-1 1 0 0,0 1 0 0 0,1 0-1 0 0,-1 0 1 0 0,1 0 0 0 0,0 12 0 0 0,0-15-19 0 0,1 1 1 0 0,-1-1-1 0 0,1 0 0 0 0,0 1 1 0 0,0-1-1 0 0,0 0 1 0 0,1 1-1 0 0,-1-1 1 0 0,1 0-1 0 0,0 0 1 0 0,0 1-1 0 0,0-1 1 0 0,0 0-1 0 0,0 0 0 0 0,1 0 1 0 0,-1 0-1 0 0,1 0 1 0 0,0 0-1 0 0,0-1 1 0 0,0 1-1 0 0,0-1 1 0 0,1 1-1 0 0,-1-1 1 0 0,5 4-1 0 0,-4-5-12 0 0,13 1-96 0 0,-13-1 87 0 0,0 0 1 0 0,0-1-1 0 0,1 0 0 0 0,-1 0 0 0 0,0 0 0 0 0,0 0 0 0 0,0 0 1 0 0,0-1-1 0 0,0 1 0 0 0,0-1 0 0 0,1 0 0 0 0,3-1 0 0 0,22-10-53 0 0,-4-1 96 0 0,-11 3-8 0 0,-3-2 153 0 0,9-8 58 0 0,-11 8-100 0 0,-7 3 130 0 0,-1 5-215 0 0,1 1 0 0 0,-1 0 0 0 0,-1-1 0 0 0,1 1 0 0 0,0-1 0 0 0,-1 1 0 0 0,0-1 0 0 0,0 1-1 0 0,0-1 1 0 0,0 1 0 0 0,-1-1 0 0 0,1 1 0 0 0,-1 0 0 0 0,0-1 0 0 0,0 1 0 0 0,0 0 0 0 0,0-1-1 0 0,0 1 1 0 0,-1 0 0 0 0,0 0 0 0 0,1 0 0 0 0,-1 0 0 0 0,-1 0 0 0 0,-2-3 0 0 0,3 3-12 0 0,-2 1-5 0 0,-11-4-18 0 0,12 4-30 0 0,-1 3 33 0 0,0 0-11 0 0,1 0 0 0 0,0 1 0 0 0,0-1 0 0 0,0 0 0 0 0,1 1 0 0 0,-1 0 0 0 0,0 0 0 0 0,0 0 0 0 0,1 0 0 0 0,-1 0 0 0 0,1 0 0 0 0,0 0 0 0 0,0 1 0 0 0,0-1 0 0 0,0 1 0 0 0,-2 4 0 0 0,0-1 0 0 0,2 0-1 0 0,-1 1 1 0 0,1-1 0 0 0,0 1-1 0 0,0-1 1 0 0,1 1-1 0 0,-1 10 1 0 0,1-2-606 0 0,0 0 0 0 0,3 25 0 0 0,9 18-4840 0 0,-10-51 920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4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4360 0 0,'0'0'3077'0'0,"1"-4"-1857"0"0,6-9 757 0 0,-7 14-1854 0 0,1-1 1 0 0,-1 0-1 0 0,1 0 1 0 0,0 0 0 0 0,-1 0-1 0 0,1 0 1 0 0,-1 0-1 0 0,1 1 1 0 0,-1-1 0 0 0,1 0-1 0 0,-1 1 1 0 0,1-1-1 0 0,-1 0 1 0 0,1 1-1 0 0,-1-1 1 0 0,1 0 0 0 0,-1 1-1 0 0,0-1 1 0 0,1 1-1 0 0,-1-1 1 0 0,0 1 0 0 0,1-1-1 0 0,-1 1 1 0 0,1 0-1 0 0,1 7 5 0 0,4 79 109 0 0,6 64 122 0 0,-9-129-316 0 0,1 0 0 0 0,1-1 0 0 0,1 0-1 0 0,13 34 1 0 0,-16-50-99 0 0,0 0-1 0 0,0 0 1 0 0,1 0-1 0 0,-1-1 1 0 0,1 1-1 0 0,0-1 1 0 0,1 0-1 0 0,-1 0 1 0 0,0 0-1 0 0,1-1 1 0 0,9 6-1 0 0,-10-7-365 0 0,1-2-160 0 0,37-4-1663 0 0,-39 3 1721 0 0,-1 0-1 0 0,1 0 0 0 0,0 0 1 0 0,-1 0-1 0 0,1 0 1 0 0,-1-1-1 0 0,1 1 1 0 0,-1-1-1 0 0,0 1 0 0 0,2-3 1 0 0,9-9-4400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4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24 138 4268 0 0,'0'0'2773'0'0,"-24"7"975"0"0,45-12-3436 0 0,-1-2-76 0 0,5 0-104 0 0,8-4-80 0 0,2-1-284 0 0,5-2-204 0 0,0 1-248 0 0,4-4-516 0 0,-3-1-236 0 0,11-2-985 0 0,-1 0-2651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5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314 695 3852 0 0,'2'-6'535'0'0,"0"1"0"0"0,-1-1 0 0 0,0 1 0 0 0,0-1 0 0 0,0 0 0 0 0,-1 0 0 0 0,1 1 0 0 0,-2-10 0 0 0,1 13-462 0 0,-1 0-1 0 0,1 0 0 0 0,-1 1 1 0 0,0-1-1 0 0,1 0 0 0 0,-1 1 1 0 0,0-1-1 0 0,0 1 0 0 0,0-1 1 0 0,0 1-1 0 0,0-1 0 0 0,-1 1 0 0 0,1-1 1 0 0,0 1-1 0 0,-1 0 0 0 0,1 0 1 0 0,-1 0-1 0 0,1 0 0 0 0,-1 0 1 0 0,1 0-1 0 0,-1 0 0 0 0,0 0 1 0 0,1 1-1 0 0,-1-1 0 0 0,0 1 1 0 0,0-1-1 0 0,1 1 0 0 0,-1 0 0 0 0,0-1 1 0 0,0 1-1 0 0,0 0 0 0 0,-2 0 1 0 0,-4 0 14 0 0,1 1 1 0 0,-1-1-1 0 0,1 1 1 0 0,0 1 0 0 0,-1-1-1 0 0,1 1 1 0 0,0 0-1 0 0,0 1 1 0 0,0 0-1 0 0,-10 5 1 0 0,5-1 26 0 0,1 1-1 0 0,-1 0 1 0 0,1 1 0 0 0,1 0-1 0 0,-13 14 1 0 0,10-9-45 0 0,0 1-1 0 0,2 1 1 0 0,0 0-1 0 0,0 1 0 0 0,2 0 1 0 0,0 0-1 0 0,1 1 1 0 0,-7 23-1 0 0,13-33-44 0 0,0 0 0 0 0,1 1 0 0 0,0-1 0 0 0,1 0 0 0 0,0 1 0 0 0,0-1 0 0 0,1 1 0 0 0,2 8 0 0 0,-2-13-217 0 0,0-3 171 0 0,1 1 0 0 0,-1-1 0 0 0,1 0 1 0 0,0 0-1 0 0,0 0 0 0 0,-1 1 0 0 0,1-2 0 0 0,0 1 0 0 0,0 0 1 0 0,0 0-1 0 0,0-1 0 0 0,0 1 0 0 0,0-1 0 0 0,0 1 0 0 0,1-1 1 0 0,-1 0-1 0 0,0 0 0 0 0,0 0 0 0 0,0 0 0 0 0,4-1 0 0 0,-1 0-53 0 0,0 0 0 0 0,1-1 0 0 0,-1 0 0 0 0,0 0-1 0 0,0 0 1 0 0,0-1 0 0 0,8-6 0 0 0,3-3-176 0 0,-1-1 1 0 0,0 0-1 0 0,21-26 1 0 0,-14 12 153 0 0,-2 0 1 0 0,-1-1-1 0 0,-1-1 0 0 0,-2-1 1 0 0,-1-1-1 0 0,-1 0 1 0 0,-2 0-1 0 0,-1-2 1 0 0,-1 1-1 0 0,6-42 1 0 0,-9 28 427 0 0,-3-1 1 0 0,-1 1 0 0 0,-3-1 0 0 0,-1 0-1 0 0,-3 0 1 0 0,-17-84 0 0 0,-1 56 663 0 0,22 75-993 0 0,0 0 0 0 0,0 0 0 0 0,0 1 0 0 0,-1-1 0 0 0,1 0-1 0 0,0 0 1 0 0,0 0 0 0 0,0 1 0 0 0,0-1 0 0 0,0 0 0 0 0,0 0 0 0 0,-1 0 0 0 0,1 1-1 0 0,0-1 1 0 0,0 0 0 0 0,0 0 0 0 0,-1 0 0 0 0,1 0 0 0 0,0 0 0 0 0,0 0 0 0 0,0 1-1 0 0,-1-1 1 0 0,1 0 0 0 0,0 0 0 0 0,0 0 0 0 0,0 0 0 0 0,-1 0 0 0 0,1 0 0 0 0,0 0-1 0 0,0 0 1 0 0,-1 0 0 0 0,1 0 0 0 0,0 0 0 0 0,0 0 0 0 0,-1 0 0 0 0,1 0 0 0 0,0 0-1 0 0,-1 0 2 0 0,0 0 0 0 0,1 0 0 0 0,-1 0 0 0 0,1 0 0 0 0,-1 0 0 0 0,0 0 0 0 0,1 0 0 0 0,-1 0 0 0 0,0 0 0 0 0,1 0 0 0 0,-1 1 0 0 0,1-1-1 0 0,-1 0 1 0 0,1 0 0 0 0,-1 1 0 0 0,1-1 0 0 0,-1 1 0 0 0,1-1 0 0 0,-1 0 0 0 0,1 1 0 0 0,-1-1 0 0 0,1 1 0 0 0,-1-1 0 0 0,1 1 0 0 0,0-1 0 0 0,-1 1-1 0 0,1-1 1 0 0,0 1 0 0 0,-1-1 0 0 0,1 1 0 0 0,0 0 0 0 0,0-1 0 0 0,0 2 0 0 0,-5 26 23 0 0,1 0 0 0 0,1 0-1 0 0,2 1 1 0 0,3 36 0 0 0,18 125 63 0 0,-6-78-100 0 0,-9-62-32 0 0,20 162-5 0 0,-18-165-697 0 0,3 1 1 0 0,20 57-1 0 0,-5-61-3040 0 0,-21-44 2893 0 0,-2 0 568 0 0,-1 1 183 0 0,0-1 0 0 0,0 0 0 0 0,0 1 0 0 0,1-1-1 0 0,-1 0 1 0 0,0 0 0 0 0,0 0 0 0 0,0 0 0 0 0,1 0-1 0 0,-1 0 1 0 0,0 0 0 0 0,0 0 0 0 0,0 0 0 0 0,1-1-1 0 0,-1 1 1 0 0,0-1 0 0 0,0 1 0 0 0,0-1 0 0 0,0 1 0 0 0,2-2-1 0 0,14-11-3436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60 3524 0 0,'1'-3'1206'0'0,"4"-13"3503"0"0,-9 18-4524 0 0,1-2-155 0 0,1 1-1 0 0,0 1 1 0 0,-1-1-1 0 0,1 0 1 0 0,0 1-1 0 0,0-1 0 0 0,0 1 1 0 0,0-1-1 0 0,0 1 1 0 0,0 0-1 0 0,1 0 1 0 0,-1 0-1 0 0,0 0 1 0 0,1 0-1 0 0,0 0 1 0 0,-1 1-1 0 0,1-1 1 0 0,0 0-1 0 0,0 1 1 0 0,0-1-1 0 0,1 1 1 0 0,-1-1-1 0 0,1 1 0 0 0,-1 2 1 0 0,-2 5 23 0 0,0 5-5 0 0,0-1 1 0 0,1 0-1 0 0,0 1 1 0 0,1 15-1 0 0,1-26-31 0 0,1 1 4 0 0,2 15 15 0 0,-2-15-10 0 0,1-2-20 0 0,-1-1-23 0 0,0-1 1 0 0,0 0 0 0 0,0 1 0 0 0,0-1-1 0 0,0 0 1 0 0,0 0 0 0 0,0 0 0 0 0,1 0-1 0 0,-1 0 1 0 0,0 0 0 0 0,1 0 0 0 0,-1 0-1 0 0,1-1 1 0 0,-1 1 0 0 0,1-1 0 0 0,-1 1-1 0 0,1-1 1 0 0,0 1 0 0 0,-1-1 0 0 0,1 0-1 0 0,-1 0 1 0 0,1 0 0 0 0,0 0 0 0 0,-1 0-1 0 0,1 0 1 0 0,0 0 0 0 0,-1 0 0 0 0,3-1-1 0 0,3-2 32 0 0,0 0 0 0 0,0 0 1 0 0,-1 0-1 0 0,1-1 0 0 0,-1 0 0 0 0,0 0 0 0 0,0 0 0 0 0,0-1 0 0 0,-1 0 0 0 0,0 0 0 0 0,0 0 0 0 0,0-1 0 0 0,0 0 1 0 0,-1 0-1 0 0,0 0 0 0 0,0 0 0 0 0,-1-1 0 0 0,4-8 0 0 0,-5 10 24 0 0,1-1 1 0 0,-1 0-1 0 0,0 0 1 0 0,-1 0-1 0 0,0-1 1 0 0,0 1-1 0 0,0 0 0 0 0,-1 0 1 0 0,1-1-1 0 0,-1 1 1 0 0,-1 0-1 0 0,1 0 1 0 0,-1-1-1 0 0,-1 1 1 0 0,1 0-1 0 0,-1 0 0 0 0,0 0 1 0 0,0 0-1 0 0,-4-7 1 0 0,5 12-117 0 0,0-1 0 0 0,-1 1 0 0 0,1 0 0 0 0,0 0 0 0 0,-1 0 1 0 0,1-1-1 0 0,-1 2 0 0 0,1-1 0 0 0,-1 0 0 0 0,0 0 0 0 0,1 0 1 0 0,-1 1-1 0 0,0-1 0 0 0,1 1 0 0 0,-1-1 0 0 0,0 1 0 0 0,0-1 0 0 0,0 1 1 0 0,1 0-1 0 0,-1 0 0 0 0,0 0 0 0 0,-2 1 0 0 0,2-1 93 0 0,-1 0-342 0 0,-1 1 0 0 0,1 0 0 0 0,0 0-1 0 0,-1 0 1 0 0,1 0 0 0 0,0 1 0 0 0,0 0-1 0 0,0-1 1 0 0,0 1 0 0 0,0 0 0 0 0,0 0 0 0 0,1 0-1 0 0,-1 1 1 0 0,1-1 0 0 0,-3 4 0 0 0,2-3-190 0 0,-13 12-3323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6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3328 0 0,'0'-1'212'0'0,"1"0"1"0"0,0 0-1 0 0,-1 0 0 0 0,1 0 0 0 0,0 0 0 0 0,0 0 0 0 0,0 1 1 0 0,0-1-1 0 0,-1 0 0 0 0,1 1 0 0 0,0-1 0 0 0,0 0 0 0 0,0 1 1 0 0,0-1-1 0 0,1 1 0 0 0,-1 0 0 0 0,0-1 0 0 0,0 1 0 0 0,0 0 1 0 0,0 0-1 0 0,0-1 0 0 0,0 1 0 0 0,0 0 0 0 0,1 0 0 0 0,-1 0 1 0 0,0 1-1 0 0,0-1 0 0 0,0 0 0 0 0,0 0 0 0 0,0 0 0 0 0,1 1 1 0 0,0 0-1 0 0,13 5-329 0 0,-12-4 702 0 0,1-2-556 0 0,-1-1 1 0 0,1 1 0 0 0,-1-1 0 0 0,1 0 0 0 0,-1 0 0 0 0,0 0-1 0 0,1 0 1 0 0,-1-1 0 0 0,0 1 0 0 0,0-1 0 0 0,0 0 0 0 0,0 0-1 0 0,0 0 1 0 0,0 0 0 0 0,-1-1 0 0 0,4-2 0 0 0,-2-1 5 0 0,1 1 1 0 0,-1-1-1 0 0,0 0 1 0 0,0 0 0 0 0,0-1-1 0 0,3-9 1 0 0,-6 13-2 0 0,0 0-30 0 0,-1 0-5 0 0,0 0-1 0 0,0 1 0 0 0,0-1 0 0 0,0 1 0 0 0,0-1 0 0 0,-1 1 0 0 0,1-1 0 0 0,-1 1 0 0 0,0-1 0 0 0,1 1 1 0 0,-3-4-1 0 0,2 5 4 0 0,1 0 0 0 0,-1 0 0 0 0,0 0 0 0 0,1 0 0 0 0,-1 1 1 0 0,0-1-1 0 0,0 0 0 0 0,1 1 0 0 0,-1-1 0 0 0,0 0 0 0 0,0 1 1 0 0,0-1-1 0 0,0 1 0 0 0,0-1 0 0 0,0 1 0 0 0,0 0 0 0 0,0-1 1 0 0,0 1-1 0 0,0 0 0 0 0,0 0 0 0 0,0 0 0 0 0,0-1 0 0 0,0 1 1 0 0,0 0-1 0 0,0 1 0 0 0,0-1 0 0 0,0 0 0 0 0,0 0 0 0 0,0 0 1 0 0,0 1-1 0 0,0-1 0 0 0,0 0 0 0 0,0 1 0 0 0,0-1 0 0 0,0 1 1 0 0,-1 0-1 0 0,-1 1 92 0 0,3-2-86 0 0,0 0-1 0 0,-1 1 0 0 0,1-1 0 0 0,0 1 1 0 0,0-1-1 0 0,0 1 0 0 0,0-1 0 0 0,-1 1 1 0 0,1-1-1 0 0,0 0 0 0 0,0 1 0 0 0,-1-1 1 0 0,1 0-1 0 0,0 1 0 0 0,-1-1 0 0 0,1 0 0 0 0,0 1 1 0 0,-1-1-1 0 0,1 0 0 0 0,-1 0 0 0 0,1 1 1 0 0,0-1-1 0 0,-1 0 0 0 0,0 0 0 0 0,-12 12 114 0 0,10-6-68 0 0,0-1-1 0 0,1 1 1 0 0,-1 0 0 0 0,1 0-1 0 0,1 0 1 0 0,-1 0 0 0 0,1 0 0 0 0,0 0-1 0 0,0 0 1 0 0,1 0 0 0 0,0 0 0 0 0,0 1-1 0 0,0-1 1 0 0,2 6 0 0 0,0-1-28 0 0,1 0 1 0 0,0 0-1 0 0,0-1 1 0 0,1 0-1 0 0,0 0 1 0 0,1 0-1 0 0,6 10 1 0 0,-9-17-65 0 0,0 0 1 0 0,1 0 0 0 0,0 0-1 0 0,-1 0 1 0 0,1 0 0 0 0,0 0-1 0 0,1-1 1 0 0,-1 0 0 0 0,0 1 0 0 0,1-1-1 0 0,-1 0 1 0 0,6 2 0 0 0,-7-3 0 0 0,2 0-78 0 0,0 0-1 0 0,-1 0 0 0 0,1 0 1 0 0,0 0-1 0 0,0-1 1 0 0,-1 1-1 0 0,1-1 1 0 0,0 0-1 0 0,0 0 0 0 0,0-1 1 0 0,0 1-1 0 0,5-2 1 0 0,-5 1 36 0 0,5 0-249 0 0,-1-1 1 0 0,1-1-1 0 0,-1 1 1 0 0,0-1 0 0 0,0-1-1 0 0,0 0 1 0 0,0 0-1 0 0,14-10 1 0 0,-9 4-888 0 0,0-1 0 0 0,0 0 0 0 0,15-19 0 0 0,-12 11-1834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7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41 2972 0 0,'1'-4'1156'0'0,"2"-14"-120"0"0,-3 14 1271 0 0,-1 1-1691 0 0,1 2-547 0 0,-1 1-1 0 0,1-1 0 0 0,-1 0 1 0 0,1 1-1 0 0,-1-1 0 0 0,1 0 1 0 0,-1 1-1 0 0,1-1 0 0 0,-1 0 1 0 0,1 1-1 0 0,-1-1 0 0 0,0 1 0 0 0,1-1 1 0 0,-1 1-1 0 0,0 0 0 0 0,1-1 1 0 0,-1 1-1 0 0,0 0 0 0 0,0-1 1 0 0,1 1-1 0 0,-1 0 0 0 0,0 0 1 0 0,0 0-1 0 0,0-1 0 0 0,0 1 0 0 0,1 0 1 0 0,-1 0-1 0 0,0 0 0 0 0,-1 1 1 0 0,-1-1 21 0 0,1 1 0 0 0,-1 0 0 0 0,1 0 1 0 0,0 0-1 0 0,-1 1 0 0 0,1-1 0 0 0,0 0 1 0 0,0 1-1 0 0,-4 3 0 0 0,0 1 38 0 0,-1 1 1 0 0,0 1-1 0 0,1-1 0 0 0,-7 12 0 0 0,11-15-99 0 0,0-1 0 0 0,0 1 0 0 0,0-1 0 0 0,0 1 0 0 0,1 0 1 0 0,-1 0-1 0 0,1 0 0 0 0,0 0 0 0 0,1 0 0 0 0,-1 0 0 0 0,0 0 0 0 0,1 0 0 0 0,0 0 0 0 0,0 0 0 0 0,0 0 0 0 0,1 0 0 0 0,-1 0 0 0 0,1 0 0 0 0,0 0 0 0 0,0 0 0 0 0,1 0 0 0 0,-1-1 0 0 0,1 1 0 0 0,0 0 0 0 0,-1-1 0 0 0,2 1 0 0 0,-1-1 0 0 0,0 0 0 0 0,1 1 0 0 0,4 4 0 0 0,2-1-4 0 0,-1-1 0 0 0,1 0 0 0 0,0 0 0 0 0,0-1 0 0 0,0 0 0 0 0,1 0 0 0 0,0-1 0 0 0,0 0 0 0 0,0-1 0 0 0,0 0 0 0 0,12 1 0 0 0,16 5-197 0 0,-34-7 146 0 0,-5-1-55 0 0,1 1 78 0 0,-1-1 0 0 0,1 1 0 0 0,-1 0 0 0 0,0-1 0 0 0,1 1 0 0 0,-1-1 0 0 0,0 1-1 0 0,0-1 1 0 0,0 0 0 0 0,-1 2 0 0 0,-5 3-51 0 0,-20 7-327 0 0,1-2-1 0 0,-35 10 0 0 0,44-17-1791 0 0,-1 0 0 0 0,-25 3-1 0 0,38-7-2634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3640 0 0,'0'0'6656'0'0,"-1"4"-6072"0"0,0 8-371 0 0,1-1 0 0 0,0 1 0 0 0,0 0-1 0 0,1 0 1 0 0,1 0 0 0 0,0 0 0 0 0,0-1-1 0 0,9 23 1 0 0,-4-8-156 0 0,-3-15 15 0 0,0 1 0 0 0,1-2 0 0 0,0 1-1 0 0,1 0 1 0 0,9 13 0 0 0,-13-21-8 0 0,-2-3-63 0 0,0 0 1 0 0,1 1 0 0 0,-1-1 0 0 0,0 1 0 0 0,0-1 0 0 0,0 0-1 0 0,1 1 1 0 0,-1-1 0 0 0,0 0 0 0 0,1 1 0 0 0,-1-1-1 0 0,0 0 1 0 0,1 0 0 0 0,-1 1 0 0 0,0-1 0 0 0,1 0 0 0 0,-1 0-1 0 0,0 1 1 0 0,1-1 0 0 0,-1 0 0 0 0,1 0 0 0 0,-1 0 0 0 0,1 0-1 0 0,-1 0 1 0 0,0 0 0 0 0,1 0 0 0 0,0 0 0 0 0,-1 0 0 0 0,1 1 0 0 0,-1-1 0 0 0,1 0 0 0 0,0 0 1 0 0,-1 0-1 0 0,1 0 0 0 0,-1 1 0 0 0,1-1 0 0 0,-1 0 0 0 0,1 0 1 0 0,-1 1-1 0 0,1-1 0 0 0,-1 0 0 0 0,1 1 0 0 0,-1-1 0 0 0,0 0 1 0 0,1 1-1 0 0,-1-1 0 0 0,1 1 0 0 0,-1 0 0 0 0,5-1 47 0 0,-1 0-16 0 0,0-1 0 0 0,1 0 0 0 0,-1 0 1 0 0,0 0-1 0 0,0 0 0 0 0,0-1 0 0 0,1 1 0 0 0,-2-1 0 0 0,1 0 0 0 0,0 0 1 0 0,0-1-1 0 0,-1 1 0 0 0,1-1 0 0 0,-1 0 0 0 0,1 0 0 0 0,-1 0 1 0 0,0 0-1 0 0,-1 0 0 0 0,1-1 0 0 0,0 0 0 0 0,1-3 0 0 0,25-45 10 0 0,-7 8 222 0 0,-20 41-241 0 0,2-4-74 0 0,-4 7 50 0 0,0-1 0 0 0,0 1-1 0 0,0-1 1 0 0,0 1 0 0 0,0-1-1 0 0,1 1 1 0 0,-1-1 0 0 0,0 1 0 0 0,0-1-1 0 0,0 1 1 0 0,1 0 0 0 0,-1-1-1 0 0,0 1 1 0 0,0-1 0 0 0,1 1 0 0 0,-1 0-1 0 0,0-1 1 0 0,1 1 0 0 0,-1 0-1 0 0,0-1 1 0 0,1 1 0 0 0,-1 0 0 0 0,0 0-1 0 0,1-1 1 0 0,-1 1 0 0 0,1 0-1 0 0,-1 0 1 0 0,1 0 0 0 0,-1 0-1 0 0,0-1 1 0 0,1 1 0 0 0,-1 0 0 0 0,2 0-1 0 0,0 1 7 0 0,0 0 0 0 0,0 1 0 0 0,-1-1-1 0 0,1 0 1 0 0,0 1 0 0 0,0 0 0 0 0,-1-1 0 0 0,1 1-1 0 0,-1 0 1 0 0,0 0 0 0 0,1-1 0 0 0,-1 1-1 0 0,0 0 1 0 0,0 0 0 0 0,1 4 0 0 0,13 42 15 0 0,-3-8 85 0 0,-7-29-403 0 0,0-1 1 0 0,0 0 0 0 0,1 0 0 0 0,1-1-1 0 0,13 17 1 0 0,-15-26-234 0 0,6 0 279 0 0,0-1 0 0 0,1-1 0 0 0,-1 0 0 0 0,0 0 0 0 0,0-1 0 0 0,-1 0 0 0 0,1-1-1 0 0,-1 0 1 0 0,1-1 0 0 0,-1 0 0 0 0,0-1 0 0 0,-1 0 0 0 0,0 0 0 0 0,0-1 0 0 0,12-11 0 0 0,-8 5 361 0 0,0 0-1 0 0,0-1 1 0 0,-1 0 0 0 0,-1-1 0 0 0,0 0 0 0 0,-1-1 0 0 0,-1 0-1 0 0,12-29 1 0 0,-20 41 182 0 0,0 0 145 0 0,-1 3-346 0 0,1 1 1 0 0,-1-1-1 0 0,0 0 1 0 0,0 0-1 0 0,1 0 0 0 0,-1 0 1 0 0,0 0-1 0 0,0 0 1 0 0,0 0-1 0 0,0 0 0 0 0,0 0 1 0 0,0 0-1 0 0,-1 0 1 0 0,1 0-1 0 0,0 0 0 0 0,0 0 1 0 0,-1 0-1 0 0,1 0 1 0 0,-1-1-1 0 0,0 1-58 0 0,0 1 0 0 0,0 0-1 0 0,0 0 1 0 0,-1 0 0 0 0,1 0-1 0 0,0 0 1 0 0,0 0 0 0 0,0 0-1 0 0,0 0 1 0 0,0 0 0 0 0,-1 0 0 0 0,1 0-1 0 0,0 1 1 0 0,0-1 0 0 0,0 0-1 0 0,0 1 1 0 0,0-1 0 0 0,0 1-1 0 0,0-1 1 0 0,0 1 0 0 0,0 0 0 0 0,0-1-1 0 0,0 1 1 0 0,0 0 0 0 0,1 0-1 0 0,-1 0 1 0 0,0 0 0 0 0,0-1-1 0 0,0 3 1 0 0,-21 39 485 0 0,18-31-462 0 0,-1-1-9 0 0,1 0 1 0 0,0 0-1 0 0,0 1 1 0 0,1-1 0 0 0,1 1-1 0 0,0 0 1 0 0,0 0-1 0 0,1 0 1 0 0,1 0-1 0 0,1 19 1 0 0,-1-26-17 0 0,3 0-31 0 0,-2-3-8 0 0,1 1-1 0 0,-1 0 1 0 0,1-1 0 0 0,0 1-1 0 0,0-1 1 0 0,-1 0 0 0 0,1 1 0 0 0,0-1-1 0 0,0 0 1 0 0,0 0 0 0 0,0 0-1 0 0,0 0 1 0 0,0-1 0 0 0,1 1 0 0 0,-1-1-1 0 0,0 1 1 0 0,0-1 0 0 0,1 0-1 0 0,3 1 1 0 0,-1-2-6 0 0,0 0 0 0 0,-1 0-1 0 0,1 0 1 0 0,0 0 0 0 0,-1-1 0 0 0,1 0 0 0 0,-1 1-1 0 0,0-2 1 0 0,6-2 0 0 0,-5 2 23 0 0,1 1 0 0 0,-1-1 1 0 0,1-1-1 0 0,-1 1 0 0 0,0-1 0 0 0,0 0 1 0 0,0 0-1 0 0,4-5 0 0 0,-2-1 37 0 0,-3 7-15 0 0,0-1 1 0 0,-1 0-1 0 0,0-1 0 0 0,0 1 0 0 0,0-1 0 0 0,0 1 0 0 0,0-1 0 0 0,-1 0 1 0 0,0 0-1 0 0,0 0 0 0 0,-1 0 0 0 0,1 0 0 0 0,-1-1 0 0 0,0 1 1 0 0,-1 0-1 0 0,1-1 0 0 0,-1 1 0 0 0,0 0 0 0 0,0-1 0 0 0,-1 1 0 0 0,1-1 1 0 0,-1 1-1 0 0,-1 0 0 0 0,-1-6 0 0 0,2 8-85 0 0,0 1-1 0 0,-1-1 1 0 0,1 0 0 0 0,-1 1-1 0 0,1-1 1 0 0,-1 1 0 0 0,0 0-1 0 0,0 0 1 0 0,0 0 0 0 0,-1-1-1 0 0,1 2 1 0 0,0-1 0 0 0,-1 0-1 0 0,1 0 1 0 0,-1 1-1 0 0,0 0 1 0 0,1-1 0 0 0,-1 1-1 0 0,0 0 1 0 0,0 0 0 0 0,0 1-1 0 0,0-1 1 0 0,0 0 0 0 0,0 1-1 0 0,-3 0 1 0 0,2-1-83 0 0,0 0-463 0 0,-3 0-3523 0 0,0-1 3515 0 0,-1 1-2533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8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4184 0 0,'1'-3'1725'0'0,"5"-12"-189"0"0,-4 11-304 0 0,-1 0-211 0 0,5-16 3554 0 0,-4 89-3877 0 0,3-1 0 0 0,15 77 1 0 0,43 131-919 0 0,-39-169-2230 0 0,-12-51-2792 0 0,-11-52 2149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08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3468 0 0,'0'0'4589'0'0,"18"-20"-4085"0"0,8 8-448 0 0,-7 4-180 0 0,3-3-180 0 0,1 2-280 0 0,2-1-488 0 0,4-1 56 0 0,3-2-785 0 0,-2 2-1875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0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58 2604 0 0,'1'-4'1349'0'0,"0"2"-1150"0"0,-1 0-1 0 0,1 0 1 0 0,-1-1 0 0 0,0 1-1 0 0,1-1 1 0 0,-1 1-1 0 0,0 0 1 0 0,-1-1 0 0 0,1 1-1 0 0,0 0 1 0 0,-1-1-1 0 0,1 1 1 0 0,-1 0 0 0 0,0-1-1 0 0,1 1 1 0 0,-1 0 0 0 0,0 0-1 0 0,0 0 1 0 0,-1 0-1 0 0,-1-4 1 0 0,0 4 484 0 0,-2 2-411 0 0,-3 0-138 0 0,0 0-1 0 0,0 1 0 0 0,0 0 0 0 0,0 1 0 0 0,0 0 0 0 0,0 0 0 0 0,1 0 0 0 0,-1 1 0 0 0,-8 5 0 0 0,-56 40 469 0 0,72-48-603 0 0,-25 23 197 0 0,24-22-177 0 0,0 0-1 0 0,0 0 1 0 0,0 0-1 0 0,0 0 1 0 0,0 1-1 0 0,0-1 1 0 0,0 1 0 0 0,1-1-1 0 0,-1 0 1 0 0,0 1-1 0 0,1-1 1 0 0,-1 1-1 0 0,1-1 1 0 0,-1 1-1 0 0,1 0 1 0 0,0-1-1 0 0,0 1 1 0 0,0-1-1 0 0,0 1 1 0 0,0 0-1 0 0,0-1 1 0 0,0 1-1 0 0,0-1 1 0 0,1 3-1 0 0,2 1-4 0 0,1 0 0 0 0,0 0-1 0 0,0 0 1 0 0,0 0 0 0 0,0 0-1 0 0,0-1 1 0 0,1 0 0 0 0,0 0-1 0 0,0 0 1 0 0,0-1 0 0 0,12 7-1 0 0,10 3 22 0 0,35 12-1 0 0,-20-8 6 0 0,46 17-12 0 0,-85-32-111 0 0,4 4 114 0 0,-7-6-30 0 0,0 0 0 0 0,1 0-1 0 0,-1 1 1 0 0,1-1 0 0 0,-1 0 0 0 0,0 0 0 0 0,1 0 0 0 0,-1 0-1 0 0,0 1 1 0 0,1-1 0 0 0,-1 0 0 0 0,0 0 0 0 0,0 1 0 0 0,1-1 0 0 0,-1 0-1 0 0,0 1 1 0 0,0-1 0 0 0,1 0 0 0 0,-1 1 0 0 0,0-1 0 0 0,0 0-1 0 0,0 1 1 0 0,1-1 0 0 0,-1 1 0 0 0,0-1 0 0 0,0 0 0 0 0,0 1-1 0 0,0-1 1 0 0,0 1 0 0 0,0-1 0 0 0,0 0 0 0 0,0 1 0 0 0,0-1-1 0 0,0 1 1 0 0,0 0 0 0 0,-2 2 5 0 0,-1 0 0 0 0,1 0 0 0 0,0 0 1 0 0,-1 0-1 0 0,0 0 0 0 0,0 0 0 0 0,0-1 0 0 0,0 1 0 0 0,0-1 0 0 0,0 0 0 0 0,-1 0 1 0 0,1 0-1 0 0,-1 0 0 0 0,-6 2 0 0 0,-5 1 12 0 0,0 0 0 0 0,-26 5 0 0 0,28-7-51 0 0,0 0-1 0 0,0-2 1 0 0,0 0 0 0 0,0 0-1 0 0,0-1 1 0 0,-1-1-1 0 0,1 0 1 0 0,0 0 0 0 0,0-2-1 0 0,-16-4 1 0 0,25 5-80 0 0,1 1-1 0 0,-1-1 1 0 0,1 0 0 0 0,-1 0 0 0 0,1 0 0 0 0,0 0 0 0 0,0-1 0 0 0,0 1-1 0 0,0-1 1 0 0,0 0 0 0 0,1 0 0 0 0,-1 0 0 0 0,-3-6 0 0 0,4 6-27 0 0,1 1-172 0 0,0-1 0 0 0,-1 1 1 0 0,1-1-1 0 0,0 0 1 0 0,1 1-1 0 0,-1-1 0 0 0,0 0 1 0 0,1 0-1 0 0,-1 0 0 0 0,1 1 1 0 0,0-1-1 0 0,0 0 1 0 0,0 0-1 0 0,1 0 0 0 0,-1 0 1 0 0,1-3-1 0 0,0 4-236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0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95 3624 0 0,'-1'-4'1239'0'0,"1"-14"-151"0"0,-1 14-181 0 0,-5-18 587 0 0,5 18-865 0 0,-1 0-86 0 0,-21-26 798 0 0,20 27-1150 0 0,-2 2 28 0 0,4 0-196 0 0,0 1 0 0 0,0-1 0 0 0,0 1 1 0 0,0-1-1 0 0,0 1 0 0 0,0-1 0 0 0,0 1 1 0 0,-1 0-1 0 0,1 0 0 0 0,0-1 1 0 0,0 1-1 0 0,0 0 0 0 0,-1 0 0 0 0,0 1 1 0 0,-2 0-2 0 0,1 0 1 0 0,-1 0 0 0 0,0 1 0 0 0,1-1-1 0 0,0 1 1 0 0,-1 0 0 0 0,1 0-1 0 0,0 1 1 0 0,0-1 0 0 0,0 1 0 0 0,0-1-1 0 0,1 1 1 0 0,-1 0 0 0 0,1 0-1 0 0,0 0 1 0 0,-3 5 0 0 0,-16 61 52 0 0,20-64-4 0 0,2 0-77 0 0,4 41-6 0 0,-5-43-20 0 0,2 1-48 0 0,6 12-23 0 0,-6-13-11 0 0,1-1 0 0 0,1 0 75 0 0,0-1-1 0 0,0 0 1 0 0,0 0-1 0 0,0 0 1 0 0,-1-1-1 0 0,1 1 1 0 0,0-1-1 0 0,8 0 1 0 0,-7 0 57 0 0,-5-1-14 0 0,0 1 0 0 0,1-1 0 0 0,-1 1-1 0 0,0-1 1 0 0,1 1 0 0 0,-1-1-1 0 0,1 1 1 0 0,-1-1 0 0 0,1 1 0 0 0,-1 0-1 0 0,1-1 1 0 0,-1 1 0 0 0,1 0-1 0 0,-1 0 1 0 0,1-1 0 0 0,-1 1 0 0 0,1 0-1 0 0,-1 0 1 0 0,1 0 0 0 0,-1 0-1 0 0,1-1 1 0 0,1 1 0 0 0,15-7 153 0 0,-13 4 22 0 0,0 0-1 0 0,0-1 0 0 0,0 1 1 0 0,0-1-1 0 0,-1 0 1 0 0,1 0-1 0 0,-1 0 1 0 0,0-1-1 0 0,0 1 1 0 0,-1-1-1 0 0,1 1 1 0 0,-1-1-1 0 0,0 0 1 0 0,0 0-1 0 0,-1 0 1 0 0,0 0-1 0 0,0-1 1 0 0,1-8-1 0 0,3 19-97 0 0,-4-5-77 0 0,-1 0 0 0 0,1 1 0 0 0,0-1 0 0 0,-1 0 0 0 0,1 1 0 0 0,0-1 0 0 0,-1 0 0 0 0,1 1 0 0 0,0-1 0 0 0,-1 1 0 0 0,1-1 0 0 0,-1 1 0 0 0,1 0 0 0 0,-1-1 0 0 0,1 1 0 0 0,-1-1 0 0 0,1 1 0 0 0,-1 0 0 0 0,0-1 0 0 0,1 2 0 0 0,56 119-496 0 0,-55-117 26 0 0,6 15-886 0 0,-6-15 513 0 0,9 4-2499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1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50 2764 0 0,'-1'-5'1558'0'0,"1"1"-1776"0"0,0-30 5310 0 0,0 33-5027 0 0,0 1-1 0 0,0 0 1 0 0,0 0-1 0 0,0-1 1 0 0,0 1-1 0 0,0 0 1 0 0,0 0-1 0 0,0 0 1 0 0,0-1-1 0 0,0 1 1 0 0,0 0-1 0 0,0 0 1 0 0,0 0-1 0 0,0-1 1 0 0,0 1-1 0 0,1 0 1 0 0,-1 0-1 0 0,0 0 0 0 0,0-1 1 0 0,0 1-1 0 0,0 0 1 0 0,0 0-1 0 0,1 0 1 0 0,-1 0-1 0 0,0 0 1 0 0,0-1-1 0 0,0 1 1 0 0,1 0-1 0 0,-1 0 1 0 0,0 0-1 0 0,0 0 1 0 0,0 0-1 0 0,1 0 1 0 0,-1 0-1 0 0,0 0 1 0 0,0 0-1 0 0,0 0 1 0 0,1 0-1 0 0,-1 0 1 0 0,0 0-1 0 0,0 0 1 0 0,1 0-1 0 0,-1 0 1 0 0,15 18 337 0 0,86 181-1477 0 0,-98-194-67 0 0,5 6 953 0 0,1-7-4954 0 0,8 1 296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1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3928 0 0,'0'0'6776'0'0,"-2"2"-6372"0"0,-1 0-330 0 0,1 0 0 0 0,0 0 0 0 0,-1 1 0 0 0,1-1 0 0 0,1 1 0 0 0,-1-1 0 0 0,0 1-1 0 0,1 0 1 0 0,-1-1 0 0 0,1 1 0 0 0,-2 4 0 0 0,-12 46 267 0 0,5-17-195 0 0,-27 70-2836 0 0,36-103 1973 0 0,4 19-4748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1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0 281 2376 0 0,'27'-20'4721'0'0,"-25"19"-2719"0"0,1-1-1596 0 0,32-10 1013 0 0,-30 12-1327 0 0,-1-1-52 0 0,1 2-27 0 0,17-5 66 0 0,-16 2-72 0 0,1 0 1 0 0,-1 0 0 0 0,1-1-1 0 0,-1 0 1 0 0,0 0-1 0 0,0 0 1 0 0,0-1 0 0 0,0 0-1 0 0,-1 0 1 0 0,1 0-1 0 0,-1-1 1 0 0,6-6 0 0 0,-3 2 2 0 0,0 0 18 0 0,1-1 0 0 0,-1 0-1 0 0,-1 0 1 0 0,0-1 0 0 0,-1 0 0 0 0,0 0 0 0 0,0-1-1 0 0,-1 1 1 0 0,4-16 0 0 0,-8 22 41 0 0,0 0 30 0 0,-5-35-19 0 0,3 36 72 0 0,0 3-128 0 0,-1 1 0 0 0,1-1-1 0 0,0 0 1 0 0,-1 1 0 0 0,1-1-1 0 0,-1 0 1 0 0,1 1 0 0 0,-1 0 0 0 0,1-1-1 0 0,-1 1 1 0 0,1 0 0 0 0,-1 0-1 0 0,1 0 1 0 0,-1 0 0 0 0,0 0-1 0 0,1 0 1 0 0,-1 0 0 0 0,1 0 0 0 0,-1 1-1 0 0,1-1 1 0 0,-1 1 0 0 0,-1 0-1 0 0,-1 0 30 0 0,1 1 0 0 0,-1-1 0 0 0,1 1 0 0 0,0 0 0 0 0,-1 0-1 0 0,1 0 1 0 0,0 0 0 0 0,0 1 0 0 0,-4 3 0 0 0,1 2 7 0 0,0-1 0 0 0,1 1 0 0 0,0 0 1 0 0,0 0-1 0 0,1 0 0 0 0,-3 10 1 0 0,5-13-50 0 0,0-1 1 0 0,1 1 0 0 0,0-1 0 0 0,0 1-1 0 0,0 0 1 0 0,1-1 0 0 0,-1 1 0 0 0,1 0-1 0 0,0-1 1 0 0,1 1 0 0 0,-1 0 0 0 0,1-1 0 0 0,0 1-1 0 0,0 0 1 0 0,0-1 0 0 0,4 9 0 0 0,-3-10-124 0 0,-1 0 1 0 0,1 0-1 0 0,0 0 1 0 0,0-1-1 0 0,0 1 1 0 0,0-1-1 0 0,0 1 1 0 0,1-1 0 0 0,-1 0-1 0 0,1 1 1 0 0,0-1-1 0 0,-1-1 1 0 0,1 1-1 0 0,0 0 1 0 0,0-1-1 0 0,0 1 1 0 0,1-1 0 0 0,-1 0-1 0 0,0 0 1 0 0,0 0-1 0 0,1-1 1 0 0,-1 1-1 0 0,0-1 1 0 0,1 1-1 0 0,-1-1 1 0 0,0 0-1 0 0,1-1 1 0 0,-1 1 0 0 0,0-1-1 0 0,1 1 1 0 0,3-2-1 0 0,13-3-1746 0 0,-1-1 0 0 0,24-11 0 0 0,-20 5-2592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1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24 2384 0 0,'0'0'1444'0'0,"-1"-3"-223"0"0,1 2-1125 0 0,0 0 0 0 0,0 0 0 0 0,-1 0 0 0 0,1 0-1 0 0,0 0 1 0 0,-1 0 0 0 0,1 0 0 0 0,-1 0 0 0 0,1 0 0 0 0,-1 0-1 0 0,1 0 1 0 0,-1 1 0 0 0,0-1 0 0 0,1 0 0 0 0,-1 0 0 0 0,0 1 0 0 0,0-1-1 0 0,1 0 1 0 0,-1 1 0 0 0,0-1 0 0 0,0 1 0 0 0,0-1 0 0 0,0 1-1 0 0,0 0 1 0 0,0-1 0 0 0,0 1 0 0 0,0 0 0 0 0,0 0 0 0 0,0-1 0 0 0,0 1-1 0 0,0 0 1 0 0,0 0 0 0 0,0 0 0 0 0,0 0 0 0 0,0 0 0 0 0,0 1-1 0 0,0-1 1 0 0,0 0 0 0 0,0 0 0 0 0,0 1 0 0 0,0-1 0 0 0,0 0-1 0 0,0 1 1 0 0,1-1 0 0 0,-1 1 0 0 0,0-1 0 0 0,0 1 0 0 0,-1 1 0 0 0,-4 1 29 0 0,1 0 0 0 0,0 1 1 0 0,0 0-1 0 0,0 0 0 0 0,0 0 1 0 0,1 1-1 0 0,0 0 0 0 0,-1 0 1 0 0,2 0-1 0 0,-1 0 0 0 0,1 0 1 0 0,-1 1-1 0 0,2-1 0 0 0,-1 1 1 0 0,0 0-1 0 0,1 0 0 0 0,0 0 1 0 0,1 0-1 0 0,-1 0 0 0 0,1 1 1 0 0,0 7-1 0 0,1-9-82 0 0,1-1 0 0 0,-1 1 0 0 0,1 0 1 0 0,0-1-1 0 0,0 1 0 0 0,1-1 0 0 0,-1 1 0 0 0,1-1 0 0 0,0 0 0 0 0,0 1 0 0 0,4 3 0 0 0,-4-5-26 0 0,4 7 30 0 0,0 0 0 0 0,1-1 1 0 0,0 0-1 0 0,1 0 0 0 0,0-1 1 0 0,11 10-1 0 0,-10-10-41 0 0,-7-6-69 0 0,-2-2 56 0 0,1 0 0 0 0,-1 0 0 0 0,0 0 0 0 0,1 0-1 0 0,-1 0 1 0 0,1 0 0 0 0,-1 0 0 0 0,0 1 0 0 0,1-1 0 0 0,-1 0-1 0 0,0 0 1 0 0,1 0 0 0 0,-1 1 0 0 0,0-1 0 0 0,1 0-1 0 0,-1 0 1 0 0,0 1 0 0 0,1-1 0 0 0,-1 0 0 0 0,0 0 0 0 0,0 1-1 0 0,1-1 1 0 0,-1 0 0 0 0,0 1 0 0 0,0-1 0 0 0,0 0 0 0 0,1 1-1 0 0,-1-1 1 0 0,0 1 0 0 0,0-1 0 0 0,0 0 0 0 0,0 1 0 0 0,0-1-1 0 0,0 1 1 0 0,0-1 0 0 0,0 0 0 0 0,0 1 0 0 0,0-1 0 0 0,0 1-1 0 0,0-1 1 0 0,0 0 0 0 0,0 1 0 0 0,0-1 0 0 0,0 0-1 0 0,-1 1 1 0 0,1 0 0 0 0,-7 17-347 0 0,7-18 344 0 0,-4 3-170 0 0,1-1 0 0 0,-1 0 0 0 0,1 0 0 0 0,-1 0 1 0 0,0 0-1 0 0,0 0 0 0 0,0-1 0 0 0,0 0 0 0 0,0 0 0 0 0,0 0 0 0 0,-8 1 1 0 0,12-2 142 0 0,-12 4-1366 0 0,-8-1 367 0 0,1-3-2182 0 0,-15 1-1500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2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89 560 5256 0 0,'0'0'8199'0'0,"1"-4"-8090"0"0,11-33 115 0 0,15-56-39 0 0,-24 73-160 0 0,-1-1 0 0 0,0 0 0 0 0,-2 0 0 0 0,0 1 0 0 0,-2-1 0 0 0,0 0 1 0 0,-7-31-1 0 0,-3 8 152 0 0,-2 0 0 0 0,-23-52 0 0 0,35 91-144 0 0,-1-1 0 0 0,0 1 0 0 0,0 0 0 0 0,0 0 0 0 0,-1 0 0 0 0,-6-6-1 0 0,8 9 28 0 0,-2 4 23 0 0,3-1-69 0 0,-1 0-1 0 0,0 0 1 0 0,1 0-1 0 0,-1 0 1 0 0,1 1 0 0 0,-1-1-1 0 0,1 0 1 0 0,0 1-1 0 0,0 0 1 0 0,-1-1-1 0 0,1 1 1 0 0,0 0 0 0 0,1-1-1 0 0,-1 1 1 0 0,0 0-1 0 0,0 0 1 0 0,1 0 0 0 0,-1 2-1 0 0,-2 40 94 0 0,3-33-89 0 0,1 27 38 0 0,2 0-1 0 0,16 72 1 0 0,29 70-914 0 0,-20-82-2642 0 0,-19-70-1858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15 246 3856 0 0,'-4'-1'1409'0'0,"-7"-6"1434"0"0,18 1-1587 0 0,30-2-869 0 0,-22 5 32 0 0,123-28 255 0 0,113-31-477 0 0,-217 51-1435 0 0,-1-1-1 0 0,-1-2 1 0 0,0-1 0 0 0,-1-1-1 0 0,35-25 1 0 0,-42 23-2333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3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50 3772 0 0,'-5'-8'986'0'0,"-1"1"-1"0"0,1-1 0 0 0,-1 1 0 0 0,-11-10 0 0 0,14 15-1 0 0,-2 3-530 0 0,2 0-385 0 0,0 0 0 0 0,0 0-1 0 0,0 1 1 0 0,0-1 0 0 0,0 1 0 0 0,1-1 0 0 0,-1 1 0 0 0,1 0 0 0 0,-1 0 0 0 0,1 0 0 0 0,0 1 0 0 0,-1-1 0 0 0,1 0 0 0 0,0 1 0 0 0,1 0 0 0 0,-1-1 0 0 0,0 1 0 0 0,1 0 0 0 0,0 0 0 0 0,-2 3 0 0 0,-4 13 109 0 0,1 0 0 0 0,1 0 0 0 0,1 1 0 0 0,0 0-1 0 0,2 0 1 0 0,0 0 0 0 0,1 32 0 0 0,22 141 114 0 0,-12-129-372 0 0,6-12 304 0 0,-13-46-202 0 0,-1-2 30 0 0,0-4-52 0 0,-1 0 1 0 0,0 0-1 0 0,0 0 1 0 0,1 1-1 0 0,-1-1 1 0 0,0 0-1 0 0,0 0 1 0 0,1 0 0 0 0,-1 0-1 0 0,0 1 1 0 0,0-1-1 0 0,1 0 1 0 0,-1 0-1 0 0,0 0 1 0 0,0 1 0 0 0,0-1-1 0 0,0 0 1 0 0,1 0-1 0 0,-1 1 1 0 0,0-1-1 0 0,0 0 1 0 0,0 0-1 0 0,0 1 1 0 0,0-1 0 0 0,0 0-1 0 0,0 0 1 0 0,0 1-1 0 0,0-1 1 0 0,0 0-1 0 0,1 1 1 0 0,-2-1-1 0 0,1 0 1 0 0,0 1 0 0 0,0-1-1 0 0,0 1 1 0 0,0 0-1 0 0,0-1 1 0 0,1 1-1 0 0,-1-1 1 0 0,0 1 0 0 0,0-1-1 0 0,0 1 1 0 0,0-1-1 0 0,1 1 1 0 0,-1-1-1 0 0,0 1 1 0 0,0-1 0 0 0,1 1-1 0 0,-1-1 1 0 0,0 1-1 0 0,1-1 1 0 0,-1 1-1 0 0,1-1 1 0 0,-1 0 0 0 0,0 1-1 0 0,1-1 1 0 0,-1 0-1 0 0,1 1 1 0 0,-1-1-1 0 0,1 0 1 0 0,-1 1 0 0 0,1-1-1 0 0,-1 0 1 0 0,2 0-1 0 0,-1 1 0 0 0,1-1 0 0 0,-1 0-1 0 0,1 0 1 0 0,-1 0 0 0 0,1 0 0 0 0,-1 0-1 0 0,1 0 1 0 0,-1-1 0 0 0,0 1 0 0 0,1 0-1 0 0,-1-1 1 0 0,1 1 0 0 0,-1-1 0 0 0,0 0-1 0 0,1 1 1 0 0,1-2 0 0 0,0-1 0 0 0,0 0-1 0 0,0 1 1 0 0,0-2 0 0 0,0 1-1 0 0,0 0 1 0 0,3-6 0 0 0,36-57-71 0 0,-41 63 44 0 0,3 4-69 0 0,8 3 118 0 0,-11-3-21 0 0,0-1 1 0 0,-1 0-1 0 0,1 1 0 0 0,0-1 1 0 0,0 1-1 0 0,-1-1 1 0 0,1 1-1 0 0,0-1 1 0 0,-1 1-1 0 0,1 0 1 0 0,-1-1-1 0 0,1 1 1 0 0,-1 0-1 0 0,1-1 1 0 0,-1 1-1 0 0,1 0 1 0 0,-1 0-1 0 0,0 0 1 0 0,1-1-1 0 0,-1 1 1 0 0,0 0-1 0 0,0 1 1 0 0,4 8-122 0 0,1 0 152 0 0,-1-1 5 0 0,0-1 0 0 0,1 0-1 0 0,0 0 1 0 0,11 14 0 0 0,-14-20-21 0 0,1 0 7 0 0,0 0-23 0 0,0 0 1 0 0,0 0-1 0 0,0-1 0 0 0,0 1 1 0 0,1-1-1 0 0,-1 0 1 0 0,0 0-1 0 0,1 0 0 0 0,-1 0 1 0 0,0-1-1 0 0,1 1 0 0 0,-1-1 1 0 0,1 0-1 0 0,-1 0 1 0 0,0 0-1 0 0,1-1 0 0 0,-1 1 1 0 0,1-1-1 0 0,-1 0 1 0 0,5-1-1 0 0,3-3-28 0 0,0 1 0 0 0,-1-1 0 0 0,0-1 1 0 0,0 0-1 0 0,-1-1 0 0 0,1 0 0 0 0,-1 0 0 0 0,-1 0 0 0 0,1-2 0 0 0,-2 1 1 0 0,1-1-1 0 0,-1 0 0 0 0,0 0 0 0 0,-1-1 0 0 0,0 0 0 0 0,8-17 1 0 0,-2-15-35 0 0,-11 38 32 0 0,-2 0 14 0 0,1 3 12 0 0,0 0 0 0 0,1 0 0 0 0,-1 0 0 0 0,0 0 0 0 0,0 0 0 0 0,0 0 0 0 0,0 0 1 0 0,0 0-1 0 0,-1 0 0 0 0,1-1 0 0 0,0 1 0 0 0,0 0 0 0 0,-1 0 0 0 0,1 0 0 0 0,0 0 1 0 0,-1 0-1 0 0,1 1 0 0 0,-1-1 0 0 0,0 0 0 0 0,0-1 0 0 0,-11-7-11 0 0,5 9 4 0 0,2 3 17 0 0,1-1 0 0 0,0 1 1 0 0,-1 0-1 0 0,1 0 1 0 0,0 0-1 0 0,1 0 0 0 0,-1 1 1 0 0,0-1-1 0 0,1 1 1 0 0,0 0-1 0 0,0 0 1 0 0,0 1-1 0 0,0-1 0 0 0,1 0 1 0 0,0 1-1 0 0,0 0 1 0 0,0-1-1 0 0,0 1 0 0 0,1 0 1 0 0,0 0-1 0 0,0 0 1 0 0,0 0-1 0 0,0 7 1 0 0,2-7 22 0 0,-1-1 0 0 0,1 1 1 0 0,1-1-1 0 0,-1 1 0 0 0,0-1 1 0 0,1 0-1 0 0,0 1 0 0 0,0-1 1 0 0,0 0-1 0 0,1 0 0 0 0,0 0 1 0 0,-1-1-1 0 0,1 1 0 0 0,0-1 1 0 0,1 1-1 0 0,-1-1 0 0 0,1 0 1 0 0,-1 0-1 0 0,1-1 0 0 0,6 4 1 0 0,-2-2-70 0 0,1 0 0 0 0,-1-1 0 0 0,1 0 1 0 0,0-1-1 0 0,0 0 0 0 0,0 0 0 0 0,0-1 1 0 0,1 0-1 0 0,-1-1 0 0 0,0 0 1 0 0,0 0-1 0 0,1-1 0 0 0,-1 0 0 0 0,9-3 1 0 0,4-1-743 0 0,-1-1 1 0 0,1 0-1 0 0,-1-2 1 0 0,36-18 0 0 0,4-10-3609 0 0,-33 16-310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4480 0 0,'0'0'1567'0'0,"0"-6"-187"0"0,0-40 2471 0 0,0 42-1752 0 0,1 6-1831 0 0,5 11-149 0 0,-1-1 0 0 0,0 0 0 0 0,-1 1 0 0 0,-1 0 0 0 0,0 0 0 0 0,2 19 0 0 0,2 8-22 0 0,51 159 183 0 0,-58-198-280 0 0,1 0 0 0 0,-1 0 0 0 0,0 0 0 0 0,1 0 0 0 0,-1 0 0 0 0,1 0 0 0 0,-1 0 0 0 0,1 0 0 0 0,-1 0 0 0 0,1-1 0 0 0,-1 1 0 0 0,1 0 0 0 0,0 0 0 0 0,0 0 0 0 0,-1-1 0 0 0,1 1 0 0 0,0-1 0 0 0,0 1 0 0 0,0 0 0 0 0,1 0 0 0 0,14-10 2 0 0,-12 3 8 0 0,0 0 1 0 0,0-1 0 0 0,0 0 0 0 0,-1 1-1 0 0,0-1 1 0 0,-1 0 0 0 0,0 0-1 0 0,0-1 1 0 0,0 1 0 0 0,1-13-1 0 0,2-7-175 0 0,13-36 25 0 0,-18 63 141 0 0,0 0 0 0 0,0 1 0 0 0,0-1-1 0 0,0 0 1 0 0,0 1 0 0 0,0-1 0 0 0,0 0-1 0 0,0 0 1 0 0,1 1 0 0 0,-1-1 0 0 0,0 0-1 0 0,0 0 1 0 0,0 1 0 0 0,0-1 0 0 0,0 0-1 0 0,1 0 1 0 0,-1 1 0 0 0,0-1 0 0 0,0 0-1 0 0,0 0 1 0 0,1 0 0 0 0,-1 1 0 0 0,0-1-1 0 0,0 0 1 0 0,1 0 0 0 0,-1 0 0 0 0,0 0-1 0 0,0 0 1 0 0,1 0 0 0 0,-1 1 0 0 0,1-1-1 0 0,0 0 1 0 0,-1 0 0 0 0,1 0-1 0 0,-1 1 1 0 0,1-1 0 0 0,0 0-1 0 0,-1 1 1 0 0,1-1-1 0 0,-1 1 1 0 0,1-1 0 0 0,0 1-1 0 0,-1-1 1 0 0,1 1 0 0 0,-1-1-1 0 0,0 1 1 0 0,1-1 0 0 0,-1 1-1 0 0,1-1 1 0 0,-1 1-1 0 0,0 0 1 0 0,0-1 0 0 0,1 1-1 0 0,-1 1 1 0 0,19 59 12 0 0,-17-58-6 0 0,1-1-34 0 0,-1-2 29 0 0,0 1 0 0 0,0-1-1 0 0,0 1 1 0 0,0-1-1 0 0,0 0 1 0 0,0 0 0 0 0,0 0-1 0 0,0 0 1 0 0,0 0-1 0 0,0 0 1 0 0,0 0 0 0 0,0-1-1 0 0,0 1 1 0 0,0-1-1 0 0,0 0 1 0 0,0 1 0 0 0,0-1-1 0 0,0 0 1 0 0,0 0-1 0 0,-1 0 1 0 0,1 0 0 0 0,0-1-1 0 0,-1 1 1 0 0,1 0-1 0 0,-1-1 1 0 0,3-2 0 0 0,8-8 159 0 0,-1-1 1 0 0,14-20-1 0 0,-17 22 41 0 0,-6 8-167 0 0,3-5 228 0 0,1 0 1 0 0,0 0-1 0 0,0 1 0 0 0,11-11 0 0 0,-16 18-257 0 0,0 0 0 0 0,0 0 0 0 0,0 0-1 0 0,0 1 1 0 0,0-1 0 0 0,0 0 0 0 0,0 0 0 0 0,0 1-1 0 0,0-1 1 0 0,0 1 0 0 0,0-1 0 0 0,0 0 0 0 0,0 1-1 0 0,-1 0 1 0 0,1-1 0 0 0,0 1 0 0 0,0 0 0 0 0,-1-1-1 0 0,1 1 1 0 0,0 0 0 0 0,0 1 0 0 0,12 16 91 0 0,-6-2-64 0 0,-1-1 0 0 0,-1 1 1 0 0,4 19-1 0 0,1 0-2 0 0,-8-27-42 0 0,2 8-152 0 0,1-1 0 0 0,1 0 1 0 0,0-1-1 0 0,0 0 0 0 0,12 18 0 0 0,-16-29-417 0 0,7 1-482 0 0,-8-4 963 0 0,-1 1-1 0 0,1-1 1 0 0,-1 0-1 0 0,1 1 1 0 0,-1-1-1 0 0,1 0 1 0 0,-1 0-1 0 0,1 1 1 0 0,-1-1-1 0 0,1 0 1 0 0,0 0-1 0 0,-1 0 1 0 0,1 0-1 0 0,-1 0 1 0 0,1 0-1 0 0,0 1 1 0 0,-1-1-1 0 0,1-1 1 0 0,-1 1-1 0 0,1 0 1 0 0,0 0-1 0 0,-1 0 1 0 0,1 0-1 0 0,-1 0 1 0 0,2-1-1 0 0,0 1-94 0 0,19-8-1902 0 0,-4-8-2745 0 0,-3-3 58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4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23 124 2664 0 0,'0'0'6483'0'0,"-3"1"-6181"0"0,2 0-282 0 0,0-1 0 0 0,0 0 0 0 0,0 0-1 0 0,0 0 1 0 0,0 1 0 0 0,0-1 0 0 0,0 1 0 0 0,1-1 0 0 0,-1 0 0 0 0,0 1 0 0 0,0 0 0 0 0,1-1 0 0 0,-1 1-1 0 0,0-1 1 0 0,1 1 0 0 0,-1 0 0 0 0,0 0 0 0 0,1-1 0 0 0,-1 1 0 0 0,1 0 0 0 0,-1 0 0 0 0,1-1 0 0 0,-1 1-1 0 0,1 0 1 0 0,0 0 0 0 0,0 0 0 0 0,-1 0 0 0 0,1 0 0 0 0,0 0 0 0 0,0 0 0 0 0,0 0 0 0 0,0 0 0 0 0,0 0-1 0 0,0-1 1 0 0,0 1 0 0 0,0 0 0 0 0,0 0 0 0 0,0 0 0 0 0,1 0 0 0 0,-1 0 0 0 0,0 0 0 0 0,1 0 0 0 0,-1 0-1 0 0,1-1 1 0 0,0 2 0 0 0,6 12-38 0 0,-5-11 38 0 0,1-2-62 0 0,0 0 36 0 0,1 0 1 0 0,-1 0-1 0 0,0 0 1 0 0,1-1-1 0 0,-1 1 1 0 0,0-1-1 0 0,1 0 1 0 0,-1 0-1 0 0,0-1 1 0 0,1 1-1 0 0,-1-1 1 0 0,0 1-1 0 0,1-1 1 0 0,-1 0-1 0 0,0 0 1 0 0,0 0 0 0 0,0-1-1 0 0,6-3 1 0 0,11-10 85 0 0,-18 13-75 0 0,1 0-1 0 0,-1 0 1 0 0,1 1-1 0 0,-1-1 1 0 0,0-1-1 0 0,1 1 1 0 0,-1 0-1 0 0,0 0 1 0 0,0-1-1 0 0,-1 0 1 0 0,4-4-1 0 0,1-8 32 0 0,13-47 103 0 0,-18 58-85 0 0,-2 0-10 0 0,1-14-7 0 0,-1 13 59 0 0,-1 3-24 0 0,-8-8 42 0 0,8 7 203 0 0,-3 5-150 0 0,0 1-126 0 0,0 1 0 0 0,0-1 1 0 0,0 1-1 0 0,0 0 0 0 0,0 0 1 0 0,1 0-1 0 0,-1 1 0 0 0,1-1 0 0 0,1 1 1 0 0,-1 0-1 0 0,1 0 0 0 0,-1 1 1 0 0,1-1-1 0 0,1 1 0 0 0,-1-1 1 0 0,1 1-1 0 0,0 0 0 0 0,0 0 1 0 0,1 0-1 0 0,0 0 0 0 0,-1 6 0 0 0,1-4-50 0 0,0 0-1 0 0,0 0 1 0 0,0-1-1 0 0,1 1 1 0 0,0 0-1 0 0,1 0 1 0 0,0 0-1 0 0,0-1 1 0 0,0 1-1 0 0,6 14 1 0 0,-4-15-155 0 0,1-1 0 0 0,0 0 0 0 0,1 0 0 0 0,-1 0-1 0 0,1 0 1 0 0,0-1 0 0 0,12 9 0 0 0,-14-11-90 0 0,1-1-1 0 0,-1 0 0 0 0,1 0 1 0 0,0 0-1 0 0,0 0 0 0 0,0-1 1 0 0,0 0-1 0 0,0 0 1 0 0,0 0-1 0 0,0 0 0 0 0,1-1 1 0 0,-1 1-1 0 0,0-1 0 0 0,0 0 1 0 0,1 0-1 0 0,-1-1 0 0 0,0 1 1 0 0,5-2-1 0 0,19-5-1985 0 0,-5 0-1563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47 3308 0 0,'1'-4'1143'0'0,"1"-1"-389"0"0,-1 0 0 0 0,0 0 0 0 0,0 0 0 0 0,0 0 0 0 0,-1-8 0 0 0,0 8 441 0 0,-4 5-931 0 0,0 0-211 0 0,0 1 1 0 0,0-1 0 0 0,0 1-1 0 0,0-1 1 0 0,0 1-1 0 0,0 0 1 0 0,1 1 0 0 0,-1-1-1 0 0,0 1 1 0 0,1-1 0 0 0,-1 1-1 0 0,1 0 1 0 0,0 1-1 0 0,-1-1 1 0 0,-4 5 0 0 0,1 0-23 0 0,0 0 0 0 0,0 1 0 0 0,1 0 0 0 0,0 0 1 0 0,0 1-1 0 0,1 0 0 0 0,-5 11 0 0 0,6-9-34 0 0,0 1 0 0 0,1 0 0 0 0,1 0 0 0 0,0 0 0 0 0,-1 21 0 0 0,4-29-27 0 0,-1-4 2 0 0,0 0 28 0 0,1 0-1 0 0,-1 0 0 0 0,0 0 1 0 0,1 1-1 0 0,-1-1 1 0 0,0 0-1 0 0,1 0 1 0 0,-1 0-1 0 0,0 0 1 0 0,0 1-1 0 0,1-1 0 0 0,-1 0 1 0 0,0 0-1 0 0,0 0 1 0 0,1 1-1 0 0,-1-1 1 0 0,0 0-1 0 0,0 1 1 0 0,1-1-1 0 0,-1 0 0 0 0,0 0 1 0 0,0 1-1 0 0,0-1 1 0 0,0 0-1 0 0,0 1 1 0 0,1 0-1 0 0,-1-1 2 0 0,0 1-1 0 0,0-1 1 0 0,0 0-1 0 0,0 1 1 0 0,0-1-1 0 0,1 1 1 0 0,-1-1-1 0 0,0 0 1 0 0,0 1-1 0 0,1-1 1 0 0,-1 0-1 0 0,0 1 1 0 0,1-1 0 0 0,-1 0-1 0 0,0 1 1 0 0,1-1-1 0 0,-1 0 1 0 0,0 0-1 0 0,1 1 1 0 0,-1-1-1 0 0,0 0 1 0 0,1 0-1 0 0,-1 0 1 0 0,1 0-1 0 0,-1 0 1 0 0,1 1-1 0 0,-1-1 1 0 0,0 0-1 0 0,1 0 1 0 0,-1 0 0 0 0,1 0-1 0 0,-1 0 1 0 0,1 0-1 0 0,-1 0 1 0 0,1 0-1 0 0,-1-1 1 0 0,11-2 272 0 0,0-1-1 0 0,-1-1 1 0 0,0 1 0 0 0,0-2 0 0 0,0 0 0 0 0,0 0-1 0 0,-1 0 1 0 0,0-1 0 0 0,-1-1 0 0 0,13-12 0 0 0,-18 17 61 0 0,12-11 116 0 0,-11 12-56 0 0,-1 1-313 0 0,-1 1-72 0 0,1 0 1 0 0,-1 0-1 0 0,0 1 0 0 0,0-1 0 0 0,0 1 0 0 0,1-1 1 0 0,-1 1-1 0 0,0 0 0 0 0,0-1 0 0 0,0 1 0 0 0,0 0 1 0 0,0 1-1 0 0,-1-1 0 0 0,1 0 0 0 0,0 0 1 0 0,0 1-1 0 0,-1-1 0 0 0,1 1 0 0 0,-1 0 0 0 0,1-1 1 0 0,0 3-1 0 0,35 48-187 0 0,-22-28-392 0 0,-9-16-286 0 0,0 0 0 0 0,1-1 1 0 0,-1 1-1 0 0,10 7 0 0 0,-13-13-238 0 0,25-11-8678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5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4072 0 0,'0'0'1395'0'0,"1"-4"-241"0"0,16-23 2577 0 0,-14 25-3324 0 0,6 13-92 0 0,-7-9-278 0 0,-1 0 1 0 0,1 0 0 0 0,0 0 0 0 0,-1 0-1 0 0,1 0 1 0 0,-1 0 0 0 0,0 1 0 0 0,1-1-1 0 0,-1 0 1 0 0,1 4 0 0 0,3 9 118 0 0,-1 0-1 0 0,0 0 1 0 0,3 22 0 0 0,-7-33-115 0 0,0 1 10 0 0,-4 37 227 0 0,4-39 2 0 0,-1 1-81 0 0,1-4-172 0 0,0 0-1 0 0,0 1 0 0 0,0-1 1 0 0,0 1-1 0 0,0-1 1 0 0,0 1-1 0 0,0-1 1 0 0,0 0-1 0 0,0 1 1 0 0,0-1-1 0 0,0 1 0 0 0,-1-1 1 0 0,1 0-1 0 0,0 1 1 0 0,0-1-1 0 0,0 1 1 0 0,-1-1-1 0 0,1 0 0 0 0,0 1 1 0 0,0-1-1 0 0,-1 0 1 0 0,1 1-1 0 0,0-1 1 0 0,-1 0-1 0 0,1 0 1 0 0,0 1-1 0 0,-1-1 0 0 0,1 0 1 0 0,0 0-1 0 0,-1 1 1 0 0,1-1-1 0 0,-1 0 1 0 0,1 0-1 0 0,0 0 0 0 0,-1 0 1 0 0,1 0-1 0 0,-1 0 1 0 0,1 0-1 0 0,-1 0 1 0 0,1 0-1 0 0,0 0 1 0 0,-1 0-1 0 0,1 0 0 0 0,-1 0 1 0 0,1 0-1 0 0,-1 0 1 0 0,1 0-1 0 0,0 0 1 0 0,-1 0-1 0 0,1-1 0 0 0,-1 1 1 0 0,1 0-1 0 0,0 0 1 0 0,-1 0-1 0 0,1-1 1 0 0,0 1-1 0 0,-1 0 1 0 0,1-1-1 0 0,0 1 0 0 0,0 0 1 0 0,-1-1-1 0 0,1 0 1 0 0,-3 0 61 0 0,2-4-65 0 0,0 0 0 0 0,1 1 0 0 0,0-1 0 0 0,0 0 0 0 0,0 0 0 0 0,0 1 0 0 0,1-1 0 0 0,-1 0 0 0 0,1 1 0 0 0,1-1 0 0 0,-1 1 0 0 0,3-7 0 0 0,2-1 6 0 0,0 0 0 0 0,14-21 0 0 0,-17 29-27 0 0,1 0 0 0 0,-1 1 1 0 0,1-1-1 0 0,-1 1 0 0 0,1 0 0 0 0,0 0 1 0 0,0 0-1 0 0,1 1 0 0 0,-1-1 1 0 0,8-2-1 0 0,-8 3-11 0 0,0 0 13 0 0,0 0 0 0 0,1 1 1 0 0,-1-1-1 0 0,1 1 0 0 0,-1 0 0 0 0,1 0 1 0 0,0 0-1 0 0,0 1 0 0 0,6-1 1 0 0,-5 1-5 0 0,-2 0 15 0 0,1 1 0 0 0,0-1 0 0 0,0 1 0 0 0,-1 0-1 0 0,1 0 1 0 0,-1 1 0 0 0,1-1 0 0 0,-1 1 0 0 0,0 0 0 0 0,6 3 0 0 0,-6-3-28 0 0,0 0 5 0 0,0 1-1 0 0,0-1 1 0 0,0 1 0 0 0,-1 0 0 0 0,1 0-1 0 0,-1 0 1 0 0,1 0 0 0 0,-1 1 0 0 0,3 3 0 0 0,-2-1 0 0 0,-2-3-17 0 0,0 0 1 0 0,0 0-1 0 0,0 0 0 0 0,-1 0 1 0 0,1 1-1 0 0,-1-1 1 0 0,0 0-1 0 0,0 1 0 0 0,0-1 1 0 0,0 6-1 0 0,0-4-41 0 0,0-2-165 0 0,-1 2-97 0 0,1 14-109 0 0,-1-14-74 0 0,-1 4 159 0 0,0 2-1199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4196 0 0,'2'-5'1256'0'0,"36"-54"3748"0"0,-36 56-4371 0 0,-2 3-564 0 0,0-1 1 0 0,0 0-1 0 0,0 1 1 0 0,0-1-1 0 0,0 1 1 0 0,0-1-1 0 0,1 1 0 0 0,-1-1 1 0 0,0 1-1 0 0,0-1 1 0 0,0 1-1 0 0,1-1 0 0 0,-1 1 1 0 0,0-1-1 0 0,1 1 1 0 0,-1-1-1 0 0,0 1 1 0 0,1-1-1 0 0,-1 1 0 0 0,1 0 1 0 0,-1-1-1 0 0,1 1 1 0 0,-1 0-1 0 0,1-1 1 0 0,-1 1-1 0 0,1 0 0 0 0,-1 0 1 0 0,1-1-1 0 0,-1 1 1 0 0,1 0-1 0 0,-1 0 1 0 0,1 0-1 0 0,0 0 0 0 0,0 0-44 0 0,0 0 0 0 0,0 0 0 0 0,-1 0 0 0 0,1 1 0 0 0,0-1 0 0 0,-1 0-1 0 0,1 0 1 0 0,0 1 0 0 0,-1-1 0 0 0,1 1 0 0 0,-1-1 0 0 0,1 1 0 0 0,-1-1 0 0 0,1 1-1 0 0,0-1 1 0 0,-1 1 0 0 0,0-1 0 0 0,1 1 0 0 0,-1 0 0 0 0,1-1 0 0 0,-1 1 0 0 0,0-1-1 0 0,1 1 1 0 0,-1 0 0 0 0,0 0 0 0 0,0-1 0 0 0,0 1 0 0 0,1 0 0 0 0,-1-1 0 0 0,0 1-1 0 0,0 0 1 0 0,0 0 0 0 0,0-1 0 0 0,0 2 0 0 0,9 156-339 0 0,-9-153-130 0 0,1 0-81 0 0,1 13 17 0 0,2-4-1544 0 0,2-7-3389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6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13 2640 0 0,'-5'-1'1324'0'0,"-14"-2"-216"0"0,15 2-241 0 0,-1 1-178 0 0,4 0-671 0 0,-4 0 110 0 0,0 1 0 0 0,1-1 0 0 0,-1 1-1 0 0,0 0 1 0 0,0 0 0 0 0,1 0 0 0 0,-1 1 0 0 0,0-1-1 0 0,1 1 1 0 0,0 1 0 0 0,-1-1 0 0 0,1 0-1 0 0,0 1 1 0 0,0 0 0 0 0,0 0 0 0 0,1 0 0 0 0,-1 1-1 0 0,-3 3 1 0 0,-9 26 242 0 0,15-29-146 0 0,1 0-132 0 0,0-3-80 0 0,1 0 0 0 0,-1 1 0 0 0,0-1 1 0 0,0 0-1 0 0,1 0 0 0 0,-1 0 0 0 0,1 0 1 0 0,-1 0-1 0 0,1 0 0 0 0,-1 1 1 0 0,1-1-1 0 0,-1 0 0 0 0,1-1 0 0 0,0 1 1 0 0,0 0-1 0 0,0 0 0 0 0,0 0 0 0 0,-1 0 1 0 0,1-1-1 0 0,0 1 0 0 0,0 0 1 0 0,0-1-1 0 0,1 1 0 0 0,-1-1 0 0 0,0 1 1 0 0,2 0-1 0 0,1 0 63 0 0,0-2 18 0 0,2 0 41 0 0,0 0 1 0 0,0-1-1 0 0,-1 0 1 0 0,1-1-1 0 0,0 1 1 0 0,-1-1-1 0 0,0 0 0 0 0,1 0 1 0 0,-1-1-1 0 0,0 1 1 0 0,-1-1-1 0 0,1 0 1 0 0,-1-1-1 0 0,0 1 0 0 0,5-7 1 0 0,-7 9 71 0 0,5-18 90 0 0,-6 17-219 0 0,-1 1-104 0 0,0 1 0 0 0,1 0 0 0 0,-2 0 0 0 0,1 0 1 0 0,0 0-1 0 0,0-1 0 0 0,0 1 0 0 0,-1 0 0 0 0,1 0 1 0 0,0 0-1 0 0,-1 0 0 0 0,1 0 0 0 0,-1 0 0 0 0,1 0 1 0 0,-1 0-1 0 0,0 0 0 0 0,1 0 0 0 0,-1 0 0 0 0,0 0 1 0 0,0 0-1 0 0,1 0 0 0 0,-1 1 0 0 0,-2-2 0 0 0,-13-4-6883 0 0,-7 5 1515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7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4792 0 0,'0'0'6344'0'0,"1"5"-5838"0"0,18 150 1225 0 0,-18-151-1691 0 0,1 17 69 0 0,-2-17-32 0 0,3 1-71 0 0,-3-4-4 0 0,0-1 0 0 0,0 1-1 0 0,0-1 1 0 0,0 1 0 0 0,0 0-1 0 0,0-1 1 0 0,1 1 0 0 0,-1-1-1 0 0,0 1 1 0 0,0-1 0 0 0,1 1-1 0 0,-1-1 1 0 0,0 1-1 0 0,0-1 1 0 0,1 0 0 0 0,-1 1-1 0 0,0-1 1 0 0,1 1 0 0 0,-1-1-1 0 0,1 0 1 0 0,-1 1 0 0 0,1-1-1 0 0,-1 0 1 0 0,1 1 0 0 0,9-11 119 0 0,-1 0 0 0 0,0 0 1 0 0,0-1-1 0 0,-1-1 1 0 0,-1 1-1 0 0,8-15 1 0 0,15-23 923 0 0,-27 47-862 0 0,2-4-5 0 0,-5 5-168 0 0,1 1-1 0 0,-1-1 0 0 0,0 1 1 0 0,0 0-1 0 0,0-1 0 0 0,0 1 1 0 0,1 0-1 0 0,-1-1 0 0 0,0 1 1 0 0,0 0-1 0 0,1-1 0 0 0,-1 1 1 0 0,0 0-1 0 0,0-1 0 0 0,1 1 1 0 0,-1 0-1 0 0,0 0 0 0 0,1-1 0 0 0,-1 1 1 0 0,1 0-1 0 0,-1 0 0 0 0,0 0 1 0 0,1 0-1 0 0,-1 0 0 0 0,0-1 1 0 0,1 1-1 0 0,-1 0 0 0 0,1 0 1 0 0,-1 0-1 0 0,0 0 0 0 0,1 0 1 0 0,-1 0-1 0 0,1 0 0 0 0,-1 0 1 0 0,1 1-1 0 0,1 0-2 0 0,0 1-1 0 0,0-1 1 0 0,0 1 0 0 0,0 0 0 0 0,0 0-1 0 0,-1 0 1 0 0,1 0 0 0 0,-1 0-1 0 0,1 0 1 0 0,-1 0 0 0 0,0 0 0 0 0,0 1-1 0 0,0-1 1 0 0,0 0 0 0 0,0 1 0 0 0,-1-1-1 0 0,1 1 1 0 0,0 4 0 0 0,23 103-1814 0 0,-24-108 1620 0 0,1 0 0 0 0,0 1-1 0 0,0-1 1 0 0,0 0 0 0 0,0 0 0 0 0,1-1-1 0 0,-1 1 1 0 0,1 0 0 0 0,-1 0 0 0 0,1-1 0 0 0,-1 1-1 0 0,1 0 1 0 0,0-1 0 0 0,0 0 0 0 0,0 1-1 0 0,-1-1 1 0 0,5 2 0 0 0,-4-2 11 0 0,1 1-1284 0 0,4-2-257 0 0,18 2-1150 0 0,-19-1-2063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17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43 4208 0 0,'2'-3'1475'0'0,"3"-10"-269"0"0,-3 10 671 0 0,-3-1-995 0 0,-3-15 592 0 0,0 19-1167 0 0,-2 2-239 0 0,0-1-1 0 0,0 1 0 0 0,0 1 1 0 0,0-1-1 0 0,1 1 1 0 0,-1 0-1 0 0,1 0 1 0 0,0 1-1 0 0,0-1 1 0 0,0 1-1 0 0,0 0 1 0 0,1 1-1 0 0,-1-1 0 0 0,1 1 1 0 0,0 0-1 0 0,-5 9 1 0 0,-3 3-10 0 0,1 1 0 0 0,1 0 0 0 0,-13 36 0 0 0,9 3-117 0 0,13-52-72 0 0,1-5 123 0 0,1 0 0 0 0,-1 1 0 0 0,0-1-1 0 0,0 0 1 0 0,1 1 0 0 0,-1-1 0 0 0,0 1-1 0 0,0-1 1 0 0,0 1 0 0 0,0-1 0 0 0,0 0-1 0 0,1 1 1 0 0,-1-1 0 0 0,0 1-1 0 0,0-1 1 0 0,0 1 0 0 0,0-1 0 0 0,-1 1-1 0 0,1-1 1 0 0,0 1 0 0 0,0-1 0 0 0,0 0-1 0 0,0 1 1 0 0,0-1 0 0 0,0 1-1 0 0,-1-1 1 0 0,1 1 0 0 0,0-1-17 0 0,-1 1 0 0 0,1-1 1 0 0,0 1-1 0 0,0-1 0 0 0,0 1 0 0 0,-1-1 1 0 0,1 1-1 0 0,0-1 0 0 0,0 1 0 0 0,0-1 1 0 0,0 1-1 0 0,0 0 0 0 0,0-1 0 0 0,0 1 1 0 0,0-1-1 0 0,0 1 0 0 0,0-1 0 0 0,0 1 1 0 0,0-1-1 0 0,1 1 0 0 0,-1-1 0 0 0,0 1 0 0 0,0-1 1 0 0,1 1-1 0 0,-1-1 0 0 0,0 1 0 0 0,0-1 1 0 0,1 0-1 0 0,-1 1 0 0 0,1-1 0 0 0,-1 1 1 0 0,0-1-1 0 0,1 0 0 0 0,0 1 0 0 0,11 8-211 0 0,-8-7 13 0 0,-1-2 36 0 0,6-2 209 0 0,-1-1-1 0 0,-1 0 1 0 0,1 0-1 0 0,0 0 0 0 0,-1-1 1 0 0,1 0-1 0 0,-1-1 1 0 0,0 1-1 0 0,-1-1 0 0 0,1-1 1 0 0,-1 1-1 0 0,10-12 1 0 0,4-7 1248 0 0,34-51 1 0 0,-53 72-1176 0 0,1 0 385 0 0,0 0-291 0 0,4-6-68 0 0,-4 12 46 0 0,-5 21 113 0 0,1-2-341 0 0,6 64 152 0 0,18 105 1 0 0,4 56-409 0 0,-29-34-683 0 0,1-188 864 0 0,-1 0 0 0 0,-1 1 1 0 0,-2-1-1 0 0,0-1 0 0 0,-1 1 0 0 0,-15 29 1 0 0,20-48 165 0 0,-1 0 0 0 0,0-1 1 0 0,0 0-1 0 0,-1 0 0 0 0,1 0 1 0 0,-1 0-1 0 0,0 0 0 0 0,-1-1 1 0 0,1 0-1 0 0,-1 0 0 0 0,0 0 1 0 0,0 0-1 0 0,0-1 0 0 0,0 0 1 0 0,-1 0-1 0 0,1 0 0 0 0,-1-1 1 0 0,0 0-1 0 0,1 0 0 0 0,-1 0 1 0 0,-10 1-1 0 0,14-3-6 0 0,0 1 0 0 0,0-1 0 0 0,0 0 0 0 0,-1 0 0 0 0,1 0 0 0 0,0 0 0 0 0,0 0 0 0 0,0 0 0 0 0,0-1 1 0 0,0 1-1 0 0,0-1 0 0 0,-1 0 0 0 0,1 1 0 0 0,0-1 0 0 0,-2-2 0 0 0,-3 0 43 0 0,-2 0-24 0 0,1-1 1 0 0,0 0-1 0 0,0-1 1 0 0,0 1-1 0 0,1-1 0 0 0,0-1 1 0 0,0 0-1 0 0,0 0 1 0 0,0 0-1 0 0,1-1 0 0 0,0 1 1 0 0,1-1-1 0 0,-1-1 1 0 0,2 1-1 0 0,-1-1 0 0 0,1 0 1 0 0,0 0-1 0 0,0-1 1 0 0,1 1-1 0 0,0-1 1 0 0,1 1-1 0 0,-3-18 0 0 0,2 9-48 0 0,1-1-1 0 0,1 1 0 0 0,0-1 0 0 0,2 0 0 0 0,0 0 1 0 0,1 1-1 0 0,1-1 0 0 0,0 1 0 0 0,1 0 0 0 0,10-26 1 0 0,-4 22-132 0 0,0 0 0 0 0,1 1 0 0 0,1 0 0 0 0,1 1 0 0 0,1 0 0 0 0,0 1 0 0 0,2 1 0 0 0,0 0 0 0 0,0 1 0 0 0,2 1 0 0 0,27-18-1 0 0,-27 21-898 0 0,-1 2-1 0 0,2 0 0 0 0,-1 1 0 0 0,1 1 0 0 0,1 0 0 0 0,-1 2 1 0 0,37-7-1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0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113 404 5012 0 0,'-2'-6'1565'0'0,"-4"-15"206"0"0,-1 0 0 0 0,-16-32 0 0 0,22 50-1492 0 0,1 3-267 0 0,-1-1 1 0 0,1 1-1 0 0,0-1 0 0 0,0 1 0 0 0,0 0 0 0 0,0-1 1 0 0,0 1-1 0 0,-1-1 0 0 0,1 1 0 0 0,0 0 0 0 0,0-1 1 0 0,-1 1-1 0 0,1 0 0 0 0,0-1 0 0 0,0 1 0 0 0,-1 0 1 0 0,1-1-1 0 0,0 1 0 0 0,-1 0 0 0 0,1 0 0 0 0,0-1 1 0 0,-1 1-1 0 0,1 0 0 0 0,-1 0 0 0 0,1 0 1 0 0,0-1-1 0 0,-1 1 0 0 0,1 0 0 0 0,-1 0 0 0 0,1 0 1 0 0,-1 0-1 0 0,-15 6 229 0 0,13-4-204 0 0,1 1 0 0 0,-1-1 0 0 0,1 0 0 0 0,-1 1-1 0 0,1 0 1 0 0,0-1 0 0 0,0 1 0 0 0,0 0 0 0 0,-3 5 0 0 0,1 2-20 0 0,1-1 0 0 0,-1 0 0 0 0,2 1 0 0 0,-1 0-1 0 0,1 0 1 0 0,1 0 0 0 0,0 0 0 0 0,0 0 0 0 0,1 0 0 0 0,0 0 0 0 0,1 0 0 0 0,0 0 0 0 0,1-1 0 0 0,0 1 0 0 0,3 12 0 0 0,-4-20-30 0 0,0 0 1 0 0,0 1 0 0 0,0-1-1 0 0,0 1 1 0 0,0-1 0 0 0,0 0-1 0 0,1 0 1 0 0,-1 0 0 0 0,1 0-1 0 0,-1 0 1 0 0,1 0 0 0 0,0 0-1 0 0,0 0 1 0 0,0 0 0 0 0,0-1-1 0 0,0 1 1 0 0,0-1 0 0 0,0 0-1 0 0,1 0 1 0 0,-1 1 0 0 0,0-1-1 0 0,1-1 1 0 0,-1 1 0 0 0,1 0 0 0 0,-1-1-1 0 0,3 1 1 0 0,10-3-46 0 0,-1-1-1 0 0,1-1 1 0 0,-1 0 0 0 0,0-1 0 0 0,-1 0-1 0 0,1-1 1 0 0,-1-1 0 0 0,0 0 0 0 0,-1 0-1 0 0,0-2 1 0 0,0 1 0 0 0,17-18-1 0 0,-27 25 57 0 0,0-1-1 0 0,-1 0 0 0 0,1 0 0 0 0,-1 0 1 0 0,0 0-1 0 0,1 0 0 0 0,-1-1 0 0 0,0 1 1 0 0,0 0-1 0 0,0 0 0 0 0,-1-1 0 0 0,1 1 1 0 0,0-1-1 0 0,-1 1 0 0 0,0 0 0 0 0,1-5 1 0 0,-1 4-12 0 0,-1 1 21 0 0,1 0-1 0 0,-1-1 1 0 0,1 1-1 0 0,-1 0 1 0 0,0 0-1 0 0,0 0 1 0 0,0 0-1 0 0,0-1 1 0 0,-1 2-1 0 0,1-1 1 0 0,0 0-1 0 0,-1 0 1 0 0,0 0-1 0 0,1 1 1 0 0,-1-1 0 0 0,0 0-1 0 0,-2-1 1 0 0,4 3-12 0 0,-4-3 11 0 0,1 1 0 0 0,-1-1-1 0 0,0 1 1 0 0,0 0 0 0 0,0 0 0 0 0,0 0 0 0 0,0 1-1 0 0,0-1 1 0 0,-6 0 0 0 0,4 0-21 0 0,1 1 23 0 0,0 0-1 0 0,0 1 0 0 0,1-1 0 0 0,-1 1 0 0 0,0 0 0 0 0,0 0 0 0 0,0 1 0 0 0,0 0 0 0 0,1 0 0 0 0,-1 0 0 0 0,0 0 0 0 0,1 1 0 0 0,-1-1 0 0 0,1 1 0 0 0,0 0 0 0 0,-1 1 0 0 0,1-1 0 0 0,-7 6 0 0 0,10-7 5 0 0,0 0-1 0 0,0 0 1 0 0,0 1-1 0 0,0-1 1 0 0,0 0-1 0 0,0 1 1 0 0,0-1-1 0 0,1 1 0 0 0,-1-1 1 0 0,0 1-1 0 0,1-1 1 0 0,-1 1-1 0 0,1-1 1 0 0,0 1-1 0 0,-1 0 1 0 0,1-1-1 0 0,0 1 0 0 0,0 0 1 0 0,0-1-1 0 0,0 1 1 0 0,0-1-1 0 0,1 3 1 0 0,10 30 104 0 0,-8-30-109 0 0,0 1 0 0 0,0-1 0 0 0,0 0 0 0 0,1 0 0 0 0,0 0 0 0 0,0-1 0 0 0,0 1 0 0 0,0-1 0 0 0,0 0 1 0 0,9 4-1 0 0,43 17-191 0 0,-54-23 166 0 0,4 1-33 0 0,1-1 1 0 0,-1 0-1 0 0,1 0 0 0 0,-1-1 1 0 0,1 0-1 0 0,-1 0 1 0 0,1 0-1 0 0,-1-1 1 0 0,1 0-1 0 0,-1 0 0 0 0,9-3 1 0 0,3-2-43 0 0,0 0 0 0 0,24-13 0 0 0,-23 9 59 0 0,0 0 0 0 0,-1-2 0 0 0,0 0 0 0 0,-1-1 0 0 0,0-1 0 0 0,-1-1 0 0 0,21-23 0 0 0,-27 25 69 0 0,0 0 1 0 0,0-1-1 0 0,-2 0 0 0 0,1 0 0 0 0,-2-1 1 0 0,0 0-1 0 0,-1 0 0 0 0,0-1 0 0 0,-1 1 1 0 0,2-18-1 0 0,-6 23 41 0 0,-1 0 0 0 0,0 1 1 0 0,-1-1-1 0 0,0 0 0 0 0,0 0 1 0 0,-1 1-1 0 0,0-1 0 0 0,-1 1 1 0 0,0-1-1 0 0,-1 1 0 0 0,1 0 1 0 0,-2 0-1 0 0,1 1 0 0 0,-10-14 1 0 0,-2 11 56 0 0,10 4 0 0 0,0 8-21 0 0,-16 2 39 0 0,11 1 23 0 0,4 2-108 0 0,1 0 1 0 0,-1 1-1 0 0,1 0 1 0 0,0 0-1 0 0,1 0 1 0 0,0 1-1 0 0,0 0 0 0 0,-6 14 1 0 0,4-5 30 0 0,0 0 1 0 0,2 0-1 0 0,-7 35 0 0 0,6 4 16 0 0,0 105 0 0 0,6-148-121 0 0,10 429-493 0 0,-4-240-2186 0 0,-4-173 1969 0 0,-1-10-1175 0 0,-1-8-2941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0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3432 0 0,'0'0'4861'0'0,"8"-18"-3929"0"0,16 5-624 0 0,-5 3-160 0 0,5-1-148 0 0,5-4-180 0 0,3 0-212 0 0,4-3-288 0 0,2 1-296 0 0,3-4-180 0 0,8-1-897 0 0,3 1-2151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1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36 3336 0 0,'0'0'1536'0'0,"0"-4"-287"0"0,0-13-323 0 0,0 13 2071 0 0,-1 8-2803 0 0,-2 8-105 0 0,1 0 1 0 0,0-1 0 0 0,1 1 0 0 0,0 0 0 0 0,1 13-1 0 0,5 63 36 0 0,-4-78-105 0 0,-1 2 10 0 0,1-5-4 0 0,0 1 1 0 0,0-1 0 0 0,1 0-1 0 0,4 13 1 0 0,-2-4 43 0 0,-3-13 34 0 0,26-8-149 0 0,-25 4 41 0 0,1 0 0 0 0,0-1-1 0 0,-1 0 1 0 0,1 1 0 0 0,-1-1 0 0 0,0 0-1 0 0,1 0 1 0 0,-1 0 0 0 0,0-1 0 0 0,0 1 0 0 0,0 0-1 0 0,-1-1 1 0 0,1 0 0 0 0,1-3 0 0 0,57-81 143 0 0,-59 85-130 0 0,0 1-3 0 0,-1 0 0 0 0,0 1 0 0 0,1-1-1 0 0,-1 0 1 0 0,0 0 0 0 0,1 1 0 0 0,-1-1 0 0 0,1 1-1 0 0,0-1 1 0 0,-1 0 0 0 0,1 1 0 0 0,-1-1-1 0 0,1 1 1 0 0,0-1 0 0 0,-1 1 0 0 0,1 0-1 0 0,0-1 1 0 0,0 1 0 0 0,-1 0 0 0 0,1-1 0 0 0,0 1-1 0 0,0 0 1 0 0,0 0 0 0 0,-1 0 0 0 0,1 0-1 0 0,0-1 1 0 0,0 1 0 0 0,0 0 0 0 0,-1 1-1 0 0,1-1 1 0 0,0 0 0 0 0,0 0 0 0 0,0 0 0 0 0,-1 0-1 0 0,1 1 1 0 0,0-1 0 0 0,0 0 0 0 0,-1 1-1 0 0,1-1 1 0 0,0 0 0 0 0,0 1 0 0 0,-1-1-1 0 0,1 1 1 0 0,-1-1 0 0 0,1 1 0 0 0,0 0 0 0 0,-1-1-1 0 0,1 1 1 0 0,-1-1 0 0 0,1 1 0 0 0,-1 0-1 0 0,0 0 1 0 0,1-1 0 0 0,-1 2 0 0 0,22 52 204 0 0,-21-51-192 0 0,1 1-3 0 0,-1-2-11 0 0,-1 0 1 0 0,1 0 0 0 0,-1 0 0 0 0,1 0 0 0 0,-1-1-1 0 0,1 1 1 0 0,0 0 0 0 0,0 0 0 0 0,0-1-1 0 0,0 1 1 0 0,0-1 0 0 0,0 1 0 0 0,0-1 0 0 0,0 1-1 0 0,1-1 1 0 0,-1 0 0 0 0,1 1 0 0 0,-1-1 0 0 0,1 0-1 0 0,-1 0 1 0 0,1 0 0 0 0,0 0 0 0 0,-1-1-1 0 0,1 1 1 0 0,0 0 0 0 0,0-1 0 0 0,0 1 0 0 0,0-1-1 0 0,-1 1 1 0 0,1-1 0 0 0,3 0 0 0 0,4-1-7 0 0,-2 0 8 0 0,1-1 0 0 0,-1-1-1 0 0,0 1 1 0 0,0-1 0 0 0,0 0-1 0 0,0-1 1 0 0,-1 0-1 0 0,1 0 1 0 0,-1 0 0 0 0,0-1-1 0 0,0 0 1 0 0,7-8 0 0 0,-2 2 137 0 0,-5 7-92 0 0,-2-1 1 0 0,1 1-1 0 0,0-1 1 0 0,-1 0-1 0 0,0 0 0 0 0,0-1 1 0 0,-1 0-1 0 0,1 1 1 0 0,-1-1-1 0 0,0 0 0 0 0,-1 0 1 0 0,1-1-1 0 0,1-10 1 0 0,-2-11 26 0 0,-1 27-77 0 0,-1 1 0 0 0,0-1 0 0 0,0 0 0 0 0,0 0 0 0 0,0 0 0 0 0,0 0 0 0 0,0 0 0 0 0,0 0-1 0 0,0 0 1 0 0,0 0 0 0 0,0 0 0 0 0,0 1 0 0 0,-1-1 0 0 0,1 0 0 0 0,0 0 0 0 0,-1 0 0 0 0,0-1 0 0 0,-3-7 26 0 0,1 5-85 0 0,1 0 0 0 0,-1 0 0 0 0,0 0 0 0 0,1 1 0 0 0,-2 0 0 0 0,1-1 0 0 0,0 1 0 0 0,-1 0 1 0 0,1 0-1 0 0,-8-3 0 0 0,8 4-295 0 0,-2 2-49 0 0,0 0 186 0 0,0 1-1 0 0,0-1 1 0 0,0 1 0 0 0,0 0-1 0 0,1 0 1 0 0,-1 0-1 0 0,0 1 1 0 0,-6 3 0 0 0,6-3-685 0 0,1 1 1 0 0,0 0 0 0 0,-1 0-1 0 0,1 0 1 0 0,-6 7 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1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4348 0 0,'0'0'6716'0'0,"-3"3"-6456"0"0,-4 5-189 0 0,1 0 0 0 0,0 0-1 0 0,1 1 1 0 0,0 0 0 0 0,0 0 0 0 0,1 0 0 0 0,0 1 0 0 0,1-1 0 0 0,0 1 0 0 0,0 0 0 0 0,1 0 0 0 0,0 0-1 0 0,1 0 1 0 0,0 0 0 0 0,1 0 0 0 0,0 0 0 0 0,0 1 0 0 0,1-1 0 0 0,4 17 0 0 0,3-7 27 0 0,-6-15-73 0 0,4-1 8 0 0,-5-3-32 0 0,-1-1 0 0 0,0 0 0 0 0,0 1 0 0 0,0-1 0 0 0,1 0 0 0 0,-1 1 0 0 0,0-1 0 0 0,0 0 0 0 0,1 1 0 0 0,-1-1 0 0 0,0 0 0 0 0,1 1 0 0 0,-1-1 0 0 0,0 0 0 0 0,1 0 0 0 0,-1 1 1 0 0,0-1-1 0 0,1 0 0 0 0,-1 0 0 0 0,1 0 0 0 0,-1 0 0 0 0,0 0 0 0 0,1 0 0 0 0,-1 1 0 0 0,1-1 0 0 0,-1 0 0 0 0,1 0 0 0 0,-1 0 0 0 0,0 0 0 0 0,1 0 0 0 0,-1-1 0 0 0,1 1 0 0 0,-1 0 0 0 0,1 0 1 0 0,6-1 85 0 0,-1-1 0 0 0,0 1 0 0 0,0-1 0 0 0,1 0 0 0 0,-1-1 0 0 0,-1 0 0 0 0,1 0 0 0 0,0 0 0 0 0,-1 0 0 0 0,1-1 0 0 0,-1 0 0 0 0,0 0 0 0 0,0-1 0 0 0,-1 1 0 0 0,1-1 0 0 0,-1 0 0 0 0,0 0 0 0 0,5-10 0 0 0,-7 12 140 0 0,0-13 52 0 0,-1 13-243 0 0,0 1 1 0 0,-1-1 0 0 0,1 0-1 0 0,-1 1 1 0 0,0-1-1 0 0,0 0 1 0 0,0 1-1 0 0,0-1 1 0 0,-1 0-1 0 0,1 1 1 0 0,-1-1-1 0 0,1 0 1 0 0,-3-4-1 0 0,-2-5-10 0 0,4 9 3 0 0,-2 0 8 0 0,-10-9-23 0 0,10 8-27 0 0,-1 3-1 0 0,-2-1-42 0 0,0 0 0 0 0,0 1 0 0 0,-1 0 1 0 0,1 0-1 0 0,-7 1 0 0 0,7 0-254 0 0,2 1-98 0 0,-15 2-54 0 0,15-3-66 0 0,-11 6-346 0 0,30-2-7159 0 0,-11-3 6309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1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3752 0 0,'0'0'794'0'0,"5"-2"99"0"0,13-3-243 0 0,-13 4-96 0 0,-1-1-6 0 0,38-8 1445 0 0,-38 9-1112 0 0,2 2-460 0 0,1 0-243 0 0,0 0 0 0 0,1 0 0 0 0,-1 1-1 0 0,0 0 1 0 0,-1 0 0 0 0,1 1 0 0 0,0 0-1 0 0,-1 0 1 0 0,9 6 0 0 0,-5-1-89 0 0,0 1 0 0 0,-1 0 0 0 0,1 1 0 0 0,-2 0 0 0 0,0 1 0 0 0,0-1 0 0 0,0 1 0 0 0,-2 1 0 0 0,1 0 0 0 0,6 17 0 0 0,-12-25-3 0 0,-1 0 34 0 0,0-4-192 0 0,0 37 1573 0 0,0-36-1389 0 0,1 0 0 0 0,-1 1 1 0 0,0-1-1 0 0,0 1 0 0 0,0-1 0 0 0,0 1 0 0 0,-1-1 1 0 0,1 1-1 0 0,0-1 0 0 0,-1 0 0 0 0,1 1 0 0 0,-1-1 1 0 0,1 0-1 0 0,-1 1 0 0 0,1-1 0 0 0,-1 0 1 0 0,0 1-1 0 0,0-1 0 0 0,0 0 0 0 0,1 0 0 0 0,-1 0 1 0 0,-1 0-1 0 0,0 1 0 0 0,2-2-103 0 0,-1 0 0 0 0,1-1 0 0 0,0 1 0 0 0,-1 0 0 0 0,1-1 0 0 0,0 1 0 0 0,-1 0-1 0 0,1-1 1 0 0,0 1 0 0 0,-1 0 0 0 0,1-1 0 0 0,0 1 0 0 0,0-1 0 0 0,-1 1 0 0 0,1 0 0 0 0,0-1 0 0 0,0 1 0 0 0,0-1 0 0 0,0 1 0 0 0,0-1 0 0 0,-1 1 0 0 0,1-1 0 0 0,0 0-1 0 0,0 0-2 0 0,0 1 0 0 0,0-1 0 0 0,0 1-1 0 0,0 0 1 0 0,0-1 0 0 0,0 1-1 0 0,0-1 1 0 0,0 1 0 0 0,0-1 0 0 0,-1 1-1 0 0,1-1 1 0 0,0 1 0 0 0,0 0-1 0 0,-1-1 1 0 0,1 1 0 0 0,0-1-1 0 0,0 1 1 0 0,-1 0 0 0 0,1-1 0 0 0,-1 1-1 0 0,1 0 1 0 0,0-1 0 0 0,-1 1-1 0 0,1-6 63 0 0,0-11-80 0 0,2 0-1 0 0,0 0 1 0 0,1 1 0 0 0,1-1 0 0 0,1 1 0 0 0,0 0 0 0 0,11-25 0 0 0,-8 26-643 0 0,0 0-1 0 0,1 0 1 0 0,0 1-1 0 0,16-20 1 0 0,-21 31-51 0 0,0-1 0 0 0,0 0 0 0 0,0 1 0 0 0,1 0 0 0 0,-1 0 0 0 0,10-4 0 0 0,-13 6 623 0 0,2 0-1660 0 0,1 2-1127 0 0,14 3-2068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2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158 482 3852 0 0,'1'-5'1496'0'0,"3"-38"2008"0"0,-4 39-2529 0 0,0-1-144 0 0,-12-38 1574 0 0,10 39-1977 0 0,2 3-395 0 0,-1 1 1 0 0,1-1 0 0 0,0 0 0 0 0,-1 1-1 0 0,1-1 1 0 0,0 1 0 0 0,-1-1 0 0 0,1 1-1 0 0,-1-1 1 0 0,1 1 0 0 0,-1-1 0 0 0,1 1-1 0 0,-1-1 1 0 0,1 1 0 0 0,-1 0 0 0 0,1-1-1 0 0,-1 1 1 0 0,0 0 0 0 0,1-1 0 0 0,-1 1-1 0 0,1 0 1 0 0,-1 0 0 0 0,0 0 0 0 0,1-1-1 0 0,-1 1 1 0 0,0 0 0 0 0,1 0 0 0 0,-1 0-1 0 0,0 0 1 0 0,1 0 0 0 0,-2 1 0 0 0,-24 3 396 0 0,19 1-378 0 0,0 0-1 0 0,1 1 0 0 0,0 0 1 0 0,0 0-1 0 0,0 0 0 0 0,0 1 0 0 0,1 0 1 0 0,0 0-1 0 0,1 1 0 0 0,0-1 0 0 0,0 1 1 0 0,-5 15-1 0 0,1 0 2 0 0,2 0-1 0 0,0 1 1 0 0,-3 32 0 0 0,9-52-53 0 0,0 1-50 0 0,1 14-30 0 0,-1-14-45 0 0,5-6-417 0 0,0 0 423 0 0,0 0 0 0 0,0-1 0 0 0,-1 1 0 0 0,1-1 0 0 0,0 0 0 0 0,-1 0 0 0 0,0 0-1 0 0,1-1 1 0 0,-1 0 0 0 0,0 0 0 0 0,0 0 0 0 0,0 0 0 0 0,-1 0 0 0 0,1-1 0 0 0,4-5 0 0 0,8-11-175 0 0,26-41 0 0 0,-40 58 266 0 0,8-14 138 0 0,-1 0 1 0 0,-1-1-1 0 0,0 0 0 0 0,-1-1 1 0 0,-1 0-1 0 0,-1 0 0 0 0,-1 0 1 0 0,-1-1-1 0 0,0 1 0 0 0,-2-1 0 0 0,0-22 1 0 0,-2 8 332 0 0,-2 0 0 0 0,-1 0 0 0 0,-2 1 1 0 0,-1 0-1 0 0,-18-51 0 0 0,24 80-127 0 0,-3 6-262 0 0,2-2-42 0 0,0 1 1 0 0,1 0 0 0 0,-1 1 0 0 0,1-1 0 0 0,-1 0 0 0 0,0 0 0 0 0,1 1 0 0 0,0-1 0 0 0,-1 1 0 0 0,1-1 0 0 0,0 1 0 0 0,0-1 0 0 0,0 1 0 0 0,0 0-1 0 0,0 0 1 0 0,0-1 0 0 0,0 1 0 0 0,1 0 0 0 0,-1 0 0 0 0,1 0 0 0 0,-1 0 0 0 0,1 3 0 0 0,-5 23 49 0 0,0 0 0 0 0,3 0 0 0 0,0 54 1 0 0,18 81 28 0 0,-13-142-458 0 0,1 0 1 0 0,0 0-1 0 0,2 0 1 0 0,0-1-1 0 0,2 1 1 0 0,13 26-1 0 0,-19-44 99 0 0,0 0 0 0 0,0-1 0 0 0,0 1 0 0 0,0-1 1 0 0,1 0-1 0 0,-1 0 0 0 0,1 0 0 0 0,-1 0 0 0 0,1 0 0 0 0,0 0 0 0 0,0-1 0 0 0,0 1 0 0 0,0-1 0 0 0,5 2 0 0 0,-5-2-269 0 0,0 0 0 0 0,0-1 0 0 0,0 1 0 0 0,0-1 0 0 0,0 0 0 0 0,0 0 0 0 0,0 0 0 0 0,0 0 0 0 0,0 0-1 0 0,6-2 1 0 0,18-6-4481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22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22 3232 0 0,'0'-3'1354'0'0,"0"2"-1270"0"0,1 1 1 0 0,-1-1 0 0 0,0 1-1 0 0,0-1 1 0 0,0 1 0 0 0,0-1-1 0 0,0 1 1 0 0,1-1 0 0 0,-1 0-1 0 0,0 1 1 0 0,0-1 0 0 0,0 1-1 0 0,-1-1 1 0 0,1 1 0 0 0,0-1-1 0 0,0 1 1 0 0,0-1 0 0 0,0 1-1 0 0,0-1 1 0 0,-1 1 0 0 0,1-1-1 0 0,0 1 1 0 0,0-1 0 0 0,-1 1-1 0 0,1-1 1 0 0,0 1 0 0 0,-1 0-1 0 0,1-1 1 0 0,0 1 0 0 0,-1-1-1 0 0,1 1 1 0 0,-1 0 0 0 0,1 0-1 0 0,-1-1 1 0 0,1 1 0 0 0,-1 0-1 0 0,1 0 1 0 0,-1-1 0 0 0,1 1-1 0 0,-1 0 1 0 0,1 0 0 0 0,-1 0-1 0 0,1 0 1 0 0,-1 0 0 0 0,1 0-1 0 0,-1 0 1 0 0,1 0 0 0 0,-1 0-1 0 0,1 0 1 0 0,-1 0 0 0 0,1 0-1 0 0,-1 0 1 0 0,0 0 0 0 0,1 0-1 0 0,-1 1 1 0 0,1-1 0 0 0,-1 0-1 0 0,1 0 1 0 0,-1 1 0 0 0,-3 1 61 0 0,0 0-1 0 0,1 0 1 0 0,-1 1 0 0 0,1 0 0 0 0,-1-1 0 0 0,1 1-1 0 0,0 0 1 0 0,0 0 0 0 0,0 1 0 0 0,-3 4 0 0 0,2-3 22 0 0,1 1 0 0 0,0-1 0 0 0,0 1 0 0 0,0 0 0 0 0,1 0 0 0 0,0 0 0 0 0,0 1 0 0 0,-2 9 0 0 0,4-12-84 0 0,-1 0-1 0 0,1 0 1 0 0,0 0 0 0 0,0 0 0 0 0,1 0-1 0 0,-1 0 1 0 0,1 0 0 0 0,-1 0 0 0 0,1-1 0 0 0,1 1-1 0 0,-1 0 1 0 0,0 0 0 0 0,1-1 0 0 0,0 1-1 0 0,0-1 1 0 0,0 0 0 0 0,0 1 0 0 0,4 3-1 0 0,35 34 575 0 0,-38-38-656 0 0,-3 3-12 0 0,1-5-24 0 0,-1 1 0 0 0,0-1 0 0 0,0 1 0 0 0,0 0-1 0 0,0-1 1 0 0,0 1 0 0 0,0-1 0 0 0,-1 1-1 0 0,1-1 1 0 0,0 1 0 0 0,-1-1 0 0 0,1 1-1 0 0,-1-1 1 0 0,1 1 0 0 0,-1-1 0 0 0,0 0 0 0 0,0 1-1 0 0,0-1 1 0 0,1 0 0 0 0,-1 0 0 0 0,0 1-1 0 0,-1-1 1 0 0,0 1 0 0 0,-9 7-865 0 0,-1 0 0 0 0,1-1 0 0 0,-1-1 1 0 0,-1 0-1 0 0,0-1 0 0 0,1 0 0 0 0,-20 6 0 0 0,17-7-606 0 0,-21 9-3961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7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 1 2456 0 0,'-2'2'1508'0'0,"-9"11"3159"0"0,8-11-4107 0 0,-5 10-93 0 0,6-9-49 0 0,-1-1-35 0 0,-24 20 1028 0 0,25-20-822 0 0,-19 10 965 0 0,18-10-1294 0 0,2-2-237 0 0,1 0-1 0 0,-1 1 0 0 0,1-1 0 0 0,-1 0 1 0 0,0 0-1 0 0,1 1 0 0 0,-1-1 1 0 0,0 0-1 0 0,0 0 0 0 0,1 0 1 0 0,-1 0-1 0 0,0 0 0 0 0,1 0 0 0 0,-1 0 1 0 0,0 0-1 0 0,0 0 0 0 0,1 0 1 0 0,-1 0-1 0 0,0-1 0 0 0,1 1 0 0 0,-1 0 1 0 0,0 0-1 0 0,1-1 0 0 0,-1 1 1 0 0,1-1-1 0 0,-1 1 0 0 0,0 0 1 0 0,1-1-1 0 0,-1 1 0 0 0,1-1 0 0 0,-1 1 1 0 0,1-1-1 0 0,-1 1 0 0 0,1-1 1 0 0,0 1-1 0 0,-1-1 0 0 0,1 0 0 0 0,0 1 1 0 0,-1-1-1 0 0,1-1 0 0 0,-2 0 78 0 0,4-2-79 0 0,-1 1-25 0 0,1 0 1 0 0,0 1-1 0 0,0-1 0 0 0,-1 1 1 0 0,2-1-1 0 0,-1 1 0 0 0,0 0 1 0 0,0 0-1 0 0,1-1 0 0 0,-1 2 1 0 0,1-1-1 0 0,-1 0 0 0 0,1 0 1 0 0,0 1-1 0 0,0 0 0 0 0,0-1 1 0 0,0 1-1 0 0,0 0 0 0 0,0 1 1 0 0,0-1-1 0 0,4 0 0 0 0,37 2 9 0 0,-37 1 0 0 0,-1 2 0 0 0,1-2-12 0 0,-1 0 1 0 0,1 1-1 0 0,-1 0 1 0 0,0 0-1 0 0,0 0 0 0 0,0 1 1 0 0,-1 0-1 0 0,1 0 1 0 0,-1 1-1 0 0,0-1 1 0 0,0 1-1 0 0,-1 0 0 0 0,1 1 1 0 0,4 6-1 0 0,-3-3-39 0 0,-1 1 1 0 0,1-1-1 0 0,-2 1 1 0 0,1 0-1 0 0,-1 1 0 0 0,-1-1 1 0 0,3 13-1 0 0,-5-15 33 0 0,0 1 0 0 0,-1 0 0 0 0,0-1 0 0 0,-1 1 0 0 0,1-1 0 0 0,-1 1 0 0 0,-1-1 0 0 0,0 0-1 0 0,0 1 1 0 0,-1-1 0 0 0,0 0 0 0 0,-4 9 0 0 0,0-2 3 0 0,-1-1-1 0 0,-1 0 1 0 0,0 0-1 0 0,-1-1 1 0 0,-12 13-1 0 0,11-14 8 0 0,-1 0-1 0 0,0-1 1 0 0,-15 10 0 0 0,22-17-41 0 0,0-1 0 0 0,0 0 1 0 0,0 0-1 0 0,-1 0 1 0 0,1-1-1 0 0,-1 0 1 0 0,0 0-1 0 0,0 0 1 0 0,1-1-1 0 0,-1 0 1 0 0,-10 1-1 0 0,13-2 11 0 0,0 0 0 0 0,0-1-1 0 0,0 1 1 0 0,0-1-1 0 0,0 0 1 0 0,0 0 0 0 0,0 0-1 0 0,0 0 1 0 0,1-1-1 0 0,-1 1 1 0 0,0-1 0 0 0,1 1-1 0 0,-1-1 1 0 0,1 0 0 0 0,0 0-1 0 0,0 0 1 0 0,0 0-1 0 0,0-1 1 0 0,0 1 0 0 0,0-1-1 0 0,0 1 1 0 0,1-1-1 0 0,-1 1 1 0 0,1-1 0 0 0,-1 0-1 0 0,1 0 1 0 0,-1-5-1 0 0,1 4 20 0 0,0 0 0 0 0,0 0 0 0 0,0-1 0 0 0,1 1 0 0 0,-1 0 0 0 0,1-1 0 0 0,0 1-1 0 0,0 0 1 0 0,1 0 0 0 0,-1-1 0 0 0,1 1 0 0 0,0 0 0 0 0,0 0 0 0 0,1 0 0 0 0,-1 0-1 0 0,1 0 1 0 0,0 0 0 0 0,0 0 0 0 0,0 0 0 0 0,5-6 0 0 0,-2 4 22 0 0,-4 4-5 0 0,1 0-1 0 0,0-1 1 0 0,0 1-1 0 0,0 0 0 0 0,0 0 1 0 0,1 0-1 0 0,-1 0 1 0 0,0 0-1 0 0,5-1 1 0 0,-1 0-19 0 0,0 1 0 0 0,1 0 0 0 0,-1 0 0 0 0,1 0 1 0 0,-1 1-1 0 0,1 0 0 0 0,-1 1 0 0 0,11-1 1 0 0,-5 2 12 0 0,0 0 1 0 0,0 0-1 0 0,0 1 1 0 0,0 1-1 0 0,-1 0 1 0 0,1 1-1 0 0,-1 0 1 0 0,22 11-1 0 0,-12-4-320 0 0,-1 1 1 0 0,-1 1-1 0 0,29 24 0 0 0,-13-14-2472 0 0,-32-21 1777 0 0,1-1-1264 0 0,11 1 350 0 0,-11-1-1356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7.7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 3240 0 0,'0'0'4892'0'0,"-3"2"-4422"0"0,2-1-409 0 0,-1 1 0 0 0,1-1 1 0 0,0 1-1 0 0,0 0 0 0 0,0-1 0 0 0,0 1 0 0 0,0 0 0 0 0,0 0 1 0 0,0-1-1 0 0,1 1 0 0 0,-1 0 0 0 0,0 0 0 0 0,1 0 0 0 0,0 0 1 0 0,-1 0-1 0 0,1 0 0 0 0,0 0 0 0 0,0 0 0 0 0,0 0 0 0 0,0 0 1 0 0,1 0-1 0 0,-1 0 0 0 0,0 0 0 0 0,1 0 0 0 0,-1 0 0 0 0,1 0 1 0 0,0-1-1 0 0,0 1 0 0 0,0 0 0 0 0,2 3 0 0 0,1 2-14 0 0,0 1 0 0 0,0-1 0 0 0,1 0 1 0 0,0-1-1 0 0,0 1 0 0 0,1-1 0 0 0,0 0 0 0 0,0-1 0 0 0,0 1 0 0 0,1-1 0 0 0,0 0 0 0 0,0-1 0 0 0,0 0 0 0 0,0 0 0 0 0,1 0 0 0 0,12 4 0 0 0,-15-7 17 0 0,0-1-58 0 0,13 2 26 0 0,-13-1 204 0 0,-7 3-216 0 0,-3 7 31 0 0,-1-1 0 0 0,-1 1 1 0 0,0-1-1 0 0,-13 16 0 0 0,9-13 13 0 0,1 0 0 0 0,-15 28 0 0 0,19-29-207 0 0,0-1 0 0 0,1 2 0 0 0,1-1 0 0 0,0 0 0 0 0,1 1 0 0 0,0 0 0 0 0,1 0 0 0 0,0 0 0 0 0,1 0 0 0 0,1 23 0 0 0,1-31-401 0 0,-1 0 1 0 0,1 0-1 0 0,0 0 1 0 0,1-1-1 0 0,-1 1 0 0 0,1-1 1 0 0,0 1-1 0 0,0-1 1 0 0,1 1-1 0 0,2 3 0 0 0,-4-6 168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8.5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73 5352 0 0,'-1'-6'1721'0'0,"-3"-40"2185"0"0,3 42-2887 0 0,1 0-389 0 0,0-9 1031 0 0,8 35-1268 0 0,9 39-343 0 0,8 96 243 0 0,8 32-3948 0 0,-32-185 2735 0 0,8 12-9490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8.7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24 200 2820 0 0,'0'0'3071'0'0,"-4"-2"-1942"0"0,-15-6 1074 0 0,24-11-1260 0 0,0 11-609 0 0,18-9-171 0 0,0 1 0 0 0,1 1-1 0 0,1 1 1 0 0,0 2 0 0 0,1 0 0 0 0,32-9-1 0 0,-5 4-1511 0 0,1 2 0 0 0,65-8 0 0 0,-107 23-1431 0 0,26 1-1992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8.9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15 155 2808 0 0,'-1'1'29'0'0,"-11"34"4164"0"0,11-34-4117 0 0,1 0 0 0 0,0 0 1 0 0,0 0-1 0 0,0 0 0 0 0,0 0 1 0 0,0 0-1 0 0,0 0 0 0 0,0 0 0 0 0,0 0 1 0 0,0 0-1 0 0,0 0 0 0 0,1 0 0 0 0,-1 0 1 0 0,0 0-1 0 0,1-1 0 0 0,-1 1 1 0 0,1 0-1 0 0,-1 0 0 0 0,1 0 0 0 0,-1 0 1 0 0,1-1-1 0 0,-1 1 0 0 0,1 0 1 0 0,0 0-1 0 0,-1-1 0 0 0,1 1 0 0 0,0-1 1 0 0,0 1-1 0 0,0 0 0 0 0,-1-1 0 0 0,1 0 1 0 0,0 1-1 0 0,0-1 0 0 0,0 1 1 0 0,0-1-1 0 0,0 0 0 0 0,0 0 0 0 0,0 0 1 0 0,1 1-1 0 0,15 0 105 0 0,1 0 0 0 0,-1-1 1 0 0,1-1-1 0 0,-1-1 0 0 0,1 0 0 0 0,24-8 1 0 0,108-35-108 0 0,-149 45-76 0 0,58-21-997 0 0,64-32-1 0 0,-91 36-1715 0 0,48-33-1 0 0,-54 30-1236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9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37 3940 0 0,'-15'-37'7098'0'0,"14"41"-6640"0"0,-1 2-288 0 0,0 0-1 0 0,1 0 0 0 0,0 0 0 0 0,0 0 0 0 0,1 1 1 0 0,0-1-1 0 0,0 0 0 0 0,1 13 0 0 0,12 63 534 0 0,-7-50-424 0 0,10 98 642 0 0,-11-79-510 0 0,2-1 0 0 0,2 0-1 0 0,18 58 1 0 0,-24-102-425 0 0,0 1 1 0 0,0-1 0 0 0,0 0-1 0 0,1 0 1 0 0,0-1-1 0 0,0 1 1 0 0,0-1 0 0 0,1 0-1 0 0,0 0 1 0 0,7 6 0 0 0,-8-9-394 0 0,1-1-159 0 0,2-1-11 0 0,0-1 0 0 0,0 1 0 0 0,0-1 0 0 0,11-3 0 0 0,-14 3-165 0 0,0 0-1 0 0,-1 0 0 0 0,1-1 0 0 0,0 1 0 0 0,-1-1 1 0 0,0 0-1 0 0,1 0 0 0 0,3-3 0 0 0,13-14-5092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39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0 149 4232 0 0,'0'0'4897'0'0,"24"-25"-4593"0"0,-3 14-180 0 0,10-2-232 0 0,0-2-120 0 0,3 2-244 0 0,0-3-604 0 0,-1-2-120 0 0,2-1-909 0 0,0 0-2227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0.7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20 4300 0 0,'1'-4'1422'0'0,"1"-11"4067"0"0,-8 37-4348 0 0,-5 34-1350 0 0,8-35 270 0 0,0 1 0 0 0,2 0 1 0 0,0 0-1 0 0,2 0 0 0 0,0 0 0 0 0,8 38 0 0 0,-8-56-55 0 0,-1-2-2 0 0,1-1 0 0 0,0 1-1 0 0,0 0 1 0 0,0 0 0 0 0,0-1 0 0 0,0 1-1 0 0,0-1 1 0 0,0 1 0 0 0,0-1-1 0 0,0 1 1 0 0,1-1 0 0 0,-1 0 0 0 0,1 1-1 0 0,-1-1 1 0 0,1 0 0 0 0,-1 0 0 0 0,1 0-1 0 0,0 0 1 0 0,2 0 0 0 0,-1 1 10 0 0,16-6 10 0 0,-13 2-23 0 0,-1 0 0 0 0,1 0 1 0 0,0-1-1 0 0,-1 0 0 0 0,1 0 0 0 0,-1-1 1 0 0,0 0-1 0 0,0 0 0 0 0,-1 0 0 0 0,1 0 1 0 0,6-9-1 0 0,-4 6 19 0 0,-1 1-43 0 0,0-1 1 0 0,-1 0-1 0 0,9-14 1 0 0,2-3-141 0 0,-14 21 126 0 0,0 4 45 0 0,0 1 0 0 0,-1-1 0 0 0,1 1-1 0 0,-1-1 1 0 0,1 1 0 0 0,-1-1 0 0 0,0 1 0 0 0,0 0 0 0 0,0 0-1 0 0,2 3 1 0 0,3 7 6 0 0,20 22 25 0 0,-24-31-61 0 0,2-2-40 0 0,9 6-28 0 0,-9-6-18 0 0,0-1 20 0 0,4-1 112 0 0,1-1-1 0 0,0 0 1 0 0,-1 0-1 0 0,0-1 1 0 0,1 0-1 0 0,-1 0 1 0 0,-1-1-1 0 0,1 0 1 0 0,0-1-1 0 0,-1 0 1 0 0,0 0-1 0 0,0 0 1 0 0,0-1-1 0 0,-1 0 1 0 0,0 0-1 0 0,0 0 1 0 0,0-1-1 0 0,-1 0 1 0 0,0 0-1 0 0,7-15 1 0 0,-10 19 10 0 0,-1 0 0 0 0,0 0 1 0 0,0 0-1 0 0,-1-1 0 0 0,1 1 1 0 0,0 0-1 0 0,-1 0 0 0 0,0 0 0 0 0,0-1 1 0 0,0 1-1 0 0,0 0 0 0 0,0 0 1 0 0,-2-6-1 0 0,2 6 6 0 0,-1-2-42 0 0,0 1 0 0 0,-1 0 0 0 0,1 0 0 0 0,-1-1 0 0 0,0 1 0 0 0,0 0 0 0 0,0 1 0 0 0,0-1 1 0 0,0 0-1 0 0,-1 1 0 0 0,-5-6 0 0 0,6 7-2 0 0,0-1-114 0 0,0 1-1 0 0,0 0 0 0 0,0 0 1 0 0,-1 0-1 0 0,1 0 1 0 0,-1 0-1 0 0,0 1 0 0 0,0-1 1 0 0,1 1-1 0 0,-1-1 1 0 0,0 1-1 0 0,0 0 0 0 0,0 0 1 0 0,0 1-1 0 0,0-1 1 0 0,0 1-1 0 0,-1-1 0 0 0,1 1 1 0 0,-6 0-1 0 0,7 0-300 0 0,-1 1 0 0 0,0-1 0 0 0,0 1 0 0 0,1 0 0 0 0,-1 0 0 0 0,0-1 0 0 0,1 2 0 0 0,-1-1 0 0 0,1 0 0 0 0,-1 0 0 0 0,1 1 0 0 0,-1 0 0 0 0,-2 2-1 0 0,-14 14-4492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1.6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168 60 4980 0 0,'1'-2'307'0'0,"-1"0"0"0"0,1 1-1 0 0,-1-1 1 0 0,1 1-1 0 0,-1-1 1 0 0,0 0-1 0 0,1 1 1 0 0,-1-1-1 0 0,0 0 1 0 0,0 0-1 0 0,-1 1 1 0 0,1-1-1 0 0,0 0 1 0 0,0 1 0 0 0,-1-1-1 0 0,1 1 1 0 0,-1-1-1 0 0,1 0 1 0 0,-1 1-1 0 0,0-1 1 0 0,-1-2-1 0 0,-11-5-48 0 0,10 7 68 0 0,-16 6 154 0 0,15-3-427 0 0,1 0 1 0 0,-1 0-1 0 0,0 1 0 0 0,1-1 1 0 0,0 1-1 0 0,-1 0 0 0 0,1 0 1 0 0,0 0-1 0 0,0 0 1 0 0,0 0-1 0 0,0 1 0 0 0,0 0 1 0 0,1-1-1 0 0,-3 5 0 0 0,0-1 16 0 0,0 1-1 0 0,1-1 0 0 0,0 1 1 0 0,-6 15-1 0 0,-7 44 173 0 0,16-63-235 0 0,2 2 22 0 0,2 12 4 0 0,-2-13-26 0 0,-1-4-8 0 0,0 1 0 0 0,1-1 0 0 0,-1 0 0 0 0,0 0 0 0 0,1 0 0 0 0,-1 0 1 0 0,0 0-1 0 0,0 1 0 0 0,1-1 0 0 0,-1 0 0 0 0,0 0 0 0 0,0 0 0 0 0,1 1 0 0 0,-1-1 0 0 0,0 0 0 0 0,0 0 0 0 0,0 1 0 0 0,1-1 0 0 0,-1 0 0 0 0,0 0 0 0 0,0 1 0 0 0,0-1 0 0 0,0 0 0 0 0,0 1 0 0 0,0-1 0 0 0,1 0 0 0 0,-1 1 0 0 0,0-1 0 0 0,0 0 0 0 0,0 1 0 0 0,0 0-4 0 0,0 0 1 0 0,0-1-1 0 0,1 1 0 0 0,-1 0 0 0 0,0 0 1 0 0,1 0-1 0 0,-1-1 0 0 0,0 1 0 0 0,1 0 0 0 0,-1 0 1 0 0,1-1-1 0 0,0 1 0 0 0,-1 0 0 0 0,1-1 1 0 0,-1 1-1 0 0,1-1 0 0 0,0 1 0 0 0,-1-1 0 0 0,2 1 1 0 0,12 6-47 0 0,-11-6-16 0 0,2-1-56 0 0,1 0 141 0 0,-1 0 1 0 0,1-1-1 0 0,-1 0 0 0 0,0-1 0 0 0,0 1 0 0 0,1-1 0 0 0,-1 0 0 0 0,0 0 1 0 0,0 0-1 0 0,-1-1 0 0 0,1 0 0 0 0,7-5 0 0 0,-9 6 72 0 0,0-1-1 0 0,0 0 1 0 0,0 0 0 0 0,0 0-1 0 0,0 0 1 0 0,-1-1-1 0 0,1 1 1 0 0,-1-1 0 0 0,0 1-1 0 0,0-1 1 0 0,0 0-1 0 0,-1 0 1 0 0,1 0 0 0 0,-1 0-1 0 0,0 0 1 0 0,0 0-1 0 0,0 0 1 0 0,-1 0 0 0 0,1-5-1 0 0,-1 5-113 0 0,0-1 70 0 0,0 0 1 0 0,0-1-1 0 0,-1 1 1 0 0,0-1-1 0 0,-2-8 0 0 0,2 12-50 0 0,1 0 0 0 0,-1 0 0 0 0,0-1 0 0 0,0 1-1 0 0,-1 0 1 0 0,1 0 0 0 0,0 0 0 0 0,-1 0 0 0 0,1 0-1 0 0,-1 1 1 0 0,0-1 0 0 0,0 0 0 0 0,1 1 0 0 0,-1-1-1 0 0,0 1 1 0 0,0 0 0 0 0,0-1 0 0 0,-1 1 0 0 0,1 0-1 0 0,-4-1 1 0 0,-1 1-269 0 0,0-1 0 0 0,-1 2-1 0 0,1-1 1 0 0,0 1 0 0 0,0 0-1 0 0,-1 1 1 0 0,1-1 0 0 0,0 1 0 0 0,0 1-1 0 0,0-1 1 0 0,0 1 0 0 0,0 1-1 0 0,0-1 1 0 0,1 1 0 0 0,-1 0-1 0 0,1 1 1 0 0,0 0 0 0 0,0 0 0 0 0,-7 6-1 0 0,10-8-452 0 0,7 4-4363 0 0,-4-5 5064 0 0,0-1 0 0 0,0 1 1 0 0,0-1-1 0 0,0 0 0 0 0,0 1 0 0 0,0-1 0 0 0,0 1 1 0 0,0-1-1 0 0,0 0 0 0 0,0 1 0 0 0,1-1 0 0 0,-1 1 0 0 0,0-1 1 0 0,0 0-1 0 0,0 1 0 0 0,1-1 0 0 0,-1 0 0 0 0,0 1 0 0 0,0-1 1 0 0,1 0-1 0 0,-1 0 0 0 0,0 1 0 0 0,1-1 0 0 0,-1 0 0 0 0,0 0 1 0 0,1 1-1 0 0,-1-1 0 0 0,0 0 0 0 0,1 0 0 0 0,-1 0 0 0 0,1 0 1 0 0,-1 0-1 0 0,0 1 0 0 0,1-1 0 0 0,-1 0 0 0 0,1 0 0 0 0,-1 0 1 0 0,0 0-1 0 0,1 0 0 0 0,-1 0 0 0 0,1 0 0 0 0,75-25 2292 0 0,-57 17-1607 0 0,1 1-1 0 0,0 1 1 0 0,1 1 0 0 0,-1 0 0 0 0,1 2-1 0 0,25-1 1 0 0,-33 4-382 0 0,0 1-1 0 0,23 5 1 0 0,-28-5-210 0 0,4 2 9 0 0,-1 0 0 0 0,0 0-1 0 0,0 1 1 0 0,-1 0 0 0 0,1 1-1 0 0,-1 0 1 0 0,0 0 0 0 0,0 1-1 0 0,-1 1 1 0 0,0 0 0 0 0,0 0-1 0 0,0 1 1 0 0,7 9 0 0 0,-13-15-53 0 0,-1 1-1 0 0,-1 0 1 0 0,1-1 0 0 0,0 1 0 0 0,-1 0 0 0 0,1 0 0 0 0,-1 1-1 0 0,0-1 1 0 0,0 0 0 0 0,0 0 0 0 0,-1 0 0 0 0,1 5-1 0 0,0-4-5 0 0,0 0 79 0 0,-2 1 24 0 0,1-2-51 0 0,0 1 0 0 0,0-1 0 0 0,-1 0 1 0 0,0 1-1 0 0,0-1 0 0 0,0 0 0 0 0,0 1 0 0 0,0-1 0 0 0,-1 0 0 0 0,1 0 0 0 0,-1 0 0 0 0,0 0 0 0 0,0 0 0 0 0,0 0 1 0 0,0-1-1 0 0,0 1 0 0 0,-1-1 0 0 0,1 0 0 0 0,-1 1 0 0 0,0-1 0 0 0,0 0 0 0 0,1 0 0 0 0,-7 2 0 0 0,7-2 0 0 0,0-1 0 0 0,-1 0-1 0 0,1 0 1 0 0,-1 0-1 0 0,1 0 1 0 0,-1 0 0 0 0,1-1-1 0 0,-1 1 1 0 0,1-1-1 0 0,-1 0 1 0 0,0 1 0 0 0,1-1-1 0 0,-1 0 1 0 0,0-1-1 0 0,1 1 1 0 0,-1 0 0 0 0,1-1-1 0 0,-1 1 1 0 0,1-1-1 0 0,-1 0 1 0 0,1 0 0 0 0,-1 0-1 0 0,1 0 1 0 0,0 0-1 0 0,-1-1 1 0 0,1 1 0 0 0,0-1-1 0 0,0 0 1 0 0,-3-2 0 0 0,3 2-54 0 0,1 0 1 0 0,-1-1-1 0 0,0 1 1 0 0,1-1-1 0 0,-1 0 1 0 0,1 1 0 0 0,0-1-1 0 0,0 0 1 0 0,0 0-1 0 0,0 0 1 0 0,0 0-1 0 0,1 0 1 0 0,-1 0-1 0 0,1-5 1 0 0,-1 6-8 0 0,1-3-18 0 0,0 0-1 0 0,0 0 1 0 0,0 0 0 0 0,1 0-1 0 0,-1 0 1 0 0,1 0 0 0 0,0 0-1 0 0,1 0 1 0 0,-1 0 0 0 0,1 0-1 0 0,0 1 1 0 0,0-1 0 0 0,0 1-1 0 0,5-7 1 0 0,0 1-150 0 0,1 0 1 0 0,-1 1-1 0 0,1 0 0 0 0,15-13 0 0 0,-16 17-283 0 0,-1 0 0 0 0,1 0 0 0 0,-1 0 0 0 0,2 1 0 0 0,-1 0 0 0 0,0 1 0 0 0,1-1 0 0 0,-1 1-1 0 0,1 1 1 0 0,0 0 0 0 0,0 0 0 0 0,15-2 0 0 0,-18 4-371 0 0,13 8-930 0 0,-14-7 715 0 0,7 14-2127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1.8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57 3712 0 0,'0'-23'1913'0'0,"0"19"-326"0"0,0-1-332 0 0,1-14-377 0 0,0 14 3244 0 0,1 9-3543 0 0,18 41 128 0 0,-1 1 0 0 0,13 53 0 0 0,-11-34-421 0 0,20 69-1467 0 0,-20-48-3239 0 0,-13-63-769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2.3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172 61 2256 0 0,'-11'-13'1584'0'0,"9"11"-263"0"0,-2 1-238 0 0,-3 1-797 0 0,-1 0 1 0 0,0 1 0 0 0,1 0-1 0 0,-1 0 1 0 0,0 1-1 0 0,1 0 1 0 0,0 0 0 0 0,-1 0-1 0 0,1 1 1 0 0,0 0-1 0 0,0 1 1 0 0,1 0-1 0 0,-1 0 1 0 0,1 0 0 0 0,0 1-1 0 0,0 0 1 0 0,-9 9-1 0 0,13-12-223 0 0,0 1-1 0 0,0 0 1 0 0,0-1-1 0 0,1 1 0 0 0,-1 0 1 0 0,1 0-1 0 0,0 0 1 0 0,-1 0-1 0 0,1 0 1 0 0,1 0-1 0 0,-2 6 0 0 0,1-5 3 0 0,1-1 123 0 0,1-1-164 0 0,-1 0 0 0 0,1 0 1 0 0,0 0-1 0 0,0 0 0 0 0,-1 0 0 0 0,1 0 1 0 0,-1 0-1 0 0,0 0 0 0 0,1 3 0 0 0,0-3-39 0 0,0 0-1 0 0,0 0 0 0 0,0 0 0 0 0,0 0 1 0 0,1 0-1 0 0,-1-1 0 0 0,1 1 0 0 0,0 0 1 0 0,-1-1-1 0 0,1 1 0 0 0,0-1 0 0 0,0 0 1 0 0,0 0-1 0 0,0 1 0 0 0,0-1 0 0 0,0 0 1 0 0,0-1-1 0 0,0 1 0 0 0,3 1 0 0 0,-4-2-11 0 0,6 2-199 0 0,0-1-1 0 0,0 1 1 0 0,0-1 0 0 0,0-1 0 0 0,0 1 0 0 0,0-1 0 0 0,0-1-1 0 0,0 1 1 0 0,0-1 0 0 0,-1 0 0 0 0,1-1 0 0 0,0 1 0 0 0,7-4 0 0 0,11-3-498 0 0,0 0 1 0 0,0-2 0 0 0,-1-1 0 0 0,31-19-1 0 0,-40 21 1039 0 0,0-1 0 0 0,0-1 1 0 0,-1 0-1 0 0,-1-1 0 0 0,0-1 0 0 0,-1 0 0 0 0,12-17 0 0 0,-22 28 592 0 0,-2 1-879 0 0,1 0-1 0 0,-1 1 1 0 0,0-1-1 0 0,0 0 1 0 0,0 0-1 0 0,0 1 1 0 0,0-1-1 0 0,0 0 0 0 0,-1 1 1 0 0,1-1-1 0 0,0 0 1 0 0,0 1-1 0 0,0-1 1 0 0,-1 0-1 0 0,1 1 0 0 0,0-1 1 0 0,-1 0-1 0 0,1 1 1 0 0,0-1-1 0 0,-1 1 1 0 0,1-1-1 0 0,-1 1 1 0 0,1-1-1 0 0,-1 1 0 0 0,1-1 1 0 0,-1 1-1 0 0,1-1 1 0 0,-1 1-1 0 0,-1-1 1 0 0,1 1 1 0 0,0 0 1 0 0,-1 0-1 0 0,1 0 1 0 0,0 0 0 0 0,-1 0-1 0 0,1 1 1 0 0,0-1 0 0 0,0 0-1 0 0,0 1 1 0 0,-1-1-1 0 0,1 1 1 0 0,0-1 0 0 0,0 1-1 0 0,-2 1 1 0 0,-1 0 44 0 0,-1 1 0 0 0,1 0 0 0 0,1 1 0 0 0,-1-1 0 0 0,0 1 0 0 0,1-1 0 0 0,-5 7 0 0 0,7-6-48 0 0,0-1 1 0 0,-1 0-1 0 0,2 1 0 0 0,-1-1 0 0 0,0 0 1 0 0,1 1-1 0 0,-1-1 0 0 0,1 1 1 0 0,0-1-1 0 0,0 1 0 0 0,1-1 1 0 0,-1 1-1 0 0,1-1 0 0 0,-1 0 0 0 0,1 1 1 0 0,0-1-1 0 0,0 0 0 0 0,1 0 1 0 0,-1 1-1 0 0,1-1 0 0 0,3 4 1 0 0,1 3 79 0 0,0-2-1 0 0,1 1 1 0 0,0-1 0 0 0,1 0 0 0 0,-1-1 0 0 0,15 11 0 0 0,25 29 164 0 0,-45-44-204 0 0,-4 2-36 0 0,0-1-32 0 0,0 1-1 0 0,-1-1 0 0 0,1 0 1 0 0,-1 0-1 0 0,0 0 1 0 0,0 0-1 0 0,-1 0 1 0 0,1 0-1 0 0,-1-1 1 0 0,1 0-1 0 0,-7 4 0 0 0,0 0-39 0 0,-1 0-1 0 0,0-2 0 0 0,0 1 0 0 0,-14 4 1 0 0,-52 12-1990 0 0,10-12-3451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3.0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 31 3700 0 0,'0'0'2135'0'0,"-1"-3"-475"0"0,-10-20 1851 0 0,10 22-3443 0 0,1 1 1 0 0,-1-1-1 0 0,1 1 0 0 0,-1 0 0 0 0,0-1 0 0 0,1 1 0 0 0,-1 0 0 0 0,1-1 0 0 0,-1 1 1 0 0,0 0-1 0 0,1 0 0 0 0,-1-1 0 0 0,1 1 0 0 0,-1 0 0 0 0,0 0 0 0 0,1 0 0 0 0,-1 0 1 0 0,0 0-1 0 0,1 0 0 0 0,-1 0 0 0 0,0 0 0 0 0,1 0 0 0 0,-1 0 0 0 0,0 1 1 0 0,1-1-1 0 0,-1 0 0 0 0,0 0 0 0 0,1 1 0 0 0,-1-1 0 0 0,1 0 0 0 0,-1 1 0 0 0,0 0 1 0 0,-4 7 241 0 0,-1 21-159 0 0,1 1 1 0 0,2 0-1 0 0,1 0 1 0 0,1 0 0 0 0,5 44-1 0 0,31 157-83 0 0,-25-182-764 0 0,2-1 0 0 0,2 0-1 0 0,2 0 1 0 0,32 64 0 0 0,-43-101-532 0 0,1-2 861 0 0,2-2-4326 0 0,7 3-40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3.3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21 217 2560 0 0,'0'0'2158'0'0,"-4"0"-1289"0"0,4 0-877 0 0,-15-6 1364 0 0,14-1 392 0 0,15-3-803 0 0,73-30-186 0 0,158-48 1 0 0,-11 29-3010 0 0,-226 57 1805 0 0,10-1-3337 0 0,4 1-848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3.5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29 197 3700 0 0,'-4'2'1566'0'0,"2"0"-1370"0"0,-14 11 1777 0 0,9-4 1688 0 0,81-22-3263 0 0,131-42-1 0 0,-68 16-515 0 0,115-25-1531 0 0,-82 23-3935 0 0,-126 30 1084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4.1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229 163 3212 0 0,'0'-2'59'0'0,"3"-4"344"0"0,-1 0 0 0 0,0-1 0 0 0,0 1-1 0 0,-1-1 1 0 0,0 0 0 0 0,0 1 0 0 0,0-1 0 0 0,-1 0 0 0 0,0 0 0 0 0,0 1 0 0 0,-1-1 0 0 0,-1-7 0 0 0,0 9-275 0 0,0 0 0 0 0,0 0 0 0 0,0 0 0 0 0,0 0-1 0 0,-1 0 1 0 0,0 1 0 0 0,0-1 0 0 0,0 1 0 0 0,-5-6 0 0 0,6 9-81 0 0,0-1 1 0 0,-1 1-1 0 0,1-1 0 0 0,0 1 0 0 0,-1 0 0 0 0,1-1 0 0 0,0 1 1 0 0,-1 0-1 0 0,1 1 0 0 0,-1-1 0 0 0,0 0 0 0 0,1 1 0 0 0,-1 0 1 0 0,1-1-1 0 0,-1 1 0 0 0,0 0 0 0 0,1 0 0 0 0,-1 0 0 0 0,-5 2 1 0 0,6-2-26 0 0,1 0 1 0 0,-1 1 0 0 0,0-1-1 0 0,0 1 1 0 0,0 0 0 0 0,0-1-1 0 0,0 1 1 0 0,1 0 0 0 0,-1 0-1 0 0,0 0 1 0 0,1 0 0 0 0,-1 0-1 0 0,-2 3 1 0 0,-2 1 34 0 0,-5 3 8 0 0,1 0 0 0 0,1 0 0 0 0,-1 1 0 0 0,1 1 0 0 0,1 0 0 0 0,0 0 0 0 0,0 0 0 0 0,1 1 0 0 0,0 0 0 0 0,1 0 0 0 0,0 1 0 0 0,1 0 0 0 0,0 0 0 0 0,-4 15 0 0 0,9-23-73 0 0,-1-1 0 0 0,0 0 0 0 0,1 0 0 0 0,-1 0 1 0 0,1 0-1 0 0,0 0 0 0 0,0 0 0 0 0,1 1 0 0 0,-1-1 0 0 0,1 0 0 0 0,1 5 0 0 0,0 9-114 0 0,-1-16 117 0 0,-1 1 1 0 0,0-1 0 0 0,1 0 0 0 0,-1 0-1 0 0,1 0 1 0 0,0 0 0 0 0,-1 0-1 0 0,1 0 1 0 0,0 0 0 0 0,0 0 0 0 0,-1-1-1 0 0,1 1 1 0 0,0 0 0 0 0,0 0 0 0 0,0 0-1 0 0,0-1 1 0 0,0 1 0 0 0,0-1-1 0 0,0 1 1 0 0,0-1 0 0 0,2 1 0 0 0,15 6-87 0 0,-14-5 42 0 0,2-3 22 0 0,4-1 45 0 0,0-1 0 0 0,1 0 0 0 0,-1 0 0 0 0,0-1 0 0 0,0-1 0 0 0,-1 0 0 0 0,1 0 0 0 0,9-7 0 0 0,-4-2 205 0 0,0-1-1 0 0,-1-1 1 0 0,0 0 0 0 0,-1-1-1 0 0,11-21 1 0 0,-12 20 48 0 0,-10 16-113 0 0,-2 1-127 0 0,1 0 0 0 0,-1 0 1 0 0,1 0-1 0 0,-1 0 0 0 0,1 0 0 0 0,-1 0 1 0 0,1 1-1 0 0,-1-1 0 0 0,1 0 0 0 0,0 0 1 0 0,0 0-1 0 0,0 1 0 0 0,-1-1 1 0 0,1 1-1 0 0,0-1 0 0 0,1 0 0 0 0,12 93 217 0 0,-13-88-416 0 0,1 0-140 0 0,4 13-146 0 0,-5-12-150 0 0,2-3-137 0 0,-2-1 447 0 0,1 0 0 0 0,-1 0-1 0 0,1 1 1 0 0,-1-1 0 0 0,1 0-1 0 0,0-1 1 0 0,-1 1 0 0 0,1 0-1 0 0,0 0 1 0 0,0-1 0 0 0,-1 1-1 0 0,1-1 1 0 0,0 0 0 0 0,0 1-1 0 0,0-1 1 0 0,0 0 0 0 0,0 0-1 0 0,0 0 1 0 0,-1 0 0 0 0,1-1-1 0 0,0 1 1 0 0,0 0 0 0 0,0-1-1 0 0,0 0 1 0 0,1 0 0 0 0,21-8-4048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4.5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73 49 3500 0 0,'1'-5'1163'0'0,"2"-14"-175"0"0,-2 14 1096 0 0,-2 2-1331 0 0,1 3-662 0 0,1-1 0 0 0,-1 0 0 0 0,0 0 0 0 0,0 0 0 0 0,0 1 0 0 0,-1-1 0 0 0,1 0 0 0 0,0 0 0 0 0,0 0 0 0 0,0 1 0 0 0,-1-1 0 0 0,1 0 0 0 0,0 0 0 0 0,-1 1 0 0 0,1-1 0 0 0,0 0 0 0 0,-1 0 0 0 0,1 1 0 0 0,-1-1 0 0 0,1 1 0 0 0,-2-2 0 0 0,-2 6 14 0 0,-1-1 0 0 0,1 1-1 0 0,0 0 1 0 0,0 0 0 0 0,0 1-1 0 0,1-1 1 0 0,0 1 0 0 0,0 0-1 0 0,-5 8 1 0 0,0 6 15 0 0,1-1 0 0 0,-6 26-1 0 0,13-40-99 0 0,0 0-14 0 0,1 0-1 0 0,-1 0 1 0 0,1-1 0 0 0,0 1 0 0 0,0 0-1 0 0,1-1 1 0 0,-1 1 0 0 0,4 6 0 0 0,-3-6 6 0 0,1-2 9 0 0,11 7 42 0 0,1 0 0 0 0,0-2 0 0 0,0 0 0 0 0,0-1 0 0 0,22 6 0 0 0,5 4 254 0 0,-22-6-166 0 0,-17-8-87 0 0,0 1 10 0 0,-2-2-65 0 0,0-1-1 0 0,0 1 0 0 0,0 0 1 0 0,0 1-1 0 0,0-1 1 0 0,0 0-1 0 0,0 0 1 0 0,0 0-1 0 0,-1 0 0 0 0,1 1 1 0 0,0-1-1 0 0,-1 0 1 0 0,1 1-1 0 0,-1-1 1 0 0,0 1-1 0 0,1-1 1 0 0,-1 0-1 0 0,0 1 0 0 0,0-1 1 0 0,0 1-1 0 0,0-1 1 0 0,0 1-1 0 0,0-1 1 0 0,0 1-1 0 0,0-1 0 0 0,-1 0 1 0 0,1 1-1 0 0,0-1 1 0 0,-1 1-1 0 0,0 1 1 0 0,-4 2-63 0 0,1 0 1 0 0,-1 0-1 0 0,0 0 1 0 0,0 0-1 0 0,0-1 1 0 0,-1 0-1 0 0,0 0 1 0 0,1 0-1 0 0,-1-1 1 0 0,-1 0-1 0 0,1 0 1 0 0,0-1 0 0 0,-1 1-1 0 0,1-1 1 0 0,-8 1-1 0 0,-3 0-345 0 0,13-2-93 0 0,-1-1-90 0 0,-13-3-150 0 0,13 2-292 0 0,0-8-896 0 0,5 9 1820 0 0,0 0 0 0 0,-1-1 1 0 0,1 1-1 0 0,-1-1 0 0 0,1 1 0 0 0,0 0 0 0 0,-1-1 0 0 0,1 1 0 0 0,0-1 0 0 0,-1 1 0 0 0,1-1 0 0 0,0 1 1 0 0,0-1-1 0 0,-1 1 0 0 0,1-1 0 0 0,0 1 0 0 0,0-1 0 0 0,0 0 0 0 0,0 1 0 0 0,0-1 0 0 0,0 1 1 0 0,0-1-1 0 0,0 1 0 0 0,0-1 0 0 0,0 0 0 0 0,0 1 0 0 0,0-1 0 0 0,0 1 0 0 0,1-1 0 0 0,-1 1 1 0 0,0-2-1 0 0,6-24-3906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4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60 3460 0 0,'16'-40'5864'0'0,"-14"36"-4125"0"0,-1 0-883 0 0,-1 4-763 0 0,0-1 0 0 0,0 1 0 0 0,0-1 0 0 0,1 1 0 0 0,-1-1 0 0 0,0 1 1 0 0,0 0-1 0 0,0-1 0 0 0,0 1 0 0 0,0-1 0 0 0,1 1 0 0 0,-1-1 0 0 0,0 1 1 0 0,0-1-1 0 0,0 1 0 0 0,1 0 0 0 0,-1-1 0 0 0,0 1 0 0 0,1 0 0 0 0,-1-1 0 0 0,0 1 1 0 0,1 0-1 0 0,-1-1 0 0 0,1 1 0 0 0,-1 0 0 0 0,0 0 0 0 0,1 0 0 0 0,-1-1 1 0 0,1 1-1 0 0,9 19 46 0 0,-1 1 0 0 0,-1 0 1 0 0,-1 1-1 0 0,-1-1 0 0 0,-1 1 1 0 0,3 27-1 0 0,10 33-60 0 0,13 15 99 0 0,-27-84-344 0 0,1-1-1 0 0,0 0 1 0 0,1-1-1 0 0,0 1 1 0 0,14 16 0 0 0,-18-25-91 0 0,0 0 1 0 0,1-1-1 0 0,-1 0 1 0 0,1 1-1 0 0,-1-1 1 0 0,1 0-1 0 0,-1 0 1 0 0,1-1-1 0 0,0 1 1 0 0,-1 0-1 0 0,1-1 1 0 0,0 0-1 0 0,-1 1 1 0 0,1-1-1 0 0,0 0 1 0 0,0 0-1 0 0,-1-1 1 0 0,1 1-1 0 0,0-1 1 0 0,-1 1 0 0 0,1-1-1 0 0,0 0 1 0 0,-1 0-1 0 0,1 0 1 0 0,4-3-1 0 0,3-3-2768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4.9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0 109 3104 0 0,'0'0'3374'0'0,"5"-1"-2091"0"0,127-48 3414 0 0,-38 21-4723 0 0,3-2-6874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5.4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12 135 3264 0 0,'-1'3'1480'0'0,"-6"11"2592"0"0,6-11-3403 0 0,0-2-618 0 0,1 0 0 0 0,0-1 0 0 0,-1 1-1 0 0,1 0 1 0 0,0-1 0 0 0,0 1 0 0 0,0 0 0 0 0,0 0 0 0 0,0-1 0 0 0,0 1 0 0 0,0 0 0 0 0,0 0 0 0 0,0-1-1 0 0,0 1 1 0 0,0 0 0 0 0,0 0 0 0 0,0-1 0 0 0,1 1 0 0 0,-1 0 0 0 0,0 0 0 0 0,1-1 0 0 0,-1 1 0 0 0,0 0-1 0 0,1-1 1 0 0,-1 1 0 0 0,1-1 0 0 0,-1 1 0 0 0,1-1 0 0 0,-1 1 0 0 0,1-1 0 0 0,-1 1 0 0 0,1-1 0 0 0,0 1-1 0 0,-1-1 1 0 0,1 1 0 0 0,0-1 0 0 0,-1 0 0 0 0,1 0 0 0 0,0 1 0 0 0,1-1 0 0 0,1 2 37 0 0,16-7 30 0 0,-10 2-71 0 0,0-1 0 0 0,0 0-1 0 0,-1 0 1 0 0,0-1 0 0 0,0 0-1 0 0,0 0 1 0 0,0-1 0 0 0,-1 0-1 0 0,8-9 1 0 0,-12 12-28 0 0,3-3 0 0 0,0-1 1 0 0,-1 1-1 0 0,0-1 1 0 0,0 0-1 0 0,-1-1 0 0 0,7-13 1 0 0,-10 17 41 0 0,0 0-5 0 0,1-14-14 0 0,-2 14 1 0 0,-1 1-9 0 0,0 2-16 0 0,1-1 0 0 0,-1 1-1 0 0,0-1 1 0 0,0 1-1 0 0,0 0 1 0 0,0 0 0 0 0,0-1-1 0 0,0 1 1 0 0,0 0-1 0 0,0 0 1 0 0,0 0 0 0 0,-1 0-1 0 0,1 0 1 0 0,0 1-1 0 0,-1-1 1 0 0,1 0 0 0 0,-3 0-1 0 0,1-1 223 0 0,-2 4-64 0 0,-2 0-110 0 0,-1 1-1 0 0,1 0 1 0 0,-1 1 0 0 0,1 0-1 0 0,1 0 1 0 0,-1 0 0 0 0,0 1-1 0 0,1 0 1 0 0,0 0-1 0 0,0 1 1 0 0,1 0 0 0 0,-1 0-1 0 0,1 0 1 0 0,0 0 0 0 0,1 1-1 0 0,0 0 1 0 0,0 0-1 0 0,0 0 1 0 0,1 1 0 0 0,0-1-1 0 0,1 1 1 0 0,-1-1-1 0 0,1 1 1 0 0,1 0 0 0 0,0 0-1 0 0,0 0 1 0 0,0 0 0 0 0,1 0-1 0 0,0 0 1 0 0,2 12-1 0 0,-1-16-82 0 0,0 0-1 0 0,0 0 1 0 0,0 0-1 0 0,1-1 0 0 0,0 1 1 0 0,-1-1-1 0 0,1 1 0 0 0,0-1 1 0 0,1 1-1 0 0,-1-1 0 0 0,0 0 1 0 0,1 0-1 0 0,0-1 0 0 0,0 1 1 0 0,0 0-1 0 0,0-1 1 0 0,6 4-1 0 0,-2-2-285 0 0,-1-1 0 0 0,1 0 1 0 0,0 0-1 0 0,0-1 0 0 0,1 0 0 0 0,-1 0 1 0 0,11 1-1 0 0,-10-3-475 0 0,1 0 1 0 0,-1 0-1 0 0,0-1 1 0 0,1 0-1 0 0,-1-1 1 0 0,0 1-1 0 0,0-2 1 0 0,0 1-1 0 0,12-6 0 0 0,2-2-4070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5.7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4 115 2368 0 0,'0'0'2600'0'0,"-1"-4"-1656"0"0,-1-12-223 0 0,2 12 285 0 0,0 4-991 0 0,0 0-1 0 0,0 0 1 0 0,1 0 0 0 0,-1 0 0 0 0,0 0 0 0 0,0 0 0 0 0,1 0 0 0 0,-1 0 0 0 0,0 0-1 0 0,1 0 1 0 0,-1-1 0 0 0,0 1 0 0 0,0 0 0 0 0,1 0 0 0 0,-1 0 0 0 0,0 0 0 0 0,0 0-1 0 0,0 0 1 0 0,1-1 0 0 0,-1 1 0 0 0,0 0 0 0 0,0 0 0 0 0,0 0 0 0 0,1-1 0 0 0,-1 1 0 0 0,0 0-1 0 0,0 0 1 0 0,0-1 0 0 0,0 1 0 0 0,0 0 0 0 0,0 0 0 0 0,1-1 0 0 0,-1 1 9 0 0,0-1 1 0 0,0 1 0 0 0,1-1-1 0 0,-1 1 1 0 0,0-1-1 0 0,1 1 1 0 0,-1-1 0 0 0,0 1-1 0 0,1 0 1 0 0,-1-1 0 0 0,0 1-1 0 0,1-1 1 0 0,-1 1 0 0 0,1 0-1 0 0,-1 0 1 0 0,1-1 0 0 0,-1 1-1 0 0,1 0 1 0 0,-1 0-1 0 0,1 0 1 0 0,-1-1 0 0 0,1 1-1 0 0,-1 0 1 0 0,1 0 0 0 0,-1 0-1 0 0,1 0 1 0 0,-1 0 0 0 0,1 0-1 0 0,0 0 1 0 0,0 0-1 0 0,4 0 45 0 0,0 0 0 0 0,1 1 0 0 0,-1-1 0 0 0,0 1-1 0 0,0 0 1 0 0,0 0 0 0 0,0 1 0 0 0,0-1-1 0 0,0 1 1 0 0,0 0 0 0 0,-1 1 0 0 0,1-1-1 0 0,7 6 1 0 0,-4-2 42 0 0,0 1 0 0 0,0 0 0 0 0,-1 0 0 0 0,0 1 0 0 0,0-1 0 0 0,-1 2 0 0 0,0-1 0 0 0,0 1 0 0 0,-1 0-1 0 0,8 18 1 0 0,-12-24 21 0 0,3 19 302 0 0,-4-18 175 0 0,-1 1-254 0 0,1-2-177 0 0,-1-1 1 0 0,0 1 0 0 0,0-1-1 0 0,0 1 1 0 0,0 0-1 0 0,0-1 1 0 0,-1 0-1 0 0,1 1 1 0 0,-1-1 0 0 0,0 0-1 0 0,1 0 1 0 0,-4 3-1 0 0,2-3 1379 0 0,-2-3-1066 0 0,4 1-379 0 0,-1 0-55 0 0,1 1 1 0 0,-1-1-1 0 0,1-1 0 0 0,-1 1 0 0 0,1 0 1 0 0,-1 0-1 0 0,1 0 0 0 0,-1-1 1 0 0,1 1-1 0 0,-1-1 0 0 0,1 1 0 0 0,-3-2 1 0 0,3-2 55 0 0,-1 0 1 0 0,0 0 0 0 0,1 0 0 0 0,0 0-1 0 0,0 0 1 0 0,0 0 0 0 0,0 0 0 0 0,0-1-1 0 0,1-7 1 0 0,0 7-112 0 0,1 1-1 0 0,-1-1 0 0 0,1 0 1 0 0,0 0-1 0 0,0 1 1 0 0,0-1-1 0 0,1 1 1 0 0,0-1-1 0 0,0 1 1 0 0,0 0-1 0 0,0-1 1 0 0,4-4-1 0 0,2-2-442 0 0,1 0 0 0 0,18-17 1 0 0,-7 8-1605 0 0,35-26 0 0 0,-45 39 265 0 0,0 1 1 0 0,0 0-1 0 0,19-8 1 0 0,-4 6-4639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4:45.9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4224 0 0,'1'4'1817'0'0,"3"12"-236"0"0,5 44 8961 0 0,-7-49-10743 0 0,-2-7 463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35.0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11 4668 0 0,'0'0'4713'0'0,"-10"-10"4067"0"0,11 32-7379 0 0,12 37-1526 0 0,-10-51 168 0 0,9 48 3 0 0,12 53-1999 0 0,-23-106 1206 0 0,5 15-1064 0 0,-5-14 777 0 0,18-11-7856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35.4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259 76 3820 0 0,'-3'-4'1394'0'0,"0"-1"-989"0"0,0-1-1 0 0,-1 1 1 0 0,0-1 0 0 0,0 1-1 0 0,0 0 1 0 0,-1 1 0 0 0,0-1-1 0 0,0 1 1 0 0,0 0 0 0 0,0 0 0 0 0,-1 0-1 0 0,1 1 1 0 0,-1 0 0 0 0,-10-4-1 0 0,13 6-81 0 0,-3 2-1 0 0,0 1-213 0 0,0 0 0 0 0,0 0 0 0 0,1 0 1 0 0,-1 1-1 0 0,0 0 0 0 0,1 0 0 0 0,0 0 0 0 0,0 1 0 0 0,0 0 0 0 0,0 0 0 0 0,0 0 1 0 0,1 0-1 0 0,0 1 0 0 0,-5 5 0 0 0,-3 10 86 0 0,1 0 0 0 0,1 1-1 0 0,1 0 1 0 0,0 1 0 0 0,2 0 0 0 0,1 0 0 0 0,0 1 0 0 0,2-1 0 0 0,-3 35 0 0 0,4-18-41 0 0,2 0 1 0 0,2 0 0 0 0,2 0-1 0 0,13 70 1 0 0,-13-96-154 0 0,0 0-1 0 0,1 0 1 0 0,1 0-1 0 0,0 0 1 0 0,0-1-1 0 0,1 0 1 0 0,1 0-1 0 0,0-1 1 0 0,1 0-1 0 0,0 0 1 0 0,1 0-1 0 0,9 8 0 0 0,-10-12-62 0 0,-1-1 0 0 0,1 0 0 0 0,0-1 0 0 0,1 0 0 0 0,-1 0 0 0 0,1 0 0 0 0,0-1-1 0 0,0-1 1 0 0,0 0 0 0 0,0 0 0 0 0,1 0 0 0 0,0-1 0 0 0,-1-1 0 0 0,1 0-1 0 0,0 0 1 0 0,0-1 0 0 0,12-1 0 0 0,-7-1 53 0 0,0-1 0 0 0,-1 0 0 0 0,1-1 0 0 0,-1 0-1 0 0,1-2 1 0 0,-1 1 0 0 0,-1-2 0 0 0,1 0 0 0 0,-1 0 0 0 0,-1-2 0 0 0,1 1-1 0 0,-1-2 1 0 0,-1 1 0 0 0,0-2 0 0 0,0 1 0 0 0,-1-1 0 0 0,0-1 0 0 0,13-21-1 0 0,-11 15 137 0 0,-1-1-1 0 0,0 0 0 0 0,-2-1 1 0 0,0 0-1 0 0,-1-1 0 0 0,-1 1 0 0 0,-1-2 1 0 0,-1 1-1 0 0,-1-1 0 0 0,-1 1 1 0 0,0-1-1 0 0,-2-29 0 0 0,-2 34-105 0 0,-1-1 0 0 0,-1 1 0 0 0,0-1-1 0 0,-1 1 1 0 0,-1 0 0 0 0,-1 0 0 0 0,0 1 0 0 0,-1-1 0 0 0,-1 1-1 0 0,-17-26 1 0 0,20 35-149 0 0,0 0-1 0 0,-1 0 1 0 0,0 0 0 0 0,0 0-1 0 0,-1 1 1 0 0,0 0-1 0 0,0 0 1 0 0,0 1 0 0 0,-1 0-1 0 0,1 0 1 0 0,-1 1 0 0 0,0 0-1 0 0,-1 1 1 0 0,1-1-1 0 0,-1 1 1 0 0,1 1 0 0 0,-1 0-1 0 0,0 0 1 0 0,0 1-1 0 0,0 0 1 0 0,0 0 0 0 0,0 1-1 0 0,-10 1 1 0 0,1 2-881 0 0,-1 1 0 0 0,1 0 1 0 0,0 1-1 0 0,0 1 0 0 0,1 1 0 0 0,-1 1 1 0 0,-22 13-1 0 0,-8 9-4673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36.4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42 103 5368 0 0,'-13'-14'1669'0'0,"11"12"-283"0"0,-4-18 760 0 0,6 19-2023 0 0,0-1-1 0 0,-1 0 1 0 0,1 1-1 0 0,0-1 1 0 0,1 0 0 0 0,-1 1-1 0 0,0-1 1 0 0,0 0-1 0 0,1 1 1 0 0,-1-1-1 0 0,1 0 1 0 0,-1 1 0 0 0,1-1-1 0 0,0 1 1 0 0,0-1-1 0 0,0 1 1 0 0,0-1 0 0 0,0 1-1 0 0,2-2 1 0 0,-1 0 21 0 0,0 0 1 0 0,1 1-1 0 0,0-1 1 0 0,-1 1-1 0 0,1 0 1 0 0,0-1-1 0 0,0 1 1 0 0,6-2-1 0 0,-4 2-117 0 0,0 0-1 0 0,0 1 0 0 0,1-1 1 0 0,-1 1-1 0 0,0 0 0 0 0,1 1 0 0 0,-1-1 1 0 0,1 1-1 0 0,-1 1 0 0 0,1-1 1 0 0,-1 0-1 0 0,0 1 0 0 0,1 0 1 0 0,-1 1-1 0 0,0-1 0 0 0,0 1 0 0 0,0 0 1 0 0,0 0-1 0 0,0 1 0 0 0,0-1 1 0 0,0 1-1 0 0,-1 0 0 0 0,0 0 1 0 0,1 1-1 0 0,-1-1 0 0 0,0 1 0 0 0,-1 0 1 0 0,6 6-1 0 0,-5-4-59 0 0,1 0-1 0 0,-1 0 0 0 0,-1 1 1 0 0,1-1-1 0 0,-1 1 1 0 0,0 0-1 0 0,0 0 1 0 0,-1 0-1 0 0,0 0 1 0 0,0 0-1 0 0,-1 0 1 0 0,0 1-1 0 0,0-1 1 0 0,-1 1-1 0 0,0-1 1 0 0,-1 11-1 0 0,-2-2 23 0 0,-1 1-1 0 0,0 0 1 0 0,-1-1-1 0 0,-12 25 1 0 0,13-32 3 0 0,-1 1 1 0 0,-1-1-1 0 0,1-1 0 0 0,-2 1 1 0 0,1-1-1 0 0,-1 0 1 0 0,0 0-1 0 0,-1-1 0 0 0,0 0 1 0 0,-10 7-1 0 0,-47 16 269 0 0,62-29-180 0 0,-2-2-13 0 0,0 1-62 0 0,-12-3 69 0 0,13 0-75 0 0,0 1 1 0 0,0-1-1 0 0,1 0 0 0 0,-1 0 1 0 0,1 0-1 0 0,-4-4 1 0 0,6 6-3 0 0,0 0 0 0 0,0 0 0 0 0,1 0 0 0 0,-1 0 1 0 0,0 0-1 0 0,1 0 0 0 0,-1 0 0 0 0,1 0 0 0 0,-1 0 1 0 0,1 0-1 0 0,-1-1 0 0 0,1 1 0 0 0,0 0 0 0 0,-1 0 1 0 0,1 0-1 0 0,0-1 0 0 0,0 1 0 0 0,0 0 0 0 0,0 0 1 0 0,0-1-1 0 0,1 1 0 0 0,-1 0 0 0 0,0 0 0 0 0,0 0 1 0 0,1-1-1 0 0,-1 1 0 0 0,1 0 0 0 0,-1 0 0 0 0,1 0 1 0 0,-1 0-1 0 0,1 0 0 0 0,0 0 0 0 0,0-1 0 0 0,1 0 2 0 0,0 0 0 0 0,0 0 0 0 0,0 0 0 0 0,1 0 0 0 0,-1 0 0 0 0,0 1 0 0 0,1-1 0 0 0,-1 1 0 0 0,1-1 0 0 0,-1 1-1 0 0,1 0 1 0 0,0 0 0 0 0,-1 0 0 0 0,1 1 0 0 0,0-1 0 0 0,2 0 0 0 0,7 1 33 0 0,0-1-1 0 0,-1 1 1 0 0,1 1-1 0 0,0 0 0 0 0,-1 1 1 0 0,0 0-1 0 0,21 7 1 0 0,0 3 42 0 0,43 22 0 0 0,-54-26-412 0 0,-17-7 31 0 0,1 0-124 0 0,1-1 166 0 0,0 0 0 0 0,0 0 0 0 0,1 0 0 0 0,-1-1 0 0 0,0 1 1 0 0,0-2-1 0 0,0 1 0 0 0,-1 0 0 0 0,1-1 0 0 0,0 0 0 0 0,0-1 0 0 0,-1 1 1 0 0,7-5-1 0 0,-4 2-197 0 0,-1 0 0 0 0,0 0-1 0 0,0-1 1 0 0,-1 0 0 0 0,0 0 0 0 0,0-1 0 0 0,0 0 0 0 0,0 1 0 0 0,4-11 0 0 0,4-7-1689 0 0,-3-1-1496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36.8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560 66 2872 0 0,'-11'-3'472'0'0,"-1"0"1"0"0,0 0-1 0 0,0 1 0 0 0,0 1 0 0 0,0 0 0 0 0,0 0 1 0 0,0 1-1 0 0,0 1 0 0 0,0 0 0 0 0,0 1 0 0 0,0 0 0 0 0,-12 4 1 0 0,7 0-168 0 0,0 0 0 0 0,0 1 0 0 0,1 1 0 0 0,0 1-1 0 0,0 0 1 0 0,1 2 0 0 0,-19 15 0 0 0,8-3-60 0 0,2 1-1 0 0,1 1 0 0 0,0 1 0 0 0,2 1 0 0 0,1 1 0 0 0,2 1 1 0 0,1 1-1 0 0,-15 33 0 0 0,24-42-126 0 0,0 0 1 0 0,2 0-1 0 0,0 1 0 0 0,2-1 0 0 0,0 1 1 0 0,2 0-1 0 0,0 1 0 0 0,1-1 1 0 0,2 0-1 0 0,0 0 0 0 0,1 0 1 0 0,1 0-1 0 0,1 0 0 0 0,12 37 1 0 0,-11-45-121 0 0,1 0 1 0 0,0 0-1 0 0,0 0 1 0 0,1 0-1 0 0,1-1 1 0 0,0 0-1 0 0,1-1 1 0 0,1 0-1 0 0,-1 0 1 0 0,2-1-1 0 0,0-1 1 0 0,0 1-1 0 0,1-2 1 0 0,0 1 0 0 0,1-2-1 0 0,0 0 1 0 0,0 0-1 0 0,0-1 1 0 0,1-1-1 0 0,0 0 1 0 0,1-1-1 0 0,15 3 1 0 0,-11-4-84 0 0,0-1 0 0 0,0-1 1 0 0,0-1-1 0 0,1-1 0 0 0,-1-1 1 0 0,0 0-1 0 0,0-2 0 0 0,0 0 1 0 0,0-1-1 0 0,24-8 0 0 0,-21 4 144 0 0,0-1-1 0 0,-1-1 1 0 0,0-1-1 0 0,0-1 1 0 0,-1-1 0 0 0,0 0-1 0 0,-2-2 1 0 0,19-17-1 0 0,-21 16 65 0 0,0-1-1 0 0,0-1 1 0 0,-2-1-1 0 0,0 0 1 0 0,-2-1-1 0 0,0 0 1 0 0,-1-1-1 0 0,10-25 0 0 0,-15 29-49 0 0,0-2-1 0 0,-1 1 0 0 0,-1-1 0 0 0,0 1 0 0 0,-2-1 0 0 0,0 0 0 0 0,-1 0 0 0 0,-1 0 0 0 0,-1 0 0 0 0,-4-28 1 0 0,0 24-145 0 0,-1 1 1 0 0,0-1 0 0 0,-2 1-1 0 0,-1 1 1 0 0,0 0 0 0 0,-1 0 0 0 0,-2 1-1 0 0,0 0 1 0 0,-1 1 0 0 0,-1 0-1 0 0,-1 1 1 0 0,0 1 0 0 0,-1 0 0 0 0,-1 1-1 0 0,-1 1 1 0 0,0 1 0 0 0,-1 0-1 0 0,-33-18 1 0 0,25 18-584 0 0,0 2 1 0 0,0 0-1 0 0,-1 2 0 0 0,-1 1 1 0 0,0 2-1 0 0,0 0 0 0 0,0 2 0 0 0,-1 1 1 0 0,1 2-1 0 0,-1 0 0 0 0,0 2 1 0 0,0 2-1 0 0,1 0 0 0 0,-37 9 1 0 0,-15 9-5011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2240 0 0,'0'0'3457'0'0,"-4"0"-2609"0"0,-3 3 2290 0 0,11-1-1219 0 0,25 1-634 0 0,49 1-1233 0 0,-75-4 158 0 0,50 2 152 0 0,37-2-19 0 0,-85 1-270 0 0,1-2-24 0 0,16 1 2 0 0,-16-1 5 0 0,-1 1-42 0 0,14 0 4 0 0,-14 0-1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 3596 0 0,'0'0'5384'0'0,"1"-3"-5018"0"0,4-9-86 0 0,-4 9 695 0 0,2 5-730 0 0,1 1-175 0 0,0 1 1 0 0,0-1-1 0 0,-1 1 0 0 0,1-1 0 0 0,-1 1 0 0 0,0 0 0 0 0,0 1 0 0 0,0-1 0 0 0,0 0 1 0 0,3 9-1 0 0,16 54 57 0 0,-10-26-20 0 0,8 34 872 0 0,-19-72 273 0 0,-1-3-1249 0 0,0-1 1 0 0,0 1-1 0 0,0-1 1 0 0,0 1-1 0 0,0 0 1 0 0,0-1 0 0 0,0 1-1 0 0,1 0 1 0 0,-1-1-1 0 0,0 1 1 0 0,0 0-1 0 0,0-1 1 0 0,1 1-1 0 0,-1 0 1 0 0,0 0 0 0 0,0-1-1 0 0,1 1 1 0 0,-1 0-1 0 0,0 0 1 0 0,0-1-1 0 0,1 1 1 0 0,-1 0 0 0 0,0 0-1 0 0,1 0 1 0 0,-1 0-1 0 0,0-1 1 0 0,1 1-1 0 0,0 0 1 0 0,-1 0-2 0 0,1-1 1 0 0,0 1-1 0 0,0 0 1 0 0,0-1-1 0 0,-1 1 1 0 0,1-1-1 0 0,0 1 1 0 0,-1-1-1 0 0,1 0 1 0 0,0 1-1 0 0,-1-1 1 0 0,1 0-1 0 0,-1 1 1 0 0,1-1-1 0 0,-1 0 1 0 0,1 0-1 0 0,-1 0 1 0 0,23-54-224 0 0,2 1 1 0 0,37-60 0 0 0,-61 112-302 0 0,9-13-709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83 2580 0 0,'0'0'5592'0'0,"1"3"-5184"0"0,0-2-281 0 0,-1 1 0 0 0,1-1-1 0 0,-1 0 1 0 0,1 1 0 0 0,0-1-1 0 0,0 0 1 0 0,0 0 0 0 0,0 0 0 0 0,0 0-1 0 0,0 0 1 0 0,0 0 0 0 0,0 0-1 0 0,0 0 1 0 0,0 0 0 0 0,0 0 0 0 0,1 0-1 0 0,-1-1 1 0 0,0 1 0 0 0,1-1-1 0 0,-1 1 1 0 0,1-1 0 0 0,-1 1 0 0 0,0-1-1 0 0,1 0 1 0 0,-1 0 0 0 0,1 1 0 0 0,-1-1-1 0 0,1 0 1 0 0,-1 0 0 0 0,1-1-1 0 0,-1 1 1 0 0,2 0 0 0 0,1-2 4 0 0,3-5-21 0 0,5-3 114 0 0,-5 0-133 0 0,-6 7-39 0 0,1 1-39 0 0,-1-1 2 0 0,0 0 1 0 0,0 0 0 0 0,-1 0 0 0 0,1 0-1 0 0,-1 0 1 0 0,1 0 0 0 0,-1 0 0 0 0,0 0-1 0 0,0 0 1 0 0,0-1 0 0 0,-1 1 0 0 0,1 0 0 0 0,-1 0-1 0 0,0 0 1 0 0,0 0 0 0 0,-1-4 0 0 0,0 4 12 0 0,2 3-27 0 0,0 0-1 0 0,0 0 1 0 0,-1 1 0 0 0,1-1 0 0 0,0 0 0 0 0,0 0 0 0 0,0 0 0 0 0,0 0 0 0 0,0 0 0 0 0,-1 0 0 0 0,1 0 0 0 0,0 0 0 0 0,0 0 0 0 0,0 0 0 0 0,0 0 0 0 0,-1 0-1 0 0,1 0 1 0 0,0 0 0 0 0,0 0 0 0 0,0 0 0 0 0,-1 0 0 0 0,1 0 0 0 0,0 0 0 0 0,0 0 0 0 0,0 0 0 0 0,0 0 0 0 0,0 0 0 0 0,-1 0 0 0 0,1 0 0 0 0,0 0 0 0 0,0 0-1 0 0,0 0 1 0 0,0 0 0 0 0,-1 0 0 0 0,1-1 0 0 0,0 1 0 0 0,0 0 0 0 0,0 0 0 0 0,0 0 0 0 0,0 0 0 0 0,0 0 0 0 0,0-1 0 0 0,-1 1 0 0 0,1 0 0 0 0,0 0 0 0 0,0 0 0 0 0,0 0-1 0 0,0 0 1 0 0,0-1 0 0 0,0 1 0 0 0,0 0 0 0 0,0 0 0 0 0,0 0 0 0 0,0 0 0 0 0,0-1 0 0 0,0 1 0 0 0,-3-6 16 0 0,-29 1-53 0 0,23 6 44 0 0,-35 20-12 0 0,30-2-23 0 0,8-9 25 0 0,2-5 5 0 0,1 1 1 0 0,0-1-1 0 0,-1 1 1 0 0,2-1-1 0 0,-1 1 1 0 0,1 0-1 0 0,0 0 1 0 0,0 0-1 0 0,0 0 1 0 0,1 1-1 0 0,0-1 1 0 0,0 0-1 0 0,1 1 0 0 0,0-1 1 0 0,0 0-1 0 0,0 1 1 0 0,1-1-1 0 0,2 10 1 0 0,-2-11-2 0 0,-1-1 12 0 0,2 0 0 0 0,-1 0 0 0 0,0 0 0 0 0,1 0 0 0 0,0-1-1 0 0,0 1 1 0 0,0-1 0 0 0,0 1 0 0 0,6 5 0 0 0,-6-6-10 0 0,0-1 11 0 0,0 0 0 0 0,0 1 0 0 0,1-1 0 0 0,-1 0 1 0 0,1 0-1 0 0,-1-1 0 0 0,1 1 0 0 0,0-1 1 0 0,0 1-1 0 0,0-1 0 0 0,-1 0 0 0 0,1 0 0 0 0,6 1 1 0 0,-6-1-14 0 0,2 0 7 0 0,0 1 0 0 0,0-1 0 0 0,1-1 0 0 0,-1 1 0 0 0,0-1 0 0 0,1 0 0 0 0,-1 0 0 0 0,7-1 0 0 0,-6 0-11 0 0,4 1-220 0 0,0-1 0 0 0,0 0 1 0 0,0 0-1 0 0,0-1 1 0 0,0-1-1 0 0,0 0 1 0 0,-1 0-1 0 0,1-1 0 0 0,-1 0 1 0 0,0 0-1 0 0,0-1 1 0 0,0 0-1 0 0,-1-1 1 0 0,16-13-1 0 0,-23 18-104 0 0,1 0-1 0 0,-1 0 1 0 0,0 0 0 0 0,1-1-1 0 0,-1 1 1 0 0,0 0-1 0 0,0-1 1 0 0,0 1 0 0 0,0-1-1 0 0,0 0 1 0 0,0-1 0 0 0,2-2-926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31 2992 0 0,'0'0'1276'0'0,"-4"0"-165"0"0,-14 2-184 0 0,14-2 551 0 0,-15 4-309 0 0,15-4 1168 0 0,106-13-1189 0 0,80-8-1064 0 0,-178 20-551 0 0,3 1-1393 0 0,2 0 1913 0 0,1-1-5886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2988 0 0,'0'0'4196'0'0,"0"-4"-3464"0"0,0-10 611 0 0,7 24 1046 0 0,-5-5-2335 0 0,-1 0 0 0 0,0 0-1 0 0,1 0 1 0 0,-2 0-1 0 0,1 0 1 0 0,-1 0 0 0 0,1 0-1 0 0,-2 7 1 0 0,1-7-35 0 0,5 56 110 0 0,-4-28-406 0 0,2-1 1 0 0,13 58-1 0 0,-7-73-1109 0 0,-7-14 1003 0 0,0 1-1046 0 0,1-2-69 0 0,8 9-982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21 4388 0 0,'0'0'1377'0'0,"0"-4"-275"0"0,3-9-218 0 0,-2 9 1611 0 0,2 5-2047 0 0,1 1-332 0 0,-1-1 1 0 0,-1 1 0 0 0,1 0 0 0 0,0 0-1 0 0,0 0 1 0 0,-1 0 0 0 0,1 0-1 0 0,-1 0 1 0 0,0 1 0 0 0,1-1 0 0 0,-1 1-1 0 0,3 5 1 0 0,22 44 493 0 0,-20-38-535 0 0,10 18-96 0 0,1-1 1 0 0,25 34 0 0 0,-41-62-427 0 0,0-1 119 0 0,1 0 0 0 0,-1 0 0 0 0,0 0 0 0 0,1 0 0 0 0,-1-1 0 0 0,1 1 0 0 0,0-1 0 0 0,-1 1 0 0 0,1-1 0 0 0,0 0 0 0 0,0 0 0 0 0,4 0 0 0 0,-4 0-1099 0 0,0-2-1036 0 0,13-4-1731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27 3360 0 0,'0'0'2316'0'0,"0"-5"-1381"0"0,0-12-177 0 0,0 13 898 0 0,-3 5-1235 0 0,-3 4-269 0 0,0-1 0 0 0,1 1 1 0 0,0 0-1 0 0,0 1 1 0 0,0-1-1 0 0,0 1 1 0 0,1 0-1 0 0,0 0 1 0 0,-5 12-1 0 0,-29 71 121 0 0,21-44-157 0 0,8-22-483 0 0,-11 40-1 0 0,19-58 181 0 0,0-2-495 0 0,2 15-1150 0 0,-1-16 1506 0 0,0 2-1021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2540 0 0,'3'-2'1516'0'0,"10"-10"2067"0"0,-11 10-3091 0 0,8-5-82 0 0,-8 5 759 0 0,1 4-1034 0 0,29 10 540 0 0,-29-11-529 0 0,1-2-135 0 0,1-1 15 0 0,-1 0 0 0 0,1 0-1 0 0,-1 0 1 0 0,1-1 0 0 0,-1 0 0 0 0,0 0-1 0 0,0 0 1 0 0,0 0 0 0 0,0-1 0 0 0,-1 0 0 0 0,1 1-1 0 0,-1-1 1 0 0,0-1 0 0 0,0 1 0 0 0,-1 0-1 0 0,1-1 1 0 0,2-5 0 0 0,-4 6 32 0 0,7-17-33 0 0,-7 17-149 0 0,-1-1 150 0 0,-1-13 46 0 0,1 13-28 0 0,-2 2-9 0 0,-2-9-17 0 0,2 10-61 0 0,-1-1-137 0 0,2 2 189 0 0,0 0 0 0 0,-1 0 0 0 0,0-1 0 0 0,1 1 0 0 0,-1 1-1 0 0,0-1 1 0 0,0 0 0 0 0,1 0 0 0 0,-1 1 0 0 0,0-1 0 0 0,0 1 0 0 0,0-1-1 0 0,0 1 1 0 0,0 0 0 0 0,0 0 0 0 0,0-1 0 0 0,0 2 0 0 0,0-1 0 0 0,0 0-1 0 0,1 0 1 0 0,-1 1 0 0 0,0-1 0 0 0,0 1 0 0 0,-2 0 0 0 0,-4 3 17 0 0,1 0 0 0 0,-1 0 1 0 0,1 1-1 0 0,1 0 0 0 0,-1 0 1 0 0,1 1-1 0 0,-10 9 0 0 0,13-11 41 0 0,-1 1-1 0 0,1-1 0 0 0,-1 1 0 0 0,1 0 1 0 0,1-1-1 0 0,-1 1 0 0 0,1 1 1 0 0,0-1-1 0 0,0 0 0 0 0,0 0 0 0 0,1 1 1 0 0,0-1-1 0 0,0 1 0 0 0,0 8 0 0 0,1-8 29 0 0,0 1 0 0 0,0-1 0 0 0,1 0-1 0 0,0 0 1 0 0,1 0 0 0 0,-1 0-1 0 0,1 0 1 0 0,4 8 0 0 0,-4-11-55 0 0,-1 0 1 0 0,1 0 0 0 0,0 0 0 0 0,0 0 0 0 0,1-1 0 0 0,-1 1 0 0 0,0-1-1 0 0,1 1 1 0 0,0-1 0 0 0,-1 0 0 0 0,1 0 0 0 0,0 0 0 0 0,0 0 0 0 0,0 0-1 0 0,1-1 1 0 0,-1 0 0 0 0,0 1 0 0 0,0-1 0 0 0,1 0 0 0 0,3 0 0 0 0,13 1-145 0 0,0-2-1 0 0,0 0 1 0 0,0-1 0 0 0,-1-1 0 0 0,1-1 0 0 0,0-1 0 0 0,-1 0 0 0 0,1-2 0 0 0,27-11 0 0 0,33-19-2046 0 0,-30 5-3365 0 0,-33 18 52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58 4188 0 0,'0'0'5995'0'0,"-4"-1"-5221"0"0,-7-5 809 0 0,20-2 1292 0 0,-6 7-2781 0 0,2 0-46 0 0,90-17-113 0 0,1 1-3423 0 0,-92 16 2616 0 0,0 0-1457 0 0,11-2 773 0 0,-12 3-1097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 2352 0 0,'-1'-1'253'0'0,"0"1"-1"0"0,1-1 1 0 0,-1 1-1 0 0,1-1 1 0 0,-1 1-1 0 0,0-1 1 0 0,1 1-1 0 0,-1 0 1 0 0,0 0-1 0 0,1-1 1 0 0,-1 1-1 0 0,0 0 1 0 0,0 0-1 0 0,1 0 1 0 0,-1 0-1 0 0,0-1 1 0 0,0 1-1 0 0,1 0 1 0 0,-1 0-1 0 0,0 1 1 0 0,0-1-1 0 0,1 0 1 0 0,-1 0-1 0 0,0 0 1 0 0,1 0-1 0 0,-1 1 1 0 0,0-1-1 0 0,1 0 1 0 0,-2 1-1 0 0,-10 3 513 0 0,13 1-354 0 0,18 93 878 0 0,30 125-1867 0 0,-48-219 236 0 0,0 0 0 0 0,0-1 0 0 0,0 1 0 0 0,1-1 0 0 0,-1 1 0 0 0,1-1 0 0 0,0 0 0 0 0,0 1 0 0 0,3 3 0 0 0,-3-5 303 0 0,1 2-1184 0 0,17 5-5869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3668 0 0,'2'-3'1824'0'0,"-2"3"-1645"0"0,0-1 1 0 0,0 1 0 0 0,0-1-1 0 0,0 1 1 0 0,0 0 0 0 0,0-1-1 0 0,0 1 1 0 0,0 0-1 0 0,0-1 1 0 0,0 1 0 0 0,1 0-1 0 0,-1-1 1 0 0,0 1-1 0 0,0 0 1 0 0,0-1 0 0 0,1 1-1 0 0,-1 0 1 0 0,0 0-1 0 0,0-1 1 0 0,1 1 0 0 0,-1 0-1 0 0,0 0 1 0 0,1-1 0 0 0,-1 1-1 0 0,0 0 1 0 0,1 0-1 0 0,-1 0 1 0 0,0 0 0 0 0,1-1-1 0 0,-1 1 1 0 0,0 0-1 0 0,1 0 1 0 0,-1 0 0 0 0,0 0-1 0 0,1 0 1 0 0,-1 0-1 0 0,1 0 1 0 0,-1 0 0 0 0,0 0-1 0 0,1 0 1 0 0,-1 0 0 0 0,1 1-1 0 0,10 17 2057 0 0,6 41-2580 0 0,-15-52 1007 0 0,2 12-483 0 0,1 0 0 0 0,1-1 1 0 0,1 1-1 0 0,10 17 0 0 0,-16-33 159 0 0,2-3-341 0 0,0-1 0 0 0,0 1 0 0 0,0-1 0 0 0,-1 0 0 0 0,1 0 0 0 0,0 0-1 0 0,0 0 1 0 0,-1-1 0 0 0,1 1 0 0 0,-1-1 0 0 0,1 1 0 0 0,-1-1 0 0 0,0 0 0 0 0,0 0-1 0 0,1 0 1 0 0,-1 0 0 0 0,-1 0 0 0 0,1-1 0 0 0,0 1 0 0 0,0 0 0 0 0,1-4 0 0 0,6-10-200 0 0,-1 0 0 0 0,9-25 0 0 0,-7 17-179 0 0,17-38-1313 0 0,-25 59 1217 0 0,-1 0-70 0 0,6-11-58 0 0,-5 11-23 0 0,1 1-1268 0 0,-1 1 1766 0 0,0 1 0 0 0,0-1 0 0 0,0 1 0 0 0,0 0 0 0 0,0-1 0 0 0,0 1 0 0 0,0 0 0 0 0,0 0 0 0 0,0 0 0 0 0,1 1 0 0 0,-1-1 0 0 0,0 0 0 0 0,0 1 1 0 0,0 0-1 0 0,0-1 0 0 0,0 1 0 0 0,0 0 0 0 0,0 0 0 0 0,-1 0 0 0 0,1 0 0 0 0,0 0 0 0 0,2 2 0 0 0,-1-1 165 0 0,11 13 259 0 0,-5-6 291 0 0,-1 1 0 0 0,0 0-1 0 0,13 22 1 0 0,-20-30-550 0 0,2 2 273 0 0,9 10 356 0 0,4 6 628 0 0,-6-12-1051 0 0,-8-6 125 0 0,3-2-233 0 0,12 4-33 0 0,-13-3-29 0 0,1-2-13 0 0,-1 1-33 0 0,2-1-13 0 0,-1 0-1 0 0,1 0 1 0 0,-1 0-1 0 0,0 0 1 0 0,0-1 0 0 0,1 0-1 0 0,-1 0 1 0 0,0 0-1 0 0,-1 0 1 0 0,1-1-1 0 0,0 0 1 0 0,-1 0-1 0 0,1-1 1 0 0,-1 1-1 0 0,0-1 1 0 0,0 0-1 0 0,-1 0 1 0 0,1 0 0 0 0,-1 0-1 0 0,0-1 1 0 0,0 1-1 0 0,0-1 1 0 0,2-6-1 0 0,3-9-8 0 0,-8 15-4 0 0,2 1-5 0 0,-5-18-46 0 0,3 21 52 0 0,0 1-1 0 0,0-1 1 0 0,0 1-1 0 0,0-1 1 0 0,0 1-1 0 0,-1-1 1 0 0,1 0-1 0 0,0 1 1 0 0,0-1-1 0 0,0 1 1 0 0,0-1-1 0 0,-1 1 1 0 0,1-1-1 0 0,0 1 1 0 0,-1-1-1 0 0,1 1 1 0 0,0-1-1 0 0,-1 1 1 0 0,1 0-1 0 0,0-1 1 0 0,-1 1-1 0 0,1 0 0 0 0,-1-1 1 0 0,1 1-1 0 0,-1 0 1 0 0,1-1-1 0 0,-1 1 1 0 0,1 0-1 0 0,-1-1 1 0 0,-21 2-39 0 0,18 0 48 0 0,0 0 1 0 0,-1 0-1 0 0,1 1 1 0 0,0 0-1 0 0,0 0 1 0 0,0 0-1 0 0,0 0 1 0 0,-4 4 0 0 0,2 0 37 0 0,0 0 0 0 0,1 0 0 0 0,0 1 0 0 0,0 0 0 0 0,1 0 0 0 0,-1 0 0 0 0,2 0 0 0 0,-1 1 0 0 0,1 0 0 0 0,0-1 0 0 0,1 1 0 0 0,-1 0 0 0 0,2 0 0 0 0,-1 1 0 0 0,0 14 0 0 0,2-17-25 0 0,1 0 1 0 0,0-1 0 0 0,0 1-1 0 0,1 0 1 0 0,0-1-1 0 0,-1 1 1 0 0,2-1 0 0 0,-1 1-1 0 0,1-1 1 0 0,0 0 0 0 0,0 0-1 0 0,0 0 1 0 0,1 0-1 0 0,-1-1 1 0 0,10 9 0 0 0,-6-9-109 0 0,0 1 0 0 0,1-1 0 0 0,0-1 0 0 0,0 1 1 0 0,0-1-1 0 0,0-1 0 0 0,0 1 0 0 0,1-2 0 0 0,-1 1 1 0 0,1-1-1 0 0,-1 0 0 0 0,1-1 0 0 0,0 0 0 0 0,-1 0 1 0 0,1-1-1 0 0,-1 0 0 0 0,1 0 0 0 0,-1-1 0 0 0,15-5 1 0 0,1-1-716 0 0,0 0 1 0 0,37-19 0 0 0,-50 20-603 0 0,1 0 0 0 0,-1 0 0 0 0,18-18 0 0 0,-12 9-3297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33 4512 0 0,'0'0'2685'0'0,"-3"0"-1545"0"0,-6-4 2674 0 0,10 0-1608 0 0,22-4-1095 0 0,43 0-1467 0 0,60 2-2068 0 0,-122 6 1463 0 0,0 0-299 0 0,13-2-562 0 0,-13 2-1349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 3300 0 0,'0'0'1910'0'0,"2"-2"-324"0"0,8-6 3349 0 0,-9 8-4843 0 0,0 0 1 0 0,0 1 0 0 0,-1-1 0 0 0,1 0-1 0 0,0 1 1 0 0,0-1 0 0 0,-1 1-1 0 0,1-1 1 0 0,0 1 0 0 0,-1 0-1 0 0,1-1 1 0 0,-1 1 0 0 0,1 0-1 0 0,-1-1 1 0 0,1 1 0 0 0,-1 0-1 0 0,1 0 1 0 0,-1-1 0 0 0,0 1 0 0 0,0 0-1 0 0,1 0 1 0 0,-1 0 0 0 0,0-1-1 0 0,0 2 1 0 0,54 146 2131 0 0,-53-145-1618 0 0,0-2-578 0 0,-1 0 1 0 0,0-1-1 0 0,1 1 0 0 0,-1 0 0 0 0,0 0 0 0 0,1-1 1 0 0,-1 1-1 0 0,1-1 0 0 0,-1 1 0 0 0,1 0 0 0 0,-1-1 1 0 0,1 1-1 0 0,0-1 0 0 0,-1 1 0 0 0,1-1 0 0 0,0 1 1 0 0,-1-1-1 0 0,1 0 0 0 0,0 1 0 0 0,-1-1 0 0 0,1 0 1 0 0,0 0-1 0 0,0 1 0 0 0,0-1 0 0 0,-1 0 0 0 0,1 0 1 0 0,0 0-1 0 0,1 0 0 0 0,0 0-14 0 0,-1-1 0 0 0,1 0 0 0 0,0 1 0 0 0,-1-1 0 0 0,1 0 1 0 0,-1 0-1 0 0,1 0 0 0 0,-1 0 0 0 0,1 0 0 0 0,-1 0 0 0 0,1 0 0 0 0,1-2 0 0 0,3-5-87 0 0,0 1-1 0 0,-1-1 1 0 0,1 0-1 0 0,6-14 1 0 0,46-111-2724 0 0,-56 130 2585 0 0,-1-1-92 0 0,0 4 290 0 0,-1-1 0 0 0,0 0 0 0 0,0 0 0 0 0,1 1 1 0 0,-1-1-1 0 0,0 0 0 0 0,1 1 0 0 0,-1-1 0 0 0,1 0 1 0 0,-1 1-1 0 0,1-1 0 0 0,-1 1 0 0 0,1-1 1 0 0,-1 0-1 0 0,1 1 0 0 0,0 0 0 0 0,-1-1 0 0 0,1 1 1 0 0,0-1-1 0 0,-1 1 0 0 0,1 0 0 0 0,0-1 0 0 0,0 1 1 0 0,-1 0-1 0 0,1 0 0 0 0,0 0 0 0 0,0 0 0 0 0,-1-1 1 0 0,1 1-1 0 0,0 0 0 0 0,0 0 0 0 0,0 0 0 0 0,-1 1 1 0 0,1-1-1 0 0,0 0 0 0 0,0 0 0 0 0,-1 0 0 0 0,1 1 1 0 0,0-1-1 0 0,0 0 0 0 0,0 1 0 0 0,3 0 7 0 0,18 35-69 0 0,-20-32 87 0 0,5 3-6 0 0,3 7 53 0 0,-6-11-58 0 0,0 0 0 0 0,0 0 0 0 0,1-1 0 0 0,-1 0 0 0 0,1 0-1 0 0,-1 0 1 0 0,1 0 0 0 0,0-1 0 0 0,0 0 0 0 0,0 0 0 0 0,0 0 0 0 0,0 0 0 0 0,0-1 0 0 0,0 0 0 0 0,0 0 0 0 0,0 0 0 0 0,0-1 0 0 0,6-1 0 0 0,-5 2 37 0 0,8-4 87 0 0,-3-1-59 0 0,14-4-39 0 0,-13 2-6 0 0,-4-2 36 0 0,0 1 30 0 0,-1 0 1 0 0,-1 0 0 0 0,9-14-1 0 0,-14 19-62 0 0,-1-2-8 0 0,1 1-8 0 0,-3-16 5 0 0,1 17-13 0 0,1 1 0 0 0,-1 0 1 0 0,0 0-1 0 0,0 0 0 0 0,0 0 0 0 0,0-1 0 0 0,0 1 0 0 0,0 1 1 0 0,-1-1-1 0 0,1 0 0 0 0,-1 0 0 0 0,-2-2 0 0 0,-11-1 3 0 0,13 5-4 0 0,-1-1-4 0 0,-3 1 8 0 0,-1 0 37 0 0,0 1 0 0 0,0 0 1 0 0,0 1-1 0 0,1 0 0 0 0,-1 0 0 0 0,0 0 0 0 0,1 1 1 0 0,-1-1-1 0 0,1 2 0 0 0,0-1 0 0 0,0 1 0 0 0,0 0 1 0 0,1 0-1 0 0,-1 0 0 0 0,1 1 0 0 0,0 0 0 0 0,0 0 1 0 0,1 0-1 0 0,0 1 0 0 0,-1 0 0 0 0,2-1 0 0 0,-1 2 1 0 0,1-1-1 0 0,0 0 0 0 0,0 0 0 0 0,-2 9 0 0 0,4-11-23 0 0,0 1-1 0 0,0-1 1 0 0,0 0-1 0 0,0 1 0 0 0,1-1 1 0 0,0 1-1 0 0,0-1 1 0 0,0 1-1 0 0,0-1 0 0 0,1 1 1 0 0,0-1-1 0 0,0 1 1 0 0,0-1-1 0 0,0 0 0 0 0,1 0 1 0 0,0 1-1 0 0,0-1 1 0 0,0 0-1 0 0,0-1 0 0 0,0 1 1 0 0,1 0-1 0 0,0-1 0 0 0,0 1 1 0 0,0-1-1 0 0,0 0 1 0 0,0 0-1 0 0,1 0 0 0 0,-1 0 1 0 0,1-1-1 0 0,0 1 1 0 0,0-1-1 0 0,-1 0 0 0 0,7 2 1 0 0,6 0-121 0 0,-1-1 0 0 0,1-1 1 0 0,1-1-1 0 0,-1 0 0 0 0,0-1 1 0 0,0 0-1 0 0,0-1 0 0 0,0-1 1 0 0,0-1-1 0 0,0 0 0 0 0,-1-2 1 0 0,1 1-1 0 0,19-10 0 0 0,-20 8-718 0 0,27-14-1275 0 0,-18-2-3903 0 0,-9 2 422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0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5:52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 0 2480 0 0,'-5'0'1392'0'0,"-13"1"-228"0"0,13-1 2839 0 0,1 1-3403 0 0,-1-1-503 0 0,-3 0 158 0 0,0 1-5473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0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1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27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3104 0 0,'0'0'4181'0'0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35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316 142 4020 0 0,'-1'-4'2065'0'0,"0"0"-1724"0"0,0 0 0 0 0,-1 0 0 0 0,1 0 0 0 0,-1 0 0 0 0,0 1 0 0 0,0-1 0 0 0,-1 0 0 0 0,1 1 0 0 0,-1-1 1 0 0,0 1-1 0 0,0 0 0 0 0,0 0 0 0 0,0 0 0 0 0,-6-4 0 0 0,4 5-236 0 0,0-1 0 0 0,1 1 0 0 0,-1 0 0 0 0,-1 0 0 0 0,1 1 0 0 0,0 0 0 0 0,0 0 1 0 0,-1 0-1 0 0,1 0 0 0 0,0 1 0 0 0,-1 0 0 0 0,-9 0 0 0 0,8 1-63 0 0,-1 1-1 0 0,1 0 0 0 0,-1 0 1 0 0,1 0-1 0 0,0 1 0 0 0,0 0 1 0 0,0 0-1 0 0,0 1 1 0 0,0-1-1 0 0,1 2 0 0 0,0-1 1 0 0,0 1-1 0 0,0 0 0 0 0,0 0 1 0 0,1 1-1 0 0,0-1 1 0 0,0 1-1 0 0,0 0 0 0 0,-7 13 1 0 0,5-7 1 0 0,1 0 1 0 0,-1 1-1 0 0,2 0 1 0 0,0 0-1 0 0,0 1 0 0 0,2 0 1 0 0,-1-1-1 0 0,2 1 1 0 0,-2 25-1 0 0,4-28-33 0 0,0-1 0 0 0,1 1-1 0 0,0-1 1 0 0,1 1 0 0 0,0-1-1 0 0,1 0 1 0 0,0 0 0 0 0,1 0 0 0 0,0 0-1 0 0,0-1 1 0 0,1 1 0 0 0,1-1-1 0 0,-1 0 1 0 0,1-1 0 0 0,12 14-1 0 0,-13-17-17 0 0,0 0-1 0 0,0-1 1 0 0,0 0-1 0 0,0 0 1 0 0,0-1-1 0 0,1 1 1 0 0,0-1-1 0 0,0 0 0 0 0,-1-1 1 0 0,2 1-1 0 0,-1-1 1 0 0,0 0-1 0 0,0-1 1 0 0,1 1-1 0 0,-1-1 0 0 0,1-1 1 0 0,-1 1-1 0 0,1-1 1 0 0,-1 0-1 0 0,1-1 1 0 0,-1 0-1 0 0,1 0 1 0 0,-1 0-1 0 0,0 0 0 0 0,1-1 1 0 0,9-5-1 0 0,-6 3 28 0 0,0-2 0 0 0,0 1 0 0 0,-1-1 0 0 0,0-1 0 0 0,0 1 0 0 0,-1-1 0 0 0,1-1 0 0 0,-2 0 0 0 0,1 0 0 0 0,-1 0 0 0 0,0-1 0 0 0,-1 0 0 0 0,0-1 0 0 0,-1 1 0 0 0,0-1 0 0 0,0 0 0 0 0,-1 0 0 0 0,0-1 0 0 0,-1 1 0 0 0,0-1 0 0 0,-1 0 0 0 0,2-13 0 0 0,-2 9-13 0 0,-1-1 1 0 0,0 0 0 0 0,-1 1-1 0 0,-1-1 1 0 0,0 1-1 0 0,-1-1 1 0 0,-1 1-1 0 0,0 0 1 0 0,-2 0-1 0 0,1 0 1 0 0,-2 0-1 0 0,0 1 1 0 0,0-1 0 0 0,-2 2-1 0 0,-11-19 1 0 0,16 28-71 0 0,0 0-1 0 0,-1 0 1 0 0,1 0 0 0 0,-1 0 0 0 0,0 1 0 0 0,0-1 0 0 0,0 1 0 0 0,0 0-1 0 0,-1 0 1 0 0,1 1 0 0 0,-1-1 0 0 0,1 1 0 0 0,-1 0 0 0 0,0 0 0 0 0,0 1 0 0 0,0 0-1 0 0,0-1 1 0 0,0 2 0 0 0,-1-1 0 0 0,1 0 0 0 0,-8 1 0 0 0,6 1-91 0 0,-1 0-1 0 0,1 1 1 0 0,0 0 0 0 0,0 0-1 0 0,-1 0 1 0 0,1 1 0 0 0,1 0-1 0 0,-1 0 1 0 0,0 1 0 0 0,1 0 0 0 0,0 0-1 0 0,-1 1 1 0 0,2-1 0 0 0,-10 10-1 0 0,-3 5-963 0 0,1 1-1 0 0,1 0 0 0 0,0 1 0 0 0,-15 29 1 0 0,3 4-3797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35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90 5372 0 0,'-21'-64'6514'0'0,"19"59"-5528"0"0,2 4-890 0 0,0 0 1 0 0,0 0-1 0 0,0 0 0 0 0,0 0 1 0 0,0 0-1 0 0,-1 0 0 0 0,1-1 1 0 0,0 1-1 0 0,-1 0 0 0 0,1 0 1 0 0,-1 0-1 0 0,1 0 0 0 0,-1 0 1 0 0,1 0-1 0 0,-4-3 1732 0 0,91 345-5730 0 0,-36-157-2831 0 0,-34-119 1263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35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35 4208 0 0,'-4'-11'763'0'0,"-3"-13"8961"0"0,15 35-9923 0 0,8 17-16 0 0,-1 0 0 0 0,-1 1 0 0 0,11 36 1 0 0,24 94-2866 0 0,-47-152 2919 0 0,30 121-4811 0 0,-16-61-412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36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344 124 3736 0 0,'-2'-5'2166'0'0,"-1"2"-1798"0"0,1 0 0 0 0,-1 0 0 0 0,1-1 1 0 0,-1 1-1 0 0,0 1 0 0 0,0-1 0 0 0,-1 0 0 0 0,1 1 1 0 0,0 0-1 0 0,-1 0 0 0 0,1 0 0 0 0,-7-3 0 0 0,6 4-269 0 0,0 0 0 0 0,0 0-1 0 0,0 0 1 0 0,-1 1 0 0 0,1-1-1 0 0,0 1 1 0 0,-1 0 0 0 0,1 0-1 0 0,0 1 1 0 0,-1-1 0 0 0,1 1-1 0 0,0 0 1 0 0,0 0 0 0 0,-1 0-1 0 0,1 1 1 0 0,0-1 0 0 0,0 1-1 0 0,0 0 1 0 0,1 0 0 0 0,-1 1 0 0 0,-4 2-1 0 0,-3 4-27 0 0,1 1 0 0 0,0 0 0 0 0,0 1 0 0 0,1 0 0 0 0,0 0 0 0 0,1 1 0 0 0,0 0 0 0 0,1 0 0 0 0,1 1 0 0 0,0 0 0 0 0,0 0 0 0 0,1 1 0 0 0,1-1 0 0 0,-4 19 0 0 0,3-8-68 0 0,1 2 0 0 0,1-1 0 0 0,1 0 0 0 0,2 1 0 0 0,0-1 0 0 0,1 1 0 0 0,7 30 1 0 0,-5-38-82 0 0,1 0-1 0 0,1-1 1 0 0,1 0 0 0 0,0 1 0 0 0,13 21 0 0 0,-16-32 12 0 0,2 0 0 0 0,-1 0-1 0 0,1-1 1 0 0,0 1-1 0 0,1-1 1 0 0,-1 0 0 0 0,1 0-1 0 0,0-1 1 0 0,1 0 0 0 0,-1 0-1 0 0,1 0 1 0 0,0-1 0 0 0,13 6-1 0 0,-18-9 57 0 0,0 0 0 0 0,0 0 0 0 0,0-1 0 0 0,0 1 0 0 0,0-1 0 0 0,0 1 0 0 0,0-1 0 0 0,1 0 0 0 0,-1 0 0 0 0,0 0 1 0 0,0 0-1 0 0,3-1 0 0 0,1 1 6 0 0,-3 0 14 0 0,0 0 0 0 0,-1 1-1 0 0,1-1 1 0 0,-1 0-1 0 0,1-1 1 0 0,-1 1 0 0 0,1 0-1 0 0,0-1 1 0 0,-1 0-1 0 0,1 1 1 0 0,-1-1 0 0 0,0 0-1 0 0,3-2 1 0 0,4-1 20 0 0,1 1 41 0 0,-1-1 0 0 0,0-1-1 0 0,-1 0 1 0 0,1 0 0 0 0,-1 0 0 0 0,0-1 0 0 0,0 0-1 0 0,-1-1 1 0 0,1 0 0 0 0,-2 0 0 0 0,1-1-1 0 0,-1 1 1 0 0,0-1 0 0 0,0-1 0 0 0,-1 1-1 0 0,0-1 1 0 0,-1 0 0 0 0,0 0 0 0 0,0 0 0 0 0,3-18-1 0 0,-1 5-47 0 0,-1-1-1 0 0,-2 1 0 0 0,0-1 1 0 0,-1 0-1 0 0,-1 0 0 0 0,-2 0 1 0 0,-5-41-1 0 0,3 44-133 0 0,-1 1 1 0 0,-1-1-1 0 0,-1 1 0 0 0,0-1 1 0 0,-1 1-1 0 0,-2 1 0 0 0,0 0 0 0 0,-1 0 1 0 0,0 1-1 0 0,-24-29 0 0 0,25 35-218 0 0,-1 1-1 0 0,0 1 0 0 0,-1 0 1 0 0,0 0-1 0 0,0 1 1 0 0,-1 0-1 0 0,0 1 0 0 0,0 0 1 0 0,0 1-1 0 0,-1 1 0 0 0,0 0 1 0 0,-1 0-1 0 0,1 1 1 0 0,-1 1-1 0 0,1 0 0 0 0,-23-1 1 0 0,-21 4-2389 0 0,-10 4-1951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3688 0 0,'0'0'2393'0'0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14 3564 0 0,'6'-14'11660'0'0,"-1"44"-9589"0"0,2 53-2924 0 0,-12 87-14 0 0,-4-59-2938 0 0,8-107 3002 0 0,0 1-136 0 0,-1 12-152 0 0,1-13-117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477 56 3800 0 0,'2'-3'1365'0'0,"2"-2"-964"0"0,-1 1 0 0 0,1 0 0 0 0,0-1 0 0 0,0 1 0 0 0,0 1 0 0 0,1-1 0 0 0,-1 1 0 0 0,1 0 0 0 0,0 0 0 0 0,7-4 0 0 0,-8 6-321 0 0,-1 0 0 0 0,1-1 1 0 0,-1 1-1 0 0,1 0 0 0 0,0 1 0 0 0,-1-1 0 0 0,1 1 0 0 0,0 0 0 0 0,0-1 0 0 0,-1 2 1 0 0,1-1-1 0 0,0 0 0 0 0,0 1 0 0 0,-1-1 0 0 0,1 1 0 0 0,0 0 0 0 0,-1 1 0 0 0,1-1 1 0 0,-1 1-1 0 0,0-1 0 0 0,1 1 0 0 0,5 4 0 0 0,-6-3-34 0 0,-1-1 1 0 0,1 0-1 0 0,-1 1 0 0 0,0 0 1 0 0,0-1-1 0 0,0 1 0 0 0,0 0 0 0 0,-1 0 1 0 0,1 0-1 0 0,-1 0 0 0 0,1 0 1 0 0,-1 1-1 0 0,0-1 0 0 0,0 5 0 0 0,0-5-32 0 0,0 4 23 0 0,-1 0 1 0 0,1 0-1 0 0,-2 0 0 0 0,1 0 0 0 0,-1 0 0 0 0,0 0 1 0 0,0 0-1 0 0,-1 0 0 0 0,0 0 0 0 0,0-1 1 0 0,0 1-1 0 0,-1-1 0 0 0,0 1 0 0 0,-1-1 0 0 0,1 0 1 0 0,-6 6-1 0 0,-2 3-36 0 0,0-2 0 0 0,-1 0 1 0 0,-1 0-1 0 0,0-1 0 0 0,0 0 0 0 0,-1-1 1 0 0,-1-1-1 0 0,0-1 0 0 0,0 0 0 0 0,-1 0 1 0 0,0-2-1 0 0,-22 8 0 0 0,18-9-37 0 0,0 0 0 0 0,0-1 1 0 0,-1-2-1 0 0,1 0 0 0 0,-1-1 0 0 0,0 0 0 0 0,0-2 0 0 0,1-1 1 0 0,-1-1-1 0 0,-27-5 0 0 0,31 3-42 0 0,0-1-1 0 0,1-1 1 0 0,-1-1 0 0 0,1 0 0 0 0,1-1-1 0 0,-1 0 1 0 0,-20-17 0 0 0,33 23 46 0 0,2 2 14 0 0,0-1 1 0 0,1 0 0 0 0,-1 1-1 0 0,0-1 1 0 0,0 0-1 0 0,1 0 1 0 0,-1 1-1 0 0,1-1 1 0 0,-1 0 0 0 0,1 0-1 0 0,-1 0 1 0 0,1 0-1 0 0,-1 0 1 0 0,1 0 0 0 0,0 0-1 0 0,-1 0 1 0 0,1-1-1 0 0,5 0 25 0 0,0 1-1 0 0,0 0 0 0 0,0 1 0 0 0,-1-1 0 0 0,1 1 1 0 0,0 0-1 0 0,0 0 0 0 0,0 0 0 0 0,0 1 0 0 0,0-1 0 0 0,0 1 1 0 0,0 1-1 0 0,6 1 0 0 0,79 30 311 0 0,-58-20-216 0 0,73 31 277 0 0,-60-24-416 0 0,1-2 1 0 0,57 14-1 0 0,-92-29-284 0 0,1-1 0 0 0,0 0 0 0 0,-1-1 0 0 0,1 0 1 0 0,0-1-1 0 0,0 0 0 0 0,0-1 0 0 0,0 0 0 0 0,-1-1 0 0 0,1-1 0 0 0,-1 1 1 0 0,1-2-1 0 0,-1 0 0 0 0,14-6 0 0 0,-21 8 197 0 0,-1 0 47 0 0,11-8 90 0 0,-11 8 170 0 0,0 0-62 0 0,7-7 14 0 0,-7 7 1461 0 0,0 4-1484 0 0,9 6-2 0 0,-9-6 144 0 0,0-2-138 0 0,4 1-47 0 0,0 0 1 0 0,0-1 0 0 0,-1 0 0 0 0,1-1-1 0 0,0 1 1 0 0,0-1 0 0 0,0-1 0 0 0,-1 1 0 0 0,1-1-1 0 0,-1 0 1 0 0,1-1 0 0 0,-1 0 0 0 0,0 0 0 0 0,0 0-1 0 0,0 0 1 0 0,-1-1 0 0 0,10-7 0 0 0,-12 8-41 0 0,8-16 129 0 0,-11 15-136 0 0,1-15-6 0 0,0 15-8 0 0,-14-18-69 0 0,11 19 55 0 0,-1-2 12 0 0,-23-5-51 0 0,23 9 28 0 0,-3 2 24 0 0,-29 4 32 0 0,30-1-19 0 0,3-1-1 0 0,-1-1 11 0 0,0 1-1 0 0,0-1 1 0 0,0 1 0 0 0,0 0-1 0 0,0 0 1 0 0,0 0 0 0 0,1 0-1 0 0,0 0 1 0 0,-1 1 0 0 0,1-1-1 0 0,1 1 1 0 0,-1-1 0 0 0,0 1-1 0 0,1 0 1 0 0,0 0 0 0 0,0-1-1 0 0,0 1 1 0 0,-1 6 0 0 0,2-3 30 0 0,-1 0 1 0 0,1 1-1 0 0,0-1 1 0 0,1 1-1 0 0,-1-1 1 0 0,1 0-1 0 0,4 14 1 0 0,-3-17-48 0 0,0 0 1 0 0,0 0 0 0 0,0 0-1 0 0,1-1 1 0 0,-1 1 0 0 0,1-1-1 0 0,0 1 1 0 0,0-1-1 0 0,0 0 1 0 0,0 0 0 0 0,0 0-1 0 0,1 0 1 0 0,6 3-1 0 0,-7-4-130 0 0,2-1-108 0 0,2 0-33 0 0,0 0 1 0 0,-1-1-1 0 0,1 0 1 0 0,-1 0 0 0 0,1 0-1 0 0,0-1 1 0 0,-1 0-1 0 0,1 0 1 0 0,-1 0-1 0 0,11-5 1 0 0,-11 4-6 0 0,0 0 0 0 0,0-1 0 0 0,-1 0 0 0 0,1 0 1 0 0,-1 0-1 0 0,0-1 0 0 0,1 0 0 0 0,-2 0 0 0 0,1 0 0 0 0,0-1 0 0 0,-1 1 1 0 0,0-1-1 0 0,0 0 0 0 0,0-1 0 0 0,-1 1 0 0 0,0 0 0 0 0,0-1 0 0 0,0 0 1 0 0,3-11-1 0 0,15-61 5665 0 0,-21 75-3144 0 0,6 6-2009 0 0,-5-3-242 0 0,-1 0 1 0 0,1 0-1 0 0,-1 0 0 0 0,1 0 0 0 0,-1 0 0 0 0,1 1 0 0 0,0-1 1 0 0,-1 0-1 0 0,1 0 0 0 0,-1 0 0 0 0,1 1 0 0 0,-1-1 0 0 0,1 0 1 0 0,-1 0-1 0 0,1 1 0 0 0,-1-1 0 0 0,0 0 0 0 0,1 1 0 0 0,-1-1 1 0 0,1 1-1 0 0,-1-1 0 0 0,0 1 0 0 0,1-1 0 0 0,-1 0 0 0 0,0 1 1 0 0,0-1-1 0 0,1 1 0 0 0,-1 1 0 0 0,1 4 11 0 0,16 30 128 0 0,23 34-1198 0 0,-38-67 595 0 0,-2-2 299 0 0,1 0 0 0 0,-1-1-1 0 0,1 1 1 0 0,0 0 0 0 0,-1-1-1 0 0,1 1 1 0 0,0 0 0 0 0,-1-1-1 0 0,1 1 1 0 0,0-1 0 0 0,0 1-1 0 0,-1-1 1 0 0,1 0 0 0 0,0 1-1 0 0,0-1 1 0 0,0 0 0 0 0,0 1-1 0 0,0-1 1 0 0,0 0 0 0 0,-1 0-1 0 0,1 0 1 0 0,0 0 0 0 0,0 0-1 0 0,0 0 1 0 0,1 0 0 0 0,17 1-2594 0 0,-14-1-980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0 3624 0 0,'0'0'2498'0'0,"-4"2"-1592"0"0,-8 7-657 0 0,0 0 1 0 0,1 0-1 0 0,0 1 1 0 0,0 0-1 0 0,1 1 1 0 0,1 0-1 0 0,0 1 1 0 0,0 0-1 0 0,1 0 1 0 0,1 1-1 0 0,0 0 0 0 0,-10 26 1 0 0,16-35-386 0 0,0 2 322 0 0,1-2-718 0 0,0 0 0 0 0,0 0 0 0 0,1 1 0 0 0,-1-1 0 0 0,1 0 0 0 0,2 8 0 0 0,-2-9-648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4368 0 0,'0'0'7892'0'0,"1"5"-7700"0"0,0 15-43 0 0,-1-15-16 0 0,0 0-31 0 0,2 46 119 0 0,-1-45-193 0 0,0-2-55 0 0,10 40-995 0 0,-10-41 551 0 0,5 2-304 0 0,-6-4 686 0 0,0-1-1 0 0,0 1 0 0 0,0-1 1 0 0,0 0-1 0 0,0 1 0 0 0,1-1 0 0 0,-1 1 1 0 0,0-1-1 0 0,0 0 0 0 0,1 1 1 0 0,-1-1-1 0 0,0 0 0 0 0,1 1 0 0 0,-1-1 1 0 0,0 0-1 0 0,1 0 0 0 0,-1 1 1 0 0,1-1-1 0 0,-1 0 0 0 0,0 0 1 0 0,1 0-1 0 0,-1 1 0 0 0,1-1 0 0 0,-1 0 1 0 0,0 0-1 0 0,1 0 0 0 0,-1 0 1 0 0,1 0-1 0 0,-1 0 0 0 0,1 0 0 0 0,-1 0 1 0 0,1 0-1 0 0,15 1-854 0 0,-11-1-69 0 0,-2-2-55 0 0,12-5-685 0 0,-12 5-1259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 2760 0 0,'0'0'3413'0'0,"-19"-11"-3101"0"0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16 140 2264 0 0,'0'0'4376'0'0,"1"3"-3736"0"0,0 0-539 0 0,8 24 1565 0 0,-8-25-1617 0 0,-1-1-1 0 0,1 1 1 0 0,-1-1-1 0 0,1 0 1 0 0,0 1 0 0 0,0-1-1 0 0,0 0 1 0 0,0 0-1 0 0,0 0 1 0 0,0 0-1 0 0,0 0 1 0 0,0 0-1 0 0,0 0 1 0 0,1 0-1 0 0,-1 0 1 0 0,0 0 0 0 0,1-1-1 0 0,-1 1 1 0 0,2 0-1 0 0,32-2 264 0 0,-31 0-216 0 0,-1-1-2 0 0,35-33 304 0 0,-36 32-344 0 0,9-39 4 0 0,-10 38-72 0 0,-2 1-1 0 0,1 2 12 0 0,0 0 2 0 0,0 0 0 0 0,-1 0 0 0 0,1 0 0 0 0,0 0 0 0 0,0 1 1 0 0,0-1-1 0 0,0 0 0 0 0,-1 0 0 0 0,1 0 0 0 0,0 1 0 0 0,-1-1 0 0 0,1 0 1 0 0,-1 0-1 0 0,1 1 0 0 0,-1-1 0 0 0,1 0 0 0 0,-1 1 0 0 0,1-1 1 0 0,-1 1-1 0 0,0-1 0 0 0,0 0 0 0 0,-23-13-25 0 0,15 14 18 0 0,2 1-15 0 0,3 0 38 0 0,-1-1 0 0 0,1 2 0 0 0,0-1 0 0 0,-1 0 0 0 0,1 1 0 0 0,0 0 0 0 0,0 0 0 0 0,0 0 0 0 0,0 0 0 0 0,0 1-1 0 0,0-1 1 0 0,1 1 0 0 0,-1 0 0 0 0,1 0 0 0 0,0 0 0 0 0,0 1 0 0 0,0-1 0 0 0,0 1 0 0 0,1 0 0 0 0,-1 0 0 0 0,1 0 0 0 0,0 0-1 0 0,-2 6 1 0 0,1-3 23 0 0,1 9 82 0 0,1-7-96 0 0,1 8-101 0 0,-1-16 66 0 0,1 0 0 0 0,0 1 1 0 0,0-1-1 0 0,-1 0 0 0 0,1 1 1 0 0,0-1-1 0 0,0 0 1 0 0,0 1-1 0 0,0-1 0 0 0,1 0 1 0 0,-1 1-1 0 0,0-1 1 0 0,1 0-1 0 0,-1 1 0 0 0,1-1 1 0 0,-1 0-1 0 0,1 2 0 0 0,6 6-118 0 0,-5-5 36 0 0,1-1-1 0 0,0 1 1 0 0,-1-1 0 0 0,2 1 0 0 0,-1-1 0 0 0,0 0 0 0 0,0 0-1 0 0,1-1 1 0 0,0 1 0 0 0,7 3 0 0 0,-7-4-348 0 0,5-2 95 0 0,1 0 0 0 0,-1-1 1 0 0,0 0-1 0 0,0-1 0 0 0,0 0 0 0 0,0 0 0 0 0,0-1 0 0 0,-1 0 0 0 0,1-1 1 0 0,-1 0-1 0 0,1 0 0 0 0,-1-1 0 0 0,-1 0 0 0 0,1 0 0 0 0,9-10 0 0 0,-11 11 423 0 0,0-1 0 0 0,0 0 0 0 0,-1-1 0 0 0,0 1-1 0 0,0-1 1 0 0,0 0 0 0 0,-1 0 0 0 0,1-1-1 0 0,-2 1 1 0 0,5-9 0 0 0,-5 9 227 0 0,-1 3 308 0 0,9-41 6948 0 0,-17 54-9802 0 0,1 17 2747 0 0,5-23-386 0 0,-1 1-26 0 0,-1 14-6 0 0,2-14 2 0 0,0 0-21 0 0,1 1-54 0 0,0 0-1 0 0,0 0 0 0 0,0 0 1 0 0,1 0-1 0 0,0 0 0 0 0,0-1 1 0 0,0 1-1 0 0,1-1 0 0 0,0 1 1 0 0,6 8-1 0 0,-7-12-40 0 0,2 0-31 0 0,0 0 15 0 0,0-1 0 0 0,1 1 1 0 0,-1-1-1 0 0,0 0 0 0 0,1 0 1 0 0,-1 0-1 0 0,1 0 0 0 0,0-1 0 0 0,-1 0 1 0 0,1 0-1 0 0,-1 0 0 0 0,1-1 1 0 0,-1 0-1 0 0,1 1 0 0 0,7-4 0 0 0,-1-1 35 0 0,0-1-1 0 0,-1 0 1 0 0,1-1-1 0 0,-1 0 1 0 0,-1-1-1 0 0,1 0 1 0 0,-1-1-1 0 0,-1 0 1 0 0,10-12-1 0 0,5-16 203 0 0,-21 34 443 0 0,-15 19-445 0 0,10-13-111 0 0,2 1-12 0 0,-4 36 176 0 0,5-36-222 0 0,2 0 2 0 0,-1-1-15 0 0,1 1-1 0 0,0 0 0 0 0,0 0 1 0 0,0-1-1 0 0,0 1 0 0 0,1-1 1 0 0,-1 1-1 0 0,1-1 0 0 0,0 0 1 0 0,0 0-1 0 0,0-1 0 0 0,1 1 1 0 0,-1-1-1 0 0,5 3 0 0 0,-2-2 22 0 0,1 0 0 0 0,-1 0 0 0 0,1-1 0 0 0,0 0 0 0 0,0-1 0 0 0,0 0 0 0 0,0 0 0 0 0,0 0 0 0 0,0-1 0 0 0,0 0 0 0 0,0 0 0 0 0,0-1 0 0 0,0 0 0 0 0,0 0 0 0 0,0 0 0 0 0,0-1 0 0 0,-1 0 0 0 0,1-1 0 0 0,11-5 0 0 0,-13 6 29 0 0,-1-1 0 0 0,1 0 0 0 0,-1 0 0 0 0,0 0 0 0 0,0 0 0 0 0,0-1 0 0 0,0 1 0 0 0,0-1 0 0 0,-1 0 0 0 0,0 0 0 0 0,0-1-1 0 0,0 1 1 0 0,0-1 0 0 0,-1 1 0 0 0,1-1 0 0 0,-1 0 0 0 0,0 0 0 0 0,1-5 0 0 0,-2 5-123 0 0,-1 1 0 0 0,1-1 1 0 0,-1 1-1 0 0,0-1 0 0 0,0 1 0 0 0,0 0 1 0 0,-1-1-1 0 0,0 1 0 0 0,0-1 0 0 0,0 1 1 0 0,0 0-1 0 0,0 0 0 0 0,-1-1 0 0 0,0 1 1 0 0,0 0-1 0 0,0 0 0 0 0,-1 1 0 0 0,1-1 1 0 0,-1 0-1 0 0,0 1 0 0 0,-5-6 0 0 0,0 3-648 0 0,-1 0 0 0 0,1 0 0 0 0,-1 1 0 0 0,0 0 0 0 0,0 1 0 0 0,0 0 0 0 0,-1 0 0 0 0,1 1 0 0 0,-1 0 0 0 0,-11-1 1 0 0,-18-2-4811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 2704 0 0,'0'0'3893'0'0,"-2"-2"-3033"0"0,-3-7 1690 0 0,16 11-1360 0 0,-10-2-1318 0 0,2 1 390 0 0,10 6-69 0 0,-1 0-1 0 0,1 0 0 0 0,-1-2 1 0 0,2 1-1 0 0,14 3 1 0 0,-9-5-61 0 0,0-1 1 0 0,0 0-1 0 0,0-2 0 0 0,0 0 1 0 0,0-1-1 0 0,0-1 0 0 0,25-4 1 0 0,86-17 588 0 0,-126 22-723 0 0,1 1-6 0 0,49 20 40 0 0,-43-15-43 0 0,1 0 1 0 0,0-1 0 0 0,1-1 0 0 0,-1 0-1 0 0,1-1 1 0 0,0 0 0 0 0,13 1-1 0 0,-19-2 3 0 0,45-4 3 0 0,-11-2-18 0 0,-10-2 26 0 0,-11 2-7 0 0,0-3 25 0 0,51-19 114 0 0,-68 25-156 0 0,1 0 51 0 0,34-13-66 0 0,-35 13 32 0 0,1 2-132 0 0,5 2 42 0 0,1 0 0 0 0,-2 1 0 0 0,1 1 0 0 0,15 9 0 0 0,-16-8 72 0 0,0-1 0 0 0,0-1 0 0 0,0 1 1 0 0,0-1-1 0 0,1-1 0 0 0,-1 0 1 0 0,1 0-1 0 0,17 3 0 0 0,-8-4-9 0 0,1-2 0 0 0,0 0 0 0 0,0-1-1 0 0,0 0 1 0 0,30-8 0 0 0,53-10 33 0 0,-97 19-27 0 0,0 0 8 0 0,12 1-36 0 0,1 1-1 0 0,-1 1 1 0 0,1 0 0 0 0,-1 1 0 0 0,19 8-1 0 0,-8-3-351 0 0,45 8-1 0 0,-53-15 301 0 0,1 0 0 0 0,0-2 0 0 0,0 0-1 0 0,34-6 1 0 0,88-22 212 0 0,-86 16-21 0 0,-52 11-66 0 0,0 1-22 0 0,17 1 4 0 0,-17-1-30 0 0,-1 1 5 0 0,57 17-129 0 0,-47-13 149 0 0,1 0-1 0 0,-1-1 0 0 0,1-1 0 0 0,0 0 0 0 0,0-1 0 0 0,0 0 0 0 0,23-2 0 0 0,-3-4 382 0 0,0-2-1 0 0,0-2 0 0 0,55-20 0 0 0,-32 7 17 0 0,-55 19-325 0 0,2 2-44 0 0,12-2-10 0 0,-12 2 12 0 0,28 17 108 0 0,-30-15-142 0 0,1-1-7 0 0,15 6 100 0 0,0-1-1 0 0,0-1 1 0 0,1 0-1 0 0,0-2 1 0 0,39 2-1 0 0,-2-3 779 0 0,97-11 0 0 0,-20-12-2823 0 0,-113 14-606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27 3736 0 0,'0'-5'1351'0'0,"2"-12"-151"0"0,-1 13 2560 0 0,-5 8-3337 0 0,-12 19-101 0 0,1 1-1 0 0,1 1 0 0 0,1 0 0 0 0,2 0 1 0 0,-12 37-1 0 0,3-11-45 0 0,2-4 157 0 0,-19 76 0 0 0,36-119-356 0 0,-3 20 53 0 0,4-20-35 0 0,-1 0-31 0 0,1 12-1 0 0,-1-12-33 0 0,8 0 4 0 0,-7-4-32 0 0,0 0 0 0 0,0 1 0 0 0,1-1 0 0 0,-1 0-1 0 0,0 1 1 0 0,0-1 0 0 0,1 0 0 0 0,-1 0-1 0 0,0 1 1 0 0,1-1 0 0 0,-1 0 0 0 0,0 0-1 0 0,1 1 1 0 0,-1-1 0 0 0,0 0 0 0 0,1 0-1 0 0,-1 0 1 0 0,1 0 0 0 0,-1 0 0 0 0,0 0-1 0 0,1 0 1 0 0,-1 0 0 0 0,1 0 0 0 0,-1 0-1 0 0,0 0 1 0 0,1 0 0 0 0,-1 0 0 0 0,1 0 0 0 0,-1 0-1 0 0,0 0 1 0 0,1 0 0 0 0,-1 0 0 0 0,1-1-1 0 0,12-9-48 0 0,-1 0 0 0 0,0-1 0 0 0,-1-1 0 0 0,19-24 0 0 0,17-17-74 0 0,-45 51 109 0 0,5-2-39 0 0,-7 4 49 0 0,1-1-1 0 0,-1 1 0 0 0,0 0 0 0 0,1-1 1 0 0,-1 1-1 0 0,0 0 0 0 0,1-1 1 0 0,-1 1-1 0 0,1 0 0 0 0,-1 0 0 0 0,0-1 1 0 0,1 1-1 0 0,-1 0 0 0 0,1 0 1 0 0,-1 0-1 0 0,0 0 0 0 0,1 0 0 0 0,-1 0 1 0 0,1 0-1 0 0,-1 0 0 0 0,1 0 0 0 0,-1 0 1 0 0,1 0-1 0 0,-1 0 0 0 0,1 0 1 0 0,-1 0-1 0 0,0 0 0 0 0,1 0 0 0 0,-1 0 1 0 0,1 0-1 0 0,0 1 0 0 0,2 0 5 0 0,-1 1 0 0 0,1-1-1 0 0,0 1 1 0 0,-1 0 0 0 0,1 0-1 0 0,-1 0 1 0 0,1 0 0 0 0,-1 0 0 0 0,0 0-1 0 0,0 0 1 0 0,0 1 0 0 0,0-1-1 0 0,-1 1 1 0 0,1 0 0 0 0,-1-1 0 0 0,1 1-1 0 0,1 6 1 0 0,5 11 33 0 0,-2-5-57 0 0,0-1-1 0 0,13 23 1 0 0,-17-33-90 0 0,1-1 0 0 0,-1 1 0 0 0,0-1 0 0 0,1 0-1 0 0,0 0 1 0 0,0 0 0 0 0,0-1 0 0 0,0 1 0 0 0,0-1-1 0 0,0 0 1 0 0,1 1 0 0 0,-1-1 0 0 0,1-1 0 0 0,-1 1-1 0 0,1 0 1 0 0,5 0 0 0 0,0 0-134 0 0,0 0 1 0 0,0-1-1 0 0,0 0 0 0 0,0-1 1 0 0,0 0-1 0 0,0 0 0 0 0,0-1 0 0 0,0 0 1 0 0,0 0-1 0 0,0-1 0 0 0,0-1 1 0 0,-1 1-1 0 0,1-2 0 0 0,-1 1 0 0 0,1-1 1 0 0,9-6-1 0 0,-11 6 279 0 0,-1 0 1 0 0,1 0-1 0 0,-1 0 0 0 0,0-1 0 0 0,0 0 1 0 0,-1 0-1 0 0,0 0 0 0 0,0-1 0 0 0,0 0 1 0 0,0 0-1 0 0,-1 0 0 0 0,0 0 0 0 0,0-1 1 0 0,-1 1-1 0 0,0-1 0 0 0,0 0 1 0 0,0 0-1 0 0,1-8 0 0 0,-1-26 1141 0 0,-3 36-906 0 0,-4-2 80 0 0,4 6-321 0 0,0 0-1 0 0,0 0 1 0 0,0 0 0 0 0,0 0 0 0 0,-1 0-1 0 0,1 0 1 0 0,0 0 0 0 0,-1 1 0 0 0,1-1 0 0 0,-1 0-1 0 0,1 0 1 0 0,-1 0 0 0 0,0 0 0 0 0,1 1 0 0 0,-2-2-1 0 0,-9-5 88 0 0,9 5 98 0 0,-3 3-121 0 0,0 0-48 0 0,-1 1-1 0 0,1 0 1 0 0,0 0 0 0 0,0 0-1 0 0,1 1 1 0 0,-1 0 0 0 0,0 0-1 0 0,1 0 1 0 0,0 0 0 0 0,-1 1-1 0 0,1-1 1 0 0,-3 5 0 0 0,1-1 10 0 0,1-1 1 0 0,0 1-1 0 0,0 0 0 0 0,1 0 1 0 0,0 0-1 0 0,0 1 1 0 0,0-1-1 0 0,1 1 1 0 0,1 0-1 0 0,-1 0 1 0 0,1 0-1 0 0,-1 9 0 0 0,2-12-9 0 0,18 32 55 0 0,-15-35-172 0 0,2 0 87 0 0,10 5 12 0 0,-10-5-78 0 0,2-2 96 0 0,16-2-3 0 0,-16 1-2 0 0,-6 1-37 0 0,0 0-1 0 0,0-1 1 0 0,1 1 0 0 0,-1 0 0 0 0,0-1 0 0 0,1 1 0 0 0,-1 0 0 0 0,0-1-1 0 0,1 1 1 0 0,-1 0 0 0 0,1 0 0 0 0,-1-1 0 0 0,0 1 0 0 0,1 0 0 0 0,-1 0 0 0 0,1 0-1 0 0,-1 0 1 0 0,1 0 0 0 0,-1 0 0 0 0,0-1 0 0 0,1 1 0 0 0,-1 0 0 0 0,1 0-1 0 0,-1 0 1 0 0,1 0 0 0 0,0 1 0 0 0,0-1-11 0 0,0 0 0 0 0,0 0 0 0 0,1-1 0 0 0,-1 1 0 0 0,0 0 0 0 0,0 0 0 0 0,0-1 0 0 0,0 1 0 0 0,0 0 0 0 0,1-1 0 0 0,-1 1 0 0 0,0-1 0 0 0,1-1 0 0 0,4-2 45 0 0,-1-1 0 0 0,0 0 0 0 0,0 0 0 0 0,0-1 0 0 0,-1 1 0 0 0,0-1 1 0 0,0 0-1 0 0,0 0 0 0 0,-1-1 0 0 0,0 1 0 0 0,4-12 0 0 0,-6 15 588 0 0,-2 8-610 0 0,-1 14 6 0 0,2-15 6 0 0,0 1-5 0 0,0 14-9 0 0,0-14 13 0 0,0 0-8 0 0,2 14-4 0 0,-1-14 5 0 0,0-1-23 0 0,4 14-4 0 0,3 0-6 0 0,-5-15 10 0 0,-1 0-27 0 0,1-1-17 0 0,1 0-32 0 0,0 0-1 0 0,0 0 1 0 0,1 0 0 0 0,-1-1 0 0 0,0 0-1 0 0,1 0 1 0 0,8 1 0 0 0,-8-2-63 0 0,-1-2 10 0 0,4-1 94 0 0,0-1 0 0 0,-1 0 0 0 0,1-1 0 0 0,-1 0 0 0 0,0 0 0 0 0,-1 0 0 0 0,1-1 0 0 0,-1 0 0 0 0,0 0 0 0 0,-1-1 0 0 0,1 0-1 0 0,-1 0 1 0 0,-1 0 0 0 0,1 0 0 0 0,3-9 0 0 0,-2 2 94 0 0,0-1 0 0 0,-1 0-1 0 0,-1 0 1 0 0,0 0 0 0 0,-1 0 0 0 0,0-1 0 0 0,-2 1-1 0 0,1-22 1 0 0,-3-6 261 0 0,0 40-219 0 0,1-1-24 0 0,0 3-49 0 0,0 1 1 0 0,0-1 0 0 0,0 1-1 0 0,0-1 1 0 0,0 0-1 0 0,0 1 1 0 0,0-1-1 0 0,-1 1 1 0 0,1-1 0 0 0,0 1-1 0 0,0-1 1 0 0,0 1-1 0 0,-1-1 1 0 0,1 1-1 0 0,0-1 1 0 0,-1 1 0 0 0,1-1-1 0 0,0 1 1 0 0,-1-1-1 0 0,1 1 1 0 0,-1-1-1 0 0,1 1 1 0 0,-1 0 0 0 0,1-1-1 0 0,-1 1 1 0 0,1 0-1 0 0,-1-1 1 0 0,-15 4 387 0 0,16-2-443 0 0,-1-1 44 0 0,0 1 1 0 0,0-1 0 0 0,0 1 0 0 0,0 0-1 0 0,0-1 1 0 0,0 1 0 0 0,0 0 0 0 0,0 0-1 0 0,1 0 1 0 0,-1 0 0 0 0,0 0 0 0 0,0-1-1 0 0,1 1 1 0 0,-1 0 0 0 0,1 0 0 0 0,-1 1-1 0 0,1-1 1 0 0,0 0 0 0 0,-1 0 0 0 0,1 0-1 0 0,-1 2 1 0 0,1-2 15 0 0,-6 9 24 0 0,0 1 1 0 0,1 1-1 0 0,0-1 0 0 0,1 1 0 0 0,0 0 0 0 0,1 0 0 0 0,0 0 0 0 0,1 0 1 0 0,1 0-1 0 0,0 0 0 0 0,0 1 0 0 0,1-1 0 0 0,2 15 0 0 0,-1-18-44 0 0,0 0 0 0 0,1 0-1 0 0,0 0 1 0 0,0 0 0 0 0,7 15-1 0 0,-7-19-92 0 0,1-1 0 0 0,-1 0-1 0 0,0 0 1 0 0,1 0 0 0 0,0-1-1 0 0,0 1 1 0 0,0-1 0 0 0,0 1-1 0 0,0-1 1 0 0,1 0 0 0 0,-1 0-1 0 0,1-1 1 0 0,6 4 0 0 0,-7-5-323 0 0,-2 0 317 0 0,1-1 0 0 0,0 1 0 0 0,-1-1-1 0 0,1 0 1 0 0,0 1 0 0 0,0-1 0 0 0,-1 0-1 0 0,1 0 1 0 0,0-1 0 0 0,3 1 0 0 0,-2-1-120 0 0,0 1 0 0 0,0 0 0 0 0,1-1 0 0 0,-1 0 0 0 0,0 0 0 0 0,0 0 0 0 0,0 0 1 0 0,0 0-1 0 0,0 0 0 0 0,0-1 0 0 0,0 0 0 0 0,3-2 0 0 0,-4 3 42 0 0,0-1-166 0 0,0 1 0 0 0,1-1 1 0 0,-1 0-1 0 0,0 1 0 0 0,-1-1 1 0 0,1 0-1 0 0,0 0 0 0 0,-1-1 0 0 0,1 1 1 0 0,-1 0-1 0 0,1 0 0 0 0,-1-1 1 0 0,0 1-1 0 0,1-4 0 0 0,-1 3-319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89 3300 0 0,'-3'-1'1020'0'0,"-14"-5"3818"0"0,20 5-4642 0 0,26-3-160 0 0,0 0 1 0 0,39 0-1 0 0,-14 1-719 0 0,3-1 48 0 0,-63 24 1100 0 0,4-16-394 0 0,2-2-37 0 0,-1 0-1 0 0,0 0 0 0 0,0 0 1 0 0,1 0-1 0 0,-1 0 0 0 0,1 1 0 0 0,0-1 1 0 0,-1 0-1 0 0,1 0 0 0 0,0 1 1 0 0,0-1-1 0 0,1 0 0 0 0,0 5 1 0 0,0-3 113 0 0,-1-4-143 0 0,0 0 0 0 0,1 0 0 0 0,-1 0 1 0 0,0 0-1 0 0,0 0 0 0 0,1 0 0 0 0,-1 0 1 0 0,0 0-1 0 0,0 0 0 0 0,1 1 0 0 0,-1-1 0 0 0,0 0 1 0 0,0 0-1 0 0,1 0 0 0 0,-1 0 0 0 0,0 1 0 0 0,0-1 1 0 0,0 0-1 0 0,0 0 0 0 0,1 0 0 0 0,-1 1 1 0 0,0-1-1 0 0,0 0 0 0 0,0 0 0 0 0,0 1 0 0 0,0-1 1 0 0,0 0-1 0 0,0 0 0 0 0,1 1 0 0 0,-1-1 0 0 0,0 0 1 0 0,0 1-1 0 0,0-1 14 0 0,0 1 1 0 0,0-1-1 0 0,0 1 1 0 0,0-1-1 0 0,0 0 1 0 0,0 1-1 0 0,1-1 1 0 0,-1 1-1 0 0,0-1 1 0 0,0 1-1 0 0,1-1 0 0 0,-1 0 1 0 0,0 1-1 0 0,1-1 1 0 0,-1 0-1 0 0,0 1 1 0 0,1-1-1 0 0,-1 0 1 0 0,0 0-1 0 0,1 1 1 0 0,-1-1-1 0 0,1 0 1 0 0,-1 0-1 0 0,0 0 0 0 0,1 1 1 0 0,-1-1-1 0 0,1 0 1 0 0,-1 0-1 0 0,1 0 1 0 0,-1 0-1 0 0,1 0 1 0 0,-1 0-1 0 0,1 0 1 0 0,17 2 61 0 0,-14-2 50 0 0,0-2-67 0 0,34-20 329 0 0,-35 19-253 0 0,-2 2-122 0 0,0 1-1 0 0,1-1 1 0 0,-1 0 0 0 0,0 0 0 0 0,0 1 0 0 0,0-1 0 0 0,0 0 0 0 0,0 0 0 0 0,-1 0 0 0 0,1 0 0 0 0,0-1 0 0 0,0 1 0 0 0,-1 0-1 0 0,1 0 1 0 0,0-2 0 0 0,0 2-3 0 0,-1 0 0 0 0,1 0 1 0 0,-1 0-1 0 0,1 0 0 0 0,0 0 0 0 0,-1 0 0 0 0,1 0 0 0 0,0 0 0 0 0,0 0 0 0 0,0 0 0 0 0,0 1 0 0 0,-1-1 1 0 0,1 0-1 0 0,2 0 0 0 0,-2-3 37 0 0,6-12-8 0 0,-5 13 20 0 0,-2-2-54 0 0,0 0-10 0 0,0 0 0 0 0,0 1 0 0 0,-1-1 0 0 0,0 1 0 0 0,0-1 0 0 0,0 1 0 0 0,-3-8 0 0 0,2 9 13 0 0,-6 0 27 0 0,8 2-40 0 0,0 1-1 0 0,-1 0 1 0 0,1-1 0 0 0,-1 1 0 0 0,1-1 0 0 0,-1 1 0 0 0,1 0 0 0 0,0-1 0 0 0,-1 1-1 0 0,1 0 1 0 0,-1 0 0 0 0,0-1 0 0 0,1 1 0 0 0,-1 0 0 0 0,1 0 0 0 0,-1 0 0 0 0,1 0-1 0 0,-1 0 1 0 0,1-1 0 0 0,-1 1 0 0 0,0 0 0 0 0,1 0 0 0 0,-1 0 0 0 0,1 1 0 0 0,-1-1 0 0 0,0 0-1 0 0,-4 1 36 0 0,1-1 0 0 0,-1 1 0 0 0,1 0-1 0 0,-1 1 1 0 0,1-1 0 0 0,0 1 0 0 0,-1 0-1 0 0,1 0 1 0 0,0 0 0 0 0,0 1-1 0 0,1-1 1 0 0,-1 1 0 0 0,0 0 0 0 0,-3 4-1 0 0,1-1 100 0 0,1 1-1 0 0,-1-1 1 0 0,1 1-1 0 0,1 1 1 0 0,-1-1-1 0 0,1 1 1 0 0,1-1-1 0 0,-1 1 0 0 0,1 0 1 0 0,1 1-1 0 0,-1-1 1 0 0,2 0-1 0 0,-2 10 1 0 0,3-14-104 0 0,0 0 0 0 0,0 0 1 0 0,0-1-1 0 0,1 1 0 0 0,-1 0 1 0 0,1 0-1 0 0,0 0 1 0 0,1 0-1 0 0,-1-1 0 0 0,1 1 1 0 0,-1-1-1 0 0,1 1 0 0 0,0-1 1 0 0,0 0-1 0 0,1 1 1 0 0,-1-1-1 0 0,0 0 0 0 0,5 3 1 0 0,1-2-149 0 0,-1-1 0 0 0,1 0 1 0 0,0-1-1 0 0,0 0 0 0 0,1 0 1 0 0,-1-1-1 0 0,0 0 1 0 0,1 0-1 0 0,-1-1 0 0 0,0 0 1 0 0,1 0-1 0 0,-1-1 0 0 0,0 0 1 0 0,0-1-1 0 0,15-4 0 0 0,-2 0-1050 0 0,0-1-1 0 0,-1 0 1 0 0,0-2-1 0 0,0 0 1 0 0,-1-1-1 0 0,36-25 1 0 0,-29 13-3151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40 4708 0 0,'0'-4'1560'0'0,"2"-19"3880"0"0,-3 20-4697 0 0,-4-7 827 0 0,1 11-564 0 0,-2 24-192 0 0,1 26-555 0 0,13 147 129 0 0,-1-27-3964 0 0,-7-166 2973 0 0,-1 0-8 0 0,0 16 10 0 0,1-16 4 0 0,-1-1-1520 0 0,0 0 1764 0 0,-1 3 71 0 0,2 0-4020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2164 0 0,'0'-4'1346'0'0,"1"-13"-301"0"0,-1 12-236 0 0,2 1-203 0 0,1 0-430 0 0,0-1 0 0 0,1 1 1 0 0,-1 0-1 0 0,1 0 0 0 0,0 0 0 0 0,0 1 1 0 0,0-1-1 0 0,9-5 0 0 0,-10 8-25 0 0,2 0-2 0 0,16-2-4 0 0,-15 2-1 0 0,-1 1 59 0 0,-2 1-144 0 0,2-1 47 0 0,-1 0 1 0 0,0 0-1 0 0,0 1 0 0 0,0 0 0 0 0,0 0 0 0 0,0 0 1 0 0,0 0-1 0 0,0 1 0 0 0,0-1 0 0 0,0 1 0 0 0,-1 0 1 0 0,1 0-1 0 0,-1 0 0 0 0,1 1 0 0 0,-1-1 0 0 0,0 1 1 0 0,0 0-1 0 0,0 0 0 0 0,0 0 0 0 0,-1 0 0 0 0,4 5 1 0 0,-5-5-9 0 0,1 0 0 0 0,-1 0 1 0 0,0 0-1 0 0,0 0 1 0 0,0 1-1 0 0,-1-1 0 0 0,1 0 1 0 0,-1 1-1 0 0,0-1 1 0 0,1 0-1 0 0,-2 1 0 0 0,1-1 1 0 0,0 1-1 0 0,-2 5 1 0 0,0-3-24 0 0,0 0 1 0 0,-1 0-1 0 0,0 0 1 0 0,0 0-1 0 0,0-1 1 0 0,-1 1 0 0 0,0-1-1 0 0,0 0 1 0 0,-7 7-1 0 0,0 0-558 0 0,-1-1 1 0 0,-1-1-1 0 0,-25 18 0 0 0,34-26-237 0 0,-3-20-9564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 2864 0 0,'21'-56'8061'0'0,"-20"53"-6984"0"0,0 6-782 0 0,6 29 55 0 0,-1 0 0 0 0,-2 1-1 0 0,0 35 1 0 0,2 19-232 0 0,-2-57-405 0 0,8 36-1 0 0,-10-57-54 0 0,0-1 0 0 0,1 0 0 0 0,0 0 0 0 0,0 0 0 0 0,1 0 0 0 0,0-1 0 0 0,1 1-1 0 0,7 9 1 0 0,-10-15 40 0 0,0 0-1 0 0,0-1 0 0 0,1 0 0 0 0,-1 1 1 0 0,0-1-1 0 0,1 0 0 0 0,-1 0 1 0 0,1-1-1 0 0,-1 1 0 0 0,1 0 0 0 0,-1-1 1 0 0,1 0-1 0 0,-1 1 0 0 0,1-1 1 0 0,4 0-1 0 0,-5 0 371 0 0,8-1-2049 0 0,12-5-1383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 66 4004 0 0,'2'-4'1420'0'0,"2"-15"-216"0"0,-2 15 695 0 0,-3 0-1148 0 0,-2-14-123 0 0,2 14-109 0 0,-4-1 31 0 0,4 5-520 0 0,1-1-1 0 0,0 1 1 0 0,0 0-1 0 0,0-1 1 0 0,0 1 0 0 0,-1-1-1 0 0,1 1 1 0 0,0 0-1 0 0,0-1 1 0 0,-1 1 0 0 0,1 0-1 0 0,0-1 1 0 0,-1 1-1 0 0,1 0 1 0 0,0-1 0 0 0,-1 1-1 0 0,1 0 1 0 0,0 0-1 0 0,-1-1 1 0 0,1 1 0 0 0,-1 0-1 0 0,1 0 1 0 0,0 0-1 0 0,-1 0 1 0 0,1 0 0 0 0,-1-1-1 0 0,1 1 1 0 0,0 0-1 0 0,-1 0 1 0 0,1 0 0 0 0,-1 0-1 0 0,1 0 1 0 0,-1 0-1 0 0,0 1 1 0 0,-3-1 23 0 0,-1 0 0 0 0,1 0-1 0 0,0 1 1 0 0,-1-1 0 0 0,1 1 0 0 0,0 0 0 0 0,0 1-1 0 0,0-1 1 0 0,0 1 0 0 0,0-1 0 0 0,0 1 0 0 0,0 0-1 0 0,0 1 1 0 0,1-1 0 0 0,-4 4 0 0 0,1 0-2 0 0,1 1 0 0 0,-1 0 0 0 0,1 0 0 0 0,1 0 0 0 0,-1 1 0 0 0,1-1 0 0 0,1 1 0 0 0,-4 11 0 0 0,6-16-20 0 0,1 2-12 0 0,0 14-6 0 0,0-14 1 0 0,0-5-14 0 0,1 0 1 0 0,-1 1-1 0 0,0-1 0 0 0,1 0 1 0 0,-1 0-1 0 0,0 0 0 0 0,1 1 0 0 0,-1-1 1 0 0,0 0-1 0 0,1 1 0 0 0,-1-1 1 0 0,0 0-1 0 0,0 1 0 0 0,1-1 1 0 0,-1 0-1 0 0,0 1 0 0 0,0-1 1 0 0,0 1-1 0 0,0-1 0 0 0,1 0 1 0 0,-1 1-1 0 0,0-1 0 0 0,0 1 1 0 0,0-1-1 0 0,0 0 0 0 0,0 1 1 0 0,0 0-1 0 0,0 0-2 0 0,0-1 1 0 0,0 1-1 0 0,0 0 0 0 0,0 0 1 0 0,0-1-1 0 0,0 1 1 0 0,1 0-1 0 0,-1 0 0 0 0,0-1 1 0 0,1 1-1 0 0,-1 0 0 0 0,0-1 1 0 0,1 1-1 0 0,-1-1 1 0 0,1 1-1 0 0,-1 0 0 0 0,1-1 1 0 0,-1 1-1 0 0,1-1 0 0 0,-1 1 1 0 0,2 0-1 0 0,7 4 15 0 0,1-1 0 0 0,-1 0-1 0 0,16 5 1 0 0,-21-8-20 0 0,3-2-1 0 0,1 2 29 0 0,0-1-1 0 0,0-1 0 0 0,0 0 1 0 0,0 0-1 0 0,0 0 1 0 0,0-1-1 0 0,0 0 0 0 0,-1-1 1 0 0,1 0-1 0 0,-1 0 0 0 0,1 0 1 0 0,-1-1-1 0 0,0 0 1 0 0,0-1-1 0 0,-1 1 0 0 0,1-1 1 0 0,-1-1-1 0 0,6-6 1 0 0,24-39 599 0 0,-34 49-345 0 0,-2 1-241 0 0,1 0 0 0 0,-1 0 1 0 0,0 0-1 0 0,1 0 0 0 0,-1 0 0 0 0,0 0 0 0 0,1 0 1 0 0,-1 0-1 0 0,0 0 0 0 0,0 0 0 0 0,0 0 0 0 0,0 0 1 0 0,0 0-1 0 0,0 0 0 0 0,0 0 0 0 0,0 0 0 0 0,-1 0 1 0 0,1 0-1 0 0,-1-1 0 0 0,-15 3 27 0 0,12-1-7 0 0,1 4 30 0 0,-33 45 132 0 0,34-46-184 0 0,1 2-3 0 0,-2 13 14 0 0,3-13 43 0 0,1-1-99 0 0,-1-4 11 0 0,0 4-79 0 0,1-1-1 0 0,-1 0 1 0 0,1 0-1 0 0,0 0 1 0 0,0 1-1 0 0,0-1 1 0 0,1 0-1 0 0,-1-1 1 0 0,1 1-1 0 0,-1 0 1 0 0,1 0 0 0 0,0-1-1 0 0,0 1 1 0 0,1-1-1 0 0,-1 1 1 0 0,0-1-1 0 0,1 0 1 0 0,-1 0-1 0 0,1 0 1 0 0,0 0-1 0 0,-1 0 1 0 0,1-1-1 0 0,0 1 1 0 0,6 1-1 0 0,-3-1-322 0 0,1-1-1 0 0,0 0 0 0 0,1 0 0 0 0,-1 0 1 0 0,0-1-1 0 0,0 0 0 0 0,0 0 1 0 0,0 0-1 0 0,0-1 0 0 0,1-1 1 0 0,-1 1-1 0 0,10-4 0 0 0,-2-1-874 0 0,0-1-1 0 0,0 0 1 0 0,19-14-1 0 0,-17 9-2222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89 3032 0 0,'1'-4'1212'0'0,"-1"1"-907"0"0,0 0 1 0 0,0 0-1 0 0,0 0 1 0 0,-1 0-1 0 0,1 0 1 0 0,-1 1 0 0 0,1-1-1 0 0,-1 0 1 0 0,0 0-1 0 0,-1-3 1 0 0,0 3 286 0 0,-1 1-35 0 0,1 1-430 0 0,-1 0 1 0 0,1-1-1 0 0,0 1 0 0 0,0 1 0 0 0,-1-1 0 0 0,1 0 0 0 0,0 0 1 0 0,-1 1-1 0 0,1-1 0 0 0,-1 1 0 0 0,1 0 0 0 0,-1 0 1 0 0,1 0-1 0 0,-1 0 0 0 0,1 0 0 0 0,-1 1 0 0 0,1-1 1 0 0,-1 1-1 0 0,1-1 0 0 0,-4 3 0 0 0,2-1-4 0 0,0 0 1 0 0,1 0-1 0 0,-1 1 0 0 0,1-1 0 0 0,0 1 0 0 0,-1 0 0 0 0,1 0 1 0 0,0 1-1 0 0,1-1 0 0 0,-1 0 0 0 0,-2 6 0 0 0,0-2-35 0 0,1 1 0 0 0,1-1 0 0 0,-1 1 0 0 0,1 0-1 0 0,0 0 1 0 0,1 1 0 0 0,0-1 0 0 0,0 1-1 0 0,1-1 1 0 0,0 1 0 0 0,0 15 0 0 0,4-16-64 0 0,12 23-7 0 0,-9-25-23 0 0,-2-3-1 0 0,-1 0-38 0 0,1 0 1 0 0,-1-1-1 0 0,0 1 0 0 0,1-1 0 0 0,0 0 0 0 0,-1 0 1 0 0,1 0-1 0 0,0 0 0 0 0,0 0 0 0 0,0-1 0 0 0,0 0 1 0 0,6 1-1 0 0,-6-1 9 0 0,7 1-151 0 0,-1 0 0 0 0,1-1 0 0 0,0-1 0 0 0,0 0 1 0 0,0 0-1 0 0,0-1 0 0 0,0 0 0 0 0,0-1 1 0 0,0 0-1 0 0,0-1 0 0 0,-1 0 0 0 0,0-1 1 0 0,1 0-1 0 0,-1-1 0 0 0,13-7 0 0 0,-14 6 20 0 0,0-1 0 0 0,-1 1-1 0 0,0-1 1 0 0,0-1 0 0 0,-1 0 0 0 0,1 0-1 0 0,-2 0 1 0 0,10-16 0 0 0,-14 21 141 0 0,-1 2 91 0 0,0 0 0 0 0,-1 0 0 0 0,1 0 0 0 0,-1-1 0 0 0,1 1 0 0 0,-1 0-1 0 0,1 0 1 0 0,-1 0 0 0 0,0-1 0 0 0,0 1 0 0 0,1 0 0 0 0,-1-1-1 0 0,0 1 1 0 0,0 0 0 0 0,-1-2 0 0 0,1 2-45 0 0,-1 1 1 0 0,1 0-1 0 0,-1-1 1 0 0,1 1-1 0 0,-1-1 1 0 0,1 1-1 0 0,-1 0 1 0 0,1-1-1 0 0,-1 1 0 0 0,0 0 1 0 0,1 0-1 0 0,-1 0 1 0 0,1 0-1 0 0,-1-1 1 0 0,0 1-1 0 0,1 0 1 0 0,-1 0-1 0 0,0 0 1 0 0,1 0-1 0 0,-1 0 1 0 0,0 0-1 0 0,1 0 0 0 0,-1 1 1 0 0,1-1-1 0 0,-1 0 1 0 0,0 0-1 0 0,1 0 1 0 0,-1 1-1 0 0,1-1 1 0 0,-2 1-1 0 0,-14 15 484 0 0,14-13-307 0 0,0 3-51 0 0,2-5-140 0 0,0-1 0 0 0,-1 1 0 0 0,1-1 0 0 0,-1 1 0 0 0,1 0 0 0 0,0-1 0 0 0,-1 1 0 0 0,1 0 0 0 0,0-1 0 0 0,0 1 0 0 0,0 0 0 0 0,-1-1 0 0 0,1 1 1 0 0,0 0-1 0 0,0-1 0 0 0,0 1 0 0 0,0 0 0 0 0,0-1 0 0 0,0 1 0 0 0,0 0 0 0 0,1-1 0 0 0,-1 1 0 0 0,0 1 0 0 0,3 1-3 0 0,1-1 0 0 0,-1 0 0 0 0,0 0 0 0 0,1 0 0 0 0,-1 0 0 0 0,1-1 0 0 0,0 1 0 0 0,-1-1-1 0 0,1 0 1 0 0,0 0 0 0 0,0 0 0 0 0,0 0 0 0 0,0-1 0 0 0,0 0 0 0 0,-1 1 0 0 0,1-2 0 0 0,0 1 0 0 0,0 0 0 0 0,0-1 0 0 0,7-1 0 0 0,3-1-11 0 0,1 0-1 0 0,-1-1 1 0 0,0-1 0 0 0,24-10 0 0 0,-32 11 52 0 0,1 1 0 0 0,-1-1 1 0 0,0-1-1 0 0,0 1 0 0 0,0-1 0 0 0,0 0 1 0 0,-1 0-1 0 0,0 0 0 0 0,0-1 1 0 0,0 0-1 0 0,-1 0 0 0 0,0 0 0 0 0,0-1 1 0 0,0 1-1 0 0,-1-1 0 0 0,4-12 0 0 0,-6 15 3 0 0,-2 0 2 0 0,1 2-38 0 0,0-1 0 0 0,0 1-1 0 0,0 0 1 0 0,-1 0 0 0 0,0 0 0 0 0,1 0 0 0 0,-1 0 0 0 0,0 0 0 0 0,0 0 0 0 0,0 0 0 0 0,0 0-1 0 0,0 1 1 0 0,0-1 0 0 0,0 0 0 0 0,-1 1 0 0 0,1-1 0 0 0,-1 1 0 0 0,1-1 0 0 0,-1 1-1 0 0,0-1 1 0 0,1 1 0 0 0,-1 0 0 0 0,0 0 0 0 0,0 0 0 0 0,0 0 0 0 0,0 0 0 0 0,0 1 0 0 0,0-1-1 0 0,0 0 1 0 0,-4 0 0 0 0,-4 2 102 0 0,0-1 0 0 0,1 2 0 0 0,-1-1 0 0 0,0 1 1 0 0,1 0-1 0 0,-1 1 0 0 0,1 1 0 0 0,0-1 0 0 0,0 1 0 0 0,0 1 0 0 0,0-1 0 0 0,1 2 0 0 0,0-1 0 0 0,0 1 0 0 0,0 0 0 0 0,1 1 0 0 0,0 0 0 0 0,0 0 1 0 0,0 0-1 0 0,1 1 0 0 0,-6 10 0 0 0,10-13-30 0 0,0-1 0 0 0,0 1 0 0 0,0 0 0 0 0,1-1 0 0 0,-1 1 0 0 0,2 0 0 0 0,-1 0 0 0 0,0 0 0 0 0,1 6 0 0 0,0-11-81 0 0,0 3 19 0 0,0 0-1 0 0,0 0 0 0 0,1 0 1 0 0,0 0-1 0 0,-1 0 0 0 0,1 0 0 0 0,0-1 1 0 0,0 1-1 0 0,1 0 0 0 0,-1-1 0 0 0,0 1 1 0 0,1-1-1 0 0,0 1 0 0 0,-1-1 0 0 0,1 0 1 0 0,0 0-1 0 0,0 0 0 0 0,1 0 0 0 0,3 3 1 0 0,1 0 0 0 0,0 0 0 0 0,0 0 1 0 0,1-1-1 0 0,-1 0 0 0 0,9 3 1 0 0,0-2-123 0 0,0-1 0 0 0,0 0 0 0 0,0-1 0 0 0,0-1 0 0 0,1 0-1 0 0,-1-1 1 0 0,0-1 0 0 0,1-1 0 0 0,-1 0 0 0 0,26-5 0 0 0,-16 0-1320 0 0,49-17 0 0 0,18-18-4883 0 0,-59 22 31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0 480 3000 0 0,'0'0'7537'0'0,"3"-2"-7310"0"0,7-10-148 0 0,-1-1 0 0 0,0 0 0 0 0,0 0 1 0 0,-1-1-1 0 0,6-14 0 0 0,-9 18-70 0 0,5-8 8 0 0,0 0 0 0 0,-2-1 0 0 0,0 0 0 0 0,-1 0 0 0 0,-1-1 0 0 0,0 0-1 0 0,-2 0 1 0 0,0-1 0 0 0,-2 1 0 0 0,1-28 0 0 0,-5 27-10 0 0,0 0-1 0 0,-2 1 1 0 0,-10-32-1 0 0,13 48 29 0 0,-1 2-6 0 0,-7-8-5 0 0,7 7 18 0 0,-1 5-26 0 0,-1 1-10 0 0,1 0 0 0 0,0 0-1 0 0,0 0 1 0 0,1 0-1 0 0,-1 0 1 0 0,0 0-1 0 0,1 1 1 0 0,0-1-1 0 0,0 1 1 0 0,0 0 0 0 0,0 0-1 0 0,1 0 1 0 0,0-1-1 0 0,-2 6 1 0 0,-6 29 9 0 0,2 0 1 0 0,2 0-1 0 0,1 0 1 0 0,2 1 0 0 0,2-1-1 0 0,1 1 1 0 0,8 45-1 0 0,-9-80-23 0 0,0 0-1 0 0,1-1 0 0 0,0 1 1 0 0,0 0-1 0 0,0-1 0 0 0,0 1 1 0 0,0 0-1 0 0,1-1 0 0 0,0 1 1 0 0,-1-1-1 0 0,1 0 0 0 0,1 1 1 0 0,-1-1-1 0 0,0 0 0 0 0,1-1 1 0 0,-1 1-1 0 0,1 0 0 0 0,0-1 1 0 0,0 1-1 0 0,0-1 0 0 0,0 0 1 0 0,1 0-1 0 0,-1 0 0 0 0,0 0 1 0 0,1-1-1 0 0,0 1 0 0 0,3 0 0 0 0,2 0-124 0 0,0-1-1 0 0,0-1 0 0 0,-1 0 0 0 0,1 0 0 0 0,0 0 1 0 0,0-1-1 0 0,-1-1 0 0 0,1 1 0 0 0,0-1 0 0 0,8-4 1 0 0,-6 3 9 0 0,-1-1 0 0 0,0 0 1 0 0,0 0-1 0 0,0-1 0 0 0,-1 0 1 0 0,0-1-1 0 0,0 0 0 0 0,0-1 1 0 0,-1 0-1 0 0,0 0 0 0 0,0 0 1 0 0,-1-1-1 0 0,0 0 0 0 0,8-12 1 0 0,0-4 64 0 0,-8 12-22 0 0,-2-2 118 0 0,4-22 600 0 0,-8 32-352 0 0,-1 3-261 0 0,0 0-1 0 0,0 0 1 0 0,0 0-1 0 0,0 0 1 0 0,-1 0-1 0 0,1 0 1 0 0,0 0 0 0 0,-1 0-1 0 0,1 0 1 0 0,0 0-1 0 0,-1 0 1 0 0,1 0-1 0 0,-1 0 1 0 0,1 0-1 0 0,-1 0 1 0 0,0 0-1 0 0,1 1 1 0 0,-2-2 0 0 0,-2 5 11 0 0,1 0 0 0 0,-1-1 0 0 0,1 2 0 0 0,-1-1 0 0 0,1 0 1 0 0,0 1-1 0 0,0-1 0 0 0,0 1 0 0 0,1 0 0 0 0,0 0 1 0 0,-1 0-1 0 0,-2 7 0 0 0,-7 31 318 0 0,11-37-279 0 0,2 0-22 0 0,6 39 99 0 0,-6-40-123 0 0,13 18-95 0 0,-11-20 75 0 0,0 0 1 0 0,0-1 0 0 0,0 1-1 0 0,1-1 1 0 0,-1 1 0 0 0,0-1-1 0 0,1 0 1 0 0,-1 0 0 0 0,0-1-1 0 0,1 1 1 0 0,-1-1 0 0 0,1 1-1 0 0,-1-1 1 0 0,1 0 0 0 0,-1-1-1 0 0,5 0 1 0 0,-3 0 2 0 0,16-13 47 0 0,-17 10-23 0 0,-1-1 0 0 0,0 1-1 0 0,0-1 1 0 0,0 0 0 0 0,-1 0 0 0 0,1 0-1 0 0,-1 0 1 0 0,0 0 0 0 0,-1 0-1 0 0,1 0 1 0 0,-1-1 0 0 0,1-6-1 0 0,-1 2-12 0 0,-1 0 0 0 0,1 0 0 0 0,-2 0 0 0 0,1 0 0 0 0,-4-16-1 0 0,3 24-7 0 0,0 0-1 0 0,1 1 1 0 0,-1-1-1 0 0,0 0 0 0 0,0 1 1 0 0,0-1-1 0 0,-1 0 1 0 0,1 1-1 0 0,0 0 1 0 0,0-1-1 0 0,-1 1 0 0 0,1 0 1 0 0,-1 0-1 0 0,1-1 1 0 0,-1 1-1 0 0,0 0 0 0 0,1 1 1 0 0,-1-1-1 0 0,-3-1 1 0 0,4 1-27 0 0,-3-1-5 0 0,-2 3-135 0 0,-38 11 108 0 0,40-11-102 0 0,1 1 1 0 0,-1 0-1 0 0,1-1 1 0 0,0 1-1 0 0,0 0 1 0 0,0 1 0 0 0,0-1-1 0 0,0 0 1 0 0,0 1-1 0 0,1 0 1 0 0,-1 0-1 0 0,1 0 1 0 0,-1 0-1 0 0,-1 4 1 0 0,-1 4-503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2908 0 0,'0'0'1622'0'0,"2"-2"-329"0"0,10-10 2561 0 0,-9 14-3434 0 0,1 1-270 0 0,0 0 1 0 0,0 0 0 0 0,0 0-1 0 0,-1 1 1 0 0,1-1-1 0 0,-1 1 1 0 0,0 0-1 0 0,0 0 1 0 0,3 6 0 0 0,24 46 252 0 0,-21-38-337 0 0,15 19 121 0 0,-22-34-181 0 0,1 0-144 0 0,21 27-2036 0 0,-21-28 1430 0 0,1-2-2437 0 0,13-2 2343 0 0,-12 2-89 0 0,-3-3-627 0 0,10-12-1115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44 3328 0 0,'1'-4'1135'0'0,"-2"-36"4372"0"0,-17 74-4943 0 0,-13 33-248 0 0,17-38-301 0 0,-13 40 0 0 0,26-65-182 0 0,1-3 156 0 0,0-1-1 0 0,0 0 1 0 0,0 1-1 0 0,1-1 1 0 0,-1 0-1 0 0,0 1 1 0 0,0-1-1 0 0,0 1 1 0 0,0-1-1 0 0,0 0 1 0 0,0 1-1 0 0,0-1 1 0 0,0 0-1 0 0,0 1 1 0 0,0-1-1 0 0,0 0 1 0 0,0 1-1 0 0,0-1 1 0 0,0 0-1 0 0,-1 1 1 0 0,1-1-1 0 0,0 0 1 0 0,0 1 0 0 0,0-1-1 0 0,0 0 1 0 0,-1 1-1 0 0,1-1 1 0 0,0 0-1 0 0,-1 1 1 0 0,1-1-58 0 0,0 1 1 0 0,-1-1 0 0 0,1 1 0 0 0,0-1-1 0 0,-1 1 1 0 0,1-1 0 0 0,0 1 0 0 0,0-1-1 0 0,-1 1 1 0 0,1-1 0 0 0,0 1 0 0 0,0-1-1 0 0,0 1 1 0 0,0-1 0 0 0,0 1 0 0 0,0 0-1 0 0,0-1 1 0 0,0 1 0 0 0,0-1 0 0 0,0 1-1 0 0,0-1 1 0 0,0 1 0 0 0,0-1 0 0 0,0 1-1 0 0,1 0 1 0 0,-1-1 0 0 0,0 1 0 0 0,1 0-1 0 0,0 0-69 0 0,-1 0 0 0 0,1 0 0 0 0,0 0 0 0 0,0 0 0 0 0,0 0-1 0 0,-1 0 1 0 0,1 0 0 0 0,0 0 0 0 0,1 0 0 0 0,-1 0-1 0 0,0 0 1 0 0,0-1 0 0 0,0 1 0 0 0,0-1 0 0 0,1 1-1 0 0,-1-1 1 0 0,0 1 0 0 0,0-1 0 0 0,1 1 0 0 0,-1-1 0 0 0,0 0-1 0 0,1 0 1 0 0,-1 0 0 0 0,0 0 0 0 0,1 0 0 0 0,2 0-1 0 0,1 0-77 0 0,-1-2 208 0 0,11-4 196 0 0,-11 4 141 0 0,0 0 127 0 0,13-5-76 0 0,-13 5 1 0 0,15-8 1253 0 0,-2 5-1089 0 0,-14 4 959 0 0,1 1-1296 0 0,14 1 24 0 0,-14-1 353 0 0,19-2-169 0 0,-19 0-348 0 0,7-1 48 0 0,-1-1 0 0 0,0 0-1 0 0,-1-1 1 0 0,1 0 0 0 0,-1-1 0 0 0,0 0 0 0 0,14-12 0 0 0,-20 16 46 0 0,-3 2-153 0 0,1 0 0 0 0,-1-1 0 0 0,1 1 0 0 0,-1 0 0 0 0,1 0 0 0 0,-1-1 0 0 0,1 1 0 0 0,-1 0 0 0 0,0 0 0 0 0,1-1 0 0 0,-1 1 0 0 0,1-1 0 0 0,-1 1 0 0 0,0 0 0 0 0,1-1 0 0 0,-1 1 1 0 0,0-1-1 0 0,0 1 0 0 0,1-1 0 0 0,-1 1 0 0 0,0-1 0 0 0,0 1 0 0 0,0-2 0 0 0,8-8 150 0 0,-6 6-116 0 0,-1 1 0 0 0,1-1 0 0 0,0 1 0 0 0,-1-1-1 0 0,0 0 1 0 0,0 1 0 0 0,1-9 0 0 0,-2 10-26 0 0,1-2 38 0 0,-2 0-42 0 0,0-12 8 0 0,0 12 14 0 0,-1 1-30 0 0,-7-7-24 0 0,7 8-17 0 0,-2 2 39 0 0,0 0 1 0 0,0 1 0 0 0,0-1-1 0 0,1 1 1 0 0,-1 0 0 0 0,0 0-1 0 0,0 1 1 0 0,1-1 0 0 0,-1 1-1 0 0,1 0 1 0 0,-1-1 0 0 0,1 2-1 0 0,0-1 1 0 0,0 0 0 0 0,0 1 0 0 0,0-1-1 0 0,0 1 1 0 0,-3 3 0 0 0,2-1 31 0 0,0-1 1 0 0,0 1 0 0 0,0 0-1 0 0,0 0 1 0 0,1 0 0 0 0,-1 1 0 0 0,1-1-1 0 0,1 1 1 0 0,-1 0 0 0 0,1-1-1 0 0,0 1 1 0 0,0 0 0 0 0,1 1 0 0 0,0-1-1 0 0,0 0 1 0 0,0 0 0 0 0,1 0-1 0 0,0 1 1 0 0,0-1 0 0 0,1 9 0 0 0,0-10 0 0 0,0 0-1 0 0,1-1 1 0 0,-1 1 0 0 0,1 0 0 0 0,0 0 0 0 0,0-1 0 0 0,0 1 0 0 0,1-1 0 0 0,-1 0 0 0 0,1 0-1 0 0,0 0 1 0 0,0 0 0 0 0,1 0 0 0 0,-1-1 0 0 0,1 1 0 0 0,0-1 0 0 0,5 4 0 0 0,-5-5-52 0 0,-1 0 0 0 0,0 0 0 0 0,1-1 0 0 0,-1 1 0 0 0,1-1 0 0 0,0 0 1 0 0,-1 1-1 0 0,1-2 0 0 0,0 1 0 0 0,0 0 0 0 0,0-1 0 0 0,0 0 0 0 0,-1 0 1 0 0,1 0-1 0 0,0 0 0 0 0,0-1 0 0 0,6-1 0 0 0,1-1-318 0 0,0 0 0 0 0,0-1 0 0 0,0 0 0 0 0,13-8-1 0 0,-10 4-1093 0 0,1-1-1 0 0,-1 0 1 0 0,-1-1-1 0 0,13-11 1 0 0,-4 0-4158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40 257 4244 0 0,'0'0'2218'0'0,"-4"1"-1459"0"0,2-1-879 0 0,-8 2 622 0 0,10 3 1203 0 0,1 9-716 0 0,5-14-936 0 0,2-1-27 0 0,-1 1 1 0 0,1-1-1 0 0,0-1 1 0 0,-1 0-1 0 0,1 0 1 0 0,-1 0-1 0 0,0-1 1 0 0,12-6-1 0 0,-12 5 17 0 0,0-1 1 0 0,0 0-1 0 0,0 0 0 0 0,-1 0 0 0 0,0-1 0 0 0,0 0 1 0 0,0 0-1 0 0,7-11 0 0 0,-10 11 20 0 0,0-1 0 0 0,0 1 0 0 0,0-1-1 0 0,-1 0 1 0 0,0 1 0 0 0,0-1 0 0 0,-1 0 0 0 0,0 0 0 0 0,0 0 0 0 0,0-9-1 0 0,-2 8 15 0 0,0 1 0 0 0,0-1 0 0 0,-1 1 0 0 0,1 0-1 0 0,-2 0 1 0 0,1 0 0 0 0,-1 0 0 0 0,0 0 0 0 0,0 0-1 0 0,-1 1 1 0 0,0-1 0 0 0,0 1 0 0 0,0 0 0 0 0,-10-9 0 0 0,12 13 129 0 0,-4 2-142 0 0,-16 2 18 0 0,21-2-81 0 0,1 0 0 0 0,0 0 0 0 0,-1 0 0 0 0,1 0 0 0 0,-1 0 0 0 0,1 0-1 0 0,0 0 1 0 0,-1 0 0 0 0,1 1 0 0 0,0-1 0 0 0,-1 0 0 0 0,1 0 0 0 0,-1 0 0 0 0,1 0 0 0 0,0 1 0 0 0,-1-1-1 0 0,1 0 1 0 0,0 0 0 0 0,0 1 0 0 0,-1-1 0 0 0,1 0 0 0 0,0 0 0 0 0,-1 1 0 0 0,1-1 0 0 0,0 1 0 0 0,-9 11 14 0 0,1 0 1 0 0,0 1-1 0 0,1 0 0 0 0,0 0 1 0 0,2 1-1 0 0,-1 0 1 0 0,1 0-1 0 0,1 0 1 0 0,-3 20-1 0 0,-13 145-5 0 0,16-127-209 0 0,-8 191 430 0 0,7-111-1612 0 0,5-128 915 0 0,0 0-38 0 0,0 13-80 0 0,0-13-123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29 191 2848 0 0,'-27'-26'4995'0'0,"25"23"-4277"0"0,7 2-532 0 0,32-8 78 0 0,1 2 1 0 0,49-4 0 0 0,26-4-106 0 0,128-43-137 0 0,-237 57 20 0 0,14-2 802 0 0,-24 7-793 0 0,1-1-27 0 0,1 0 0 0 0,0 0 0 0 0,0 1 0 0 0,1-1 0 0 0,-1 1 0 0 0,1 0-1 0 0,-1 0 1 0 0,1 1 0 0 0,1-1 0 0 0,-1 1 0 0 0,0-1 0 0 0,1 1 0 0 0,-3 9 0 0 0,2-8-20 0 0,0 0 1 0 0,1 0 0 0 0,-1 0-1 0 0,1 0 1 0 0,1 1 0 0 0,-1-1 0 0 0,1 0-1 0 0,0 1 1 0 0,1-1 0 0 0,0 1-1 0 0,0-1 1 0 0,0 1 0 0 0,0-1 0 0 0,1 1-1 0 0,0-1 1 0 0,4 12 0 0 0,-3-15 31 0 0,0 0-22 0 0,-1-2-13 0 0,1 0 1 0 0,-1 1-1 0 0,1-1 0 0 0,-1 0 1 0 0,1 0-1 0 0,-1 0 1 0 0,1 0-1 0 0,0 0 1 0 0,-1 0-1 0 0,1 0 1 0 0,0-1-1 0 0,0 1 0 0 0,0-1 1 0 0,-1 1-1 0 0,1-1 1 0 0,0 0-1 0 0,0 1 1 0 0,0-1-1 0 0,0 0 1 0 0,0 0-1 0 0,0 0 0 0 0,0-1 1 0 0,2 0-1 0 0,2-1-4 0 0,0 0-1 0 0,-1-1 0 0 0,1 0 1 0 0,-1 0-1 0 0,0-1 1 0 0,0 1-1 0 0,0-1 0 0 0,0 0 1 0 0,-1 0-1 0 0,6-8 0 0 0,-4 4 52 0 0,-1 0-1 0 0,0 0 0 0 0,-1-1 1 0 0,0 0-1 0 0,-1 0 0 0 0,1 0 1 0 0,1-12-1 0 0,-3 15-45 0 0,-2 0-1 0 0,1 1 1 0 0,-1-1 0 0 0,0 0 0 0 0,0 0-1 0 0,0 1 1 0 0,-1-1 0 0 0,0 0-1 0 0,0 1 1 0 0,0-1 0 0 0,-1 1 0 0 0,0-1-1 0 0,-5-9 1 0 0,6 13 13 0 0,0 0 0 0 0,-1 0 0 0 0,1 0 0 0 0,-1 0 0 0 0,1 0 0 0 0,-1 1 0 0 0,0-1 0 0 0,0 1 0 0 0,0-1-1 0 0,0 1 1 0 0,0 0 0 0 0,0 0 0 0 0,0 0 0 0 0,0 0 0 0 0,0 0 0 0 0,0 0 0 0 0,-1 0 0 0 0,1 1 0 0 0,-4-1 0 0 0,-33 1-27 0 0,37 0 4 0 0,-2 0 3 0 0,4 2-281 0 0,1-1 266 0 0,-1 0 1 0 0,1 0-1 0 0,-1 0 1 0 0,1 0-1 0 0,0 0 1 0 0,-1 0 0 0 0,1 0-1 0 0,0 0 1 0 0,0-1-1 0 0,-1 1 1 0 0,1 0-1 0 0,0 0 1 0 0,0-1-1 0 0,0 1 1 0 0,0 0-1 0 0,0-1 1 0 0,0 1-1 0 0,0-1 1 0 0,0 1-1 0 0,0-1 1 0 0,1 1-1 0 0,-1-1 1 0 0,0 0-1 0 0,0 0 1 0 0,0 0-1 0 0,0 1 1 0 0,1-1-1 0 0,-1 0 1 0 0,0-1-1 0 0,1 1 1 0 0,51 0-751 0 0,-51 0 737 0 0,51-4-107 0 0,-1-2 0 0 0,90-22 0 0 0,-138 27 292 0 0,-3 0-80 0 0,0 1 0 0 0,1 0-1 0 0,-1-1 1 0 0,0 1 0 0 0,0 0 0 0 0,0 0-1 0 0,1 0 1 0 0,-1 0 0 0 0,0 0-1 0 0,0 0 1 0 0,1 0 0 0 0,-1 0 0 0 0,0 0-1 0 0,0 1 1 0 0,2 0 0 0 0,-4 3-45 0 0,-1 0 1 0 0,1 0 0 0 0,-1 0-1 0 0,0 0 1 0 0,0 0 0 0 0,0 0-1 0 0,-1-1 1 0 0,1 1-1 0 0,-1-1 1 0 0,0 1 0 0 0,0-1-1 0 0,-5 4 1 0 0,0 1 20 0 0,1 0-1 0 0,-1 0 1 0 0,-11 20-1 0 0,15-23-36 0 0,1 0 1 0 0,0 0-1 0 0,0 0 1 0 0,1 0 0 0 0,-1 1 0 0 0,1-1-1 0 0,1 0 1 0 0,-3 12 0 0 0,1 5-21 0 0,3-18 5 0 0,10 18-84 0 0,-9-22 89 0 0,-1 0 0 0 0,1 0 0 0 0,-1 0 0 0 0,1 0 0 0 0,-1 0 0 0 0,1 0 0 0 0,-1 0 0 0 0,1 0 0 0 0,-1 0 0 0 0,0 0 0 0 0,1 0 0 0 0,-1 0 0 0 0,1 1 0 0 0,-1-1 0 0 0,1 0 0 0 0,-1 0 0 0 0,0 1 0 0 0,1-1 0 0 0,-1 0 0 0 0,0 0 0 0 0,1 1 0 0 0,-1-1 0 0 0,0 0 0 0 0,1 1 0 0 0,0 0 2 0 0,0 0-1 0 0,-1 0 1 0 0,1-1-1 0 0,0 1 0 0 0,0 0 1 0 0,0-1-1 0 0,0 1 0 0 0,-1-1 1 0 0,1 1-1 0 0,0-1 1 0 0,0 1-1 0 0,0-1 0 0 0,0 0 1 0 0,0 1-1 0 0,0-1 0 0 0,1 0 1 0 0,0 0-1 0 0,5 1-13 0 0,1 0 0 0 0,0-1 0 0 0,0 0 0 0 0,-1 0 0 0 0,1-1 0 0 0,0 0 0 0 0,-1 0 0 0 0,1-1 0 0 0,-1 0 1 0 0,1 0-1 0 0,-1-1 0 0 0,9-3 0 0 0,-12 3 46 0 0,1 1 0 0 0,-1-1 1 0 0,1 0-1 0 0,-1 0 1 0 0,0 0-1 0 0,0 0 1 0 0,-1-1-1 0 0,1 0 0 0 0,-1 1 1 0 0,0-1-1 0 0,0-1 1 0 0,0 1-1 0 0,0 0 0 0 0,-1-1 1 0 0,1 1-1 0 0,-1-1 1 0 0,0 0-1 0 0,-1 0 1 0 0,1 0-1 0 0,-1 0 0 0 0,1-7 1 0 0,-2 10-18 0 0,1-38 299 0 0,-2 37-302 0 0,1 0 0 0 0,-1 0 0 0 0,1 0-1 0 0,-1 0 1 0 0,0 1 0 0 0,0-1 0 0 0,0 0 0 0 0,0 1-1 0 0,-1-1 1 0 0,1 1 0 0 0,-1-1 0 0 0,1 1-1 0 0,-1-1 1 0 0,0 1 0 0 0,0 0 0 0 0,-4-3 0 0 0,4 2-15 0 0,0 1 1 0 0,-1 1 0 0 0,1-1 0 0 0,-1 0 0 0 0,1 1 0 0 0,-1-1-1 0 0,0 1 1 0 0,1-1 0 0 0,-1 1 0 0 0,0 0 0 0 0,0 1 0 0 0,0-1 0 0 0,0 0-1 0 0,0 1 1 0 0,0-1 0 0 0,0 1 0 0 0,0 0 0 0 0,0 0 0 0 0,-4 1-1 0 0,3-1-27 0 0,-3 0-99 0 0,1 1 0 0 0,0-1 0 0 0,0 1 0 0 0,0 1 0 0 0,0-1 0 0 0,0 1 0 0 0,0 0 0 0 0,0 0 0 0 0,1 0 1 0 0,-1 1-1 0 0,1 0 0 0 0,-1 0 0 0 0,1 1 0 0 0,0-1 0 0 0,-8 9 0 0 0,10-9-528 0 0,5 4-1562 0 0,-3-7 2140 0 0,1 1 0 0 0,0 0 0 0 0,0-1 0 0 0,0 1 0 0 0,0 0 0 0 0,0-1 1 0 0,0 1-1 0 0,0 0 0 0 0,0-1 0 0 0,0 1 0 0 0,0 0 0 0 0,1-1 0 0 0,-1 1 0 0 0,0 0 0 0 0,0-1 0 0 0,1 1 0 0 0,-1-1 0 0 0,0 1 0 0 0,1 0 0 0 0,-1-1 0 0 0,0 1 0 0 0,1-1 0 0 0,-1 1 0 0 0,2 0 0 0 0,10 4-2148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136 486 3536 0 0,'39'-30'3698'0'0,"-36"28"-2878"0"0,-2 1-624 0 0,0 0-1 0 0,0-1 1 0 0,0 1-1 0 0,0 0 1 0 0,0 0-1 0 0,0 0 1 0 0,0-1-1 0 0,-1 1 1 0 0,1 0-1 0 0,0-1 1 0 0,-1 1-1 0 0,1 0 1 0 0,-1-1-1 0 0,1-2 1 0 0,-7-7 105 0 0,5 8-39 0 0,-3 4-33 0 0,-4 0-164 0 0,1 1-1 0 0,0 0 1 0 0,0 1-1 0 0,0-1 1 0 0,0 2-1 0 0,1-1 1 0 0,-1 1-1 0 0,1 0 1 0 0,-1 0-1 0 0,-5 6 1 0 0,2-2-28 0 0,0 1 0 0 0,0 1 0 0 0,1-1 1 0 0,0 2-1 0 0,-9 14 0 0 0,3-2-11 0 0,8-9-26 0 0,4 0 10 0 0,-2 4 11 0 0,4-13-1 0 0,1-1-1 0 0,0 2-13 0 0,1 0 0 0 0,0 0 0 0 0,0 0 0 0 0,0 0 0 0 0,3 6 1 0 0,-2-8-6 0 0,2-3-26 0 0,-1 1-55 0 0,1-1 0 0 0,0 0 0 0 0,0-1 0 0 0,-1 1 1 0 0,1-1-1 0 0,0 1 0 0 0,0-1 0 0 0,0 0 0 0 0,0-1 1 0 0,0 1-1 0 0,0-1 0 0 0,-1 1 0 0 0,1-1 0 0 0,6-3 1 0 0,-2 1-23 0 0,-1 0 1 0 0,0-1-1 0 0,0 0 1 0 0,0-1 0 0 0,-1 1-1 0 0,12-12 1 0 0,-6 4 26 0 0,0-2 1 0 0,0 1 0 0 0,-2-1 0 0 0,0-1-1 0 0,0 0 1 0 0,8-18 0 0 0,-9 10 197 0 0,-1 0 1 0 0,0-1-1 0 0,-2 0 1 0 0,0 0 0 0 0,-2 0-1 0 0,2-33 1 0 0,-8-144 1686 0 0,-9 107-552 0 0,10 90-1037 0 0,-1 6-187 0 0,-1 2-24 0 0,1-1-1 0 0,0 1 1 0 0,0 0 0 0 0,0 0 0 0 0,0 0-1 0 0,1 0 1 0 0,-1 0 0 0 0,1 0 0 0 0,0 1-1 0 0,0-1 1 0 0,1 0 0 0 0,-1 0 0 0 0,1 1-1 0 0,0-1 1 0 0,1 5 0 0 0,6 81 115 0 0,-4-66-94 0 0,-2-14-59 0 0,38 368-504 0 0,-18-126-3837 0 0,-12-146-408 0 0,-5-55-371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8 388 2992 0 0,'-2'3'1648'0'0,"-4"11"4571"0"0,8-17-6182 0 0,40-59-17 0 0,-27 42-60 0 0,-1 0 0 0 0,-1-1 0 0 0,-1 0 0 0 0,-1-1 0 0 0,0 0 0 0 0,-2-1 0 0 0,10-37 0 0 0,-16 45 54 0 0,-2 1 0 0 0,0-1 0 0 0,0 0 0 0 0,-1 1 0 0 0,-3-18 0 0 0,2 28-20 0 0,-6-11 2 0 0,6 12 8 0 0,-1 0 27 0 0,-2 2-90 0 0,-17 3 63 0 0,19-1 4 0 0,0 1 1 0 0,0-1-1 0 0,0 0 0 0 0,0 1 1 0 0,0 0-1 0 0,0-1 1 0 0,0 1-1 0 0,1 0 1 0 0,-1 0-1 0 0,1 0 1 0 0,-1 0-1 0 0,1 0 0 0 0,-2 3 1 0 0,-14 34 36 0 0,10-21-20 0 0,2 2 0 0 0,0-1 0 0 0,1 1 0 0 0,1-1-1 0 0,0 1 1 0 0,2 0 0 0 0,0 0 0 0 0,4 34 0 0 0,-2-44-26 0 0,0-1-1 0 0,1 0 1 0 0,0 1 0 0 0,0-1-1 0 0,1 0 1 0 0,0 0-1 0 0,1-1 1 0 0,-1 1 0 0 0,2 0-1 0 0,-1-1 1 0 0,1 0 0 0 0,1 0-1 0 0,0-1 1 0 0,0 0 0 0 0,0 0-1 0 0,1 0 1 0 0,-1 0-1 0 0,2-1 1 0 0,15 10 0 0 0,-16-12-67 0 0,0-1 1 0 0,0 0-1 0 0,1-1 0 0 0,-1 0 1 0 0,1 0-1 0 0,0 0 1 0 0,0-1-1 0 0,0 0 1 0 0,-1-1-1 0 0,1 1 1 0 0,0-2-1 0 0,14-1 1 0 0,-9 0-134 0 0,-1-1 1 0 0,-1 0 0 0 0,1-1-1 0 0,0 0 1 0 0,-1 0 0 0 0,20-12-1 0 0,-25 12 134 0 0,-1 1 0 0 0,0-1-1 0 0,0 0 1 0 0,0-1 0 0 0,0 1-1 0 0,-1-1 1 0 0,1 0-1 0 0,-1 0 1 0 0,0 0 0 0 0,-1-1-1 0 0,1 1 1 0 0,-1-1 0 0 0,0 0-1 0 0,-1 0 1 0 0,0 0 0 0 0,1 0-1 0 0,-2-1 1 0 0,1 1-1 0 0,1-12 1 0 0,-3 15 157 0 0,0-1 3 0 0,-1-13-8 0 0,1 13 92 0 0,-2 1 18 0 0,2 2-166 0 0,0 0 0 0 0,0 1 0 0 0,0-1 0 0 0,0 0 0 0 0,0 1 0 0 0,0-1 0 0 0,0 0 0 0 0,-1 1 0 0 0,1-1 0 0 0,0 1 1 0 0,0-1-1 0 0,-1 0 0 0 0,1 1 0 0 0,-1-1 0 0 0,1 1 0 0 0,0-1 0 0 0,-1 1 0 0 0,1-1 0 0 0,-1 1 0 0 0,1-1 0 0 0,-2 0 0 0 0,0 3 26 0 0,1-1-1 0 0,-1 1 0 0 0,1 0 1 0 0,0-1-1 0 0,-1 1 0 0 0,1 0 1 0 0,0 0-1 0 0,0 0 1 0 0,0 0-1 0 0,0 0 0 0 0,0 0 1 0 0,1 0-1 0 0,-2 4 0 0 0,1-2 153 0 0,1 1-45 0 0,-1 4-108 0 0,1-2 12 0 0,-1 0 1 0 0,1 0-1 0 0,0 0 1 0 0,1 0-1 0 0,0 0 0 0 0,0 0 1 0 0,4 13-1 0 0,-4-12-76 0 0,1 0 0 0 0,1-1 1 0 0,-1 1-1 0 0,1-1 0 0 0,1 0 0 0 0,-1 1 0 0 0,1-1 0 0 0,9 11 0 0 0,-11-16 9 0 0,2 0-27 0 0,11 5-127 0 0,-11-5-132 0 0,2-2-753 0 0,-2-1 892 0 0,24-3-1202 0 0,-4-9-2314 0 0,-5-3 90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6 3040 0 0,'0'0'969'0'0,"-5"0"-154"0"0,-13-3-171 0 0,13 2-145 0 0,0 2-151 0 0,-15 0-184 0 0,15 0 124 0 0,0 0-59 0 0,-31 14 336 0 0,33-13-403 0 0,1 0-20 0 0,0 0-96 0 0,0 0 1 0 0,0 1 0 0 0,0-1-1 0 0,1 0 1 0 0,-1 1-1 0 0,1-1 1 0 0,0 1-1 0 0,0-1 1 0 0,0 1 0 0 0,0 0-1 0 0,0-1 1 0 0,0 1-1 0 0,1 0 1 0 0,0 0 0 0 0,-1-1-1 0 0,1 1 1 0 0,0 5-1 0 0,1-4 1 0 0,1-1 0 0 0,6 7-1 0 0,-7-7-10 0 0,3-1-8 0 0,41 8 8 0 0,-40-10-47 0 0,2 0 66 0 0,0-1 0 0 0,0 0 0 0 0,0-1 0 0 0,0 0 0 0 0,-1 0 0 0 0,1 0 0 0 0,-1-1 0 0 0,1 0 0 0 0,-1 0 0 0 0,0-1 0 0 0,0 0 0 0 0,-1 0 0 0 0,1 0 0 0 0,-1-1 0 0 0,7-6 0 0 0,-10 8-38 0 0,0-1 84 0 0,4-11 21 0 0,-5 11 130 0 0,-1-1-193 0 0,-3-16 4 0 0,1 20-68 0 0,1 1 4 0 0,0-1-1 0 0,0 1 0 0 0,-1-1 1 0 0,1 1-1 0 0,0-1 0 0 0,0 1 0 0 0,0 0 1 0 0,0 0-1 0 0,-1 0 0 0 0,1 0 1 0 0,0 0-1 0 0,0 0 0 0 0,-1 0 1 0 0,1 0-1 0 0,-2 0 0 0 0,0 4-175 0 0,-1-1 0 0 0,1 1 1 0 0,0 0-1 0 0,0 0 0 0 0,0 0 0 0 0,1 0 0 0 0,-1 0 0 0 0,-1 7 0 0 0,3-8-729 0 0,0 1-438 0 0,-3 14-1060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 4212 0 0,'0'0'5690'0'0,"2"3"-5474"0"0,1 4-109 0 0,1 0 0 0 0,-2 0 0 0 0,1 0 0 0 0,-1 0-1 0 0,0 0 1 0 0,-1 1 0 0 0,1-1 0 0 0,-1 1 0 0 0,-1 14 0 0 0,-1 81 283 0 0,0-93-356 0 0,-23 223-756 0 0,18-185-1951 0 0,6-44 1214 0 0,14 10-5258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279 1 3796 0 0,'-6'0'1183'0'0,"-60"9"1517"0"0,47-5-2319 0 0,0 0 0 0 0,1 2 0 0 0,-1 0 0 0 0,1 1 0 0 0,0 0 0 0 0,1 2 0 0 0,0 0 0 0 0,-23 16 0 0 0,38-24-342 0 0,1 1 0 0 0,-1-1-1 0 0,0 1 1 0 0,1 0 0 0 0,-1-1 0 0 0,1 1 0 0 0,0 0 0 0 0,0 0 0 0 0,0 0 0 0 0,-1 0 0 0 0,2 0 0 0 0,-1 0 0 0 0,0 0 0 0 0,0 0 0 0 0,1 0 0 0 0,-1 4 0 0 0,0-3-57 0 0,0 1 126 0 0,3 0-21 0 0,-1 0-68 0 0,2 0-1 0 0,-1 0 1 0 0,0 0-1 0 0,1 0 1 0 0,0 0-1 0 0,-1-1 0 0 0,1 0 1 0 0,1 1-1 0 0,-1-1 1 0 0,1 0-1 0 0,-1 0 1 0 0,1-1-1 0 0,0 1 1 0 0,0-1-1 0 0,0 0 1 0 0,0 0-1 0 0,7 2 1 0 0,8 3-84 0 0,1-1 1 0 0,30 5-1 0 0,-45-10 26 0 0,1 0-67 0 0,-3 0 77 0 0,-1 0 0 0 0,1-1-1 0 0,-1 1 1 0 0,1-1-1 0 0,-1 0 1 0 0,1 0 0 0 0,-1 0-1 0 0,1 0 1 0 0,3 0-1 0 0,15-3-429 0 0,-1 1-98 0 0,0 0 0 0 0,-1-1 0 0 0,1-1 0 0 0,-1-1 0 0 0,0-1 0 0 0,21-9 0 0 0,-37 13 436 0 0,0 0 0 0 0,0 0 0 0 0,0 0 1 0 0,0 0-1 0 0,-1 0 0 0 0,1-1 0 0 0,0 1 1 0 0,-1-1-1 0 0,0 0 0 0 0,3-3 0 0 0,-4 3 134 0 0,2 0-130 0 0,-2-6-51 0 0,-1 8 240 0 0,0 1 1 0 0,1-1-1 0 0,-1 0 1 0 0,1 0-1 0 0,-1 0 1 0 0,0 1-1 0 0,0-1 1 0 0,0 0-1 0 0,1 0 1 0 0,-1 0 0 0 0,0 0-1 0 0,0 0 1 0 0,0 0-1 0 0,0 0 1 0 0,0 1-1 0 0,-1-3 1 0 0,-3-10 208 0 0,3 10 888 0 0,-2 4-1012 0 0,2 0-120 0 0,-1-1-1 0 0,1 0 0 0 0,0 1 1 0 0,-1-1-1 0 0,1 1 0 0 0,0 0 1 0 0,0-1-1 0 0,0 1 1 0 0,0 0-1 0 0,0 0 0 0 0,0 0 1 0 0,0-1-1 0 0,0 1 1 0 0,0 0-1 0 0,0 1 0 0 0,0-1 1 0 0,0 0-1 0 0,1 0 1 0 0,-1 0-1 0 0,0 0 0 0 0,0 3 1 0 0,0-1 413 0 0,4-3-408 0 0,3 0-53 0 0,1 0-1 0 0,-1 0 0 0 0,0-1 0 0 0,1 0 0 0 0,-1 0 0 0 0,0 0 1 0 0,0-1-1 0 0,10-3 0 0 0,-10 2 5 0 0,3-1-48 0 0,-1 0 0 0 0,0 0 0 0 0,-1 0 0 0 0,1-1 0 0 0,-1-1 0 0 0,11-8 1 0 0,-4-4-180 0 0,-11 14 305 0 0,-3 1-35 0 0,2-13-15 0 0,-1 12-23 0 0,-4 2-26 0 0,-8-8 80 0 0,9 7 64 0 0,-4 3-19 0 0,0 0-42 0 0,0 1 1 0 0,0 0 0 0 0,0 0-1 0 0,0 0 1 0 0,0 0-1 0 0,1 1 1 0 0,-1 0-1 0 0,0 0 1 0 0,1 1 0 0 0,-1-1-1 0 0,1 1 1 0 0,0 0-1 0 0,-6 5 1 0 0,10-6-33 0 0,-9 6 101 0 0,0 1-1 0 0,-16 19 1 0 0,23-25-67 0 0,1 1 0 0 0,-1-1 0 0 0,1 1 0 0 0,0-1 1 0 0,0 1-1 0 0,0 0 0 0 0,0 0 0 0 0,1 0 0 0 0,-1 0 0 0 0,1 1 0 0 0,0-1 1 0 0,0 0-1 0 0,1 0 0 0 0,-1 1 0 0 0,1 7 0 0 0,1-8-23 0 0,-1 0 1 0 0,1 1-1 0 0,0-1 0 0 0,0 0 1 0 0,0 1-1 0 0,0-1 0 0 0,1 0 1 0 0,0 0-1 0 0,0 0 0 0 0,0 0 1 0 0,0-1-1 0 0,1 1 0 0 0,-1 0 1 0 0,1-1-1 0 0,0 0 0 0 0,0 1 1 0 0,0-1-1 0 0,0-1 0 0 0,1 1 1 0 0,-1 0-1 0 0,1-1 0 0 0,0 1 1 0 0,0-1-1 0 0,0 0 0 0 0,0-1 1 0 0,0 1-1 0 0,0-1 0 0 0,0 1 1 0 0,1-1-1 0 0,-1-1 1 0 0,6 2-1 0 0,0-1-193 0 0,0-1 0 0 0,1 0-1 0 0,-1-1 1 0 0,0 0 0 0 0,1 0 0 0 0,-1-1 0 0 0,16-5 0 0 0,-5 0-1945 0 0,-1-1 1 0 0,36-19-1 0 0,-28 11-2910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29 3376 0 0,'0'0'1986'0'0,"0"-5"-346"0"0,0-8-777 0 0,0 2 4929 0 0,-5 14-5324 0 0,1 2-351 0 0,-1-1 1 0 0,1 0-1 0 0,0 1 0 0 0,0 0 0 0 0,0 0 0 0 0,0 0 0 0 0,1 0 0 0 0,0 1 0 0 0,0-1 0 0 0,1 1 1 0 0,-1 0-1 0 0,1 0 0 0 0,-2 11 0 0 0,-4 18 301 0 0,-5 43 0 0 0,9-50-300 0 0,-2 19-563 0 0,2 1 0 0 0,3 52-1 0 0,1-96-36 0 0,0 1-50 0 0,3 19-730 0 0,-1-3-5634 0 0,-1-18 4799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3852 0 0,'1'-3'1262'0'0,"1"-2"-1018"0"0,-1 1 0 0 0,1 0 0 0 0,-1-1 0 0 0,1 1 0 0 0,0 0 0 0 0,1 0 0 0 0,-1 0 1 0 0,1 0-1 0 0,0 1 0 0 0,0-1 0 0 0,0 1 0 0 0,0-1 0 0 0,1 1 0 0 0,-1 0 0 0 0,1 0 0 0 0,0 1 0 0 0,-1-1 0 0 0,7-2 1 0 0,46-16 313 0 0,-44 18-469 0 0,-1 0 1 0 0,1 0 0 0 0,0 1-1 0 0,0 0 1 0 0,0 1-1 0 0,0 1 1 0 0,0-1 0 0 0,16 3-1 0 0,-20 0 10 0 0,1 0 0 0 0,-1 0-1 0 0,17 7 1 0 0,-22-7-69 0 0,0-1 1 0 0,0 1-1 0 0,0 0 0 0 0,0 0 0 0 0,0 0 0 0 0,0 0 1 0 0,0 1-1 0 0,-1-1 0 0 0,1 1 0 0 0,-1 0 1 0 0,1-1-1 0 0,-1 1 0 0 0,0 0 0 0 0,2 5 0 0 0,-3-5-14 0 0,-1-1-1 0 0,1 1 0 0 0,-1-1 0 0 0,1 1 1 0 0,-1 0-1 0 0,0-1 0 0 0,0 1 0 0 0,0-1 1 0 0,-1 1-1 0 0,1-1 0 0 0,0 1 1 0 0,-1-1-1 0 0,0 1 0 0 0,0-1 0 0 0,-1 4 1 0 0,-18 32 87 0 0,8-24-185 0 0,-1 0 0 0 0,0-1 0 0 0,0 0 0 0 0,-1-1 1 0 0,-1-1-1 0 0,0 0 0 0 0,-19 10 0 0 0,31-20-363 0 0,-7 2-1335 0 0,1 0 867 0 0,4-6-3134 0 0,-3-10-385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35 4536 0 0,'6'-15'1415'0'0,"2"-5"5943"0"0,-30 266-6396 0 0,1-3-1385 0 0,21-235 213 0 0,0 0 0 0 0,1 0 0 0 0,0-1 0 0 0,1 1-1 0 0,0-1 1 0 0,0 1 0 0 0,1-1 0 0 0,4 11 0 0 0,-5-15-171 0 0,-2-2 359 0 0,0-1 0 0 0,0 0 0 0 0,1 1 0 0 0,-1-1 0 0 0,0 1 0 0 0,0-1 0 0 0,1 0 0 0 0,-1 1-1 0 0,0-1 1 0 0,0 0 0 0 0,1 1 0 0 0,-1-1 0 0 0,0 0 0 0 0,1 1 0 0 0,-1-1 0 0 0,1 0 0 0 0,-1 0 0 0 0,0 1 0 0 0,1-1 0 0 0,-1 0 0 0 0,1 0 0 0 0,-1 0 0 0 0,0 0 0 0 0,1 0 0 0 0,-1 0 0 0 0,1 1 0 0 0,0-1 2 0 0,-1 0-1 0 0,1 0 1 0 0,-1 0 0 0 0,1 0-1 0 0,-1 0 1 0 0,1 0-1 0 0,-1 0 1 0 0,0 1 0 0 0,1-1-1 0 0,-1 0 1 0 0,1 0 0 0 0,-1 1-1 0 0,0-1 1 0 0,1 0-1 0 0,-1 0 1 0 0,0 1 0 0 0,1-1-1 0 0,-1 0 1 0 0,0 1 0 0 0,0-1-1 0 0,1 0 1 0 0,-1 1-1 0 0,0-1 1 0 0,0 1 0 0 0,1-1-1 0 0,-1 1 1 0 0,4 0-367 0 0,1-1 302 0 0,-1 0 1 0 0,1-1-1 0 0,0 1 0 0 0,-1-1 0 0 0,1 1 0 0 0,0-1 1 0 0,-1-1-1 0 0,1 1 0 0 0,-1-1 0 0 0,0 0 0 0 0,1 0 1 0 0,-1 0-1 0 0,0 0 0 0 0,0-1 0 0 0,0 1 0 0 0,-1-1 1 0 0,1 0-1 0 0,-1 0 0 0 0,1-1 0 0 0,-1 1 0 0 0,0-1 1 0 0,0 0-1 0 0,-1 1 0 0 0,1-1 0 0 0,-1-1 1 0 0,2-4-1 0 0,-2 7 139 0 0,5-11 508 0 0,0 0 0 0 0,7-21 0 0 0,-12 29-332 0 0,-1-1 1 0 0,0 1-1 0 0,0-1 0 0 0,-1 0 0 0 0,0 1 1 0 0,0-1-1 0 0,0 0 0 0 0,-2-8 1 0 0,1 11-207 0 0,-7 10-14 0 0,-5 2 18 0 0,7-3 6 0 0,1 1 0 0 0,0 0 1 0 0,0 0-1 0 0,0 0 1 0 0,-6 15-1 0 0,7-13 18 0 0,2-6 12 0 0,1 1-20 0 0,-5 14 5 0 0,4-14-13 0 0,2-4-34 0 0,-1 1 0 0 0,1-1 1 0 0,0 1-1 0 0,-1-1 0 0 0,1 1 0 0 0,0-1 0 0 0,-1 1 0 0 0,1 0 1 0 0,0-1-1 0 0,0 1 0 0 0,-1-1 0 0 0,1 1 0 0 0,0 0 0 0 0,0-1 0 0 0,0 1 1 0 0,0-1-1 0 0,0 1 0 0 0,0 0 0 0 0,0-1 0 0 0,0 1 0 0 0,0-1 1 0 0,0 1-1 0 0,0 0 0 0 0,0-1 0 0 0,1 1 0 0 0,-1 1 0 0 0,5 20-19 0 0,-5-21-5 0 0,1 3-48 0 0,9 0-117 0 0,-9-4 173 0 0,-1 1 0 0 0,1-1 0 0 0,0 1 0 0 0,-1-1 0 0 0,1 1 0 0 0,0-1 0 0 0,-1 0 1 0 0,1 1-1 0 0,0-1 0 0 0,-1 0 0 0 0,1 1 0 0 0,0-1 0 0 0,0 0 0 0 0,0 0 0 0 0,-1 0 0 0 0,1 1 1 0 0,0-1-1 0 0,0 0 0 0 0,0 0 0 0 0,0-1 0 0 0,41-4-93 0 0,-39 3 153 0 0,14-10 84 0 0,-13 9-59 0 0,-2 0 16 0 0,20-28 673 0 0,-20 27-442 0 0,3-14 1797 0 0,-6 22-2114 0 0,0 1 0 0 0,0-1-1 0 0,1 1 1 0 0,-1 0 0 0 0,1-1-1 0 0,1 9 1 0 0,0-9-84 0 0,1 0-50 0 0,1 0-92 0 0,0 0 0 0 0,0 1 0 0 0,1-1 0 0 0,0 0 1 0 0,-1 0-1 0 0,1-1 0 0 0,1 1 0 0 0,-1-1 0 0 0,0 0 0 0 0,1 0 0 0 0,0-1 0 0 0,8 5 0 0 0,-10-6-294 0 0,3-1 18 0 0,15 2-54 0 0,-16-2-118 0 0,1 0-72 0 0,-3-1 668 0 0,6 1-570 0 0,-1-1 0 0 0,0 0 0 0 0,0-1 1 0 0,0 0-1 0 0,-1 0 0 0 0,1-1 0 0 0,0 0 0 0 0,8-5 0 0 0,3-5-2257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22 3392 0 0,'0'0'3104'0'0,"-4"-1"-2406"0"0,0 1-525 0 0,-1 0 0 0 0,1 0 0 0 0,-1 0 0 0 0,1 1 0 0 0,0-1 0 0 0,-1 1 0 0 0,1 0 0 0 0,0 0 0 0 0,0 1 0 0 0,-1-1 0 0 0,1 1 0 0 0,0 0 0 0 0,0 0 0 0 0,1 1 0 0 0,-1-1 0 0 0,0 1 0 0 0,1-1 0 0 0,-6 7 0 0 0,3-3 7 0 0,-1 0-1 0 0,2 1 1 0 0,-1 0-1 0 0,1 0 0 0 0,0 0 1 0 0,1 0-1 0 0,-1 1 0 0 0,-3 12 1 0 0,6-17-54 0 0,2 1-20 0 0,-1 0-75 0 0,1-3-20 0 0,0 0-1 0 0,-1 0 0 0 0,1 0 0 0 0,0 0 1 0 0,0 0-1 0 0,0 1 0 0 0,0-1 0 0 0,0 0 1 0 0,0 0-1 0 0,0 0 0 0 0,0 0 0 0 0,0 1 1 0 0,0-1-1 0 0,1 0 0 0 0,-1 0 0 0 0,0 0 1 0 0,1 1-1 0 0,0 1-17 0 0,0 0 0 0 0,0-1 0 0 0,1 1-1 0 0,-1-1 1 0 0,0 0 0 0 0,1 1 0 0 0,-1-1 0 0 0,1 0 0 0 0,0 0 0 0 0,0 0 0 0 0,0 0 0 0 0,3 2 0 0 0,11 0-168 0 0,-13-4 155 0 0,6 2-152 0 0,0 0 0 0 0,0-1 0 0 0,0 0 0 0 0,1-1 1 0 0,-1 0-1 0 0,0-1 0 0 0,1 0 0 0 0,-1 0 0 0 0,0-1 0 0 0,0 0 0 0 0,0 0 0 0 0,0-1 0 0 0,11-5 0 0 0,26-14-1323 0 0,-43 20 1231 0 0,9-8-245 0 0,-10 10 446 0 0,-1-1-1 0 0,1 0 1 0 0,-1 1 0 0 0,0-1 0 0 0,0 0 0 0 0,1 0 0 0 0,-1 0-1 0 0,0 0 1 0 0,0 0 0 0 0,0 0 0 0 0,0 0 0 0 0,0-1-1 0 0,0 1 1 0 0,0 0 0 0 0,0-1 0 0 0,-1 1 0 0 0,1 0-1 0 0,0-3 1 0 0,0-8 2737 0 0,-13 15-1689 0 0,9-1-800 0 0,5 0-232 0 0,-2 0 28 0 0,1-1 0 0 0,0 0 0 0 0,0 0 0 0 0,0 0-1 0 0,0 1 1 0 0,0-1 0 0 0,0 0 0 0 0,0-1 0 0 0,1 1 0 0 0,-1 0-1 0 0,0 0 1 0 0,0 0 0 0 0,1-1 0 0 0,-1 1 0 0 0,0 0 0 0 0,1-1-1 0 0,-1 0 1 0 0,1 1 0 0 0,1-1 0 0 0,1 1-138 0 0,0-2-15 0 0,1 0 166 0 0,1-1 0 0 0,-1 0 1 0 0,1 0-1 0 0,-1 0 0 0 0,0-1 1 0 0,0 1-1 0 0,0-1 0 0 0,-1-1 1 0 0,1 1-1 0 0,-1-1 0 0 0,1 1 1 0 0,-1-1-1 0 0,5-7 0 0 0,-6 8 7 0 0,-2-1-2 0 0,6-13 2 0 0,-5 13-8 0 0,-1 0 5 0 0,4-13 33 0 0,-4 12 6 0 0,0 2-8 0 0,1-12 0 0 0,-2 11-23 0 0,0 4-3 0 0,0-1 6 0 0,0 0 1 0 0,0 1-1 0 0,-1-1 0 0 0,1 0 0 0 0,0 0 0 0 0,0 1 0 0 0,-1-1 0 0 0,1 0 0 0 0,0 1 0 0 0,-1-1 0 0 0,1 1 1 0 0,0-1-1 0 0,-1 0 0 0 0,1 1 0 0 0,-1-1 0 0 0,1 1 0 0 0,-1-1 0 0 0,0 1 0 0 0,1 0 0 0 0,-1-1 1 0 0,1 1-1 0 0,-1-1 0 0 0,0 1 0 0 0,1 0 0 0 0,-1 0 0 0 0,0-1 0 0 0,1 1 0 0 0,-1 0 0 0 0,0 0 0 0 0,0 0 1 0 0,1 0-1 0 0,-1 0 0 0 0,0 0 0 0 0,1 0 0 0 0,-1 0 0 0 0,0 0 0 0 0,0 0 0 0 0,1 0 0 0 0,-1 0 1 0 0,0 0-1 0 0,1 1 0 0 0,-1-1 0 0 0,0 0 0 0 0,0 1 0 0 0,-5 0 144 0 0,1 1 0 0 0,-1 0 0 0 0,1 0 0 0 0,0 1-1 0 0,-7 3 1 0 0,0 2 209 0 0,0 0 0 0 0,0 1 0 0 0,1 1-1 0 0,-13 13 1 0 0,22-21-86 0 0,1 2 38 0 0,-5 13 30 0 0,5-13-12 0 0,1 0-28 0 0,2 12-21 0 0,-1-12-40 0 0,1 0-44 0 0,0 1-166 0 0,1-1 0 0 0,-1 0 0 0 0,1 0 0 0 0,0 0 0 0 0,0-1 0 0 0,1 1 1 0 0,-1-1-1 0 0,1 1 0 0 0,0-1 0 0 0,0 0 0 0 0,0-1 0 0 0,0 1 0 0 0,0-1 0 0 0,5 3 0 0 0,1-2-200 0 0,0 0 0 0 0,0-1 0 0 0,1 0-1 0 0,-1-1 1 0 0,0 0 0 0 0,1 0 0 0 0,-1-1 0 0 0,1-1 0 0 0,-1 1 0 0 0,11-3-1 0 0,-1-2-1471 0 0,0 0 0 0 0,-1-1-1 0 0,1-1 1 0 0,24-13-1 0 0,-22 8-3724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98 4516 0 0,'7'-13'2121'0'0,"-1"-1"0"0"0,10-25 0 0 0,-15 35-1256 0 0,-3 1-559 0 0,2 2-271 0 0,-1-1-1 0 0,0 1 0 0 0,1 0 0 0 0,-1-1 0 0 0,0 1 0 0 0,0 0 0 0 0,0 0 0 0 0,0 0 0 0 0,0 0 1 0 0,-1 0-1 0 0,1 0 0 0 0,0 0 0 0 0,0 0 0 0 0,-1 0 0 0 0,1 0 0 0 0,0 1 0 0 0,-1-1 0 0 0,1 1 1 0 0,-1-1-1 0 0,1 1 0 0 0,-1-1 0 0 0,1 1 0 0 0,-1 0 0 0 0,1 0 0 0 0,-1 0 0 0 0,1 0 1 0 0,-1 0-1 0 0,1 0 0 0 0,-2 0 0 0 0,-7 1 43 0 0,0 1 0 0 0,0 0 0 0 0,1 0 0 0 0,-1 1 1 0 0,1 0-1 0 0,0 0 0 0 0,0 1 0 0 0,0 1 0 0 0,0-1 0 0 0,1 1 0 0 0,0 1 1 0 0,0 0-1 0 0,0 0 0 0 0,1 0 0 0 0,0 1 0 0 0,-9 10 0 0 0,-6 19-59 0 0,20-33-10 0 0,1 2-7 0 0,-2 13 22 0 0,2-14 41 0 0,2 0-59 0 0,0-1-10 0 0,0 0 1 0 0,0 0-1 0 0,1 0 0 0 0,0 0 1 0 0,-1 0-1 0 0,1 0 0 0 0,0-1 1 0 0,0 1-1 0 0,4 3 0 0 0,-3-4 23 0 0,2 0 94 0 0,15 6-110 0 0,-16-7-4 0 0,2-1 15 0 0,3-1 67 0 0,1 0-1 0 0,-1-1 1 0 0,0 0-1 0 0,0 0 1 0 0,0-1-1 0 0,0 0 1 0 0,0-1 0 0 0,0 0-1 0 0,-1 0 1 0 0,0-1-1 0 0,0 0 1 0 0,0 0 0 0 0,11-11-1 0 0,-16 13 40 0 0,-3 3-110 0 0,0-1-1 0 0,0 1 1 0 0,0 0 0 0 0,0-1-1 0 0,0 1 1 0 0,0-1 0 0 0,1 1 0 0 0,-1-1-1 0 0,0 1 1 0 0,0 0 0 0 0,1-1 0 0 0,-1 1-1 0 0,0 0 1 0 0,1-1 0 0 0,-1 1 0 0 0,0 0-1 0 0,1-1 1 0 0,-1 1 0 0 0,0 0 0 0 0,1-1-1 0 0,-1 1 1 0 0,1 0 0 0 0,-1 0 0 0 0,0 0-1 0 0,1-1 1 0 0,-1 1 0 0 0,1 0 0 0 0,-1 0-1 0 0,1 0 1 0 0,-1 0 0 0 0,1 0 0 0 0,-1 0-1 0 0,1 0 1 0 0,-1 0 0 0 0,0 0 0 0 0,1 0-1 0 0,-1 0 1 0 0,2 0 0 0 0,14 4 342 0 0,-13-3-324 0 0,-3 5-5 0 0,-5 53 124 0 0,-3 75-238 0 0,5-68-618 0 0,-20 120 0 0 0,22-179 694 0 0,-1-1 0 0 0,0 1 0 0 0,0 0 0 0 0,-1-1 0 0 0,0 0 0 0 0,0 1 0 0 0,-1-1 0 0 0,1 0 0 0 0,-1-1 0 0 0,-1 1 0 0 0,1-1 0 0 0,-1 0-1 0 0,0 0 1 0 0,0 0 0 0 0,-8 5 0 0 0,12-9 23 0 0,0 0 0 0 0,0 0 0 0 0,0-1 0 0 0,0 1 0 0 0,-1 0-1 0 0,1-1 1 0 0,0 1 0 0 0,0-1 0 0 0,-1 1 0 0 0,1-1 0 0 0,0 0-1 0 0,-1 0 1 0 0,-2 1 0 0 0,0-1 18 0 0,0 1 56 0 0,-2-1 11 0 0,0 0-54 0 0,4 0-24 0 0,0 1-1 0 0,0-1 1 0 0,0 0-1 0 0,0 0 1 0 0,0-1 0 0 0,0 1-1 0 0,0 0 1 0 0,0-1 0 0 0,1 1-1 0 0,-1-1 1 0 0,0 1 0 0 0,0-1-1 0 0,0 0 1 0 0,-2-1-1 0 0,-3-2-61 0 0,1 1 0 0 0,0-1 0 0 0,0 0 0 0 0,0 0 0 0 0,1-1-1 0 0,-1 1 1 0 0,1-1 0 0 0,0-1 0 0 0,1 1 0 0 0,-1-1 0 0 0,1 1 0 0 0,0-1-1 0 0,0 0 1 0 0,1-1 0 0 0,0 1 0 0 0,0-1 0 0 0,0 1 0 0 0,1-1-1 0 0,0 0 1 0 0,0 0 0 0 0,1 0 0 0 0,0 0 0 0 0,0 0 0 0 0,1 0 0 0 0,0-1-1 0 0,0 1 1 0 0,0 0 0 0 0,1 0 0 0 0,0 0 0 0 0,3-8 0 0 0,2-1-229 0 0,0 1 0 0 0,2 1-1 0 0,0-1 1 0 0,0 1 0 0 0,1 0 0 0 0,1 1 0 0 0,0 0 0 0 0,1 1 0 0 0,1 0 0 0 0,21-17 0 0 0,14-8-705 0 0,83-48-1 0 0,-96 63 698 0 0,1 0 188 0 0,28-16 734 0 0,87-71 0 0 0,-147 107-251 0 0,-2 1-296 0 0,0 1 0 0 0,0-1 0 0 0,-1 1 1 0 0,1-1-1 0 0,0 0 0 0 0,-1 1 0 0 0,1-1 0 0 0,-1 0 0 0 0,1 1 0 0 0,-1-1 0 0 0,1 0 0 0 0,-1 1 0 0 0,1-1 0 0 0,-1 0 0 0 0,0 0 0 0 0,1 0 0 0 0,-1 0 1 0 0,0-1 922 0 0,-8 4-922 0 0,-1 1-1 0 0,1 0 1 0 0,-1 0 0 0 0,1 0-1 0 0,0 1 1 0 0,0 1-1 0 0,0-1 1 0 0,1 1 0 0 0,-11 10-1 0 0,6-6-39 0 0,1 1 0 0 0,0 1 0 0 0,0 0-1 0 0,1 0 1 0 0,-16 25 0 0 0,-1 23 276 0 0,26-56-322 0 0,2 18-240 0 0,-1-17 48 0 0,1-4 177 0 0,-1 0-1 0 0,0 0 1 0 0,1 0-1 0 0,-1 0 1 0 0,0 0 0 0 0,1 0-1 0 0,-1 0 1 0 0,0 0-1 0 0,0 1 1 0 0,1-1 0 0 0,-1 0-1 0 0,0 0 1 0 0,1 0 0 0 0,-1 0-1 0 0,0 1 1 0 0,0-1-1 0 0,1 0 1 0 0,-1 0 0 0 0,0 1-1 0 0,0-1 1 0 0,0 0 0 0 0,0 0-1 0 0,1 1 1 0 0,-1-1-1 0 0,0 0 1 0 0,0 0 0 0 0,0 1-1 0 0,0-1 1 0 0,0 0-1 0 0,0 1 1 0 0,0-1 0 0 0,1 1-1 0 0,-1-1-23 0 0,0 1-1 0 0,0 0 0 0 0,1 0 1 0 0,-1 0-1 0 0,0-1 0 0 0,1 1 1 0 0,-1 0-1 0 0,1-1 0 0 0,-1 1 1 0 0,1 0-1 0 0,-1-1 0 0 0,1 1 1 0 0,0 0-1 0 0,-1-1 0 0 0,1 1 1 0 0,0-1-1 0 0,-1 1 0 0 0,1-1 1 0 0,0 0-1 0 0,0 1 0 0 0,-1-1 1 0 0,2 1-1 0 0,5 1-111 0 0,-1-1 1 0 0,1 1 0 0 0,0-1-1 0 0,0 0 1 0 0,0 0 0 0 0,0-1-1 0 0,0 0 1 0 0,0 0 0 0 0,0-1-1 0 0,7-1 1 0 0,-5 0 151 0 0,0-1 1 0 0,0 0-1 0 0,-1 0 0 0 0,1-1 1 0 0,-1 0-1 0 0,8-5 1 0 0,-12 6 55 0 0,0 0 0 0 0,-1 0 1 0 0,1 0-1 0 0,-1 0 1 0 0,1 0-1 0 0,-1-1 0 0 0,0 1 1 0 0,0-1-1 0 0,-1 0 1 0 0,1 0-1 0 0,-1 0 0 0 0,0 0 1 0 0,4-9-1 0 0,-5 10 34 0 0,-2-2 14 0 0,1 0-24 0 0,-1-1 1 0 0,0 1-1 0 0,-1 0 1 0 0,1-1-1 0 0,-1 1 0 0 0,0 0 1 0 0,0 0-1 0 0,-1 0 0 0 0,1 1 1 0 0,-1-1-1 0 0,0 0 0 0 0,-1 1 1 0 0,-4-5-1 0 0,6 6 59 0 0,-1-1-298 0 0,3 4 122 0 0,0 0 0 0 0,-1-1-1 0 0,1 1 1 0 0,0 0-1 0 0,0 0 1 0 0,-1 0 0 0 0,1-1-1 0 0,0 1 1 0 0,-1 0-1 0 0,1-1 1 0 0,0 1-1 0 0,0 0 1 0 0,0 0 0 0 0,-1-1-1 0 0,1 1 1 0 0,0-1-1 0 0,0 1 1 0 0,0 0-1 0 0,0-1 1 0 0,0 1 0 0 0,0 0-1 0 0,0-1 1 0 0,0 1-1 0 0,0 0 1 0 0,0-1 0 0 0,0 1-1 0 0,0-1 1 0 0,0 1-1 0 0,0 0 1 0 0,0-1-1 0 0,0 1 1 0 0,0 0 0 0 0,0-1-1 0 0,0 1 1 0 0,0 0-1 0 0,1-1 1 0 0,-1 0-1 0 0,24-6-352 0 0,1 1 0 0 0,0 0 0 0 0,0 2 0 0 0,37-1-1 0 0,-35 2 494 0 0,43-6 2245 0 0,-70 9-2346 0 0,0 0 0 0 0,1 0 0 0 0,-1 0-1 0 0,0-1 1 0 0,1 1 0 0 0,-1 0 0 0 0,0 0 0 0 0,1 0 0 0 0,-1 0 0 0 0,0 0 0 0 0,0 0 0 0 0,1 0-1 0 0,-1 0 1 0 0,0 0 0 0 0,1 0 0 0 0,-1 0 0 0 0,0 1 0 0 0,1-1 0 0 0,-1 0 0 0 0,0 0 0 0 0,1 0 0 0 0,-1 0-1 0 0,0 0 1 0 0,0 0 0 0 0,1 1 0 0 0,-1-1 0 0 0,0 0 0 0 0,0 0 0 0 0,1 1 0 0 0,-1-1 0 0 0,0 0-1 0 0,0 0 1 0 0,0 1 0 0 0,0-1 0 0 0,1 0 0 0 0,-1 0 0 0 0,0 1 0 0 0,0-1 0 0 0,0 0 0 0 0,0 1 0 0 0,0-1-1 0 0,0 0 1 0 0,0 1 0 0 0,0-1 0 0 0,0 0 0 0 0,0 0 0 0 0,0 1 0 0 0,0-1 0 0 0,0 0 0 0 0,0 1-1 0 0,0-1 1 0 0,0 0 0 0 0,0 1 0 0 0,0-1 0 0 0,0 0 0 0 0,0 1 0 0 0,0-1 0 0 0,0 0 0 0 0,-1 1-1 0 0,-8 14 174 0 0,9-14-194 0 0,-10 10 94 0 0,0 0-1 0 0,1 1 1 0 0,-12 19-1 0 0,9-10 7 0 0,8-14-74 0 0,-10 28 3 0 0,12-32 0 0 0,-1 20-206 0 0,5-19 103 0 0,2 11-45 0 0,-2-12-64 0 0,2-1-253 0 0,2 0 390 0 0,-4 0-29 0 0,1-1 0 0 0,0 0 0 0 0,0 0 0 0 0,0 0 0 0 0,0-1 0 0 0,0 1 0 0 0,0-1 0 0 0,0 1 0 0 0,4-1 0 0 0,1-1 7 0 0,0 0-1 0 0,0-1 1 0 0,-1 0-1 0 0,1 0 1 0 0,-1 0 0 0 0,1-1-1 0 0,8-5 1 0 0,-9 5 134 0 0,1-1 1 0 0,0 0-1 0 0,-1 0 0 0 0,0-1 0 0 0,0 0 1 0 0,0 0-1 0 0,-1 0 0 0 0,0-1 1 0 0,0 0-1 0 0,0-1 0 0 0,-1 1 1 0 0,1-1-1 0 0,4-9 0 0 0,-7 11 3 0 0,0 0 1 0 0,-1 0-1 0 0,1 0 0 0 0,-1 0 1 0 0,-1 0-1 0 0,3-9 0 0 0,-2 8-6 0 0,-1 2 44 0 0,-2 0 2 0 0,0 1-70 0 0,1 1-1 0 0,-1-1 0 0 0,0 1 1 0 0,0-1-1 0 0,0 1 1 0 0,0 0-1 0 0,-1-1 1 0 0,1 1-1 0 0,0 0 0 0 0,-1 0 1 0 0,0 0-1 0 0,1 0 1 0 0,-5-3-1 0 0,3 2 39 0 0,-3 3-28 0 0,-1-1-104 0 0,0 1 0 0 0,0 0-1 0 0,0 1 1 0 0,0-1 0 0 0,0 2-1 0 0,0-1 1 0 0,0 1 0 0 0,1 0-1 0 0,-1 0 1 0 0,0 0 0 0 0,1 1-1 0 0,0 0 1 0 0,-1 1 0 0 0,1 0-1 0 0,1 0 1 0 0,-7 4 0 0 0,9-5-421 0 0,1 3-93 0 0,1-5 498 0 0,1-1 0 0 0,-1 1 0 0 0,1-1 0 0 0,0 1 0 0 0,-1-1 0 0 0,1 1 0 0 0,0-1 0 0 0,0 1 0 0 0,-1 0 0 0 0,1-1 0 0 0,0 1 0 0 0,0-1 0 0 0,0 1 0 0 0,0 0 0 0 0,0-1 0 0 0,-1 1 1 0 0,1-1-1 0 0,0 1 0 0 0,1 0 0 0 0,-1-1 0 0 0,0 1 0 0 0,0 0 0 0 0,0-1 0 0 0,0 1 0 0 0,0-1 0 0 0,1 1 0 0 0,-1 0 0 0 0,0-1 0 0 0,0 1 0 0 0,1-1 0 0 0,-1 1 0 0 0,0-1 0 0 0,1 1 0 0 0,-1-1 1 0 0,1 1-1 0 0,-1-1 0 0 0,1 0 0 0 0,-1 1 0 0 0,1-1 0 0 0,-1 1 0 0 0,1-1 0 0 0,-1 0 0 0 0,1 0 0 0 0,-1 1 0 0 0,1-1 0 0 0,0 0 0 0 0,-1 0 0 0 0,1 0 0 0 0,1 1 0 0 0,1 1-306 0 0,16 2-2488 0 0,10-2-621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136 487 3356 0 0,'10'-7'673'0'0,"24"-20"2699"0"0,-32 26-3117 0 0,-1 0 1 0 0,0-1 0 0 0,0 1-1 0 0,0-1 1 0 0,0 0-1 0 0,0 1 1 0 0,0-1-1 0 0,-1 0 1 0 0,1 1 0 0 0,0-1-1 0 0,-1 0 1 0 0,1 0-1 0 0,-1 1 1 0 0,0-1 0 0 0,0 0-1 0 0,1 0 1 0 0,-1 0-1 0 0,0 0 1 0 0,-1-3-1 0 0,0 1 153 0 0,-3 4-57 0 0,-3 0-242 0 0,-1 1 0 0 0,1 0 0 0 0,0 1 0 0 0,0-1 0 0 0,0 1 0 0 0,0 1 0 0 0,1-1 0 0 0,-1 1 0 0 0,0 0 0 0 0,1 1 0 0 0,0 0 0 0 0,0 0 0 0 0,0 0 1 0 0,0 0-1 0 0,-8 10 0 0 0,5-5-70 0 0,1 0 1 0 0,1 0-1 0 0,0 1 1 0 0,0 0-1 0 0,1 0 1 0 0,0 1-1 0 0,0 0 1 0 0,-6 20-1 0 0,8-7 37 0 0,4-21-83 0 0,1 2-8 0 0,3 14-40 0 0,-3-14-72 0 0,0-4 80 0 0,1 0 1 0 0,-1 1-1 0 0,1-1 1 0 0,-1 0-1 0 0,1 1 1 0 0,-1-1-1 0 0,0 1 0 0 0,0-1 1 0 0,2 4-1 0 0,0-2-257 0 0,2-1-38 0 0,0-1 187 0 0,1 0 0 0 0,-1 0 0 0 0,0 0 1 0 0,1-1-1 0 0,-1 0 0 0 0,1 0 0 0 0,-1-1 0 0 0,1 1 0 0 0,-1-1 0 0 0,0 0 0 0 0,1 0 0 0 0,-1-1 0 0 0,0 0 0 0 0,6-2 0 0 0,-2-1 91 0 0,0 0 1 0 0,0 0-1 0 0,0-1 0 0 0,-1 0 1 0 0,0 0-1 0 0,0-1 0 0 0,7-8 1 0 0,-4 2 231 0 0,0-1 1 0 0,-1 0 0 0 0,-1-1 0 0 0,-1 0 0 0 0,0 0-1 0 0,0-1 1 0 0,-2 0 0 0 0,0 0 0 0 0,-1-1 0 0 0,0 0-1 0 0,-2 0 1 0 0,0 0 0 0 0,1-26 0 0 0,-2-11 705 0 0,-2 0 1 0 0,-15-103 0 0 0,2 98 64 0 0,12 55-754 0 0,-1 2 2 0 0,-8-9 33 0 0,7 8-45 0 0,1 4-109 0 0,-2 2-26 0 0,0 1 0 0 0,0-1 0 0 0,0 1 0 0 0,1-1 0 0 0,-1 1 1 0 0,1 0-1 0 0,0 0 0 0 0,1 1 0 0 0,-1-1 0 0 0,1 1 0 0 0,-1-1 0 0 0,1 1 0 0 0,1 0 0 0 0,-1 0 0 0 0,1-1 0 0 0,-2 10 0 0 0,-3 17 29 0 0,-3 41 0 0 0,8-69-63 0 0,-3 90-641 0 0,11 139 0 0 0,1-17-2332 0 0,-12-12-1349 0 0,2-139 464 0 0,1 2-2585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3648 0 0,'0'0'7580'0'0,"0"-4"-7002"0"0,0 1-1058 0 0,1-9 2808 0 0,4 21 378 0 0,-4-6-2650 0 0,1 2-9 0 0,5 14 7 0 0,1 0 0 0 0,20 33 0 0 0,-17-37-54 0 0,14 11-53 0 0,-21-24 34 0 0,-1 1-61 0 0,1-2-50 0 0,39 12-156 0 0,-38-12 206 0 0,0-2 18 0 0,0 0 67 0 0,-1 0 0 0 0,1 0 0 0 0,0 0 0 0 0,0-1 0 0 0,-1 0 0 0 0,1 0 0 0 0,-1 0 0 0 0,1 0 0 0 0,-1-1 0 0 0,0 1 0 0 0,0-1 0 0 0,0 0 0 0 0,0-1 0 0 0,-1 1 0 0 0,1-1 0 0 0,-1 1 0 0 0,0-1 0 0 0,0 0 0 0 0,0 0 0 0 0,0-1 0 0 0,-1 1 0 0 0,0 0 0 0 0,3-6 0 0 0,3-16 271 0 0,9-40-1 0 0,-16 62-189 0 0,-1 0 6 0 0,2-13-2 0 0,-1 12 85 0 0,-1 1-109 0 0,1-12-7 0 0,-1 12 235 0 0,7 28-231 0 0,44 189-270 0 0,-33-149 173 0 0,10 78 0 0 0,-28-140 27 0 0,1 3-12 0 0,0-1-1 0 0,0 1 0 0 0,-1-1 1 0 0,0 1-1 0 0,0 0 0 0 0,0-1 1 0 0,0 1-1 0 0,-1 0 0 0 0,0-1 1 0 0,0 1-1 0 0,0-1 0 0 0,0 1 1 0 0,-1-1-1 0 0,0 0 0 0 0,0 1 1 0 0,0-1-1 0 0,0 0 0 0 0,-5 6 1 0 0,6-9 19 0 0,0 0 0 0 0,1 0 0 0 0,-1 0 0 0 0,0 0 0 0 0,0 0 0 0 0,0 0 0 0 0,0 0 0 0 0,0 0 0 0 0,0-1 0 0 0,0 1 0 0 0,0 0 1 0 0,-1-1-1 0 0,1 1 0 0 0,-2 0 0 0 0,0 1 5 0 0,2-2 0 0 0,0 1 1 0 0,0 0-1 0 0,0-1 1 0 0,0 1-1 0 0,0-1 1 0 0,-1 0-1 0 0,1 1 1 0 0,0-1-1 0 0,0 0 1 0 0,0 0-1 0 0,0 0 1 0 0,0 1-1 0 0,0-1 1 0 0,-1 0-1 0 0,1-1 1 0 0,0 1-1 0 0,0 0 1 0 0,0 0 0 0 0,0 0-1 0 0,-2-1 1 0 0,1 0 10 0 0,-1 1-18 0 0,0 0 1 0 0,-1-1-1 0 0,1 1 1 0 0,0-1 0 0 0,0 0-1 0 0,0 0 1 0 0,0 0-1 0 0,0 0 1 0 0,0-1 0 0 0,0 1-1 0 0,1-1 1 0 0,-1 0-1 0 0,0 0 1 0 0,1 0 0 0 0,-1 0-1 0 0,1 0 1 0 0,0 0-1 0 0,-3-4 1 0 0,-26-31 20 0 0,28 30-21 0 0,0 2-7 0 0,1 0-1 0 0,-1 0 1 0 0,1 0-1 0 0,1-1 1 0 0,-1 1-1 0 0,1-1 1 0 0,0 1-1 0 0,-1-7 1 0 0,1 3-10 0 0,0 4-33 0 0,0 0 1 0 0,1 0 0 0 0,0 1 0 0 0,0-1 0 0 0,0 0 0 0 0,0 0 0 0 0,1 0 0 0 0,0 1 0 0 0,0-1 0 0 0,0 0 0 0 0,0 1-1 0 0,1-1 1 0 0,0 1 0 0 0,0 0 0 0 0,4-7 0 0 0,1 0-1416 0 0,1 2-1 0 0,0-1 1 0 0,1 1-1 0 0,11-10 1 0 0,-13 12-835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4516 0 0,'0'0'8616'0'0,"3"1"-8549"0"0,40 31 28 0 0,-41-29-58 0 0,2-1-9 0 0,4 1 17 0 0,0 1 0 0 0,1-1 0 0 0,-1 0 0 0 0,1-1 0 0 0,0 0 0 0 0,-1-1-1 0 0,1 1 1 0 0,16-1 0 0 0,-20-1 33 0 0,0-1 16 0 0,47-7 235 0 0,-46 7-246 0 0,-1 0-25 0 0,15-3-22 0 0,-15 2 4 0 0,0 1-22 0 0,1 0 7 0 0,3-2-15 0 0,-1 1 1 0 0,1 0-1 0 0,-1 1 0 0 0,1 0 0 0 0,0 1 1 0 0,14 0-1 0 0,22 10-3 0 0,-40-9-15 0 0,-1 1-18 0 0,15 4 19 0 0,0 0 0 0 0,0-1 0 0 0,0-2 0 0 0,1 0 0 0 0,0 0-1 0 0,0-2 1 0 0,-1-1 0 0 0,1 0 0 0 0,0-1 0 0 0,31-7 0 0 0,-9 0 35 0 0,-38 7-35 0 0,1 0 11 0 0,16-3-4 0 0,-13 2 14 0 0,1 2 0 0 0,0-1 0 0 0,-1 1 0 0 0,1 1 0 0 0,0-1 0 0 0,12 4 0 0 0,-20-4-27 0 0,3 1-35 0 0,0-1-3 0 0,13 3-16 0 0,-12-2-21 0 0,0 0-20 0 0,13 4 101 0 0,0-1-1 0 0,0 0 0 0 0,1-2 1 0 0,0 0-1 0 0,-1-1 0 0 0,1-1 0 0 0,0-1 1 0 0,0 0-1 0 0,-1-1 0 0 0,1-1 1 0 0,-1-1-1 0 0,24-8 0 0 0,30-13 368 0 0,-55 22-357 0 0,-13 2 1 0 0,15 3-86 0 0,-15-1 44 0 0,1 0-41 0 0,0 0 0 0 0,0 0 1 0 0,-1 1-1 0 0,1-1 0 0 0,7 5 0 0 0,14 5-343 0 0,-14-9 301 0 0,-1 1 1 0 0,1-2 0 0 0,0 1 0 0 0,-1-2 0 0 0,1 1 0 0 0,0-2 0 0 0,0 0-1 0 0,0 0 1 0 0,14-4 0 0 0,8-3 727 0 0,58-22 0 0 0,-89 29-397 0 0,1-1-11 0 0,1-2-153 0 0,9-4 150 0 0,27 3 206 0 0,-37 5-373 0 0,1 1 13 0 0,12 4-22 0 0,-12-3-10 0 0,-1 0 11 0 0,11 4 62 0 0,1-1 0 0 0,0 0 0 0 0,0-1 0 0 0,0 0 0 0 0,0-1 0 0 0,0-1 0 0 0,0-1 0 0 0,1 0 0 0 0,-1-1 0 0 0,1-1 0 0 0,19-4 0 0 0,55-13-1088 0 0,-87 17-231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14 2744 0 0,'0'0'1588'0'0,"-1"-4"-295"0"0,-5-5 1761 0 0,2 9-1244 0 0,-3 24-745 0 0,2 46-874 0 0,5 7 202 0 0,13 101 1 0 0,-10-154-343 0 0,-2-20-30 0 0,0 0-8 0 0,10 60 123 0 0,-10-60-131 0 0,0-1-15 0 0,3 11 39 0 0,-3-11 2075 0 0,-1-7-2113 0 0,-1-14 19 0 0,0 13 9 0 0,3 2-7 0 0,9-25-15 0 0,-7 20-4 0 0,16-22-18 0 0,2-1 55 0 0,3 1-42 0 0,-19 25 14 0 0,7-6-37 0 0,-11 9 21 0 0,3-2 12 0 0,-1 0 0 0 0,0 0-1 0 0,1 0 1 0 0,0 1 0 0 0,0 0 0 0 0,0 0 0 0 0,0 0 0 0 0,1 0 0 0 0,5-1-1 0 0,6 2 4 0 0,-13 2 17 0 0,0 2 14 0 0,0 0-32 0 0,-1 0 0 0 0,1 0-1 0 0,-1 0 1 0 0,1 1 0 0 0,-1 0 0 0 0,0 0 0 0 0,0 0-1 0 0,0 0 1 0 0,0 0 0 0 0,-1 0 0 0 0,1 1 0 0 0,-1-1-1 0 0,0 1 1 0 0,0 0 0 0 0,2 5 0 0 0,20 86 39 0 0,-8-28-134 0 0,-15-63-49 0 0,-1-4 134 0 0,0 0-1 0 0,1 0 0 0 0,-1 0 1 0 0,0 0-1 0 0,1 0 0 0 0,-1 0 1 0 0,0 1-1 0 0,1-1 0 0 0,-1 0 0 0 0,0 0 1 0 0,0 0-1 0 0,1 1 0 0 0,-1-1 1 0 0,0 0-1 0 0,0 0 0 0 0,0 1 1 0 0,1-1-1 0 0,-1 0 0 0 0,0 0 1 0 0,0 1-1 0 0,0-1 0 0 0,0 0 1 0 0,0 1-1 0 0,1-1 0 0 0,-1 0 1 0 0,0 0-1 0 0,0 1 0 0 0,0-1 0 0 0,0 1 1 0 0,0 0-54 0 0,0 0 0 0 0,1 0 0 0 0,-1 0-1 0 0,0-1 1 0 0,1 1 0 0 0,-1 0 0 0 0,0 0 0 0 0,1 0 0 0 0,-1 0 0 0 0,1-1 0 0 0,0 1 0 0 0,-1 0 0 0 0,1-1 0 0 0,-1 1 0 0 0,1 0-1 0 0,0-1 1 0 0,0 1 0 0 0,1 0 0 0 0,12 6-436 0 0,-10-5-112 0 0,1-2 13 0 0,3 0 285 0 0,-1-1 0 0 0,0 0 0 0 0,1 0 0 0 0,-1-1 1 0 0,0 0-1 0 0,0 0 0 0 0,0-1 0 0 0,0 0 0 0 0,-1 0 1 0 0,1 0-1 0 0,-1-1 0 0 0,8-5 0 0 0,-2 0-224 0 0,-1-1 0 0 0,-1 1-1 0 0,1-2 1 0 0,-1 0 0 0 0,14-21-1 0 0,-9 11 1188 0 0,-1-2 0 0 0,13-27 0 0 0,-26 46-171 0 0,2-13 378 0 0,-1-6 298 0 0,-2 19-514 0 0,-4 4-597 0 0,0 1 0 0 0,0-1 0 0 0,0 1 0 0 0,1 0 0 0 0,-1-1 1 0 0,0 2-1 0 0,1-1 0 0 0,-1 0 0 0 0,1 1 0 0 0,-1 0 0 0 0,1-1 0 0 0,-1 1 0 0 0,1 1 1 0 0,0-1-1 0 0,0 0 0 0 0,-5 6 0 0 0,3-2 40 0 0,0 0 0 0 0,0 1-1 0 0,1 0 1 0 0,-1-1 0 0 0,2 1 0 0 0,-6 12 0 0 0,8-16 10 0 0,0 49 210 0 0,2-48-278 0 0,2 0 26 0 0,1 1-57 0 0,0-1-1 0 0,1 0 0 0 0,0 0 1 0 0,0 0-1 0 0,0 0 0 0 0,1-1 1 0 0,11 6-1 0 0,-13-8 2 0 0,1 0-4 0 0,39-7-88 0 0,-39 5 75 0 0,-2-1 24 0 0,0 1 0 0 0,0-1 1 0 0,0 0-1 0 0,0 0 0 0 0,0 0 0 0 0,0 0 0 0 0,0-1 0 0 0,-1 1 0 0 0,1-1 0 0 0,3-5 0 0 0,-3 4 32 0 0,0-1 0 0 0,-1 1 0 0 0,0-1 1 0 0,0 1-1 0 0,0-1 0 0 0,-1 0 0 0 0,0 1 0 0 0,0-1 0 0 0,0 0 1 0 0,0 0-1 0 0,-1 0 0 0 0,1 0 0 0 0,-2 0 0 0 0,1 0 0 0 0,0 0 1 0 0,-1 0-1 0 0,0 0 0 0 0,0 0 0 0 0,0 0 0 0 0,-1 1 0 0 0,1-1 1 0 0,-1 0-1 0 0,0 1 0 0 0,-5-7 0 0 0,6 8-27 0 0,-3 0-26 0 0,-9-7-15 0 0,10 9-18 0 0,1 0 0 0 0,0 0 0 0 0,-1 0 1 0 0,1 1-1 0 0,-1-1 0 0 0,0 1 0 0 0,1-1 0 0 0,-1 1 0 0 0,1 0 0 0 0,-1 0 1 0 0,0 0-1 0 0,1 0 0 0 0,-1 0 0 0 0,1 1 0 0 0,-1-1 0 0 0,0 1 0 0 0,-3 1 1 0 0,5-2 27 0 0,-4 1-575 0 0,-8 9-651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2576 0 0,'3'-3'1615'0'0,"18"-22"3883"0"0,-19 23-3965 0 0,1 5-1467 0 0,-1 0-33 0 0,0 1 0 0 0,0 0 0 0 0,-1 0 1 0 0,1 0-1 0 0,-1 0 0 0 0,0 0 1 0 0,0 0-1 0 0,0 1 0 0 0,0-1 0 0 0,-1 0 1 0 0,0 0-1 0 0,0 7 0 0 0,-6 62 273 0 0,3-48-285 0 0,0 31 99 0 0,3-51-116 0 0,0 0-19 0 0,2 16-41 0 0,-1-16 76 0 0,0-1 12 0 0,0-1-34 0 0,0 0 0 0 0,0-1 0 0 0,0 1 0 0 0,1-1 0 0 0,-1 1 0 0 0,1-1 0 0 0,0 1 0 0 0,-1-1-1 0 0,1 0 1 0 0,0 0 0 0 0,4 3 0 0 0,-3-3-157 0 0,2-2-401 0 0,-1 0 264 0 0,0 0 1 0 0,0 0 0 0 0,0 0-1 0 0,0-1 1 0 0,0 1-1 0 0,0-1 1 0 0,0 0-1 0 0,-1-1 1 0 0,1 1 0 0 0,0-1-1 0 0,0 1 1 0 0,-1-1-1 0 0,1 0 1 0 0,-1 0 0 0 0,6-5-1 0 0,4-7-2156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 2200 0 0,'0'0'7101'0'0,"5"-1"-6968"0"0,165-33-3231 0 0,-166 33 2243 0 0,-3 1 696 0 0,1 0 1 0 0,-1 0 0 0 0,1 0 0 0 0,-1 0 0 0 0,1 0 0 0 0,-1 0 0 0 0,1-1 0 0 0,-1 1 0 0 0,1 0 0 0 0,-1-1 0 0 0,0 1-1 0 0,3-2 1 0 0,-1 1-410 0 0,2 0-2249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59 2180 0 0,'0'0'1969'0'0,"-1"3"-1400"0"0,0 4-150 0 0,0-1 0 0 0,0 0-1 0 0,1 1 1 0 0,-1-1 0 0 0,1 1 0 0 0,2 10 0 0 0,-1-13 119 0 0,1-2-423 0 0,9 5-6 0 0,-8-5 182 0 0,1-3-246 0 0,16-3-20 0 0,-15 3 45 0 0,-2-1-34 0 0,12-5-8 0 0,-12 5 4 0 0,1-1 24 0 0,0 0-32 0 0,1-1 83 0 0,0 0-1 0 0,-1 0 1 0 0,1-1 0 0 0,-1 0-1 0 0,0 0 1 0 0,0 0 0 0 0,6-10-1 0 0,-4-1 28 0 0,-4 12 86 0 0,-2-1-126 0 0,-1-13-39 0 0,1 13 42 0 0,-1 5-95 0 0,1 0-1 0 0,0 0 0 0 0,0 0 1 0 0,-1 0-1 0 0,1 0 0 0 0,0 0 0 0 0,0 0 1 0 0,-1 0-1 0 0,1 0 0 0 0,0 0 1 0 0,0 0-1 0 0,-1 0 0 0 0,1 0 1 0 0,0 0-1 0 0,0 0 0 0 0,0-1 1 0 0,-1 1-1 0 0,1 0 0 0 0,0 0 0 0 0,0 0 1 0 0,0 0-1 0 0,-1-1 0 0 0,1 1 1 0 0,0 0-1 0 0,0 0 0 0 0,0 0 1 0 0,0-1-1 0 0,0 1 0 0 0,-1 0 1 0 0,1 0-1 0 0,0-1 0 0 0,0 1 1 0 0,0 0-1 0 0,0-1 0 0 0,0 1 0 0 0,0-1 0 0 0,-1 1 0 0 0,1-1 0 0 0,0 0-1 0 0,-1 1 1 0 0,1-1 0 0 0,0 1 0 0 0,-1-1 0 0 0,1 1 0 0 0,-1-1 0 0 0,1 1 0 0 0,-1 0-1 0 0,1-1 1 0 0,-1 1 0 0 0,1-1 0 0 0,-1 1 0 0 0,1 0 0 0 0,-1-1 0 0 0,1 1 0 0 0,-1 0-1 0 0,0 0 1 0 0,1 0 0 0 0,-1-1 0 0 0,0 1 0 0 0,1 0 0 0 0,-2 0 0 0 0,-3 0 12 0 0,0 0 0 0 0,0 1 1 0 0,0-1-1 0 0,0 1 0 0 0,0 0 1 0 0,0 0-1 0 0,0 1 0 0 0,1-1 1 0 0,-1 1-1 0 0,0 0 0 0 0,1 0 1 0 0,-1 1-1 0 0,-5 3 0 0 0,6-2 31 0 0,-1 0 0 0 0,1 0-1 0 0,0 0 1 0 0,0 0-1 0 0,0 1 1 0 0,1-1 0 0 0,0 1-1 0 0,0 0 1 0 0,0 0-1 0 0,0 0 1 0 0,1 1 0 0 0,0-1-1 0 0,0 1 1 0 0,0-1-1 0 0,1 1 1 0 0,-2 11 0 0 0,2-12-4 0 0,0 0 0 0 0,1 0 0 0 0,0 1 0 0 0,0-1 0 0 0,0 0 1 0 0,1 0-1 0 0,0 1 0 0 0,2 7 0 0 0,-2-9-28 0 0,0 1 4 0 0,0-1-1 0 0,1 1 1 0 0,0-1-1 0 0,0 0 1 0 0,0 0-1 0 0,0 0 1 0 0,1 0-1 0 0,0 0 1 0 0,5 6 0 0 0,-5-6-11 0 0,0-2-35 0 0,-1 1-1 0 0,1-1 1 0 0,-1 0-1 0 0,1 0 1 0 0,0 0-1 0 0,0 0 1 0 0,0 0-1 0 0,0-1 1 0 0,0 1-1 0 0,0-1 1 0 0,0 0-1 0 0,1 0 1 0 0,-1 0-1 0 0,0 0 1 0 0,1-1-1 0 0,-1 1 1 0 0,0-1-1 0 0,5 0 1 0 0,0 0-202 0 0,1-1 0 0 0,-1 0 0 0 0,1 0-1 0 0,11-4 1 0 0,-4 1-618 0 0,0-2-1 0 0,-1 0 1 0 0,0-1-1 0 0,0 0 0 0 0,-1-1 1 0 0,0-1-1 0 0,15-12 1 0 0,-8 4-2570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67 108 3452 0 0,'7'-17'1538'0'0,"0"0"1"0"0,7-34-1 0 0,-13 47-401 0 0,-3-1-719 0 0,-5-9 663 0 0,7 14-1052 0 0,-1 0 0 0 0,0 0 0 0 0,1 0 1 0 0,-1 0-1 0 0,0 0 0 0 0,1 0 0 0 0,-1 0 0 0 0,0 0 0 0 0,1 0 0 0 0,-1 1 0 0 0,1-1 0 0 0,-1 0 1 0 0,0 0-1 0 0,1 0 0 0 0,-1 1 0 0 0,1-1 0 0 0,-1 0 0 0 0,1 1 0 0 0,-1-1 0 0 0,1 0 0 0 0,-1 1 1 0 0,1-1-1 0 0,-1 1 0 0 0,1-1 0 0 0,-1 1 0 0 0,1-1 0 0 0,0 1 0 0 0,-1-1 0 0 0,1 1 0 0 0,0-1 1 0 0,-1 1-1 0 0,1 0 0 0 0,-9 13 114 0 0,1 0 0 0 0,0 0 1 0 0,1 1-1 0 0,0 0 0 0 0,2 0 0 0 0,-1 1 1 0 0,2 0-1 0 0,0-1 0 0 0,1 1 1 0 0,-1 28-1 0 0,0 23-655 0 0,6 83 1 0 0,-1-124 52 0 0,0-12 180 0 0,5 96-6092 0 0,-3-86 1303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316 142 4020 0 0,'-1'-4'2065'0'0,"0"0"-1724"0"0,0 0 0 0 0,-1 0 0 0 0,1 0 0 0 0,-1 0 0 0 0,0 1 0 0 0,0-1 0 0 0,-1 0 0 0 0,1 1 0 0 0,-1-1 1 0 0,0 1-1 0 0,0 0 0 0 0,0 0 0 0 0,0 0 0 0 0,-6-4 0 0 0,4 5-236 0 0,0-1 0 0 0,1 1 0 0 0,-1 0 0 0 0,-1 0 0 0 0,1 1 0 0 0,0 0 0 0 0,0 0 1 0 0,-1 0-1 0 0,1 0 0 0 0,0 1 0 0 0,-1 0 0 0 0,-9 0 0 0 0,8 1-63 0 0,-1 1-1 0 0,1 0 0 0 0,-1 0 1 0 0,1 0-1 0 0,0 1 0 0 0,0 0 1 0 0,0 0-1 0 0,0 1 1 0 0,0-1-1 0 0,1 2 0 0 0,0-1 1 0 0,0 1-1 0 0,0 0 0 0 0,0 0 1 0 0,1 1-1 0 0,0-1 1 0 0,0 1-1 0 0,0 0 0 0 0,-7 13 1 0 0,5-7 1 0 0,1 0 1 0 0,-1 1-1 0 0,2 0 1 0 0,0 0-1 0 0,0 1 0 0 0,2 0 1 0 0,-1-1-1 0 0,2 1 1 0 0,-2 25-1 0 0,4-28-33 0 0,0-1 0 0 0,1 1-1 0 0,0-1 1 0 0,1 1 0 0 0,0-1-1 0 0,1 0 1 0 0,0 0 0 0 0,1 0 0 0 0,0 0-1 0 0,0-1 1 0 0,1 1 0 0 0,1-1-1 0 0,-1 0 1 0 0,1-1 0 0 0,12 14-1 0 0,-13-17-17 0 0,0 0-1 0 0,0-1 1 0 0,0 0-1 0 0,0 0 1 0 0,0-1-1 0 0,1 1 1 0 0,0-1-1 0 0,0 0 0 0 0,-1-1 1 0 0,2 1-1 0 0,-1-1 1 0 0,0 0-1 0 0,0-1 1 0 0,1 1-1 0 0,-1-1 0 0 0,1-1 1 0 0,-1 1-1 0 0,1-1 1 0 0,-1 0-1 0 0,1-1 1 0 0,-1 0-1 0 0,1 0 1 0 0,-1 0-1 0 0,0 0 0 0 0,1-1 1 0 0,9-5-1 0 0,-6 3 28 0 0,0-2 0 0 0,0 1 0 0 0,-1-1 0 0 0,0-1 0 0 0,0 1 0 0 0,-1-1 0 0 0,1-1 0 0 0,-2 0 0 0 0,1 0 0 0 0,-1 0 0 0 0,0-1 0 0 0,-1 0 0 0 0,0-1 0 0 0,-1 1 0 0 0,0-1 0 0 0,0 0 0 0 0,-1 0 0 0 0,0-1 0 0 0,-1 1 0 0 0,0-1 0 0 0,-1 0 0 0 0,2-13 0 0 0,-2 9-13 0 0,-1-1 1 0 0,0 0 0 0 0,-1 1-1 0 0,-1-1 1 0 0,0 1-1 0 0,-1-1 1 0 0,-1 1-1 0 0,0 0 1 0 0,-2 0-1 0 0,1 0 1 0 0,-2 0-1 0 0,0 1 1 0 0,0-1 0 0 0,-2 2-1 0 0,-11-19 1 0 0,16 28-71 0 0,0 0-1 0 0,-1 0 1 0 0,1 0 0 0 0,-1 0 0 0 0,0 1 0 0 0,0-1 0 0 0,0 1 0 0 0,0 0-1 0 0,-1 0 1 0 0,1 1 0 0 0,-1-1 0 0 0,1 1 0 0 0,-1 0 0 0 0,0 0 0 0 0,0 1 0 0 0,0 0-1 0 0,0-1 1 0 0,0 2 0 0 0,-1-1 0 0 0,1 0 0 0 0,-8 1 0 0 0,6 1-91 0 0,-1 0-1 0 0,1 1 1 0 0,0 0 0 0 0,0 0-1 0 0,-1 0 1 0 0,1 1 0 0 0,1 0-1 0 0,-1 0 1 0 0,0 1 0 0 0,1 0 0 0 0,0 0-1 0 0,-1 1 1 0 0,2-1 0 0 0,-10 10-1 0 0,-3 5-963 0 0,1 1-1 0 0,1 0 0 0 0,0 1 0 0 0,-15 29 1 0 0,3 4-3797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90 5372 0 0,'-21'-64'6514'0'0,"19"59"-5528"0"0,2 4-890 0 0,0 0 1 0 0,0 0-1 0 0,0 0 0 0 0,0 0 1 0 0,0 0-1 0 0,-1 0 0 0 0,1-1 1 0 0,0 1-1 0 0,-1 0 0 0 0,1 0 1 0 0,-1 0-1 0 0,1 0 0 0 0,-1 0 1 0 0,1 0-1 0 0,-4-3 1732 0 0,91 345-5730 0 0,-36-157-2831 0 0,-34-119 1263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35 4208 0 0,'-4'-11'763'0'0,"-3"-13"8961"0"0,15 35-9923 0 0,8 17-16 0 0,-1 0 0 0 0,-1 1 0 0 0,11 36 1 0 0,24 94-2866 0 0,-47-152 2919 0 0,30 121-4811 0 0,-16-61-412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7:56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344 124 3736 0 0,'-2'-5'2166'0'0,"-1"2"-1798"0"0,1 0 0 0 0,-1 0 0 0 0,1-1 1 0 0,-1 1-1 0 0,0 1 0 0 0,0-1 0 0 0,-1 0 0 0 0,1 1 1 0 0,0 0-1 0 0,-1 0 0 0 0,1 0 0 0 0,-7-3 0 0 0,6 4-269 0 0,0 0 0 0 0,0 0-1 0 0,0 0 1 0 0,-1 1 0 0 0,1-1-1 0 0,0 1 1 0 0,-1 0 0 0 0,1 0-1 0 0,0 1 1 0 0,-1-1 0 0 0,1 1-1 0 0,0 0 1 0 0,0 0 0 0 0,-1 0-1 0 0,1 1 1 0 0,0-1 0 0 0,0 1-1 0 0,0 0 1 0 0,1 0 0 0 0,-1 1 0 0 0,-4 2-1 0 0,-3 4-27 0 0,1 1 0 0 0,0 0 0 0 0,0 1 0 0 0,1 0 0 0 0,0 0 0 0 0,1 1 0 0 0,0 0 0 0 0,1 0 0 0 0,1 1 0 0 0,0 0 0 0 0,0 0 0 0 0,1 1 0 0 0,1-1 0 0 0,-4 19 0 0 0,3-8-68 0 0,1 2 0 0 0,1-1 0 0 0,1 0 0 0 0,2 1 0 0 0,0-1 0 0 0,1 1 0 0 0,7 30 1 0 0,-5-38-82 0 0,1 0-1 0 0,1-1 1 0 0,1 0 0 0 0,0 1 0 0 0,13 21 0 0 0,-16-32 12 0 0,2 0 0 0 0,-1 0-1 0 0,1-1 1 0 0,0 1-1 0 0,1-1 1 0 0,-1 0 0 0 0,1 0-1 0 0,0-1 1 0 0,1 0 0 0 0,-1 0-1 0 0,1 0 1 0 0,0-1 0 0 0,13 6-1 0 0,-18-9 57 0 0,0 0 0 0 0,0 0 0 0 0,0-1 0 0 0,0 1 0 0 0,0-1 0 0 0,0 1 0 0 0,0-1 0 0 0,1 0 0 0 0,-1 0 0 0 0,0 0 1 0 0,0 0-1 0 0,3-1 0 0 0,1 1 6 0 0,-3 0 14 0 0,0 0 0 0 0,-1 1-1 0 0,1-1 1 0 0,-1 0-1 0 0,1-1 1 0 0,-1 1 0 0 0,1 0-1 0 0,0-1 1 0 0,-1 0-1 0 0,1 1 1 0 0,-1-1 0 0 0,0 0-1 0 0,3-2 1 0 0,4-1 20 0 0,1 1 41 0 0,-1-1 0 0 0,0-1-1 0 0,-1 0 1 0 0,1 0 0 0 0,-1 0 0 0 0,0-1 0 0 0,0 0-1 0 0,-1-1 1 0 0,1 0 0 0 0,-2 0 0 0 0,1-1-1 0 0,-1 1 1 0 0,0-1 0 0 0,0-1 0 0 0,-1 1-1 0 0,0-1 1 0 0,-1 0 0 0 0,0 0 0 0 0,0 0 0 0 0,3-18-1 0 0,-1 5-47 0 0,-1-1-1 0 0,-2 1 0 0 0,0-1 1 0 0,-1 0-1 0 0,-1 0 0 0 0,-2 0 1 0 0,-5-41-1 0 0,3 44-133 0 0,-1 1 1 0 0,-1-1-1 0 0,-1 1 0 0 0,0-1 1 0 0,-1 1-1 0 0,-2 1 0 0 0,0 0 0 0 0,-1 0 1 0 0,0 1-1 0 0,-24-29 0 0 0,25 35-218 0 0,-1 1-1 0 0,0 1 0 0 0,-1 0 1 0 0,0 0-1 0 0,0 1 1 0 0,-1 0-1 0 0,0 1 0 0 0,0 0 1 0 0,0 1-1 0 0,-1 1 0 0 0,0 0 1 0 0,-1 0-1 0 0,1 1 1 0 0,-1 1-1 0 0,1 0 0 0 0,-23-1 1 0 0,-21 4-2389 0 0,-10 4-1951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01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3732 0 0,'0'0'2997'0'0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08.3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9 5849 0 0,'0'0'2740'0'0,"-22"-8"-3872"0"0,-6 8-6285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1.4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63 3624 0 0,'-1'-3'1300'0'0,"-11"-37"2319"0"0,11 36-2620 0 0,0 0-639 0 0,-4-7 1235 0 0,5 19-915 0 0,8 31-533 0 0,-5-24 126 0 0,46 468 972 0 0,-43-393-1166 0 0,-4-64 283 0 0,0-26-369 0 0,-1-1 0 0 0,0 1-1 0 0,1 0 1 0 0,-1-1 0 0 0,0 1-1 0 0,0-1 1 0 0,0 0 0 0 0,1 1 0 0 0,-1-1-1 0 0,0 0 1 0 0,0 0 0 0 0,0 0-1 0 0,0 0 1 0 0,0 0 0 0 0,0 0-1 0 0,-1 0 1 0 0,1 0 0 0 0,0 0-1 0 0,0 0 1 0 0,-1 0 0 0 0,1 0 0 0 0,-1-1-1 0 0,1 1 1 0 0,0-1 0 0 0,12-42-153 0 0,-11 39 144 0 0,15-52-58 0 0,15-23 49 0 0,-30 77-40 0 0,-1 0 48 0 0,0 1 0 0 0,1 0 1 0 0,-1 0-1 0 0,1 0 0 0 0,0 1 0 0 0,-1-1 0 0 0,1 0 0 0 0,0 0 0 0 0,0 1 0 0 0,0-1 0 0 0,0 1 0 0 0,0 0 0 0 0,1 0 0 0 0,-1 0 0 0 0,4-2 1 0 0,-3 4 17 0 0,0 0 0 0 0,0 0 1 0 0,0 0-1 0 0,-1 0 0 0 0,1 0 1 0 0,0 0-1 0 0,0 1 1 0 0,-1-1-1 0 0,1 1 0 0 0,-1 0 1 0 0,0 0-1 0 0,1 0 0 0 0,-1 0 1 0 0,0 0-1 0 0,0 0 0 0 0,0 1 1 0 0,-1-1-1 0 0,3 5 1 0 0,32 56 7 0 0,-27-45-14 0 0,0-2-306 0 0,-1-1 1 0 0,2 0-1 0 0,0-1 1 0 0,1 0-1 0 0,0 0 1 0 0,1-1-1 0 0,21 18 1 0 0,-28-29 49 0 0,0 0 0 0 0,-1-1 0 0 0,1 1 0 0 0,0-1-1 0 0,0 0 1 0 0,0 0 0 0 0,0 0 0 0 0,1-1 0 0 0,-1 0 0 0 0,0 0 0 0 0,0 0 0 0 0,0-1 0 0 0,0 0-1 0 0,0 1 1 0 0,0-2 0 0 0,0 1 0 0 0,0-1 0 0 0,7-3 0 0 0,-5 1 227 0 0,1 0 1 0 0,-1-1-1 0 0,0-1 0 0 0,0 1 0 0 0,0-1 1 0 0,-1 0-1 0 0,1-1 0 0 0,-2 0 1 0 0,1 0-1 0 0,-1 0 0 0 0,0 0 1 0 0,0-1-1 0 0,-1 0 0 0 0,0 0 1 0 0,-1 0-1 0 0,5-16 0 0 0,6-34 1288 0 0,-13 51-1035 0 0,0 0-1 0 0,0 0 0 0 0,-1-1 1 0 0,0 1-1 0 0,0 0 0 0 0,-1-1 1 0 0,0 1-1 0 0,0 0 0 0 0,-1 0 1 0 0,0-1-1 0 0,0 1 0 0 0,-4-9 1 0 0,4 13-8 0 0,-10-13 70 0 0,10 13-207 0 0,-7-2 22 0 0,9 5-82 0 0,-1-1 0 0 0,1 1-1 0 0,0-1 1 0 0,-1 1 0 0 0,1 0-1 0 0,0-1 1 0 0,-1 1 0 0 0,1 0 0 0 0,-1 0-1 0 0,1-1 1 0 0,-1 1 0 0 0,1 0 0 0 0,-1 0-1 0 0,1 0 1 0 0,-1-1 0 0 0,1 1-1 0 0,-1 0 1 0 0,1 0 0 0 0,-1 0 0 0 0,1 0-1 0 0,-1 0 1 0 0,1 0 0 0 0,-1 0-1 0 0,1 0 1 0 0,-1 0 0 0 0,1 0 0 0 0,-1 1-1 0 0,1-1 1 0 0,-1 0 0 0 0,1 0 0 0 0,-1 0-1 0 0,0 1 1 0 0,-14 6 121 0 0,11-5-42 0 0,4-1-88 0 0,0-1-1 0 0,0 1 1 0 0,0-1 0 0 0,0 1 0 0 0,0-1-1 0 0,0 1 1 0 0,0-1 0 0 0,-1 1 0 0 0,1-1-1 0 0,0 1 1 0 0,0-1 0 0 0,0 1 0 0 0,-1-1-1 0 0,1 1 1 0 0,0-1 0 0 0,0 1 0 0 0,-1-1-1 0 0,1 1 1 0 0,-1-1 0 0 0,1 1 0 0 0,0-1-1 0 0,-2 1 1 0 0,1 0 1 0 0,1 0 1 0 0,-1 0-1 0 0,0 0 1 0 0,0 0-1 0 0,0 0 1 0 0,0 0 0 0 0,1 0-1 0 0,-1 0 1 0 0,0 0-1 0 0,1 0 1 0 0,-1 0-1 0 0,1 1 1 0 0,-1 1-1 0 0,-2 8-13 0 0,0 1 1 0 0,1-1-1 0 0,0 1 1 0 0,1 0-1 0 0,0 0 1 0 0,1-1-1 0 0,0 1 0 0 0,1 0 1 0 0,1 0-1 0 0,-1 0 1 0 0,2-1-1 0 0,0 1 1 0 0,6 16-1 0 0,-8-26-3 0 0,-1-1 1 0 0,1 1-1 0 0,-1 0 0 0 0,1-1 1 0 0,0 0-1 0 0,0 1 0 0 0,0-1 0 0 0,0 1 1 0 0,0-1-1 0 0,0 0 0 0 0,0 0 1 0 0,0 1-1 0 0,0-1 0 0 0,1 0 1 0 0,-1 0-1 0 0,0 0 0 0 0,1 0 1 0 0,-1-1-1 0 0,1 1 0 0 0,-1 0 0 0 0,1-1 1 0 0,-1 1-1 0 0,1-1 0 0 0,0 1 1 0 0,-1-1-1 0 0,3 1 0 0 0,-1-2 3 0 0,0 1 0 0 0,0-1-1 0 0,0 1 1 0 0,-1-1-1 0 0,1 0 1 0 0,0 0-1 0 0,0 0 1 0 0,-1 0 0 0 0,1 0-1 0 0,-1-1 1 0 0,4-2-1 0 0,-1-1 28 0 0,-1 1-1 0 0,1-1 0 0 0,-1-1 1 0 0,0 1-1 0 0,-1-1 1 0 0,1 1-1 0 0,-1-1 0 0 0,0 0 1 0 0,-1 0-1 0 0,0 0 1 0 0,1-1-1 0 0,0-6 0 0 0,8-27 289 0 0,-10 37-175 0 0,0-1-16 0 0,4-6 238 0 0,1 18-221 0 0,5 35-189 0 0,-5-17 61 0 0,-4-21-15 0 0,0-1-1 0 0,0 1 1 0 0,0-1 0 0 0,1 1-1 0 0,0-1 1 0 0,3 4 0 0 0,-4-4-6 0 0,1-1-51 0 0,-3-3 60 0 0,0 0 1 0 0,1 0 0 0 0,-1 0 0 0 0,0 0-1 0 0,1 0 1 0 0,-1 0 0 0 0,1 0-1 0 0,-1 0 1 0 0,0 0 0 0 0,1 0-1 0 0,-1 1 1 0 0,0-1 0 0 0,1 0 0 0 0,-1 0-1 0 0,0 0 1 0 0,1 0 0 0 0,-1 1-1 0 0,0-1 1 0 0,1 0 0 0 0,-1 0 0 0 0,0 1-1 0 0,0-1 1 0 0,1 0 0 0 0,-1 1-1 0 0,0-1 1 0 0,0 0 0 0 0,0 1-1 0 0,1 0 1 0 0,-1-1-11 0 0,1 1 1 0 0,-1 0-1 0 0,0-1 0 0 0,1 1 0 0 0,-1-1 1 0 0,1 1-1 0 0,-1 0 0 0 0,1-1 0 0 0,0 1 1 0 0,-1-1-1 0 0,1 0 0 0 0,-1 1 1 0 0,1-1-1 0 0,0 1 0 0 0,-1-1 0 0 0,1 0 1 0 0,0 1-1 0 0,-1-1 0 0 0,1 0 0 0 0,0 0 1 0 0,0 0-1 0 0,-1 0 0 0 0,2 1 0 0 0,15 1-126 0 0,-13-1-14 0 0,0-2-18 0 0,1 0 124 0 0,0 0-1 0 0,0-1 0 0 0,0 0 0 0 0,0 0 0 0 0,0 0 1 0 0,-1 0-1 0 0,1-1 0 0 0,-1 0 0 0 0,1 0 1 0 0,-1 0-1 0 0,0 0 0 0 0,6-7 0 0 0,-2 0 27 0 0,-1 1 0 0 0,1-2 0 0 0,-2 1 0 0 0,0-1-1 0 0,0 0 1 0 0,-1 0 0 0 0,8-24 0 0 0,-8 15 201 0 0,-1 0-1 0 0,0 0 1 0 0,-2 0 0 0 0,1-37 0 0 0,-3 51-136 0 0,0-15 243 0 0,-1-1 0 0 0,0 1 0 0 0,-2 0 0 0 0,-7-30 0 0 0,1 18 150 0 0,8 30-263 0 0,-1 6-3 0 0,0 4-160 0 0,0 0 0 0 0,0 1-1 0 0,0-1 1 0 0,1 0 0 0 0,0 1 0 0 0,0 0-1 0 0,1 10 1 0 0,4 63 12 0 0,-2-50-35 0 0,2-1-1 0 0,0 0 0 0 0,2 0 1 0 0,2 0-1 0 0,0-1 0 0 0,18 40 1 0 0,-25-67-79 0 0,1 0 0 0 0,-1 0 0 0 0,1 0 0 0 0,-1-1 0 0 0,1 1 0 0 0,-1 0 0 0 0,1-1 0 0 0,0 1 0 0 0,0-1 0 0 0,0 0 0 0 0,0 0 0 0 0,0 0 0 0 0,0 0 0 0 0,0 0-1 0 0,4 1 1 0 0,-4-1 93 0 0,2 1-481 0 0,0-3-84 0 0,-1 1 191 0 0,-1-1 1 0 0,1 1-1 0 0,0-1 1 0 0,-1 0-1 0 0,1 1 1 0 0,-1-1-1 0 0,1 0 1 0 0,-1-1-1 0 0,0 1 1 0 0,1 0-1 0 0,-1-1 1 0 0,0 1-1 0 0,0-1 1 0 0,0 0-1 0 0,0 0 1 0 0,3-3-1 0 0,5-10-3698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1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78 2836 0 0,'0'0'1272'0'0,"-5"1"-160"0"0,-13 2-122 0 0,13-3 2575 0 0,9-1-3275 0 0,38-16-194 0 0,1 2 1 0 0,62-12-1 0 0,-77 20-712 0 0,29-8-4990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2.0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1 122 3228 0 0,'0'0'3259'0'0,"1"4"-2701"0"0,5 12-56 0 0,-5-13 253 0 0,-1-2-737 0 0,1-1 0 0 0,-1 1 0 0 0,0-1-1 0 0,1 0 1 0 0,-1 1 0 0 0,0-1 0 0 0,0 0 0 0 0,1 1-1 0 0,-1-1 1 0 0,1 0 0 0 0,-1 1 0 0 0,0-1 0 0 0,1 0-1 0 0,-1 0 1 0 0,1 1 0 0 0,-1-1 0 0 0,0 0 0 0 0,1 0 0 0 0,-1 0-1 0 0,1 0 1 0 0,-1 0 0 0 0,1 0 0 0 0,-1 1 0 0 0,1-1-1 0 0,0 0 6 0 0,-1 0-1 0 0,1 0 0 0 0,-1 0 0 0 0,1 0 0 0 0,-1 0 1 0 0,1 0-1 0 0,-1 0 0 0 0,1 0 0 0 0,-1 0 0 0 0,1 1 0 0 0,-1-1 1 0 0,0 0-1 0 0,1 0 0 0 0,-1 1 0 0 0,1-1 0 0 0,-1 0 1 0 0,0 0-1 0 0,1 1 0 0 0,-1-1 0 0 0,0 1 0 0 0,1-1 1 0 0,-1 0-1 0 0,0 1 0 0 0,1 0 0 0 0,3 0 152 0 0,2-1-90 0 0,0 1 0 0 0,0 0-1 0 0,0-1 1 0 0,-1 0 0 0 0,1-1-1 0 0,0 1 1 0 0,0-1 0 0 0,0 0-1 0 0,-1-1 1 0 0,1 1 0 0 0,0-1-1 0 0,-1 0 1 0 0,0-1 0 0 0,1 1 0 0 0,-1-1-1 0 0,0 0 1 0 0,0-1 0 0 0,0 1-1 0 0,-1-1 1 0 0,1 0 0 0 0,-1 0-1 0 0,6-7 1 0 0,-5 5-11 0 0,-1 1-1 0 0,0-1 1 0 0,0 1-1 0 0,-1-1 1 0 0,1 0 0 0 0,-2 0-1 0 0,1-1 1 0 0,3-9-1 0 0,-2-2-60 0 0,-3 13-14 0 0,-2 3-5 0 0,2 1 5 0 0,-1 0 1 0 0,0 0 0 0 0,0 0-1 0 0,0 0 1 0 0,-1 0-1 0 0,1 0 1 0 0,0 0 0 0 0,0 0-1 0 0,0 0 1 0 0,-1 0 0 0 0,1 0-1 0 0,0 0 1 0 0,-1 1-1 0 0,1-1 1 0 0,-1 0 0 0 0,1 0-1 0 0,-1 0 1 0 0,1 1 0 0 0,-1-1-1 0 0,0 0 1 0 0,1 0-1 0 0,-2 0 1 0 0,-4 2 18 0 0,-1 0 0 0 0,1 0-1 0 0,0 1 1 0 0,0 0 0 0 0,0 0 0 0 0,1 0-1 0 0,-1 1 1 0 0,0 0 0 0 0,1 0 0 0 0,0 0-1 0 0,0 1 1 0 0,0-1 0 0 0,0 1 0 0 0,0 1-1 0 0,-4 4 1 0 0,-2 3 102 0 0,1-1 1 0 0,0 1-1 0 0,1 1 0 0 0,1 0 0 0 0,-10 17 1 0 0,16-25-61 0 0,0 1 0 0 0,0 0 1 0 0,1 0-1 0 0,0 0 1 0 0,0 0-1 0 0,0 0 0 0 0,0 6 1 0 0,1-12-60 0 0,0 3 20 0 0,1-1 0 0 0,-1 0 0 0 0,1 1 0 0 0,0-1 0 0 0,-1 1 0 0 0,1-1 0 0 0,0 0 1 0 0,0 0-1 0 0,1 1 0 0 0,-1-1 0 0 0,0 0 0 0 0,1 0 0 0 0,-1 0 0 0 0,1-1 0 0 0,0 1 0 0 0,0 0 0 0 0,0 0 0 0 0,3 1 0 0 0,-4-2-14 0 0,2 2 6 0 0,1-1 0 0 0,0 0 0 0 0,0 1 0 0 0,0-2 0 0 0,0 1 1 0 0,0 0-1 0 0,0-1 0 0 0,0 0 0 0 0,0 0 0 0 0,0 0 0 0 0,1 0 1 0 0,-1-1-1 0 0,7 0 0 0 0,-7 1-10 0 0,8-1-104 0 0,-1 0 0 0 0,1 0 0 0 0,0-1-1 0 0,-1 0 1 0 0,1-1 0 0 0,-1-1-1 0 0,1 1 1 0 0,-1-2 0 0 0,15-6 0 0 0,-6 1-953 0 0,-1 0 0 0 0,-1-2 1 0 0,34-24-1 0 0,-28 16-2174 0 0,-2-2-2304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5.6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12 4664 0 0,'0'0'5025'0'0,"-1"-3"-3862"0"0,1 3-1039 0 0,0-1-1 0 0,-1 1 0 0 0,1-1 1 0 0,0 1-1 0 0,0 0 0 0 0,0-1 0 0 0,-1 1 1 0 0,1-1-1 0 0,0 1 0 0 0,0 0 1 0 0,-1-1-1 0 0,1 1 0 0 0,0 0 1 0 0,-1-1-1 0 0,1 1 0 0 0,0 0 0 0 0,-1-1 1 0 0,1 1-1 0 0,0 0 0 0 0,-1 0 1 0 0,1 0-1 0 0,-1-1 0 0 0,1 1 1 0 0,0 0-1 0 0,-1 0 0 0 0,0 0 1 0 0,0 1-50 0 0,1 0 0 0 0,-1 0 0 0 0,0 0 0 0 0,0 0 0 0 0,1 1 0 0 0,-1-1 0 0 0,1 0 1 0 0,-1 0-1 0 0,1 1 0 0 0,0-1 0 0 0,-1 0 0 0 0,1 1 0 0 0,0-1 0 0 0,0 0 1 0 0,0 1-1 0 0,0-1 0 0 0,0 0 0 0 0,1 3 0 0 0,24 619-316 0 0,-24-601-745 0 0,1 0 0 0 0,1-1 0 0 0,1 1 1 0 0,7 21-1 0 0,-9-39-126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5.9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6 220 3484 0 0,'-3'-27'1261'0'0,"2"14"-692"0"0,0-1-1 0 0,0 0 1 0 0,3-19-1 0 0,-1 27-472 0 0,0 1 0 0 0,0 0 0 0 0,0 0 0 0 0,1 0 0 0 0,0 0 0 0 0,0 0 0 0 0,1 0-1 0 0,-1 0 1 0 0,1 1 0 0 0,0-1 0 0 0,0 1 0 0 0,6-6 0 0 0,-5 5-62 0 0,0 1-1 0 0,1 0 0 0 0,0 0 1 0 0,-1 0-1 0 0,1 0 1 0 0,1 1-1 0 0,-1 0 0 0 0,0 0 1 0 0,1 0-1 0 0,-1 1 1 0 0,1 0-1 0 0,0 0 0 0 0,0 0 1 0 0,0 1-1 0 0,0 0 1 0 0,11-1-1 0 0,-10 1 11 0 0,1 1 0 0 0,0 0-1 0 0,0 1 1 0 0,-1 0 0 0 0,1 0 0 0 0,0 1-1 0 0,-1 0 1 0 0,1 0 0 0 0,-1 0 0 0 0,0 1-1 0 0,0 0 1 0 0,0 1 0 0 0,0-1 0 0 0,-1 2-1 0 0,1-1 1 0 0,-1 0 0 0 0,8 9 0 0 0,-10-10 3 0 0,0 1 0 0 0,-1 0 0 0 0,0 0 0 0 0,0 0 0 0 0,0 0 0 0 0,-1 1 0 0 0,1-1 0 0 0,-1 1 0 0 0,3 9 0 0 0,-4-12-35 0 0,0 3 10 0 0,0 1 0 0 0,0-1 0 0 0,-1 1 0 0 0,1 0 0 0 0,-1-1 0 0 0,-1 1-1 0 0,1-1 1 0 0,-1 1 0 0 0,0-1 0 0 0,0 1 0 0 0,-1-1 0 0 0,1 0 0 0 0,-1 1 0 0 0,0-1 0 0 0,-1 0 0 0 0,1 0-1 0 0,-6 7 1 0 0,-3 3-194 0 0,0-2 0 0 0,-1 1-1 0 0,0-2 1 0 0,-1 1 0 0 0,0-2-1 0 0,-1 0 1 0 0,0 0 0 0 0,-1-2-1 0 0,0 0 1 0 0,-19 9 0 0 0,30-16-721 0 0,-1-3-1470 0 0,-13-2 397 0 0,13 2-1375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6.2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4128 0 0,'2'-3'1811'0'0,"6"-6"4105"0"0,-4 16-4064 0 0,-3 28-2689 0 0,-1-25 1466 0 0,0 60-662 0 0,4-1 0 0 0,3 0 1 0 0,28 124-1 0 0,-33-185-153 0 0,0-1 0 0 0,1 1 0 0 0,0-1 0 0 0,1 0-1 0 0,-1 0 1 0 0,1 0 0 0 0,1 0 0 0 0,-1-1 0 0 0,7 7 0 0 0,-8-9-166 0 0,1-1 0 0 0,1 1 0 0 0,-1-1 0 0 0,0 0 0 0 0,1 0 0 0 0,0 0 0 0 0,-1-1 0 0 0,1 1 0 0 0,0-1 0 0 0,0 0 0 0 0,1-1 0 0 0,-1 1 0 0 0,6 0 0 0 0,0-2-2066 0 0,18-5-1703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6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 43 2872 0 0,'0'0'1331'0'0,"0"-5"-203"0"0,-2-13-219 0 0,1 14-168 0 0,-1 1-96 0 0,2 2-552 0 0,-1 0 0 0 0,0 0 1 0 0,0 0-1 0 0,0 0 0 0 0,0 1 0 0 0,0-1 0 0 0,0 0 0 0 0,0 0 1 0 0,0 1-1 0 0,0-1 0 0 0,0 0 0 0 0,0 1 0 0 0,0-1 1 0 0,0 1-1 0 0,0 0 0 0 0,-1-1 0 0 0,1 1 0 0 0,0 0 0 0 0,0 0 1 0 0,-1 0-1 0 0,1 0 0 0 0,0 0 0 0 0,-2 0 0 0 0,0 0 8 0 0,0 1 0 0 0,0 0 0 0 0,1 0 0 0 0,-1 0 0 0 0,0 0 0 0 0,1 1 0 0 0,-1-1 0 0 0,1 1 0 0 0,-5 3 0 0 0,-1 2 48 0 0,0 1 0 0 0,0 0-1 0 0,0 1 1 0 0,-6 9 0 0 0,7-7-92 0 0,1 0 0 0 0,0 0 0 0 0,1 0 0 0 0,0 1 0 0 0,1 0 0 0 0,0 0 0 0 0,1 0 0 0 0,-3 14 0 0 0,6-22-61 0 0,0 0 1 0 0,0 1-1 0 0,0-1 0 0 0,0 0 0 0 0,0 0 1 0 0,1 0-1 0 0,0 0 0 0 0,0 0 0 0 0,0 0 1 0 0,4 7-1 0 0,-4-8-45 0 0,2 0-12 0 0,8 9 1 0 0,-8-9 3 0 0,2-2 0 0 0,1-1 55 0 0,0 0-1 0 0,1 0 0 0 0,-1 0 0 0 0,0-1 1 0 0,1 0-1 0 0,-1 0 0 0 0,0-1 0 0 0,0 0 0 0 0,0 0 1 0 0,0 0-1 0 0,-1-1 0 0 0,1 1 0 0 0,0-2 1 0 0,-1 1-1 0 0,0 0 0 0 0,0-1 0 0 0,0 0 1 0 0,7-8-1 0 0,0 1 211 0 0,-1-2 1 0 0,0 1 0 0 0,-1-2-1 0 0,0 1 1 0 0,-2-1-1 0 0,9-16 1 0 0,-16 27-25 0 0,8-11 664 0 0,-10 28-916 0 0,0-1 0 0 0,2 1 1 0 0,-1 0-1 0 0,2 0 0 0 0,0-1 0 0 0,4 15 0 0 0,-5-25-41 0 0,0 0 0 0 0,1-1 0 0 0,-1 0 0 0 0,1 1 0 0 0,0-1 0 0 0,0 0 0 0 0,-1 1 0 0 0,2-1 0 0 0,-1 0 0 0 0,0-1 0 0 0,0 1 0 0 0,0 0 0 0 0,1 0 0 0 0,-1-1 0 0 0,1 0 0 0 0,4 2 0 0 0,-4-1 34 0 0,3 0-408 0 0,-1-1 0 0 0,2 1 0 0 0,-1-1 0 0 0,0 0 0 0 0,0-1 0 0 0,0 1 0 0 0,0-1 0 0 0,1 0-1 0 0,-1-1 1 0 0,0 1 0 0 0,0-1 0 0 0,0-1 0 0 0,0 1 0 0 0,11-5 0 0 0,7-1-4072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27.3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183 9 3756 0 0,'-3'-1'1320'0'0,"2"0"-1122"0"0,0 0 0 0 0,-1 0 0 0 0,1 0 1 0 0,-1 0-1 0 0,1 1 0 0 0,-1-1 0 0 0,0 1 0 0 0,1-1 1 0 0,-1 1-1 0 0,0 0 0 0 0,1-1 0 0 0,-1 1 0 0 0,0 0 1 0 0,1 0-1 0 0,-1 0 0 0 0,0 0 0 0 0,1 1 0 0 0,-1-1 1 0 0,0 0-1 0 0,-2 2 0 0 0,0-1 18 0 0,-1 1 0 0 0,0 1 0 0 0,1-1 0 0 0,0 1 0 0 0,-1-1 0 0 0,1 1 0 0 0,-4 4 0 0 0,-3 3-22 0 0,1 0 0 0 0,1 1 1 0 0,-1 0-1 0 0,-11 19 0 0 0,15-20-116 0 0,0 0 0 0 0,1 0 0 0 0,0 1 0 0 0,0 0 0 0 0,1 0 0 0 0,-5 18-1 0 0,8-21-61 0 0,0 0 0 0 0,0 0-1 0 0,0-1 1 0 0,1 1-1 0 0,0 0 1 0 0,2 8-1 0 0,-2-14-50 0 0,0 1 1 0 0,1-1-1 0 0,-1 0 0 0 0,1 0 1 0 0,0 0-1 0 0,0 1 0 0 0,0-1 1 0 0,0 0-1 0 0,0 0 0 0 0,0 0 1 0 0,1 0-1 0 0,-1-1 0 0 0,1 1 1 0 0,-1 0-1 0 0,1-1 0 0 0,0 1 1 0 0,-1 0-1 0 0,1-1 0 0 0,0 0 1 0 0,0 0-1 0 0,0 1 0 0 0,0-1 1 0 0,0 0-1 0 0,1-1 0 0 0,-1 1 1 0 0,0 0-1 0 0,4 0 0 0 0,3 0-130 0 0,-1 0 0 0 0,0-1 0 0 0,0 0-1 0 0,0 0 1 0 0,1-1 0 0 0,-1 0-1 0 0,0 0 1 0 0,0-1 0 0 0,0 0 0 0 0,13-6-1 0 0,-9 3-62 0 0,0-1 0 0 0,0 0-1 0 0,-1 0 1 0 0,0-2 0 0 0,0 1-1 0 0,15-15 1 0 0,-12 7 224 0 0,1-1 0 0 0,16-24 0 0 0,-22 27 381 0 0,-7 10-81 0 0,6-6 464 0 0,-5 7 247 0 0,-4 4-229 0 0,-2 8-992 0 0,2-6 242 0 0,2-1-39 0 0,4 9 9 0 0,-4-9-7 0 0,19 3-125 0 0,-16-5 58 0 0,19-10-42 0 0,-14 3 171 0 0,-1-1 0 0 0,0 0 0 0 0,0 0 0 0 0,0-1 1 0 0,-1 0-1 0 0,0-1 0 0 0,-1 1 0 0 0,0-1 1 0 0,10-19-1 0 0,-15 25 29 0 0,5-20 115 0 0,-7 19-150 0 0,-4-13-19 0 0,4 13 26 0 0,-14 3 120 0 0,14 1-147 0 0,-1-1 0 0 0,0 1 0 0 0,1 0 0 0 0,-1 0 0 0 0,0 0 0 0 0,1 0 0 0 0,-1 0 0 0 0,0 0 0 0 0,1 0 0 0 0,-1 1 0 0 0,1-1 0 0 0,-1 1 0 0 0,0-1 0 0 0,1 1 0 0 0,-1 0 0 0 0,1-1 0 0 0,-1 1 0 0 0,1 0 0 0 0,0 0 0 0 0,-1 0 0 0 0,1 0 0 0 0,-2 2-1 0 0,-3 3 62 0 0,-1-1-1 0 0,2 1 1 0 0,-1 1-1 0 0,0-1 1 0 0,1 1-1 0 0,1 0 0 0 0,-1 0 1 0 0,1 0-1 0 0,0 1 1 0 0,0 0-1 0 0,1-1 1 0 0,0 1-1 0 0,1 1 0 0 0,0-1 1 0 0,-2 17-1 0 0,4-21-63 0 0,0 0-1 0 0,0 1 0 0 0,1-1 1 0 0,-1 1-1 0 0,1-1 0 0 0,0 0 1 0 0,3 6-1 0 0,-4-8-27 0 0,1-1 0 0 0,0 1-1 0 0,0 0 1 0 0,0-1 0 0 0,0 1-1 0 0,0-1 1 0 0,0 0 0 0 0,1 1 0 0 0,-1-1-1 0 0,0 0 1 0 0,1 0 0 0 0,-1 1 0 0 0,1-1-1 0 0,-1 0 1 0 0,1-1 0 0 0,0 1-1 0 0,-1 0 1 0 0,1 0 0 0 0,0-1 0 0 0,0 1-1 0 0,3 0 1 0 0,7 0-191 0 0,0 0 0 0 0,0-1 0 0 0,0-1-1 0 0,0 0 1 0 0,0 0 0 0 0,0-1 0 0 0,0-1 0 0 0,0 0 0 0 0,0-1 0 0 0,-1 0 0 0 0,15-7-1 0 0,7-5-2102 0 0,-1-2-1 0 0,49-35 0 0 0,-48 28-2523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0.4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44 590 3300 0 0,'0'0'5868'0'0,"-1"3"-4790"0"0,-7 13 5097 0 0,11-19-6073 0 0,6-10-99 0 0,0 0-1 0 0,-2-1 1 0 0,1 0 0 0 0,-2 0 0 0 0,0-1-1 0 0,0 1 1 0 0,-2-1 0 0 0,1 0 0 0 0,-2-1-1 0 0,0 1 1 0 0,1-31 0 0 0,-3 7-28 0 0,-1 1 0 0 0,-2-1 0 0 0,-12-69 0 0 0,13 102 26 0 0,-3-19 9 0 0,-2 0 1 0 0,0 0-1 0 0,-15-33 0 0 0,21 55-9 0 0,-1 0 0 0 0,0 1 0 0 0,0-1 0 0 0,0 1-1 0 0,0 0 1 0 0,0-1 0 0 0,-1 1 0 0 0,1 0 0 0 0,-1 0 0 0 0,0 0-1 0 0,1 0 1 0 0,-3-2 0 0 0,2-2 28 0 0,2 6-27 0 0,0 0 0 0 0,0 0 0 0 0,0 1-1 0 0,0-1 1 0 0,0 0 0 0 0,0 0 0 0 0,0 1 0 0 0,0-1 0 0 0,0 0-1 0 0,0 0 1 0 0,0 0 0 0 0,-1 0 0 0 0,1 1 0 0 0,0-1 0 0 0,0 0-1 0 0,0 0 1 0 0,0 0 0 0 0,0 0 0 0 0,-1 1 0 0 0,1-1-1 0 0,0 0 1 0 0,0 0 0 0 0,0 0 0 0 0,-1 0 0 0 0,1 0 0 0 0,0 0-1 0 0,0 0 1 0 0,0 0 0 0 0,-1 0 0 0 0,1 0 0 0 0,0 1 0 0 0,0-1-1 0 0,-1 0 1 0 0,1 0 0 0 0,0 0 0 0 0,0-1 0 0 0,-1 2 0 0 0,0-1 0 0 0,1 0 1 0 0,-1 0-1 0 0,1 0 0 0 0,-1 0 1 0 0,0 0-1 0 0,1 1 1 0 0,-1-1-1 0 0,1 0 0 0 0,-1 0 1 0 0,1 1-1 0 0,-1-1 0 0 0,1 0 1 0 0,-1 1-1 0 0,1-1 0 0 0,-1 1 1 0 0,1-1-1 0 0,-1 1 1 0 0,1-1-1 0 0,0 1 0 0 0,-1-1 1 0 0,1 1-1 0 0,0-1 0 0 0,0 1 1 0 0,-1-1-1 0 0,1 1 0 0 0,0-1 1 0 0,0 2-1 0 0,-6 21 31 0 0,2 0-1 0 0,1 0 0 0 0,1 0 1 0 0,1 1-1 0 0,1-1 0 0 0,1 0 1 0 0,7 44-1 0 0,-1-32-217 0 0,1 0 0 0 0,1-1 0 0 0,2 0 0 0 0,24 52-1 0 0,-31-77-101 0 0,1-1-1 0 0,0 1 1 0 0,0-1-1 0 0,1 0 1 0 0,-1 0-1 0 0,2-1 1 0 0,-1 0-1 0 0,1 0 1 0 0,0-1-1 0 0,1 1 1 0 0,-1-1-1 0 0,13 6 1 0 0,-17-10 175 0 0,0-1 0 0 0,0 0 1 0 0,0 0-1 0 0,0-1 0 0 0,1 1 0 0 0,-1-1 1 0 0,0 1-1 0 0,0-1 0 0 0,1 0 0 0 0,-1 0 1 0 0,0 0-1 0 0,0-1 0 0 0,1 1 0 0 0,-1-1 1 0 0,3-1-1 0 0,-3 1 73 0 0,5 0-46 0 0,-1-1 1 0 0,0-1-1 0 0,0 1 0 0 0,0-1 0 0 0,0-1 1 0 0,-1 1-1 0 0,1-1 0 0 0,-1 0 0 0 0,0-1 1 0 0,0 1-1 0 0,0-1 0 0 0,-1 0 1 0 0,6-7-1 0 0,1-3 157 0 0,0 0 1 0 0,-1 0-1 0 0,15-29 0 0 0,4-27 952 0 0,-22 50-666 0 0,-7 17-250 0 0,0 3-26 0 0,-1 0-1 0 0,0 1 0 0 0,1-1 1 0 0,-1 0-1 0 0,0 0 0 0 0,0 0 0 0 0,0 0 1 0 0,1 0-1 0 0,-1 0 0 0 0,0 0 1 0 0,0 0-1 0 0,0 0 0 0 0,-1 0 1 0 0,1 0-1 0 0,0 0 0 0 0,0 0 1 0 0,-1-1-1 0 0,-4 6-4 0 0,1 0 0 0 0,-1 0 0 0 0,1 1 0 0 0,0-1 0 0 0,0 1 0 0 0,0 0 0 0 0,1 0 0 0 0,0 1 0 0 0,0-1 0 0 0,0 1 0 0 0,-3 9 0 0 0,-1 5 64 0 0,-9 38-1 0 0,14-48-115 0 0,0 0 1 0 0,1 1-1 0 0,0-1 0 0 0,1 14 0 0 0,0-23-26 0 0,1 4-6 0 0,0-1-12 0 0,5 13-10 0 0,-5-13-21 0 0,0-4 47 0 0,-1 0-1 0 0,0 0 0 0 0,0 0 1 0 0,1 0-1 0 0,-1 0 0 0 0,0 0 1 0 0,1 0-1 0 0,-1 0 1 0 0,0 0-1 0 0,0 0 0 0 0,1 0 1 0 0,-1 0-1 0 0,0 0 0 0 0,0 0 1 0 0,1 0-1 0 0,-1 1 1 0 0,0-1-1 0 0,0 0 0 0 0,1 0 1 0 0,-1 0-1 0 0,0 0 0 0 0,0 1 1 0 0,0-1-1 0 0,1 0 0 0 0,-1 0 1 0 0,0 0-1 0 0,0 1 1 0 0,0-1-1 0 0,0 0 0 0 0,0 0 1 0 0,1 1-1 0 0,-1-1 0 0 0,0 1 1 0 0,0-1-3 0 0,0 1 1 0 0,1-1-1 0 0,-1 0 1 0 0,0 1 0 0 0,0-1-1 0 0,1 1 1 0 0,-1-1-1 0 0,0 0 1 0 0,1 1-1 0 0,-1-1 1 0 0,0 1-1 0 0,1-1 1 0 0,-1 0 0 0 0,1 0-1 0 0,-1 1 1 0 0,1-1-1 0 0,-1 0 1 0 0,1 0-1 0 0,-1 1 1 0 0,1-1-1 0 0,-1 0 1 0 0,1 0 0 0 0,-1 0-1 0 0,1 0 1 0 0,-1 0-1 0 0,1 0 1 0 0,-1 0-1 0 0,1 0 1 0 0,-1 0-1 0 0,1 0 1 0 0,-1 0 0 0 0,1 0-1 0 0,-1 0 1 0 0,1-1-1 0 0,4 1 23 0 0,0-1 0 0 0,0 0-1 0 0,0 0 1 0 0,0-1 0 0 0,0 1-1 0 0,-1-1 1 0 0,1 0 0 0 0,0-1-1 0 0,-1 1 1 0 0,0-1 0 0 0,0 0-1 0 0,8-6 1 0 0,-8 5 97 0 0,-1 0 0 0 0,1 0 0 0 0,0-1-1 0 0,-1 0 1 0 0,0 1 0 0 0,0-1 0 0 0,0-1 0 0 0,-1 1 0 0 0,0 0 0 0 0,0-1 0 0 0,0 1 0 0 0,-1-1-1 0 0,1 1 1 0 0,-1-1 0 0 0,-1 0 0 0 0,1 1 0 0 0,-1-1 0 0 0,0 0 0 0 0,0 0 0 0 0,-2-10-1 0 0,-2-3-53 0 0,3 15-6 0 0,-4-2 2 0 0,5 5-83 0 0,0 0 0 0 0,0 1-1 0 0,0-1 1 0 0,0 1 0 0 0,0-1-1 0 0,-1 0 1 0 0,1 1 0 0 0,0-1 0 0 0,-1 1-1 0 0,1-1 1 0 0,0 1 0 0 0,-1-1-1 0 0,1 1 1 0 0,0-1 0 0 0,-1 1-1 0 0,1-1 1 0 0,-1 1 0 0 0,1 0 0 0 0,-1-1-1 0 0,1 1 1 0 0,-1 0 0 0 0,0-1-1 0 0,1 1 1 0 0,-1 0 0 0 0,1 0-1 0 0,-2-1 1 0 0,-1 1-229 0 0,1 0-1 0 0,-1 1 1 0 0,0-1-1 0 0,0 1 1 0 0,0-1-1 0 0,0 1 1 0 0,0 0-1 0 0,0 0 1 0 0,1 0-1 0 0,-1 0 1 0 0,0 1-1 0 0,1-1 1 0 0,-1 1 0 0 0,1-1-1 0 0,0 1 1 0 0,-1 0-1 0 0,-1 3 1 0 0,2-3-1080 0 0,-8 14-3210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0.6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3604 0 0,'2'-2'1646'0'0,"-1"1"-1437"0"0,-1 0 0 0 0,1 1-1 0 0,0-1 1 0 0,0 0-1 0 0,-1 1 1 0 0,1-1-1 0 0,0 1 1 0 0,0-1-1 0 0,0 1 1 0 0,0 0-1 0 0,0-1 1 0 0,0 1-1 0 0,0 0 1 0 0,0-1-1 0 0,0 1 1 0 0,0 0-1 0 0,0 0 1 0 0,0 0 0 0 0,0 0-1 0 0,0 0 1 0 0,0 0-1 0 0,0 0 1 0 0,0 0-1 0 0,1 1 1 0 0,0 0-47 0 0,0 0 1 0 0,0 0-1 0 0,0 0 1 0 0,0 0-1 0 0,-1 1 1 0 0,1-1-1 0 0,0 0 1 0 0,-1 1-1 0 0,1 0 0 0 0,-1-1 1 0 0,2 3-1 0 0,5 8-92 0 0,-1 0 0 0 0,-1 0 0 0 0,6 15 0 0 0,-6-15 366 0 0,60 152-1951 0 0,-49-137-182 0 0,-4-18-3350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0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1 3424 0 0,'0'0'2779'0'0,"-5"0"-1706"0"0,2 0-941 0 0,0 0 1 0 0,1 0-1 0 0,-1 1 1 0 0,0-1-1 0 0,0 1 1 0 0,1 0-1 0 0,-1 0 1 0 0,0 0-1 0 0,1 0 1 0 0,-1 0-1 0 0,1 1 1 0 0,-1-1-1 0 0,1 1 1 0 0,-1-1-1 0 0,1 1 0 0 0,0 0 1 0 0,0 0-1 0 0,0 0 1 0 0,0 0-1 0 0,0 1 1 0 0,-1 1-1 0 0,-15 21-72 0 0,2 0 0 0 0,0 1 0 0 0,2 0 0 0 0,1 1 0 0 0,1 1 0 0 0,1 0 0 0 0,-10 44 0 0 0,18-48-1335 0 0,4-18 903 0 0,-1-1-995 0 0,1-1-22 0 0,4 13-914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1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21 206 3752 0 0,'0'0'6732'0'0,"-2"2"-6374"0"0,2-2-336 0 0,0 1 0 0 0,-1-1 0 0 0,1 1 0 0 0,0-1 0 0 0,-1 1 0 0 0,1-1 0 0 0,0 1 0 0 0,0-1 0 0 0,-1 1 0 0 0,1-1 0 0 0,0 1 0 0 0,0-1 0 0 0,0 1 0 0 0,0-1 0 0 0,-1 1 0 0 0,1-1 0 0 0,0 1 0 0 0,0-1 0 0 0,0 1 0 0 0,0-1 0 0 0,0 1 0 0 0,1 0 0 0 0,-1-1 0 0 0,0 1 0 0 0,0-1 0 0 0,0 1 0 0 0,0-1 0 0 0,0 1 0 0 0,1-1 0 0 0,-1 1 0 0 0,0-1 0 0 0,1 1 0 0 0,-1-1 0 0 0,0 0 0 0 0,1 1 0 0 0,-1-1 0 0 0,0 1 0 0 0,1-1 0 0 0,-1 0 0 0 0,1 1 0 0 0,-1-1 0 0 0,1 0 0 0 0,-1 0 0 0 0,1 1 0 0 0,-1-1 0 0 0,1 0 0 0 0,-1 0 0 0 0,1 1 0 0 0,2 1 8 0 0,1-3-20 0 0,0 0-1 0 0,0 1 1 0 0,0-1-1 0 0,0 0 1 0 0,0-1-1 0 0,0 1 0 0 0,-1-1 1 0 0,1 1-1 0 0,-1-1 1 0 0,1 0-1 0 0,-1-1 1 0 0,6-3-1 0 0,36-37 144 0 0,-41 39-123 0 0,3-3 79 0 0,0-1-1 0 0,-1 0 0 0 0,0 0 0 0 0,0 0 0 0 0,-1 0 0 0 0,0-1 0 0 0,0 0 1 0 0,-1 0-1 0 0,-1 0 0 0 0,4-12 0 0 0,-6 17 58 0 0,-1-1-59 0 0,-2-15 5 0 0,2 19-104 0 0,0 0 0 0 0,0 0-1 0 0,-1 0 1 0 0,1 0 0 0 0,0 0-1 0 0,-1-1 1 0 0,1 1 0 0 0,-1 0 0 0 0,1 0-1 0 0,-1 0 1 0 0,1 0 0 0 0,-1 0-1 0 0,0 0 1 0 0,0 0 0 0 0,1 0 0 0 0,-1 1-1 0 0,0-1 1 0 0,0 0 0 0 0,0 0-1 0 0,0 1 1 0 0,0-1 0 0 0,0 0 0 0 0,0 1-1 0 0,-2-1 1 0 0,-28-4 46 0 0,24 7-46 0 0,3 1 4 0 0,1-2 7 0 0,-1 0 0 0 0,0 1 0 0 0,1-1 0 0 0,-1 1 0 0 0,1 0 0 0 0,0 0 0 0 0,-1 0 0 0 0,1 1 0 0 0,0-1 0 0 0,0 1 1 0 0,-4 5-1 0 0,0-1 53 0 0,-2 2 30 0 0,2-1 0 0 0,-1 1 1 0 0,1 1-1 0 0,0-1 0 0 0,1 1 1 0 0,0 1-1 0 0,1-1 0 0 0,0 1 1 0 0,1 0-1 0 0,0 0 0 0 0,1 0 0 0 0,-4 21 1 0 0,6-31-98 0 0,1 1 1 0 0,0 0-1 0 0,-1-1 0 0 0,1 1 1 0 0,0 0-1 0 0,0-1 1 0 0,0 1-1 0 0,0 0 1 0 0,1-1-1 0 0,-1 1 0 0 0,0-1 1 0 0,1 1-1 0 0,-1 0 1 0 0,1-1-1 0 0,-1 1 0 0 0,2 1 1 0 0,0 1 7 0 0,-2-2-16 0 0,1 0-1 0 0,-1 0 1 0 0,1-1-1 0 0,-1 1 1 0 0,1-1-1 0 0,0 1 1 0 0,0-1-1 0 0,-1 1 0 0 0,1-1 1 0 0,0 1-1 0 0,1-1 1 0 0,-1 1-1 0 0,0-1 1 0 0,0 0-1 0 0,0 0 1 0 0,1 0-1 0 0,2 2 1 0 0,0 0-29 0 0,1 1-88 0 0,1-1 0 0 0,-1 0 1 0 0,0 0-1 0 0,1-1 0 0 0,0 0 1 0 0,-1 0-1 0 0,1 0 1 0 0,0 0-1 0 0,0-1 0 0 0,0 0 1 0 0,0-1-1 0 0,0 1 0 0 0,0-1 1 0 0,0 0-1 0 0,0 0 0 0 0,11-3 1 0 0,-4 1-258 0 0,0 0 0 0 0,0-1 1 0 0,0 0-1 0 0,0-1 0 0 0,-1-1 1 0 0,0 0-1 0 0,15-8 0 0 0,-10 3-2277 0 0,30-24 0 0 0,-22 12-2689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3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91 629 4672 0 0,'0'0'8488'0'0,"-5"1"-7948"0"0,-12 0-95 0 0,13-1 1690 0 0,0-8-1978 0 0,4 8-151 0 0,-1 0 0 0 0,1-1 1 0 0,0 1-1 0 0,-1-1 0 0 0,1 1 1 0 0,0 0-1 0 0,-1-1 0 0 0,1 1 1 0 0,0-1-1 0 0,0 1 0 0 0,0-1 0 0 0,-1 1 1 0 0,1-1-1 0 0,0 1 0 0 0,0-1 1 0 0,0 1-1 0 0,0-1 0 0 0,0 1 1 0 0,0-1-1 0 0,0 1 0 0 0,0-1 0 0 0,0 1 1 0 0,0-1-1 0 0,0 1 0 0 0,0-1 1 0 0,0 1-1 0 0,1-1 0 0 0,-1 1 1 0 0,0-1-1 0 0,1 0 0 0 0,10-40-53 0 0,-1-1-1 0 0,-2-1 1 0 0,-2 1-1 0 0,-2-1 1 0 0,-1 0 0 0 0,-3-1-1 0 0,-2 1 1 0 0,-1 0-1 0 0,-2 1 1 0 0,-2-1-1 0 0,-23-74 1 0 0,27 109 39 0 0,-2-2 0 0 0,3 7-8 0 0,-2 6-10 0 0,0 0 24 0 0,1 1 1 0 0,0 0 0 0 0,0 0 0 0 0,0 0-1 0 0,0 0 1 0 0,0 1 0 0 0,1-1-1 0 0,0 1 1 0 0,0-1 0 0 0,0 1-1 0 0,0 0 1 0 0,1 0 0 0 0,0 0-1 0 0,0 0 1 0 0,-1 10 0 0 0,0 14 13 0 0,1 45 1 0 0,2-57-5 0 0,1 39 24 0 0,13 86 0 0 0,-10-115-39 0 0,1-1-1 0 0,1 0 0 0 0,1 0 1 0 0,1-1-1 0 0,18 33 0 0 0,-23-51-40 0 0,0 1 0 0 0,1-1 0 0 0,0 1 0 0 0,1-1 0 0 0,-1-1 0 0 0,1 1 0 0 0,1-1 0 0 0,-1 0 0 0 0,1 0 0 0 0,0-1 0 0 0,1 0 0 0 0,-1 0 0 0 0,1-1 0 0 0,9 4 0 0 0,-14-7 5 0 0,1 0 1 0 0,0 0-1 0 0,-1-1 1 0 0,1 0 0 0 0,0 1-1 0 0,-1-1 1 0 0,1 0-1 0 0,0-1 1 0 0,0 1 0 0 0,-1-1-1 0 0,1 0 1 0 0,0 1-1 0 0,5-4 1 0 0,0 1-57 0 0,1-1-1 0 0,-1 0 1 0 0,13-9 0 0 0,-15 8 43 0 0,1-1 0 0 0,-1 0 0 0 0,-1 0 1 0 0,1 0-1 0 0,-1-1 0 0 0,0 0 0 0 0,0-1 0 0 0,-1 1 0 0 0,5-11 1 0 0,-1 2-40 0 0,-2 0 0 0 0,0 0 0 0 0,6-26 0 0 0,-11 38 94 0 0,-1 0 23 0 0,3-14-10 0 0,-3 14 251 0 0,6 24-109 0 0,-4-3-97 0 0,0-3-29 0 0,-1 0 1 0 0,2 0-1 0 0,0-1 0 0 0,0 1 0 0 0,2-1 0 0 0,10 20 0 0 0,-13-26-15 0 0,1-1-165 0 0,0 0 0 0 0,0-1 0 0 0,0 1 0 0 0,0-1 0 0 0,1 0 0 0 0,0 0 0 0 0,0 0 0 0 0,0-1 0 0 0,11 8-1 0 0,-12-10-497 0 0,0-1-141 0 0,-1 0 675 0 0,17 1-1719 0 0,-1-10-2833 0 0,-4-3 186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4.2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63 3348 0 0,'-3'-2'1166'0'0,"-7"-3"-209"0"0,0 0-1 0 0,-1 0 1 0 0,-17-4-1 0 0,23 8-688 0 0,1 2-29 0 0,-1-1-162 0 0,1 1 0 0 0,0 0-1 0 0,0 0 1 0 0,0 0-1 0 0,0 1 1 0 0,0-1-1 0 0,0 1 1 0 0,0 0-1 0 0,0 0 1 0 0,0 1-1 0 0,1-1 1 0 0,-1 1-1 0 0,-5 5 1 0 0,-23 42 268 0 0,30-47-323 0 0,-4 17-16 0 0,5-17 72 0 0,3 5-57 0 0,-2-8-19 0 0,0 1 0 0 0,0-1 1 0 0,0 1-1 0 0,0-1 0 0 0,0 1 1 0 0,0-1-1 0 0,0 0 0 0 0,0 1 1 0 0,0-1-1 0 0,0 1 0 0 0,0-1 1 0 0,0 0-1 0 0,1 1 0 0 0,-1-1 1 0 0,0 1-1 0 0,0-1 0 0 0,0 0 1 0 0,0 1-1 0 0,1-1 0 0 0,-1 0 1 0 0,0 1-1 0 0,0-1 0 0 0,1 0 1 0 0,-1 1-1 0 0,0-1 0 0 0,1 0 1 0 0,-1 0-1 0 0,0 1 0 0 0,1-1 1 0 0,-1 0-1 0 0,0 0 0 0 0,1 1 1 0 0,-1-1-1 0 0,1 0 0 0 0,-1 0 1 0 0,1 0-1 0 0,9-3 79 0 0,0-1-1 0 0,0 0 1 0 0,-1 0 0 0 0,1-1-1 0 0,-1 0 1 0 0,0-1 0 0 0,0 0-1 0 0,-1 0 1 0 0,0-1 0 0 0,12-12-1 0 0,-17 15-41 0 0,1 1 0 0 0,-1 0-1 0 0,1-1 1 0 0,-1 0 0 0 0,0 0-1 0 0,0 0 1 0 0,-1 0 0 0 0,1-1-1 0 0,-1 1 1 0 0,0 0 0 0 0,0-1-1 0 0,-1 0 1 0 0,1 1 0 0 0,-1-1-1 0 0,0 0 1 0 0,0 0 0 0 0,0 0-1 0 0,-1 0 1 0 0,0-5 0 0 0,-4 12-171 0 0,1 0 62 0 0,0 1-1 0 0,0 0 1 0 0,0-1-1 0 0,0 1 1 0 0,0 0-1 0 0,1 1 1 0 0,-1-1-1 0 0,1 0 0 0 0,0 1 1 0 0,0-1-1 0 0,0 1 1 0 0,0 0-1 0 0,-2 7 1 0 0,1 1-903 0 0,0 1 0 0 0,0-1 1 0 0,0 17-1 0 0,2-24-1640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4.5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 3564 0 0,'18'-68'9436'0'0,"-18"68"-9424"0"0,0 1 1 0 0,0-1-1 0 0,0 1 1 0 0,0-1-1 0 0,0 0 0 0 0,0 1 1 0 0,0-1-1 0 0,0 1 1 0 0,0-1-1 0 0,0 0 0 0 0,0 1 1 0 0,0-1-1 0 0,1 1 1 0 0,-1-1-1 0 0,0 0 1 0 0,0 1-1 0 0,0-1 0 0 0,1 0 1 0 0,-1 1-1 0 0,0-1 1 0 0,0 0-1 0 0,1 0 0 0 0,-1 1 1 0 0,0-1-1 0 0,1 0 1 0 0,-1 0-1 0 0,1 1 1 0 0,0 0 2 0 0,0-1 1 0 0,-1 1 0 0 0,1 0 0 0 0,0 0 0 0 0,0-1 0 0 0,0 1 0 0 0,-1 0 0 0 0,1 0 0 0 0,-1 0 0 0 0,1 0 0 0 0,0 0-1 0 0,-1 0 1 0 0,0 0 0 0 0,1 0 0 0 0,-1 0 0 0 0,0 0 0 0 0,1 2 0 0 0,21 82 198 0 0,87 273-1275 0 0,-106-350 576 0 0,0 0 1 0 0,1 0-1 0 0,0-1 1 0 0,8 12-1 0 0,13 4-5053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5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50 3568 0 0,'-4'-1'300'0'0,"-1"0"0"0"0,1 0-1 0 0,0 0 1 0 0,-1 1 0 0 0,1 0-1 0 0,-1-1 1 0 0,1 2 0 0 0,0-1 0 0 0,-1 0-1 0 0,1 1 1 0 0,-1 0 0 0 0,1 0-1 0 0,0 0 1 0 0,0 1 0 0 0,-1-1-1 0 0,1 1 1 0 0,-4 3 0 0 0,1-2-126 0 0,0 1 0 0 0,0 0 1 0 0,0 1-1 0 0,1-1 0 0 0,-1 1 1 0 0,1 1-1 0 0,1-1 0 0 0,-1 1 1 0 0,1 0-1 0 0,0 0 0 0 0,0 1 1 0 0,1 0-1 0 0,-1 0 0 0 0,1 0 1 0 0,1 0-1 0 0,0 0 0 0 0,-3 9 0 0 0,4-10-122 0 0,1 1-1 0 0,0-1 1 0 0,0 1 0 0 0,1-1-1 0 0,0 1 1 0 0,0-1-1 0 0,2 12 1 0 0,-2-16-44 0 0,1 1 1 0 0,-1-1-1 0 0,1 0 0 0 0,0 0 1 0 0,0 1-1 0 0,-1-1 1 0 0,2 0-1 0 0,-1 0 0 0 0,0 0 1 0 0,0 0-1 0 0,1 0 1 0 0,-1 0-1 0 0,1-1 1 0 0,-1 1-1 0 0,1 0 0 0 0,0-1 1 0 0,0 1-1 0 0,0-1 1 0 0,-1 0-1 0 0,1 0 0 0 0,1 0 1 0 0,-1 1-1 0 0,0-2 1 0 0,0 1-1 0 0,0 0 1 0 0,0 0-1 0 0,1-1 0 0 0,-1 1 1 0 0,3-1-1 0 0,10 1-197 0 0,1-1 0 0 0,-1 0 0 0 0,0-2 0 0 0,1 1 0 0 0,-1-2 0 0 0,0 0 0 0 0,0-1 0 0 0,25-10 0 0 0,-16 4-588 0 0,0-1 0 0 0,-1-1 0 0 0,0 0 0 0 0,31-25 0 0 0,-48 32 546 0 0,0 0 0 0 0,0-1-1 0 0,-1 0 1 0 0,5-8 0 0 0,-5 8 197 0 0,-2 3 169 0 0,-2 0 20 0 0,5-10 49 0 0,-5 10 2277 0 0,-5 4-2315 0 0,-12 2-34 0 0,12-2 130 0 0,4 0-259 0 0,-2 19 118 0 0,2-20-120 0 0,-1 1 1 0 0,1-1-1 0 0,1 0 1 0 0,-1 1 0 0 0,0-1-1 0 0,0 1 1 0 0,0-1-1 0 0,0 1 1 0 0,0-1-1 0 0,0 0 1 0 0,0 1-1 0 0,0-1 1 0 0,1 1-1 0 0,-1-1 1 0 0,0 0-1 0 0,0 1 1 0 0,1-1-1 0 0,-1 1 1 0 0,0-1-1 0 0,0 0 1 0 0,1 0-1 0 0,-1 1 1 0 0,0-1-1 0 0,1 0 1 0 0,-1 1 0 0 0,1-1-1 0 0,-1 0 1 0 0,0 0-1 0 0,1 0 1 0 0,-1 0-1 0 0,1 1 1 0 0,-1-1-1 0 0,0 0 1 0 0,1 0-1 0 0,-1 0 1 0 0,1 0-1 0 0,-1 0 1 0 0,1 0-1 0 0,-1 0 1 0 0,0 0-1 0 0,1 0 1 0 0,-1 0-1 0 0,1 0 1 0 0,-1 0 0 0 0,1 0-1 0 0,-1-1 1 0 0,0 1-1 0 0,1 0 1 0 0,-1 0-1 0 0,1 0 1 0 0,-1-1-1 0 0,0 1 1 0 0,1 0-1 0 0,6-3 38 0 0,-1-1 0 0 0,0 1-1 0 0,0-1 1 0 0,0 0 0 0 0,-1 0-1 0 0,1-1 1 0 0,-1 0 0 0 0,0 0-1 0 0,0 0 1 0 0,0 0 0 0 0,-1-1-1 0 0,6-9 1 0 0,-9 12 81 0 0,6-13 90 0 0,-5 13-175 0 0,0-1 147 0 0,-2 0-110 0 0,0-15-6 0 0,0 15 5 0 0,-2 1 8 0 0,1 2-66 0 0,0-1 0 0 0,0 1 0 0 0,0 0 0 0 0,0-1 0 0 0,0 1 0 0 0,0 0 0 0 0,0 0 0 0 0,-1 0 0 0 0,1 0 0 0 0,0 0 0 0 0,-1 0 0 0 0,1 0 0 0 0,-1 0 0 0 0,1 1 0 0 0,-1-1 0 0 0,-2 0 0 0 0,0 0 56 0 0,-14 9 143 0 0,16-6-176 0 0,-1-1 1 0 0,1 1-1 0 0,0 0 1 0 0,0 0-1 0 0,0 0 1 0 0,0 0-1 0 0,0 0 0 0 0,0 1 1 0 0,0-1-1 0 0,1 1 1 0 0,-1-1-1 0 0,1 1 1 0 0,-2 3-1 0 0,2-4-20 0 0,-1 2 25 0 0,1 0-1 0 0,-1 0 0 0 0,1 1 1 0 0,0-1-1 0 0,0 0 0 0 0,0 1 0 0 0,0-1 1 0 0,1 1-1 0 0,0 5 0 0 0,0-4-1 0 0,0-2-28 0 0,0 1 1 0 0,0-1 0 0 0,1 1-1 0 0,-1-1 1 0 0,1 0 0 0 0,0 0-1 0 0,1 1 1 0 0,-1-1-1 0 0,1 0 1 0 0,0 0 0 0 0,0 0-1 0 0,0-1 1 0 0,0 1 0 0 0,1 0-1 0 0,-1-1 1 0 0,1 0-1 0 0,0 1 1 0 0,0-1 0 0 0,1 0-1 0 0,-1 0 1 0 0,0-1 0 0 0,1 1-1 0 0,0-1 1 0 0,7 4 0 0 0,-8-5-24 0 0,1 0 0 0 0,-1 0 0 0 0,1-1 0 0 0,-1 1 1 0 0,1-1-1 0 0,-1 0 0 0 0,1 0 0 0 0,0 0 0 0 0,-1 0 0 0 0,1-1 1 0 0,-1 1-1 0 0,1-1 0 0 0,5-2 0 0 0,41-19-683 0 0,-50 22 693 0 0,34-19-3304 0 0,62-46 0 0 0,-58 35-2008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6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6 483 4492 0 0,'-6'-16'2615'0'0,"6"16"-2429"0"0,0-1 0 0 0,1 1 0 0 0,-1-1 0 0 0,0 0-1 0 0,0 1 1 0 0,1-1 0 0 0,-1 1 0 0 0,0-1-1 0 0,1 1 1 0 0,-1-1 0 0 0,0 1 0 0 0,1-1-1 0 0,-1 1 1 0 0,1-1 0 0 0,-1 1 0 0 0,1-1 0 0 0,-1 1-1 0 0,1 0 1 0 0,-1-1 0 0 0,1 1 0 0 0,0-1-1 0 0,2 0-48 0 0,2 1-10 0 0,2 2-78 0 0,1-1 0 0 0,0-1-1 0 0,0 0 1 0 0,0 0-1 0 0,0 0 1 0 0,-1-1-1 0 0,1 0 1 0 0,0 0-1 0 0,0-1 1 0 0,-1 0 0 0 0,8-4-1 0 0,-10 4-44 0 0,-1 0 1 0 0,0-1-1 0 0,0 1 1 0 0,0-1-1 0 0,0 0 0 0 0,0-1 1 0 0,0 1-1 0 0,4-6 0 0 0,-2 3 0 0 0,-2 2-11 0 0,-1 0 0 0 0,1 0-1 0 0,-1-1 1 0 0,0 1 0 0 0,-1-1 0 0 0,1 0 0 0 0,-1 1 0 0 0,0-1 0 0 0,3-9 0 0 0,-4 10-14 0 0,3-10 43 0 0,-2 1 1 0 0,1-1-1 0 0,-2 0 1 0 0,0 0-1 0 0,-1 0 1 0 0,0 0-1 0 0,-1 0 1 0 0,0 0-1 0 0,-1 1 1 0 0,-4-15-1 0 0,2 13 41 0 0,0 0 0 0 0,-1 0 0 0 0,-1 1 0 0 0,0 0-1 0 0,-1 0 1 0 0,0 1 0 0 0,-1-1 0 0 0,-1 2 0 0 0,0-1 0 0 0,-11-11 0 0 0,-2 8 269 0 0,18 13-294 0 0,0 3-6 0 0,-15-1-15 0 0,18 1-13 0 0,1 0-1 0 0,-1 0 1 0 0,0 0 0 0 0,0 1 0 0 0,0-1-1 0 0,0 0 1 0 0,0 0 0 0 0,1 1 0 0 0,-1-1-1 0 0,0 1 1 0 0,0-1 0 0 0,1 0 0 0 0,-1 1 0 0 0,0-1-1 0 0,1 1 1 0 0,-1 0 0 0 0,0-1 0 0 0,1 1-1 0 0,-1 0 1 0 0,1-1 0 0 0,-1 1 0 0 0,1 0-1 0 0,-1 0 1 0 0,0 0 0 0 0,-3 8 31 0 0,0 11-28 0 0,1 0-1 0 0,1-1 1 0 0,1 1-1 0 0,1 0 1 0 0,0 0 0 0 0,6 34-1 0 0,31 124 104 0 0,-30-150-120 0 0,89 298 54 0 0,-52-189-340 0 0,36 189 0 0 0,-77-307-757 0 0,-2 0-1 0 0,0 0 1 0 0,-2 34-1 0 0,0-49-519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7.6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37 346 3536 0 0,'-36'-22'4741'0'0,"44"6"-4317"0"0,-5 13-386 0 0,1-1 0 0 0,-1 1 0 0 0,1 0 0 0 0,0 1-1 0 0,0-1 1 0 0,0 1 0 0 0,0 0 0 0 0,0-1-1 0 0,0 2 1 0 0,9-4 0 0 0,-6 3-21 0 0,207-90 681 0 0,-39 20-190 0 0,-171 70-454 0 0,1 0-1 0 0,9-4 186 0 0,-19 13 432 0 0,-18 19-325 0 0,14-16-317 0 0,1 1-1 0 0,1 1 1 0 0,0-1-1 0 0,0 1 0 0 0,1 1 1 0 0,0-1-1 0 0,1 1 1 0 0,1 0-1 0 0,0 0 1 0 0,1 0-1 0 0,0 1 1 0 0,1-1-1 0 0,-1 25 1 0 0,3-36-47 0 0,0 0 0 0 0,1 0 0 0 0,-1 0 0 0 0,0-1 0 0 0,1 1 0 0 0,-1 0 0 0 0,1 0 0 0 0,0 0 0 0 0,-1-1 0 0 0,1 1 0 0 0,0 0 0 0 0,0-1 0 0 0,0 1 0 0 0,0-1 0 0 0,1 1 1 0 0,-1-1-1 0 0,0 1 0 0 0,1-1 0 0 0,-1 0 0 0 0,0 0 0 0 0,1 0 0 0 0,0 0 0 0 0,-1 0 0 0 0,1 0 0 0 0,0 0 0 0 0,-1 0 0 0 0,1-1 0 0 0,0 1 0 0 0,0 0 0 0 0,-1-1 0 0 0,1 0 0 0 0,0 1 0 0 0,0-1 0 0 0,0 0 0 0 0,0 0 0 0 0,0 0 0 0 0,0 0 1 0 0,-1-1-1 0 0,1 1 0 0 0,3-1 0 0 0,4 0-17 0 0,1-1 0 0 0,-1-1 0 0 0,1 1 0 0 0,-1-1 0 0 0,0-1 1 0 0,9-4-1 0 0,-10 4 81 0 0,0-1 0 0 0,0 0 1 0 0,0-1-1 0 0,0 1 0 0 0,-1-1 1 0 0,0-1-1 0 0,0 0 0 0 0,0 0 0 0 0,-1 0 1 0 0,0 0-1 0 0,-1-1 0 0 0,6-10 1 0 0,-9 15-11 0 0,-1 0-1 0 0,0 0 1 0 0,1 0 0 0 0,-1 0 0 0 0,-1-1-1 0 0,1 1 1 0 0,0 0 0 0 0,-1 0 0 0 0,0 0 0 0 0,1-1-1 0 0,-1 1 1 0 0,-1 0 0 0 0,1 0 0 0 0,0-1 0 0 0,-1 1-1 0 0,0 0 1 0 0,1 0 0 0 0,-1 0 0 0 0,-3-6 0 0 0,1 3 20 0 0,0 1 1 0 0,0-1 0 0 0,-1 1 0 0 0,0 0 0 0 0,0 0 0 0 0,0 0 0 0 0,-9-7 0 0 0,9 9-17 0 0,0-1 1 0 0,-1 1-1 0 0,0 0 1 0 0,1 1-1 0 0,-11-5 1 0 0,10 5-28 0 0,1 0 18 0 0,0 1-24 0 0,-12-5 15 0 0,12 5-21 0 0,-13-7-1577 0 0,197-44-299 0 0,-31 11 1988 0 0,-144 40-45 0 0,-4 0-23 0 0,1 0 0 0 0,-1 1 0 0 0,0-1 0 0 0,1 1-1 0 0,-1 0 1 0 0,1 0 0 0 0,-1-1 0 0 0,1 1 0 0 0,-1 0 0 0 0,1 0 0 0 0,-1 0-1 0 0,1 0 1 0 0,-1 1 0 0 0,3-1 0 0 0,-4 3-18 0 0,0-1-1 0 0,1 1 1 0 0,-1-1 0 0 0,0 1 0 0 0,-1-1-1 0 0,1 1 1 0 0,0-1 0 0 0,-1 1 0 0 0,1-1-1 0 0,-1 1 1 0 0,0-1 0 0 0,-2 4-1 0 0,-20 33 250 0 0,-6 10-58 0 0,28-47-210 0 0,-3 4 9 0 0,1 0 1 0 0,0 0 0 0 0,1 0 0 0 0,-1 1 0 0 0,1 0 0 0 0,1-1 0 0 0,-1 1 0 0 0,1 0 0 0 0,0 13 0 0 0,1-16 19 0 0,0-2-48 0 0,0 0 0 0 0,0 0 0 0 0,1 1 0 0 0,-1-1 0 0 0,0 0-1 0 0,1 0 1 0 0,0 0 0 0 0,-1 0 0 0 0,1 0 0 0 0,0 0 0 0 0,0 0 0 0 0,0 0-1 0 0,0-1 1 0 0,0 1 0 0 0,1 0 0 0 0,-1 0 0 0 0,0-1 0 0 0,1 1-1 0 0,-1-1 1 0 0,1 1 0 0 0,0-1 0 0 0,-1 0 0 0 0,1 0 0 0 0,0 0 0 0 0,0 0-1 0 0,0 0 1 0 0,0 0 0 0 0,3 1 0 0 0,1-1 4 0 0,1 0 1 0 0,0-1-1 0 0,-1 0 1 0 0,1 0-1 0 0,-1 0 1 0 0,1-1-1 0 0,-1 0 1 0 0,1 0-1 0 0,-1-1 0 0 0,1 0 1 0 0,-1 0-1 0 0,6-3 1 0 0,0-1 136 0 0,-1-1 0 0 0,0-1 1 0 0,17-14-1 0 0,-24 18-17 0 0,0 0 1 0 0,0 0-1 0 0,0 0 0 0 0,-1-1 1 0 0,0 1-1 0 0,0-1 0 0 0,0 0 1 0 0,0 0-1 0 0,-1 0 1 0 0,0-1-1 0 0,0 1 0 0 0,2-10 1 0 0,-1-1 46 0 0,-2 13 25 0 0,-2-3 110 0 0,0 2-274 0 0,0-1-1 0 0,0 0 0 0 0,-1 1 1 0 0,1-1-1 0 0,-1 1 0 0 0,0 0 1 0 0,0-1-1 0 0,-1 1 1 0 0,1 0-1 0 0,-7-7 0 0 0,7 9-25 0 0,-3 1-40 0 0,-13-5-38 0 0,13 5-68 0 0,0 1-104 0 0,-15 3-118 0 0,14-2-90 0 0,3 1-76 0 0,1-1 217 0 0,0 0 0 0 0,0 0 0 0 0,0 0 0 0 0,1 0 0 0 0,-1 1 0 0 0,0-1 0 0 0,1 1 0 0 0,-1-1-1 0 0,1 1 1 0 0,0-1 0 0 0,0 1 0 0 0,-1 0 0 0 0,1 0 0 0 0,0 0 0 0 0,-1 2 0 0 0,1-1-2270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38.0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84 561 3408 0 0,'2'-3'1595'0'0,"17"-29"2772"0"0,-17 29-2147 0 0,-5 2-1963 0 0,1 0-231 0 0,1 1 0 0 0,0 0 0 0 0,0-1 1 0 0,0 1-1 0 0,0 0 0 0 0,-1-1 0 0 0,1 1 0 0 0,0 0 0 0 0,0 0 0 0 0,0 0 0 0 0,-1 0 0 0 0,1 0 1 0 0,0 0-1 0 0,0 1 0 0 0,-1-1 0 0 0,1 0 0 0 0,0 1 0 0 0,0-1 0 0 0,0 1 0 0 0,0-1 1 0 0,0 1-1 0 0,0-1 0 0 0,-1 1 0 0 0,1 0 0 0 0,0-1 0 0 0,1 1 0 0 0,-1 0 0 0 0,0 0 0 0 0,0 0 1 0 0,0 0-1 0 0,0 0 0 0 0,1 0 0 0 0,-1 0 0 0 0,0 1 0 0 0,-7 7 23 0 0,1 0 1 0 0,0 0-1 0 0,0 1 0 0 0,1 0 1 0 0,1 0-1 0 0,0 0 0 0 0,0 1 0 0 0,1-1 1 0 0,0 1-1 0 0,-2 13 0 0 0,5-22-72 0 0,1 1 0 0 0,-1-1 0 0 0,1 1 0 0 0,0 0 0 0 0,0-1 0 0 0,1 1 0 0 0,-1 0 0 0 0,0-1-1 0 0,1 1 1 0 0,0-1 0 0 0,-1 1 0 0 0,1-1 0 0 0,0 1 0 0 0,0-1 0 0 0,1 0 0 0 0,-1 1 0 0 0,0-1 0 0 0,1 0 0 0 0,-1 0 0 0 0,1 0-1 0 0,0 0 1 0 0,0 0 0 0 0,0 0 0 0 0,0-1 0 0 0,0 1 0 0 0,0 0 0 0 0,0-1 0 0 0,0 0 0 0 0,1 1 0 0 0,-1-1 0 0 0,3 1-1 0 0,-2-1-217 0 0,2-3-1 0 0,2-1 203 0 0,0-1-1 0 0,0 0 0 0 0,-1 0 1 0 0,1-1-1 0 0,-1 0 1 0 0,0 0-1 0 0,0 0 0 0 0,0-1 1 0 0,-1 0-1 0 0,0 0 1 0 0,0 0-1 0 0,-1 0 0 0 0,0-1 1 0 0,0 0-1 0 0,0 0 1 0 0,-1 0-1 0 0,5-14 0 0 0,1-4 289 0 0,-2-1 0 0 0,0 0-1 0 0,-2 0 1 0 0,3-31-1 0 0,-5 12 137 0 0,-2 1 1 0 0,-2 0-1 0 0,-7-50 0 0 0,-32-127 2485 0 0,39 218-2517 0 0,1 3-351 0 0,0 0 0 0 0,0 1 0 0 0,0-1 1 0 0,0 0-1 0 0,0 0 0 0 0,0 1 0 0 0,0-1 0 0 0,0 0 1 0 0,0 0-1 0 0,0 1 0 0 0,0-1 0 0 0,0 0 0 0 0,0 0 1 0 0,0 0-1 0 0,0 1 0 0 0,-1-1 0 0 0,1 0 0 0 0,0 0 0 0 0,0 1 1 0 0,0-1-1 0 0,0 0 0 0 0,0 0 0 0 0,-1 0 0 0 0,1 0 1 0 0,0 1-1 0 0,0-1 0 0 0,0 0 0 0 0,-1 0 0 0 0,1 0 0 0 0,0 0 1 0 0,0 0-1 0 0,-1 0 0 0 0,1 1 0 0 0,0-1 0 0 0,-1 0 1 0 0,0 0 0 0 0,1 1 0 0 0,-1-1-1 0 0,1 0 1 0 0,0 1 0 0 0,-1-1 0 0 0,1 0-1 0 0,-1 1 1 0 0,1-1 0 0 0,-1 1 0 0 0,1-1-1 0 0,0 0 1 0 0,-1 1 0 0 0,1-1 0 0 0,0 1-1 0 0,0 0 1 0 0,-1-1 0 0 0,1 1 0 0 0,0-1-1 0 0,0 1 1 0 0,0-1 0 0 0,0 1 0 0 0,0-1-1 0 0,0 1 1 0 0,-1 0 0 0 0,1-1 0 0 0,0 1-1 0 0,1-1 1 0 0,-1 1 0 0 0,0 0 0 0 0,0-1-1 0 0,0 1 1 0 0,0-1 0 0 0,1 1 0 0 0,29 295 132 0 0,-4-73-1624 0 0,5 315-3291 0 0,-28-306-911 0 0,-3-134 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0.4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41 228 3568 0 0,'-26'-224'8740'0'0,"26"220"-7167"0"0,-9 21-807 0 0,7-2-638 0 0,0 0 0 0 0,1 0 1 0 0,1 0-1 0 0,0 0 1 0 0,3 21-1 0 0,0 3-26 0 0,45 634 476 0 0,-37-594-1020 0 0,-7-88 172 0 0,6-5-46 0 0,50-155-1048 0 0,-59 165 1320 0 0,1 0-2 0 0,-2 1 30 0 0,1 1 0 0 0,0 0 0 0 0,0 0 0 0 0,1 0 0 0 0,-1 0 0 0 0,0 0 0 0 0,1 0 0 0 0,-1 0 0 0 0,1 0 0 0 0,-1 1 0 0 0,1-1 0 0 0,0 0 0 0 0,2-1 0 0 0,-1 2-104 0 0,22 24 211 0 0,6 23-82 0 0,-27-39-20 0 0,1 0 1 0 0,0 0 0 0 0,0-1 0 0 0,1 1-1 0 0,0-1 1 0 0,0-1 0 0 0,0 1-1 0 0,1-1 1 0 0,0 0 0 0 0,0 0 0 0 0,0-1-1 0 0,16 7 1 0 0,-20-10-59 0 0,2-1-44 0 0,2-1 48 0 0,0 1 0 0 0,0-1 0 0 0,0 0 0 0 0,0-1 0 0 0,0 0 0 0 0,0 0 0 0 0,-1 0 0 0 0,1-1 0 0 0,-1 0 0 0 0,7-3 0 0 0,-7 1 0 0 0,1 0 0 0 0,-1 0-1 0 0,0-1 1 0 0,-1 1 0 0 0,1-1-1 0 0,-1-1 1 0 0,0 1 0 0 0,0-1-1 0 0,-1 1 1 0 0,0-1 0 0 0,6-15-1 0 0,2-16 97 0 0,-11 31-14 0 0,0 4 44 0 0,-1-1-11 0 0,3-10-12 0 0,-2 10 211 0 0,-3 7-225 0 0,-1 3-13 0 0,-1 0 0 0 0,2 0 1 0 0,-1 0-1 0 0,1 1 0 0 0,0-1 1 0 0,0 1-1 0 0,1-1 0 0 0,0 1 1 0 0,-1 10-1 0 0,1 60-268 0 0,1-74 206 0 0,1 1 0 0 0,0-1 0 0 0,-1 1 1 0 0,1-1-1 0 0,0 1 0 0 0,1-1 0 0 0,-1 0 0 0 0,1 0 1 0 0,2 5-1 0 0,-2-5 18 0 0,-1 0-114 0 0,0-3 141 0 0,-1 0 0 0 0,0 0 0 0 0,1 0 0 0 0,-1 0-1 0 0,0 0 1 0 0,1 0 0 0 0,-1 0 0 0 0,0 0 0 0 0,1 0-1 0 0,-1 0 1 0 0,0 0 0 0 0,0 0 0 0 0,1 1 0 0 0,-1-1-1 0 0,0 0 1 0 0,0 0 0 0 0,1 0 0 0 0,-1 1 0 0 0,0-1-1 0 0,0 0 1 0 0,1 0 0 0 0,-1 1 0 0 0,0-1 0 0 0,0 0-1 0 0,0 0 1 0 0,0 1 0 0 0,1-1 0 0 0,-1 0 0 0 0,0 0-1 0 0,0 1 1 0 0,0 0-2 0 0,0-1-1 0 0,1 1 1 0 0,-1-1 0 0 0,0 1-1 0 0,0-1 1 0 0,1 1 0 0 0,-1-1-1 0 0,0 0 1 0 0,1 1 0 0 0,-1-1-1 0 0,1 1 1 0 0,-1-1 0 0 0,0 0-1 0 0,1 1 1 0 0,-1-1 0 0 0,1 0-1 0 0,-1 0 1 0 0,1 1 0 0 0,-1-1-1 0 0,1 0 1 0 0,-1 0-1 0 0,1 0 1 0 0,-1 0 0 0 0,1 0-1 0 0,-1 1 1 0 0,1-1 0 0 0,-1 0-1 0 0,1 0 1 0 0,-1 0 0 0 0,1 0-1 0 0,-1-1 1 0 0,1 1 0 0 0,0 0-1 0 0,3 0 57 0 0,1-1-1 0 0,-1 1 0 0 0,1-1 0 0 0,-1 0 0 0 0,1-1 1 0 0,-1 1-1 0 0,0-1 0 0 0,0 0 0 0 0,0 0 0 0 0,0 0 1 0 0,0 0-1 0 0,0-1 0 0 0,0 1 0 0 0,-1-1 1 0 0,6-5-1 0 0,-9 7-44 0 0,6-4 151 0 0,-1-1 0 0 0,0-1 0 0 0,0 1 0 0 0,-1-1 0 0 0,0 0 0 0 0,0 0 0 0 0,-1 0 1 0 0,0 0-1 0 0,4-13 0 0 0,-5 14-79 0 0,0-1 41 0 0,0-1-1 0 0,0 0 1 0 0,-1 1 0 0 0,0-1 0 0 0,0 0-1 0 0,0 1 1 0 0,-1-1 0 0 0,0 0 0 0 0,-1 0-1 0 0,0 0 1 0 0,0 1 0 0 0,-1-1 0 0 0,-2-7-1 0 0,3 13-109 0 0,0 0 0 0 0,0 0 0 0 0,-1 1 0 0 0,1-1 0 0 0,-1 1 0 0 0,1-1 0 0 0,-1 1 0 0 0,1-1 0 0 0,-1 1 0 0 0,0 0 0 0 0,1-1 0 0 0,-1 1 0 0 0,-2-1 0 0 0,1 1-120 0 0,-1 3-99 0 0,-2 1-73 0 0,0 1-1 0 0,1-1 1 0 0,0 1 0 0 0,-1 0-1 0 0,1 1 1 0 0,1-1 0 0 0,-1 1-1 0 0,1 0 1 0 0,0 0 0 0 0,0 0-1 0 0,0 1 1 0 0,1-1 0 0 0,0 1 0 0 0,0 0-1 0 0,-4 11 1 0 0,-1 9-2705 0 0,6-22 460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0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 5120 0 0,'1'-4'1676'0'0,"5"-8"4263"0"0,-3 21-3920 0 0,0 35-2794 0 0,-3-28 1422 0 0,7 42-639 0 0,1-1 1 0 0,24 79-1 0 0,19 20-3298 0 0,-39-132 2033 0 0,1 3-4935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0.9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0 144 3056 0 0,'0'0'4672'0'0,"1"-4"-4227"0"0,0 1-394 0 0,0 0 0 0 0,1 1 0 0 0,-1-1 0 0 0,1 1 0 0 0,-1-1 0 0 0,1 1 0 0 0,0 0 1 0 0,0 0-1 0 0,0 0 0 0 0,0 0 0 0 0,1 0 0 0 0,-1 0 0 0 0,0 0 0 0 0,1 1 0 0 0,-1-1 0 0 0,1 1 1 0 0,0 0-1 0 0,4-2 0 0 0,66-22 113 0 0,-46 17-132 0 0,-10 3-45 0 0,116-44-3711 0 0,-129 47 2693 0 0,0 0-633 0 0,17-7-1204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1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78 115 3048 0 0,'0'0'2113'0'0,"-2"4"-1617"0"0,2-4-430 0 0,-16 38 1404 0 0,16-36-1438 0 0,0-1 0 0 0,-1 1 0 0 0,1 0 0 0 0,0-1 0 0 0,0 1 0 0 0,0 0 0 0 0,1 0 1 0 0,-1-1-1 0 0,0 1 0 0 0,1 0 0 0 0,-1-1 0 0 0,1 1 0 0 0,-1-1 0 0 0,1 1 0 0 0,0 0 0 0 0,-1-1 0 0 0,1 1 0 0 0,0-1 0 0 0,0 0 0 0 0,0 1 0 0 0,0-1 0 0 0,2 2 0 0 0,0-1 15 0 0,0-4-21 0 0,2 0 60 0 0,-1 0 0 0 0,1-1 0 0 0,-1 0 1 0 0,0 0-1 0 0,0 0 0 0 0,-1-1 0 0 0,1 1 1 0 0,0-1-1 0 0,-1 0 0 0 0,0 0 0 0 0,3-6 0 0 0,-3 6 15 0 0,-1-1-1 0 0,1 0 0 0 0,-1 0 1 0 0,0 1-1 0 0,-1-1 0 0 0,0 0 0 0 0,1-1 1 0 0,-1 1-1 0 0,-1 0 0 0 0,1 0 0 0 0,-1 0 1 0 0,0-1-1 0 0,0 1 0 0 0,-1 0 1 0 0,1 0-1 0 0,-1 0 0 0 0,0 0 0 0 0,-1 0 1 0 0,1 0-1 0 0,-1 0 0 0 0,0 0 0 0 0,-5-8 1 0 0,6 11-65 0 0,0 0 1 0 0,0 0 0 0 0,0 1 0 0 0,0-1-1 0 0,-1 0 1 0 0,1 1 0 0 0,0-1 0 0 0,-1 1-1 0 0,1 0 1 0 0,-1-1 0 0 0,0 1 0 0 0,1 0-1 0 0,-1 0 1 0 0,0 0 0 0 0,0 0 0 0 0,0 0-1 0 0,0 1 1 0 0,0-1 0 0 0,0 1 0 0 0,0-1-1 0 0,0 1 1 0 0,0-1 0 0 0,0 1 0 0 0,0 0-1 0 0,0 0 1 0 0,0 0 0 0 0,0 0 0 0 0,0 1-1 0 0,0-1 1 0 0,0 0 0 0 0,0 1 0 0 0,0 0-1 0 0,0-1 1 0 0,0 1 0 0 0,0 0-1 0 0,1 0 1 0 0,-1 0 0 0 0,0 0 0 0 0,0 0-1 0 0,1 0 1 0 0,-1 1 0 0 0,1-1 0 0 0,-1 0-1 0 0,-1 3 1 0 0,-2 2 9 0 0,0 0-1 0 0,0 0 0 0 0,1 1 1 0 0,-1-1-1 0 0,2 1 0 0 0,-1 0 1 0 0,1 1-1 0 0,0-1 0 0 0,0 0 1 0 0,1 1-1 0 0,0-1 0 0 0,0 1 1 0 0,0 13-1 0 0,2-9-23 0 0,1 0 0 0 0,0-1 0 0 0,1 1 0 0 0,0 0 0 0 0,1-1 0 0 0,1 0 0 0 0,8 20 0 0 0,-9-25-76 0 0,0 0 1 0 0,0 0-1 0 0,0-1 1 0 0,1 1-1 0 0,0-1 1 0 0,0 0-1 0 0,1 0 1 0 0,-1 0-1 0 0,1-1 1 0 0,0 0-1 0 0,0 0 1 0 0,0 0-1 0 0,1 0 1 0 0,0-1-1 0 0,-1 0 1 0 0,1 0-1 0 0,12 4 1 0 0,40 1-1107 0 0,-51-9 941 0 0,-1 1 0 0 0,1-1 0 0 0,-1 0 1 0 0,1-1-1 0 0,-1 1 0 0 0,1-1 0 0 0,-1-1 0 0 0,0 1 0 0 0,0-1 0 0 0,0 0 0 0 0,0-1 1 0 0,6-3-1 0 0,-2-1-616 0 0,-1 0 1 0 0,1 0 0 0 0,-1-1 0 0 0,-1 0 0 0 0,9-12-1 0 0,1-5-2959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1.4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94 4132 0 0,'-2'-10'842'0'0,"-1"-1"0"0"0,0 1-1 0 0,0 0 1 0 0,-1 0-1 0 0,0 0 1 0 0,-1 1-1 0 0,-7-12 1 0 0,10 18 977 0 0,-2 5-1378 0 0,-11 6-3 0 0,14-7-426 0 0,1-1 1 0 0,0 0 0 0 0,-1 0-1 0 0,1 0 1 0 0,0 0 0 0 0,0 0-1 0 0,-1 1 1 0 0,1-1 0 0 0,0 0-1 0 0,0 0 1 0 0,-1 0 0 0 0,1 1-1 0 0,0-1 1 0 0,0 0 0 0 0,0 0-1 0 0,0 1 1 0 0,-1-1 0 0 0,1 0-1 0 0,0 0 1 0 0,0 1 0 0 0,0-1-1 0 0,0 0 1 0 0,0 1 0 0 0,0-1-1 0 0,0 0 1 0 0,0 0 0 0 0,0 1-1 0 0,0-1 1 0 0,0 0 0 0 0,0 1-1 0 0,-3 21 245 0 0,1-1 0 0 0,1 1 0 0 0,4 38 0 0 0,14 74-31 0 0,-9-74-288 0 0,48 396-3285 0 0,-25-151-3362 0 0,-23-212 1658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3.1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33 4788 0 0,'-1'-3'1852'0'0,"-6"-15"2167"0"0,-1 7 1920 0 0,6 33-5808 0 0,1 0 1 0 0,1 1-1 0 0,1-1 1 0 0,1 0-1 0 0,6 26 1 0 0,-1 7-39 0 0,10 143-1774 0 0,-8 213 0 0 0,-17-303-3487 0 0,7-104 3986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4.9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13 151 2596 0 0,'0'0'2762'0'0,"-2"-2"-1772"0"0,-7-6-190 0 0,7 6 531 0 0,3-2-767 0 0,1-2-389 0 0,0 0 0 0 0,0 1-1 0 0,0-1 1 0 0,1 1-1 0 0,0 0 1 0 0,0 0 0 0 0,0 0-1 0 0,1 0 1 0 0,-1 0-1 0 0,1 1 1 0 0,0-1-1 0 0,1 1 1 0 0,-1 0 0 0 0,1 1-1 0 0,10-7 1 0 0,2-1-35 0 0,0 2 0 0 0,1 0 0 0 0,23-8 0 0 0,-31 14-107 0 0,30 0-4 0 0,-35 5-30 0 0,-3-2-2 0 0,0 1 0 0 0,0-1 0 0 0,0 1 0 0 0,0 0 0 0 0,0 0 0 0 0,0 0 0 0 0,0 0 0 0 0,0 0 0 0 0,0 0 0 0 0,0 0 0 0 0,0 1 0 0 0,-1-1 0 0 0,1 0 0 0 0,-1 1 0 0 0,1 0 0 0 0,-1-1 0 0 0,1 1 0 0 0,-1 0 0 0 0,2 2 0 0 0,-2-2 4 0 0,0 1-4 0 0,0-1 1 0 0,0 1-1 0 0,0 0 1 0 0,0-1-1 0 0,0 1 0 0 0,-1 0 1 0 0,1-1-1 0 0,-1 1 0 0 0,0 0 1 0 0,0 0-1 0 0,0 0 0 0 0,0-1 1 0 0,0 1-1 0 0,-1 3 0 0 0,-9 36-156 0 0,5-30 195 0 0,0 1 1 0 0,-1-1 0 0 0,-1 0-1 0 0,0 0 1 0 0,0 0-1 0 0,-1-1 1 0 0,-17 17 0 0 0,2-5 63 0 0,-51 40 1 0 0,71-60-312 0 0,-1-1-1 0 0,1 1 1 0 0,-1-1 0 0 0,1 0 0 0 0,-1 0-1 0 0,0 0 1 0 0,0-1 0 0 0,0 1 0 0 0,0-1 0 0 0,-7 1-1 0 0,11-2 123 0 0,-1 1-1 0 0,1-1 0 0 0,-1 0 0 0 0,1 0 1 0 0,-1 0-1 0 0,0-1 0 0 0,1 1 1 0 0,-1 0-1 0 0,1 0 0 0 0,-1 0 1 0 0,1 0-1 0 0,-1 0 0 0 0,1-1 0 0 0,-1 1 1 0 0,1 0-1 0 0,0 0 0 0 0,-1-1 1 0 0,1 1-1 0 0,-1 0 0 0 0,1-1 1 0 0,-1 1-1 0 0,1 0 0 0 0,0-1 0 0 0,-1 1 1 0 0,1-1-1 0 0,0 1 0 0 0,0-1 1 0 0,-1 1-1 0 0,1-1 0 0 0,0 1 1 0 0,0-1-1 0 0,-1 1 0 0 0,1-1 0 0 0,0 1 1 0 0,0-1-1 0 0,0 1 0 0 0,0-1 1 0 0,0 1-1 0 0,0-1 0 0 0,0 0 1 0 0,5-19-2728 0 0,-5 18 2808 0 0,9-20-3818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5.1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3836 0 0,'2'-5'1539'0'0,"17"-43"1859"0"0,-17 44-2498 0 0,-1 0-121 0 0,4-4-348 0 0,-4 17 299 0 0,-5 37 996 0 0,1 9-689 0 0,3 7-1916 0 0,10 63-1 0 0,-8-104 578 0 0,2 0 0 0 0,0-1 0 0 0,2 0 0 0 0,0 0 0 0 0,1 0-1 0 0,18 36 1 0 0,-21-50-125 0 0,0 0 0 0 0,0 1 0 0 0,1-2-1 0 0,8 11 1 0 0,-10-13-148 0 0,0-1-1 0 0,1 0 1 0 0,-1 1 0 0 0,0-1 0 0 0,1 0-1 0 0,-1-1 1 0 0,7 3 0 0 0,13 4-3149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5.6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28 2984 0 0,'0'0'1288'0'0,"-2"-4"-221"0"0,1 3-874 0 0,0 0-93 0 0,0 1 1 0 0,0-1-1 0 0,0 0 1 0 0,0 0-1 0 0,0-1 0 0 0,0 1 1 0 0,1 0-1 0 0,-1 0 0 0 0,0 0 1 0 0,1 0-1 0 0,-1-1 0 0 0,0-1 555 0 0,-20-3 228 0 0,17 5-516 0 0,2 2-301 0 0,0-1-1 0 0,-1 1 0 0 0,1 0 1 0 0,0-1-1 0 0,0 1 0 0 0,0 0 1 0 0,0 0-1 0 0,0 1 0 0 0,0-1 1 0 0,0 0-1 0 0,0 1 0 0 0,1-1 1 0 0,-1 1-1 0 0,-2 2 0 0 0,-23 32 581 0 0,0 32-270 0 0,26-64-359 0 0,1 1-37 0 0,-1 15-11 0 0,0-15-8 0 0,2-1-33 0 0,3 10-16 0 0,-3-10-2 0 0,1-2-17 0 0,6 8 19 0 0,-6-7 35 0 0,2-3-7 0 0,14 2 56 0 0,-14-1 30 0 0,14-8 66 0 0,-14 5-26 0 0,-1 0 0 0 0,1 0 0 0 0,-1 0 0 0 0,0 0 1 0 0,0 0-1 0 0,0-1 0 0 0,0 0 0 0 0,4-4 0 0 0,-4 5-51 0 0,0-1 191 0 0,7-13 216 0 0,-9 15-269 0 0,0 0 0 0 0,0 0 1 0 0,0-1-1 0 0,0 1 1 0 0,0 0-1 0 0,0 0 0 0 0,0-1 1 0 0,-1 1-1 0 0,1-1 1 0 0,0 1-1 0 0,-1-1 0 0 0,1 1 1 0 0,0-3-1 0 0,-1 4-150 0 0,0 0-1 0 0,0 1 1 0 0,0-1-1 0 0,0 0 0 0 0,0 0 1 0 0,0 1-1 0 0,0-1 1 0 0,0 0-1 0 0,1 0 1 0 0,-1 1-1 0 0,0-1 1 0 0,0 0-1 0 0,0 0 0 0 0,1 0 1 0 0,-1 1-1 0 0,0-1 1 0 0,0 0-1 0 0,0 0 1 0 0,1 0-1 0 0,-1 0 1 0 0,0 0-1 0 0,0 0 1 0 0,1 1-1 0 0,-1-1 0 0 0,0 0 1 0 0,0 0-1 0 0,1 0 1 0 0,-1 0-1 0 0,0 0 1 0 0,0 0-1 0 0,1 0 1 0 0,-1 0-1 0 0,1 0 0 0 0,-1 0-4 0 0,1 0-1 0 0,0 0 0 0 0,-1 0 0 0 0,1 0 0 0 0,0 0 1 0 0,-1 0-1 0 0,1 1 0 0 0,0-1 0 0 0,-1 0 0 0 0,1 1 1 0 0,-1-1-1 0 0,1 0 0 0 0,0 1 0 0 0,-1-1 0 0 0,1 0 0 0 0,-1 1 1 0 0,1-1-1 0 0,-1 1 0 0 0,1-1 0 0 0,-1 1 0 0 0,0-1 1 0 0,1 1-1 0 0,-1 0 0 0 0,1-1 0 0 0,-1 1 0 0 0,0 0 1 0 0,6 15-738 0 0,0 0-1 0 0,16 27 1 0 0,-21-40 166 0 0,18 10-2955 0 0,-13-13 2279 0 0,15-1-939 0 0,-16 1-1527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46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76 3736 0 0,'-3'-24'1320'0'0,"2"19"-203"0"0,-1 3-163 0 0,1 1-829 0 0,0 0 0 0 0,0 0 0 0 0,-1 0 0 0 0,1 1 1 0 0,0-1-1 0 0,0 0 0 0 0,-1 0 0 0 0,1 1 0 0 0,0-1 0 0 0,-1 1 1 0 0,1-1-1 0 0,0 1 0 0 0,-1 0 0 0 0,1-1 0 0 0,-1 1 0 0 0,1 0 1 0 0,-1 0-1 0 0,1 0 0 0 0,0 0 0 0 0,-1 0 0 0 0,1 1 0 0 0,-1-1 1 0 0,1 0-1 0 0,-3 1 0 0 0,1 1 27 0 0,-1 0 1 0 0,0 0-1 0 0,1 0 1 0 0,-1 0-1 0 0,1 0 1 0 0,0 1-1 0 0,0 0 1 0 0,-5 5-1 0 0,-1 1 25 0 0,1 2 1 0 0,0-1-1 0 0,1 1 0 0 0,-9 18 0 0 0,14-24-157 0 0,0-1 0 0 0,0 1 1 0 0,0-1-1 0 0,1 1 0 0 0,-1 0 1 0 0,1-1-1 0 0,1 1 0 0 0,-1 0 1 0 0,1 0-1 0 0,0 0 1 0 0,0 0-1 0 0,0 0 0 0 0,0 0 1 0 0,1-1-1 0 0,0 1 0 0 0,0 0 1 0 0,3 8-1 0 0,-1-9-92 0 0,0 0 1 0 0,0 0-1 0 0,1 0 1 0 0,-1 0-1 0 0,1-1 1 0 0,0 1-1 0 0,0-1 1 0 0,0 0-1 0 0,0 0 1 0 0,0-1-1 0 0,1 1 0 0 0,-1-1 1 0 0,9 3-1 0 0,-2-2-163 0 0,1 0-1 0 0,0-1 1 0 0,0 0-1 0 0,23 0 0 0 0,-23-2 132 0 0,-1-1 0 0 0,0 0-1 0 0,0 0 1 0 0,16-5 0 0 0,-5 1-96 0 0,-9 1 251 0 0,0 0 1 0 0,0-1-1 0 0,-1-1 1 0 0,0 0-1 0 0,0 0 1 0 0,21-16-1 0 0,-29 20 204 0 0,-1-1-17 0 0,27-18 744 0 0,-27 19-610 0 0,1 1-406 0 0,10-3-29 0 0,-10 3-5 0 0,0 0-357 0 0,12-2 298 0 0,-12 2 11 0 0,13-8-93 0 0,-9 4 194 0 0,-1-1 0 0 0,0 1-1 0 0,0-1 1 0 0,-1 0-1 0 0,0-1 1 0 0,0 1-1 0 0,0-1 1 0 0,-1-1 0 0 0,0 1-1 0 0,-1-1 1 0 0,1 1-1 0 0,-2-1 1 0 0,1-1-1 0 0,-1 1 1 0 0,3-12 0 0 0,-4 15 31 0 0,1-16 45 0 0,-2 17-34 0 0,-2 1 25 0 0,0 2-33 0 0,1 0 0 0 0,-1 0 0 0 0,1 0 1 0 0,0 0-1 0 0,-1 0 0 0 0,0 1 0 0 0,1-1 1 0 0,-1 0-1 0 0,1 0 0 0 0,-1 1 1 0 0,0-1-1 0 0,0 0 0 0 0,1 1 0 0 0,-1-1 1 0 0,0 1-1 0 0,0-1 0 0 0,0 1 0 0 0,1-1 1 0 0,-1 1-1 0 0,0 0 0 0 0,0-1 0 0 0,0 1 1 0 0,0 0-1 0 0,0 0 0 0 0,0 0 0 0 0,0-1 1 0 0,0 1-1 0 0,0 0 0 0 0,0 0 0 0 0,0 1 1 0 0,0-1-1 0 0,0 0 0 0 0,0 0 0 0 0,0 0 1 0 0,0 1-1 0 0,1-1 0 0 0,-1 0 0 0 0,0 1 1 0 0,0-1-1 0 0,0 1 0 0 0,0-1 0 0 0,-1 2 1 0 0,-5 2 44 0 0,1 0-1 0 0,0 1 1 0 0,0 0 0 0 0,0 1 0 0 0,1-1 0 0 0,0 1 0 0 0,0 0-1 0 0,0 0 1 0 0,1 0 0 0 0,0 1 0 0 0,-4 7 0 0 0,5-7 7 0 0,0 0 0 0 0,1 1 0 0 0,0-1 1 0 0,0 1-1 0 0,1-1 0 0 0,-2 16 0 0 0,4-19-61 0 0,-1 1 0 0 0,0-1 0 0 0,1 0 0 0 0,0 0-1 0 0,0 0 1 0 0,0 0 0 0 0,1 0 0 0 0,-1 0 0 0 0,1-1 0 0 0,0 1-1 0 0,0 0 1 0 0,0-1 0 0 0,1 1 0 0 0,2 2 0 0 0,-2-3-9 0 0,0-1 0 0 0,0 0 0 0 0,0 1 0 0 0,0-1 0 0 0,1-1 0 0 0,-1 1 0 0 0,1 0 0 0 0,-1-1 0 0 0,1 0 0 0 0,0 0 0 0 0,-1 0 0 0 0,1 0 0 0 0,0 0 0 0 0,6-1 0 0 0,-7 0-5 0 0,5 2-92 0 0,1-2-1 0 0,-1 1 0 0 0,1-2 0 0 0,0 1 1 0 0,-1-1-1 0 0,1 0 0 0 0,-1 0 1 0 0,14-5-1 0 0,-1-2-863 0 0,39-17-1 0 0,-46 17-462 0 0,0 0 0 0 0,-1-1 0 0 0,22-19 0 0 0,-13 8-3359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58.4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189 239 4168 0 0,'10'-15'1551'0'0,"-1"-1"0"0"0,-1 0 0 0 0,0 0 0 0 0,-1 0-1 0 0,9-33 1 0 0,-15 45-1014 0 0,0-21 200 0 0,-1 20-460 0 0,-2 1-66 0 0,1 3-194 0 0,0 0-1 0 0,1-1 1 0 0,-1 1-1 0 0,0 0 1 0 0,0 0-1 0 0,0-1 0 0 0,0 1 1 0 0,0 0-1 0 0,0 0 1 0 0,0 0-1 0 0,-1 0 1 0 0,1 1-1 0 0,0-1 0 0 0,-1 0 1 0 0,1 0-1 0 0,0 1 1 0 0,-1-1-1 0 0,1 1 1 0 0,-1-1-1 0 0,1 1 0 0 0,-1 0 1 0 0,1-1-1 0 0,-1 1 1 0 0,1 0-1 0 0,-1 0 1 0 0,1 0-1 0 0,-1 0 1 0 0,1 0-1 0 0,-1 0 0 0 0,1 1 1 0 0,-1-1-1 0 0,1 1 1 0 0,-2 0-1 0 0,-11 5-30 0 0,1 1 0 0 0,0 0 0 0 0,1 1 0 0 0,-1 1 0 0 0,2 0 0 0 0,-1 0 0 0 0,1 2 0 0 0,1-1 0 0 0,0 1 0 0 0,0 0 0 0 0,1 1 0 0 0,1 0 0 0 0,0 1 1 0 0,0 0-1 0 0,1 0 0 0 0,1 1 0 0 0,1-1 0 0 0,-1 1 0 0 0,2 0 0 0 0,0 1 0 0 0,-3 26 0 0 0,6-38-68 0 0,1 1-1 0 0,0 0 1 0 0,0-1 0 0 0,0 1 0 0 0,1-1 0 0 0,-1 1 0 0 0,1-1 0 0 0,0 1-1 0 0,0-1 1 0 0,0 1 0 0 0,0-1 0 0 0,1 1 0 0 0,0-1 0 0 0,-1 0-1 0 0,1 0 1 0 0,0 0 0 0 0,3 3 0 0 0,-3-3-127 0 0,2-3-1 0 0,1 0 172 0 0,0 0 0 0 0,-1 0 0 0 0,1 0 0 0 0,0-1 0 0 0,-1 0 0 0 0,1 0 1 0 0,0 0-1 0 0,-1 0 0 0 0,0-1 0 0 0,1 0 0 0 0,-1 0 0 0 0,0 0 0 0 0,0 0 0 0 0,6-5 1 0 0,2-2 99 0 0,0 0 0 0 0,0-1 1 0 0,17-20-1 0 0,54-71 1114 0 0,-81 99-1046 0 0,0 0-29 0 0,-1 1-95 0 0,-1 1 0 0 0,0-1 1 0 0,1 1-1 0 0,-1 0 0 0 0,0-1 0 0 0,1 1 1 0 0,-1 0-1 0 0,1-1 0 0 0,-1 1 0 0 0,1 0 1 0 0,-1 0-1 0 0,1-1 0 0 0,-1 1 1 0 0,1 0-1 0 0,-1 0 0 0 0,1 0 0 0 0,-1 0 1 0 0,1 0-1 0 0,-1 0 0 0 0,1 0 1 0 0,-1 0-1 0 0,1 0 0 0 0,-1 0 0 0 0,1 0 1 0 0,-1 0-1 0 0,1 0 0 0 0,0 0 0 0 0,-1 0 1 0 0,1 0-1 0 0,-1 1 0 0 0,1-1 1 0 0,-1 0-1 0 0,0 0 0 0 0,1 1 0 0 0,-1-1 1 0 0,1 0-1 0 0,0 1 0 0 0,15 24 77 0 0,9 47-83 0 0,-21-60 22 0 0,61 251-321 0 0,-49-170-384 0 0,-5 1-1 0 0,1 116 1 0 0,-11-207 671 0 0,-1 1 0 0 0,0 0 0 0 0,-1 0 0 0 0,1-1 0 0 0,0 1 0 0 0,-1 0 0 0 0,0 0 0 0 0,0-1 0 0 0,0 1 1 0 0,-1 0-1 0 0,1-1 0 0 0,-1 0 0 0 0,1 1 0 0 0,-1-1 0 0 0,0 0 0 0 0,-1 0 0 0 0,-2 4 0 0 0,3-5 44 0 0,-3-2 18 0 0,-1 0-44 0 0,1-1 0 0 0,-1 1-1 0 0,1-1 1 0 0,-1-1-1 0 0,1 1 1 0 0,0-1 0 0 0,0 0-1 0 0,0 0 1 0 0,0 0-1 0 0,0-1 1 0 0,-5-3 0 0 0,0-1 16 0 0,0-1 0 0 0,1 0 1 0 0,0 0-1 0 0,-14-17 0 0 0,9 8 3 0 0,1-1 0 0 0,1 0 1 0 0,1-1-1 0 0,1 0 0 0 0,-12-32 0 0 0,17 39-62 0 0,1-1 1 0 0,1 0 0 0 0,0 0-1 0 0,1-1 1 0 0,0 1-1 0 0,1 0 1 0 0,1-1-1 0 0,0 1 1 0 0,1-1 0 0 0,3-18-1 0 0,0 15-78 0 0,1 0 0 0 0,0 0-1 0 0,1 1 1 0 0,1-1-1 0 0,0 2 1 0 0,2-1 0 0 0,10-15-1 0 0,16-15-318 0 0,2 1 0 0 0,2 3-1 0 0,83-70 1 0 0,-67 63 327 0 0,-21 17 61 0 0,-2 5 291 0 0,-1-2-1 0 0,49-61 0 0 0,-78 87 783 0 0,-22-1-562 0 0,19 4-445 0 0,0 0-1 0 0,0 0 1 0 0,0 0 0 0 0,0 0-1 0 0,0 0 1 0 0,0 1 0 0 0,0-1-1 0 0,0 0 1 0 0,-1 1 0 0 0,1-1-1 0 0,0 0 1 0 0,0 1 0 0 0,1-1-1 0 0,-1 1 1 0 0,0 0 0 0 0,0-1-1 0 0,0 1 1 0 0,0 0 0 0 0,0 0-1 0 0,1-1 1 0 0,-2 2 0 0 0,-7 5 56 0 0,0-1 0 0 0,0 2 1 0 0,0-1-1 0 0,1 1 0 0 0,0 0 0 0 0,0 1 1 0 0,1 0-1 0 0,1 0 0 0 0,-10 18 1 0 0,14-24-108 0 0,0 0 1 0 0,0 1 0 0 0,1-1-1 0 0,-1 1 1 0 0,1-1 0 0 0,0 1 0 0 0,0 0-1 0 0,1-1 1 0 0,-1 1 0 0 0,1 0-1 0 0,0 0 1 0 0,0-1 0 0 0,0 1 0 0 0,0 0-1 0 0,1 0 1 0 0,-1-1 0 0 0,1 1-1 0 0,0 0 1 0 0,0-1 0 0 0,2 5 0 0 0,-1-5-46 0 0,-1-1 0 0 0,1 1 0 0 0,-1-1 0 0 0,1 1 0 0 0,0-1 0 0 0,0 0 0 0 0,0 0 0 0 0,0 0 0 0 0,0 0 0 0 0,0 0 1 0 0,1 0-1 0 0,-1-1 0 0 0,1 1 0 0 0,-1-1 0 0 0,1 0 0 0 0,0 1 0 0 0,-1-1 0 0 0,1 0 0 0 0,0-1 0 0 0,0 1 0 0 0,0 0 1 0 0,-1-1-1 0 0,1 0 0 0 0,0 1 0 0 0,0-1 0 0 0,3-1 0 0 0,13 0 13 0 0,-15 1 104 0 0,18-12 618 0 0,-21 10-608 0 0,0 0 0 0 0,0 1 0 0 0,0-1 0 0 0,-1 0 0 0 0,1 0 0 0 0,0 0 0 0 0,-1 0 0 0 0,0 0 0 0 0,0-1 0 0 0,1 1 0 0 0,-1 0 0 0 0,0 0 0 0 0,0 0 0 0 0,-1 0 0 0 0,1 0 0 0 0,0 0 0 0 0,-1 0 0 0 0,1 0 0 0 0,-1 0 0 0 0,0 0 0 0 0,0 0 0 0 0,0 0 0 0 0,0 0 0 0 0,0 1 0 0 0,-2-4 0 0 0,-3-9 201 0 0,1 3-175 0 0,1 5-56 0 0,2 0 1 0 0,-1 0 0 0 0,1-1-1 0 0,-1 1 1 0 0,-1-14-1 0 0,4 17-67 0 0,0 1-1 0 0,0 0 1 0 0,0-1-1 0 0,0 1 1 0 0,0-1-1 0 0,1 1 0 0 0,-1 0 1 0 0,1-1-1 0 0,0 1 1 0 0,-1 0-1 0 0,1 0 0 0 0,0-1 1 0 0,0 1-1 0 0,1 0 1 0 0,-1 0-1 0 0,0 0 0 0 0,1 0 1 0 0,-1 0-1 0 0,1 1 1 0 0,0-1-1 0 0,-1 0 1 0 0,1 1-1 0 0,3-3 0 0 0,8-4-202 0 0,0 0-1 0 0,0 1 1 0 0,0 0-1 0 0,1 1 1 0 0,-1 0-1 0 0,24-5 0 0 0,1-1 125 0 0,-34 10 1185 0 0,2 6-809 0 0,-6-4-231 0 0,1 0-1 0 0,-1 0 1 0 0,1 0 0 0 0,-1 0-1 0 0,0 0 1 0 0,1 0-1 0 0,-1 0 1 0 0,0 1 0 0 0,1-1-1 0 0,-1 0 1 0 0,1 0 0 0 0,-1 0-1 0 0,0 0 1 0 0,1 1-1 0 0,-1-1 1 0 0,0 0 0 0 0,0 0-1 0 0,1 0 1 0 0,-1 1 0 0 0,0-1-1 0 0,1 0 1 0 0,-1 1 0 0 0,0-1-1 0 0,0 0 1 0 0,0 1-1 0 0,1-1 1 0 0,-1 0 0 0 0,0 1-1 0 0,0-1 1 0 0,0 0 0 0 0,0 1-1 0 0,0-1 1 0 0,0 0 0 0 0,0 1-1 0 0,1-1 1 0 0,-1 1-1 0 0,0 0 1 0 0,-14 25 433 0 0,8-14-406 0 0,0 0 0 0 0,1 0 0 0 0,0 1 0 0 0,-4 15-1 0 0,9-25-126 0 0,1 2-74 0 0,-1-2 49 0 0,1 0 0 0 0,-1 0 0 0 0,1 0-1 0 0,0 0 1 0 0,0 0 0 0 0,0 0 0 0 0,1 0-1 0 0,-1 0 1 0 0,1 0 0 0 0,0-1 0 0 0,-1 1-1 0 0,1 0 1 0 0,0-1 0 0 0,0 0 0 0 0,1 1-1 0 0,-1-1 1 0 0,0 0 0 0 0,1 0 0 0 0,0-1-1 0 0,-1 1 1 0 0,1 0 0 0 0,0-1 0 0 0,0 0-1 0 0,0 1 1 0 0,0-1 0 0 0,0 0 0 0 0,0 0-1 0 0,0-1 1 0 0,0 1 0 0 0,0-1 0 0 0,0 0-1 0 0,0 1 1 0 0,1-1 0 0 0,-1-1 0 0 0,5 0-1 0 0,0 1 175 0 0,0-1 0 0 0,0 0-1 0 0,0 0 1 0 0,0-1 0 0 0,0 0-1 0 0,0-1 1 0 0,0 0 0 0 0,-1 0 0 0 0,1 0-1 0 0,-1-1 1 0 0,0 0 0 0 0,11-9-1 0 0,-13 10 159 0 0,-1-1 0 0 0,0 1 0 0 0,0-1 0 0 0,0 0-1 0 0,0 0 1 0 0,4-6 0 0 0,-7 8-128 0 0,0 1 0 0 0,0-1 0 0 0,1 0 0 0 0,-1 0 0 0 0,0 0 0 0 0,-1 0 1 0 0,1-1-1 0 0,0 1 0 0 0,-1 0 0 0 0,1 0 0 0 0,-1 0 0 0 0,0-1 0 0 0,1 1 0 0 0,-1 0 0 0 0,0 0 0 0 0,-1-1 0 0 0,1-1 0 0 0,-1 1-67 0 0,1 0-1 0 0,-1 0 0 0 0,0 0 1 0 0,0 0-1 0 0,0 1 1 0 0,-1-1-1 0 0,1 0 1 0 0,-1 1-1 0 0,1-1 0 0 0,-1 1 1 0 0,0-1-1 0 0,0 1 1 0 0,0 0-1 0 0,0 0 0 0 0,0 0 1 0 0,-1 0-1 0 0,1 0 1 0 0,0 0-1 0 0,-1 0 1 0 0,0 1-1 0 0,1 0 0 0 0,-1-1 1 0 0,0 1-1 0 0,0 0 1 0 0,0 0-1 0 0,0 1 1 0 0,0-1-1 0 0,0 0 0 0 0,0 1 1 0 0,0 0-1 0 0,0 0 1 0 0,0 0-1 0 0,0 0 0 0 0,0 0 1 0 0,0 1-1 0 0,0-1 1 0 0,0 1-1 0 0,1 0 1 0 0,-6 1-1 0 0,-23 13-178 0 0,28-13-27 0 0,2 1-199 0 0,0-3 318 0 0,1 1-1 0 0,-1 0 0 0 0,1-1 1 0 0,-1 1-1 0 0,1 0 0 0 0,-1 0 1 0 0,1-1-1 0 0,0 1 0 0 0,-1 0 1 0 0,1 0-1 0 0,0 0 0 0 0,0-1 1 0 0,0 1-1 0 0,-1 0 0 0 0,1 0 1 0 0,0 0-1 0 0,0 0 0 0 0,0 0 1 0 0,1 1-1 0 0,1 0-168 0 0,1 0 1 0 0,0 0-1 0 0,-1-1 0 0 0,1 1 1 0 0,0-1-1 0 0,0 1 0 0 0,0-1 1 0 0,1 0-1 0 0,-1 0 0 0 0,0 0 1 0 0,0-1-1 0 0,0 1 0 0 0,1-1 0 0 0,-1 0 1 0 0,6 0-1 0 0,49-7-4132 0 0,-29 0 76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8:58.8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85 557 3872 0 0,'3'-6'1013'0'0,"0"0"-1"0"0,-1 0 1 0 0,1 0-1 0 0,1-12 1 0 0,-3 14-142 0 0,-2 2-726 0 0,1 0 0 0 0,-1 1 0 0 0,0-1 1 0 0,0 0-1 0 0,0 1 0 0 0,0-1 1 0 0,-1 1-1 0 0,1 0 0 0 0,0-1 0 0 0,-1 1 1 0 0,1 0-1 0 0,0 0 0 0 0,-1 0 0 0 0,0 0 1 0 0,1 0-1 0 0,-1 0 0 0 0,1 0 1 0 0,-1 0-1 0 0,-3 0 0 0 0,2-1 252 0 0,-16 8 188 0 0,16-5-545 0 0,1 1 0 0 0,-1-1-1 0 0,1 1 1 0 0,0 0 0 0 0,-1 0 0 0 0,1 0-1 0 0,0 0 1 0 0,0 0 0 0 0,1 0-1 0 0,-1 0 1 0 0,0 1 0 0 0,1-1 0 0 0,-1 0-1 0 0,1 1 1 0 0,-2 5 0 0 0,2-7-25 0 0,-1 5 3 0 0,-1-1 1 0 0,1 1-1 0 0,0 0 1 0 0,1 0-1 0 0,-1 0 1 0 0,1 0-1 0 0,1 0 1 0 0,-1 11-1 0 0,0-12-41 0 0,1 2-62 0 0,0 0 0 0 0,0 0 0 0 0,0 0 0 0 0,1 0 0 0 0,0 0 0 0 0,0 0 0 0 0,3 8 0 0 0,-2-9 9 0 0,-1 0-70 0 0,0-1 0 0 0,1 1-1 0 0,0-1 1 0 0,0 1 0 0 0,1-1 0 0 0,0 0-1 0 0,-1 0 1 0 0,2 0 0 0 0,3 5-1 0 0,-6-9 109 0 0,-1 0-1 0 0,1 0 1 0 0,0 0-1 0 0,-1 0 0 0 0,1 0 1 0 0,0-1-1 0 0,0 1 1 0 0,0 0-1 0 0,-1 0 0 0 0,1-1 1 0 0,0 1-1 0 0,0 0 1 0 0,0-1-1 0 0,0 1 0 0 0,2 0 1 0 0,1 0-82 0 0,-1 1-233 0 0,2-1 59 0 0,0-1 241 0 0,1 0 0 0 0,-1-1 0 0 0,0 1 0 0 0,0-1 0 0 0,1 0 0 0 0,-1-1 0 0 0,0 1 0 0 0,0-1 0 0 0,0 0 0 0 0,-1 0 0 0 0,1 0 0 0 0,0-1 0 0 0,-1 0 0 0 0,0 0 0 0 0,7-5 0 0 0,-2 0 122 0 0,0-1-1 0 0,0 0 0 0 0,-1 0 1 0 0,0-1-1 0 0,0 0 1 0 0,6-13-1 0 0,-3 2 216 0 0,-1 0 0 0 0,-2-1 0 0 0,0 0 1 0 0,-1-1-1 0 0,-1 1 0 0 0,-1-1 0 0 0,-1 0 0 0 0,-1-1 1 0 0,-2 1-1 0 0,0 0 0 0 0,-3-32 0 0 0,-2 8 279 0 0,-2-1 0 0 0,-2 1 0 0 0,-3 1 0 0 0,-23-68 0 0 0,23 90-337 0 0,9 20 194 0 0,-1 9-294 0 0,1 0-107 0 0,0 2 0 0 0,1-1-1 0 0,0 0 1 0 0,-1 0 0 0 0,2 0-1 0 0,-1 1 1 0 0,1-1-1 0 0,0 0 1 0 0,0 1 0 0 0,1-1-1 0 0,2 11 1 0 0,22 83-55 0 0,-12-50-78 0 0,85 478-5062 0 0,-56-135-1925 0 0,-33-292 1832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05.2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81 4012 0 0,'-1'-2'1430'0'0,"-15"-25"3400"0"0,14 24-2782 0 0,5 21-1294 0 0,-1-9-542 0 0,1 1-1 0 0,0-1 1 0 0,0 0 0 0 0,1 0 0 0 0,0-1-1 0 0,1 1 1 0 0,-1-1 0 0 0,10 11 0 0 0,-5-4-57 0 0,-3-5-101 0 0,1-1 1 0 0,-1 0-1 0 0,2 0 1 0 0,-1-1-1 0 0,1 1 0 0 0,0-1 1 0 0,1-1-1 0 0,0 0 1 0 0,0 0-1 0 0,1-1 1 0 0,12 7-1 0 0,-19-12-17 0 0,2 0-12 0 0,37-1 60 0 0,-38-1-84 0 0,0-2-19 0 0,0 1 15 0 0,0-1-1 0 0,-1 0 1 0 0,1 0 0 0 0,-1-1-1 0 0,0 1 1 0 0,1-1-1 0 0,-1 0 1 0 0,-1 1 0 0 0,1-1-1 0 0,-1 0 1 0 0,1-1 0 0 0,1-6-1 0 0,-1 6-7 0 0,5-39-143 0 0,-6 12 263 0 0,-2-46 0 0 0,-1 73-25 0 0,1 0 42 0 0,-5-40 367 0 0,5 41-1 0 0,-3 6-439 0 0,1 2-34 0 0,0 0 1 0 0,0 0-1 0 0,0 0 0 0 0,1 0 1 0 0,-1 1-1 0 0,1-1 1 0 0,0 0-1 0 0,0 1 0 0 0,1-1 1 0 0,-1 0-1 0 0,1 1 0 0 0,0-1 1 0 0,0 1-1 0 0,1-1 0 0 0,-1 1 1 0 0,3 8-1 0 0,2 13 68 0 0,14 43-1 0 0,-13-51-81 0 0,16 46-7 0 0,-3 1 1 0 0,21 132-1 0 0,-40-185-5 0 0,0 0 0 0 0,-1 0 0 0 0,0 0 0 0 0,-1 0 0 0 0,0 0-1 0 0,-1 0 1 0 0,-7 19 0 0 0,10-29 8 0 0,-1-1 0 0 0,1 0 0 0 0,0 1 0 0 0,-1-1 0 0 0,0 1 0 0 0,1-1 0 0 0,-1 0-1 0 0,0 1 1 0 0,1-1 0 0 0,-1 0 0 0 0,0 0 0 0 0,0 0 0 0 0,-2 2 0 0 0,-4 4 2 0 0,-6 5-3 0 0,9-8-1 0 0,0 0-1 0 0,0-1 1 0 0,-1 0 0 0 0,1 0-1 0 0,-10 5 1 0 0,-5-6 15 0 0,14-2-1 0 0,-3 0 26 0 0,1 0 1 0 0,-1-1-1 0 0,0 0 0 0 0,1 0 0 0 0,-1 0 1 0 0,1-1-1 0 0,0 0 0 0 0,-1 0 0 0 0,1-1 1 0 0,0 0-1 0 0,0 0 0 0 0,1-1 1 0 0,-1 0-1 0 0,1 0 0 0 0,-1 0 0 0 0,1-1 1 0 0,1 0-1 0 0,-1 0 0 0 0,1-1 1 0 0,0 1-1 0 0,0-1 0 0 0,-6-10 0 0 0,9 12-16 0 0,0 0-1 0 0,1 0 0 0 0,-1 0 1 0 0,1 0-1 0 0,0-1 0 0 0,0 1 1 0 0,1 0-1 0 0,-1-1 0 0 0,1 1 1 0 0,0-1-1 0 0,0 1 0 0 0,0 0 0 0 0,1-1 1 0 0,0 1-1 0 0,0 0 0 0 0,2-9 1 0 0,-2 8-27 0 0,0 0-2 0 0,21-23-7 0 0,3 0 29 0 0,-13 21 16 0 0,53-37 117 0 0,-62 42-51 0 0,-1 1-48 0 0,-1-1-1 0 0,1 0 0 0 0,-1 1 0 0 0,1-1 0 0 0,0 1 0 0 0,0 0 0 0 0,-1-1 0 0 0,1 1 0 0 0,0 0 0 0 0,0 0 1 0 0,0 0-1 0 0,4-1 0 0 0,0 0-4114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0.0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13 3472 0 0,'0'0'7069'0'0,"-1"-3"-6557"0"0,-5-6 1154 0 0,0 20-862 0 0,5-7-467 0 0,1 2-41 0 0,1 24-41 0 0,2-1 1 0 0,1 1 0 0 0,10 33-1 0 0,29 91 80 0 0,-39-142-335 0 0,18 41-744 0 0,-20-49 299 0 0,0-1-90 0 0,11 17-658 0 0,-6-4-7133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0.4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12 174 3116 0 0,'-6'-22'1114'0'0,"5"18"-169"0"0,0-2-123 0 0,-2-14-150 0 0,3 14-60 0 0,0 1 20 0 0,0 4-602 0 0,-1-3 78 0 0,1-1 1 0 0,0 1 0 0 0,1-1 0 0 0,-1 1 0 0 0,1 0 0 0 0,-1-1 0 0 0,2 1-1 0 0,-1 0 1 0 0,0-1 0 0 0,1 1 0 0 0,0 0 0 0 0,-1 0 0 0 0,2 0 0 0 0,-1 1-1 0 0,0-1 1 0 0,1 0 0 0 0,0 1 0 0 0,5-6 0 0 0,-1 4 13 0 0,0 1-1 0 0,0 0 1 0 0,0 1 0 0 0,0-1 0 0 0,10-2 0 0 0,-13 5-60 0 0,0 3 46 0 0,-3-2-108 0 0,2 1 31 0 0,1 0-1 0 0,-1 0 1 0 0,1 0-1 0 0,-1 0 1 0 0,0 1-1 0 0,0-1 1 0 0,1 1-1 0 0,-1 0 0 0 0,0 0 1 0 0,-1 0-1 0 0,1 1 1 0 0,0-1-1 0 0,-1 1 1 0 0,1-1-1 0 0,-1 1 1 0 0,0 0-1 0 0,1 0 1 0 0,0 3-1 0 0,0 2 0 0 0,0 0-1 0 0,0 1 1 0 0,-1-1-1 0 0,-1 0 1 0 0,0 1-1 0 0,0-1 1 0 0,0 1 0 0 0,-1-1-1 0 0,0 1 1 0 0,-1 0-1 0 0,0-1 1 0 0,0 0-1 0 0,-1 1 1 0 0,0-1-1 0 0,0 0 1 0 0,-1 1 0 0 0,-4 6-1 0 0,4-5 5 0 0,0-1 5 0 0,0-1-1 0 0,0 0 0 0 0,-1 0 1 0 0,0 0-1 0 0,0 0 1 0 0,-1-1-1 0 0,0 0 0 0 0,-1 0 1 0 0,1 0-1 0 0,-1-1 1 0 0,0 1-1 0 0,-9 5 0 0 0,12-10-42 0 0,0 0-16 0 0,-11 6 22 0 0,13-8-3 0 0,0 1 1 0 0,0-1-1 0 0,0 0 0 0 0,0 1 0 0 0,0-1 0 0 0,0 0 0 0 0,-1 0 0 0 0,1 0 0 0 0,0 1 0 0 0,0-1 0 0 0,0 0 0 0 0,0-1 0 0 0,-1 1 0 0 0,1 0 0 0 0,0 0 0 0 0,0 0 0 0 0,0-1 0 0 0,0 1 0 0 0,-2-1 0 0 0,1 0-2 0 0,-3 1-6 0 0,5-1-7 0 0,0 1 16 0 0,0 0 0 0 0,0-1 0 0 0,0 1 0 0 0,0 0 0 0 0,0 0 0 0 0,-1-1 0 0 0,1 1 0 0 0,0 0 0 0 0,0 0 0 0 0,0-1-1 0 0,0 1 1 0 0,-1 0 0 0 0,1 0 0 0 0,0 0 0 0 0,0-1 0 0 0,-1 1 0 0 0,1 0 0 0 0,0 0 0 0 0,0 0 0 0 0,-1 0 0 0 0,1 0 0 0 0,0-1 0 0 0,-1 1 0 0 0,1 0 0 0 0,0 0 0 0 0,-1 0 0 0 0,1 0 0 0 0,0 0-1 0 0,0 0 1 0 0,-1 0 0 0 0,1 0 0 0 0,-1 0 1 0 0,1 0 0 0 0,-1 0-1 0 0,1 0 1 0 0,-1 0 0 0 0,1 0-1 0 0,-1 0 1 0 0,1 0-1 0 0,-1 0 1 0 0,1-1 0 0 0,0 1-1 0 0,-1 0 1 0 0,1 0 0 0 0,-1-1-1 0 0,1 1 1 0 0,0 0 0 0 0,-1 0-1 0 0,1-1 1 0 0,-1 1 0 0 0,1 0-1 0 0,0-1 1 0 0,0 1-1 0 0,-1 0 1 0 0,1-1 0 0 0,0 1-1 0 0,-1-1 1 0 0,1 1 0 0 0,0 0-1 0 0,0-1 1 0 0,0 1 0 0 0,0-1-1 0 0,-1 1 1 0 0,1-1 0 0 0,0 1-1 0 0,0-2 1 0 0,0 1 3 0 0,0 0 0 0 0,0 0 0 0 0,0 0 0 0 0,0 0 0 0 0,0 0 1 0 0,0-1-1 0 0,0 1 0 0 0,0 0 0 0 0,1 0 0 0 0,-1 0 0 0 0,0 0 0 0 0,1 0 0 0 0,-1 0 0 0 0,1 0 1 0 0,-1 0-1 0 0,1 0 0 0 0,-1 0 0 0 0,1 0 0 0 0,0 0 0 0 0,0 0 0 0 0,-1 0 0 0 0,1 1 1 0 0,0-1-1 0 0,0 0 0 0 0,0 0 0 0 0,0 1 0 0 0,2-2 0 0 0,0 0 21 0 0,11 2 5 0 0,-3 0 12 0 0,-1 0 1 0 0,1 0 0 0 0,-1 1-1 0 0,17 3 1 0 0,98 36-639 0 0,-121-38 171 0 0,2-2-135 0 0,-2 1 319 0 0,1 0-327 0 0,-1-1 1 0 0,1 1 0 0 0,0-1-1 0 0,-1 0 1 0 0,1 0 0 0 0,0 0 0 0 0,-1-1-1 0 0,1 0 1 0 0,0 0 0 0 0,-1 0-1 0 0,9-3 1 0 0,8-8-3654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0.7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3424 0 0,'0'0'9359'0'0,"1"5"-8937"0"0,56 149 1405 0 0,-8-26-2592 0 0,-27-66-902 0 0,8 28-5076 0 0,-22-63 926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1.4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38 3512 0 0,'-2'-4'2159'0'0,"-2"-13"-419"0"0,2 13 932 0 0,-3-9 2522 0 0,30 98-4639 0 0,59 130 1 0 0,-49-131-762 0 0,-5-21-1628 0 0,-8-24-2605 0 0,-21-36 2647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1.9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12 207 2508 0 0,'-1'-5'1638'0'0,"-1"-2"-1190"0"0,-1 0 0 0 0,2-1-1 0 0,-1 1 1 0 0,1-1 0 0 0,0 1 0 0 0,1-1 0 0 0,0 1 0 0 0,0-1 0 0 0,0 1 0 0 0,1-1 0 0 0,0 1-1 0 0,1-1 1 0 0,4-13 0 0 0,-4 17-385 0 0,0 0-1 0 0,0 1 1 0 0,0-1-1 0 0,0 0 0 0 0,1 1 1 0 0,-1-1-1 0 0,1 1 1 0 0,0 0-1 0 0,0 0 1 0 0,0 0-1 0 0,5-3 0 0 0,-5 3-40 0 0,2-1 26 0 0,0 0-1 0 0,0 0 1 0 0,0 1-1 0 0,1 0 1 0 0,-1 0-1 0 0,7-3 1 0 0,-7 4-17 0 0,-1 0 16 0 0,22-2-3 0 0,-21 3-17 0 0,-1 2 36 0 0,-1 0-59 0 0,0-1 1 0 0,-1 1-1 0 0,1 0 1 0 0,-1 0-1 0 0,1 0 1 0 0,-1 1-1 0 0,1-1 1 0 0,-1 1-1 0 0,0-1 1 0 0,0 1-1 0 0,0 0 1 0 0,0 0-1 0 0,0 0 0 0 0,0 0 1 0 0,0 0-1 0 0,-1 0 1 0 0,1 0-1 0 0,-1 0 1 0 0,1 1-1 0 0,-1-1 1 0 0,0 1-1 0 0,0-1 1 0 0,0 1-1 0 0,1 4 1 0 0,-2 3 0 0 0,1 0 0 0 0,-1 0 1 0 0,-1 1-1 0 0,0-1 1 0 0,-1 0-1 0 0,0 0 0 0 0,0 0 1 0 0,-1 0-1 0 0,-5 12 0 0 0,-42 83 65 0 0,47-101-67 0 0,-22 32 142 0 0,19-30-86 0 0,4-3 74 0 0,-1 0 40 0 0,1-2-68 0 0,0 1 1 0 0,0-1-1 0 0,-1 0 0 0 0,1 0 1 0 0,0 0-1 0 0,-1 0 1 0 0,1 0-1 0 0,-1-1 0 0 0,1 1 1 0 0,-1-1-1 0 0,1 1 1 0 0,-5-1-1 0 0,3 0 19 0 0,4-1-120 0 0,0 0 0 0 0,0 0-1 0 0,1 0 1 0 0,-1 0 0 0 0,1 0 0 0 0,-1 0-1 0 0,1 0 1 0 0,-1 0 0 0 0,1 0 0 0 0,-1 0 0 0 0,1 0-1 0 0,0 0 1 0 0,0 0 0 0 0,-1 1 0 0 0,1-1 0 0 0,0 0-1 0 0,0 1 1 0 0,0-1 0 0 0,0 0 0 0 0,0 1-1 0 0,0-1 1 0 0,0 1 0 0 0,0-1 0 0 0,0 1 0 0 0,0 0-1 0 0,0-1 1 0 0,0 1 0 0 0,0 0 0 0 0,0 0 0 0 0,0 0-1 0 0,0 0 1 0 0,2 0 0 0 0,-2 0-4 0 0,3-1 12 0 0,2 2-16 0 0,117 26-83 0 0,-123-27 86 0 0,17 6-276 0 0,-1-1-1 0 0,29 5 0 0 0,-9-11-2423 0 0,2-10-3420 0 0,-18 3 1797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2.2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32 4068 0 0,'0'0'2277'0'0,"-2"-2"-1403"0"0,2 1-775 0 0,-1 0 0 0 0,0 1 0 0 0,1-1 0 0 0,-1 0 0 0 0,1 1 0 0 0,0-1 0 0 0,-1 0 0 0 0,1 1 0 0 0,0-1 0 0 0,-1 0 0 0 0,1 0 0 0 0,0 0 0 0 0,0 1 0 0 0,0-1 0 0 0,-1 0 0 0 0,1 0 0 0 0,0 0 0 0 0,0 0 0 0 0,0 1 0 0 0,0-1 0 0 0,1 0 0 0 0,-1 0 0 0 0,0 0 0 0 0,0 1 0 0 0,0-1 0 0 0,1 0 0 0 0,-1 0 0 0 0,0 0 0 0 0,1 1 0 0 0,-1-1 0 0 0,1 0 0 0 0,0 0 0 0 0,1-2 156 0 0,2 3-152 0 0,15 0-11 0 0,-15 0-24 0 0,0 1-9 0 0,1 1-49 0 0,-1-1-1 0 0,0 1 1 0 0,0 0-1 0 0,0 0 1 0 0,0 0-1 0 0,0 0 1 0 0,-1 1-1 0 0,1 0 1 0 0,0 0 0 0 0,-1 0-1 0 0,0 0 1 0 0,0 0-1 0 0,0 1 1 0 0,4 6-1 0 0,-3 1 69 0 0,0 0 0 0 0,-1-1 0 0 0,0 1 0 0 0,-1 1-1 0 0,0-1 1 0 0,0 22 0 0 0,-2-9 308 0 0,-1 1 1 0 0,-4 26-1 0 0,4-47 53 0 0,1 1-47 0 0,-2 18 1508 0 0,8-25-1751 0 0,7-4-122 0 0,-1 0-1 0 0,0-1 0 0 0,0 0 1 0 0,0 0-1 0 0,-1-2 0 0 0,12-10 1 0 0,65-69-1451 0 0,-17 17-2739 0 0,-39 46-842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2.9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28 5124 0 0,'-1'-5'1881'0'0,"-3"-17"4880"0"0,12 44-6164 0 0,34 104-941 0 0,64 126 0 0 0,-77-209-4830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3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19 159 3252 0 0,'-13'-49'4071'0'0,"12"45"-3198"0"0,0-1-168 0 0,-2-16-92 0 0,2 16-66 0 0,2 0-166 0 0,-1 2-334 0 0,0-1 1 0 0,1 1-1 0 0,-1-1 1 0 0,1 1-1 0 0,0 0 1 0 0,0-1-1 0 0,0 1 1 0 0,1 0-1 0 0,-1 0 1 0 0,1 0-1 0 0,0 0 1 0 0,-1 0-1 0 0,1 0 1 0 0,1 0-1 0 0,-1 0 1 0 0,0 1-1 0 0,1-1 1 0 0,-1 1 0 0 0,1 0-1 0 0,0 0 1 0 0,4-3-1 0 0,-4 3 30 0 0,2 2-7 0 0,2 0-49 0 0,-1 0-1 0 0,0 1 0 0 0,0 0 1 0 0,1 0-1 0 0,-1 0 0 0 0,0 1 1 0 0,0-1-1 0 0,0 2 0 0 0,0-1 0 0 0,-1 1 1 0 0,1 0-1 0 0,0 0 0 0 0,-1 0 1 0 0,0 1-1 0 0,0 0 0 0 0,0 0 1 0 0,0 0-1 0 0,-1 0 0 0 0,0 1 1 0 0,0 0-1 0 0,0 0 0 0 0,0 0 1 0 0,-1 0-1 0 0,0 1 0 0 0,4 6 0 0 0,-4-3 12 0 0,0 1 0 0 0,-1-1-1 0 0,0 1 1 0 0,-1-1 0 0 0,1 1-1 0 0,-2-1 1 0 0,1 1 0 0 0,-2 13-1 0 0,-1-12 39 0 0,0 1 0 0 0,0-1 1 0 0,-2 0-1 0 0,1 0 0 0 0,-1-1 0 0 0,0 1 0 0 0,-1-1 0 0 0,-1 0 0 0 0,-12 18 1 0 0,16-25 78 0 0,2-2-127 0 0,0-1 0 0 0,-1 1-1 0 0,1 0 1 0 0,-1 0 0 0 0,1-1 0 0 0,-1 1 0 0 0,1-1-1 0 0,-1 1 1 0 0,1 0 0 0 0,-1-1 0 0 0,0 1 0 0 0,1-1 0 0 0,-1 1-1 0 0,0-1 1 0 0,1 1 0 0 0,-1-1 0 0 0,0 0 0 0 0,0 1 0 0 0,1-1-1 0 0,-1 0 1 0 0,0 0 0 0 0,0 1 0 0 0,0-1 0 0 0,0 0-1 0 0,1 0 1 0 0,-1 0 0 0 0,0 0 0 0 0,0 0 0 0 0,0 0 0 0 0,-1 0-1 0 0,-17-1 194 0 0,14 1 19 0 0,5-1-229 0 0,0 1-1 0 0,0 0 1 0 0,0 0 0 0 0,0-1 0 0 0,-1 1 0 0 0,1 0 0 0 0,0 0 0 0 0,0-1-1 0 0,0 1 1 0 0,0 0 0 0 0,0 0 0 0 0,0-1 0 0 0,-1 1 0 0 0,1 0 0 0 0,0 0 0 0 0,0 0-1 0 0,0-1 1 0 0,-1 1 0 0 0,1 0 0 0 0,0 0 0 0 0,0 0 0 0 0,0 0 0 0 0,-1-1-1 0 0,1 1 1 0 0,0 0 0 0 0,0 0 0 0 0,-1 0 0 0 0,1 0 0 0 0,0 0 0 0 0,-1 0 0 0 0,1 0-1 0 0,-1 0 5 0 0,1 0 0 0 0,-1-1 0 0 0,1 1 0 0 0,0 0 0 0 0,-1 0 0 0 0,1 0 0 0 0,-1 0 0 0 0,1-1-1 0 0,0 1 1 0 0,-1 0 0 0 0,1 0 0 0 0,0 0 0 0 0,-1-1 0 0 0,1 1 0 0 0,0 0 0 0 0,-1-1 0 0 0,1 1 0 0 0,0 0-1 0 0,0-1 1 0 0,0 1 0 0 0,-1 0 0 0 0,1-1 0 0 0,0 1 0 0 0,0-1 0 0 0,0 1 0 0 0,0 0 0 0 0,-1-1 0 0 0,1 1-1 0 0,0-1 1 0 0,0 1 0 0 0,0-1 0 0 0,0 1 0 0 0,0 0 0 0 0,0-1 0 0 0,0 0 0 0 0,2-19 77 0 0,-1 19-81 0 0,0 0-1 0 0,0 0 0 0 0,1 0 0 0 0,-1 0 1 0 0,0 1-1 0 0,1-1 0 0 0,-1 0 0 0 0,0 1 1 0 0,1-1-1 0 0,-1 1 0 0 0,1 0 0 0 0,-1-1 1 0 0,1 1-1 0 0,-1 0 0 0 0,3 0 0 0 0,17-2 4 0 0,-11 2 10 0 0,9 1 12 0 0,0 0-1 0 0,36 8 1 0 0,-30-3-53 0 0,-13-3-2 0 0,28 6-1988 0 0,-13-7-2931 0 0,-10-4 1959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3.9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80 4500 0 0,'-2'-3'1561'0'0,"0"0"-828"0"0,1 0 0 0 0,-1 0 0 0 0,1-1 0 0 0,0 1 0 0 0,0 0 0 0 0,0-1 0 0 0,0 1 0 0 0,0-8 0 0 0,2-5-528 0 0,1 12 0 0 0,0 2-157 0 0,0 0 1 0 0,0 0-1 0 0,1 1 0 0 0,-1-1 1 0 0,1 0-1 0 0,0 1 0 0 0,-1 0 1 0 0,1 0-1 0 0,0 0 0 0 0,0 0 1 0 0,3-1-1 0 0,-3 1-55 0 0,2 1-9 0 0,-1 1 20 0 0,0 0 0 0 0,0 0-1 0 0,0 0 1 0 0,-1 0-1 0 0,1 0 1 0 0,0 1 0 0 0,-1 0-1 0 0,0 0 1 0 0,1 0 0 0 0,-1 0-1 0 0,0 0 1 0 0,0 1 0 0 0,0-1-1 0 0,4 5 1 0 0,-5-4-1 0 0,-1 1 0 0 0,2 0-1 0 0,4 30 25 0 0,-6-30-184 0 0,-1 1 159 0 0,1 13 33 0 0,-1-14 94 0 0,3 18 326 0 0,-3-21-449 0 0,1 0 0 0 0,-1-1 1 0 0,0 1-1 0 0,1 0 0 0 0,-1 0 0 0 0,1-1 0 0 0,-1 1 0 0 0,1-1 0 0 0,-1 1 0 0 0,1 0 0 0 0,-1-1 0 0 0,1 1 0 0 0,0-1 0 0 0,-1 1 0 0 0,1-1 1 0 0,0 1-1 0 0,-1-1 0 0 0,1 0 0 0 0,0 1 0 0 0,0-1 0 0 0,-1 0 0 0 0,1 0 0 0 0,0 0 0 0 0,0 1 0 0 0,0-1 0 0 0,-1 0 0 0 0,3 0 0 0 0,26 2 108 0 0,-22-1-127 0 0,-4 0 1 0 0,1 0 11 0 0,0 0 5 0 0,0 1 0 0 0,0-1 1 0 0,-1 1-1 0 0,1 0 1 0 0,-1 0-1 0 0,1 1 0 0 0,-1-1 1 0 0,0 1-1 0 0,0 0 1 0 0,0-1-1 0 0,0 1 0 0 0,0 1 1 0 0,0-1-1 0 0,2 4 1 0 0,-2-3 7 0 0,1 0-9 0 0,4 32 172 0 0,-7-29-133 0 0,0 2 1 0 0,-1-1-1 0 0,1 0 1 0 0,-2 0 0 0 0,1 0-1 0 0,-1 0 1 0 0,0 0-1 0 0,-1 0 1 0 0,1-1 0 0 0,-2 1-1 0 0,1 0 1 0 0,-1-1-1 0 0,0 1 1 0 0,-1-1-1 0 0,-8 14 1 0 0,9-17-33 0 0,0 0-1 0 0,0-1 1 0 0,0 1-1 0 0,0-1 1 0 0,0 1-1 0 0,-1-1 1 0 0,1 0-1 0 0,-1 0 1 0 0,-6 3-1 0 0,6-4-3 0 0,0 1-118 0 0,0-1 0 0 0,-1 0 0 0 0,0 0-1 0 0,0 0 1 0 0,0 0 0 0 0,1-1-1 0 0,-1 0 1 0 0,0 0 0 0 0,-1 0 0 0 0,-6-1-1 0 0,8 1-35 0 0,-3-1-475 0 0,0 1 0 0 0,0-1 0 0 0,0-1 1 0 0,0 1-1 0 0,0-1 0 0 0,0 0 0 0 0,0-1 0 0 0,0 1 0 0 0,1-1 0 0 0,-1-1 1 0 0,-9-4-1 0 0,14 6 165 0 0,-20-8-5662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4.6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14 5921 0 0,'-2'-2'1779'0'0,"-8"-10"4296"0"0,8 15-5578 0 0,1-1-442 0 0,0-1-1 0 0,0 1 1 0 0,0 0 0 0 0,0 0 0 0 0,0 0-1 0 0,1 0 1 0 0,-1 0 0 0 0,1 0-1 0 0,-1 0 1 0 0,1 1 0 0 0,0-1-1 0 0,0 0 1 0 0,0 0 0 0 0,0 0 0 0 0,0 0-1 0 0,0 0 1 0 0,1 0 0 0 0,-1 0-1 0 0,2 4 1 0 0,16 50 219 0 0,-9-32-104 0 0,90 225 11 0 0,-51-148-5050 0 0,-46-98 3547 0 0,11 11-8438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5.1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1 168 2264 0 0,'-1'-9'529'0'0,"2"-1"1"0"0,-1 1-1 0 0,1 0 0 0 0,1 0 1 0 0,-1 0-1 0 0,2 0 0 0 0,-1 0 0 0 0,1 1 1 0 0,0-1-1 0 0,1 1 0 0 0,6-11 0 0 0,-7 14-352 0 0,0 1 0 0 0,1-1-1 0 0,-1 1 1 0 0,1 0 0 0 0,0 0-1 0 0,0 0 1 0 0,0 0-1 0 0,1 1 1 0 0,-1 0 0 0 0,1 0-1 0 0,6-3 1 0 0,-7 4 34 0 0,2 2-11 0 0,-1 0-143 0 0,1 1 0 0 0,-1-1 1 0 0,0 1-1 0 0,1 1 0 0 0,-1-1 1 0 0,0 1-1 0 0,0-1 0 0 0,0 1 1 0 0,0 1-1 0 0,0-1 1 0 0,0 1-1 0 0,-1 0 0 0 0,1 0 1 0 0,-1 0-1 0 0,0 1 0 0 0,5 5 1 0 0,0-1-6 0 0,-2 2 0 0 0,0-1 0 0 0,0 1 0 0 0,0 0 0 0 0,-1 0 0 0 0,-1 1 0 0 0,6 13 0 0 0,-6-10 137 0 0,0 0 0 0 0,0 0 0 0 0,-2 0 0 0 0,1 1 0 0 0,1 28 0 0 0,-7 19 358 0 0,1-56-516 0 0,0 1 0 0 0,0-1 1 0 0,0 0-1 0 0,-1 1 0 0 0,0-1 0 0 0,0 0 1 0 0,-1 0-1 0 0,0 0 0 0 0,0 0 0 0 0,0-1 0 0 0,-1 1 1 0 0,0-1-1 0 0,0 0 0 0 0,0 0 0 0 0,-1 0 1 0 0,1 0-1 0 0,-8 5 0 0 0,9-9 9 0 0,-21 4 53 0 0,19-4-94 0 0,0-2 6 0 0,-1 2-4 0 0,-2-1 2 0 0,-26-14-35 0 0,32 13 29 0 0,-20-10 61 0 0,20 5-13 0 0,13 2-25 0 0,-6 4-9 0 0,-1 0 1 0 0,1 0-1 0 0,-1 1 0 0 0,1 0 0 0 0,-1 0 0 0 0,0 0 0 0 0,0 0 0 0 0,1 0 0 0 0,5 4 0 0 0,-7-3-2 0 0,41 11 48 0 0,12 5-6 0 0,23 0-1623 0 0,-74-17 884 0 0,-1-2-135 0 0,1-1 113 0 0,-1-1-1 0 0,1 1 1 0 0,0-1 0 0 0,-1 0 0 0 0,0 0 0 0 0,0-1-1 0 0,0 1 1 0 0,0-1 0 0 0,-1 0 0 0 0,5-5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15.5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34 2960 0 0,'-12'-33'8371'0'0,"18"52"-7464"0"0,9 37 199 0 0,-6-21-407 0 0,2-1-1 0 0,24 53 0 0 0,-34-84-646 0 0,1 1-1 0 0,0-2 1 0 0,0 1-1 0 0,1 0 0 0 0,-1 0 1 0 0,1-1-1 0 0,-1 1 1 0 0,1-1-1 0 0,0 0 0 0 0,4 3 1 0 0,-4-3-64 0 0,0 1 76 0 0,20 0 28 0 0,-18-2-68 0 0,0-3-9 0 0,4 0-13 0 0,0-1 1 0 0,0 0-1 0 0,0-1 0 0 0,0 0 1 0 0,-1 0-1 0 0,0-1 0 0 0,0 0 1 0 0,0 0-1 0 0,-1-1 0 0 0,0 0 1 0 0,0-1-1 0 0,0 1 0 0 0,-1-1 1 0 0,11-15-1 0 0,-15 19 24 0 0,-1-11 4 0 0,-1 11-8 0 0,0 0 0 0 0,1-1 0 0 0,-1 1 0 0 0,0-1 0 0 0,-1 1 0 0 0,1 0 0 0 0,-1-1 0 0 0,1 1 0 0 0,-1 0 0 0 0,0-1 0 0 0,0 1 0 0 0,0 0 0 0 0,-1 0 0 0 0,1 0 0 0 0,-1 0 0 0 0,0 0 0 0 0,0 0 0 0 0,0 1 0 0 0,0-1 0 0 0,0 0 1 0 0,-4-3-1 0 0,-20-13 252 0 0,23 17-136 0 0,-1 4-90 0 0,3-2-43 0 0,0 0 0 0 0,0 0 0 0 0,0 1-1 0 0,0-1 1 0 0,0 0 0 0 0,0 1 0 0 0,0-1-1 0 0,0 1 1 0 0,0-1 0 0 0,0 1 0 0 0,0-1-1 0 0,0 1 1 0 0,0 0 0 0 0,0 0 0 0 0,0-1 0 0 0,1 1-1 0 0,-1 0 1 0 0,0 0 0 0 0,-1 1 0 0 0,1 9-66 0 0,-1 0 0 0 0,2-1 1 0 0,-1 1-1 0 0,1 0 0 0 0,1-1 0 0 0,0 1 1 0 0,1-1-1 0 0,0 1 0 0 0,0-1 1 0 0,1 1-1 0 0,6 13 0 0 0,1 7-722 0 0,21 68-3210 0 0,-12-40-901 0 0,-2-3-1987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20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2992 0 0,'0'0'-484'0'0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21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32 3172 0 0,'-6'-12'1667'0'0,"-3"-7"8591"0"0,8 45-10002 0 0,2 0 0 0 0,1 0 0 0 0,0 0 0 0 0,12 43-1 0 0,-2-1-59 0 0,26 154-2753 0 0,-37-217 1792 0 0,0 0-81 0 0,4 14-81 0 0,-4-15-155 0 0,7 10-4555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22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115 106 3872 0 0,'2'-4'1318'0'0,"1"-3"-966"0"0,-1 0 0 0 0,1 0 0 0 0,0 0-1 0 0,0 1 1 0 0,1 0 0 0 0,0-1 0 0 0,0 1 0 0 0,1 1 0 0 0,-1-1 0 0 0,1 1 0 0 0,0 0 0 0 0,1 0-1 0 0,-1 0 1 0 0,13-7 0 0 0,-15 10-107 0 0,10 0 34 0 0,-11 2-250 0 0,0-1 0 0 0,0 1 0 0 0,0 0 0 0 0,0 0 0 0 0,0-1 0 0 0,0 1 0 0 0,0 0 0 0 0,1 1 0 0 0,-1-1 0 0 0,0 0 0 0 0,0 1 0 0 0,0-1 0 0 0,0 1 0 0 0,-1-1 1 0 0,1 1-1 0 0,0 0 0 0 0,0 0 0 0 0,3 2 0 0 0,-1-1-15 0 0,-1 1 0 0 0,0-1 1 0 0,1 1-1 0 0,-1 0 1 0 0,0 0-1 0 0,-1 0 0 0 0,1 0 1 0 0,0 1-1 0 0,-1-1 1 0 0,0 1-1 0 0,0 0 0 0 0,0-1 1 0 0,0 1-1 0 0,0 0 0 0 0,-1 0 1 0 0,0 0-1 0 0,0 0 1 0 0,0 0-1 0 0,0 1 0 0 0,0 7 1 0 0,-2-4-18 0 0,0 1 1 0 0,0 0-1 0 0,-1 0 1 0 0,0-1-1 0 0,-1 1 1 0 0,0-1-1 0 0,0 0 1 0 0,0 0-1 0 0,-1 0 1 0 0,-1 0-1 0 0,-6 9 1 0 0,4-7-9 0 0,0 0 1 0 0,0-1 0 0 0,-1 0-1 0 0,0 0 1 0 0,-1-1 0 0 0,0 0-1 0 0,-1 0 1 0 0,1-1 0 0 0,-1 0-1 0 0,0-1 1 0 0,-1 0 0 0 0,0-1-1 0 0,-11 5 1 0 0,18-9-55 0 0,-2-1-9 0 0,-8 0 96 0 0,-1-1 0 0 0,1 0-1 0 0,0-1 1 0 0,-20-6-1 0 0,30 7 231 0 0,0-3-271 0 0,4 4 26 0 0,-1 0 1 0 0,1-1-1 0 0,0 1 1 0 0,-1 0-1 0 0,1 0 1 0 0,0 0-1 0 0,-1 0 1 0 0,1 0-1 0 0,0-1 1 0 0,-1 1-1 0 0,1 0 1 0 0,0 0-1 0 0,0-1 1 0 0,-1 1-1 0 0,1 0 1 0 0,0 0-1 0 0,0-1 1 0 0,-1 1-1 0 0,1 0 1 0 0,0-1-1 0 0,0 1 0 0 0,0 0 1 0 0,0-1-1 0 0,-1 1 1 0 0,1 0-1 0 0,0-1 1 0 0,0 1-1 0 0,0-1 1 0 0,0 1-1 0 0,0 0 1 0 0,0-1-1 0 0,0 1 1 0 0,0 0-1 0 0,0-1 1 0 0,0 1-1 0 0,0-1 1 0 0,4-1 25 0 0,-1 0-1 0 0,1 1 1 0 0,-1-1 0 0 0,1 1 0 0 0,-1-1 0 0 0,1 1-1 0 0,0 1 1 0 0,0-1 0 0 0,0 0 0 0 0,-1 1 0 0 0,1 0-1 0 0,0 0 1 0 0,0 0 0 0 0,5 1 0 0 0,10 1 50 0 0,-1 1 0 0 0,0 1 0 0 0,1 1 0 0 0,-1 0 0 0 0,-1 2 0 0 0,1 0 0 0 0,26 15 0 0 0,7 8-267 0 0,56 45 1 0 0,-99-69 4 0 0,-2-1-198 0 0,0 0 0 0 0,1 0 1 0 0,-1-1-1 0 0,1 0 1 0 0,0 0-1 0 0,14 5 1 0 0,-18-9 4 0 0,1 1 1 0 0,-1-1 0 0 0,1 0 0 0 0,-1-1 0 0 0,1 1 0 0 0,-1-1-1 0 0,0 1 1 0 0,1-1 0 0 0,-1 0 0 0 0,0 0 0 0 0,1 0 0 0 0,-1-1-1 0 0,0 1 1 0 0,0-1 0 0 0,0 0 0 0 0,3-2 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22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0 2820 0 0,'0'0'7442'0'0,"-1"4"-6862"0"0,-1 7-385 0 0,1 0 0 0 0,0-1 0 0 0,1 1 1 0 0,0 0-1 0 0,0 0 0 0 0,5 19 0 0 0,18 74-247 0 0,-14-68-222 0 0,-2-7-59 0 0,35 160-6310 0 0,-33-142 1777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56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 5881 0 0,'0'0'5145'0'0,"0"-4"-4011"0"0,5-13 2816 0 0,2 19-1852 0 0,2 16-2476 0 0,24 95 629 0 0,26 155 0 0 0,-42-181-3233 0 0,-16-84 2123 0 0,1 17-1900 0 0,-1-16 1795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57.2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71 271 2536 0 0,'-1'-14'584'0'0,"1"0"-1"0"0,0 0 0 0 0,2 1 1 0 0,-1-1-1 0 0,2 0 1 0 0,0 1-1 0 0,0-1 0 0 0,11-24 1 0 0,-8 28-237 0 0,1 0 0 0 0,0 1 0 0 0,0-1-1 0 0,1 2 1 0 0,0-1 0 0 0,1 1 0 0 0,-1 1 0 0 0,2-1 0 0 0,-1 1 0 0 0,1 1 0 0 0,0 0 0 0 0,0 0 0 0 0,18-6 0 0 0,-24 11-282 0 0,0-1-1 0 0,0 1 1 0 0,1 0 0 0 0,-1 0 0 0 0,0 1-1 0 0,1-1 1 0 0,-1 1 0 0 0,1 0 0 0 0,-1 0-1 0 0,1 1 1 0 0,-1-1 0 0 0,0 1 0 0 0,1 0-1 0 0,-1 0 1 0 0,0 0 0 0 0,1 1 0 0 0,-1-1-1 0 0,0 1 1 0 0,0 0 0 0 0,0 0 0 0 0,-1 1-1 0 0,1-1 1 0 0,0 1 0 0 0,-1 0 0 0 0,0 0-1 0 0,0 0 1 0 0,0 0 0 0 0,0 0 0 0 0,0 1-1 0 0,0 0 1 0 0,-1-1 0 0 0,4 8 0 0 0,-4-6-61 0 0,0-1 1 0 0,0 1 0 0 0,-1-1 0 0 0,1 1-1 0 0,-1 0 1 0 0,0-1 0 0 0,-1 1-1 0 0,1 0 1 0 0,-1 0 0 0 0,0 0-1 0 0,-1 9 1 0 0,0-4 3 0 0,-1 1 1 0 0,0-1-1 0 0,0 0 0 0 0,-5 12 1 0 0,-1-3-50 0 0,-1-1 1 0 0,0 0-1 0 0,-1-1 1 0 0,-1 0 0 0 0,-1 0-1 0 0,0-1 1 0 0,-1 0-1 0 0,-1-2 1 0 0,0 1-1 0 0,-1-2 1 0 0,-1 0 0 0 0,0 0-1 0 0,0-2 1 0 0,-1 0-1 0 0,-29 13 1 0 0,36-20-44 0 0,-1-1 0 0 0,0-1 1 0 0,0 1-1 0 0,0-2 0 0 0,0 1 0 0 0,-15-1 0 0 0,22-2-173 0 0,0 1 92 0 0,-14-1 39 0 0,14 1 18 0 0,5-2-335 0 0,0 1 447 0 0,0-1 0 0 0,1 1 1 0 0,-1-1-1 0 0,0 1 0 0 0,1 0 0 0 0,-1-1 0 0 0,1 1 1 0 0,3-2-1 0 0,4-1 20 0 0,54-2 107 0 0,-39 5-288 0 0,1 1 0 0 0,0 1 0 0 0,0 1 0 0 0,-1 1 0 0 0,1 1 0 0 0,-1 2 0 0 0,0 0 0 0 0,-1 1 0 0 0,1 2 0 0 0,-1 0 0 0 0,-1 1 0 0 0,31 20 0 0 0,-38-24-1611 0 0,-8-1-2173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57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15 3360 0 0,'15'-15'5289'0'0,"-11"17"-4570"0"0,-2-1-621 0 0,0 0 0 0 0,-1 0-1 0 0,1 0 1 0 0,0 0 0 0 0,0 1-1 0 0,-1-1 1 0 0,1 1 0 0 0,-1-1-1 0 0,1 1 1 0 0,-1-1 0 0 0,0 1-1 0 0,1 0 1 0 0,-1 0 0 0 0,0 0-1 0 0,0 0 1 0 0,0 0 0 0 0,0 0-1 0 0,-1 0 1 0 0,1 0 0 0 0,-1 0-1 0 0,1 0 1 0 0,-1 0 0 0 0,1 0-1 0 0,-1 0 1 0 0,0 0 0 0 0,0 1-1 0 0,0-1 1 0 0,-1 0 0 0 0,1 3-1 0 0,-1 9 108 0 0,-1 1-1 0 0,0 0 1 0 0,-1-1-1 0 0,-1 1 0 0 0,0-1 1 0 0,-1 0-1 0 0,0 0 0 0 0,-1 0 1 0 0,-1-1-1 0 0,0 0 0 0 0,-17 23 1 0 0,-19 10 419 0 0,41-44-566 0 0,-8 3-10 0 0,0 0 30 0 0,5-5-70 0 0,-32-11-424 0 0,33 10 332 0 0,4-2-114 0 0,-1 3 188 0 0,1-1 1 0 0,-1 0-1 0 0,1 0 0 0 0,-1 0 1 0 0,1 0-1 0 0,0 0 1 0 0,0 0-1 0 0,-1 0 0 0 0,1 0 1 0 0,0 0-1 0 0,0 0 0 0 0,0 0 1 0 0,0 0-1 0 0,0 0 0 0 0,0 0 1 0 0,0 0-1 0 0,1 0 0 0 0,-1 0 1 0 0,1-1-1 0 0,10-7 61 0 0,-8 7-32 0 0,2 0-26 0 0,4 0 23 0 0,0 0 0 0 0,1 1-1 0 0,0 0 1 0 0,-1 0 0 0 0,1 1 0 0 0,-1 1 0 0 0,1-1 0 0 0,-1 1 0 0 0,1 1 0 0 0,-1 0 0 0 0,16 5 0 0 0,-7 0-27 0 0,0 0 1 0 0,0 1 0 0 0,-1 1 0 0 0,24 16 0 0 0,16 11-2674 0 0,-20-17-4375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4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4072 0 0,'0'0'8097'0'0,"1"6"-7798"0"0,46 352 1055 0 0,-27-118-4588 0 0,-20-236 2176 0 0,0 0-296 0 0,0 1 875 0 0,-1 10-2974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4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108 147 2808 0 0,'0'-6'454'0'0,"0"0"-1"0"0,0 0 0 0 0,0 0 0 0 0,1 0 1 0 0,0 0-1 0 0,0 0 0 0 0,0 0 0 0 0,1 0 1 0 0,0 0-1 0 0,0 0 0 0 0,1 1 1 0 0,3-8-1 0 0,-2 8-303 0 0,0 0 0 0 0,0 1 0 0 0,1-1 0 0 0,-1 1 0 0 0,1 0 0 0 0,0 0 1 0 0,0 0-1 0 0,1 1 0 0 0,-1 0 0 0 0,1 0 0 0 0,-1 0 0 0 0,1 1 0 0 0,0 0 0 0 0,11-3 0 0 0,-13 4-137 0 0,0-1-1 0 0,-1 1 1 0 0,1 1-1 0 0,0-1 1 0 0,0 0-1 0 0,0 1 1 0 0,0 0-1 0 0,-1 0 1 0 0,1 0 0 0 0,0 0-1 0 0,0 1 1 0 0,0 0-1 0 0,0 0 1 0 0,-1 0-1 0 0,1 0 1 0 0,0 0-1 0 0,-1 1 1 0 0,1-1-1 0 0,-1 1 1 0 0,1 0-1 0 0,-1 0 1 0 0,0 0-1 0 0,0 1 1 0 0,0-1-1 0 0,0 1 1 0 0,0 0-1 0 0,-1-1 1 0 0,1 1-1 0 0,-1 1 1 0 0,0-1-1 0 0,3 5 1 0 0,-1-1 12 0 0,0 1 0 0 0,-1-1 0 0 0,-1 1 0 0 0,1 0 0 0 0,-1 0 0 0 0,0 0 0 0 0,-1 0 0 0 0,0 1 0 0 0,0-1 0 0 0,-1 0 0 0 0,0 1 0 0 0,-2 12 0 0 0,-2-1-28 0 0,-1-1-1 0 0,-1 0 0 0 0,-1 0 0 0 0,-1-1 1 0 0,-1 0-1 0 0,0 0 0 0 0,-1-1 0 0 0,-1 0 1 0 0,0-1-1 0 0,-2 0 0 0 0,1-1 1 0 0,-2 0-1 0 0,0-1 0 0 0,-1 0 0 0 0,0-2 1 0 0,-1 0-1 0 0,-29 17 0 0 0,42-27 10 0 0,-1 0 0 0 0,1 0 0 0 0,0-1 0 0 0,0 1 0 0 0,-1-1 0 0 0,1 0 0 0 0,-1 0 0 0 0,1 0 0 0 0,-1-1 0 0 0,1 1 0 0 0,-1-1 0 0 0,0 0 0 0 0,1 0 0 0 0,-1 0 0 0 0,1 0 0 0 0,-1-1 0 0 0,0 1 0 0 0,1-1 0 0 0,-1 0 0 0 0,1 0 0 0 0,0 0 0 0 0,-1-1 0 0 0,1 1 0 0 0,0-1 0 0 0,0 0 0 0 0,0 0 0 0 0,0 0 0 0 0,0 0 0 0 0,0 0 0 0 0,0-1 0 0 0,1 1 0 0 0,-1-1 0 0 0,1 0 0 0 0,0 0 0 0 0,0 0 0 0 0,-3-5 0 0 0,4 5 24 0 0,1 0-23 0 0,0 0 0 0 0,0 0-1 0 0,0 0 1 0 0,1 0 0 0 0,0 0 0 0 0,-1 0-1 0 0,1 0 1 0 0,0 1 0 0 0,1-1 0 0 0,-1 0-1 0 0,0 0 1 0 0,1 1 0 0 0,-1-1 0 0 0,1 1 0 0 0,0-1-1 0 0,0 1 1 0 0,0 0 0 0 0,0-1 0 0 0,5-2-1 0 0,-2 1-1 0 0,1 1 0 0 0,-1 0 0 0 0,1 1 0 0 0,-1-1 0 0 0,1 1 0 0 0,0 0-1 0 0,0 0 1 0 0,0 1 0 0 0,0 0 0 0 0,11-1 0 0 0,-7 0 3 0 0,29 1 15 0 0,-6 4-45 0 0,1 2 0 0 0,-1 1 0 0 0,0 2 0 0 0,0 1 0 0 0,53 22-1 0 0,-60-19-294 0 0,52 19-4563 0 0,-73-30 2400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5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35 128 3032 0 0,'0'-4'1225'0'0,"-6"-36"2190"0"0,5 36-2321 0 0,2-1-725 0 0,2-13-138 0 0,-3 14 24 0 0,3 0-24 0 0,3-3-101 0 0,1 0-1 0 0,0 1 1 0 0,0 0-1 0 0,9-6 1 0 0,-14 10-53 0 0,3 1-21 0 0,12-5-19 0 0,-12 5 0 0 0,14 3 44 0 0,-15-1-49 0 0,-2-1-26 0 0,-1 1-1 0 0,1-1 0 0 0,0 1 0 0 0,0 0 1 0 0,-1 0-1 0 0,1 0 0 0 0,-1 0 0 0 0,1 0 0 0 0,-1 0 1 0 0,1 1-1 0 0,-1-1 0 0 0,0 0 0 0 0,0 1 1 0 0,1-1-1 0 0,-1 1 0 0 0,0-1 0 0 0,0 1 1 0 0,0-1-1 0 0,-1 1 0 0 0,1 0 0 0 0,0-1 1 0 0,0 3-1 0 0,10 31 59 0 0,-10-31-51 0 0,-1 2 9 0 0,2 46 46 0 0,-2-47-48 0 0,1 18 18 0 0,-1-19-18 0 0,1 0 4 0 0,1-1 11 0 0,0 0-1 0 0,0 1 1 0 0,0-1-1 0 0,0 0 1 0 0,0 0-1 0 0,1 0 1 0 0,-1 0-1 0 0,1 0 1 0 0,0-1-1 0 0,-1 1 1 0 0,1-1-1 0 0,0 0 1 0 0,1 0-1 0 0,-1 0 1 0 0,6 2-1 0 0,8 2 51 0 0,-9-4-58 0 0,-1 1 0 0 0,1-1 0 0 0,0 1 0 0 0,-1 1 0 0 0,0-1 0 0 0,1 1 0 0 0,-2 1 0 0 0,1-1 0 0 0,11 11-1 0 0,-17-13-7 0 0,1 0 0 0 0,-1 1 0 0 0,1-1 0 0 0,-1 1 0 0 0,0-1 0 0 0,0 1 1 0 0,0 0-1 0 0,0-1 0 0 0,-1 1 0 0 0,1 0 0 0 0,-1 0 0 0 0,0-1 0 0 0,1 1 0 0 0,-2 5 0 0 0,1-5-21 0 0,0-1 6 0 0,0 0 0 0 0,0 0 0 0 0,0-1 0 0 0,0 1 0 0 0,0 0 0 0 0,-1 0-1 0 0,1 0 1 0 0,0-1 0 0 0,-1 1 0 0 0,0 0 0 0 0,1-1 0 0 0,-1 1 0 0 0,0 0-1 0 0,0-1 1 0 0,-2 3 0 0 0,0 2 8 0 0,-5 7-11 0 0,1-1-1 0 0,-2-1 0 0 0,1 1 1 0 0,-2-2-1 0 0,1 1 0 0 0,-1-1 1 0 0,-1 0-1 0 0,0-1 0 0 0,0-1 1 0 0,-1 1-1 0 0,0-2 0 0 0,-1 0 1 0 0,1 0-1 0 0,-1-1 0 0 0,-1-1 0 0 0,-21 7 1 0 0,1-9-1144 0 0,32-3 997 0 0,0 0-1 0 0,-1 0 1 0 0,1 0 0 0 0,0 0-1 0 0,0 0 1 0 0,-1 0 0 0 0,1-1 0 0 0,0 1-1 0 0,0-1 1 0 0,0 0 0 0 0,-1 1-1 0 0,1-1 1 0 0,0 0 0 0 0,0 0-1 0 0,-2-2 1 0 0,-3-1-438 0 0,-16-9-2494 0 0,5-2-2216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4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24 3356 0 0,'-1'0'-28'0'0,"-18"-21"4962"0"0,8 19-736 0 0,3 8-4317 0 0,6 2 360 0 0,8 102 214 0 0,22 128-1 0 0,-4-57-547 0 0,-17-127-224 0 0,-1-1-1425 0 0,-3-16-5165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5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98 219 1860 0 0,'1'-12'312'0'0,"0"1"0"0"0,1 0 0 0 0,1-1 0 0 0,0 1 0 0 0,0 0 0 0 0,1 0 0 0 0,0 1 0 0 0,1-1 0 0 0,0 1 0 0 0,1 0 0 0 0,0 0 0 0 0,0 0 0 0 0,1 1 0 0 0,1 0 0 0 0,-1 1 0 0 0,1 0 0 0 0,1 0 0 0 0,0 0 0 0 0,0 1 0 0 0,14-8 0 0 0,-20 13-130 0 0,21-2 203 0 0,-20 4-260 0 0,-1 2-59 0 0,-1 0-60 0 0,-1 0 0 0 0,1 0 0 0 0,0 0 0 0 0,-1 0 0 0 0,0 1 0 0 0,0-1 0 0 0,0 0 0 0 0,0 1 0 0 0,0-1 0 0 0,0 1 0 0 0,0-1 0 0 0,-1 1 0 0 0,1-1 0 0 0,-1 1 0 0 0,0-1 0 0 0,0 1 0 0 0,0 0 0 0 0,0-1 0 0 0,0 1 0 0 0,0-1 0 0 0,-1 1 0 0 0,1-1 0 0 0,-1 1 0 0 0,0-1 0 0 0,-1 3 0 0 0,-1 6-2 0 0,-2 0 1 0 0,1-1-1 0 0,-1 0 0 0 0,-1 0 1 0 0,-7 10-1 0 0,3-6 14 0 0,0-1 0 0 0,-1 1 0 0 0,-1-2 0 0 0,0 1 0 0 0,-1-2 1 0 0,0 0-1 0 0,0 0 0 0 0,-1-1 0 0 0,-1-1 0 0 0,-26 13 0 0 0,37-21-40 0 0,-1 0-1 0 0,1-1 1 0 0,0 1-1 0 0,-1-1 1 0 0,1 0 0 0 0,-1 0-1 0 0,-6-1 1 0 0,10 1 29 0 0,-1 0 0 0 0,1 0-1 0 0,0 0 1 0 0,0 0 0 0 0,-1 0 0 0 0,1 0 0 0 0,0 0-1 0 0,0-1 1 0 0,0 1 0 0 0,-1 0 0 0 0,1-1 0 0 0,0 1 0 0 0,0-1-1 0 0,0 0 1 0 0,0 1 0 0 0,0-1 0 0 0,0 0 0 0 0,0 1 0 0 0,0-1-1 0 0,0 0 1 0 0,0 0 0 0 0,0 0 0 0 0,0 0 0 0 0,1 0 0 0 0,-1 0-1 0 0,0-1 1 0 0,1 1-5 0 0,0 0 0 0 0,0 0-1 0 0,0 0 1 0 0,0 0 0 0 0,0 0 0 0 0,0 0-1 0 0,1 0 1 0 0,-1 0 0 0 0,0 1 0 0 0,1-1-1 0 0,-1 0 1 0 0,1 0 0 0 0,-1 0-1 0 0,1 1 1 0 0,-1-1 0 0 0,1 0 0 0 0,-1 0-1 0 0,1 1 1 0 0,0-1 0 0 0,0 1 0 0 0,-1-1-1 0 0,1 0 1 0 0,0 1 0 0 0,1-1 0 0 0,35-3-8 0 0,-29 6 14 0 0,-2 1-3 0 0,8 0 23 0 0,0 1 0 0 0,1 0 1 0 0,-2 1-1 0 0,1 0 0 0 0,0 1 1 0 0,-1 1-1 0 0,0 0 0 0 0,13 10 1 0 0,7 9 22 0 0,44 42 1 0 0,-24-20-515 0 0,-50-45-252 0 0,17 6-3955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5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0 3428 0 0,'0'0'2929'0'0,"0"5"-2286"0"0,-4 22 434 0 0,-13 52-1 0 0,4-20-657 0 0,3 26 283 0 0,10-81-587 0 0,2 1 2 0 0,-1-1-71 0 0,1 0 0 0 0,0 0 0 0 0,-1 0 0 0 0,2 0 0 0 0,-1-1 0 0 0,5 7 0 0 0,-5-8 34 0 0,3-1-24 0 0,6 0-58 0 0,1 0-1 0 0,-1-1 1 0 0,1 0-1 0 0,-1-1 0 0 0,1 0 1 0 0,-1 0-1 0 0,0-1 1 0 0,0-1-1 0 0,0 0 1 0 0,0-1-1 0 0,0 0 0 0 0,-1 0 1 0 0,17-11-1 0 0,-12 8 59 0 0,0-2-1 0 0,-1 0 1 0 0,0-1-1 0 0,13-11 1 0 0,-22 16 79 0 0,0 1 1 0 0,0-1-1 0 0,-1-1 0 0 0,0 1 1 0 0,0 0-1 0 0,0-1 0 0 0,-1 0 1 0 0,0 0-1 0 0,0 0 0 0 0,0 0 1 0 0,-1-1-1 0 0,3-10 0 0 0,-4 13 247 0 0,-2-1-14 0 0,1 1-242 0 0,-1 0 1 0 0,1 0-1 0 0,-1 0 0 0 0,0 0 0 0 0,-1 0 1 0 0,1 0-1 0 0,-1 0 0 0 0,-2-3 0 0 0,2 3 198 0 0,-2 4-124 0 0,1 1-179 0 0,-1-1-1 0 0,1 0 0 0 0,0 1 0 0 0,1 0 0 0 0,-1 0 0 0 0,0 0 1 0 0,0 0-1 0 0,0 0 0 0 0,0 1 0 0 0,1-1 0 0 0,-1 1 1 0 0,1-1-1 0 0,-1 1 0 0 0,1 0 0 0 0,0 0 0 0 0,-1 0 0 0 0,1 1 1 0 0,0-1-1 0 0,0 0 0 0 0,1 1 0 0 0,-1-1 0 0 0,-1 4 0 0 0,-6 10-37 0 0,2 1 0 0 0,0 0-1 0 0,1 0 1 0 0,0 0 0 0 0,2 1-1 0 0,0 0 1 0 0,1 0 0 0 0,-1 22-1 0 0,1 23-787 0 0,6 63 0 0 0,14 82-3839 0 0,-12-154 1494 0 0,0 9-3089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6:50:5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448 224 15863,'0'9'0,"-1"-1"0,0 1 0,0 0 0,0-1 0,-1 1 0,-1-1 0,1 1 0,-1-1 0,0 0 0,-1 0 0,0 0 0,0 0 0,0 0 0,-1-1 0,0 0 0,0 0 0,-1 0 0,0 0 0,0-1 0,0 0 0,-1 0 0,1-1 0,-1 1 0,-1-1 0,1-1 0,-1 1 0,1-1 0,-1 0 0,0-1 0,0 1 0,-1-2 0,1 1 0,-1-1 0,1 0 0,-1 0 0,0-1 0,1 0 0,-1-1 0,0 0 0,0 0 0,1 0 0,-1-1 0,0 0 0,1-1 0,-1 0 0,1 0 0,-1-1 0,1 1 0,0-2 0,0 1 0,0-1 0,0 0 0,0-1 0,1 1 0,0-1 0,0-1 0,0 1 0,0-1 0,1 0 0,0 0 0,0-1 0,1 0 0,-1 0 0,1 0 0,1 0 0,-1-1 0,1 0 0,0 0 0,1 0 0,-1 0 0,2 0 0,-1-1 0,1 1 0,0-1 0,0 1 0,1-1 0,0 0 0,1 1 0,0-1 0,0 0 0,0 0 0,1 1 0,0-1 0,1 0 0,0 1 0,0-1 0,1 1 0,-1-1 0,2 1 0,-1 0 0,1 0 0,0 1 0,1-1 0,-1 1 0,1-1 0,1 1 0,-1 1 0,1-1 0,0 1 0,0 0 0,1 0 0,0 0 0,0 1 0,0 0 0,0 0 0,1 1 0,0 0 0,0 0 0,0 0 0,0 1 0,0 0 0,1 1 0,-1-1 0,1 1 0,-1 1 0,1 0 0,0 0 0,-1 0 0,1 1 0,0 0 0,0 1 0,-1 0 0,1 0 0,0 0 0,-1 1 0,1 1 0,-1-1 0,1 1 0,-1 0 0,0 1 0,0 0 0,-1 0 0,1 0 0,-1 1 0,1 0 0,-1 0 0,-1 1 0,1 0 0,-1 0 0,0 0 0,0 1 0,0-1 0,-1 1 0,0 1 0,0-1 0,-1 1 0,0-1 0,0 1 0,0 0 0,-1 0 0,0 1 0,-1-1 0,1 1 0,-1-1 0,-1 1 0,0 0 0,0-1 0,0 1 0,-1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59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46 3276 0 0,'0'0'1204'0'0,"2"-4"-93"0"0,12-34 2208 0 0,-13 35-1883 0 0,-5 22-1298 0 0,-31 91 271 0 0,-1 7-170 0 0,30-89-204 0 0,2 2 1 0 0,1-1 0 0 0,1 0 0 0 0,2 1 0 0 0,4 38-1 0 0,-2-54 47 0 0,8 35-72 0 0,-8-43-12 0 0,4 10 10 0 0,10 21-13 0 0,-7-15 4 0 0,12 38 0 0 0,-19-51-7 0 0,0-1 0 0 0,0 1 0 0 0,-1 0 0 0 0,0 1 1 0 0,-1-1-1 0 0,0 0 0 0 0,0 0 0 0 0,-3 12 0 0 0,-4 8 9 0 0,-18 47-1 0 0,18-59-11 0 0,0 1 0 0 0,1 0 0 0 0,1 0 0 0 0,1 1 0 0 0,0-1-1 0 0,2 1 1 0 0,0 0 0 0 0,1 0 0 0 0,1 0 0 0 0,2 19 0 0 0,1-19-15 0 0,1-1 1 0 0,1 0-1 0 0,1 0 1 0 0,0 0-1 0 0,1-1 1 0 0,13 24-1 0 0,0-9 80 0 0,0 0 0 0 0,36 41 0 0 0,-52-69-50 0 0,4 5-5 0 0,0 0 1 0 0,-1 0 0 0 0,1 1 0 0 0,-2 0 0 0 0,1 0 0 0 0,-2 0 0 0 0,1 1-1 0 0,-1 0 1 0 0,-1 0 0 0 0,0 1 0 0 0,-1-1 0 0 0,3 17 0 0 0,-3-10-1 0 0,-2 1-1 0 0,0 0 1 0 0,-1 0 0 0 0,-1 0 0 0 0,-1 0 0 0 0,-5 28-1 0 0,3-27-13 0 0,-1 10 14 0 0,1-1-1 0 0,1 1 1 0 0,2 0-1 0 0,3 37 1 0 0,0-49 14 0 0,1 0 1 0 0,1-1-1 0 0,0 1 1 0 0,1-1 0 0 0,1 0-1 0 0,0 0 1 0 0,2 0-1 0 0,11 20 1 0 0,75 92-8 0 0,-38-55 63 0 0,-50-65-72 0 0,-1 1 0 0 0,0 0-1 0 0,0 0 1 0 0,0 0-1 0 0,-1 0 1 0 0,-1 1 0 0 0,0 0-1 0 0,-1 0 1 0 0,0 0-1 0 0,0 0 1 0 0,-1 0 0 0 0,0 0-1 0 0,-2 17 1 0 0,-3 9 0 0 0,-1 0 0 0 0,-17 59 0 0 0,20-86 0 0 0,-3 6-9 0 0,2 0 1 0 0,0 1-1 0 0,1-1 0 0 0,-1 31 0 0 0,3-36 11 0 0,0 0 0 0 0,1 0 0 0 0,0 0 0 0 0,1 0-1 0 0,0 0 1 0 0,1-1 0 0 0,0 1 0 0 0,0-1-1 0 0,1 0 1 0 0,1 0 0 0 0,-1 0 0 0 0,8 10 0 0 0,-5-8-53 0 0,20 34 95 0 0,-6-11 35 0 0,30 67 0 0 0,-46-89-60 0 0,0 1 0 0 0,-1 0-1 0 0,-1 0 1 0 0,0 1 0 0 0,-1-1 0 0 0,0 1-1 0 0,-1-1 1 0 0,-2 27 0 0 0,-27 134 50 0 0,16-120-69 0 0,-6 88 1 0 0,17-123 6 0 0,1 0 0 0 0,1-1 1 0 0,1 1-1 0 0,1-1 0 0 0,0 0 0 0 0,1 0 1 0 0,2 0-1 0 0,10 26 0 0 0,29 43-133 0 0,-33-68 127 0 0,-1-1 0 0 0,-1 1 0 0 0,-1 1 0 0 0,12 39 0 0 0,-18-41 26 0 0,-1-1-1 0 0,0 1 1 0 0,-2-1 0 0 0,0 1 0 0 0,-4 32 0 0 0,-23 91 91 0 0,23-125-111 0 0,-13 57 34 0 0,3 0-1 0 0,-5 103 1 0 0,18-149-10 0 0,2 0-1 0 0,0 0 1 0 0,2-1 0 0 0,1 1-1 0 0,1-1 1 0 0,1 0 0 0 0,2 0-1 0 0,1 0 1 0 0,21 45 0 0 0,40 51-63 0 0,-68-119-72 0 0,0-1 113 0 0,0 1 2 0 0,-1 0 1 0 0,0 0-1 0 0,1 0 1 0 0,-1-1-1 0 0,-1 1 1 0 0,1 0-1 0 0,-1 0 1 0 0,1 0-1 0 0,-1 0 1 0 0,0 0-1 0 0,-1 0 1 0 0,1 0-1 0 0,-2 6 1 0 0,-2 3 68 0 0,0-1 0 0 0,-1 1 1 0 0,-9 14-1 0 0,-2 5-17 0 0,0 1 0 0 0,2 0-1 0 0,2 1 1 0 0,-8 37-1 0 0,16-52-13 0 0,2 0 0 0 0,0 0 0 0 0,1 0 0 0 0,1 0 0 0 0,0 1 0 0 0,2-1 0 0 0,0 0 0 0 0,2 0 0 0 0,7 28 0 0 0,16 36 297 0 0,-14-43-238 0 0,-1 0 0 0 0,-1 1 0 0 0,9 83 0 0 0,-24 137 552 0 0,-1-22-4679 0 0,5-234 2572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05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1050 2140 0 0,'0'0'1332'0'0,"2"2"-276"0"0,13 13-661 0 0,1 0 1 0 0,0-2 0 0 0,1 0-1 0 0,0-1 1 0 0,1-1 0 0 0,1 0-1 0 0,-1-1 1 0 0,2-1-1 0 0,-1-1 1 0 0,1-1 0 0 0,0-1-1 0 0,1 0 1 0 0,32 3 0 0 0,-9-3-361 0 0,-1-2 0 0 0,2-2 0 0 0,-1-2 1 0 0,0-2-1 0 0,69-12 0 0 0,22-10 87 0 0,-130 24-131 0 0,-1-1 1 0 0,1 2 0 0 0,0-1 0 0 0,0 0 0 0 0,0 1 0 0 0,0 0-1 0 0,-1 0 1 0 0,9 3 0 0 0,-8-2 19 0 0,1 1-3 0 0,0 1 0 0 0,0-1 0 0 0,-1 1 0 0 0,1 0 0 0 0,-1 0 0 0 0,0 1 0 0 0,0 0 0 0 0,-1 0 0 0 0,1 0 0 0 0,4 8 0 0 0,-1-4-22 0 0,-1-1-5 0 0,0 0 1 0 0,1 0 0 0 0,0 0-1 0 0,1-1 1 0 0,9 6-1 0 0,-8-7 36 0 0,0-1-1 0 0,-1 0 1 0 0,2-1-1 0 0,-1 0 1 0 0,1-1-1 0 0,-1 0 1 0 0,1 0-1 0 0,0-1 0 0 0,12 1 1 0 0,8-1 12 0 0,0-2 0 0 0,0 0 0 0 0,0-3 0 0 0,0 0 0 0 0,35-9 0 0 0,150-50 54 0 0,-143 38-26 0 0,106-21 1 0 0,-144 42-51 0 0,0 2 0 0 0,0 1 0 0 0,0 1 0 0 0,0 2 0 0 0,51 11 0 0 0,35 3-14 0 0,-48-13 29 0 0,1-3 0 0 0,-1-3 0 0 0,0-3 0 0 0,75-15 0 0 0,-42-3-21 0 0,-1-3 0 0 0,109-45 1 0 0,-203 68-4 0 0,20-9-26 0 0,52-12 1 0 0,-71 21 26 0 0,1 1 0 0 0,-1 1-1 0 0,1 0 1 0 0,0 1 0 0 0,0 0 0 0 0,-1 1-1 0 0,25 5 1 0 0,-30-4-2 0 0,47 11 21 0 0,0-3 0 0 0,0-2 1 0 0,80 2-1 0 0,-105-11-22 0 0,0-2 0 0 0,0-1 0 0 0,0-2 0 0 0,-1 0-1 0 0,40-16 1 0 0,129-65 27 0 0,-96 39-85 0 0,-88 41 63 0 0,1 1 1 0 0,0 1-1 0 0,0 0 1 0 0,1 1-1 0 0,0 1 1 0 0,-1 0-1 0 0,1 0 1 0 0,0 2-1 0 0,0 0 1 0 0,0 1-1 0 0,0 0 1 0 0,0 1-1 0 0,23 5 1 0 0,71 10 45 0 0,-72-15-46 0 0,0-1 1 0 0,0-3-1 0 0,0-1 0 0 0,-1-1 1 0 0,61-18-1 0 0,-25 1 5 0 0,129-58 1 0 0,-178 67-8 0 0,50-20 37 0 0,-31 18-8 0 0,-35 15-20 0 0,-4 0-10 0 0,1-1-1 0 0,-1 1 1 0 0,1 0 0 0 0,-1 0 0 0 0,1 0-1 0 0,-1 0 1 0 0,1 1 0 0 0,-1 0-1 0 0,1-1 1 0 0,-1 1 0 0 0,0 1-1 0 0,6 1 1 0 0,0 1-3 0 0,102 39 58 0 0,-92-34-77 0 0,0-1 0 0 0,1-1 1 0 0,0 0-1 0 0,1-2 1 0 0,-1 0-1 0 0,26 2 1 0 0,-14-6 48 0 0,-1 0 0 0 0,1-2 0 0 0,-1-1 1 0 0,1-2-1 0 0,59-15 0 0 0,144-61 22 0 0,-136 42-28 0 0,-98 38-19 0 0,8-4-14 0 0,1 1 0 0 0,-1 0 0 0 0,1 1-1 0 0,17-2 1 0 0,-1 4 28 0 0,0 1-1 0 0,-1 0 1 0 0,1 2-1 0 0,-1 2 0 0 0,0 0 1 0 0,0 1-1 0 0,-1 2 1 0 0,30 12-1 0 0,-12-4-11 0 0,0-1 0 0 0,2-3-1 0 0,0-1 1 0 0,0-2 0 0 0,71 4 0 0 0,-58-11-1 0 0,0-2 1 0 0,0-3 0 0 0,111-21-1 0 0,-53 0-7 0 0,120-21 8 0 0,-190 40-13 0 0,0 1-1 0 0,0 2 0 0 0,58 5 1 0 0,256 30 41 0 0,-167-25 50 0 0,1-8 1 0 0,229-31-1 0 0,-114-14-98 0 0,-27 2-67 0 0,-234 39 69 0 0,0 2 0 0 0,-1 2 0 0 0,1 2 1 0 0,76 13-1 0 0,-49 1 18 0 0,0 3 0 0 0,77 31 1 0 0,-74-23 1 0 0,1-3 1 0 0,109 18 0 0 0,-126-34 21 0 0,0-1 1 0 0,0-4-1 0 0,113-7 0 0 0,-84-7-28 0 0,-1-3 0 0 0,110-33 0 0 0,166-83-108 0 0,-304 104 82 0 0,2 3-1 0 0,76-18 1 0 0,-117 36 22 0 0,0 1 0 0 0,0 1 0 0 0,1 1 0 0 0,-1 1-1 0 0,1 1 1 0 0,-1 1 0 0 0,1 1 0 0 0,-1 1 0 0 0,0 1 0 0 0,29 8-1 0 0,114 49 59 0 0,50 14 99 0 0,-175-64-120 0 0,0-2-1 0 0,1-1 1 0 0,64 3-1 0 0,-54-10 4 0 0,-1-2 0 0 0,1-2 0 0 0,-1-3 0 0 0,0-2 0 0 0,0-2 0 0 0,-1-2 0 0 0,-1-2 0 0 0,0-2 0 0 0,-1-3 0 0 0,76-41 0 0 0,-116 56-37 0 0,160-82-29 0 0,-146 77 26 0 0,0 0 0 0 0,0 2 1 0 0,1 1-1 0 0,0 0 0 0 0,0 2 0 0 0,24-2 0 0 0,-19 6 22 0 0,1 2-1 0 0,-1 0 1 0 0,0 2-1 0 0,0 1 1 0 0,30 10-1 0 0,31 6 11 0 0,-25-9-19 0 0,1-2-1 0 0,0-3 0 0 0,1-3 0 0 0,101-6 0 0 0,-75-10 5 0 0,1-4-1 0 0,126-40 0 0 0,167-84-16 0 0,-339 121 6 0 0,82-20-1 0 0,-104 33 42 0 0,-1 2 1 0 0,2 1-1 0 0,-1 1 1 0 0,0 1-1 0 0,37 3 1 0 0,6 5 108 0 0,184 14-223 0 0,-178-18 109 0 0,107-10-1 0 0,24-19 3 0 0,233-61 0 0 0,-88 20-171 0 0,-282 60 160 0 0,0 2 1 0 0,0 4 0 0 0,84 9 0 0 0,-7 9-140 0 0,169 43 1 0 0,-197-31 149 0 0,228 52 121 0 0,-272-68-132 0 0,1-3 0 0 0,133-1 0 0 0,-94-13-25 0 0,-1-6-1 0 0,-1-5 1 0 0,181-47-1 0 0,-219 42 2 0 0,2 4 0 0 0,132-14 0 0 0,-190 30-9 0 0,0 0 1 0 0,0 1-1 0 0,-1 1 1 0 0,1 1-1 0 0,27 8 0 0 0,73 33-1 0 0,-21-7-24 0 0,-54-24 38 0 0,0-3 0 0 0,1-1 0 0 0,0-2 0 0 0,0-2 0 0 0,1-1 0 0 0,-1-3 0 0 0,54-4 0 0 0,43-15 161 0 0,-45 5-378 0 0,-90 13 229 0 0,1 0-25 0 0,46 2 6 0 0,-46-1-8 0 0,0 1-4 0 0,102 50 8 0 0,-72-33 6 0 0,1-1 0 0 0,1-2 0 0 0,0-2 0 0 0,45 12 0 0 0,-50-20 31 0 0,0 0 0 0 0,0-2 0 0 0,0-2 0 0 0,0-1 0 0 0,1-1 0 0 0,62-9 0 0 0,4-12 208 0 0,-95 19-149 0 0,1 1-9 0 0,13-3-45 0 0,-13 3 24 0 0,17-6 79 0 0,-18 8-137 0 0,1 0-12 0 0,18 9 18 0 0,27 34 51 0 0,-31-27-51 0 0,1-1 0 0 0,39 26 0 0 0,-47-35-6 0 0,1-1 0 0 0,0 0 0 0 0,1-1 0 0 0,-1 0 0 0 0,1-1 0 0 0,22 4 0 0 0,-19-5 3 0 0,1-1 0 0 0,-1-1 1 0 0,1 0-1 0 0,0-1 0 0 0,-1-1 1 0 0,1-1-1 0 0,18-4 0 0 0,-26 4-3 0 0,0-1-1 0 0,-1 0 1 0 0,0-1 0 0 0,0 0-1 0 0,0-1 1 0 0,0 1 0 0 0,-1-2-1 0 0,0 1 1 0 0,0-1 0 0 0,0 0 0 0 0,-1-1-1 0 0,1 0 1 0 0,-2 0 0 0 0,12-15-1 0 0,6-16 27 0 0,-22 35 91 0 0,11-17-198 0 0,-12 19 79 0 0,-1 0 1 0 0,1 0 0 0 0,-1 0 0 0 0,1 0-1 0 0,-1 1 1 0 0,1-1 0 0 0,-1 0 0 0 0,1 0-1 0 0,0 1 1 0 0,-1-1 0 0 0,1 1 0 0 0,0-1-1 0 0,0 0 1 0 0,0 1 0 0 0,1-1 0 0 0,11 34-43 0 0,-9-26 53 0 0,8 12 2 0 0,8 5-31 0 0,-15-22 7 0 0,-1 0 2 0 0,0 1-6 0 0,0-1 0 0 0,-1 1 0 0 0,1-1 1 0 0,0 0-1 0 0,0 0 0 0 0,7 2 1 0 0,-7-3 1 0 0,-1 0-39 0 0,2 0-11 0 0,5 0 34 0 0,0 0 0 0 0,0-1 0 0 0,0 0 0 0 0,0 0 0 0 0,12-3 1 0 0,-18 2 33 0 0,-1-1-4 0 0,-1 1 0 0 0,0 0 1 0 0,1-1-1 0 0,-1 1 0 0 0,0-1 1 0 0,0 0-1 0 0,0 0 0 0 0,0 0 0 0 0,0 0 1 0 0,-1 0-1 0 0,1 0 0 0 0,2-4 1 0 0,-2 3-25 0 0,-8-2 14 0 0,6 5 7 0 0,-1 0 0 0 0,1-1 0 0 0,0 1 0 0 0,0 0 1 0 0,-1-1-1 0 0,1 1 0 0 0,0 0 0 0 0,0-1 0 0 0,-1 1 0 0 0,1 0 0 0 0,0 0 0 0 0,-1-1 0 0 0,1 1 0 0 0,0 0 0 0 0,-1 0 0 0 0,1 0 0 0 0,-1-1 0 0 0,1 1 0 0 0,0 0 0 0 0,-1 0 0 0 0,1 0 0 0 0,-1 0 1 0 0,1 0-1 0 0,0 0 0 0 0,-1 0 0 0 0,1 0 0 0 0,-1 0 0 0 0,1 0 0 0 0,0 0 0 0 0,-1 0 0 0 0,1 0 0 0 0,-1 0 0 0 0,1 0 0 0 0,0 1 0 0 0,-1-1 0 0 0,-5 4 9 0 0,1 1-1 0 0,0 0 1 0 0,0 0 0 0 0,0 0-1 0 0,1 1 1 0 0,0-1 0 0 0,0 1-1 0 0,0 0 1 0 0,1 1-1 0 0,-1-1 1 0 0,2 0 0 0 0,-1 1-1 0 0,1 0 1 0 0,0-1 0 0 0,0 1-1 0 0,1 0 1 0 0,-2 11-1 0 0,3-5 14 0 0,-1 0 0 0 0,1 1 0 0 0,1-1 0 0 0,1 0-1 0 0,0 0 1 0 0,0-1 0 0 0,1 1 0 0 0,8 20 0 0 0,-7-23-10 0 0,1 0 1 0 0,0 0 0 0 0,0 0-1 0 0,1-1 1 0 0,1 0 0 0 0,13 16-1 0 0,-18-23-14 0 0,8 8 22 0 0,-3-1-132 0 0,9 23-74 0 0,-15-28 170 0 0,-2-1-34 0 0,-36 104 362 0 0,23-49-226 0 0,10-37 10 0 0,1 1-52 0 0,3-16-26 0 0,0 13-10 0 0,1-1 1 0 0,1 1 0 0 0,0 0-1 0 0,1-1 1 0 0,1 0 0 0 0,1 1-1 0 0,1-1 1 0 0,0-1 0 0 0,10 19-1 0 0,-11-27 13 0 0,0-1 0 0 0,1 0 0 0 0,-1-1 0 0 0,8 8 0 0 0,-9-11-33 0 0,-2-2 0 0 0,-1 0 7 0 0,1-1-1 0 0,0 1 1 0 0,-1-1-1 0 0,0 1 1 0 0,1 0 0 0 0,-1 0-1 0 0,0 0 1 0 0,0 0-1 0 0,2 3 1 0 0,9 36-10 0 0,-12-36 17 0 0,0 1-1 0 0,-14 138 44 0 0,1-36-2 0 0,12-94-28 0 0,0 1 0 0 0,1 0-1 0 0,0-1 1 0 0,1 1 0 0 0,1-1 0 0 0,0 1 0 0 0,1-1-1 0 0,1 0 1 0 0,10 26 0 0 0,-10-28-36 0 0,0-1-1 0 0,1 0 1 0 0,1 0 0 0 0,0 0-1 0 0,1-1 1 0 0,11 16 0 0 0,5 1-14 0 0,-19-22 31 0 0,31 25-42 0 0,-30-26 39 0 0,2 3-8 0 0,0-1 0 0 0,0 1 0 0 0,-1 0 0 0 0,0 1 0 0 0,7 10 0 0 0,-11-14 15 0 0,0 1 0 0 0,0 0 0 0 0,-1 0-1 0 0,1 0 1 0 0,-1 0 0 0 0,0 0 0 0 0,-1 0-1 0 0,1 0 1 0 0,-1 0 0 0 0,0 0 0 0 0,0 0-1 0 0,-1 0 1 0 0,0 5 0 0 0,-9 56 31 0 0,-9 33-58 0 0,-9 53-20 0 0,22-107 36 0 0,5-41 9 0 0,2 11-19 0 0,5 53 264 0 0,-5-63-297 0 0,0-1 1 0 0,5 13 31 0 0,-4-13 14 0 0,-1-3 12 0 0,0 0 1 0 0,0-1-1 0 0,1 1 1 0 0,-1 0-1 0 0,0 1 1 0 0,0-1 0 0 0,0 0-1 0 0,0 0 1 0 0,0 0-1 0 0,-1 1 1 0 0,1-1 0 0 0,0 0-1 0 0,-1 1 1 0 0,1-1-1 0 0,0 2 1 0 0,10 12-145 0 0,0 7 83 0 0,-10-18 63 0 0,-2 16 0 0 0,0 0-1 0 0,-1 0 1 0 0,-8 32 0 0 0,5-31 11 0 0,1 0-1 0 0,1 1 1 0 0,0 35 0 0 0,3-46 2 0 0,1 1 0 0 0,1-1-1 0 0,5 23 1 0 0,2-9-30 0 0,21 41 1 0 0,-3-14 21 0 0,-25-48 15 0 0,-1 0-37 0 0,4 13 27 0 0,-4-13 18 0 0,0 1 16 0 0,-2 17 99 0 0,0-1-1 0 0,-1 0 1 0 0,-2 0 0 0 0,0 0 0 0 0,-1-1 0 0 0,-11 31 0 0 0,-9 36 63 0 0,-18 149 19 0 0,43-232-246 0 0,0 1 41 0 0,-1 16 62 0 0,0-16-98 0 0,2-1-30 0 0,0 13 5 0 0,-1-13 20 0 0,1 0 9 0 0,6 10-21 0 0,-2-5 54 0 0,0 0 0 0 0,-1 0-1 0 0,0 0 1 0 0,3 15-1 0 0,-9-15 3 0 0,0 0-1 0 0,-1 0 0 0 0,0-1 0 0 0,0 1 0 0 0,-7 11 1 0 0,5-11-7 0 0,-12 28 36 0 0,1-5 23 0 0,2 0-1 0 0,1 1 1 0 0,1 0-1 0 0,-14 70 0 0 0,21-72-119 0 0,3-13 31 0 0,5-1 29 0 0,-4-11-26 0 0,1 0 1 0 0,1-1-1 0 0,-1 1 0 0 0,1 0 1 0 0,0-1-1 0 0,0 1 1 0 0,1-1-1 0 0,0 1 0 0 0,0-1 1 0 0,0 0-1 0 0,0 0 1 0 0,1 0-1 0 0,0 0 0 0 0,0 0 1 0 0,0 0-1 0 0,1-1 1 0 0,-1 1-1 0 0,1-1 0 0 0,5 4 1 0 0,-7-6-12 0 0,2-1 14 0 0,12 6-19 0 0,-12-6-46 0 0,33 16-61 0 0,-35-14 106 0 0,-1 2 17 0 0,0 1 0 0 0,0-1 0 0 0,0 1-1 0 0,0-1 1 0 0,-1 1 0 0 0,0-1 0 0 0,0 1-1 0 0,-1 0 1 0 0,1-1 0 0 0,-1 1 0 0 0,-3 9 0 0 0,0 8-65 0 0,-6 35 132 0 0,8-45-78 0 0,-3 67 51 0 0,5-72-5 0 0,0 21-52 0 0,1-1 0 0 0,2 0 0 0 0,6 32-1 0 0,-4-33 20 0 0,0 0-1 0 0,2-1 1 0 0,19 45-1 0 0,-15-43-5 0 0,30 60-121 0 0,-23-51 366 0 0,25 73 0 0 0,-40-98-185 0 0,-1 0-1 0 0,0 0 0 0 0,-1 0 1 0 0,0 0-1 0 0,-1 0 1 0 0,-3 24-1 0 0,1 8 9 0 0,5 156-94 0 0,-3-196 61 0 0,1 1-10 0 0,1 15-16 0 0,3 8 26 0 0,-4-23-19 0 0,0-1 4 0 0,5 11-37 0 0,-4-11-66 0 0,10 14 182 0 0,-3-6-83 0 0,1 9-5 0 0,-8-18-3 0 0,-1 2-18 0 0,1 0 11 0 0,1 18-13 0 0,-3-15 26 0 0,-1 0 0 0 0,1-1 0 0 0,-1 1 1 0 0,0 0-1 0 0,-1-1 0 0 0,0 0 0 0 0,-5 14 0 0 0,-4 10 59 0 0,-6 19 7 0 0,7-21-56 0 0,1 1 0 0 0,1 0 0 0 0,2 1 1 0 0,-4 32-1 0 0,3 36-32 0 0,7-95-12 0 0,0 1 14 0 0,0 16 7 0 0,0-16 13 0 0,1-1-30 0 0,2 15-13 0 0,-2-15 10 0 0,0 1 8 0 0,6 12 65 0 0,-5-13-43 0 0,-1-2-9 0 0,0-1 1 0 0,0 1-1 0 0,1-1 0 0 0,-1 1 1 0 0,0 0-1 0 0,0 0 0 0 0,-1-1 1 0 0,1 1-1 0 0,1 4 0 0 0,2 2 2 0 0,-1 0 0 0 0,0 1-1 0 0,0-1 1 0 0,0 1-1 0 0,-1 0 1 0 0,0 0 0 0 0,-1 0-1 0 0,0 0 1 0 0,0 13 0 0 0,-3 4 24 0 0,-7 47-1 0 0,2-27-61 0 0,7-42 24 0 0,-1 1 9 0 0,1 16 2 0 0,-1-16-7 0 0,1 1 14 0 0,0 15 33 0 0,0-16 119 0 0,1 0-163 0 0,4 44-13 0 0,-5-45-11 0 0,1 1 17 0 0,3 11-1 0 0,-3-12 11 0 0,0 0-24 0 0,1 5 31 0 0,1-1 0 0 0,0 1 0 0 0,0-1 1 0 0,1 1-1 0 0,0-1 0 0 0,7 11 0 0 0,-9-17 2 0 0,-1-1 0 0 0,-1-1-1 0 0,1 0 0 0 0,-1 0 1 0 0,0 1-1 0 0,1-1 0 0 0,-1 0 1 0 0,0 1-1 0 0,1-1 0 0 0,-1 0 1 0 0,0 1-1 0 0,1-1 0 0 0,-1 1 1 0 0,0-1-1 0 0,0 1 1 0 0,0-1-1 0 0,1 0 0 0 0,-1 1 1 0 0,0-1-1 0 0,0 1 0 0 0,0-1 1 0 0,0 1-1 0 0,0-1 0 0 0,0 2 1 0 0,0-2-4 0 0,0 1 1 0 0,0-1-1 0 0,0 0 0 0 0,0 1 1 0 0,0-1-1 0 0,1 1 0 0 0,-1-1 1 0 0,0 1-1 0 0,0-1 0 0 0,0 1 1 0 0,0-1-1 0 0,1 1 1 0 0,-1-1-1 0 0,0 0 0 0 0,0 1 1 0 0,1-1-1 0 0,-1 1 0 0 0,0-1 1 0 0,1 0-1 0 0,-1 1 0 0 0,0-1 1 0 0,1 0-1 0 0,0 1 1 0 0,0 3-54 0 0,10 33 12 0 0,-3 1 0 0 0,6 50 0 0 0,5 33 421 0 0,4 18 709 0 0,-12-74-908 0 0,-11-61-139 0 0,1 1-21 0 0,1 15-6 0 0,-2-15 33 0 0,1-1 64 0 0,4 37-120 0 0,-5-37-53 0 0,1 1 100 0 0,2 12 11 0 0,-3-13 2 0 0,3 18 720 0 0,0 0 120 0 0,-4-2-947 0 0,1-16 36 0 0,-10 15-223 0 0,8-18 250 0 0,1 0 0 0 0,0 0 1 0 0,-1 0-1 0 0,1-1 0 0 0,0 1 1 0 0,0 0-1 0 0,0 1 0 0 0,0-1 1 0 0,0 0-1 0 0,0 0 0 0 0,0 0 1 0 0,0 0-1 0 0,1 1 0 0 0,-2 2 1 0 0,-9 9-79 0 0,10-13 47 0 0,0 0 0 0 0,1 1 0 0 0,-1-1 0 0 0,0 0 0 0 0,1 1 0 0 0,-1-1 0 0 0,0 1 0 0 0,1-1 0 0 0,-1 1 0 0 0,1-1 0 0 0,-1 1 0 0 0,1 0 0 0 0,-1-1 0 0 0,1 1 0 0 0,-1 0 0 0 0,1-1 0 0 0,-1 1 0 0 0,1 0 0 0 0,-1 0 0 0 0,1 0-118 0 0,0 0 0 0 0,0 0 0 0 0,-1 0-1 0 0,1-1 1 0 0,-1 1 0 0 0,1 0 0 0 0,-1 0 0 0 0,1-1 0 0 0,-1 1 0 0 0,1 0 0 0 0,-1-1 0 0 0,1 1-1 0 0,-1 0 1 0 0,0-1 0 0 0,0 1 0 0 0,1-1 0 0 0,-1 1 0 0 0,0-1 0 0 0,0 1 0 0 0,1-1 0 0 0,-1 0-1 0 0,0 1 1 0 0,0-1 0 0 0,0 0 0 0 0,0 0 0 0 0,0 0 0 0 0,1 0 0 0 0,-3 1 0 0 0,-43-29-7757 0 0,25 14 1169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37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25 4152 0 0,'0'0'13322'0'0,"2"4"-13220"0"0,5 9-41 0 0,-1 0 0 0 0,0 1 0 0 0,-1 0 0 0 0,-1 1 0 0 0,0-1 1 0 0,3 25-1 0 0,3 9-97 0 0,1 0 248 0 0,-11-45-206 0 0,1 1-36 0 0,3 12-4 0 0,2 2 188 0 0,-7-26 389 0 0,-8-33-238 0 0,-47-130-204 0 0,55 167-84 0 0,-1-1 3 0 0,-17-50-70 0 0,18 52 126 0 0,1 8-28 0 0,7 31 7 0 0,1 1 0 0 0,2-1 0 0 0,1 0 0 0 0,20 42 0 0 0,-22-59 319 0 0,13 12-13075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39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 4728 0 0,'0'0'3111'0'0,"-3"-2"-1849"0"0,2 2-1004 0 0,1-1 0 0 0,-1 1 1 0 0,1 0-1 0 0,-1-1 0 0 0,1 1 0 0 0,-1 0 0 0 0,1-1 1 0 0,-1 1-1 0 0,0 0 0 0 0,1 0 0 0 0,-1-1 1 0 0,0 1-1 0 0,1 0 0 0 0,-1 0 0 0 0,0 0 1 0 0,1 0-1 0 0,-1 0 0 0 0,0 0 0 0 0,1 0 0 0 0,-1 0 1 0 0,0 0-1 0 0,1 0 0 0 0,-1 0 0 0 0,0 1 1 0 0,1-1-1 0 0,-1 0 0 0 0,0 1 0 0 0,-12 2 333 0 0,16 20 309 0 0,-2-18-687 0 0,59 234 2202 0 0,-58-235-2305 0 0,5 18 1503 0 0,-2-11-3556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2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48 4616 0 0,'0'0'1799'0'0,"0"-4"-316"0"0,-1 0-899 0 0,0-1 0 0 0,-1 1 0 0 0,1 0 0 0 0,-1-1 0 0 0,0 1 0 0 0,-3-5 0 0 0,3 6 126 0 0,-2 2-477 0 0,1 0-174 0 0,0 0-1 0 0,0 0 0 0 0,0 1 1 0 0,0-1-1 0 0,0 1 0 0 0,0 0 1 0 0,0 0-1 0 0,0 0 0 0 0,0 0 1 0 0,0 1-1 0 0,0-1 1 0 0,0 1-1 0 0,0 0 0 0 0,0-1 1 0 0,0 1-1 0 0,-4 2 0 0 0,2 0 25 0 0,0 0 0 0 0,1 0 0 0 0,-1 0 0 0 0,1 1 0 0 0,0-1-1 0 0,0 1 1 0 0,0 0 0 0 0,0 0 0 0 0,-4 7 0 0 0,4-5-11 0 0,-1 1-1 0 0,1 0 1 0 0,1 1 0 0 0,-1-1 0 0 0,1 1-1 0 0,1-1 1 0 0,-1 1 0 0 0,1 0 0 0 0,1 0 0 0 0,-1 0-1 0 0,1 0 1 0 0,1 0 0 0 0,-1 0 0 0 0,2 0-1 0 0,0 14 1 0 0,0-18-50 0 0,12 46 149 0 0,-11-45-161 0 0,0-1-1 0 0,0 0 0 0 0,0 0 1 0 0,1 0-1 0 0,-1 0 0 0 0,1-1 0 0 0,0 1 1 0 0,0 0-1 0 0,0-1 0 0 0,1 0 1 0 0,-1 0-1 0 0,1 0 0 0 0,3 2 0 0 0,-2-1 2 0 0,1-1-1 0 0,-1-1 0 0 0,0 1 0 0 0,1-1 0 0 0,0 0 0 0 0,-1 0 0 0 0,1-1 1 0 0,0 1-1 0 0,0-1 0 0 0,11 0 0 0 0,-12-1-9 0 0,-1-1 0 0 0,1 1 0 0 0,-1-1 0 0 0,0 0 0 0 0,1-1 0 0 0,-1 1 0 0 0,8-4 0 0 0,-4 1-7 0 0,-1 1 8 0 0,-1 0-1 0 0,1-1 0 0 0,-1 0 0 0 0,1 0 0 0 0,-1-1 0 0 0,0 0 0 0 0,-1 0 0 0 0,1 0 0 0 0,-1 0 0 0 0,0-1 0 0 0,0 0 0 0 0,-1 0 0 0 0,0-1 0 0 0,0 1 0 0 0,0-1 0 0 0,-1 0 0 0 0,0 0 0 0 0,3-9 0 0 0,-5 11-30 0 0,-1 1-1 0 0,1 0 0 0 0,-1-1 1 0 0,0 1-1 0 0,0-1 0 0 0,0 1 0 0 0,-1 0 1 0 0,0-1-1 0 0,0 1 0 0 0,0 0 0 0 0,0 0 1 0 0,-1-1-1 0 0,1 1 0 0 0,-1 0 0 0 0,0 0 1 0 0,0 1-1 0 0,-1-1 0 0 0,1 0 0 0 0,-1 1 1 0 0,1-1-1 0 0,-1 1 0 0 0,-4-3 0 0 0,2 1-277 0 0,0 2-1 0 0,-1-1 0 0 0,1 1 0 0 0,-1-1 1 0 0,0 2-1 0 0,0-1 0 0 0,0 1 0 0 0,0-1 1 0 0,0 2-1 0 0,0-1 0 0 0,-1 1 0 0 0,1 0 0 0 0,-10-1 1 0 0,5 2-509 0 0,0 0 1 0 0,1 1 0 0 0,-1 0-1 0 0,1 1 1 0 0,-1 0 0 0 0,1 0-1 0 0,-13 6 1 0 0,-7 4-3985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3.5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221 169 4128 0 0,'-5'-9'666'0'0,"0"0"0"0"0,0 0 0 0 0,-1 1-1 0 0,0 0 1 0 0,-1 0 0 0 0,0 0-1 0 0,0 1 1 0 0,-1 0 0 0 0,-12-9 0 0 0,18 15-408 0 0,-18-3 126 0 0,18 5-343 0 0,-1-1 1 0 0,0 1 0 0 0,1-1 0 0 0,-1 1-1 0 0,1 0 1 0 0,-1 0 0 0 0,1 0-1 0 0,-1 0 1 0 0,1 0 0 0 0,0 1-1 0 0,0-1 1 0 0,-1 1 0 0 0,1-1 0 0 0,0 1-1 0 0,-2 3 1 0 0,3-5-35 0 0,-6 8 86 0 0,-1-1 1 0 0,1 1 0 0 0,1 1-1 0 0,0-1 1 0 0,0 1 0 0 0,0 0-1 0 0,1 0 1 0 0,1 1 0 0 0,0-1-1 0 0,0 1 1 0 0,0 0 0 0 0,-2 15-1 0 0,3-15-26 0 0,1 1 0 0 0,1-1-1 0 0,-1 21 1 0 0,1-25-44 0 0,1-1-11 0 0,1 0 1 0 0,-1-1 0 0 0,1 1 0 0 0,0-1-1 0 0,0 0 1 0 0,1 1 0 0 0,-1-1 0 0 0,1 0 0 0 0,0 0-1 0 0,4 8 1 0 0,-4-8-6 0 0,0-1-12 0 0,1-1 1 0 0,-1 1-1 0 0,0-1 1 0 0,1 1-1 0 0,-1-1 0 0 0,1 0 1 0 0,-1 0-1 0 0,1 0 1 0 0,0 0-1 0 0,0 0 1 0 0,0-1-1 0 0,0 0 0 0 0,0 1 1 0 0,5 0-1 0 0,-4 0-13 0 0,1-1-15 0 0,-1 0 1 0 0,1 0-1 0 0,-1-1 0 0 0,1 1 0 0 0,0-1 0 0 0,-1 0 0 0 0,1 0 1 0 0,0-1-1 0 0,-1 1 0 0 0,1-1 0 0 0,4-1 0 0 0,1-1-27 0 0,-1 0-1 0 0,1 0 1 0 0,17-9-1 0 0,-15 5 144 0 0,0-1-1 0 0,0 0 0 0 0,0-1 1 0 0,-1-1-1 0 0,-1 0 1 0 0,1 0-1 0 0,-2-1 0 0 0,1 0 1 0 0,-2 0-1 0 0,1-1 1 0 0,11-24-1 0 0,-17 30-97 0 0,0-1 0 0 0,0 1 0 0 0,-1-1 0 0 0,0 0 0 0 0,0 0 0 0 0,0 0-1 0 0,-1-1 1 0 0,0 1 0 0 0,-1 0 0 0 0,1 0 0 0 0,-1-1 0 0 0,-1 1 0 0 0,1 0 0 0 0,-1 0 0 0 0,-1 0 0 0 0,1 0 0 0 0,-1 0 0 0 0,-1 0-1 0 0,1 0 1 0 0,-1 0 0 0 0,0 1 0 0 0,0-1 0 0 0,-1 1 0 0 0,0 0 0 0 0,-8-9 0 0 0,9 12-195 0 0,0-1 1 0 0,0 1-1 0 0,0 0 1 0 0,-1 1-1 0 0,1-1 1 0 0,-1 1-1 0 0,0-1 1 0 0,0 1-1 0 0,0 0 1 0 0,0 1-1 0 0,0-1 1 0 0,0 1-1 0 0,-8-2 1 0 0,6 2-499 0 0,1 0 1 0 0,-1 1 0 0 0,1 0 0 0 0,-1 0-1 0 0,1 0 1 0 0,-8 2 0 0 0,-14 4-4999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4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77 3656 0 0,'1'-3'1768'0'0,"2"-12"-296"0"0,-2 12 830 0 0,-2-2-1404 0 0,-1-12-205 0 0,2 13 245 0 0,-6-2-450 0 0,6 5-467 0 0,0 1 0 0 0,0-1-1 0 0,0 1 1 0 0,0 0 0 0 0,0-1 0 0 0,0 1 0 0 0,-1-1 0 0 0,1 1 0 0 0,0 0-1 0 0,0-1 1 0 0,0 1 0 0 0,-1 0 0 0 0,1-1 0 0 0,0 1 0 0 0,-1 0 0 0 0,1-1-1 0 0,0 1 1 0 0,0 0 0 0 0,-1 0 0 0 0,1-1 0 0 0,-1 1 0 0 0,1 0 0 0 0,0 0-1 0 0,-1 0 1 0 0,1-1 0 0 0,0 1 0 0 0,-1 0 0 0 0,1 0 0 0 0,-1 0-1 0 0,1 0 1 0 0,-1 0 0 0 0,1 0 0 0 0,0 0 0 0 0,-1 0 0 0 0,1 0 0 0 0,-1 0-1 0 0,1 0 1 0 0,0 0 0 0 0,-1 0 0 0 0,0 1 0 0 0,-7 1 72 0 0,0 0 0 0 0,0 1 0 0 0,0 0 0 0 0,1 1 1 0 0,-1 0-1 0 0,1 0 0 0 0,0 1 0 0 0,0-1 0 0 0,-10 10 0 0 0,5-2-10 0 0,-1 0 0 0 0,1 1 1 0 0,1 0-1 0 0,1 0 0 0 0,0 2 0 0 0,0-1 0 0 0,2 1 0 0 0,-1 0 0 0 0,2 1 0 0 0,0 0 0 0 0,1 0 0 0 0,-4 18 0 0 0,10-30-77 0 0,-1-1 0 0 0,1 1 0 0 0,0 0 0 0 0,0 0 0 0 0,0-1 0 0 0,1 1-1 0 0,-1 0 1 0 0,1-1 0 0 0,0 1 0 0 0,0-1 0 0 0,0 1 0 0 0,1-1 0 0 0,2 7-1 0 0,-2-7-5 0 0,-1 0-26 0 0,1-1 0 0 0,0 1-1 0 0,-1 0 1 0 0,1-1-1 0 0,0 0 1 0 0,1 1 0 0 0,-1-1-1 0 0,0 0 1 0 0,1 0-1 0 0,-1 0 1 0 0,1 0 0 0 0,0-1-1 0 0,-1 1 1 0 0,1-1-1 0 0,5 2 1 0 0,-5-1 8 0 0,1-1-24 0 0,0 0 0 0 0,0 0 0 0 0,0 0-1 0 0,1 0 1 0 0,-1-1 0 0 0,0 0 0 0 0,0 0 0 0 0,1 0 0 0 0,-1 0 0 0 0,0-1 0 0 0,0 1 0 0 0,7-3 0 0 0,47-17-281 0 0,-43 13 327 0 0,0 0 0 0 0,-1-1-1 0 0,0-1 1 0 0,0 0 0 0 0,21-20-1 0 0,-27 22 40 0 0,0-1 0 0 0,-1 0-1 0 0,0 0 1 0 0,0-1-1 0 0,-1 0 1 0 0,0 0-1 0 0,-1 0 1 0 0,0-1-1 0 0,5-13 1 0 0,-8 17-50 0 0,-1 0 0 0 0,-1 0 0 0 0,1 0 1 0 0,-1 0-1 0 0,0-1 0 0 0,0 1 0 0 0,-1 0 0 0 0,0 0 1 0 0,0 0-1 0 0,0 0 0 0 0,-1 0 0 0 0,0 1 0 0 0,0-1 1 0 0,0 0-1 0 0,-1 1 0 0 0,0-1 0 0 0,0 1 1 0 0,0 0-1 0 0,0 0 0 0 0,-1 0 0 0 0,0 1 0 0 0,-8-8 1 0 0,7 8-169 0 0,-1 0 0 0 0,0 0 0 0 0,0 0 1 0 0,0 1-1 0 0,0 0 0 0 0,-1 0 1 0 0,1 1-1 0 0,-1-1 0 0 0,0 2 0 0 0,1-1 1 0 0,-9 0-1 0 0,6 1-539 0 0,-1 0-1 0 0,1 1 1 0 0,0 1 0 0 0,0 0-1 0 0,0 0 1 0 0,0 0 0 0 0,0 1-1 0 0,-11 4 1 0 0,-11 6-4865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5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96 4332 0 0,'2'-21'1719'0'0,"-1"16"-254"0"0,-2 1-176 0 0,1 4-1283 0 0,-1-3 266 0 0,0-1 1 0 0,1 1 0 0 0,-1 0 0 0 0,-1 0 0 0 0,1-1 0 0 0,0 1-1 0 0,-1 0 1 0 0,1 0 0 0 0,-1 0 0 0 0,0 1 0 0 0,0-1-1 0 0,0 0 1 0 0,-1 1 0 0 0,1-1 0 0 0,0 1 0 0 0,-6-4 0 0 0,3 4-172 0 0,1 0 1 0 0,0 0 0 0 0,-1 1-1 0 0,1-1 1 0 0,-1 1-1 0 0,1 0 1 0 0,-1 1 0 0 0,0-1-1 0 0,1 1 1 0 0,-1 0 0 0 0,0 0-1 0 0,0 0 1 0 0,1 1 0 0 0,-1-1-1 0 0,-5 3 1 0 0,1-1-8 0 0,1 1 0 0 0,-1 1-1 0 0,0-1 1 0 0,1 2 0 0 0,0-1 0 0 0,0 1 0 0 0,-11 9 0 0 0,8-6-26 0 0,2 1-1 0 0,-1 0 1 0 0,1 1 0 0 0,0 0 0 0 0,1 0 0 0 0,0 1 0 0 0,1 0 0 0 0,0 0 0 0 0,0 0-1 0 0,2 1 1 0 0,-8 18 0 0 0,12-23-40 0 0,-1-1 0 0 0,1 1 0 0 0,0-1 0 0 0,0 1 0 0 0,1 0 0 0 0,0-1 0 0 0,0 1 0 0 0,1 0 0 0 0,0-1 0 0 0,0 1 0 0 0,4 12 0 0 0,-4-15-33 0 0,0 0 0 0 0,1 0 0 0 0,-1 0 1 0 0,1 0-1 0 0,0-1 0 0 0,1 1 0 0 0,-1-1 0 0 0,0 1 1 0 0,1-1-1 0 0,0 0 0 0 0,0 0 0 0 0,0 0 1 0 0,0 0-1 0 0,0 0 0 0 0,1-1 0 0 0,6 5 1 0 0,-1-4-90 0 0,0 1-1 0 0,0-1 1 0 0,0 0 0 0 0,1-1 0 0 0,18 3 0 0 0,-17-4 61 0 0,-1-1 0 0 0,1 0 0 0 0,-1 0-1 0 0,1-1 1 0 0,-1-1 0 0 0,0 1 0 0 0,1-2-1 0 0,-1 1 1 0 0,0-2 0 0 0,10-3 0 0 0,-6 0 49 0 0,0 0 0 0 0,0 0-1 0 0,-1-2 1 0 0,1 1 0 0 0,18-18 0 0 0,-26 21-1 0 0,-1-1 0 0 0,1 0 0 0 0,-1 0 0 0 0,0 0 0 0 0,-1-1 0 0 0,1 1 0 0 0,-1-1 0 0 0,-1 0 0 0 0,1-1 0 0 0,-1 1 0 0 0,0-1 0 0 0,-1 1 0 0 0,0-1 0 0 0,2-11 0 0 0,-4 14-69 0 0,1 0 1 0 0,-1 0 0 0 0,0 0-1 0 0,-1 0 1 0 0,1 0-1 0 0,-1 0 1 0 0,0 0-1 0 0,0 0 1 0 0,-1 0 0 0 0,1 0-1 0 0,-1 0 1 0 0,0 0-1 0 0,-1 1 1 0 0,1-1-1 0 0,-1 1 1 0 0,0 0 0 0 0,0 0-1 0 0,0 0 1 0 0,0 0-1 0 0,-1 0 1 0 0,0 0-1 0 0,-7-5 1 0 0,1 4-519 0 0,1-1 0 0 0,-1 1 0 0 0,-1 1 0 0 0,1-1 0 0 0,-1 2 0 0 0,1 0 0 0 0,-1 0 0 0 0,0 1 0 0 0,0 0 0 0 0,0 1-1 0 0,-1 0 1 0 0,1 1 0 0 0,0 0 0 0 0,0 0 0 0 0,0 2 0 0 0,-15 2 0 0 0,-12 4-4719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5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295 114 4232 0 0,'1'-5'1723'0'0,"-1"1"-1302"0"0,0 0 0 0 0,0-1 1 0 0,-1 1-1 0 0,1 0 0 0 0,-1 0 1 0 0,0 0-1 0 0,0-1 0 0 0,0 1 1 0 0,-1 0-1 0 0,1 0 0 0 0,-1 0 1 0 0,-3-4-1 0 0,3 5-348 0 0,0 1 0 0 0,1 0 0 0 0,-1 0 1 0 0,-1 0-1 0 0,1 0 0 0 0,0 0 0 0 0,0 0 0 0 0,-1 1 1 0 0,1-1-1 0 0,-1 1 0 0 0,1 0 0 0 0,-1 0 0 0 0,1-1 1 0 0,-1 2-1 0 0,0-1 0 0 0,0 0 0 0 0,1 0 0 0 0,-1 1 1 0 0,0 0-1 0 0,0 0 0 0 0,0-1 0 0 0,0 2 0 0 0,-4-1 1 0 0,-4 1-3 0 0,1 1 0 0 0,-1 0 1 0 0,1 1-1 0 0,0 0 0 0 0,0 0 1 0 0,0 1-1 0 0,0 0 0 0 0,1 1 1 0 0,-1 0-1 0 0,1 1 0 0 0,0 0 1 0 0,1 0-1 0 0,0 1 0 0 0,0 0 1 0 0,0 0-1 0 0,1 1 0 0 0,0 0 1 0 0,0 0-1 0 0,1 1 0 0 0,0-1 1 0 0,0 2-1 0 0,1-1 0 0 0,1 0 1 0 0,-7 20-1 0 0,9-23-58 0 0,0 0 1 0 0,1 0-1 0 0,0 0 1 0 0,1 0-1 0 0,-1 0 1 0 0,1 0-1 0 0,0 0 1 0 0,1 1-1 0 0,0-1 0 0 0,-1 0 1 0 0,4 9-1 0 0,-3-12-32 0 0,1 1-1 0 0,0 0 1 0 0,0-1-1 0 0,0 0 0 0 0,0 1 1 0 0,0-1-1 0 0,1 0 1 0 0,-1 0-1 0 0,1 0 0 0 0,0 0 1 0 0,0-1-1 0 0,0 1 1 0 0,0-1-1 0 0,0 0 0 0 0,1 0 1 0 0,3 2-1 0 0,-4-2-21 0 0,4 0-16 0 0,1 1 0 0 0,0-1 0 0 0,-1 0 0 0 0,1-1 0 0 0,0 1-1 0 0,0-2 1 0 0,0 1 0 0 0,0-1 0 0 0,0 0 0 0 0,0-1 0 0 0,0 0-1 0 0,0 0 1 0 0,0-1 0 0 0,8-3 0 0 0,-1 1 90 0 0,0-1 0 0 0,-1-1 0 0 0,1-1 0 0 0,-2 0 0 0 0,1-1-1 0 0,-1 0 1 0 0,24-19 0 0 0,-31 21 13 0 0,1 0-1 0 0,-1 0 1 0 0,0-1-1 0 0,0 0 1 0 0,0 0-1 0 0,-1 0 1 0 0,-1-1-1 0 0,1 0 1 0 0,-1 0-1 0 0,0 0 1 0 0,-1 0-1 0 0,0-1 1 0 0,0 1 0 0 0,2-15-1 0 0,-4 18-60 0 0,-1 1-1 0 0,0 0 0 0 0,1-1 1 0 0,-2 1-1 0 0,1 0 1 0 0,0-1-1 0 0,-1 1 1 0 0,0 0-1 0 0,0 0 1 0 0,0-1-1 0 0,0 1 1 0 0,-1 0-1 0 0,0 0 1 0 0,0 0-1 0 0,0 0 1 0 0,0 1-1 0 0,-5-6 1 0 0,3 4-101 0 0,0 1 0 0 0,0 0 0 0 0,-1 1 0 0 0,0-1-1 0 0,0 1 1 0 0,0 0 0 0 0,0 0 0 0 0,-1 0 0 0 0,1 1 0 0 0,-1-1 0 0 0,-8-1 0 0 0,0 1-667 0 0,0 0-1 0 0,0 1 1 0 0,0 0 0 0 0,-1 2-1 0 0,1-1 1 0 0,0 2 0 0 0,-1 0-1 0 0,1 0 1 0 0,-20 6-1 0 0,-4 4-4518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49:46.4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68 4232 0 0,'-2'-2'1566'0'0,"-4"-9"-255"0"0,5 8-133 0 0,-4 2-60 0 0,-1-1-889 0 0,-1 1 0 0 0,1-1 1 0 0,-1 2-1 0 0,1-1 0 0 0,-1 1 0 0 0,1 0 1 0 0,-1 0-1 0 0,0 1 0 0 0,1 0 0 0 0,-1 0 1 0 0,1 0-1 0 0,-10 4 0 0 0,7-1-74 0 0,-1 0-1 0 0,0 1 1 0 0,1 0-1 0 0,0 1 1 0 0,0 0 0 0 0,1 0-1 0 0,-12 11 1 0 0,10-8-100 0 0,1 1 0 0 0,1 0 0 0 0,-1 0 0 0 0,1 1 0 0 0,1 0 0 0 0,0 0 0 0 0,1 0 0 0 0,0 1 0 0 0,0 0 0 0 0,2 1 0 0 0,-1-1 0 0 0,1 1 0 0 0,-1 14 0 0 0,4-24-45 0 0,1 1 0 0 0,-1 0-1 0 0,1 0 1 0 0,0 0 0 0 0,1-1 0 0 0,-1 1 0 0 0,1 0-1 0 0,-1 0 1 0 0,1-1 0 0 0,0 1 0 0 0,1 0 0 0 0,-1-1-1 0 0,0 1 1 0 0,1-1 0 0 0,0 0 0 0 0,0 1 0 0 0,0-1-1 0 0,5 5 1 0 0,-2-3-16 0 0,0 0 0 0 0,0-1-1 0 0,1 0 1 0 0,-1 0 0 0 0,1-1 0 0 0,0 0-1 0 0,0 0 1 0 0,8 3 0 0 0,-8-4-8 0 0,0-1 0 0 0,0 0 0 0 0,1 0 0 0 0,-1 0 0 0 0,1 0 0 0 0,-1-1 0 0 0,1 0 0 0 0,12-2 0 0 0,-4-1 38 0 0,0 0 1 0 0,23-7-1 0 0,-21 4 142 0 0,0-1-1 0 0,-1-1 0 0 0,-1 0 0 0 0,1-1 1 0 0,-1-1-1 0 0,19-16 0 0 0,-27 21-86 0 0,0-1-1 0 0,-1 0 0 0 0,0-1 1 0 0,-1 1-1 0 0,1-1 0 0 0,-1 0 1 0 0,0 0-1 0 0,-1-1 0 0 0,0 0 1 0 0,0 1-1 0 0,-1-2 0 0 0,0 1 1 0 0,0 0-1 0 0,2-15 1 0 0,-4 18-132 0 0,-1 0 1 0 0,0 0 0 0 0,0 0-1 0 0,-1 0 1 0 0,1-1 0 0 0,-1 1 0 0 0,-1 0-1 0 0,1 0 1 0 0,0 0 0 0 0,-1 1-1 0 0,0-1 1 0 0,0 0 0 0 0,-1 0 0 0 0,1 1-1 0 0,-1 0 1 0 0,0-1 0 0 0,0 1-1 0 0,-1 0 1 0 0,1 1 0 0 0,-1-1 0 0 0,0 0-1 0 0,0 1 1 0 0,-8-5 0 0 0,0 0-577 0 0,-1 0 0 0 0,0 1 1 0 0,0 1-1 0 0,-1 0 0 0 0,0 1 0 0 0,-26-6 1 0 0,-28 0-3478 0 0,-10 4-2894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11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0 114 3968 0 0,'0'0'4011'0'0,"2"4"-3571"0"0,4 14-89 0 0,-5-14-59 0 0,0-2-259 0 0,-1-1 0 0 0,1 1 0 0 0,0-1 1 0 0,0 1-1 0 0,0-1 0 0 0,0 0 0 0 0,0 1 0 0 0,0-1 0 0 0,0 0 0 0 0,1 0 0 0 0,1 2 0 0 0,-2-3-2 0 0,3 6 42 0 0,0-1 0 0 0,1 0-1 0 0,-1 0 1 0 0,1-1 0 0 0,1 1-1 0 0,-1-1 1 0 0,0 0 0 0 0,1-1-1 0 0,0 1 1 0 0,11 4 0 0 0,-4-2-3 0 0,-5-3-58 0 0,-1 0 0 0 0,0-1 0 0 0,1 0 0 0 0,0 0 0 0 0,-1 0 0 0 0,1-1 0 0 0,0-1 0 0 0,0 1 0 0 0,0-1 0 0 0,0-1 0 0 0,-1 1 0 0 0,1-1 0 0 0,0-1 0 0 0,0 1 0 0 0,11-5 0 0 0,-15 4-6 0 0,-1 2-19 0 0,-1-1 7 0 0,1 0 0 0 0,-1 1 0 0 0,1-1 0 0 0,-1 1 0 0 0,1 0 0 0 0,-1 0 0 0 0,1 0 0 0 0,-1 0 0 0 0,1 0 0 0 0,0 0 0 0 0,-1 1 0 0 0,4 0 0 0 0,-5 0 8 0 0,3-1 4 0 0,29 23 93 0 0,-10-8 40 0 0,0-1-1 0 0,0-2 1 0 0,33 13 0 0 0,-45-21-125 0 0,1 0-1 0 0,-1-2 1 0 0,1 1-1 0 0,0-1 1 0 0,0-1-1 0 0,-1 0 0 0 0,1-1 1 0 0,19-1-1 0 0,-24 0-9 0 0,0-1-1 0 0,0 1 0 0 0,-1-1 0 0 0,1 0 0 0 0,0-1 0 0 0,-1 0 0 0 0,0 0 1 0 0,1 0-1 0 0,-1 0 0 0 0,-1-1 0 0 0,1 0 0 0 0,5-5 0 0 0,-3 2-1 0 0,-5 5 31 0 0,6-3-44 0 0,2-5 66 0 0,-9 9-67 0 0,0 0 0 0 0,1 0 1 0 0,-1 0-1 0 0,0 1 1 0 0,0-1-1 0 0,0 0 0 0 0,1 1 1 0 0,-1-1-1 0 0,0 1 1 0 0,1 0-1 0 0,-1 0 0 0 0,4 0 1 0 0,36 16 31 0 0,-6 0-15 0 0,-6-4 7 0 0,16 8 6 0 0,-43-19-22 0 0,14 3 25 0 0,5 0-24 0 0,1-1 1 0 0,0-1-1 0 0,-1-1 1 0 0,1-1-1 0 0,34-4 1 0 0,-51 3-7 0 0,-2 1-7 0 0,47-8 23 0 0,-35 6-11 0 0,9-1 2 0 0,-21 3-3 0 0,1 0 6 0 0,17 2 1 0 0,0 1 0 0 0,-1 1 0 0 0,0 2 0 0 0,0 0 1 0 0,0 1-1 0 0,0 1 0 0 0,24 13 0 0 0,45 16 10 0 0,-74-32-5 0 0,4 0 0 0 0,-8-4 8 0 0,1 2-39 0 0,0-1-1 0 0,1-1 1 0 0,-1 0 0 0 0,0-1 0 0 0,1 0 0 0 0,-1-1 0 0 0,1-1 0 0 0,-1 0 0 0 0,23-7-1 0 0,-23 6 73 0 0,116-43-173 0 0,-99 34 168 0 0,-1 1 1 0 0,1 1-1 0 0,40-7 1 0 0,-49 15-29 0 0,0 1 0 0 0,-1 1 1 0 0,1 1-1 0 0,0 0 0 0 0,31 8 0 0 0,-21-4 31 0 0,42 7-104 0 0,-37-8-20 0 0,0-2-1 0 0,0-1 0 0 0,0-1 0 0 0,0-2 0 0 0,-1-2 0 0 0,1-1 1 0 0,-1-2-1 0 0,58-19 0 0 0,10-12-4 0 0,-57 19 91 0 0,1 3 1 0 0,69-16-1 0 0,-103 31-63 0 0,6 0 65 0 0,0 0 0 0 0,0 2 0 0 0,0 0 0 0 0,0 1 0 0 0,0 1 0 0 0,25 8 0 0 0,-21-5-11 0 0,57 16 15 0 0,-57-14-30 0 0,-1-1-1 0 0,1-1 0 0 0,1-1 1 0 0,-1-2-1 0 0,1 0 1 0 0,0-1-1 0 0,42-3 0 0 0,39-13-148 0 0,-63 6 257 0 0,1 3 1 0 0,57 0-1 0 0,-74 7-55 0 0,1 2-1 0 0,-1 0 0 0 0,0 2 0 0 0,38 13 0 0 0,-33-9-16 0 0,62 12 0 0 0,-63-19-37 0 0,1-1-1 0 0,-1-2 1 0 0,1-1 0 0 0,59-9 0 0 0,122-39-29 0 0,-135 28 54 0 0,94-12-1 0 0,-59 24-19 0 0,1 5-1 0 0,0 5 0 0 0,157 21 1 0 0,-211-19-274 0 0,0-2 0 0 0,0-3 0 0 0,111-17 0 0 0,-69 6 279 0 0,-36 3 48 0 0,-43 6-30 0 0,1 1-1 0 0,0 1 1 0 0,45 3-1 0 0,2 3-115 0 0,-9 5 167 0 0,84 23-1 0 0,-88-17 54 0 0,75 9 0 0 0,-77-20-103 0 0,-1-2-1 0 0,84-8 1 0 0,107-26 22 0 0,-96 10 920 0 0,-130 19-831 0 0,-4 0-67 0 0,1 1 1 0 0,0 1-1 0 0,0 0 0 0 0,0 1 1 0 0,-1 1-1 0 0,20 2 0 0 0,-9 4-54 0 0,187 39-4 0 0,-173-41 49 0 0,0-2 0 0 0,0-1 0 0 0,0-2 0 0 0,45-6 0 0 0,153-33 56 0 0,-30 4-35 0 0,-152 31-101 0 0,1 4 0 0 0,-1 1 0 0 0,0 3 0 0 0,59 13 0 0 0,-42-7 0 0 0,122 3 1 0 0,255-55-941 0 0,-152 7 1068 0 0,-226 30-93 0 0,1 3-1 0 0,0 3 1 0 0,-1 3 0 0 0,1 4-1 0 0,86 20 1 0 0,-96-15-9 0 0,1-3 1 0 0,1-2 0 0 0,0-3 0 0 0,0-3 0 0 0,93-10 0 0 0,-76-2-1 0 0,0-3 0 0 0,-1-4 0 0 0,143-51 1 0 0,-191 57-29 0 0,1 0-1 0 0,-1 2 1 0 0,46-5 0 0 0,-59 12 48 0 0,-1 0 0 0 0,0 2 0 0 0,1 1 0 0 0,-1 0 0 0 0,0 1 1 0 0,0 1-1 0 0,30 9 0 0 0,1 3 14 0 0,-4 1 19 0 0,2-2-1 0 0,0-2 0 0 0,0-2 0 0 0,83 5 1 0 0,-79-16-27 0 0,0-2 1 0 0,75-13-1 0 0,98-34 103 0 0,-35 7-30 0 0,-130 33 21 0 0,1 2 1 0 0,1 3 0 0 0,-1 2 0 0 0,1 4 0 0 0,91 11-1 0 0,-52 1-52 0 0,302 31-175 0 0,-315-40 127 0 0,0-3 0 0 0,141-17 0 0 0,-90-9-58 0 0,70-7 98 0 0,-182 30-54 0 0,-1 1 0 0 0,0 2 0 0 0,0 0 0 0 0,0 2 0 0 0,0 1 0 0 0,26 7-1 0 0,62 22-23 0 0,137 34-16 0 0,-209-59 21 0 0,1-2 0 0 0,-1-1 0 0 0,2-2 0 0 0,44-4 0 0 0,-10-5 78 0 0,0-3 1 0 0,-1-3 0 0 0,-1-4-1 0 0,76-26 1 0 0,-120 31-36 0 0,0 2 0 0 0,1 1 1 0 0,65-6-1 0 0,-80 13-42 0 0,0 1 0 0 0,-1 1 0 0 0,1 0 0 0 0,-1 1 0 0 0,0 1 0 0 0,1 1 0 0 0,-1 0 0 0 0,-1 2 0 0 0,23 9 0 0 0,59 34 94 0 0,32 13-80 0 0,-109-54 4 0 0,1-1 1 0 0,0 0-1 0 0,0-2 1 0 0,35 4-1 0 0,-4-5 34 0 0,1-3-1 0 0,97-10 1 0 0,104-32 524 0 0,12-1 278 0 0,-245 39-827 0 0,0 2 1 0 0,0 0-1 0 0,0 2 0 0 0,0 0 0 0 0,-1 2 0 0 0,1 0 0 0 0,0 1 0 0 0,-1 1 1 0 0,0 2-1 0 0,0 0 0 0 0,0 1 0 0 0,-1 0 0 0 0,28 18 0 0 0,19 17-141 0 0,85 48-172 0 0,-133-82 306 0 0,0 0 0 0 0,1-2 1 0 0,-1-1-1 0 0,2 0 0 0 0,-1-1 0 0 0,33 3 0 0 0,-20-6 7 0 0,-1-2-1 0 0,1-1 1 0 0,-1-2 0 0 0,0-1-1 0 0,33-8 1 0 0,151-52 79 0 0,10-2-36 0 0,-201 61-14 0 0,1 1 1 0 0,-1 2 0 0 0,1 1-1 0 0,-1 0 1 0 0,34 5 0 0 0,-8 3 80 0 0,80 23 1 0 0,-70-14-129 0 0,0-2-1 0 0,0-3 1 0 0,1-3-1 0 0,0-2 1 0 0,1-3 0 0 0,-1-3-1 0 0,1-3 1 0 0,-1-2-1 0 0,62-14 1 0 0,-4-11 149 0 0,-77 18-165 0 0,1 1 0 0 0,0 2 0 0 0,82-5 0 0 0,-119 14 31 0 0,0 0 0 0 0,0 1-1 0 0,0 0 1 0 0,1 0-1 0 0,-1 0 1 0 0,10 4 0 0 0,-2 0 2 0 0,93 32-9 0 0,-66-22-10 0 0,-12-7 33 0 0,0-1 1 0 0,0-1-1 0 0,0-2 1 0 0,1-1 0 0 0,0-2-1 0 0,-1 0 1 0 0,1-2 0 0 0,0-2-1 0 0,59-12 1 0 0,-15-5 331 0 0,-1-4 0 0 0,116-54 1 0 0,-174 71-383 0 0,0 1 0 0 0,1 0 0 0 0,-1 1 0 0 0,1 0 0 0 0,28-2 0 0 0,-36 7 32 0 0,0 1 0 0 0,0 0 0 0 0,0 1 0 0 0,0 0 0 0 0,-1 1 1 0 0,1-1-1 0 0,-1 2 0 0 0,1-1 0 0 0,-1 1 0 0 0,0 0 0 0 0,-1 1 0 0 0,9 6 0 0 0,17 8-4 0 0,-6-8 7 0 0,0-1-1 0 0,0-1 1 0 0,1-1 0 0 0,0-1 0 0 0,29 2-1 0 0,-19-3 6 0 0,15 1 161 0 0,18-2 114 0 0,-67-4-257 0 0,24 0 98 0 0,-3-2 64 0 0,18-1 23 0 0,44-9-14 0 0,-79 10-204 0 0,21-3 95 0 0,39 0-1 0 0,-57 4-61 0 0,1 0-1 0 0,-1 1 0 0 0,0 1 0 0 0,0 0 1 0 0,1 1-1 0 0,-1 0 0 0 0,15 6 1 0 0,14 11-61 0 0,-28-13-269 0 0,1 0 1 0 0,0-1 0 0 0,0 0 0 0 0,0-2 0 0 0,1 1 0 0 0,-1-1 0 0 0,1-1 0 0 0,0-1 0 0 0,20 2 0 0 0,-32-4 168 0 0,48-1-1971 0 0,-10-6-2735 0 0,-16-2-1356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02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204 109 3960 0 0,'0'0'1417'0'0,"1"-4"-225"0"0,-1-3-204 0 0,-1-1-1 0 0,1 1 0 0 0,-1 0 1 0 0,0 0-1 0 0,-4-12 0 0 0,4 16-539 0 0,-1-1-166 0 0,0-1 1 0 0,-1 1 0 0 0,1 0 0 0 0,-1 0 0 0 0,0 0 0 0 0,1 0 0 0 0,-2 0 0 0 0,1 0 0 0 0,-4-3-1 0 0,4 5-16 0 0,-2 2-210 0 0,2 0-44 0 0,-1 0 0 0 0,1 1 0 0 0,-1 0 0 0 0,0-1 0 0 0,1 1 0 0 0,-1 1 0 0 0,1-1 0 0 0,0 0 0 0 0,-1 1 0 0 0,1-1 0 0 0,0 1 0 0 0,0 0 0 0 0,0 0 0 0 0,0 1 0 0 0,0-1 0 0 0,0 0 0 0 0,1 1 0 0 0,-4 4 0 0 0,-4 4-6 0 0,0 0 1 0 0,1 1-1 0 0,1 0 0 0 0,0 1 1 0 0,0 0-1 0 0,1 0 1 0 0,1 1-1 0 0,0 0 0 0 0,1 0 1 0 0,1 0-1 0 0,-5 24 1 0 0,8-26-3 0 0,0 1 0 0 0,1-1 0 0 0,0 0 0 0 0,2 15 0 0 0,0-20 6 0 0,0-1 0 0 0,0 1 0 0 0,0 0 0 0 0,1-1 0 0 0,5 10 0 0 0,-3-7-10 0 0,0-1 1 0 0,0 1 0 0 0,1-2 0 0 0,0 1 0 0 0,12 11 0 0 0,-15-16 0 0 0,0-1 0 0 0,0 1 0 0 0,0 0 0 0 0,1-1 0 0 0,-1 0 0 0 0,1 0 0 0 0,0 0 0 0 0,-1 0 0 0 0,1-1 0 0 0,0 1 0 0 0,0-1 0 0 0,0 0 0 0 0,0 0 0 0 0,0-1 0 0 0,1 1 0 0 0,-1-1 0 0 0,0 0 0 0 0,5 0 0 0 0,-3-1 1 0 0,1 0 0 0 0,0 0 0 0 0,-1 0-1 0 0,1-1 1 0 0,-1 0 0 0 0,1 0 0 0 0,-1-1 0 0 0,0 0-1 0 0,0 0 1 0 0,0 0 0 0 0,-1-1 0 0 0,1 0 0 0 0,-1 0 0 0 0,0 0-1 0 0,0-1 1 0 0,0 1 0 0 0,0-1 0 0 0,-1 0 0 0 0,0-1-1 0 0,5-7 1 0 0,-7 10 5 0 0,3-4 17 0 0,-1 0 0 0 0,0 0 0 0 0,-1 0 0 0 0,1 0 0 0 0,-1-1 1 0 0,-1 1-1 0 0,1-1 0 0 0,2-15 0 0 0,-5-38 6 0 0,-1 56-91 0 0,1 0 0 0 0,-1 0 0 0 0,0 0 0 0 0,0 0 1 0 0,0 0-1 0 0,-1 0 0 0 0,0 1 0 0 0,0-1 1 0 0,0 1-1 0 0,0-1 0 0 0,-1 1 0 0 0,0 0 1 0 0,0-1-1 0 0,0 2 0 0 0,0-1 0 0 0,0 0 0 0 0,-1 1 1 0 0,0-1-1 0 0,0 1 0 0 0,0 0 0 0 0,0 0 1 0 0,0 1-1 0 0,-7-4 0 0 0,4 3-632 0 0,-1 0 0 0 0,0 1 0 0 0,0 0 0 0 0,0 0 0 0 0,0 1 0 0 0,0 0 0 0 0,0 0 0 0 0,-1 0-1 0 0,1 2 1 0 0,0-1 0 0 0,0 1 0 0 0,-13 2 0 0 0,-13 6-5590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04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47 5473 0 0,'2'-21'1652'0'0,"-1"17"1745"0"0,-3 1-2734 0 0,-3-12-146 0 0,4 12 465 0 0,-4 4-762 0 0,-3 2-163 0 0,0 0 0 0 0,1 1 0 0 0,-1 0 0 0 0,1 0 0 0 0,0 1-1 0 0,1 0 1 0 0,-1 0 0 0 0,1 0 0 0 0,-11 12 0 0 0,9-8-27 0 0,-1 1 0 0 0,2 1 0 0 0,-1-1 0 0 0,1 1 0 0 0,1 0 0 0 0,0 1 0 0 0,1 0 0 0 0,0-1 0 0 0,0 2 0 0 0,2-1 0 0 0,-1 0 0 0 0,2 1 0 0 0,-2 14 0 0 0,4-23-21 0 0,0-1-1 0 0,0 0 0 0 0,1 1 0 0 0,0-1 1 0 0,0 0-1 0 0,0 1 0 0 0,0-1 0 0 0,0 0 1 0 0,0 0-1 0 0,1 0 0 0 0,0 0 0 0 0,-1 0 1 0 0,4 3-1 0 0,-3-4-10 0 0,0 1 9 0 0,-1-1 0 0 0,1 0 0 0 0,0 0 1 0 0,0-1-1 0 0,1 1 0 0 0,-1 0 0 0 0,0-1 0 0 0,0 1 0 0 0,1-1 0 0 0,-1 0 0 0 0,1 0 0 0 0,-1 0 0 0 0,1 0 0 0 0,0 0 0 0 0,4 1 0 0 0,-5-2-4 0 0,2 1 4 0 0,0 0 0 0 0,0-1 0 0 0,0 0 1 0 0,0 0-1 0 0,0 0 0 0 0,0 0 0 0 0,0 0 0 0 0,0-1 1 0 0,0 1-1 0 0,0-1 0 0 0,6-2 0 0 0,-7 2-3 0 0,6-2 39 0 0,-1 0 1 0 0,0 0 0 0 0,0-1 0 0 0,0 0-1 0 0,0 0 1 0 0,-1-1 0 0 0,1 0-1 0 0,-1 0 1 0 0,-1-1 0 0 0,1 1 0 0 0,-1-2-1 0 0,0 1 1 0 0,7-9 0 0 0,-10 11-8 0 0,0-1 0 0 0,0 1 1 0 0,0-1-1 0 0,0 1 0 0 0,-1-1 0 0 0,0 0 1 0 0,0 0-1 0 0,0 0 0 0 0,-1 0 1 0 0,0 0-1 0 0,0-1 0 0 0,0 1 1 0 0,0 0-1 0 0,-1-1 0 0 0,0 1 0 0 0,0 0 1 0 0,0-1-1 0 0,-1 1 0 0 0,0 0 1 0 0,0 0-1 0 0,0 0 0 0 0,-3-7 0 0 0,2 8-197 0 0,0-1 1 0 0,-1 1-1 0 0,0-1 0 0 0,0 1 0 0 0,-1 0 0 0 0,1 0 0 0 0,-1 0 0 0 0,1 1 0 0 0,-1-1 0 0 0,0 1 0 0 0,-1 0 0 0 0,1 0 0 0 0,-1 0 0 0 0,1 1 0 0 0,-1-1 0 0 0,0 1 0 0 0,0 0 0 0 0,0 1 0 0 0,0-1 0 0 0,0 1 0 0 0,0 0 0 0 0,-7-1 0 0 0,-5 1-1152 0 0,1 0 0 0 0,0 1 0 0 0,0 0 0 0 0,-18 4 0 0 0,-7 2-4039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05.9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37 4648 0 0,'0'0'2991'0'0,"-2"-4"-1753"0"0,-15-26 2970 0 0,16 27-2581 0 0,-1 6-1510 0 0,-4 10-12 0 0,5-10-1 0 0,2 18 35 0 0,1-1 1 0 0,0 0-1 0 0,2 0 0 0 0,11 37 1 0 0,-4-19 2 0 0,8 30-46 0 0,-18-65-50 0 0,0 1 46 0 0,1 4-408 0 0,3 12 1969 0 0,-5-14-4865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0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72 4028 0 0,'0'0'2058'0'0,"0"-4"-239"0"0,-2-13-188 0 0,1 13 1021 0 0,1 0-1487 0 0,-5-34 3888 0 0,4 34-2804 0 0,3 8-2141 0 0,105 273-440 0 0,-99-248-1065 0 0,-7-24 225 0 0,-1 0-389 0 0,-2 9 247 0 0,-5 13-6198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1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75 4808 0 0,'0'-5'1633'0'0,"-1"2"-1409"0"0,1 0 0 0 0,-1 0-1 0 0,1 1 1 0 0,-1-1 0 0 0,0 0-1 0 0,0 0 1 0 0,0 1 0 0 0,0-1 0 0 0,-1 1-1 0 0,1-1 1 0 0,-1 1 0 0 0,1 0-1 0 0,-1-1 1 0 0,0 1 0 0 0,0 0-1 0 0,0 0 1 0 0,0 0 0 0 0,-1 0 0 0 0,1 1-1 0 0,0-1 1 0 0,-1 1 0 0 0,-4-3-1 0 0,-10-1 149 0 0,13 4-105 0 0,-2 1-53 0 0,-2 1-163 0 0,0 0 1 0 0,0 1-1 0 0,0 0 0 0 0,0 0 0 0 0,0 0 1 0 0,0 1-1 0 0,0 1 0 0 0,1-1 0 0 0,0 1 1 0 0,0 0-1 0 0,0 1 0 0 0,0-1 0 0 0,1 1 0 0 0,-1 1 1 0 0,1-1-1 0 0,-6 8 0 0 0,5-4 8 0 0,-1 0 1 0 0,1 0-1 0 0,1 1 0 0 0,0 0 0 0 0,0 0 0 0 0,1 1 1 0 0,0 0-1 0 0,1-1 0 0 0,0 2 0 0 0,-4 21 0 0 0,7-29-36 0 0,1-1 0 0 0,0 0-1 0 0,0 0 1 0 0,0 1 0 0 0,0-1-1 0 0,1 0 1 0 0,-1 1 0 0 0,1-1 0 0 0,0 0-1 0 0,0 0 1 0 0,0 0 0 0 0,1 0-1 0 0,-1 0 1 0 0,3 5 0 0 0,-2-6 7 0 0,-2-1-29 0 0,1 1-1 0 0,-1-1 1 0 0,1 0 0 0 0,0 0-1 0 0,0 0 1 0 0,0 0 0 0 0,-1 0 0 0 0,1 0-1 0 0,0 0 1 0 0,0 0 0 0 0,1 0-1 0 0,-1 0 1 0 0,0-1 0 0 0,0 1 0 0 0,0 0-1 0 0,0-1 1 0 0,3 2 0 0 0,-1-1-1 0 0,-1 0-2 0 0,-1 0 0 0 0,0 0 0 0 0,1 0 0 0 0,-1 0 0 0 0,1 0 0 0 0,-1-1 1 0 0,1 1-1 0 0,0 0 0 0 0,-1-1 0 0 0,1 1 0 0 0,0-1 0 0 0,-1 0 0 0 0,1 0 0 0 0,0 1 0 0 0,2-1 0 0 0,2 0-5 0 0,-4 1 4 0 0,1-1 0 0 0,-1 1 0 0 0,1-1 0 0 0,0 1 1 0 0,0-1-1 0 0,-1 0 0 0 0,1 0 0 0 0,0 0 0 0 0,-1-1 1 0 0,1 1-1 0 0,0 0 0 0 0,2-2 0 0 0,5 0-6 0 0,5 0 3 0 0,0-1-1 0 0,0-1 1 0 0,-1-1-1 0 0,1 1 0 0 0,-1-2 1 0 0,0 0-1 0 0,24-15 1 0 0,-29 15 10 0 0,0 0 0 0 0,0 0 0 0 0,-1-1 0 0 0,1 0 0 0 0,-2-1 0 0 0,1 0 1 0 0,-1 0-1 0 0,0-1 0 0 0,0 0 0 0 0,9-18 0 0 0,-14 23-46 0 0,0 0 0 0 0,0 0-1 0 0,0 0 1 0 0,-1-1 0 0 0,1 1 0 0 0,-1-1 0 0 0,0 1 0 0 0,-1-1 0 0 0,1 1-1 0 0,-1-1 1 0 0,0 0 0 0 0,0 1 0 0 0,0-1 0 0 0,-1 1 0 0 0,1-1-1 0 0,-1 1 1 0 0,0-1 0 0 0,-1 1 0 0 0,1-1 0 0 0,-1 1 0 0 0,0 0-1 0 0,0 0 1 0 0,0 0 0 0 0,0 0 0 0 0,-4-4 0 0 0,5 6-30 0 0,0 1 1 0 0,0 0 0 0 0,0 0-1 0 0,0 0 1 0 0,0 0-1 0 0,0 0 1 0 0,0 0 0 0 0,0 0-1 0 0,0 1 1 0 0,0-1-1 0 0,-1 0 1 0 0,1 1-1 0 0,0-1 1 0 0,-1 1 0 0 0,1-1-1 0 0,0 1 1 0 0,-2-1-1 0 0,-2 0-229 0 0,2 0-63 0 0,0 0-1 0 0,-1 0 1 0 0,1 0-1 0 0,-1 0 1 0 0,0 1-1 0 0,1-1 1 0 0,-1 1-1 0 0,0 0 1 0 0,1 0-1 0 0,-1 1 1 0 0,1-1-1 0 0,-1 1 1 0 0,1 0-1 0 0,-1-1 0 0 0,1 2 1 0 0,-4 0-1 0 0,-16 7-4969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1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370 140 4440 0 0,'-2'-5'280'0'0,"-1"-1"-1"0"0,-1 1 1 0 0,1 0-1 0 0,-1 0 0 0 0,0 0 1 0 0,0 1-1 0 0,0-1 1 0 0,0 1-1 0 0,-1 0 0 0 0,0 0 1 0 0,0 0-1 0 0,0 1 0 0 0,0 0 1 0 0,-1 0-1 0 0,1 0 1 0 0,-1 1-1 0 0,0-1 0 0 0,0 1 1 0 0,0 1-1 0 0,0-1 1 0 0,0 1-1 0 0,-10-1 0 0 0,9 2-196 0 0,-1 0 0 0 0,1 0-1 0 0,0 1 1 0 0,0 0 0 0 0,0 0 0 0 0,0 1-1 0 0,0-1 1 0 0,0 2 0 0 0,0-1-1 0 0,0 1 1 0 0,-9 5 0 0 0,2 0 24 0 0,1 0-1 0 0,-1 1 1 0 0,-20 19 0 0 0,27-21-65 0 0,-1 1 1 0 0,1-1-1 0 0,0 2 0 0 0,1-1 1 0 0,0 1-1 0 0,0 0 1 0 0,1 0-1 0 0,0 0 0 0 0,1 1 1 0 0,0 0-1 0 0,0 0 1 0 0,1 0-1 0 0,0 0 0 0 0,-2 17 1 0 0,5-25-37 0 0,0 0-1 0 0,0 0 1 0 0,0 0 0 0 0,0 0 0 0 0,0 0 0 0 0,0-1-1 0 0,0 1 1 0 0,0 0 0 0 0,1 0 0 0 0,-1 0 0 0 0,1 0-1 0 0,0 2 1 0 0,1 1 7 0 0,-2-4-10 0 0,0 1 0 0 0,0-1 0 0 0,1 0 0 0 0,-1 1 0 0 0,1-1 0 0 0,-1 0 0 0 0,1 0 0 0 0,-1 1 0 0 0,1-1 1 0 0,0 0-1 0 0,-1 0 0 0 0,1 0 0 0 0,0 0 0 0 0,0 0 0 0 0,0 0 0 0 0,0 0 0 0 0,0 0 0 0 0,2 1 0 0 0,0 1 1 0 0,-3-2-9 0 0,1 0 1 0 0,0 0-1 0 0,0 0 1 0 0,0 0-1 0 0,0 0 1 0 0,0 0-1 0 0,1 0 0 0 0,-1 0 1 0 0,0 0-1 0 0,0 0 1 0 0,1 0-1 0 0,-1-1 1 0 0,0 1-1 0 0,1-1 1 0 0,-1 1-1 0 0,0-1 1 0 0,3 1-1 0 0,0 0-16 0 0,-2 0 11 0 0,-1 0-1 0 0,1 0 1 0 0,0 0-1 0 0,0-1 0 0 0,-1 1 1 0 0,1 0-1 0 0,0-1 1 0 0,0 1-1 0 0,0-1 1 0 0,0 0-1 0 0,0 0 0 0 0,0 0 1 0 0,0 0-1 0 0,0 0 1 0 0,2 0-1 0 0,2-1-24 0 0,4 1 4 0 0,0 0-1 0 0,0-1 0 0 0,0 0 1 0 0,0 0-1 0 0,0-1 1 0 0,0-1-1 0 0,0 1 1 0 0,0-2-1 0 0,10-4 1 0 0,-8 3 11 0 0,5-2 98 0 0,-1 0-1 0 0,1-1 0 0 0,-2-1 0 0 0,1 0 0 0 0,-1-1 0 0 0,-1-1 0 0 0,16-14 0 0 0,-22 17-10 0 0,0 0-1 0 0,-1 0 1 0 0,0-1 0 0 0,0 0 0 0 0,-1 0-1 0 0,0-1 1 0 0,-1 1 0 0 0,0-1 0 0 0,0-1-1 0 0,-1 1 1 0 0,-1-1 0 0 0,4-13 0 0 0,-6 18-48 0 0,0 0 0 0 0,-1 0 0 0 0,0 0 0 0 0,0 0-1 0 0,0 0 1 0 0,-1 0 0 0 0,0 0 0 0 0,-1-6 0 0 0,1 9-57 0 0,0 0 1 0 0,0 1-1 0 0,0-1 0 0 0,0 0 0 0 0,0 1 0 0 0,0-1 0 0 0,-1 1 0 0 0,1-1 0 0 0,-1 1 0 0 0,0 0 0 0 0,0 0 0 0 0,0 0 1 0 0,0 0-1 0 0,0 0 0 0 0,0 0 0 0 0,0 0 0 0 0,-1 1 0 0 0,1-1 0 0 0,0 1 0 0 0,-4-2 0 0 0,0 1-190 0 0,0 0-1 0 0,0 1 1 0 0,0-1-1 0 0,0 1 0 0 0,0 0 1 0 0,0 1-1 0 0,0-1 1 0 0,0 1-1 0 0,0 1 0 0 0,-1-1 1 0 0,1 1-1 0 0,0 0 1 0 0,0 0-1 0 0,-6 3 1 0 0,6-2-540 0 0,0 1 0 0 0,0 0 0 0 0,0 0 0 0 0,0 0 0 0 0,-6 6 0 0 0,-10 9-4445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2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72 3532 0 0,'0'-4'2034'0'0,"1"-16"-429"0"0,-1 16-329 0 0,-2 0-215 0 0,1 0-843 0 0,-1 1 0 0 0,0 0 0 0 0,-1 0 0 0 0,1 0 1 0 0,0 0-1 0 0,-1 0 0 0 0,0 0 0 0 0,1 1 0 0 0,-1-1 0 0 0,0 1 0 0 0,-1 0 0 0 0,-3-3 0 0 0,4 4 66 0 0,-3 1-48 0 0,-2 1-185 0 0,0 0 0 0 0,0 1 1 0 0,1 0-1 0 0,-1 0 0 0 0,0 0 1 0 0,1 1-1 0 0,-1 0 1 0 0,1 1-1 0 0,0-1 0 0 0,0 2 1 0 0,-7 4-1 0 0,5 0-28 0 0,0-1 0 0 0,1 1 0 0 0,0 1 0 0 0,0-1 0 0 0,1 2 0 0 0,0-1 0 0 0,1 1 0 0 0,0-1 0 0 0,1 2 0 0 0,0-1 0 0 0,1 1 0 0 0,0-1 0 0 0,-3 16 0 0 0,6-23-27 0 0,1 0 0 0 0,-1 1 1 0 0,1-1-1 0 0,-1 1 1 0 0,1-1-1 0 0,1 1 1 0 0,-1-1-1 0 0,1 1 1 0 0,-1-1-1 0 0,1 0 0 0 0,0 1 1 0 0,1-1-1 0 0,-1 0 1 0 0,1 0-1 0 0,0 0 1 0 0,0 0-1 0 0,0 0 0 0 0,0 0 1 0 0,1 0-1 0 0,0-1 1 0 0,0 1-1 0 0,0-1 1 0 0,0 0-1 0 0,0 0 0 0 0,1 0 1 0 0,-1 0-1 0 0,1-1 1 0 0,-1 1-1 0 0,1-1 1 0 0,0 0-1 0 0,0 0 0 0 0,0 0 1 0 0,8 2-1 0 0,4 0-8 0 0,1 1 0 0 0,-1-2-1 0 0,1 0 1 0 0,0-1 0 0 0,0-1-1 0 0,0 0 1 0 0,21-3 0 0 0,-26 1 153 0 0,-1 0 1 0 0,1-1 0 0 0,-1 0 0 0 0,0-1 0 0 0,0-1 0 0 0,0 0 0 0 0,0 0-1 0 0,-1-1 1 0 0,14-8 0 0 0,-17 9-42 0 0,-1-1 0 0 0,1 0 0 0 0,-1 0 0 0 0,0-1 1 0 0,-1 1-1 0 0,1-1 0 0 0,-1 0 0 0 0,0-1 0 0 0,-1 1 0 0 0,0-1 0 0 0,0 0 0 0 0,0 0 0 0 0,4-13 0 0 0,-6 15-78 0 0,-1 0 0 0 0,-1 0 0 0 0,1 0 0 0 0,-1 0 0 0 0,0 0 0 0 0,0 0 0 0 0,0 0 0 0 0,0 0 0 0 0,-1 0 0 0 0,0 1 0 0 0,0-1 0 0 0,-1 0 0 0 0,1 0 0 0 0,-1 1 0 0 0,0-1 0 0 0,0 1 0 0 0,0-1 0 0 0,-4-4 0 0 0,0 0-35 0 0,0 1-1 0 0,0 0 1 0 0,-1 1 0 0 0,0-1-1 0 0,0 1 1 0 0,-1 1 0 0 0,-13-11 0 0 0,13 13-45 0 0,0-1 0 0 0,0 2 0 0 0,0-1 0 0 0,-1 1 0 0 0,1 0 0 0 0,-1 0 0 0 0,0 1 0 0 0,1 1 0 0 0,-1-1 0 0 0,0 1 1 0 0,0 1-1 0 0,0 0 0 0 0,0 0 0 0 0,-17 3 0 0 0,19-2-232 0 0,0 1 0 0 0,1 0 0 0 0,-1 0 0 0 0,1 0 0 0 0,0 1 0 0 0,0 0-1 0 0,0 0 1 0 0,-11 8 0 0 0,13-7-302 0 0,-1 0 0 0 0,1 0 0 0 0,0 1 0 0 0,0-1 0 0 0,0 1-1 0 0,1 0 1 0 0,0 0 0 0 0,0 0 0 0 0,0 0 0 0 0,0 0 0 0 0,-1 7 0 0 0,-3 11-5495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3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78 4996 0 0,'0'0'2994'0'0,"1"-4"-1811"0"0,-1 3-1022 0 0,0-1 1 0 0,0 1-1 0 0,0-1 1 0 0,0 0-1 0 0,0 1 1 0 0,0-1-1 0 0,0 1 0 0 0,-1-1 1 0 0,1 0-1 0 0,0 1 1 0 0,-1-1-1 0 0,0 1 1 0 0,1-1-1 0 0,-1 1 1 0 0,0-1-1 0 0,0 1 0 0 0,1 0 1 0 0,-1-1-1 0 0,-2-1 1 0 0,1 1 172 0 0,-2 3-65 0 0,-3 2-188 0 0,0 0-1 0 0,1 1 0 0 0,0-1 1 0 0,0 1-1 0 0,0 0 0 0 0,0 1 1 0 0,0 0-1 0 0,1 0 0 0 0,0 0 1 0 0,0 0-1 0 0,0 1 1 0 0,1 0-1 0 0,0 0 0 0 0,0 0 1 0 0,0 0-1 0 0,-4 11 0 0 0,5-8-42 0 0,-1-1 0 0 0,1 1-1 0 0,0-1 1 0 0,1 1 0 0 0,0 0-1 0 0,0 0 1 0 0,1 0 0 0 0,0 0 0 0 0,0 0-1 0 0,1 0 1 0 0,1 0 0 0 0,0 0-1 0 0,0 0 1 0 0,3 11 0 0 0,-3-17-32 0 0,0 3 7 0 0,0-1 0 0 0,1 0 0 0 0,0 1 1 0 0,0-1-1 0 0,0 0 0 0 0,1 0 0 0 0,-1 0 0 0 0,1 0 1 0 0,1-1-1 0 0,-1 1 0 0 0,1-1 0 0 0,-1 0 0 0 0,1 0 0 0 0,0 0 1 0 0,1 0-1 0 0,-1-1 0 0 0,8 5 0 0 0,-5-5 13 0 0,-1-1 0 0 0,1 1-1 0 0,-1-2 1 0 0,1 1 0 0 0,0-1 0 0 0,0 0 0 0 0,-1 0 0 0 0,1 0-1 0 0,0-1 1 0 0,10-1 0 0 0,-7-1 73 0 0,0 0 1 0 0,0 0-1 0 0,-1-1 0 0 0,1-1 1 0 0,-1 1-1 0 0,0-1 0 0 0,15-9 1 0 0,-15 7-22 0 0,0-1 0 0 0,0 1 0 0 0,-1-2 0 0 0,1 1 0 0 0,-2-1 0 0 0,1 0 0 0 0,-1 0 0 0 0,-1-1 0 0 0,1 0 0 0 0,-2 0 0 0 0,1-1 0 0 0,-1 0 0 0 0,0 0 0 0 0,-1 0 0 0 0,4-14 0 0 0,-7 18-234 0 0,1 1 0 0 0,-1-1-1 0 0,0 0 1 0 0,-1 0 0 0 0,1 0 0 0 0,-1 0-1 0 0,0 0 1 0 0,-1 0 0 0 0,1 0-1 0 0,-1 0 1 0 0,-1 0 0 0 0,1 0 0 0 0,-1 0-1 0 0,0 1 1 0 0,0-1 0 0 0,0 1 0 0 0,-1-1-1 0 0,0 1 1 0 0,0 0 0 0 0,0 0 0 0 0,-1 0-1 0 0,0 0 1 0 0,0 1 0 0 0,0-1-1 0 0,0 1 1 0 0,-1 0 0 0 0,0 1 0 0 0,1-1-1 0 0,-10-4 1 0 0,4 2-863 0 0,-1 1 0 0 0,1 1 0 0 0,-1 0 0 0 0,-1 0 0 0 0,-14-3 0 0 0,-23-1-5646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7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77 4952 0 0,'-1'-5'1747'0'0,"-14"-54"6683"0"0,12 50-8406 0 0,2 5 1373 0 0,6 21-1124 0 0,60 181-2238 0 0,-16-71-6695 0 0,-36-94 2502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9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51 4244 0 0,'-1'-5'1683'0'0,"-4"-13"-243"0"0,4 13 1089 0 0,-3-14-593 0 0,3 15 1138 0 0,35 170-3219 0 0,40 144-9262 0 0,-59-253 4093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29.8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29 3984 0 0,'0'0'1725'0'0,"-1"-3"-373"0"0,0 1-1160 0 0,0 1-1 0 0,1-1 0 0 0,-1 1 1 0 0,0-1-1 0 0,0 1 0 0 0,0 0 1 0 0,0-1-1 0 0,0 1 0 0 0,0 0 1 0 0,0 0-1 0 0,-1-1 1 0 0,1 1-1 0 0,0 0 0 0 0,-1 0 1 0 0,1 1-1 0 0,-1-1 0 0 0,1 0 1 0 0,-3-1-1 0 0,0 1 194 0 0,-1 3-83 0 0,-3 2-256 0 0,0 1 1 0 0,1 0-1 0 0,0 0 0 0 0,0 0 1 0 0,0 1-1 0 0,1 0 1 0 0,-1 1-1 0 0,2 0 1 0 0,-1 0-1 0 0,1 0 1 0 0,0 0-1 0 0,0 1 0 0 0,1 0 1 0 0,0 0-1 0 0,0 0 1 0 0,1 0-1 0 0,0 0 1 0 0,1 1-1 0 0,0 0 0 0 0,0-1 1 0 0,0 1-1 0 0,1 17 1 0 0,1-17-45 0 0,0 1 0 0 0,1-1 0 0 0,0 0 0 0 0,1 0 1 0 0,0 0-1 0 0,0 0 0 0 0,1 0 0 0 0,0 0 0 0 0,0 0 0 0 0,1-1 1 0 0,7 11-1 0 0,-10-17-22 0 0,1 0 0 0 0,0 0 0 0 0,0-1 0 0 0,0 1 0 0 0,0 0 0 0 0,0-1 0 0 0,1 1 0 0 0,-1-1 0 0 0,0 0 0 0 0,1 0 0 0 0,-1 0 0 0 0,0 0 0 0 0,1 0 0 0 0,0 0 0 0 0,-1-1 0 0 0,1 1 0 0 0,-1-1 0 0 0,1 0 0 0 0,0 0 0 0 0,-1 0 0 0 0,1 0 0 0 0,3-1-1 0 0,2 0 9 0 0,0 0-1 0 0,0-1 0 0 0,0-1 0 0 0,11-4 1 0 0,-18 7 14 0 0,6-4 69 0 0,1 0-1 0 0,-1 0 0 0 0,0-1 1 0 0,0 1-1 0 0,0-2 0 0 0,0 1 0 0 0,-1-1 1 0 0,0 0-1 0 0,0 0 0 0 0,-1-1 0 0 0,1 0 1 0 0,-2 0-1 0 0,1 0 0 0 0,-1 0 1 0 0,0-1-1 0 0,0 0 0 0 0,-1 1 0 0 0,0-1 1 0 0,0-1-1 0 0,-1 1 0 0 0,2-17 1 0 0,-3 20-55 0 0,-1 1 1 0 0,0-1-1 0 0,0 0 1 0 0,0 0 0 0 0,0 1-1 0 0,-1-1 1 0 0,0 0 0 0 0,0 1-1 0 0,0-1 1 0 0,0 1-1 0 0,-1-1 1 0 0,0 1 0 0 0,0 0-1 0 0,0-1 1 0 0,0 1 0 0 0,-1 0-1 0 0,-4-5 1 0 0,3 4-95 0 0,-1 0 0 0 0,1 0 0 0 0,-1 0 0 0 0,-1 1 1 0 0,1 0-1 0 0,-1 0 0 0 0,1 1 0 0 0,-1-1 0 0 0,-12-4 0 0 0,15 7-10 0 0,1 0-1 0 0,-1 0 0 0 0,1 0 1 0 0,-1 1-1 0 0,0-1 1 0 0,1 1-1 0 0,-1-1 0 0 0,0 1 1 0 0,-2 0-1 0 0,-3 0-128 0 0,6 0 118 0 0,-1-1-1 0 0,1 1 1 0 0,-1 0 0 0 0,0 0-1 0 0,1 0 1 0 0,-1 0-1 0 0,1 0 1 0 0,-1 0-1 0 0,1 1 1 0 0,-1-1-1 0 0,1 1 1 0 0,-1 0-1 0 0,-3 1 1 0 0,-2 2-218 0 0,0-2-298 0 0,1 0 0 0 0,0 1 1 0 0,0 0-1 0 0,0 0 0 0 0,1 0 0 0 0,-1 1 0 0 0,1 0 1 0 0,-7 6-1 0 0,-5 6-4023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0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99 120 3760 0 0,'3'-4'1771'0'0,"25"-60"4420"0"0,-27 61-5345 0 0,1 0-143 0 0,-2 3-640 0 0,0-1 0 0 0,1 1 0 0 0,-1 0 0 0 0,0-1 0 0 0,0 1 0 0 0,1 0 0 0 0,-1-1 0 0 0,0 1 0 0 0,0 0 0 0 0,0-1 0 0 0,0 1 0 0 0,0 0 0 0 0,1-1 0 0 0,-1 1 0 0 0,0-1 0 0 0,0 1 0 0 0,0 0 0 0 0,0-1 0 0 0,0 1 0 0 0,0-1 0 0 0,0 1 0 0 0,0-1 0 0 0,0 1-1 0 0,0 0 1 0 0,-1-1 0 0 0,1 1 0 0 0,0-1 0 0 0,0 1 0 0 0,0 0 0 0 0,0-1 0 0 0,-1 1 0 0 0,1 0 0 0 0,0-1 0 0 0,0 1 0 0 0,-1-1 0 0 0,-13 9 375 0 0,-18 28-480 0 0,18-13 67 0 0,1 2-1 0 0,1-1 1 0 0,1 2-1 0 0,2 0 1 0 0,0 0 0 0 0,-9 52-1 0 0,17-69-38 0 0,1-1 0 0 0,0 1-1 0 0,1-1 1 0 0,0 0 0 0 0,0 1-1 0 0,3 7 1 0 0,-4-13-3 0 0,1-1 0 0 0,0 0-1 0 0,0 1 1 0 0,1-1 0 0 0,-1 0-1 0 0,0 1 1 0 0,1-1 0 0 0,-1 0-1 0 0,1 0 1 0 0,0 0 0 0 0,0-1-1 0 0,0 1 1 0 0,0 0 0 0 0,0-1-1 0 0,0 1 1 0 0,0-1 0 0 0,0 0-1 0 0,3 2 1 0 0,-3-2-1 0 0,0 0-7 0 0,1 0-1 0 0,-1 0 0 0 0,1-1 0 0 0,0 1 0 0 0,-1 0 0 0 0,1-1 1 0 0,0 0-1 0 0,-1 0 0 0 0,1 1 0 0 0,0-2 0 0 0,-1 1 0 0 0,1 0 1 0 0,-1 0-1 0 0,5-2 0 0 0,32-12 17 0 0,-28 9 54 0 0,-1 0 1 0 0,0-1 0 0 0,0-1-1 0 0,-1 0 1 0 0,0 0 0 0 0,0-1-1 0 0,-1 0 1 0 0,1 0-1 0 0,-2-1 1 0 0,1 0 0 0 0,-2 0-1 0 0,1-1 1 0 0,-1 0 0 0 0,6-14-1 0 0,-9 18-135 0 0,0 0 1 0 0,-1 0-1 0 0,0-1 0 0 0,0 1 0 0 0,-1-1 0 0 0,0 1 1 0 0,0-1-1 0 0,0 0 0 0 0,-1 0 0 0 0,0 1 0 0 0,-1-1 1 0 0,1 0-1 0 0,-1 1 0 0 0,0-1 0 0 0,-1 1 1 0 0,0-1-1 0 0,0 1 0 0 0,0-1 0 0 0,-1 1 0 0 0,1 0 1 0 0,-2 0-1 0 0,1 0 0 0 0,-1 1 0 0 0,0-1 0 0 0,-8-9 1 0 0,3 7-569 0 0,0-1 0 0 0,-1 2 0 0 0,0-1 0 0 0,0 1 0 0 0,0 1 0 0 0,-1 0 0 0 0,0 0 0 0 0,0 1 0 0 0,0 1 0 0 0,-16-5 0 0 0,-35-9-5677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1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49 4792 0 0,'-5'-2'1415'0'0,"-1"-1"-1194"0"0,0 0 0 0 0,0 1 0 0 0,0 0 0 0 0,0 0 0 0 0,0 0 0 0 0,-1 1 0 0 0,1 0 0 0 0,0 0 0 0 0,-1 1 0 0 0,1-1 0 0 0,-1 2 1 0 0,1-1-1 0 0,-1 0 0 0 0,1 1 0 0 0,0 1 0 0 0,-1-1 0 0 0,1 1 0 0 0,0 0 0 0 0,0 0 0 0 0,0 0 0 0 0,0 1 0 0 0,1 0 0 0 0,-1 1 0 0 0,1-1 1 0 0,-1 1-1 0 0,1 0 0 0 0,0 0 0 0 0,-7 8 0 0 0,8-6-177 0 0,-1-1 1 0 0,2 1-1 0 0,-1 0 1 0 0,0 0-1 0 0,1 0 1 0 0,0 0-1 0 0,1 0 1 0 0,0 1-1 0 0,-1-1 1 0 0,0 9-1 0 0,1 0 17 0 0,0 0-1 0 0,1 0 1 0 0,2 20-1 0 0,-1-31-39 0 0,0 1-1 0 0,1 0 0 0 0,0-1 1 0 0,-1 1-1 0 0,1-1 1 0 0,1 1-1 0 0,-1-1 0 0 0,1 1 1 0 0,0-1-1 0 0,0 0 1 0 0,4 6-1 0 0,-4-6 15 0 0,0 1 7 0 0,1-1 0 0 0,-1 0-1 0 0,1 0 1 0 0,0-1 0 0 0,0 1-1 0 0,0 0 1 0 0,1-1 0 0 0,-1 0-1 0 0,1 0 1 0 0,0 0 0 0 0,0 0-1 0 0,0-1 1 0 0,0 1 0 0 0,1-1-1 0 0,-1 0 1 0 0,0 0 0 0 0,7 1-1 0 0,-5-2 31 0 0,0 0-1 0 0,0 0 1 0 0,0-1-1 0 0,0 0 0 0 0,1 0 1 0 0,-1 0-1 0 0,0-1 1 0 0,0 0-1 0 0,0 0 0 0 0,0 0 1 0 0,0-1-1 0 0,7-3 1 0 0,-5 2-11 0 0,0-1 0 0 0,0 0 1 0 0,0 0-1 0 0,-1-1 0 0 0,0 0 1 0 0,0 0-1 0 0,0 0 0 0 0,-1-1 1 0 0,1 0-1 0 0,-2-1 1 0 0,1 1-1 0 0,0-1 0 0 0,-1 0 1 0 0,-1 0-1 0 0,1-1 0 0 0,-1 0 1 0 0,0 1-1 0 0,-1-1 0 0 0,4-12 1 0 0,-6 14-138 0 0,0-1 0 0 0,0 1 0 0 0,-1 0 0 0 0,0-1 0 0 0,0 1 0 0 0,0-1 1 0 0,-1 1-1 0 0,0 0 0 0 0,0-1 0 0 0,0 1 0 0 0,-1 0 0 0 0,0 0 0 0 0,0 0 0 0 0,-1 0 0 0 0,0 0 0 0 0,0 1 0 0 0,0-1 1 0 0,-1 1-1 0 0,1-1 0 0 0,-1 1 0 0 0,-1 1 0 0 0,1-1 0 0 0,-8-6 0 0 0,2 3-625 0 0,0 1 0 0 0,0 0 0 0 0,-1 1 0 0 0,0 0-1 0 0,0 1 1 0 0,0 0 0 0 0,-1 1 0 0 0,1 0 0 0 0,-1 0 0 0 0,0 2-1 0 0,-19-3 1 0 0,-24 1-5558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2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96 3904 0 0,'-5'-9'571'0'0,"1"1"0"0"0,-1 0 0 0 0,-1 0 0 0 0,0 0 0 0 0,0 1 0 0 0,0 0 0 0 0,-1 0 0 0 0,0 1 0 0 0,-16-12 0 0 0,20 16-510 0 0,-1 1 0 0 0,0-1 0 0 0,1 1 1 0 0,-1 0-1 0 0,0 0 0 0 0,0 0 0 0 0,0 1 0 0 0,0 0 1 0 0,0-1-1 0 0,0 1 0 0 0,0 1 0 0 0,0-1 1 0 0,0 0-1 0 0,0 1 0 0 0,0 0 0 0 0,1 0 1 0 0,-1 0-1 0 0,0 0 0 0 0,0 1 0 0 0,-3 2 1 0 0,-1 0-31 0 0,0 1 1 0 0,1 0-1 0 0,0 0 1 0 0,0 1 0 0 0,0-1-1 0 0,1 2 1 0 0,0-1-1 0 0,0 1 1 0 0,1 0-1 0 0,-1 0 1 0 0,2 1 0 0 0,-1-1-1 0 0,-5 12 1 0 0,2 1 45 0 0,0-1 1 0 0,1 1-1 0 0,1 0 1 0 0,-5 30-1 0 0,10-42-48 0 0,-1 0 0 0 0,1 0 0 0 0,1 1 0 0 0,-1-1 0 0 0,1 0 0 0 0,1 0 0 0 0,0 0 0 0 0,0 0 0 0 0,0 0 0 0 0,1 0-1 0 0,0 0 1 0 0,1 0 0 0 0,0 0 0 0 0,0-1 0 0 0,0 1 0 0 0,8 10 0 0 0,-10-17-14 0 0,0 1 1 0 0,-1-1-1 0 0,1 0 0 0 0,1 0 1 0 0,-1 0-1 0 0,0 0 0 0 0,0 0 1 0 0,0 0-1 0 0,0 0 0 0 0,1 0 1 0 0,-1 0-1 0 0,0-1 0 0 0,1 1 0 0 0,-1 0 1 0 0,3 0-1 0 0,1 1 35 0 0,-4-1-35 0 0,0-1 0 0 0,1 1 0 0 0,-1 0 0 0 0,1-1-1 0 0,-1 1 1 0 0,0-1 0 0 0,1 1 0 0 0,-1-1 0 0 0,1 1-1 0 0,-1-1 1 0 0,1 0 0 0 0,-1 0 0 0 0,1 0-1 0 0,-1 0 1 0 0,1 0 0 0 0,-1 0 0 0 0,3-1 0 0 0,0 1 24 0 0,3 0-4 0 0,0-1 0 0 0,0 1 0 0 0,0-1-1 0 0,0 0 1 0 0,0-1 0 0 0,-1 1 0 0 0,1-1 0 0 0,-1-1 0 0 0,1 1 0 0 0,10-7 0 0 0,1-1 116 0 0,-1-1 0 0 0,17-14 0 0 0,-25 18-71 0 0,0-1 0 0 0,-1 0 1 0 0,0 0-1 0 0,0-1 0 0 0,-1 0 0 0 0,0 0 0 0 0,-1-1 0 0 0,0 0 0 0 0,-1 0 0 0 0,1 0 0 0 0,-2 0 1 0 0,4-12-1 0 0,-7 18-92 0 0,0 0 0 0 0,-1 0 0 0 0,1 0 0 0 0,-1 0 0 0 0,0 0 0 0 0,0 0 0 0 0,0 0 0 0 0,-1 0 0 0 0,1 0 0 0 0,-1 0 0 0 0,0 0 0 0 0,0 0 0 0 0,-1 0 0 0 0,1 0 0 0 0,-1 1 0 0 0,1-1 0 0 0,-1 1 0 0 0,-1-1 0 0 0,1 1 0 0 0,0 0 0 0 0,-1-1 0 0 0,1 1 0 0 0,-7-4 0 0 0,3 1-246 0 0,-1 0-1 0 0,-1 0 0 0 0,1 1 1 0 0,-1 0-1 0 0,0 1 0 0 0,0 0 0 0 0,-1 0 1 0 0,1 1-1 0 0,-11-3 0 0 0,1 2-671 0 0,1 1 0 0 0,-1 1 0 0 0,0 0 0 0 0,0 2 0 0 0,0 0 0 0 0,-28 4 0 0 0,-27 5-4346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2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0 2336 0 0,'-5'1'1372'0'0,"-8"3"-1001"0"0,0 1 0 0 0,1 0 0 0 0,0 1 0 0 0,0 0 0 0 0,0 1 0 0 0,1 0 0 0 0,0 1 0 0 0,0 0 0 0 0,1 1 0 0 0,-13 13 0 0 0,8-7-189 0 0,2 1 1 0 0,0 0-1 0 0,1 1 1 0 0,0 0 0 0 0,1 1-1 0 0,-11 25 1 0 0,20-37-135 0 0,-1 1 0 0 0,1-1 0 0 0,0 0 0 0 0,1 1 0 0 0,0-1 0 0 0,0 1 0 0 0,0 0 0 0 0,1-1 0 0 0,0 1 1 0 0,0 0-1 0 0,1-1 0 0 0,-1 1 0 0 0,1-1 0 0 0,1 1 0 0 0,0-1 0 0 0,-1 1 0 0 0,2-1 0 0 0,-1 0 0 0 0,1 0 0 0 0,5 8 0 0 0,-8-12-37 0 0,1-1-1 0 0,0 0 0 0 0,0 0 0 0 0,0 1 1 0 0,0-1-1 0 0,0 0 0 0 0,0 0 1 0 0,0 0-1 0 0,0 0 0 0 0,0 0 1 0 0,0 0-1 0 0,1-1 0 0 0,-1 1 0 0 0,0 0 1 0 0,1-1-1 0 0,1 2 0 0 0,2 0 21 0 0,-2-1-13 0 0,0 1 1 0 0,0-1-1 0 0,1 0 1 0 0,-1 0-1 0 0,1 0 1 0 0,-1 0-1 0 0,1 0 1 0 0,-1-1-1 0 0,1 1 1 0 0,0-1 0 0 0,-1 0-1 0 0,1 0 1 0 0,-1-1-1 0 0,1 1 1 0 0,4-2-1 0 0,3 0 95 0 0,-1-1 0 0 0,1 0 0 0 0,14-7 0 0 0,-14 4 62 0 0,0 1 0 0 0,0-2 0 0 0,-1 1 0 0 0,0-1 0 0 0,0-1 0 0 0,0 0 0 0 0,-1 0 0 0 0,-1-1 0 0 0,1 0 0 0 0,-1-1 0 0 0,-1 0 0 0 0,0 0 0 0 0,11-20 0 0 0,-18 28-154 0 0,1 1-1 0 0,0-1 1 0 0,0 0-1 0 0,-1 0 1 0 0,1 1 0 0 0,-1-1-1 0 0,0 0 1 0 0,1 0-1 0 0,-1 0 1 0 0,0 1 0 0 0,0-1-1 0 0,0-2 1 0 0,0-2 20 0 0,0 5-37 0 0,0-1-1 0 0,0 0 1 0 0,0 0-1 0 0,0 0 1 0 0,0 1-1 0 0,0-1 1 0 0,0 0-1 0 0,-1 0 1 0 0,1 0-1 0 0,-1 1 1 0 0,1-1-1 0 0,-1 0 1 0 0,1 1-1 0 0,-1-1 0 0 0,0 1 1 0 0,0-1-1 0 0,-2-2 1 0 0,0-1-17 0 0,1 1-72 0 0,-1-1 0 0 0,-1 1-1 0 0,1 0 1 0 0,0 0-1 0 0,-1 0 1 0 0,0 0 0 0 0,0 0-1 0 0,0 1 1 0 0,0 0 0 0 0,0 0-1 0 0,-1 0 1 0 0,0 0 0 0 0,-6-2-1 0 0,-5-2-623 0 0,-1 1-1 0 0,-26-6 0 0 0,13 5-763 0 0,1 2 0 0 0,-2 2 1 0 0,-34 0-1 0 0,5 2-3111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3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464 130 3224 0 0,'-3'-6'370'0'0,"-3"-8"289"0"0,-1 0-1 0 0,-1 1 0 0 0,0-1 0 0 0,-10-11 1 0 0,14 21-549 0 0,1 1-1 0 0,0-1 1 0 0,-1 1 0 0 0,0-1 0 0 0,0 1 0 0 0,0 0 0 0 0,0 1-1 0 0,-1-1 1 0 0,1 1 0 0 0,-1-1 0 0 0,1 2 0 0 0,-1-1 0 0 0,0 0-1 0 0,0 1 1 0 0,1 0 0 0 0,-1 0 0 0 0,-9-1 0 0 0,3 2-15 0 0,0 1 1 0 0,1 0 0 0 0,-1 0-1 0 0,0 1 1 0 0,1 0 0 0 0,0 1-1 0 0,-1 0 1 0 0,1 1 0 0 0,0 0-1 0 0,1 0 1 0 0,-1 1-1 0 0,1 0 1 0 0,0 1 0 0 0,0 0-1 0 0,-12 11 1 0 0,4 0 21 0 0,1 0-1 0 0,1 2 1 0 0,1 0 0 0 0,0 0 0 0 0,1 1-1 0 0,1 1 1 0 0,1 0 0 0 0,1 1 0 0 0,1 0-1 0 0,1 0 1 0 0,-6 28 0 0 0,13-44-76 0 0,0 0 1 0 0,1 1-1 0 0,-1-1 1 0 0,2 0-1 0 0,-1 0 1 0 0,1 0-1 0 0,0 1 1 0 0,0-1-1 0 0,2 7 0 0 0,-2-12-28 0 0,-1 0 0 0 0,0 0-1 0 0,1 1 1 0 0,-1-1-1 0 0,1 0 1 0 0,-1 0-1 0 0,1 0 1 0 0,0 1-1 0 0,-1-1 1 0 0,1 0-1 0 0,0 0 1 0 0,0 0 0 0 0,0 0-1 0 0,0 0 1 0 0,0-1-1 0 0,0 1 1 0 0,0 0-1 0 0,0 0 1 0 0,2 1-1 0 0,0-1 31 0 0,-2 0-31 0 0,0 0 0 0 0,0 0 1 0 0,0 0-1 0 0,0 0 0 0 0,0 0 0 0 0,0-1 1 0 0,0 1-1 0 0,0 0 0 0 0,1-1 0 0 0,-1 1 1 0 0,0 0-1 0 0,0-1 0 0 0,1 0 0 0 0,-1 1 1 0 0,0-1-1 0 0,1 0 0 0 0,-1 0 0 0 0,2 0 1 0 0,1 1 28 0 0,-2-1-24 0 0,0 1 0 0 0,0 0 0 0 0,0-1 0 0 0,0 0 0 0 0,0 1 0 0 0,0-1 0 0 0,0 0 0 0 0,0 0 0 0 0,0 0 0 0 0,0-1 0 0 0,0 1 0 0 0,0 0 0 0 0,0-1 0 0 0,0 1 0 0 0,4-2 0 0 0,1-1 33 0 0,6 0 26 0 0,1-2 1 0 0,-1 0-1 0 0,0 0 1 0 0,0-1-1 0 0,0-1 1 0 0,-1 0-1 0 0,0-1 1 0 0,-1 0-1 0 0,1-1 1 0 0,10-11-1 0 0,-11 10-19 0 0,0-2 0 0 0,0 1-1 0 0,-1-2 1 0 0,-1 1 0 0 0,0-1 0 0 0,-1 0-1 0 0,0-1 1 0 0,10-25 0 0 0,-16 33-99 0 0,-1 1 0 0 0,1-1 0 0 0,-1 1 1 0 0,0-1-1 0 0,0 0 0 0 0,-1 0 0 0 0,0 1 0 0 0,0-1 0 0 0,0 0 0 0 0,-1 0 0 0 0,0 1 1 0 0,0-1-1 0 0,0 0 0 0 0,-1 1 0 0 0,1-1 0 0 0,-1 1 0 0 0,-1-1 0 0 0,1 1 0 0 0,-1 0 1 0 0,0 0-1 0 0,0 0 0 0 0,0 1 0 0 0,-1-1 0 0 0,0 1 0 0 0,0-1 0 0 0,-6-4 1 0 0,1 2-533 0 0,0 0 0 0 0,0 1 0 0 0,0 0 1 0 0,-1 1-1 0 0,0 0 0 0 0,0 0 1 0 0,0 1-1 0 0,-1 0 0 0 0,1 1 0 0 0,-1 0 1 0 0,0 1-1 0 0,-21-2 0 0 0,-16 3-5247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8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 4660 0 0,'0'0'5118'0'0,"-1"-4"-3876"0"0,-1-11 500 0 0,6 27 1006 0 0,7 30-1732 0 0,31 183-5031 0 0,-24-77-2935 0 0,-13-101 1429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39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 4620 0 0,'0'0'11801'0'0,"3"-1"-11366"0"0,-3 0-415 0 0,1 1 1 0 0,-1 0 0 0 0,1 0 0 0 0,-1-1 0 0 0,1 1 0 0 0,-1 0 0 0 0,1 0 0 0 0,-1 0 0 0 0,1 0 0 0 0,-1 0 0 0 0,1 0 0 0 0,0 0 0 0 0,-1 0 0 0 0,1 0 0 0 0,-1 0 0 0 0,1 0 0 0 0,-1 0 0 0 0,1 0-1 0 0,-1 0 1 0 0,1 0 0 0 0,-1 1 0 0 0,1-1 0 0 0,-1 0 0 0 0,1 0 0 0 0,-1 1 0 0 0,0-1 0 0 0,1 0 0 0 0,-1 1 0 0 0,1-1 0 0 0,-1 0 0 0 0,0 1 0 0 0,1-1 0 0 0,-1 0 0 0 0,0 1 0 0 0,1 0 0 0 0,11 26 283 0 0,1 39-174 0 0,-13-61-102 0 0,5 35-600 0 0,-2 1 0 0 0,-3-1 0 0 0,0 1 0 0 0,-13 74 0 0 0,2-55-3428 0 0,-20 61-1 0 0,12-58-3170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0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303 127 4252 0 0,'1'-3'621'0'0,"0"0"-1"0"0,-1-1 1 0 0,1 1 0 0 0,-1 0-1 0 0,1 0 1 0 0,-1 0-1 0 0,0-1 1 0 0,0 1-1 0 0,-1 0 1 0 0,1 0-1 0 0,0-1 1 0 0,-1 1-1 0 0,-1-3 1 0 0,-9-9-38 0 0,9 12-73 0 0,-3 3-50 0 0,-3 0-403 0 0,0 1 0 0 0,0 0-1 0 0,0 0 1 0 0,0 0-1 0 0,0 1 1 0 0,1 0 0 0 0,-1 1-1 0 0,0 0 1 0 0,1 0-1 0 0,0 1 1 0 0,0-1 0 0 0,0 2-1 0 0,0-1 1 0 0,1 1-1 0 0,0 0 1 0 0,0 0 0 0 0,0 1-1 0 0,0-1 1 0 0,-5 8-1 0 0,0 0-33 0 0,1 0-1 0 0,0 1 0 0 0,1 0 0 0 0,0 1 0 0 0,1 0 0 0 0,1 0 0 0 0,0 0 1 0 0,-5 21-1 0 0,10-32-19 0 0,1 1-1 0 0,0-1 1 0 0,0 1 0 0 0,0-1-1 0 0,1 1 1 0 0,0 0 0 0 0,0-1 0 0 0,0 1-1 0 0,0 0 1 0 0,0-1 0 0 0,1 1-1 0 0,0-1 1 0 0,0 1 0 0 0,1-1 0 0 0,-1 1-1 0 0,1-1 1 0 0,0 0 0 0 0,0 1 0 0 0,0-1-1 0 0,0 0 1 0 0,1-1 0 0 0,3 6-1 0 0,-3-8-2 0 0,-1 1-1 0 0,0-1 1 0 0,1 1-1 0 0,-1-1 1 0 0,1 0-1 0 0,-1 0 1 0 0,1 0-1 0 0,0 0 0 0 0,-1 0 1 0 0,1-1-1 0 0,0 1 1 0 0,0-1-1 0 0,-1 0 1 0 0,1 1-1 0 0,5-2 1 0 0,-6 1 0 0 0,4 0 6 0 0,-1-1 0 0 0,0 1-1 0 0,0-1 1 0 0,1 0 0 0 0,-1-1-1 0 0,0 1 1 0 0,0-1 0 0 0,0 0-1 0 0,-1 0 1 0 0,1-1-1 0 0,0 0 1 0 0,-1 1 0 0 0,6-6-1 0 0,-3 2 4 0 0,1 0 0 0 0,-2 0 0 0 0,1-1 0 0 0,-1 0 0 0 0,0 0 0 0 0,7-11 0 0 0,-9 13-93 0 0,-1-1-1 0 0,0-1 1 0 0,0 1-1 0 0,-1 0 0 0 0,0-1 1 0 0,0 1-1 0 0,0-1 1 0 0,-1 1-1 0 0,0-1 0 0 0,0 0 1 0 0,-1 0-1 0 0,0 0 1 0 0,0 1-1 0 0,0-1 0 0 0,-1 0 1 0 0,0 0-1 0 0,0 1 0 0 0,-1-1 1 0 0,0 1-1 0 0,0-1 1 0 0,-1 1-1 0 0,1 0 0 0 0,-1-1 1 0 0,-1 1-1 0 0,1 1 1 0 0,-1-1-1 0 0,0 0 0 0 0,-6-6 1 0 0,-1 0-607 0 0,-1 1 1 0 0,0 0 0 0 0,0 1 0 0 0,-1 0 0 0 0,0 1-1 0 0,0 0 1 0 0,-1 1 0 0 0,-1 1 0 0 0,1 0 0 0 0,-1 1-1 0 0,-17-5 1 0 0,-25-4-4555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1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251 1 6105 0 0,'0'0'7483'0'0,"-4"0"-7037"0"0,-13 2-90 0 0,13-2-67 0 0,3 2-248 0 0,0-1 1 0 0,0 1 0 0 0,0-1 0 0 0,0 1-1 0 0,0-1 1 0 0,-1 0 0 0 0,1 1 0 0 0,0-1 0 0 0,-1 0-1 0 0,-2 1 1 0 0,-3 7 14 0 0,0-1 0 0 0,0 1 0 0 0,1 1-1 0 0,0-1 1 0 0,0 1 0 0 0,1 0 0 0 0,-4 11 0 0 0,-1 6-63 0 0,-7 34 1 0 0,15-55 9 0 0,1-1 0 0 0,0 0-1 0 0,0 1 1 0 0,1 0 0 0 0,-1-1-1 0 0,1 1 1 0 0,1-1 0 0 0,-1 1 0 0 0,1-1-1 0 0,0 1 1 0 0,0-1 0 0 0,0 1 0 0 0,1-1-1 0 0,0 0 1 0 0,0 0 0 0 0,0 0-1 0 0,1 0 1 0 0,0 0 0 0 0,0 0 0 0 0,0 0-1 0 0,5 5 1 0 0,-7-9-8 0 0,0 0 0 0 0,0 0 0 0 0,0 0 0 0 0,0 0 0 0 0,1 0 0 0 0,-1 0-1 0 0,0-1 1 0 0,0 1 0 0 0,0 0 0 0 0,1-1 0 0 0,-1 1 0 0 0,0-1 0 0 0,1 1 0 0 0,-1-1 0 0 0,1 0 0 0 0,-1 1 0 0 0,2-1 0 0 0,1 0-12 0 0,2 2-1 0 0,-1-1 0 0 0,1 0 0 0 0,0 0-1 0 0,0 0 1 0 0,-1-1 0 0 0,1 0 0 0 0,0 0 0 0 0,0-1-1 0 0,0 1 1 0 0,-1-1 0 0 0,1-1 0 0 0,9-2 0 0 0,-1-1 36 0 0,1-1 0 0 0,-1 0 0 0 0,16-10 0 0 0,-22 12 40 0 0,-1-1-1 0 0,0 0 0 0 0,-1 0 1 0 0,1 0-1 0 0,10-12 1 0 0,-6-1 13 0 0,-10 14-77 0 0,0 1-1 0 0,0 0 1 0 0,0-1 0 0 0,0 0 0 0 0,-1 1-1 0 0,0-1 1 0 0,0 1 0 0 0,0-1-1 0 0,0 0 1 0 0,0 1 0 0 0,0-1-1 0 0,-1 1 1 0 0,0-1 0 0 0,0 1-1 0 0,0-1 1 0 0,0 1 0 0 0,-1-1-1 0 0,1 1 1 0 0,-1 0 0 0 0,0 0-1 0 0,1 0 1 0 0,-4-4 0 0 0,-2 0-237 0 0,0-1-1 0 0,-1 1 1 0 0,1 0 0 0 0,-1 1 0 0 0,-1 0-1 0 0,1 0 1 0 0,-1 1 0 0 0,0 0 0 0 0,-1 0 0 0 0,1 1-1 0 0,-1 1 1 0 0,0-1 0 0 0,0 2 0 0 0,-13-3 0 0 0,-6 0-1476 0 0,0 1 1 0 0,-1 2 0 0 0,-55 2 0 0 0,11 6-3352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1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416 100 3656 0 0,'1'-7'893'0'0,"-1"0"0"0"0,0 0 0 0 0,-1 0-1 0 0,1 0 1 0 0,-1 0 0 0 0,-3-10-1 0 0,3 15-728 0 0,0-1 0 0 0,0 0 0 0 0,0 1 0 0 0,-1-1 0 0 0,1 1 0 0 0,-1-1 0 0 0,0 1 0 0 0,1 0 0 0 0,-1 0 0 0 0,0 0 0 0 0,0 0 0 0 0,0 0 0 0 0,-1 0 0 0 0,1 0 0 0 0,0 1 0 0 0,-4-3 0 0 0,3 3 210 0 0,-3 1-20 0 0,-1 1-276 0 0,-1 1 0 0 0,1-1 0 0 0,-1 1 1 0 0,1 0-1 0 0,-1 1 0 0 0,1 0 0 0 0,0 0 1 0 0,0 1-1 0 0,0-1 0 0 0,1 1 1 0 0,0 1-1 0 0,-10 7 0 0 0,7-3-44 0 0,0 0 0 0 0,0 0-1 0 0,1 1 1 0 0,0 1 0 0 0,1-1 0 0 0,0 1-1 0 0,-7 16 1 0 0,9-19-27 0 0,1 1 0 0 0,0 0 1 0 0,0 0-1 0 0,1 0 0 0 0,0 1 0 0 0,1-1 0 0 0,0 1 1 0 0,0-1-1 0 0,1 1 0 0 0,1 0 0 0 0,-1 0 1 0 0,2 0-1 0 0,-1-1 0 0 0,1 1 0 0 0,4 16 0 0 0,-4-25 1 0 0,0 1-1 0 0,0-1 0 0 0,1 0 0 0 0,-1 0 0 0 0,0 0 0 0 0,1 0 1 0 0,-1 0-1 0 0,1 0 0 0 0,-1 0 0 0 0,1 0 0 0 0,-1 0 1 0 0,1-1-1 0 0,-1 1 0 0 0,1 0 0 0 0,0-1 0 0 0,-1 0 1 0 0,1 1-1 0 0,0-1 0 0 0,0 0 0 0 0,-1 0 0 0 0,1 0 1 0 0,2 0-1 0 0,1 0 9 0 0,-1 0 1 0 0,1 0-1 0 0,0-1 1 0 0,-1 0-1 0 0,1 0 1 0 0,-1 0-1 0 0,1 0 1 0 0,-1-1-1 0 0,1 0 1 0 0,-1 0-1 0 0,8-4 1 0 0,39-31 296 0 0,-16 1-112 0 0,-33 34-186 0 0,0-1 0 0 0,-1 1 0 0 0,1-1 0 0 0,0 1 0 0 0,-1-1 0 0 0,0 1 0 0 0,1-1 1 0 0,-1 0-1 0 0,0 0 0 0 0,0 1 0 0 0,-1-1 0 0 0,1 0 0 0 0,-1 0 0 0 0,1 0 0 0 0,-1 0 0 0 0,0-4 0 0 0,-1 2-62 0 0,-1-1-1 0 0,1 1 0 0 0,-1 0 1 0 0,0 0-1 0 0,0 0 0 0 0,-1 0 0 0 0,0 0 1 0 0,1 1-1 0 0,-1-1 0 0 0,-1 1 0 0 0,1 0 1 0 0,-1 0-1 0 0,-5-5 0 0 0,1 2-191 0 0,-1 0-1 0 0,0 1 0 0 0,0 1 1 0 0,0-1-1 0 0,-1 1 0 0 0,-14-5 1 0 0,-4 1-1238 0 0,-1 1 1 0 0,-1 1 0 0 0,1 1-1 0 0,-38-1 1 0 0,-7 3-4714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2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41 3680 0 0,'0'0'2185'0'0,"0"-5"-392"0"0,1-14-287 0 0,-1 15 2252 0 0,-1 1-3271 0 0,1 2-465 0 0,0 1-1 0 0,0-1 0 0 0,-1 1 0 0 0,1 0 1 0 0,0-1-1 0 0,0 1 0 0 0,0-1 1 0 0,0 1-1 0 0,-1 0 0 0 0,1-1 1 0 0,0 1-1 0 0,0-1 0 0 0,-1 1 1 0 0,1 0-1 0 0,0-1 0 0 0,-1 1 0 0 0,1 0 1 0 0,0 0-1 0 0,-1-1 0 0 0,1 1 1 0 0,-1 0-1 0 0,1 0 0 0 0,0-1 1 0 0,-1 1-1 0 0,1 0 0 0 0,-1 0 1 0 0,1 0-1 0 0,-1 0 0 0 0,1 0 1 0 0,-1 0-1 0 0,1 0 0 0 0,0 0 0 0 0,-1 0 1 0 0,1 0-1 0 0,-1 0 0 0 0,1 0 1 0 0,-1 0-1 0 0,1 0 0 0 0,-1 0 1 0 0,1 0-1 0 0,0 0 0 0 0,-1 0 1 0 0,1 1-1 0 0,-1-1 0 0 0,1 0 0 0 0,0 0 1 0 0,-1 1-1 0 0,1-1 0 0 0,-1 0 1 0 0,1 0-1 0 0,0 1 0 0 0,0-1 1 0 0,-1 0-1 0 0,1 1 0 0 0,0-1 1 0 0,-1 1-1 0 0,1-1 0 0 0,0 0 1 0 0,0 1-1 0 0,-15 31-98 0 0,13-29 132 0 0,-5 21-36 0 0,0-1-1 0 0,2 1 1 0 0,0 1 0 0 0,2-1 0 0 0,0 0-1 0 0,2 1 1 0 0,1 0 0 0 0,1-1 0 0 0,1 1-1 0 0,1-1 1 0 0,7 29 0 0 0,-9-49 9 0 0,1 0 1 0 0,0 0-1 0 0,-1-1 0 0 0,1 1 1 0 0,1-1-1 0 0,-1 1 1 0 0,0-1-1 0 0,1 0 1 0 0,0 0-1 0 0,0 0 1 0 0,5 5-1 0 0,-6-7-31 0 0,0 0 0 0 0,0 0 1 0 0,0 0-1 0 0,0 0 0 0 0,-1 0 0 0 0,1-1 1 0 0,0 1-1 0 0,1-1 0 0 0,-1 1 0 0 0,0-1 0 0 0,0 0 1 0 0,0 0-1 0 0,0 1 0 0 0,0-2 0 0 0,0 1 0 0 0,0 0 1 0 0,0 0-1 0 0,0-1 0 0 0,3 0 0 0 0,34-14-194 0 0,-28 9 216 0 0,-1 0 1 0 0,1-1 0 0 0,-1-1-1 0 0,-1 0 1 0 0,0 0-1 0 0,0-1 1 0 0,0 0 0 0 0,-1 0-1 0 0,0-1 1 0 0,-1 0-1 0 0,0-1 1 0 0,-1 0 0 0 0,0 0-1 0 0,4-12 1 0 0,-4-4 0 0 0,-6 19-130 0 0,-1 1-1 0 0,1 0 1 0 0,-1 0 0 0 0,-1 0 0 0 0,1 0-1 0 0,-1 0 1 0 0,-1 0 0 0 0,1 0 0 0 0,-1 1 0 0 0,0-1-1 0 0,-1 1 1 0 0,1 0 0 0 0,-1-1 0 0 0,0 2 0 0 0,-1-1-1 0 0,0 0 1 0 0,0 1 0 0 0,0 0 0 0 0,0 0-1 0 0,-1 1 1 0 0,0-1 0 0 0,0 1 0 0 0,0 1 0 0 0,0-1-1 0 0,-8-2 1 0 0,-21-10-1060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2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397 86 3508 0 0,'-7'-10'941'0'0,"0"1"0"0"0,0 0 0 0 0,0 1-1 0 0,-10-9 1 0 0,13 14-733 0 0,1 0-1 0 0,-1 1 1 0 0,0-1-1 0 0,0 1 1 0 0,0 0-1 0 0,0 0 1 0 0,0 0 0 0 0,-1 0-1 0 0,1 1 1 0 0,0 0-1 0 0,-1 0 1 0 0,-5-1-1 0 0,9 2-185 0 0,-1 0-1 0 0,1 0 0 0 0,-1 0 0 0 0,1 0 0 0 0,-1 0 1 0 0,1 1-1 0 0,-1-1 0 0 0,1 0 0 0 0,0 1 0 0 0,-1-1 1 0 0,1 1-1 0 0,-1-1 0 0 0,1 1 0 0 0,0 0 0 0 0,-1 0 1 0 0,1 0-1 0 0,-2 1 0 0 0,-1 1 39 0 0,-2 1 10 0 0,0 0-1 0 0,1 0 0 0 0,-1 1 1 0 0,1-1-1 0 0,0 1 0 0 0,1 0 1 0 0,-1 1-1 0 0,1-1 1 0 0,0 1-1 0 0,0 0 0 0 0,1 0 1 0 0,-1 0-1 0 0,1 0 0 0 0,-3 12 1 0 0,-1 2 52 0 0,2 1 0 0 0,0 0 1 0 0,-3 29-1 0 0,6-33-74 0 0,1 0 1 0 0,1 1 0 0 0,3 31-1 0 0,-2-41-28 0 0,0 0-1 0 0,1 0 1 0 0,0 0 0 0 0,1 0-1 0 0,-1 0 1 0 0,2 0-1 0 0,-1-1 1 0 0,1 0-1 0 0,8 13 1 0 0,6-4 19 0 0,-13-14-33 0 0,-4-1-3 0 0,0 0-1 0 0,0 0 1 0 0,0-1-1 0 0,0 1 1 0 0,0 0-1 0 0,0-1 1 0 0,0 1-1 0 0,0-1 1 0 0,0 0-1 0 0,0 1 1 0 0,0-1-1 0 0,0 0 1 0 0,1 1-1 0 0,-1-1 1 0 0,0 0-1 0 0,0 0 1 0 0,0 0-1 0 0,1 0 0 0 0,1-1 1 0 0,0 1 7 0 0,2 0 21 0 0,0 0 0 0 0,0 0 0 0 0,0 0 0 0 0,0-1-1 0 0,0 1 1 0 0,-1-1 0 0 0,1-1 0 0 0,0 1 0 0 0,0-1 0 0 0,-1 1-1 0 0,1-1 1 0 0,-1-1 0 0 0,1 1 0 0 0,-1 0 0 0 0,0-1 0 0 0,6-5-1 0 0,2-3 83 0 0,-1 1 0 0 0,0-1 0 0 0,16-21 0 0 0,-22 26-104 0 0,-1 0-1 0 0,1-1 0 0 0,-1 0 1 0 0,0 1-1 0 0,-1-1 0 0 0,1-1 1 0 0,-1 1-1 0 0,-1 0 0 0 0,1-1 0 0 0,-1 1 1 0 0,-1-1-1 0 0,1 0 0 0 0,-1 0 1 0 0,-1 0-1 0 0,0 1 0 0 0,0-1 1 0 0,0 0-1 0 0,-1 0 0 0 0,0 0 1 0 0,0 0-1 0 0,-1 1 0 0 0,0-1 1 0 0,-1 1-1 0 0,1-1 0 0 0,-1 1 0 0 0,-1 0 1 0 0,0 0-1 0 0,0 0 0 0 0,0 1 1 0 0,0-1-1 0 0,-1 1 0 0 0,0 0 1 0 0,-7-6-1 0 0,2 3-278 0 0,0 0 0 0 0,0 1 0 0 0,-1 0 0 0 0,1 1 0 0 0,-2 1 0 0 0,1 0 0 0 0,-1 0 0 0 0,0 1 0 0 0,0 0 0 0 0,-19-4 0 0 0,6 3-921 0 0,1 2 0 0 0,-2 0 1 0 0,1 2-1 0 0,-37 1 1 0 0,-17 6-4483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43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87 4472 0 0,'-4'-4'499'0'0,"0"1"0"0"0,-1-1 0 0 0,1 1 0 0 0,-1 0 0 0 0,0 0-1 0 0,0 1 1 0 0,0-1 0 0 0,0 1 0 0 0,-9-3 0 0 0,9 5-66 0 0,1 2-81 0 0,1 0-294 0 0,1 0 0 0 0,-1 1 0 0 0,0-1 0 0 0,1 1 1 0 0,-1 0-1 0 0,1-1 0 0 0,0 1 0 0 0,0 0 0 0 0,0 0 1 0 0,0 1-1 0 0,0-1 0 0 0,1 0 0 0 0,-1 0 0 0 0,1 1 1 0 0,0-1-1 0 0,0 1 0 0 0,-1 6 0 0 0,1 0 14 0 0,1 1 1 0 0,-1-1-1 0 0,2 1 0 0 0,0 0 1 0 0,3 18-1 0 0,-1-13-37 0 0,1-1 0 0 0,0 0 0 0 0,2 0 0 0 0,-1-1 0 0 0,2 1 0 0 0,13 23 0 0 0,-15-31-12 0 0,1 1 0 0 0,-1-1 0 0 0,1 0 0 0 0,0-1 1 0 0,0 1-1 0 0,1-1 0 0 0,0-1 0 0 0,0 1 0 0 0,1-1 0 0 0,-1 0 0 0 0,1-1 0 0 0,14 6 0 0 0,-16-8-4 0 0,-1-1 0 0 0,1 1-1 0 0,0-2 1 0 0,-1 1-1 0 0,1-1 1 0 0,0 1-1 0 0,0-2 1 0 0,0 1 0 0 0,-1-1-1 0 0,1 1 1 0 0,0-2-1 0 0,-1 1 1 0 0,1-1-1 0 0,-1 1 1 0 0,1-1 0 0 0,-1-1-1 0 0,5-2 1 0 0,3-2 78 0 0,-1-1 0 0 0,0 0 0 0 0,0 0 0 0 0,-1-1 1 0 0,14-15-1 0 0,-16 15 22 0 0,-1 0 1 0 0,0-1-1 0 0,-1 0 0 0 0,0-1 1 0 0,0 0-1 0 0,-1 0 1 0 0,0 0-1 0 0,-1 0 1 0 0,0-1-1 0 0,-1 0 0 0 0,3-16 1 0 0,-6 22-131 0 0,0 0 1 0 0,0 0 0 0 0,-1-1 0 0 0,0 1-1 0 0,0 0 1 0 0,0-1 0 0 0,-1 1 0 0 0,0 0-1 0 0,0 0 1 0 0,-1 0 0 0 0,0 0-1 0 0,0 0 1 0 0,0 0 0 0 0,-1 0 0 0 0,0 1-1 0 0,0-1 1 0 0,0 1 0 0 0,0-1 0 0 0,-1 1-1 0 0,0 1 1 0 0,0-1 0 0 0,-1 0 0 0 0,1 1-1 0 0,-7-5 1 0 0,2 3-428 0 0,0 1-1 0 0,-1 0 1 0 0,1 0-1 0 0,-1 1 1 0 0,0 0-1 0 0,-1 1 1 0 0,1 0-1 0 0,-1 0 1 0 0,1 1-1 0 0,-1 1 1 0 0,0 0-1 0 0,1 0 1 0 0,-1 1 0 0 0,0 0-1 0 0,0 1 1 0 0,0 0-1 0 0,1 1 1 0 0,-21 6-1 0 0,-31 12-5556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53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3224 0 0,'0'0'3923'0'0,"1"-3"-3155"0"0,4-14 4642 0 0,-4 13-4922 0 0,5-7 609 0 0,1 21 996 0 0,-5-6-1861 0 0,-2-4-214 0 0,1 1 0 0 0,-1 0 1 0 0,1-1-1 0 0,0 1 0 0 0,-1 0 1 0 0,0 0-1 0 0,1-1 0 0 0,-1 1 0 0 0,0 0 1 0 0,1 0-1 0 0,-1 0 0 0 0,0 0 1 0 0,0 0-1 0 0,0-1 0 0 0,1 1 0 0 0,-1 0 1 0 0,0 2-1 0 0,2 15 262 0 0,67 286 2596 0 0,-68-300-2687 0 0,8 29 584 0 0,-6-25-612 0 0,-2-4 349 0 0,2 2 16 0 0,-1 4-1372 0 0,1-5-3639 0 0,4 3 3503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54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4296 0 0,'0'0'1699'0'0,"1"-4"-217"0"0,1-18 3798 0 0,0 9-1887 0 0,3 35-2249 0 0,2 26-595 0 0,30 212 2537 0 0,-27-206-2412 0 0,3 16 559 0 0,-13-66-1205 0 0,2-1-2246 0 0,2 9 1316 0 0,-2-9-188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0:55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92 3944 0 0,'0'0'3595'0'0,"0"-5"-2285"0"0,-1 0-980 0 0,1 0-1 0 0,-2 0 1 0 0,1 0-1 0 0,0 0 1 0 0,-1 0-1 0 0,0 0 1 0 0,0 0-1 0 0,0 1 1 0 0,-1-1-1 0 0,0 1 0 0 0,0-1 1 0 0,0 1-1 0 0,0 0 1 0 0,-1 0-1 0 0,-6-6 1 0 0,7 8-50 0 0,-1 1-38 0 0,1 0-185 0 0,0 0-1 0 0,0 0 1 0 0,0 1 0 0 0,-1 0 0 0 0,1-1 0 0 0,0 1 0 0 0,0 0 0 0 0,0 0 0 0 0,-1 1-1 0 0,1-1 1 0 0,0 1 0 0 0,0 0 0 0 0,0-1 0 0 0,0 1 0 0 0,0 1 0 0 0,0-1 0 0 0,0 0-1 0 0,0 1 1 0 0,1-1 0 0 0,-6 4 0 0 0,2 1 6 0 0,0-1 0 0 0,1 1 0 0 0,-1 0 0 0 0,1 1 0 0 0,0-1 0 0 0,1 1 0 0 0,0 0 0 0 0,-6 10 0 0 0,8-11-48 0 0,-4 3-10 0 0,2 1 1 0 0,0-1 0 0 0,0 1 0 0 0,0 0 0 0 0,1 0 0 0 0,1 0 0 0 0,0 0 0 0 0,-1 19 0 0 0,2-11-24 0 0,2-1 0 0 0,0 1 0 0 0,1 0 0 0 0,0 0 0 0 0,2-1 1 0 0,0 0-1 0 0,8 20 0 0 0,-10-31 14 0 0,0-1 0 0 0,0 0 0 0 0,0 1-1 0 0,1-1 1 0 0,0 0 0 0 0,0-1 0 0 0,0 1 0 0 0,1-1 0 0 0,0 1 0 0 0,0-1 0 0 0,0 0 0 0 0,0 0 0 0 0,0-1 0 0 0,1 1-1 0 0,0-1 1 0 0,0 0 0 0 0,0 0 0 0 0,0 0 0 0 0,0-1 0 0 0,0 0 0 0 0,7 2 0 0 0,-9-3 28 0 0,3-2 8 0 0,3 0 5 0 0,0-1 0 0 0,1 0 1 0 0,-1-1-1 0 0,0 1 1 0 0,-1-2-1 0 0,1 1 0 0 0,0-2 1 0 0,-1 1-1 0 0,13-9 0 0 0,-14 6-26 0 0,1 0 0 0 0,-1 0-1 0 0,0 0 1 0 0,-1-1 0 0 0,1 0-1 0 0,-2-1 1 0 0,1 1 0 0 0,-1-1-1 0 0,0 0 1 0 0,-1 0 0 0 0,0-1-1 0 0,-1 1 1 0 0,0-1 0 0 0,0 0 0 0 0,-1 0-1 0 0,0 0 1 0 0,0-12 0 0 0,-1 13-189 0 0,-1 0 0 0 0,0 0 1 0 0,0 0-1 0 0,-1 0 0 0 0,-1 0 1 0 0,1 0-1 0 0,-1 0 0 0 0,-1 0 1 0 0,0 1-1 0 0,0-1 0 0 0,0 1 1 0 0,-1 0-1 0 0,0 0 0 0 0,-1 0 1 0 0,0 1-1 0 0,0-1 0 0 0,-1 1 1 0 0,0 0-1 0 0,-12-11 0 0 0,11 13-575 0 0,0 0 0 0 0,-1 0-1 0 0,0 1 1 0 0,0 0 0 0 0,0 0 0 0 0,0 1-1 0 0,-1 0 1 0 0,1 0 0 0 0,-15-1 0 0 0,-6 0-4982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15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50 866 2964 0 0,'-3'-2'1530'0'0,"-25"-18"2161"0"0,25 18-2375 0 0,3 1-1236 0 0,-1 1-1 0 0,1 0 1 0 0,-1-1-1 0 0,1 1 1 0 0,-1 0 0 0 0,1-1-1 0 0,-1 1 1 0 0,1 0 0 0 0,-1 0-1 0 0,0-1 1 0 0,1 1 0 0 0,-1 0-1 0 0,1 0 1 0 0,-1 0 0 0 0,0 0-1 0 0,1 0 1 0 0,-1 0 0 0 0,0 0-1 0 0,1 0 1 0 0,-1 0 0 0 0,0 0-1 0 0,1 0 1 0 0,-1 0-1 0 0,0 1 1 0 0,5 11 439 0 0,20 18-350 0 0,-15-21-118 0 0,1-1 0 0 0,1 1 0 0 0,0-2-1 0 0,0 0 1 0 0,0 0 0 0 0,1-1 0 0 0,0 0-1 0 0,22 7 1 0 0,-14-8-24 0 0,-1 0 0 0 0,1-2 0 0 0,0 0 0 0 0,0-1 0 0 0,22-1 0 0 0,13-4-46 0 0,-1-3 0 0 0,0-2 0 0 0,65-18-1 0 0,-86 18 38 0 0,16-5-35 0 0,1 2 1 0 0,0 2-1 0 0,0 3 1 0 0,92-1-1 0 0,-96 8-33 0 0,311-40 142 0 0,-185 16 38 0 0,-60 15-186 0 0,152 9 0 0 0,47-4 35 0 0,-235 0 38 0 0,144 13-1 0 0,-173-6-38 0 0,74 4 45 0 0,1-5 0 0 0,0-6 0 0 0,151-22 0 0 0,-180 14-41 0 0,0 3 0 0 0,0 4 0 0 0,169 15-1 0 0,-162-1 23 0 0,0-5-1 0 0,-1-4 0 0 0,1-4 0 0 0,129-21 1 0 0,-131 4 92 0 0,-43 8-190 0 0,96-10 1 0 0,-99 24 145 0 0,-1 1 1 0 0,85 17 0 0 0,-75-10-34 0 0,-21-6-24 0 0,1-1 1 0 0,-1-1-1 0 0,69-8 1 0 0,117-28-81 0 0,-76 8-41 0 0,-85 21 131 0 0,0 2 0 0 0,1 3 0 0 0,109 15 0 0 0,-100-8 51 0 0,-23-4-52 0 0,-1-2 0 0 0,1-2 0 0 0,0-3 0 0 0,66-14 0 0 0,198-64-74 0 0,-290 74 89 0 0,5-2-2 0 0,1 1-1 0 0,1 1 1 0 0,-1 2 0 0 0,1 2-1 0 0,38-1 1 0 0,-26 3-34 0 0,25 4-9 0 0,222 2-388 0 0,-228-7 304 0 0,-1-2 0 0 0,103-23 0 0 0,-126 18 59 0 0,1 2 0 0 0,78-6 1 0 0,-106 16 64 0 0,-1 0 0 0 0,0 0 0 0 0,1 1 1 0 0,-1 1-1 0 0,0 0 0 0 0,-1 0 0 0 0,1 1 1 0 0,20 13-1 0 0,8 7 75 0 0,-29-17-79 0 0,1 0-1 0 0,0-1 1 0 0,1 0-1 0 0,0 0 1 0 0,0-2-1 0 0,0 1 0 0 0,1-2 1 0 0,-1 0-1 0 0,1 0 1 0 0,21 1-1 0 0,-7-4-21 0 0,-1-2 0 0 0,0 0 0 0 0,1-2 0 0 0,-1-1 0 0 0,40-12 0 0 0,134-55 353 0 0,-186 66-335 0 0,0 0 0 0 0,0 1 0 0 0,1 1 0 0 0,-1 0 0 0 0,1 2 0 0 0,0-1 0 0 0,20 2 0 0 0,-4 2 22 0 0,0 1 0 0 0,48 11 0 0 0,-47-6 13 0 0,15 4-51 0 0,0-3-1 0 0,0-1 1 0 0,69 1 0 0 0,408-39-258 0 0,-365 19 273 0 0,-97 15-44 0 0,0 3-1 0 0,106 25 1 0 0,-96-16-23 0 0,138 12 1 0 0,-109-29 79 0 0,1-4 0 0 0,116-22 1 0 0,-125 12 17 0 0,0 5 1 0 0,174 3-1 0 0,-209 11-41 0 0,443 19-488 0 0,-409-25 413 0 0,-1-3 0 0 0,1-5 0 0 0,127-29 0 0 0,-159 26 128 0 0,2 2 0 0 0,-1 4 0 0 0,124 0 0 0 0,479-7 495 0 0,-356-1-598 0 0,-57 0 197 0 0,-180 17 82 0 0,124 19-1 0 0,-124-11-449 0 0,120 2 1 0 0,137-42-476 0 0,-170 12 629 0 0,-98 15 104 0 0,8-1 21 0 0,-13 6 59 0 0,128 16 271 0 0,-100-8-281 0 0,99 0-1 0 0,-125-13-104 0 0,-1-3-1 0 0,0-3 0 0 0,0-2 0 0 0,-1-2 0 0 0,0-3 1 0 0,90-39-1 0 0,-119 43 5 0 0,-12 5-15 0 0,1 1 0 0 0,-1 0 0 0 0,31-6-1 0 0,2 0-9 0 0,-39 13 21 0 0,-2-1 0 0 0,7 0 15 0 0,0 1 1 0 0,0 0 0 0 0,-1 1-1 0 0,1 0 1 0 0,0 1-1 0 0,-1 0 1 0 0,0 1 0 0 0,0 1-1 0 0,15 7 1 0 0,20 6 51 0 0,-24-12-83 0 0,0-2 0 0 0,1 0 0 0 0,36 0 0 0 0,-28-2 10 0 0,-1-2-1 0 0,58-6 1 0 0,-60 2 4 0 0,50-11 140 0 0,155-49 0 0 0,-205 54-88 0 0,-28 10-44 0 0,23-6 38 0 0,-4 5 7 0 0,-5 1-27 0 0,-1 0 0 0 0,1 1-1 0 0,0 1 1 0 0,21 5-1 0 0,71 22 47 0 0,-73-19-84 0 0,9 2 36 0 0,1-3-1 0 0,0-2 1 0 0,1-1-1 0 0,0-3 1 0 0,73-4 0 0 0,-40-5 27 0 0,0-5 0 0 0,107-27 0 0 0,-102 17-52 0 0,204-45 89 0 0,-225 55 38 0 0,0 4-1 0 0,107-1 0 0 0,-45 11-48 0 0,195 2-106 0 0,-219-8 51 0 0,118-19 0 0 0,-218 21-23 0 0,73-9-550 0 0,-2-4-1 0 0,119-38 1 0 0,-109 24 1072 0 0,113-22 0 0 0,-191 49-445 0 0,1 1-15 0 0,8 0-39 0 0,0 2 0 0 0,-1-1 0 0 0,1 2 0 0 0,0 0 0 0 0,-1 0 0 0 0,0 1-1 0 0,0 1 1 0 0,0 0 0 0 0,11 7 0 0 0,27 9 128 0 0,-20-11-73 0 0,0-1 1 0 0,0-2-1 0 0,1-1 0 0 0,0-1 0 0 0,0-2 0 0 0,40 0 1 0 0,-28-5-148 0 0,0-1 0 0 0,0-1 0 0 0,81-21 0 0 0,-3-16-470 0 0,-80 26 386 0 0,67-17 0 0 0,-103 32 141 0 0,16 2 12 0 0,1 2 0 0 0,-1 0 1 0 0,0 1-1 0 0,0 2 0 0 0,31 13 1 0 0,18 4 43 0 0,-36-15-13 0 0,55 5-1 0 0,-67-12 102 0 0,1-1 0 0 0,0-1 0 0 0,0 0 0 0 0,0-2 0 0 0,-1-1 0 0 0,44-11 0 0 0,4-13 701 0 0,-66 26-674 0 0,0-1-79 0 0,16-3 49 0 0,-15 3-4 0 0,0 2-18 0 0,16 3-159 0 0,0 1-1 0 0,0 1 1 0 0,0 0-1 0 0,25 11 1 0 0,13 3-3161 0 0,-54-17 1274 0 0,0-3-1551 0 0,22 0-2456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17.9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31 3696 0 0,'-11'-21'2100'0'0,"6"11"3176"0"0,-34 276-3763 0 0,36-228-1469 0 0,2-1 0 0 0,1 1 0 0 0,2-1 0 0 0,2 1 0 0 0,10 45 0 0 0,-10-67-64 0 0,2-1 0 0 0,0 0 0 0 0,0 0 0 0 0,2 0 0 0 0,0 0 0 0 0,0-1-1 0 0,1-1 1 0 0,1 0 0 0 0,1 0 0 0 0,0-1 0 0 0,0 0 0 0 0,23 18 0 0 0,2 6 187 0 0,-33-33-125 0 0,2 12-53 0 0,-4-13 12 0 0,0 1 0 0 0,0-1-1 0 0,-1 0 1 0 0,1 1 0 0 0,0-1 0 0 0,-1 1 0 0 0,0-1 0 0 0,0 0 0 0 0,0 1 0 0 0,0-1-1 0 0,0 1 1 0 0,0-1 0 0 0,0 1 0 0 0,-1-1 0 0 0,0 3 0 0 0,-49 142 441 0 0,-1 3-175 0 0,41-114-208 0 0,2 0 1 0 0,2 0-1 0 0,0 1 1 0 0,1 61-1 0 0,5-79-22 0 0,2 0 0 0 0,0 1 0 0 0,1-1 0 0 0,1 0 0 0 0,1-1 0 0 0,0 1 0 0 0,1-1 0 0 0,2 0 0 0 0,-1 0 0 0 0,18 27 0 0 0,-2-13-13 0 0,1-2 0 0 0,2 0 0 0 0,32 28 0 0 0,8 10-108 0 0,-64-66 77 0 0,0 1 0 0 0,0 0 0 0 0,0 1-1 0 0,0-1 1 0 0,0 0 0 0 0,0 1 0 0 0,-1-1 0 0 0,2 7-1 0 0,-2-8 5 0 0,0 2-16 0 0,-1 2 22 0 0,-1 8 5 0 0,0 0 0 0 0,-1 0 0 0 0,0 0 0 0 0,-1 0 0 0 0,0-1 0 0 0,-8 18 0 0 0,0 4 36 0 0,-11 62 51 0 0,4 1 0 0 0,5 1 0 0 0,-1 181 0 0 0,16-230-16 0 0,3 0 0 0 0,1 0 0 0 0,21 76 0 0 0,-4-48-138 0 0,48 107 0 0 0,-46-134 55 0 0,-18-36 49 0 0,0 0 0 0 0,-2 0 0 0 0,0 0-1 0 0,0 1 1 0 0,-2 0 0 0 0,0 0-1 0 0,0 0 1 0 0,-2 0 0 0 0,0 0 0 0 0,-2 22-1 0 0,-43 178 780 0 0,27-151-507 0 0,-13 106-1 0 0,28-149-263 0 0,1 0 0 0 0,1 0-1 0 0,1 0 1 0 0,1 0-1 0 0,1 0 1 0 0,0 0-1 0 0,2-1 1 0 0,14 41 0 0 0,2-15-169 0 0,2-1 1 0 0,49 73 0 0 0,-49-85-121 0 0,-21-31 233 0 0,-1 1 90 0 0,4 9-113 0 0,-4-9-23 0 0,0 0 6 0 0,-1 4 47 0 0,0 1 0 0 0,-1-1 0 0 0,0 1 0 0 0,-3 13 0 0 0,-11 45-103 0 0,-3 26-8 0 0,14-59 76 0 0,-7 45-36 0 0,1 101 0 0 0,11-154 68 0 0,1 0 0 0 0,0-1-1 0 0,2 1 1 0 0,1-1 0 0 0,2 1-1 0 0,0-1 1 0 0,20 45 0 0 0,13-4-35 0 0,-33-56 73 0 0,1 1-1 0 0,-2 0 1 0 0,1 0-1 0 0,-1 1 0 0 0,-1 0 1 0 0,0 0-1 0 0,-1 0 0 0 0,3 13 1 0 0,-6-11-41 0 0,-1-1 0 0 0,0 0 1 0 0,-1 1-1 0 0,-1-1 0 0 0,0 0 0 0 0,0 0 1 0 0,-1 0-1 0 0,-10 23 0 0 0,5-11 8 0 0,2-3-4 0 0,0 0 1 0 0,2 1 0 0 0,0 0-1 0 0,2-1 1 0 0,0 1-1 0 0,1 0 1 0 0,2 0-1 0 0,3 26 1 0 0,3-13-8 0 0,1 0 1 0 0,2 0-1 0 0,2-1 0 0 0,21 45 1 0 0,-17-46-147 0 0,-15-31 81 0 0,1 0-31 0 0,1 3 10 0 0,0 0 0 0 0,-1 0-1 0 0,0 0 1 0 0,1 0 0 0 0,-2 0-1 0 0,1 1 1 0 0,-1-1 0 0 0,0 1-1 0 0,0 9 1 0 0,-2-12 112 0 0,-6 16 0 0 0,2-1-36 0 0,4-15 55 0 0,1 18 30 0 0,0-18-3 0 0,2 1 16 0 0,20 50 64 0 0,-13-33-113 0 0,0 0 0 0 0,6 27-1 0 0,-8-21-81 0 0,6 52-1 0 0,-1-13-9 0 0,-7-48 70 0 0,-4-14-19 0 0,0-1 7 0 0,13 61-34 0 0,-13-60 68 0 0,-1 0-24 0 0,1 113 392 0 0,-1-113-326 0 0,1 0-14 0 0,2 22 186 0 0,2-1-1 0 0,0 0 1 0 0,2 0 0 0 0,1 0 0 0 0,21 46 0 0 0,16 50 1370 0 0,-44-118-1521 0 0,0 0 33 0 0,10 36-95 0 0,-10-36-129 0 0,-1-1-418 0 0,3 12 242 0 0,-2-12-54 0 0,-5 14-12559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3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1 228 3996 0 0,'0'0'1228'0'0,"2"-2"-175"0"0,4-4-589 0 0,1 0 0 0 0,-1 1 1 0 0,2 0-1 0 0,-1 0 0 0 0,0 1 0 0 0,1 0 0 0 0,0 0 0 0 0,0 1 0 0 0,0 0 0 0 0,14-4 1 0 0,99-17 612 0 0,-93 19-646 0 0,527-51 1450 0 0,-358 42-1594 0 0,-82 5-154 0 0,683-47 660 0 0,2 47-432 0 0,614 130-55 0 0,-1003-66-179 0 0,-2 17 0 0 0,638 199-1 0 0,-683-144 195 0 0,609 307-1 0 0,-583-221-77 0 0,456 333-1 0 0,-801-514-225 0 0,620 456 257 0 0,-40 52-55 0 0,-485-396-83 0 0,-7 6-1 0 0,192 281 1 0 0,29 115 1011 0 0,-176-268-318 0 0,-82-149-656 0 0,-94-126-234 0 0,3 1-69 0 0,-5-3 79 0 0,0-1 0 0 0,0 1 1 0 0,0-1-1 0 0,1 0 0 0 0,-1 1 1 0 0,0-1-1 0 0,0 0 0 0 0,0 1 1 0 0,1-1-1 0 0,-1 0 0 0 0,0 1 0 0 0,0-1 1 0 0,1 0-1 0 0,-1 0 0 0 0,0 1 1 0 0,1-1-1 0 0,-1 0 0 0 0,0 0 1 0 0,1 1-1 0 0,-1-1 0 0 0,0 0 0 0 0,1 0 1 0 0,-1 0-1 0 0,0 0 0 0 0,1 0 1 0 0,-1 0-1 0 0,1 0 0 0 0,-1 1 1 0 0,0-1-1 0 0,1 0 0 0 0,-1 0 0 0 0,1 0 1 0 0,-1-1-1 0 0,2 1-135 0 0,-1-1-1 0 0,0 0 1 0 0,0 0-1 0 0,0 0 0 0 0,-1 0 1 0 0,1 0-1 0 0,0 0 1 0 0,0 0-1 0 0,-1-1 1 0 0,1 1-1 0 0,0 0 1 0 0,-1 0-1 0 0,1-1 1 0 0,-1 1-1 0 0,0 0 1 0 0,1 0-1 0 0,-1-1 1 0 0,0 1-1 0 0,0 0 0 0 0,0-1 1 0 0,0 1-1 0 0,0 0 1 0 0,0-1-1 0 0,0 1 1 0 0,0 0-1 0 0,0-1 1 0 0,-1 1-1 0 0,1 0 1 0 0,-1-1-1 0 0,0-1 1 0 0,-22-46-7330 0 0,9 33 1545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3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4480 0 0,'0'0'2775'0'0,"3"3"-1632"0"0,10 9-478 0 0,0-2 0 0 0,1 0 0 0 0,1 0 0 0 0,-1-1 1 0 0,2-1-1 0 0,18 8 0 0 0,106 36-565 0 0,-128-48-114 0 0,94 26-2360 0 0,-39-21-3912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3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20 3592 0 0,'0'0'1863'0'0,"-1"-4"-324"0"0,0 3-1273 0 0,1 0 0 0 0,-1 0 0 0 0,1 0 0 0 0,-1 0 0 0 0,1 0 0 0 0,-1 0-1 0 0,1 0 1 0 0,-1 0 0 0 0,0 0 0 0 0,0 0 0 0 0,1 0 0 0 0,-1 0 0 0 0,0 1 0 0 0,-1-2 0 0 0,1 2-205 0 0,0 0 0 0 0,0 0 1 0 0,1 0-1 0 0,-1 0 0 0 0,0 0 0 0 0,0 0 0 0 0,0 0 1 0 0,0 0-1 0 0,1 0 0 0 0,-1 0 0 0 0,0 0 1 0 0,0 0-1 0 0,0 1 0 0 0,1-1 0 0 0,-1 0 0 0 0,0 1 1 0 0,0-1-1 0 0,1 0 0 0 0,-1 1 0 0 0,0-1 1 0 0,0 1-1 0 0,1-1 0 0 0,-1 1 0 0 0,1 0 0 0 0,-1-1 1 0 0,0 1-1 0 0,1 0 0 0 0,0-1 0 0 0,-1 1 1 0 0,1 0-1 0 0,-1-1 0 0 0,0 2 0 0 0,-32 49-175 0 0,2 1 0 0 0,-25 57 0 0 0,-11 21-3645 0 0,41-82 490 0 0,0-2-2324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9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341 168 3908 0 0,'0'-6'1476'0'0,"0"-3"-1093"0"0,-1 1-1 0 0,1 0 1 0 0,-1-1-1 0 0,-1 1 1 0 0,0 0-1 0 0,0 0 0 0 0,0 0 1 0 0,-1 0-1 0 0,0 0 1 0 0,-1 0-1 0 0,0 1 0 0 0,0-1 1 0 0,0 1-1 0 0,-1 0 1 0 0,-6-6-1 0 0,8 10-259 0 0,0 1 1 0 0,-1-1-1 0 0,1 0 0 0 0,-1 1 1 0 0,0 0-1 0 0,0 0 0 0 0,0 0 1 0 0,0 1-1 0 0,0-1 0 0 0,0 1 1 0 0,-7-1-1 0 0,6 0 9 0 0,0 1-55 0 0,0 1 0 0 0,0-1 1 0 0,1 1-1 0 0,-1 0 1 0 0,0 0-1 0 0,0 1 1 0 0,0-1-1 0 0,1 1 0 0 0,-1 0 1 0 0,0 0-1 0 0,1 1 1 0 0,-1-1-1 0 0,1 1 1 0 0,0 0-1 0 0,-1 0 0 0 0,-4 4 1 0 0,-2 1 42 0 0,0 1 0 0 0,0 0-1 0 0,1 1 1 0 0,-11 12 0 0 0,11-9-74 0 0,1 0 1 0 0,0 0-1 0 0,1 1 0 0 0,0 0 0 0 0,1 0 1 0 0,1 1-1 0 0,0 0 0 0 0,1 0 0 0 0,0 1 1 0 0,1-1-1 0 0,1 1 0 0 0,0 0 0 0 0,1 0 1 0 0,0 0-1 0 0,2 1 0 0 0,0-1 0 0 0,2 24 1 0 0,-1-29-80 0 0,1 0-1 0 0,0 1 1 0 0,0-1 0 0 0,1-1 0 0 0,0 1 0 0 0,1 0 0 0 0,0-1-1 0 0,1 0 1 0 0,0 1 0 0 0,0-2 0 0 0,1 1 0 0 0,0-1 0 0 0,0 0-1 0 0,1 0 1 0 0,0 0 0 0 0,0-1 0 0 0,1-1 0 0 0,0 1 0 0 0,0-1-1 0 0,1 0 1 0 0,0-1 0 0 0,0 0 0 0 0,0 0 0 0 0,0-1 0 0 0,1 0 0 0 0,17 4-1 0 0,-20-6-142 0 0,0 0-130 0 0,0-1 0 0 0,0 1 0 0 0,1-1 1 0 0,-1-1-1 0 0,0 1 0 0 0,15-2 0 0 0,-10-1-289 0 0,0 0 0 0 0,0 0-1 0 0,12-5 1 0 0,-17 4-153 0 0,0 0 0 0 0,0 0 0 0 0,0 0 0 0 0,-1 0 0 0 0,1-1 0 0 0,-1 0-1 0 0,11-10 1 0 0,-2-2-3496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53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3404 0 0,'0'0'5908'0'0,"3"4"-5166"0"0,24 36 269 0 0,-3 2 0 0 0,38 87 0 0 0,-25-50-699 0 0,-31-67-266 0 0,6 15-1089 0 0,2 0-1 0 0,33 47 1 0 0,-45-71 52 0 0,24-1-8293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53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59 3020 0 0,'-14'-41'4035'0'0,"12"38"-3121"0"0,2 2-847 0 0,0 1-1 0 0,0-1 0 0 0,0 1 0 0 0,0-1 0 0 0,0 0 0 0 0,0 1 0 0 0,0-1 0 0 0,-1 1 0 0 0,1-1 1 0 0,0 1-1 0 0,0-1 0 0 0,-1 1 0 0 0,1-1 0 0 0,0 1 0 0 0,-1-1 0 0 0,1 1 0 0 0,0-1 1 0 0,-1 1-1 0 0,1-1 0 0 0,0 1 0 0 0,-1 0 0 0 0,1-1 0 0 0,-1 1 0 0 0,1 0 0 0 0,-1-1 0 0 0,1 1 1 0 0,-1 0-1 0 0,1 0 0 0 0,-1-1 0 0 0,1 1 0 0 0,-1 0 0 0 0,0 0 0 0 0,1 0 0 0 0,-1 0 1 0 0,1 0-1 0 0,-1 0 0 0 0,1 0 0 0 0,-1 0 0 0 0,-1 0 0 0 0,-14 3 583 0 0,15-3-682 0 0,-4 6 211 0 0,-11 53-340 0 0,3 1 1 0 0,2 0-1 0 0,-2 69 1 0 0,6-60-1336 0 0,0-6-3844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54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30 3204 0 0,'2'-4'1331'0'0,"-1"2"-1124"0"0,0 0 0 0 0,0 1-1 0 0,0-1 1 0 0,0 1 0 0 0,1-1 0 0 0,-1 1-1 0 0,0-1 1 0 0,1 1 0 0 0,-1-1 0 0 0,1 1-1 0 0,0 0 1 0 0,-1 0 0 0 0,1 0 0 0 0,0 0-1 0 0,0 0 1 0 0,0 1 0 0 0,0-1 0 0 0,-1 0-1 0 0,4 0 1 0 0,-1 1-14 0 0,0-1-1 0 0,1 1 1 0 0,-1 0 0 0 0,0 0-1 0 0,1 1 1 0 0,-1-1 0 0 0,0 1-1 0 0,7 2 1 0 0,7 3 170 0 0,-1 1 0 0 0,0 1-1 0 0,21 13 1 0 0,-36-20-285 0 0,16 10 106 0 0,0 1 1 0 0,-1 0-1 0 0,0 2 0 0 0,-1 0 1 0 0,0 0-1 0 0,-1 2 0 0 0,-1 0 1 0 0,0 0-1 0 0,-2 1 0 0 0,20 34 0 0 0,-24-35-224 0 0,-1 0-1 0 0,0 0 0 0 0,-1 1 0 0 0,0 1 0 0 0,-2-1 0 0 0,0 0 1 0 0,-1 1-1 0 0,-1 0 0 0 0,0 0 0 0 0,-2 0 0 0 0,0 0 0 0 0,-1 0 0 0 0,-3 22 1 0 0,-4-7-300 0 0,0 0 0 0 0,-2-1 0 0 0,-2 0 0 0 0,-1 0 0 0 0,-1-1 0 0 0,-1-1 0 0 0,-2-1 0 0 0,-1 0 0 0 0,-2-1 0 0 0,0-1-1 0 0,-31 31 1 0 0,25-32-244 0 0,0 0-1 0 0,-2-2 0 0 0,-1-1 1 0 0,-1-1-1 0 0,-1-1 0 0 0,-1-2 0 0 0,-1-2 1 0 0,0-1-1 0 0,-1-1 0 0 0,-44 13 0 0 0,32-16-2251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54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1 2540 0 0,'-9'2'269'0'0,"0"1"1"0"0,-1 0-1 0 0,1 1 0 0 0,1 0 1 0 0,-1 0-1 0 0,0 1 0 0 0,1 0 0 0 0,0 1 1 0 0,0-1-1 0 0,1 2 0 0 0,0-1 0 0 0,0 1 1 0 0,0 0-1 0 0,1 0 0 0 0,0 1 0 0 0,0 0 1 0 0,-4 9-1 0 0,-6 10 60 0 0,2 1-1 0 0,1 0 1 0 0,1 1 0 0 0,-9 32 0 0 0,10-22-148 0 0,1 1 0 0 0,2 0 0 0 0,2 0 0 0 0,1 1 0 0 0,2 0-1 0 0,2-1 1 0 0,2 1 0 0 0,1 0 0 0 0,9 43 0 0 0,-6-60-171 0 0,0 0 0 0 0,2-1-1 0 0,1 1 1 0 0,0-1 0 0 0,2-1 0 0 0,1 1 0 0 0,0-2-1 0 0,2 0 1 0 0,0 0 0 0 0,1-1 0 0 0,2-1-1 0 0,0 0 1 0 0,0-1 0 0 0,2-1 0 0 0,0 0 0 0 0,26 17-1 0 0,-15-16-307 0 0,1-1 0 0 0,0-1-1 0 0,1-2 1 0 0,1 0 0 0 0,53 13 0 0 0,-48-18-1254 0 0,0-1 0 0 0,60 4 1 0 0,-22-10-2971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8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1031 174 2764 0 0,'-3'-10'357'0'0,"-1"0"0"0"0,-1 0-1 0 0,0 0 1 0 0,0 1 0 0 0,-1-1 0 0 0,0 1-1 0 0,-1 1 1 0 0,0-1 0 0 0,0 1 0 0 0,-1 0-1 0 0,0 1 1 0 0,0 0 0 0 0,-12-8 0 0 0,9 8-242 0 0,1 2 1 0 0,-1-1 0 0 0,1 2-1 0 0,-1-1 1 0 0,-1 2 0 0 0,1-1-1 0 0,-1 1 1 0 0,1 1 0 0 0,-1 0-1 0 0,0 1 1 0 0,0 0 0 0 0,1 1-1 0 0,-1 0 1 0 0,0 1 0 0 0,0 0-1 0 0,0 1 1 0 0,1 0 0 0 0,-23 8-1 0 0,5 2-31 0 0,1 1-1 0 0,1 1 1 0 0,0 1-1 0 0,1 2 1 0 0,1 0 0 0 0,0 2-1 0 0,2 1 1 0 0,0 1-1 0 0,1 0 1 0 0,1 2-1 0 0,-22 31 1 0 0,0 5-4 0 0,4 2 0 0 0,2 2 0 0 0,-47 110-1 0 0,32-46-14 0 0,-51 194-1 0 0,98-306-61 0 0,2 0 0 0 0,0 1 0 0 0,1-1 1 0 0,1 1-1 0 0,0 0 0 0 0,1-1 0 0 0,3 31 0 0 0,-2-41-22 0 0,0 0 1 0 0,0-1-1 0 0,1 1 0 0 0,-1 0 1 0 0,1-1-1 0 0,0 0 0 0 0,0 1 1 0 0,0-1-1 0 0,1 0 0 0 0,-1 0 0 0 0,1 0 1 0 0,0 0-1 0 0,0-1 0 0 0,1 1 1 0 0,-1-1-1 0 0,1 0 0 0 0,0 0 0 0 0,-1 0 1 0 0,1-1-1 0 0,1 1 0 0 0,-1-1 1 0 0,0 0-1 0 0,0 0 0 0 0,1 0 1 0 0,-1-1-1 0 0,1 1 0 0 0,0-1 0 0 0,-1 0 1 0 0,9 0-1 0 0,7 0-100 0 0,0-1 0 0 0,0-1 0 0 0,0 0 0 0 0,0-2 0 0 0,-1 0 0 0 0,1-1 0 0 0,-1-2 0 0 0,0 0 0 0 0,32-14 0 0 0,-1-4-50 0 0,-2-1-1 0 0,60-43 1 0 0,-44 24-67 0 0,79-71 0 0 0,-124 97 159 0 0,0-1 1 0 0,-1-1-1 0 0,0 0 0 0 0,-2-1 0 0 0,0-1 0 0 0,-2-1 0 0 0,18-37 0 0 0,-31 57 100 0 0,0 1-1 0 0,0-1 1 0 0,0 0 0 0 0,-1 0 0 0 0,1 0-1 0 0,-1 0 1 0 0,0 0 0 0 0,0 1-1 0 0,0-1 1 0 0,0 0 0 0 0,-1-5-1 0 0,1 7 1 0 0,0-1 0 0 0,-1 1 0 0 0,1 0 0 0 0,-1 0-1 0 0,1 0 1 0 0,-1-1 0 0 0,1 1 0 0 0,-1 0 0 0 0,1 0-1 0 0,-1 0 1 0 0,0 0 0 0 0,0 0 0 0 0,0 0 0 0 0,1 0-1 0 0,-1 0 1 0 0,0 1 0 0 0,0-1 0 0 0,0 0 0 0 0,0 0-1 0 0,0 1 1 0 0,-1-1 0 0 0,1 1 0 0 0,0-1 0 0 0,0 1-1 0 0,0-1 1 0 0,-1 1 0 0 0,-1-1 0 0 0,-3 1 53 0 0,0 0-1 0 0,-1 0 1 0 0,1 0 0 0 0,0 1 0 0 0,-1 0 0 0 0,1 0 0 0 0,0 0-1 0 0,0 1 1 0 0,0 0 0 0 0,0 0 0 0 0,-6 3 0 0 0,2 1 20 0 0,-1 0 0 0 0,1 1 1 0 0,0 0-1 0 0,0 1 0 0 0,-11 11 1 0 0,5-3 5 0 0,2 1 0 0 0,0 0 0 0 0,0 1 0 0 0,2 1-1 0 0,-20 39 1 0 0,28-50-85 0 0,0 1 0 0 0,1 0-1 0 0,0 0 1 0 0,1 0-1 0 0,0 0 1 0 0,0 0 0 0 0,1 1-1 0 0,0-1 1 0 0,1 0 0 0 0,0 1-1 0 0,0-1 1 0 0,3 16-1 0 0,-2-21-31 0 0,0-1-1 0 0,0 1 0 0 0,0 0 0 0 0,0-1 0 0 0,1 1 1 0 0,-1-1-1 0 0,1 1 0 0 0,0-1 0 0 0,0 0 1 0 0,1 0-1 0 0,-1 0 0 0 0,3 3 0 0 0,-2-3 0 0 0,-1-1-13 0 0,1 0 0 0 0,-1 0 0 0 0,1 0 0 0 0,0-1-1 0 0,-1 1 1 0 0,1 0 0 0 0,0-1 0 0 0,0 0 0 0 0,0 0 0 0 0,0 0 0 0 0,0 0 0 0 0,0 0 0 0 0,1-1-1 0 0,-1 1 1 0 0,6-1 0 0 0,-7 0 15 0 0,6 1-36 0 0,-1-1 1 0 0,0 0-1 0 0,1-1 1 0 0,-1 1-1 0 0,0-2 1 0 0,0 1-1 0 0,0-1 1 0 0,0 0-1 0 0,0 0 0 0 0,0-1 1 0 0,13-6-1 0 0,-9 2 13 0 0,1 0 0 0 0,-1-1-1 0 0,0 0 1 0 0,0 0 0 0 0,10-12-1 0 0,-15 15 60 0 0,-1-1 0 0 0,1 1 0 0 0,-1-1 0 0 0,0-1-1 0 0,-1 1 1 0 0,1-1 0 0 0,-1 0 0 0 0,-1 0 0 0 0,1 0 0 0 0,-1 0 0 0 0,0-1-1 0 0,3-14 1 0 0,-4 16-1 0 0,-1 3-11 0 0,-1 1 1 0 0,1 0-1 0 0,-1-1 0 0 0,1 1 0 0 0,-1 0 0 0 0,0-1 1 0 0,0 1-1 0 0,0-1 0 0 0,0 1 0 0 0,0-1 0 0 0,-1-3 1 0 0,0-5 29 0 0,-1 0 1 0 0,0 0-1 0 0,-1 0 1 0 0,0 0-1 0 0,0 1 1 0 0,-1-1-1 0 0,-1 1 1 0 0,-10-19-1 0 0,12 25-40 0 0,-1 0 0 0 0,1 0 0 0 0,0 0 0 0 0,-1 1-1 0 0,0-1 1 0 0,0 1 0 0 0,0 0 0 0 0,0 0 0 0 0,-1 0-1 0 0,1 1 1 0 0,-1-1 0 0 0,1 1 0 0 0,-8-2 0 0 0,8 3-45 0 0,1 0-1 0 0,-1 1 1 0 0,0 0 0 0 0,0-1 0 0 0,0 2 0 0 0,0-1 0 0 0,0 0 0 0 0,0 1-1 0 0,1-1 1 0 0,-1 1 0 0 0,0 0 0 0 0,0 0 0 0 0,1 1 0 0 0,-5 1 0 0 0,-2 2-211 0 0,0 0 1 0 0,0 0-1 0 0,-14 11 1 0 0,14-7-550 0 0,-1 0 0 0 0,1 0 1 0 0,1 1-1 0 0,0 1 0 0 0,1-1 0 0 0,-13 22 1 0 0,10-13-2406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9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25 3628 0 0,'-1'-5'1084'0'0,"-1"-11"-155"0"0,2 12 1998 0 0,0 4-2916 0 0,0 1 0 0 0,0-1 0 0 0,0 0 0 0 0,-1 0-1 0 0,1 1 1 0 0,0-1 0 0 0,0 0 0 0 0,0 0 0 0 0,0 0 0 0 0,0 1 0 0 0,0-1 0 0 0,-1 0-1 0 0,1 0 1 0 0,0 0 0 0 0,0 1 0 0 0,0-1 0 0 0,0 0 0 0 0,-1 0 0 0 0,1 0 0 0 0,0 0-1 0 0,0 1 1 0 0,-1-1 0 0 0,1 0 0 0 0,0 0 0 0 0,0 0 0 0 0,0 0 0 0 0,-1 0 0 0 0,1 0-1 0 0,0 0 1 0 0,-1 0 0 0 0,1 0 0 0 0,0 0 0 0 0,-1 0 4 0 0,1 0-1 0 0,-1 1 1 0 0,1-1 0 0 0,0 0 0 0 0,-1 0-1 0 0,1 0 1 0 0,-1 0 0 0 0,1 0 0 0 0,0 1-1 0 0,-1-1 1 0 0,1 0 0 0 0,0 0 0 0 0,-1 1-1 0 0,1-1 1 0 0,0 0 0 0 0,-1 1-1 0 0,1-1 1 0 0,0 0 0 0 0,-1 1 0 0 0,1-1-1 0 0,0 0 1 0 0,0 1 0 0 0,0-1 0 0 0,-1 0-1 0 0,1 1 1 0 0,0-1 0 0 0,0 1 0 0 0,0-1-1 0 0,0 1 1 0 0,0-1 0 0 0,0 0 0 0 0,0 1-1 0 0,0-1 1 0 0,0 1 0 0 0,0-1-1 0 0,0 1 1 0 0,0 24 139 0 0,1-1 0 0 0,1 1 0 0 0,2 0 0 0 0,0-1 0 0 0,13 40 0 0 0,-16-61-117 0 0,0-1-31 0 0,0 1 0 0 0,0-1-1 0 0,0 0 1 0 0,1 0 0 0 0,-1-1 0 0 0,0 1 0 0 0,1 0 0 0 0,0 0-1 0 0,-1-1 1 0 0,1 1 0 0 0,0 0 0 0 0,0-1 0 0 0,0 0 0 0 0,0 1-1 0 0,0-1 1 0 0,0 0 0 0 0,0 0 0 0 0,3 1 0 0 0,-2-2-14 0 0,0 0 1 0 0,1 0-1 0 0,-1-1 1 0 0,1 1-1 0 0,-1-1 1 0 0,0 0 0 0 0,1 0-1 0 0,-1 0 1 0 0,0 0-1 0 0,0 0 1 0 0,0-1-1 0 0,0 1 1 0 0,0-1 0 0 0,0 0-1 0 0,0 0 1 0 0,-1 0-1 0 0,1 0 1 0 0,-1 0-1 0 0,1-1 1 0 0,2-3 0 0 0,1-2-9 0 0,-3 3-4 0 0,1 0 1 0 0,-1 0 0 0 0,0 0-1 0 0,0 0 1 0 0,-1 0 0 0 0,0-1-1 0 0,0 1 1 0 0,0-1 0 0 0,0 0-1 0 0,-1 1 1 0 0,0-1 0 0 0,0 0-1 0 0,-1-10 1 0 0,1-33 238 0 0,-1 44-109 0 0,-1 1-87 0 0,-1-12 12 0 0,2 11 301 0 0,-4 14-256 0 0,4-9-76 0 0,-1 1 1 0 0,1-1-1 0 0,0 1 0 0 0,-1-1 0 0 0,1 1 1 0 0,0-1-1 0 0,-1 1 0 0 0,1 0 0 0 0,0-1 1 0 0,0 1-1 0 0,-1-1 0 0 0,1 1 0 0 0,0 0 1 0 0,0-1-1 0 0,0 1 0 0 0,0 0 0 0 0,0-1 1 0 0,0 1-1 0 0,0 0 0 0 0,0-1 0 0 0,0 1 1 0 0,0-1-1 0 0,0 1 0 0 0,1 1 0 0 0,-1 4 3 0 0,1 5 14 0 0,0-1 1 0 0,1 1 0 0 0,-1 0-1 0 0,2-1 1 0 0,5 15-1 0 0,-6-19-39 0 0,0-1 0 0 0,0 0-1 0 0,1 0 1 0 0,-1 0 0 0 0,1 0-1 0 0,1-1 1 0 0,-1 1 0 0 0,1-1-1 0 0,-1 0 1 0 0,1 0-1 0 0,0 0 1 0 0,1 0 0 0 0,-1-1-1 0 0,1 0 1 0 0,-1 0 0 0 0,11 5-1 0 0,-12-7-193 0 0,2 0-65 0 0,-1-1 96 0 0,0 0 0 0 0,0 0 0 0 0,1 0-1 0 0,-1 0 1 0 0,0-1 0 0 0,0 0 0 0 0,0 1 0 0 0,0-2 0 0 0,0 1 0 0 0,0 0 0 0 0,6-4-1 0 0,-7 4-201 0 0,0-1-1 0 0,0-1 0 0 0,0 1 1 0 0,-1 0-1 0 0,1-1 0 0 0,0 0 0 0 0,-1 1 1 0 0,1-1-1 0 0,-1 0 0 0 0,0 0 0 0 0,0 0 1 0 0,2-6-1 0 0,6-11-2759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9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 2732 0 0,'0'0'944'0'0,"0"-3"-174"0"0,4-10 638 0 0,8 20 929 0 0,-10-4-2188 0 0,1 0 18 0 0,4 11 44 0 0,0 0-1 0 0,-1 0 1 0 0,5 20 0 0 0,-10-30-93 0 0,0 1 16 0 0,2 16 0 0 0,-2-16-18 0 0,-1 0 6 0 0,1 16 8 0 0,-1-15 10 0 0,-1-2-6 0 0,-3 13-16 0 0,3-13-15 0 0,-6 18 470 0 0,7-21-565 0 0,0-1 0 0 0,0 0 0 0 0,0 0 0 0 0,1 1 0 0 0,-1-1 0 0 0,0 0 0 0 0,0 1 0 0 0,0-1 0 0 0,0 0 0 0 0,0 1 0 0 0,0-1 0 0 0,0 0 0 0 0,-1 1 0 0 0,1-1 0 0 0,0 0 1 0 0,0 0-1 0 0,0 1 0 0 0,0-1 0 0 0,0 0 0 0 0,0 1 0 0 0,0-1 0 0 0,-1 0 0 0 0,1 0 0 0 0,0 1 0 0 0,0-1 0 0 0,0 0 0 0 0,-1 0 0 0 0,1 1 0 0 0,0-1 0 0 0,0 0 0 0 0,-1 0 0 0 0,1 0 0 0 0,0 0 0 0 0,0 1 0 0 0,-1-1 1 0 0,1 0-1 0 0,0 0 0 0 0,-1 0 0 0 0,1 0 0 0 0,0 0 0 0 0,-1 0 0 0 0,1 0 0 0 0,0 0 0 0 0,-1 0 0 0 0,1 0 0 0 0,0 0 0 0 0,0 0 0 0 0,-1 0 0 0 0,1 0 0 0 0,0 0 0 0 0,-1 0 0 0 0,-15-4 198 0 0,15 4-252 0 0,-2-2 82 0 0,2-2-25 0 0,-2-7-42 0 0,1-1 0 0 0,0 0 0 0 0,1 0 0 0 0,0 0 0 0 0,1 1 0 0 0,0-1-1 0 0,1 0 1 0 0,0 0 0 0 0,1 0 0 0 0,4-12 0 0 0,-4 17 23 0 0,0 1 0 0 0,0 0 0 0 0,1-1 0 0 0,0 1 0 0 0,0 0 1 0 0,8-9-1 0 0,-8 10 8 0 0,-1 2-7 0 0,0 1 0 0 0,1-1 0 0 0,-1 1 0 0 0,1 0 0 0 0,0-1 1 0 0,-1 1-1 0 0,1 0 0 0 0,0 1 0 0 0,0-1 0 0 0,0 0 0 0 0,6-1 0 0 0,-5 1 8 0 0,4 1 3 0 0,27 2 0 0 0,-29 2-4 0 0,-2 0-16 0 0,2 0 14 0 0,-1 0-1 0 0,1 1 0 0 0,-1 0 0 0 0,0 0 0 0 0,0 0 0 0 0,0 0 0 0 0,-1 1 1 0 0,1 0-1 0 0,-1 0 0 0 0,0 0 0 0 0,-1 1 0 0 0,1-1 0 0 0,-1 1 0 0 0,0 0 1 0 0,-1 0-1 0 0,1 0 0 0 0,1 9 0 0 0,11 104-1555 0 0,-15-115 934 0 0,0 1-202 0 0,1 0 443 0 0,0 3-55 0 0,-1 1-3236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39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95 3956 0 0,'0'-95'9898'0'0,"43"270"-8645"0"0,-19-67-1033 0 0,101 308-2926 0 0,-123-412 2189 0 0,0 0-1 0 0,0 0 1 0 0,1 0 0 0 0,-1 0-1 0 0,1 0 1 0 0,0-1-1 0 0,0 1 1 0 0,5 4 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0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98 2592 0 0,'0'0'5857'0'0,"16"-15"-5733"0"0,6 9 176 0 0,3-1-176 0 0,2-1-120 0 0,8 0-368 0 0,2-2 52 0 0,3 1-552 0 0,-2-2-292 0 0,1-1-901 0 0,-1 1-2151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0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3736 0 0,'0'-4'1273'0'0,"2"-41"2012"0"0,-1 41-2611 0 0,2 5-78 0 0,1 2-479 0 0,1-1 0 0 0,-1 1 1 0 0,0 0-1 0 0,0 0 0 0 0,0 1 0 0 0,-1-1 0 0 0,1 1 0 0 0,-1-1 0 0 0,0 1 0 0 0,0 0 0 0 0,0 1 1 0 0,4 7-1 0 0,31 67 352 0 0,-31-63-361 0 0,84 245 219 0 0,-9-22-1606 0 0,-75-225 852 0 0,0 0-1 0 0,0-1 0 0 0,2 0 0 0 0,14 18 0 0 0,-19-27-536 0 0,16 1-2662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0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37 3712 0 0,'-2'-4'1097'0'0,"-3"-13"-206"0"0,3 13-184 0 0,1 4-198 0 0,1-1-437 0 0,-1 0 0 0 0,0 0 0 0 0,0 0 0 0 0,1 0 0 0 0,-1 1 0 0 0,0-1 1 0 0,0 0-1 0 0,0 1 0 0 0,0-1 0 0 0,0 0 0 0 0,0 1 0 0 0,0-1 0 0 0,0 1 1 0 0,-1 0-1 0 0,1-1 0 0 0,-1 1 0 0 0,-3 6 56 0 0,0 0 1 0 0,0 0-1 0 0,1 1 0 0 0,-1 0 1 0 0,2 0-1 0 0,-1 0 0 0 0,1 0 1 0 0,0 1-1 0 0,0-1 0 0 0,-1 12 1 0 0,-15 89 409 0 0,15-82-420 0 0,-35 579 533 0 0,38-582-640 0 0,0 20-44 0 0,0 108 144 0 0,2-130-247 0 0,1 1 0 0 0,1 0 0 0 0,0-1 0 0 0,12 35 0 0 0,-14-53-78 0 0,0 1 0 0 0,1-1 0 0 0,-1 0 0 0 0,1 0-1 0 0,0 0 1 0 0,0 0 0 0 0,0 0 0 0 0,0 0 0 0 0,0 0 0 0 0,1 0-1 0 0,-1-1 1 0 0,6 5 0 0 0,-5-5-1096 0 0,3-3-962 0 0,22-3-1592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1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3 221 3016 0 0,'0'0'4275'0'0,"0"5"-3925"0"0,-2 13-96 0 0,1-13-34 0 0,3-2-18 0 0,2 11-42 0 0,-2-11 2 0 0,0 0-61 0 0,22 23 194 0 0,-21-24-211 0 0,2-2-38 0 0,2-1-48 0 0,0 0 0 0 0,-1-1 0 0 0,1 0 0 0 0,0 0 0 0 0,-1-1 0 0 0,0 0 0 0 0,1 0 0 0 0,-1 0 0 0 0,0 0 0 0 0,0-1 0 0 0,-1 0 0 0 0,1-1 0 0 0,-1 1 0 0 0,0-1 0 0 0,0 0 0 0 0,6-8 0 0 0,-5 4-39 0 0,1 0 1 0 0,-1 0-1 0 0,-1-1 0 0 0,0 1 0 0 0,0-1 0 0 0,-1 0 0 0 0,0-1 0 0 0,-1 1 1 0 0,4-21-1 0 0,-7 24 86 0 0,0 0 1 0 0,0 0 0 0 0,-1 0-1 0 0,0 0 1 0 0,0 1 0 0 0,0-1-1 0 0,-1 0 1 0 0,0 1 0 0 0,0-1-1 0 0,-1 1 1 0 0,0 0 0 0 0,0 0-1 0 0,0 0 1 0 0,-6-7 0 0 0,7 10 20 0 0,-6-2 86 0 0,8 5-141 0 0,0-1 0 0 0,-1 1 0 0 0,1 0 1 0 0,0-1-1 0 0,-1 1 0 0 0,1 0 0 0 0,0-1 0 0 0,-1 1 0 0 0,1 0 0 0 0,-1-1 1 0 0,1 1-1 0 0,0 0 0 0 0,-1 0 0 0 0,1-1 0 0 0,-1 1 0 0 0,1 0 0 0 0,-1 0 1 0 0,1 0-1 0 0,-1 0 0 0 0,1 0 0 0 0,0 0 0 0 0,-1 0 0 0 0,1 0 1 0 0,-1 0-1 0 0,1 0 0 0 0,-1 0 0 0 0,1 0 0 0 0,-1 0 0 0 0,1 0 0 0 0,-1 0 1 0 0,1 0-1 0 0,-1 0 0 0 0,1 1 0 0 0,-1-1 0 0 0,-3 2 26 0 0,1 0 0 0 0,-1 0 0 0 0,1 0 0 0 0,0 0 0 0 0,0 1 0 0 0,-1 0 0 0 0,2-1 0 0 0,-1 1 0 0 0,0 0 0 0 0,0 0 0 0 0,1 1 0 0 0,0-1 0 0 0,0 0 0 0 0,0 1 0 0 0,-3 6 0 0 0,0 5 7 0 0,0 0 1 0 0,1 1 0 0 0,1-1 0 0 0,0 1-1 0 0,1 0 1 0 0,1 0 0 0 0,0 0-1 0 0,1 0 1 0 0,1 0 0 0 0,3 19 0 0 0,-2-28-56 0 0,-1 0-1 0 0,1-1 1 0 0,0 1 0 0 0,1 0 0 0 0,0-1 0 0 0,0 1 0 0 0,5 7 0 0 0,-6-11 1 0 0,0 0-47 0 0,0 0 0 0 0,1-1 0 0 0,-1 0 0 0 0,0 0-1 0 0,1 1 1 0 0,-1-1 0 0 0,1-1 0 0 0,0 1 0 0 0,0 0 0 0 0,0-1 0 0 0,0 1 0 0 0,0-1-1 0 0,0 0 1 0 0,5 1 0 0 0,-4 0-66 0 0,0-1-75 0 0,0 0 0 0 0,0-1 0 0 0,0 1 0 0 0,0-1 1 0 0,0 0-1 0 0,0 1 0 0 0,-1-2 0 0 0,1 1 0 0 0,0 0 0 0 0,0-1 0 0 0,0 0 0 0 0,5-1 1 0 0,41-21-3288 0 0,-25 9-439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1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91 247 3344 0 0,'0'0'1216'0'0,"-1"-4"-191"0"0,-3-13-197 0 0,3 13 448 0 0,1 4-1252 0 0,0 0 0 0 0,0-1 0 0 0,0 1 0 0 0,0-1 0 0 0,0 1 0 0 0,0 0 0 0 0,0-1 0 0 0,0 1 0 0 0,0-1 0 0 0,-1 1 0 0 0,1 0 0 0 0,0-1 0 0 0,0 1 0 0 0,-1 0 0 0 0,1-1 0 0 0,0 1 0 0 0,0 0 0 0 0,-1 0 0 0 0,1-1 0 0 0,0 1 0 0 0,-1 0 0 0 0,1 0 0 0 0,0-1 0 0 0,-1 1-1 0 0,1 0 1 0 0,0 0 0 0 0,-1 0 0 0 0,1 0 0 0 0,-1 0 0 0 0,1-1 0 0 0,0 1 0 0 0,-1 0 0 0 0,1 0 0 0 0,-1 0 0 0 0,1 0 0 0 0,0 0 0 0 0,-1 0 0 0 0,0 0 0 0 0,-16 11 821 0 0,-7 18-198 0 0,18-19-583 0 0,1 1 0 0 0,1 0-1 0 0,0 0 1 0 0,1 1-1 0 0,0-1 1 0 0,0 1 0 0 0,1 0-1 0 0,1-1 1 0 0,0 1 0 0 0,0 0-1 0 0,1 0 1 0 0,1 0-1 0 0,4 22 1 0 0,-4-26-65 0 0,1 1 0 0 0,0 0 0 0 0,1-1 0 0 0,0 1 0 0 0,1-1 0 0 0,-1 0 0 0 0,1 0 0 0 0,1 0 0 0 0,0 0 0 0 0,0-1 0 0 0,0 0 0 0 0,1 0 0 0 0,0 0 0 0 0,1-1 0 0 0,-1 0 0 0 0,1 0 0 0 0,0-1 0 0 0,9 6 0 0 0,-11-9-127 0 0,0 0 1 0 0,1 0-1 0 0,-1 0 0 0 0,1-1 0 0 0,-1 0 0 0 0,1 0 0 0 0,0 0 0 0 0,-1-1 1 0 0,8 0-1 0 0,-8 0 141 0 0,6-1-143 0 0,0 0 0 0 0,0-1 0 0 0,0 0 0 0 0,0 0 0 0 0,0-2 0 0 0,0 1 0 0 0,0-1-1 0 0,-1-1 1 0 0,0 0 0 0 0,0 0 0 0 0,0-1 0 0 0,-1 0 0 0 0,0-1 0 0 0,0 0 0 0 0,0 0 0 0 0,12-15 0 0 0,-11 9 217 0 0,1 0 1 0 0,-2 0-1 0 0,0-1 0 0 0,0-1 1 0 0,-1 0-1 0 0,-1 0 1 0 0,-1 0-1 0 0,0-1 0 0 0,-1 0 1 0 0,0 0-1 0 0,-1 0 0 0 0,1-21 1 0 0,-1 4 353 0 0,-3 0 0 0 0,0 0 0 0 0,-2 0 1 0 0,-2 0-1 0 0,-7-35 0 0 0,-5 15 234 0 0,13 49-316 0 0,1 5-350 0 0,0-1-1 0 0,0 1 1 0 0,0 0-1 0 0,-1-1 1 0 0,1 0-1 0 0,0 1 1 0 0,0-1-1 0 0,-1 0 1 0 0,1 1-1 0 0,0-1 1 0 0,-1 0-1 0 0,-2 0 1 0 0,3 0 5 0 0,0 0-13 0 0,1 0 0 0 0,0 0 0 0 0,0 0-1 0 0,-1 0 1 0 0,1 0 0 0 0,0 0 0 0 0,-1 0 0 0 0,1 0 0 0 0,0 0 0 0 0,0 1 0 0 0,-1-1 0 0 0,1 0 0 0 0,0 0 0 0 0,0 0-1 0 0,0 0 1 0 0,-1 1 0 0 0,1-1 0 0 0,0 0 0 0 0,0 0 0 0 0,0 1 0 0 0,-1-1 0 0 0,1 0 0 0 0,0 0 0 0 0,0 1 0 0 0,0-1-1 0 0,0 0 1 0 0,0 0 0 0 0,0 1 0 0 0,0-1 0 0 0,0 0 0 0 0,-1 1 0 0 0,1-1 0 0 0,-6 21 33 0 0,0-1 0 0 0,1 1 0 0 0,1 0-1 0 0,1 0 1 0 0,1 1 0 0 0,1-1 0 0 0,1 1 0 0 0,4 35 0 0 0,-1-27-408 0 0,3-1-1 0 0,0 0 0 0 0,2-1 1 0 0,0 0-1 0 0,24 50 1 0 0,-28-71-395 0 0,0 0 1 0 0,1-1-1 0 0,-1 0 1 0 0,7 7 0 0 0,-9-10 385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2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18 191 3288 0 0,'-3'-2'1164'0'0,"-8"-6"-176"0"0,8 6 809 0 0,3-2-1423 0 0,1 1-334 0 0,0 1 0 0 0,0-1-1 0 0,0 1 1 0 0,0-1-1 0 0,0 1 1 0 0,0 0 0 0 0,1-1-1 0 0,-1 1 1 0 0,1 0-1 0 0,0 0 1 0 0,0 0 0 0 0,0 0-1 0 0,0 0 1 0 0,0 0-1 0 0,0 1 1 0 0,0-1 0 0 0,0 1-1 0 0,1-1 1 0 0,-1 1-1 0 0,1 0 1 0 0,-1 0 0 0 0,4-1-1 0 0,67-30 121 0 0,94-26 0 0 0,-52 20-43 0 0,-111 36 912 0 0,-32 32-164 0 0,20-23-790 0 0,1 1 0 0 0,-1 0-1 0 0,1 0 1 0 0,0 1 0 0 0,1-1 0 0 0,0 1 0 0 0,0 1-1 0 0,1-1 1 0 0,0 1 0 0 0,-5 18 0 0 0,8-24-65 0 0,1-1 0 0 0,0 1 0 0 0,0-1 0 0 0,0 1 0 0 0,1 0 0 0 0,-1-1 0 0 0,1 1 0 0 0,0 0 0 0 0,0 0 0 0 0,0-1 0 0 0,1 1 0 0 0,-1 0 0 0 0,1-1 0 0 0,0 1 0 0 0,0 0 0 0 0,0-1 0 0 0,1 1 0 0 0,-1-1 0 0 0,1 0 0 0 0,0 1 0 0 0,-1-1 0 0 0,2 0 0 0 0,-1 0 0 0 0,0 0 0 0 0,1 0 0 0 0,4 4 0 0 0,16 10-10 0 0,-17-16-3 0 0,-1 0 1 0 0,-2 0-13 0 0,15-1-99 0 0,-17 1 108 0 0,1-1 0 0 0,-1 0 0 0 0,1 1 1 0 0,-1-1-1 0 0,1 0 0 0 0,-1 0 0 0 0,1 0 0 0 0,-1 0 0 0 0,0 0 1 0 0,1 0-1 0 0,-1-1 0 0 0,1 1 0 0 0,-1 0 0 0 0,1-1 0 0 0,1 0 0 0 0,6-2 4 0 0,0 0-1 0 0,0 0 0 0 0,0-1 0 0 0,-1-1 0 0 0,1 1 0 0 0,-1-1 0 0 0,0-1 1 0 0,-1 1-1 0 0,1-1 0 0 0,-1-1 0 0 0,0 1 0 0 0,-1-1 0 0 0,9-11 0 0 0,-13 15 11 0 0,0 0 0 0 0,-1-1 1 0 0,1 0-1 0 0,-1 1 0 0 0,1-1 0 0 0,-1 0 0 0 0,0 1 0 0 0,0-1 0 0 0,-1 0 0 0 0,1 0 0 0 0,-1-7 0 0 0,0 8-13 0 0,0-1 17 0 0,0 1-1 0 0,0-1 0 0 0,-1 1 0 0 0,0 0 1 0 0,1-1-1 0 0,-1 1 0 0 0,0 0 0 0 0,-1 0 1 0 0,1 0-1 0 0,0 0 0 0 0,-1 0 0 0 0,0 0 1 0 0,-2-3-1 0 0,2 3-6 0 0,-1-1-9 0 0,0 0 1 0 0,0 1-1 0 0,-1-1 1 0 0,0 1-1 0 0,1 0 0 0 0,-1 0 1 0 0,-1 0-1 0 0,1 0 1 0 0,-7-2-1 0 0,4 1 13 0 0,0 0-122 0 0,0 1 1 0 0,0 0 0 0 0,0 1 0 0 0,0 0-1 0 0,0 0 1 0 0,0 1 0 0 0,-1-1-1 0 0,1 1 1 0 0,-1 1 0 0 0,1 0 0 0 0,-1 0-1 0 0,1 0 1 0 0,-10 3 0 0 0,13-3-322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2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87 2920 0 0,'10'0'578'0'0,"1"0"-1"0"0,-1 1 1 0 0,0 0 0 0 0,0 0-1 0 0,0 1 1 0 0,0 1-1 0 0,0-1 1 0 0,13 7 0 0 0,-13-5-351 0 0,-1 1 0 0 0,1 1 0 0 0,-1 0 0 0 0,0 0 1 0 0,0 0-1 0 0,-1 1 0 0 0,13 15 0 0 0,-14-15-148 0 0,-2 0-1 0 0,1 0 0 0 0,-1 1 1 0 0,0-1-1 0 0,0 2 0 0 0,-1-1 1 0 0,0 0-1 0 0,0 1 1 0 0,-1-1-1 0 0,-1 1 0 0 0,1 0 1 0 0,1 11-1 0 0,-4-16 1 0 0,0 1 22 0 0,-2 1-8 0 0,1 0 1 0 0,-1 0-1 0 0,0 0 1 0 0,0 0-1 0 0,0 0 1 0 0,-1-1-1 0 0,-4 8 0 0 0,5-11 95 0 0,1-1-177 0 0,1-1 0 0 0,0 1 0 0 0,0-1 0 0 0,-1 0 0 0 0,1 1 0 0 0,0-1 0 0 0,-1 0 0 0 0,1 1 0 0 0,-1-1 0 0 0,1 0 0 0 0,0 1 0 0 0,-1-1-1 0 0,1 0 1 0 0,-1 0 0 0 0,1 1 0 0 0,-1-1 0 0 0,1 0 0 0 0,-1 0 0 0 0,1 0 0 0 0,-1 0 0 0 0,1 0 0 0 0,-1 0 0 0 0,0 0 0 0 0,0 0 9 0 0,1 0 0 0 0,-1 0 1 0 0,1 1-1 0 0,-1-1 0 0 0,1 0 1 0 0,-1 0-1 0 0,1 0 0 0 0,-1 0 1 0 0,1 0-1 0 0,-1 0 0 0 0,1 1 1 0 0,-1-1-1 0 0,1 0 0 0 0,0 0 1 0 0,-1 1-1 0 0,1-1 0 0 0,-1 0 1 0 0,1 1-1 0 0,0-1 0 0 0,-1 1 1 0 0,1-1-1 0 0,0 0 0 0 0,-1 2 1 0 0,-4-2 167 0 0,3 0-165 0 0,0 0 0 0 0,0 0 0 0 0,0 0 0 0 0,0 0 0 0 0,0 0 0 0 0,0 0 0 0 0,0 0 0 0 0,0-1 0 0 0,0 1 0 0 0,0-1 0 0 0,0 0 0 0 0,0 1 0 0 0,1-1 0 0 0,-1 0 0 0 0,0 0 0 0 0,0 0 0 0 0,1 0 0 0 0,-1-1 0 0 0,0 1 0 0 0,1 0 0 0 0,-1-1 0 0 0,1 1 0 0 0,0-1 0 0 0,-1 1 0 0 0,1-1 0 0 0,0 0 0 0 0,0 0 0 0 0,0 1 0 0 0,0-1 1 0 0,1 0-1 0 0,-1 0 0 0 0,-1-3 0 0 0,2-4-46 0 0,0 0 1 0 0,0 1-1 0 0,0-1 1 0 0,1 0-1 0 0,1 0 1 0 0,-1 0-1 0 0,2 0 1 0 0,-1 1-1 0 0,1-1 1 0 0,0 1-1 0 0,1 0 1 0 0,0 0-1 0 0,0 0 1 0 0,1 0-1 0 0,7-10 1 0 0,4-3-727 0 0,1 1 0 0 0,0 0 0 0 0,1 1 0 0 0,21-17 0 0 0,24-9-2832 0 0,-61 43 3266 0 0,2 0 79 0 0,35-12 748 0 0,-35 13 582 0 0,-4 2-1080 0 0,1-1 0 0 0,-1 0 0 0 0,0 1 0 0 0,1-1 0 0 0,-1 1 1 0 0,0-1-1 0 0,1 0 0 0 0,-1 1 0 0 0,1-1 0 0 0,-1 0 0 0 0,1 0 0 0 0,-1 1 0 0 0,1-1 0 0 0,-1 0 1 0 0,1 0-1 0 0,-1 0 0 0 0,1 0 0 0 0,-1 1 0 0 0,1-1 0 0 0,-1 0 0 0 0,1 0 0 0 0,0 0 0 0 0,-1 0 3 0 0,1 0 0 0 0,-1 0-1 0 0,1 0 1 0 0,0 0-1 0 0,-1 0 1 0 0,1 0 0 0 0,-1 0-1 0 0,1 0 1 0 0,-1 0-1 0 0,1 1 1 0 0,-1-1-1 0 0,0 0 1 0 0,1 0 0 0 0,-1 1-1 0 0,1-1 1 0 0,-1 0-1 0 0,1 1 1 0 0,-1-1 0 0 0,0 0-1 0 0,1 1 1 0 0,-1-1-1 0 0,1 1 1 0 0,0 5 115 0 0,1-1 0 0 0,0 0 0 0 0,1 1 0 0 0,-1-1 0 0 0,6 8 0 0 0,-7-12-119 0 0,18 65 475 0 0,-12-36-331 0 0,-1-3-87 0 0,0 0-250 0 0,2 0 1 0 0,13 33-1 0 0,-20-57-172 0 0,0-1 97 0 0,0-1 0 0 0,0 1 0 0 0,0 0 0 0 0,0-1 0 0 0,0 1 0 0 0,0-1 0 0 0,0 0-1 0 0,1 1 1 0 0,-1-1 0 0 0,0 0 0 0 0,1 0 0 0 0,-1 0 0 0 0,1 0 0 0 0,-1 0-1 0 0,1 0 1 0 0,0 0 0 0 0,-1 0 0 0 0,1-1 0 0 0,0 1 0 0 0,2 0 0 0 0,0 0-2821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3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39 1692 0 0,'-4'0'975'0'0,"-16"-1"-148"0"0,15 1-164 0 0,1 1-101 0 0,3 0-551 0 0,-2-1 94 0 0,-1 1 0 0 0,1 0 0 0 0,0 0 0 0 0,0 1 0 0 0,0-1-1 0 0,0 1 1 0 0,0 0 0 0 0,0 0 0 0 0,0 0 0 0 0,0 0 0 0 0,1 0 0 0 0,-1 0-1 0 0,1 1 1 0 0,0-1 0 0 0,-1 1 0 0 0,1 0 0 0 0,0-1 0 0 0,-2 7 0 0 0,3-6-63 0 0,0 1-1 0 0,0-1 1 0 0,1 1 0 0 0,-1-1 0 0 0,1 1 0 0 0,0 0 0 0 0,0-1 0 0 0,0 1 0 0 0,1 3 0 0 0,0-3 44 0 0,3-1-33 0 0,-1-1-35 0 0,0 0 1 0 0,0 0 0 0 0,0 0-1 0 0,0 0 1 0 0,0-1 0 0 0,1 1-1 0 0,-1-1 1 0 0,1 0-1 0 0,-1 0 1 0 0,1 0 0 0 0,-1 0-1 0 0,1-1 1 0 0,-1 1 0 0 0,1-1-1 0 0,0 0 1 0 0,-1 0 0 0 0,1 0-1 0 0,0-1 1 0 0,-1 1 0 0 0,1-1-1 0 0,-1 0 1 0 0,1 0-1 0 0,-1 0 1 0 0,1-1 0 0 0,3-1-1 0 0,-3 1 83 0 0,1 0-1 0 0,-1 0 0 0 0,0-1 0 0 0,1 1 1 0 0,-1-1-1 0 0,0 0 0 0 0,-1 0 1 0 0,1-1-1 0 0,0 1 0 0 0,-1-1 0 0 0,0 0 1 0 0,0 0-1 0 0,0 0 0 0 0,0 0 1 0 0,-1 0-1 0 0,1-1 0 0 0,-1 1 0 0 0,0-1 1 0 0,1-5-1 0 0,-2 6 49 0 0,-1-1-20 0 0,-1 2-113 0 0,1 0 0 0 0,-1 0-1 0 0,1 1 1 0 0,-1-1 0 0 0,0 0 0 0 0,0 0 0 0 0,0 1 0 0 0,0-1-1 0 0,-1 0 1 0 0,1 1 0 0 0,-1 0 0 0 0,0-1 0 0 0,1 1 0 0 0,-1 0-1 0 0,0 0 1 0 0,0 0 0 0 0,0 0 0 0 0,-1 0 0 0 0,-1-2 0 0 0,1 3-54 0 0,-4 2-119 0 0,-2 0-116 0 0,-1 1 0 0 0,1 0 0 0 0,0 1 0 0 0,0 0 0 0 0,-9 5 0 0 0,10-4-546 0 0,1 0-1 0 0,-1 0 0 0 0,1 1 1 0 0,-7 6-1 0 0,-4 5-3575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3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0 106 3348 0 0,'2'-4'919'0'0,"4"-5"-570"0"0,-1 1-1 0 0,2 0 1 0 0,-1 1-1 0 0,1-1 1 0 0,0 1-1 0 0,0 1 1 0 0,1-1-1 0 0,0 1 1 0 0,0 0-1 0 0,1 1 1 0 0,0 0-1 0 0,0 1 1 0 0,12-6-1 0 0,-16 9-216 0 0,16-3-176 0 0,-16 4 20 0 0,1 0 90 0 0,5 4 132 0 0,-10-4-192 0 0,-1 0-1 0 0,1 0 0 0 0,0 0 1 0 0,-1 0-1 0 0,1 0 0 0 0,0 0 1 0 0,-1 0-1 0 0,1 0 1 0 0,-1 0-1 0 0,1 0 0 0 0,0 1 1 0 0,-1-1-1 0 0,1 0 1 0 0,-1 1-1 0 0,1-1 0 0 0,-1 0 1 0 0,1 1-1 0 0,0-1 0 0 0,-1 0 1 0 0,0 1-1 0 0,1-1 1 0 0,-1 1-1 0 0,1-1 0 0 0,-1 1 1 0 0,0-1-1 0 0,1 1 1 0 0,0 0-1 0 0,1 3 5 0 0,0 0-1 0 0,0 0 1 0 0,0 1 0 0 0,-1-1 0 0 0,1 0 0 0 0,-1 1-1 0 0,0-1 1 0 0,0 1 0 0 0,-1-1 0 0 0,1 1 0 0 0,-1-1-1 0 0,-1 8 1 0 0,0 3 98 0 0,-1 0 0 0 0,0-1 0 0 0,-5 16 0 0 0,-2-2 230 0 0,-15 32-1 0 0,7-19 260 0 0,16-37-390 0 0,0 0 36 0 0,-3 13 104 0 0,4-16-332 0 0,0 0 0 0 0,0-1 0 0 0,0 1-1 0 0,0 0 1 0 0,0 0 0 0 0,0-1 0 0 0,0 1-1 0 0,0 0 1 0 0,1 0 0 0 0,-1 0 0 0 0,0-1-1 0 0,0 1 1 0 0,1 0 0 0 0,-1-1-1 0 0,0 1 1 0 0,1 0 0 0 0,-1-1 0 0 0,0 1-1 0 0,1 0 1 0 0,-1-1 0 0 0,1 1 0 0 0,-1-1-1 0 0,1 1 1 0 0,0-1 0 0 0,-1 1 0 0 0,1-1-1 0 0,-1 1 1 0 0,1-1 0 0 0,0 1-1 0 0,0-1 1 0 0,-1 0 0 0 0,1 0 0 0 0,0 1-1 0 0,1-1 1 0 0,12 1-82 0 0,1 0-1 0 0,0-1 0 0 0,0-1 1 0 0,-1 0-1 0 0,1-1 0 0 0,0-1 1 0 0,-1 0-1 0 0,0-1 0 0 0,27-11 1 0 0,-15 4-1051 0 0,0-1 0 0 0,-2-1 0 0 0,1-2 0 0 0,33-25 0 0 0,-40 25-1271 0 0,-2-1-1685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3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52 174 2112 0 0,'0'0'1233'0'0,"-3"1"-139"0"0,-10 5-277 0 0,10-5-142 0 0,1 1-140 0 0,-20 22 957 0 0,20-21-965 0 0,1-2-430 0 0,1 0-1 0 0,-1 0 0 0 0,0 0 0 0 0,1 0 0 0 0,-1 0 0 0 0,0 0 1 0 0,1 0-1 0 0,0 1 0 0 0,-1-1 0 0 0,1 0 0 0 0,0 0 1 0 0,-1 1-1 0 0,1-1 0 0 0,0 0 0 0 0,0 2 0 0 0,1-2-81 0 0,-1 0 0 0 0,1 0 0 0 0,-1 0 0 0 0,1 0 0 0 0,0 0 0 0 0,-1-1 0 0 0,1 1 0 0 0,0 0 0 0 0,0-1-1 0 0,0 1 1 0 0,0 0 0 0 0,-1-1 0 0 0,1 1 0 0 0,0-1 0 0 0,0 1 0 0 0,0-1 0 0 0,0 0 0 0 0,0 1 0 0 0,0-1 0 0 0,0 0 0 0 0,0 0 0 0 0,0 0 0 0 0,0 0-1 0 0,1 0 1 0 0,-1 0 0 0 0,0 0 0 0 0,0 0 0 0 0,0 0 0 0 0,0 0 0 0 0,0 0 0 0 0,0-1 0 0 0,0 1 0 0 0,0 0 0 0 0,0-1 0 0 0,0 1 0 0 0,0-1-1 0 0,0 1 1 0 0,1-2 0 0 0,7-4 0 0 0,1-1-1 0 0,-1 0 1 0 0,0 0 0 0 0,0-1-1 0 0,-1 0 1 0 0,0-1-1 0 0,-1 0 1 0 0,0 0-1 0 0,0-1 1 0 0,-1 1-1 0 0,7-15 1 0 0,-11 18-17 0 0,0 0 0 0 0,1 0 0 0 0,-2-1-1 0 0,1 1 1 0 0,-1 0 0 0 0,0-1 0 0 0,0 1 0 0 0,-1-1 0 0 0,0 1 0 0 0,0-1 0 0 0,0 1-1 0 0,-1-1 1 0 0,0 1 0 0 0,-3-9 0 0 0,3 12 13 0 0,1 2-10 0 0,0 1-1 0 0,0-1 1 0 0,0 0 0 0 0,0 1 0 0 0,-1-1 0 0 0,1 1 0 0 0,0-1 0 0 0,0 1-1 0 0,-1-1 1 0 0,1 1 0 0 0,0 0 0 0 0,-1-1 0 0 0,1 1 0 0 0,0-1 0 0 0,-1 1-1 0 0,1 0 1 0 0,-1-1 0 0 0,1 1 0 0 0,-1 0 0 0 0,1-1 0 0 0,-1 1 0 0 0,-8-8 84 0 0,4 9-41 0 0,-18 2-74 0 0,22-2 43 0 0,0-1 0 0 0,-1 0 1 0 0,1 1-1 0 0,0-1 0 0 0,0 1 1 0 0,-1-1-1 0 0,1 1 0 0 0,0 0 0 0 0,0 0 1 0 0,0-1-1 0 0,0 1 0 0 0,0 0 1 0 0,0 0-1 0 0,0 0 0 0 0,0 0 1 0 0,0 0-1 0 0,0 0 0 0 0,0 0 1 0 0,1 0-1 0 0,-2 2 0 0 0,0 1 37 0 0,-6 5 44 0 0,1 1 0 0 0,1 0 0 0 0,0 0 0 0 0,0 0-1 0 0,1 1 1 0 0,1 0 0 0 0,0 0 0 0 0,0 0 0 0 0,1 0 0 0 0,0 1 0 0 0,1-1 0 0 0,0 1 0 0 0,1 0-1 0 0,1 0 1 0 0,1 21 0 0 0,-1-29-81 0 0,0 0 0 0 0,1 0-1 0 0,-1 0 1 0 0,1 0 0 0 0,0 0-1 0 0,0 0 1 0 0,1 0 0 0 0,-1-1-1 0 0,1 1 1 0 0,0-1 0 0 0,0 1-1 0 0,0-1 1 0 0,3 4 0 0 0,-2-2 13 0 0,2 0-56 0 0,-1 0 0 0 0,0 0 0 0 0,1 0 0 0 0,0-1 1 0 0,0 0-1 0 0,1 0 0 0 0,-1 0 0 0 0,1 0 0 0 0,-1-1 0 0 0,1 0 0 0 0,0 0 0 0 0,1-1 0 0 0,-1 0 0 0 0,0 0 0 0 0,1 0 0 0 0,-1-1 1 0 0,12 1-1 0 0,-6 0-419 0 0,0-2 0 0 0,1 0 0 0 0,-1 0 0 0 0,1-1 0 0 0,-1 0 0 0 0,0-1 0 0 0,1-1 0 0 0,21-7 0 0 0,10-10-3526 0 0,-24 8-344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1:44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1 117 2660 0 0,'0'0'2222'0'0,"0"-4"-1273"0"0,2 2-841 0 0,-1-1 0 0 0,1 0 0 0 0,-1 1 0 0 0,1-1 0 0 0,0 1 1 0 0,0 0-1 0 0,0 0 0 0 0,0 0 0 0 0,1 0 0 0 0,-1 0 0 0 0,0 0 0 0 0,1 0 1 0 0,-1 1-1 0 0,1-1 0 0 0,0 1 0 0 0,-1 0 0 0 0,1 0 0 0 0,0 0 1 0 0,0 0-1 0 0,0 0 0 0 0,0 0 0 0 0,0 1 0 0 0,0 0 0 0 0,0-1 1 0 0,3 1-1 0 0,11-1 146 0 0,0 1 1 0 0,0 1 0 0 0,20 2 0 0 0,-29-1-163 0 0,1 0 0 0 0,0 0 0 0 0,-1 1 0 0 0,0 0 0 0 0,0 1 0 0 0,0 0 0 0 0,0 0 0 0 0,0 0 0 0 0,-1 1 0 0 0,0 0 0 0 0,0 1 0 0 0,0 0 0 0 0,0 0 1 0 0,-1 0-1 0 0,0 1 0 0 0,-1 0 0 0 0,1 0 0 0 0,-1 0 0 0 0,-1 1 0 0 0,6 11 0 0 0,-8-14-44 0 0,0 0 1 0 0,-1 0-1 0 0,0-1 0 0 0,0 1 0 0 0,0 0 0 0 0,-1 0 1 0 0,1 0-1 0 0,-1 0 0 0 0,-1 10 0 0 0,0-9 7 0 0,1 0 101 0 0,-2 1-1 0 0,1 0 1 0 0,-1-1 0 0 0,0 1 0 0 0,0-1-1 0 0,-1 1 1 0 0,0-1 0 0 0,0 0 0 0 0,-1 0-1 0 0,1 0 1 0 0,-1-1 0 0 0,-1 1-1 0 0,1-1 1 0 0,-1 0 0 0 0,1 0 0 0 0,-2 0-1 0 0,1-1 1 0 0,0 0 0 0 0,-1 0 0 0 0,0 0-1 0 0,0-1 1 0 0,0 0 0 0 0,0 0 0 0 0,-8 2-1 0 0,11-3 409 0 0,-3-3-345 0 0,-15-3-76 0 0,16 3 27 0 0,3-2-11 0 0,0-2-133 0 0,1 0-1 0 0,0 1 0 0 0,0-1 1 0 0,0 0-1 0 0,0 0 1 0 0,1 0-1 0 0,0 1 0 0 0,0-1 1 0 0,0 0-1 0 0,1 0 1 0 0,-1 0-1 0 0,1 0 1 0 0,0 1-1 0 0,1-1 0 0 0,-1 0 1 0 0,4-5-1 0 0,3-10-87 0 0,0 2-1 0 0,22-34 0 0 0,-15 30-316 0 0,0 0 0 0 0,2 1-1 0 0,1 0 1 0 0,20-18-1 0 0,-25 28-633 0 0,1 0-1 0 0,22-14 1 0 0,-24 18-750 0 0,1 0 0 0 0,0 1 0 0 0,20-6 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2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37 4072 0 0,'0'0'1332'0'0,"-1"-5"-188"0"0,-4-11-181 0 0,4 12 1546 0 0,0 3-2437 0 0,1 1 1 0 0,0-1 0 0 0,0 0 0 0 0,0 1-1 0 0,-1-1 1 0 0,1 1 0 0 0,0-1-1 0 0,-1 1 1 0 0,1-1 0 0 0,0 1 0 0 0,-1-1-1 0 0,1 1 1 0 0,-1-1 0 0 0,1 1 0 0 0,-1-1-1 0 0,1 1 1 0 0,-1-1 0 0 0,1 1 0 0 0,-1 0-1 0 0,0 0 1 0 0,1-1 0 0 0,-2 1-1 0 0,2 1-40 0 0,-1 0-1 0 0,0 0 1 0 0,1 0-1 0 0,-1 0 0 0 0,0 0 1 0 0,1 0-1 0 0,0 0 1 0 0,-1 0-1 0 0,1 1 1 0 0,0-1-1 0 0,-1 0 0 0 0,1 0 1 0 0,0 0-1 0 0,0 1 1 0 0,0-1-1 0 0,0 0 0 0 0,0 3 1 0 0,-27 343 654 0 0,20-280-249 0 0,7-62-317 0 0,-1 0 3 0 0,5 42 378 0 0,-3-43-399 0 0,3-2-27 0 0,2 1-64 0 0,0 0 0 0 0,0-1 0 0 0,0 0 0 0 0,1 0 0 0 0,-1-1 0 0 0,0 1 0 0 0,1-1 0 0 0,0-1 1 0 0,11 1-1 0 0,69-8-322 0 0,90-26-2114 0 0,-148 26-1368 0 0,49-22 1 0 0,-73 27-260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3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8 2536 0 0,'0'0'1123'0'0,"-3"-2"-187"0"0,0 1-563 0 0,0 0 1 0 0,0 0-1 0 0,1 1 0 0 0,-1-1 0 0 0,0 0 0 0 0,0 1 1 0 0,0 0-1 0 0,0 0 0 0 0,0 0 0 0 0,-3 0 0 0 0,-4 0-307 0 0,-3 19 551 0 0,10 3-259 0 0,2-18-43 0 0,2 1-198 0 0,0-2-93 0 0,1 1 0 0 0,-1 0 0 0 0,1-1 0 0 0,0 1 0 0 0,0-1-1 0 0,0 1 1 0 0,5 5 0 0 0,-4-7 32 0 0,19 8 87 0 0,-17-10-126 0 0,1 2-7 0 0,0-1-7 0 0,31-9 91 0 0,7-4-229 0 0,-40 11 130 0 0,-1 0 52 0 0,6-3-140 0 0,-9 7 101 0 0,-18 14 164 0 0,1-1-45 0 0,4-1-48 0 0,2 0 1 0 0,0 0 0 0 0,0 1 0 0 0,2 1 0 0 0,0 0 0 0 0,1 0 0 0 0,0 0-1 0 0,2 1 1 0 0,0 0 0 0 0,1 1 0 0 0,-4 25 0 0 0,9-40-73 0 0,-1 0 1 0 0,1 0 0 0 0,0 0-1 0 0,1-1 1 0 0,-1 1 0 0 0,1 0-1 0 0,-1 0 1 0 0,1-1 0 0 0,0 1 0 0 0,1 0-1 0 0,1 4 1 0 0,0-1-16 0 0,-1-3-29 0 0,0-1 0 0 0,0 1 0 0 0,0-1 0 0 0,1 0 0 0 0,-1 0 0 0 0,1 0 0 0 0,0 0 0 0 0,0 0 0 0 0,0 0 0 0 0,0-1 0 0 0,0 1 0 0 0,1-1 0 0 0,-1 0 0 0 0,1 0 0 0 0,0 0 0 0 0,-1-1-1 0 0,8 3 1 0 0,0-1-403 0 0,0 0 0 0 0,0-1-1 0 0,0 0 1 0 0,22 1-1 0 0,20-9-3831 0 0,-25 0-397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4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66 2116 0 0,'-1'-4'288'0'0,"-1"0"0"0"0,0 0 0 0 0,0-1 0 0 0,0 1 0 0 0,0 1 0 0 0,-1-1 0 0 0,0 0 0 0 0,0 1 0 0 0,0-1 0 0 0,0 1 0 0 0,0 0 0 0 0,0 0 0 0 0,-1 0 0 0 0,0 0 0 0 0,1 1 0 0 0,-1 0 0 0 0,-8-4 0 0 0,9 5 50 0 0,-3 1-39 0 0,-1 1-204 0 0,1 0-1 0 0,-1 0 1 0 0,1 0-1 0 0,-1 1 1 0 0,1 0-1 0 0,0 0 0 0 0,0 1 1 0 0,0 0-1 0 0,0 0 1 0 0,0 0-1 0 0,1 1 1 0 0,0 0-1 0 0,-8 6 1 0 0,6-1 1 0 0,-1 0 0 0 0,1 1 0 0 0,1-1 0 0 0,0 2 0 0 0,0-1 0 0 0,1 1 0 0 0,0 0 0 0 0,1 0 0 0 0,0 0 1 0 0,-4 18-1 0 0,4-9-22 0 0,1 0 1 0 0,0 1-1 0 0,2-1 1 0 0,1 36-1 0 0,0-50-62 0 0,1-1 1 0 0,0 1-1 0 0,1-1 0 0 0,-1 0 0 0 0,1 0 1 0 0,0 0-1 0 0,1 0 0 0 0,5 9 0 0 0,-6-9-1 0 0,0-3-11 0 0,0 1 1 0 0,0-1 0 0 0,0 0 0 0 0,0 0 0 0 0,0 0 0 0 0,0 0-1 0 0,1 0 1 0 0,-1 0 0 0 0,0-1 0 0 0,1 1 0 0 0,0-1-1 0 0,-1 0 1 0 0,1 1 0 0 0,0-1 0 0 0,-1 0 0 0 0,1-1 0 0 0,5 2-1 0 0,-6-2-6 0 0,5 2-12 0 0,-1-1 1 0 0,1-1 0 0 0,-1 1 0 0 0,1-1-1 0 0,-1 0 1 0 0,1 0 0 0 0,-1-1-1 0 0,1 0 1 0 0,-1 0 0 0 0,10-4 0 0 0,56-23-86 0 0,-71 27 102 0 0,14-6-18 0 0,1-1 0 0 0,-1-1 0 0 0,0-1-1 0 0,26-22 1 0 0,-35 26 12 0 0,1-1 0 0 0,-1 1 0 0 0,0-1-1 0 0,-1-1 1 0 0,1 1 0 0 0,-2-1-1 0 0,1 0 1 0 0,-1 0 0 0 0,0 0 0 0 0,0-1-1 0 0,1-8 1 0 0,-4 13-29 0 0,-1 1 6 0 0,1 1 34 0 0,-1 0-1 0 0,0 0 0 0 0,0 0 1 0 0,0 0-1 0 0,0 0 0 0 0,0 0 1 0 0,0 0-1 0 0,0 0 0 0 0,-1 0 1 0 0,1 0-1 0 0,-1 0 0 0 0,0 0 1 0 0,1 0-1 0 0,-1 0 1 0 0,0 0-1 0 0,0 1 0 0 0,0-1 1 0 0,0 0-1 0 0,-1 1 0 0 0,-2-4 53 0 0,-14 8 98 0 0,17-3-138 0 0,-1 0 1 0 0,0 0 0 0 0,0 0-1 0 0,0 1 1 0 0,0-1-1 0 0,1 0 1 0 0,-1 1-1 0 0,0-1 1 0 0,0 1-1 0 0,1 0 1 0 0,-1-1-1 0 0,0 1 1 0 0,1 0 0 0 0,-1 0-1 0 0,1 0 1 0 0,-1 0-1 0 0,1 0 1 0 0,-3 3-1 0 0,-2 2 48 0 0,1-1-39 0 0,0 0 1 0 0,0 0-1 0 0,0 1 1 0 0,0-1-1 0 0,1 1 1 0 0,0 1-1 0 0,0-1 1 0 0,1 0-1 0 0,0 1 1 0 0,0 0-1 0 0,0-1 1 0 0,1 1-1 0 0,0 0 1 0 0,0 0-1 0 0,-1 14 1 0 0,3-17-42 0 0,0 0 0 0 0,0-1 0 0 0,0 1 0 0 0,0-1 0 0 0,1 1 0 0 0,0 0 0 0 0,-1-1 0 0 0,1 1 0 0 0,1-1 0 0 0,-1 1 1 0 0,0-1-1 0 0,1 0 0 0 0,0 0 0 0 0,0 1 0 0 0,0-1 0 0 0,4 5 0 0 0,-4-6-67 0 0,2 0 13 0 0,12 7-9 0 0,-13-6 11 0 0,2-3 21 0 0,15 2-7 0 0,-15-2 14 0 0,-1-1 14 0 0,4-1 19 0 0,-1 0 1 0 0,0 0-1 0 0,0-1 1 0 0,-1 0-1 0 0,1-1 1 0 0,-1 1-1 0 0,1-1 0 0 0,10-9 1 0 0,-12 8 53 0 0,-1 0 0 0 0,1 0 0 0 0,-1 0 0 0 0,1-1 0 0 0,-2 1 0 0 0,1-1 0 0 0,-1 0 0 0 0,0 0 0 0 0,0 0 0 0 0,0-1 0 0 0,-1 1 0 0 0,0-1 0 0 0,0 1 0 0 0,-1-1 0 0 0,1-11 0 0 0,-1 14 13 0 0,-2-2-19 0 0,-1-4-41 0 0,0 1-1 0 0,0-1 0 0 0,-1 1 1 0 0,-8-17-1 0 0,10 24-44 0 0,-17-8-34 0 0,14 7-20 0 0,-2 3-92 0 0,-1 1 0 0 0,1-1 0 0 0,0 1 0 0 0,0 0 0 0 0,-7 2 0 0 0,9-2-242 0 0,-3 5-5 0 0,3 0-921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5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3468 0 0,'0'0'2241'0'0,"4"2"-1427"0"0,-2-2-665 0 0,0 1 0 0 0,0 0 0 0 0,1 0 0 0 0,-2 0-1 0 0,1 1 1 0 0,0-1 0 0 0,0 0 0 0 0,0 1 0 0 0,-1-1-1 0 0,1 1 1 0 0,0 0 0 0 0,-1-1 0 0 0,0 1 0 0 0,2 2-1 0 0,-1-1 209 0 0,-1 2-65 0 0,5 12-53 0 0,-5-13-48 0 0,0 2-13 0 0,1 9-38 0 0,2 11 236 0 0,-2 1-1 0 0,0 34 0 0 0,-2-57-57 0 0,0-2-294 0 0,0-1-1 0 0,0 0 1 0 0,0 1 0 0 0,0-1 0 0 0,0 0 0 0 0,0 1 0 0 0,0-1-1 0 0,0 0 1 0 0,0 1 0 0 0,-1-1 0 0 0,1 0 0 0 0,-1 2 0 0 0,0-1 21 0 0,1 2 704 0 0,-4 1-500 0 0,4-5-240 0 0,-1 1 1 0 0,1-1-1 0 0,0 0 1 0 0,0 1-1 0 0,0-1 1 0 0,0 1-1 0 0,0-1 0 0 0,-1 0 1 0 0,1 1-1 0 0,0-1 1 0 0,0 0-1 0 0,-1 1 1 0 0,1-1-1 0 0,0 0 1 0 0,0 0-1 0 0,-1 1 0 0 0,1-1 1 0 0,0 0-1 0 0,-1 0 1 0 0,1 0-1 0 0,0 1 1 0 0,-1-1-1 0 0,1 0 0 0 0,0 0 1 0 0,-1 0-1 0 0,1 0 1 0 0,-1 0-1 0 0,1 0 1 0 0,0 1-1 0 0,-1-1 1 0 0,1 0-1 0 0,0 0 0 0 0,-1 0 1 0 0,-2-3-12 0 0,1 0 1 0 0,0 0 0 0 0,1 0-1 0 0,-1-1 1 0 0,0 1-1 0 0,1 0 1 0 0,0-1 0 0 0,0 1-1 0 0,0 0 1 0 0,0-1-1 0 0,0 1 1 0 0,1-1 0 0 0,-1 0-1 0 0,1 1 1 0 0,0-1-1 0 0,0 1 1 0 0,0-1 0 0 0,1 0-1 0 0,-1 1 1 0 0,3-6-1 0 0,-2 2-4 0 0,0 0 4 0 0,1 0 0 0 0,0 0 0 0 0,1 1 0 0 0,0-1 0 0 0,0 1 1 0 0,0 0-1 0 0,1-1 0 0 0,0 2 0 0 0,0-1 0 0 0,6-6 0 0 0,-8 9-32 0 0,18-8-64 0 0,3 10 161 0 0,-18 1-95 0 0,-1 2 1 0 0,0 1 24 0 0,0 0 0 0 0,0 1 0 0 0,0-1 0 0 0,0 1 1 0 0,-1-1-1 0 0,1 1 0 0 0,-1 0 0 0 0,0 0 1 0 0,0 1-1 0 0,-1-1 0 0 0,1 1 0 0 0,1 4 1 0 0,0 3-81 0 0,-2 0 0 0 0,0 1 0 0 0,0-1 0 0 0,0 17 0 0 0,-2-11-156 0 0,0-13-60 0 0,-1 0-53 0 0,0 16-50 0 0,0-16-46 0 0,1 0-688 0 0,-1 0 817 0 0,1 4 24 0 0,0 0-4997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5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 2576 0 0,'0'0'1587'0'0,"1"-4"-337"0"0,5-12 2617 0 0,-4 17-3816 0 0,0-1 0 0 0,-1 1 0 0 0,1-1 0 0 0,-1 1 0 0 0,1-1 0 0 0,-1 1 0 0 0,1 0 0 0 0,-1 0 0 0 0,0-1 0 0 0,1 1 0 0 0,-1 0 1 0 0,0 0-1 0 0,1 1 0 0 0,-1-1 0 0 0,0 0 0 0 0,0 0 0 0 0,0 0 0 0 0,0 1 0 0 0,1 1 0 0 0,18 34 325 0 0,-19-34-356 0 0,10 20-4 0 0,-4-7-400 0 0,0 0 1 0 0,1-1-1 0 0,0 0 1 0 0,2 0-1 0 0,14 18 0 0 0,-4-24-4037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5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1 3044 0 0,'0'0'3794'0'0,"-4"1"-3237"0"0,-1 1-421 0 0,0 1 0 0 0,1 0 0 0 0,-1 0 0 0 0,1 0 0 0 0,-1 0-1 0 0,1 1 1 0 0,0 0 0 0 0,0 0 0 0 0,1 0 0 0 0,-1 0 0 0 0,-3 7-1 0 0,-3 4-35 0 0,1 1-1 0 0,1 0 0 0 0,1 1 0 0 0,0-1 1 0 0,1 1-1 0 0,-6 27 0 0 0,11-39-142 0 0,1 2 135 0 0,4 32-1808 0 0,-3-35 1036 0 0,24-4-3783 0 0,-20 0 1593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6.4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0 214 1980 0 0,'0'0'1196'0'0,"2"-2"-185"0"0,9-10 2047 0 0,-9 10-2574 0 0,7-6-66 0 0,-7 6 1419 0 0,1 3-1613 0 0,35 6 582 0 0,-34-7-786 0 0,0-1 1 0 0,8-6-11 0 0,-9 6-21 0 0,1-2-12 0 0,2-1-11 0 0,0 0 0 0 0,-1-1 0 0 0,1 0 0 0 0,-1 0 0 0 0,0 0 0 0 0,0-1 0 0 0,-1 0 0 0 0,0 0 0 0 0,0 0 0 0 0,0 0 0 0 0,4-11 0 0 0,-7 14-15 0 0,0-1-9 0 0,1-12 8 0 0,-2 12 8 0 0,-1 0-2 0 0,-3-13 16 0 0,3 13 11 0 0,-1 2 10 0 0,0 1 26 0 0,0 0 0 0 0,0-1 0 0 0,0 1 0 0 0,0 0 0 0 0,-1 0 0 0 0,1 1 0 0 0,0-1 0 0 0,-1 0 0 0 0,1 1 0 0 0,0-1 0 0 0,-1 1 0 0 0,1 0 0 0 0,-4 0 0 0 0,1 0 93 0 0,2 2-4 0 0,-1 2-15 0 0,0 0-1 0 0,0-1 1 0 0,1 1-1 0 0,-1 1 1 0 0,1-1-1 0 0,0 0 1 0 0,0 1-1 0 0,0-1 1 0 0,1 1-1 0 0,-4 9 1 0 0,4-8-85 0 0,0 0 0 0 0,0 0 0 0 0,0 0 0 0 0,1 0 0 0 0,0 1 0 0 0,1-1 0 0 0,-1 0 0 0 0,1 1 1 0 0,0-1-1 0 0,0 0 0 0 0,1 0 0 0 0,0 1 0 0 0,0-1 0 0 0,1 0 0 0 0,-1 0 0 0 0,1 0 0 0 0,1 0 0 0 0,-1 0 0 0 0,1-1 1 0 0,0 1-1 0 0,6 7 0 0 0,-7-10-297 0 0,18 4-458 0 0,-15-6 255 0 0,-1-1-65 0 0,1 0 351 0 0,0-1 1 0 0,0 1 0 0 0,-1-1-1 0 0,1 0 1 0 0,0 0-1 0 0,-1 0 1 0 0,1 0 0 0 0,-1-1-1 0 0,1 0 1 0 0,-1 0-1 0 0,1 0 1 0 0,-1-1-1 0 0,0 1 1 0 0,0-1 0 0 0,-1 0-1 0 0,1 0 1 0 0,0 0-1 0 0,-1-1 1 0 0,0 1-1 0 0,0-1 1 0 0,0 0 0 0 0,0 0-1 0 0,0 0 1 0 0,-1 0-1 0 0,0 0 1 0 0,0-1-1 0 0,2-6 1 0 0,1-11 199 0 0,-1 6 542 0 0,0-1 0 0 0,1 0-1 0 0,0 1 1 0 0,9-16 0 0 0,-13 29-414 0 0,12-9 48 0 0,-11 9-120 0 0,1-1 125 0 0,-3 5-165 0 0,0-1 0 0 0,1 0 0 0 0,-1 0 0 0 0,0 0 0 0 0,1 0 0 0 0,-1 0 0 0 0,0 0 0 0 0,1 0 0 0 0,-1 0 0 0 0,0 0 0 0 0,1 0 0 0 0,-1 0 0 0 0,0 0 0 0 0,0 0 0 0 0,1 0 0 0 0,-1 0 0 0 0,0 0 0 0 0,1-1 0 0 0,-1 1 0 0 0,0 0 0 0 0,0 0 0 0 0,1 0 0 0 0,-1 0 0 0 0,0 0 1 0 0,1-1-1 0 0,-1 1 0 0 0,0 0 0 0 0,0 0 0 0 0,0-1 0 0 0,1 1 0 0 0,-1 0 0 0 0,1-1 15 0 0,-1 0 1 0 0,1 1 0 0 0,-1-1-1 0 0,1 1 1 0 0,0-1 0 0 0,-1 1-1 0 0,1-1 1 0 0,0 1 0 0 0,0 0-1 0 0,-1-1 1 0 0,1 1 0 0 0,0 0-1 0 0,0 0 1 0 0,0-1 0 0 0,-1 1-1 0 0,1 0 1 0 0,0 0 0 0 0,0 0-1 0 0,0 0 1 0 0,1 0 0 0 0,3 1 45 0 0,0 0 0 0 0,-1 0 0 0 0,1 1 0 0 0,-1-1 1 0 0,1 1-1 0 0,-1 0 0 0 0,1 0 0 0 0,-1 1 0 0 0,0-1 0 0 0,0 1 0 0 0,0 0 1 0 0,0 0-1 0 0,3 4 0 0 0,-1-1 50 0 0,-1 0-1 0 0,-1 1 1 0 0,1-1 0 0 0,-1 1 0 0 0,0 0-1 0 0,-1 0 1 0 0,0 0 0 0 0,0 0-1 0 0,0 1 1 0 0,1 9 0 0 0,-3-12 108 0 0,-1 0 22 0 0,-1 4 0 0 0,0 0-1 0 0,0 0 1 0 0,-1-1-1 0 0,0 1 1 0 0,-1-1-1 0 0,0 0 1 0 0,0 0-1 0 0,-5 10 1 0 0,6-15 84 0 0,-1-1-6 0 0,-7 7-16 0 0,7-7 434 0 0,-2-3-643 0 0,-13-3-61 0 0,13 2-75 0 0,3-14-93 0 0,1 12 74 0 0,1 1 0 0 0,-1-1 0 0 0,1 0 0 0 0,0 0 0 0 0,0 1 0 0 0,0-1-1 0 0,0 0 1 0 0,1 0 0 0 0,1-4 0 0 0,1-5-113 0 0,1 1 0 0 0,0 0 0 0 0,1 0 0 0 0,0 0 0 0 0,1 1 0 0 0,0 0 0 0 0,1 0 0 0 0,8-11 0 0 0,-5 10-920 0 0,1 1 0 0 0,-1 0-1 0 0,22-17 1 0 0,-15 16-3066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6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 2436 0 0,'0'0'4641'0'0,"1"-4"-3536"0"0,3-5 2645 0 0,-1 10-1329 0 0,3 23-476 0 0,2 49-1999 0 0,-8-64 490 0 0,33 209-1628 0 0,-21-152-2386 0 0,-12-61 2409 0 0,5 15-1787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07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16 113 4288 0 0,'-16'-15'4554'0'0,"17"11"-4146"0"0,2-13-123 0 0,1 10-74 0 0,15-1-132 0 0,1 0 0 0 0,0 1 0 0 0,0 1 0 0 0,29-5 1 0 0,91-10 197 0 0,-88 14-234 0 0,6 5 1005 0 0,-72 19-478 0 0,10-12-453 0 0,0-1-1 0 0,-1 0 0 0 0,0 0 0 0 0,0 0 0 0 0,-7 4 0 0 0,6-5-56 0 0,1 0 1 0 0,0 1-1 0 0,1-1 1 0 0,-1 1-1 0 0,1 0 0 0 0,-5 6 1 0 0,-4 15 165 0 0,12-23-223 0 0,1-1 0 0 0,0 0 0 0 0,-1 1 1 0 0,1-1-1 0 0,0 0 0 0 0,0 1 1 0 0,0-1-1 0 0,0 0 0 0 0,0 1 1 0 0,0-1-1 0 0,0 0 0 0 0,0 1 1 0 0,1-1-1 0 0,-1 0 0 0 0,0 1 1 0 0,1-1-1 0 0,-1 0 0 0 0,1 0 1 0 0,0 0-1 0 0,-1 1 0 0 0,1-1 1 0 0,0 0-1 0 0,0 0 0 0 0,0 0 1 0 0,1 1-1 0 0,3 3-15 0 0,1 0-10 0 0,-1-1 0 0 0,1 1 0 0 0,-1-1 0 0 0,1 0-1 0 0,8 3 1 0 0,27 12 10 0 0,-36-17 12 0 0,9 7-29 0 0,-13-8 20 0 0,1 0 0 0 0,0 0-1 0 0,0 1 1 0 0,-1-1 0 0 0,1 0 0 0 0,-1 1 0 0 0,1-1 0 0 0,-1 1 0 0 0,0 0-1 0 0,1-1 1 0 0,0 3 0 0 0,-2-3 4 0 0,0 0 0 0 0,1 0-1 0 0,-1 0 1 0 0,0 0 0 0 0,0 0 0 0 0,1 0 0 0 0,-1 0 0 0 0,0 0-1 0 0,0 0 1 0 0,0 0 0 0 0,0-1 0 0 0,-1 1 0 0 0,1 0-1 0 0,0 0 1 0 0,0 0 0 0 0,0 0 0 0 0,-1 0 0 0 0,1 0 0 0 0,-1 0-1 0 0,1 0 1 0 0,-1 0 0 0 0,1-1 0 0 0,-1 1 0 0 0,1 0-1 0 0,-1 0 1 0 0,1-1 0 0 0,-1 1 0 0 0,0 0 0 0 0,-1 0 0 0 0,-7 7-139 0 0,0-1 1 0 0,-1-1 0 0 0,0 1 0 0 0,0-1-1 0 0,0-1 1 0 0,-1 0 0 0 0,-20 6 0 0 0,-85 17-3809 0 0,83-21 1309 0 0,-5 1-2637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0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24 2808 0 0,'3'-23'7206'0'0,"-16"65"-6315"0"0,8-28-822 0 0,-12 45 385 0 0,3 2 1 0 0,2 0-1 0 0,-4 64 1 0 0,15-108-269 0 0,1-15-175 0 0,0 0-1 0 0,0 0 1 0 0,0 0 0 0 0,0-1-1 0 0,0 1 1 0 0,1 0 0 0 0,-1 0-1 0 0,1 0 1 0 0,-1 0 0 0 0,1 0-1 0 0,-1-1 1 0 0,2 3 0 0 0,0 2 55 0 0,-1-3-53 0 0,0 1 0 0 0,0-1 1 0 0,0 0-1 0 0,0 1 1 0 0,0-1 0 0 0,1 0-1 0 0,-1 0 1 0 0,1 0-1 0 0,0 0 1 0 0,0 0-1 0 0,0 0 1 0 0,0-1 0 0 0,0 1-1 0 0,1-1 1 0 0,-1 1-1 0 0,1-1 1 0 0,4 3 0 0 0,48 15-127 0 0,-48-18-7 0 0,1-1 0 0 0,-1-1 0 0 0,0 0 1 0 0,0 0-1 0 0,0 0 0 0 0,0-1 0 0 0,1 0 0 0 0,6-1 1 0 0,-8 0 20 0 0,12 0-455 0 0,-16 2 503 0 0,1 0-1 0 0,-1-1 1 0 0,0 1 0 0 0,0-1 0 0 0,0 1 0 0 0,0-1 0 0 0,0 0 0 0 0,0 0 0 0 0,0 0 0 0 0,2-1 0 0 0,4-2-362 0 0,1-1-714 0 0,-1 0-1 0 0,0-1 1 0 0,-1 0-1 0 0,1 0 1 0 0,12-15-1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0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2100 0 0,'0'0'2238'0'0,"5"-1"-1421"0"0,218-34 2681 0 0,-106 20-4102 0 0,-78 11-3669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1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56 1932 0 0,'0'0'5750'0'0,"1"4"-5439"0"0,-1-3-242 0 0,1 0 1 0 0,-1 0 0 0 0,0 1-1 0 0,1-1 1 0 0,-1 0 0 0 0,1 0-1 0 0,0 0 1 0 0,-1 0 0 0 0,1 0-1 0 0,0 0 1 0 0,0 0-1 0 0,-1 0 1 0 0,1-1 0 0 0,0 1-1 0 0,0 0 1 0 0,0 0 0 0 0,0-1-1 0 0,0 1 1 0 0,0 0 0 0 0,0-1-1 0 0,0 1 1 0 0,1-1 0 0 0,-1 1-1 0 0,0-1 1 0 0,2 0 0 0 0,1 1 244 0 0,17-5 115 0 0,-20 4-422 0 0,0 0 1 0 0,0 0-1 0 0,0 0 1 0 0,0 0-1 0 0,0-1 1 0 0,0 1-1 0 0,0 0 1 0 0,0-1-1 0 0,-1 1 1 0 0,1-1-1 0 0,0 1 1 0 0,0-1-1 0 0,0 1 0 0 0,-1-1 1 0 0,1 1-1 0 0,0-1 1 0 0,0 0-1 0 0,-1 1 1 0 0,1-1-1 0 0,-1 0 1 0 0,1 0-1 0 0,-1 1 1 0 0,2-3-1 0 0,10-8 118 0 0,-11 10-123 0 0,-1 1 0 0 0,1 0 0 0 0,-1 0 0 0 0,1-1 0 0 0,-1 1 0 0 0,1-1 0 0 0,-1 1 0 0 0,1 0 0 0 0,-1-1 0 0 0,0 1 1 0 0,1-1-1 0 0,-1 1 0 0 0,0-1 0 0 0,0 1 0 0 0,1-1 0 0 0,-1 1 0 0 0,0-1 0 0 0,0 0 0 0 0,0 1 0 0 0,1-1 0 0 0,-1 1 0 0 0,0-1 0 0 0,0 1 0 0 0,0-1 0 0 0,0 0 0 0 0,0 1 0 0 0,0-1 0 0 0,0 1 0 0 0,0-1 0 0 0,-1 1 0 0 0,1-2 0 0 0,-3-19 27 0 0,3 20-43 0 0,-1-3 24 0 0,-6 0-23 0 0,6 3 31 0 0,1 1-1 0 0,0-1 0 0 0,0 1 1 0 0,-1 0-1 0 0,1-1 1 0 0,0 1-1 0 0,-1-1 0 0 0,1 1 1 0 0,0 0-1 0 0,-1 0 1 0 0,1-1-1 0 0,-1 1 1 0 0,1 0-1 0 0,-1-1 0 0 0,1 1 1 0 0,0 0-1 0 0,-1 0 1 0 0,1 0-1 0 0,-1 0 1 0 0,1 0-1 0 0,-1-1 0 0 0,1 1 1 0 0,-1 0-1 0 0,1 0 1 0 0,-1 0-1 0 0,1 0 1 0 0,-1 0-1 0 0,1 0 0 0 0,-1 1 1 0 0,1-1-1 0 0,-1 0 1 0 0,0 0-1 0 0,-18 3 151 0 0,14-2-23 0 0,1 2-43 0 0,0 0-56 0 0,0 0-1 0 0,1 1 1 0 0,-1-1-1 0 0,1 1 0 0 0,-1 0 1 0 0,1 0-1 0 0,1 1 0 0 0,-1-1 1 0 0,0 1-1 0 0,1-1 1 0 0,0 1-1 0 0,0 0 0 0 0,1 0 1 0 0,-1-1-1 0 0,1 1 0 0 0,0 0 1 0 0,0 1-1 0 0,1-1 1 0 0,-1 0-1 0 0,1 0 0 0 0,0 0 1 0 0,1 0-1 0 0,-1 0 0 0 0,1 0 1 0 0,0 0-1 0 0,0 0 1 0 0,1 0-1 0 0,-1 0 0 0 0,1 0 1 0 0,0-1-1 0 0,1 1 0 0 0,-1 0 1 0 0,1-1-1 0 0,5 7 1 0 0,-5-9-110 0 0,0 1 1 0 0,0-1-1 0 0,0 0 0 0 0,0 0 1 0 0,0 0-1 0 0,1 0 1 0 0,-1 0-1 0 0,1-1 1 0 0,-1 0-1 0 0,8 2 1 0 0,-8-2 4 0 0,1 1-385 0 0,3-3-180 0 0,48-8-1705 0 0,-12-7-2754 0 0,-21 5 854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1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85 3348 0 0,'0'-21'996'0'0,"0"17"959"0"0,2 1-1491 0 0,7-7-87 0 0,-7 7 215 0 0,2 2-331 0 0,0 0-168 0 0,0 0-1 0 0,0 1 1 0 0,1-1 0 0 0,-1 1 0 0 0,0 0 0 0 0,0 0 0 0 0,6 2-1 0 0,-6-2 14 0 0,1 7 60 0 0,-5-7-136 0 0,1 0-1 0 0,0 1 1 0 0,0-1-1 0 0,-1 1 1 0 0,1-1-1 0 0,0 1 1 0 0,-1-1-1 0 0,1 1 1 0 0,0 0-1 0 0,-1-1 1 0 0,1 1-1 0 0,-1 0 1 0 0,1-1-1 0 0,-1 1 1 0 0,1 0-1 0 0,0 1 1 0 0,0 4 91 0 0,1 0-1 0 0,-1 0 1 0 0,-1-1 0 0 0,1 1-1 0 0,-1 0 1 0 0,0 0 0 0 0,0 0 0 0 0,-1 0-1 0 0,0 0 1 0 0,0 0 0 0 0,0 0 0 0 0,-1 0-1 0 0,1-1 1 0 0,-5 9 0 0 0,-3 8 296 0 0,-1-1 0 0 0,-15 25 1 0 0,23-43-334 0 0,-10 19 273 0 0,15-22-623 0 0,0-1 221 0 0,0 0 0 0 0,0 1 0 0 0,0-1 0 0 0,-1 0-1 0 0,1-1 1 0 0,0 1 0 0 0,-1 0 0 0 0,1-1 0 0 0,-1 0-1 0 0,1 1 1 0 0,-1-1 0 0 0,0 0 0 0 0,1 0 0 0 0,-1 0-1 0 0,0-1 1 0 0,2-2 0 0 0,32-49-376 0 0,-30 43 290 0 0,17-32 50 0 0,27-66 0 0 0,-49 106 284 0 0,4-17 1592 0 0,-8 26-1721 0 0,0 1-1 0 0,0 0 1 0 0,1 0 0 0 0,-1 0-1 0 0,2 0 1 0 0,-1 0-1 0 0,1 0 1 0 0,0 1 0 0 0,0-1-1 0 0,1 14 1 0 0,1 3-44 0 0,7 48 0 0 0,-1-53-303 0 0,-5-15 200 0 0,0-1-221 0 0,12 10-531 0 0,-11-11 298 0 0,3-3-772 0 0,-3 1 1138 0 0,24-7-1455 0 0,-4-9-2897 0 0,-3-1 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1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15 3116 0 0,'0'0'2849'0'0,"-2"-2"-1794"0"0,-6-8-112 0 0,6 7 690 0 0,1 6-919 0 0,-3 7-213 0 0,0 1 0 0 0,1-1 0 0 0,0 1 0 0 0,0-1 0 0 0,2 1 0 0 0,-2 15 0 0 0,2 66 749 0 0,1-64-1104 0 0,1-1-57 0 0,3-5-26 0 0,-3-14-277 0 0,0 0 1 0 0,1 0 0 0 0,0 0 0 0 0,0 0-1 0 0,1 0 1 0 0,0 0 0 0 0,0-1-1 0 0,1 1 1 0 0,4 6 0 0 0,-6-12-543 0 0,2 0-32 0 0,12 4-44 0 0,-12-4-109 0 0,0-3-123 0 0,33-9-3767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2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78 4104 0 0,'-4'-1'1388'0'0,"-35"-8"4696"0"0,200-31-8626 0 0,-90 22-1727 0 0,-33 8-456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2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171 379 4028 0 0,'0'0'1646'0'0,"0"-4"-384"0"0,2-12-197 0 0,-1 12-143 0 0,-2 0-143 0 0,-1-13-129 0 0,2 13-144 0 0,-1 3-444 0 0,1-1 0 0 0,-1 1 0 0 0,1 0 1 0 0,-1-1-1 0 0,0 1 0 0 0,1 0 0 0 0,-1-1 0 0 0,0 1 1 0 0,0 0-1 0 0,0 0 0 0 0,0 0 0 0 0,0-1 1 0 0,0 1-1 0 0,0 0 0 0 0,0 0 0 0 0,0 1 0 0 0,-1-1 1 0 0,1 0-1 0 0,0 0 0 0 0,-1 1 0 0 0,1-1 1 0 0,-1 0-1 0 0,-2 0 0 0 0,2 0-11 0 0,0 0 0 0 0,-1 1-1 0 0,1-1 1 0 0,-1 1 0 0 0,1-1 0 0 0,-1 1 0 0 0,1 0-1 0 0,-1 0 1 0 0,1 0 0 0 0,-1 0 0 0 0,1 0 0 0 0,-1 0-1 0 0,1 1 1 0 0,-1-1 0 0 0,-3 2 0 0 0,-1 1-25 0 0,2 0 0 0 0,-1 0 1 0 0,0 1-1 0 0,1-1 0 0 0,-1 1 0 0 0,1 0 1 0 0,0 1-1 0 0,0-1 0 0 0,1 1 0 0 0,0 0 1 0 0,-1 0-1 0 0,1 1 0 0 0,1-1 0 0 0,-1 1 1 0 0,1 0-1 0 0,0 0 0 0 0,1 0 0 0 0,-3 8 1 0 0,-9 62 153 0 0,14-70-170 0 0,1-2 2 0 0,2 13 16 0 0,-2-15-55 0 0,-1-1 1 0 0,0 0 0 0 0,0 0 0 0 0,1 0 0 0 0,-1 0 0 0 0,0 0 0 0 0,1 0-1 0 0,-1 0 1 0 0,1 0 0 0 0,0 0 0 0 0,-1 0 0 0 0,1 0 0 0 0,0 0 0 0 0,-1 0-1 0 0,1-1 1 0 0,0 1 0 0 0,0 0 0 0 0,0 0 0 0 0,0-1 0 0 0,0 1 0 0 0,0-1-1 0 0,1 2 1 0 0,3-2-30 0 0,1 1 0 0 0,-1-1-1 0 0,1-1 1 0 0,-1 1-1 0 0,0-1 1 0 0,1 1 0 0 0,-1-2-1 0 0,0 1 1 0 0,0 0 0 0 0,0-1-1 0 0,0 0 1 0 0,0 0 0 0 0,9-6-1 0 0,-5 2 15 0 0,-1 0 0 0 0,0-1 0 0 0,0 0 0 0 0,-1 0 0 0 0,0 0 0 0 0,0-1 0 0 0,6-9 0 0 0,-3 1 32 0 0,0 0 0 0 0,-1 0 1 0 0,-1-1-1 0 0,0-1 0 0 0,-2 1 1 0 0,0-1-1 0 0,0 0 0 0 0,2-21 0 0 0,-4 18 71 0 0,-1 0-1 0 0,-1 0 0 0 0,0 0 1 0 0,-2 0-1 0 0,-1 0 0 0 0,0 0 1 0 0,-2 0-1 0 0,0 0 0 0 0,-1 0 1 0 0,-8-21-1 0 0,12 41-53 0 0,0 1 1 0 0,0-1-1 0 0,0 0 0 0 0,-1 1 1 0 0,1-1-1 0 0,0 0 1 0 0,0 1-1 0 0,-1-1 1 0 0,1 1-1 0 0,0-1 0 0 0,-1 1 1 0 0,1-1-1 0 0,-1 1 1 0 0,1-1-1 0 0,0 1 0 0 0,-1-1 1 0 0,1 1-1 0 0,-1-1 1 0 0,0 1-1 0 0,1 0 1 0 0,-1-1-1 0 0,1 1 0 0 0,-1 0 1 0 0,1 0-1 0 0,-1-1 1 0 0,0 1-1 0 0,1 0 0 0 0,-1 0 1 0 0,0 0-1 0 0,1 0 1 0 0,-1 0-1 0 0,0 0 1 0 0,1 0-1 0 0,-2 0 0 0 0,1 0 4 0 0,0 1 0 0 0,-1-1 0 0 0,1 1 0 0 0,0-1 0 0 0,0 1 0 0 0,0 0 0 0 0,0 0 0 0 0,0-1-1 0 0,0 1 1 0 0,0 0 0 0 0,0 0 0 0 0,0 0 0 0 0,0 0 0 0 0,0 0 0 0 0,1 0 0 0 0,-1 0 0 0 0,0 1 0 0 0,0 0 0 0 0,-7 19 57 0 0,0-1 0 0 0,1 1 1 0 0,1 1-1 0 0,1-1 1 0 0,1 1-1 0 0,1 0 0 0 0,0 35 1 0 0,2-40-230 0 0,1 0 0 0 0,1 1 0 0 0,1-1 0 0 0,1 0 0 0 0,0 0 0 0 0,1 0 0 0 0,1 0 0 0 0,0-1 1 0 0,1 1-1 0 0,13 23 0 0 0,-15-34-155 0 0,1 0 1 0 0,-1 0 0 0 0,1-1-1 0 0,0 1 1 0 0,0-1 0 0 0,0 0-1 0 0,13 8 1 0 0,-14-10-271 0 0,0-1-1 0 0,1 1 1 0 0,-1-1 0 0 0,0-1-1 0 0,1 1 1 0 0,0 0-1 0 0,-1-1 1 0 0,9 1 0 0 0,17 2-3560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3.5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158 231 3356 0 0,'0'0'1205'0'0,"0"-5"-100"0"0,-1 0-600 0 0,1-1 0 0 0,-2 1 0 0 0,1 0 0 0 0,0-1 0 0 0,-5-8-1 0 0,4 11 31 0 0,-2 1-61 0 0,-12-3-48 0 0,11 3-30 0 0,1 4-40 0 0,-3 0-252 0 0,1 0-1 0 0,0 0 0 0 0,0 0 0 0 0,0 1 0 0 0,0 0 1 0 0,1 1-1 0 0,-1-1 0 0 0,1 1 0 0 0,0 0 1 0 0,0 0-1 0 0,-5 6 0 0 0,5-5-78 0 0,1 1 0 0 0,0 0-1 0 0,0-1 1 0 0,0 2 0 0 0,1-1 0 0 0,0 0-1 0 0,0 0 1 0 0,0 1 0 0 0,1 0 0 0 0,0-1-1 0 0,0 1 1 0 0,1 0 0 0 0,0 0 0 0 0,0 0-1 0 0,0 0 1 0 0,2 12 0 0 0,-1-14-63 0 0,3-2-2 0 0,-1 0 18 0 0,0 0 0 0 0,1-1 1 0 0,0 1-1 0 0,0-1 0 0 0,0 0 1 0 0,0 0-1 0 0,0 0 0 0 0,0 0 1 0 0,0 0-1 0 0,1-1 0 0 0,-1 1 1 0 0,1-1-1 0 0,-1 0 0 0 0,1 0 1 0 0,7 1-1 0 0,-7-2 3 0 0,1-1 9 0 0,7-3 82 0 0,0 0 1 0 0,0 0-1 0 0,-1-1 1 0 0,0-1-1 0 0,15-9 0 0 0,-23 13 60 0 0,9-2 105 0 0,-11 4-221 0 0,-1-1 0 0 0,0 1 0 0 0,1 0 0 0 0,-1 0 0 0 0,1 0 0 0 0,-1-1 0 0 0,0 1 0 0 0,1 0 0 0 0,-1 0 0 0 0,1 0 0 0 0,-1 0 0 0 0,1 0 0 0 0,-1 0 0 0 0,0 0 0 0 0,1 0 0 0 0,-1 0 0 0 0,1 0 0 0 0,-1 0 0 0 0,1 0 0 0 0,-1 0 0 0 0,1 0 0 0 0,-1 0 0 0 0,0 0 0 0 0,1 0 0 0 0,-1 1 0 0 0,1-1 0 0 0,-1 0 0 0 0,0 0 0 0 0,1 1 0 0 0,-1-1 0 0 0,1 0 0 0 0,-1 0 0 0 0,0 1 0 0 0,1-1 0 0 0,-1 0 0 0 0,0 1 0 0 0,0-1 0 0 0,1 0 0 0 0,-1 1 0 0 0,2 1 82 0 0,-1 3-80 0 0,0 12-22 0 0,-1-13-40 0 0,1 0-50 0 0,-1-3 42 0 0,1 1 1 0 0,0 0-1 0 0,0 0 0 0 0,0-1 0 0 0,0 1 0 0 0,0-1 0 0 0,0 1 1 0 0,0-1-1 0 0,0 1 0 0 0,0-1 0 0 0,1 1 0 0 0,-1-1 1 0 0,1 0-1 0 0,-1 0 0 0 0,1 0 0 0 0,-1 0 0 0 0,3 1 0 0 0,-1 0-204 0 0,2-3-5 0 0,3 0 195 0 0,-1-1-1 0 0,1 0 1 0 0,-1 0-1 0 0,1-1 1 0 0,-1 0 0 0 0,0 0-1 0 0,0-1 1 0 0,0 0-1 0 0,-1 0 1 0 0,1 0 0 0 0,-1-1-1 0 0,0 0 1 0 0,0 0-1 0 0,-1-1 1 0 0,1 0 0 0 0,-1 0-1 0 0,0 0 1 0 0,4-8-1 0 0,3-3 148 0 0,-2-1 0 0 0,0 0 1 0 0,-1 0-1 0 0,0-1 0 0 0,-2-1 0 0 0,6-20 0 0 0,-8 19 259 0 0,-1 0-1 0 0,0 1 1 0 0,-2-1 0 0 0,-1 0 0 0 0,-1-30-1 0 0,-1 46 537 0 0,0 5-858 0 0,-1 1 0 0 0,1-1 0 0 0,-1 1 0 0 0,1-1 0 0 0,0 1 0 0 0,-1-1 0 0 0,1 1 0 0 0,0 0 0 0 0,-1-1 0 0 0,1 1 0 0 0,0 0 0 0 0,-2 2 0 0 0,0-1 24 0 0,2-2-32 0 0,0 1 0 0 0,0-1 0 0 0,0 1-1 0 0,1 0 1 0 0,-1 0 0 0 0,0 0 0 0 0,0-1 0 0 0,0 1-1 0 0,1 0 1 0 0,-1 0 0 0 0,0 0 0 0 0,1 0-1 0 0,-1 0 1 0 0,1 0 0 0 0,-1 0 0 0 0,1 0 0 0 0,0 1-1 0 0,-1-1 1 0 0,1 0 0 0 0,0 0 0 0 0,-1 2-1 0 0,1-2 17 0 0,-6 14 34 0 0,1 0-1 0 0,1 1 1 0 0,0-1-1 0 0,1 1 1 0 0,1 0-1 0 0,-2 27 1 0 0,3-25-35 0 0,1 10-25 0 0,5-7-103 0 0,-4-14-175 0 0,0 0-1 0 0,1 0 1 0 0,0 0 0 0 0,0 0 0 0 0,1 0-1 0 0,0 0 1 0 0,0-1 0 0 0,0 1 0 0 0,1-1 0 0 0,8 10-1 0 0,-10-13-478 0 0,16 4-1456 0 0,-14-6 606 0 0,0-2-1136 0 0,15-5-1967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3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48 3960 0 0,'-4'0'1462'0'0,"-18"0"4675"0"0,26-2-6059 0 0,7-4-183 0 0,1 1 0 0 0,0 0 0 0 0,1 1 0 0 0,-1 1 0 0 0,22-4 0 0 0,68-7-2676 0 0,-92 13 2113 0 0,27 1-2936 0 0,-31 0-310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4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 77 3708 0 0,'0'-4'1330'0'0,"-1"-14"-198"0"0,0 14-225 0 0,0 0-122 0 0,-7-12-103 0 0,6 12-139 0 0,-1 1-60 0 0,-10-9 5 0 0,10 9-96 0 0,-1 2-92 0 0,-11-5-48 0 0,11 5-25 0 0,-1 1-27 0 0,1 1-153 0 0,0 0 1 0 0,0 0-1 0 0,-1 1 0 0 0,1-1 1 0 0,0 1-1 0 0,0 0 0 0 0,1 0 0 0 0,-1 0 1 0 0,0 0-1 0 0,1 1 0 0 0,-1-1 1 0 0,1 1-1 0 0,0 0 0 0 0,-4 4 0 0 0,1 0-29 0 0,1 1-1 0 0,-1 1 1 0 0,1-1-1 0 0,1 1 0 0 0,0 0 1 0 0,0 0-1 0 0,1 0 1 0 0,0 1-1 0 0,0-1 0 0 0,1 1 1 0 0,-1 11-1 0 0,2-17-43 0 0,1 1-25 0 0,1 13-24 0 0,0-13-19 0 0,0-2 26 0 0,1-1 52 0 0,-1 0 0 0 0,0 0 0 0 0,1-1 0 0 0,-1 1 0 0 0,1 0 0 0 0,-1-1 0 0 0,1 1 0 0 0,0-1 0 0 0,0 1 0 0 0,0-1 0 0 0,0 0 0 0 0,0 0 0 0 0,3 2 0 0 0,-1-2-14 0 0,14-6-20 0 0,-11 3 85 0 0,-1-1 1 0 0,1 0-1 0 0,-1-1 1 0 0,0 1-1 0 0,1-1 0 0 0,-2-1 1 0 0,1 1-1 0 0,0-1 0 0 0,-1 0 1 0 0,0 0-1 0 0,0-1 1 0 0,5-7-1 0 0,-1 2 96 0 0,-7 9-15 0 0,-1 1-94 0 0,-1 0-1 0 0,1 0 0 0 0,-1 0 0 0 0,1 0 1 0 0,-1 1-1 0 0,1-1 0 0 0,-1 0 0 0 0,1 1 1 0 0,0-1-1 0 0,0 0 0 0 0,-1 1 0 0 0,1-1 1 0 0,0 1-1 0 0,0-1 0 0 0,0 1 1 0 0,3-2 1417 0 0,-5 22-1258 0 0,0-15-9 0 0,1 0-33 0 0,0 1-163 0 0,0 0 1 0 0,1-1-1 0 0,-1 1 1 0 0,1 0-1 0 0,0 0 1 0 0,0-1-1 0 0,1 1 0 0 0,0-1 1 0 0,0 0-1 0 0,0 1 1 0 0,0-1-1 0 0,1 0 1 0 0,6 8-1 0 0,-7-11-247 0 0,0-1 0 0 0,0 1-1 0 0,0-1 1 0 0,1 0 0 0 0,-1 1 0 0 0,1-1 0 0 0,-1 0-1 0 0,1 0 1 0 0,0-1 0 0 0,-1 1 0 0 0,1 0 0 0 0,0-1-1 0 0,-1 0 1 0 0,1 0 0 0 0,0 1 0 0 0,-1-1 0 0 0,1-1 0 0 0,0 1-1 0 0,4-1 1 0 0,21-3-3019 0 0,-3-2-2334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4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4020 0 0,'0'0'9175'0'0,"2"3"-8727"0"0,0 2-353 0 0,0 1 0 0 0,0-1 0 0 0,-1 1-1 0 0,0-1 1 0 0,0 1 0 0 0,0-1 0 0 0,-1 1 0 0 0,1 0 0 0 0,-1-1 0 0 0,-1 1 0 0 0,1 0 0 0 0,-2 6 0 0 0,0 1-41 0 0,1 0-1 0 0,0 0 1 0 0,3 25-1 0 0,13 30-1959 0 0,-14-65 1223 0 0,2-1-103 0 0,-1 0 373 0 0,0-1-1 0 0,0 0 0 0 0,0 0 0 0 0,0 0 1 0 0,0 0-1 0 0,1 0 0 0 0,-1-1 0 0 0,0 1 1 0 0,1-1-1 0 0,-1 1 0 0 0,0-1 1 0 0,1 0-1 0 0,-1 0 0 0 0,1 0 0 0 0,-1 0 1 0 0,0-1-1 0 0,3 0 0 0 0,1 0-3815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5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7 2540 0 0,'-3'-2'1334'0'0,"-1"1"-1073"0"0,0 0 1 0 0,0 0-1 0 0,0 1 0 0 0,0-1 0 0 0,0 1 0 0 0,0 0 0 0 0,-1 0 0 0 0,1 0 1 0 0,0 0-1 0 0,0 1 0 0 0,0 0 0 0 0,0 0 0 0 0,0 0 0 0 0,0 0 0 0 0,1 1 1 0 0,-1-1-1 0 0,-6 4 0 0 0,0 1-97 0 0,0 0 1 0 0,0 0-1 0 0,1 1 0 0 0,0 0 1 0 0,-12 13-1 0 0,19-18-89 0 0,0 1-9 0 0,2-2-58 0 0,-1-1 1 0 0,1 1-1 0 0,-1-1 0 0 0,1 1 1 0 0,-1-1-1 0 0,1 1 0 0 0,-1 0 0 0 0,1-1 1 0 0,0 1-1 0 0,-1-1 0 0 0,1 1 0 0 0,0 0 1 0 0,0-1-1 0 0,0 1 0 0 0,-1 0 1 0 0,1 0-1 0 0,0-1 0 0 0,0 1 0 0 0,0 0 1 0 0,0-1-1 0 0,0 1 0 0 0,0 0 0 0 0,0 0 1 0 0,1 0-1 0 0,6 12 20 0 0,0-10 9 0 0,7-4 253 0 0,0 0 1 0 0,0-1-1 0 0,-1-1 0 0 0,1 0 1 0 0,-1-1-1 0 0,1-1 1 0 0,-1 0-1 0 0,0 0 1 0 0,-1-1-1 0 0,1-1 1 0 0,11-9-1 0 0,-21 14 184 0 0,-3 1-456 0 0,0 1 0 0 0,0 0 1 0 0,1-1-1 0 0,-1 1 1 0 0,0 0-1 0 0,0-1 0 0 0,0 1 1 0 0,0 0-1 0 0,0-1 1 0 0,1 1-1 0 0,-1 0 1 0 0,0-1-1 0 0,0 1 0 0 0,1 0 1 0 0,-1-1-1 0 0,0 1 1 0 0,0 0-1 0 0,1 0 0 0 0,-1-1 1 0 0,0 1-1 0 0,1 0 1 0 0,-1 0-1 0 0,0 0 0 0 0,1-1 1 0 0,-1 1-1 0 0,1 0 1 0 0,-1 0 5 0 0,1 0-1 0 0,-1 0 1 0 0,1-1 0 0 0,-1 1 0 0 0,0 0 0 0 0,1 0 0 0 0,-1-1 0 0 0,1 1-1 0 0,-1 0 1 0 0,0-1 0 0 0,1 1 0 0 0,-1 0 0 0 0,0-1 0 0 0,1 1 0 0 0,-1 0-1 0 0,0-1 1 0 0,0 1 0 0 0,1-1 0 0 0,-1 1 0 0 0,0 0 0 0 0,0-1 0 0 0,0 1-1 0 0,0-1 1 0 0,0 1 0 0 0,1-1 0 0 0,-1 1 0 0 0,0-1 0 0 0,0 1 0 0 0,0-1-1 0 0,0 1 1 0 0,0 0 0 0 0,0-1 0 0 0,0 1 0 0 0,-1-2 0 0 0,-2-17-106 0 0,-3 21-559 0 0,1-1 376 0 0,0 1-1 0 0,0 0 1 0 0,0 1 0 0 0,0-1-1 0 0,0 1 1 0 0,-6 5 0 0 0,6-4-421 0 0,1 0 1 0 0,0 0-1 0 0,0 0 0 0 0,0 0 1 0 0,0 1-1 0 0,1 0 1 0 0,-5 8-1 0 0,6-9-1952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5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14 3628 0 0,'0'0'5249'0'0,"5"-1"-4423"0"0,12 1-125 0 0,-12-1 291 0 0,-1 8-496 0 0,-3-6-466 0 0,0-1-1 0 0,-1 0 1 0 0,1 1-1 0 0,-1-1 0 0 0,1 1 1 0 0,0-1-1 0 0,-1 1 1 0 0,1-1-1 0 0,-1 1 0 0 0,1-1 1 0 0,-1 1-1 0 0,1-1 1 0 0,-1 1-1 0 0,0 0 0 0 0,1-1 1 0 0,-1 1-1 0 0,0 0 1 0 0,0-1-1 0 0,1 2 0 0 0,7 41 304 0 0,-7-38-211 0 0,-1 0-18 0 0,-12 64 291 0 0,11-65-345 0 0,0-1 15 0 0,-1 0-1 0 0,1 0 1 0 0,-1 0 0 0 0,0 0 0 0 0,0-1 0 0 0,0 1-1 0 0,0-1 1 0 0,0 1 0 0 0,-1-1 0 0 0,-2 3 0 0 0,3-3 193 0 0,-3-3-170 0 0,-11-4-7 0 0,12 4-13 0 0,4 1-65 0 0,0-1-1 0 0,0 1 1 0 0,0-1 0 0 0,0 1-1 0 0,0-1 1 0 0,0 1 0 0 0,0 0-1 0 0,0-1 1 0 0,-1 1 0 0 0,1-1-1 0 0,0 1 1 0 0,0-1 0 0 0,0 1-1 0 0,0 0 1 0 0,-1-1 0 0 0,1 1-1 0 0,0-1 1 0 0,0 1 0 0 0,-1 0-1 0 0,1-1 1 0 0,0 1 0 0 0,-1 0-1 0 0,1 0 1 0 0,-1-1 0 0 0,0 0 1 0 0,0 1 0 0 0,1-1 1 0 0,-1 0-1 0 0,0 1 0 0 0,1-1 0 0 0,-1 0 0 0 0,1 1 1 0 0,-1-1-1 0 0,1 0 0 0 0,-1 0 0 0 0,1 1 1 0 0,0-1-1 0 0,-1 0 0 0 0,1 0 0 0 0,0 0 1 0 0,-1 0-1 0 0,1 1 0 0 0,0-2 0 0 0,-2-8-2 0 0,1 1-1 0 0,0 0 0 0 0,1 0 1 0 0,0-1-1 0 0,2-17 0 0 0,-1 23-1 0 0,0 0 1 0 0,-1 0-1 0 0,2 0 0 0 0,-1 0 0 0 0,0 0 0 0 0,1 0 1 0 0,-1 0-1 0 0,1 0 0 0 0,0 1 0 0 0,1-1 0 0 0,-1 1 1 0 0,1-1-1 0 0,-1 1 0 0 0,1 0 0 0 0,0 0 0 0 0,6-5 1 0 0,-5 6 3 0 0,0 0 1 0 0,0-1 0 0 0,0 2-1 0 0,0-1 1 0 0,0 0-1 0 0,0 1 1 0 0,1 0 0 0 0,-1 0-1 0 0,0 0 1 0 0,1 0-1 0 0,-1 1 1 0 0,1 0 0 0 0,-1 0-1 0 0,1 0 1 0 0,-1 0-1 0 0,1 1 1 0 0,-1 0 0 0 0,0-1-1 0 0,1 2 1 0 0,-1-1-1 0 0,0 0 1 0 0,0 1 0 0 0,1 0-1 0 0,-1 0 1 0 0,-1 0-1 0 0,1 1 1 0 0,0-1 0 0 0,-1 1-1 0 0,1 0 1 0 0,-1 0-1 0 0,5 5 1 0 0,-4-3-94 0 0,1 0-1 0 0,-1 0 1 0 0,0 1-1 0 0,0 0 1 0 0,0 0-1 0 0,-1 0 1 0 0,0 0 0 0 0,0 0-1 0 0,-1 1 1 0 0,0-1-1 0 0,0 1 1 0 0,0 0-1 0 0,-1 0 1 0 0,0 0-1 0 0,0-1 1 0 0,-1 1 0 0 0,1 0-1 0 0,-2 0 1 0 0,0 10-1 0 0,-3 23-1910 0 0,4-36 1216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5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58 3700 0 0,'1'-4'1570'0'0,"6"-36"2186"0"0,-6 36-2176 0 0,-1 1-1007 0 0,2-3 784 0 0,-1 6-399 0 0,3 17 34 0 0,3 46-832 0 0,-4-35 89 0 0,20 196-920 0 0,-23-219 72 0 0,3 14-1082 0 0,-3-15 409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6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88 4456 0 0,'0'0'1563'0'0,"-2"-3"-247"0"0,-9-9 2215 0 0,12 8-3170 0 0,-1 2-328 0 0,1 1-1 0 0,-1-1 0 0 0,0 1 1 0 0,1-1-1 0 0,-1 1 1 0 0,1-1-1 0 0,0 1 1 0 0,-1-1-1 0 0,1 1 1 0 0,0 0-1 0 0,0-1 1 0 0,0 1-1 0 0,0 0 1 0 0,0 0-1 0 0,0 0 1 0 0,0 0-1 0 0,1 0 1 0 0,-1 0-1 0 0,0 0 1 0 0,1 0-1 0 0,-1 0 1 0 0,0 1-1 0 0,1-1 1 0 0,-1 0-1 0 0,1 1 1 0 0,-1-1-1 0 0,1 1 1 0 0,2-1-1 0 0,20-6-89 0 0,0 2 0 0 0,0 0 0 0 0,0 2-1 0 0,42-1 1 0 0,-65 4 64 0 0,0 0 0 0 0,0 0 0 0 0,1 0-1 0 0,-1 0 1 0 0,0 0 0 0 0,0 1 0 0 0,0-1 0 0 0,0 0 0 0 0,0 1-1 0 0,0-1 1 0 0,0 1 0 0 0,0-1 0 0 0,0 1 0 0 0,-1 0 0 0 0,1-1-1 0 0,0 1 1 0 0,0 0 0 0 0,0 0 0 0 0,-1-1 0 0 0,1 1 0 0 0,0 0-1 0 0,-1 0 1 0 0,1 0 0 0 0,-1 0 0 0 0,1 0 0 0 0,-1 0 0 0 0,1 0-1 0 0,-1 0 1 0 0,0 0 0 0 0,1 0 0 0 0,-1 0 0 0 0,0 1 0 0 0,0-1-36 0 0,1 3-51 0 0,-5 16 180 0 0,3-15-84 0 0,-3 14-39 0 0,3 5-121 0 0,1-18 163 0 0,0-1 56 0 0,1 0-22 0 0,0 3-22 0 0,1 0-1 0 0,0-1 1 0 0,0 1 0 0 0,1-1 0 0 0,0 1 0 0 0,4 7 0 0 0,-5-11-2 0 0,19 8 43 0 0,-17-12-61 0 0,14 2 9 0 0,-14-2 37 0 0,1-1 0 0 0,0 0 0 0 0,0 0 0 0 0,-1-1 0 0 0,1 1 0 0 0,-1-1 0 0 0,1 0 0 0 0,-1 0 1 0 0,0 0-1 0 0,0-1 0 0 0,0 0 0 0 0,0 0 0 0 0,0 0 0 0 0,0 0 0 0 0,-1 0 0 0 0,0-1 0 0 0,0 1 0 0 0,0-1 0 0 0,0 0 0 0 0,0 0 0 0 0,-1 0 1 0 0,3-5-1 0 0,-2 4-14 0 0,3-17 140 0 0,-3-13-178 0 0,-5 28-58 0 0,0 1-3 0 0,1 3-72 0 0,0 0 1 0 0,0-1 0 0 0,0 1-1 0 0,-1 0 1 0 0,1 0 0 0 0,-1 0-1 0 0,0 1 1 0 0,1-1 0 0 0,-1 0-1 0 0,-1 1 1 0 0,1-1 0 0 0,0 1-1 0 0,-1 0 1 0 0,1-1 0 0 0,-4-1-1 0 0,3 2-15 0 0,2 1-15 0 0,-1-1-1 0 0,1 1 0 0 0,0 0 0 0 0,-1 0 0 0 0,0 0 0 0 0,1 0 0 0 0,-1 0 0 0 0,1 1 0 0 0,-1-1 0 0 0,0 0 1 0 0,0 1-1 0 0,1-1 0 0 0,-1 1 0 0 0,-2-1 0 0 0,-2 0-476 0 0,-7-1-2549 0 0,-29 2-2272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8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3184 0 0,'0'0'4131'0'0,"2"-3"-3554"0"0,-2 3-547 0 0,0-1 0 0 0,0 0 0 0 0,0 1 0 0 0,1-1 0 0 0,-1 1 1 0 0,0-1-1 0 0,0 1 0 0 0,1-1 0 0 0,-1 1 0 0 0,1-1 0 0 0,-1 1 0 0 0,0-1 0 0 0,1 1 0 0 0,-1-1 0 0 0,1 1 0 0 0,-1 0 1 0 0,1-1-1 0 0,-1 1 0 0 0,1 0 0 0 0,-1-1 0 0 0,1 1 0 0 0,0 0 0 0 0,-1 0 0 0 0,1 0 0 0 0,-1-1 0 0 0,1 1 0 0 0,0 0 1 0 0,-1 0-1 0 0,1 0 0 0 0,-1 0 0 0 0,1 0 0 0 0,0 0 0 0 0,-1 0 0 0 0,1 0 0 0 0,0 1 0 0 0,2 0 33 0 0,-1 0 0 0 0,0 0 1 0 0,0 1-1 0 0,0-1 0 0 0,0 0 0 0 0,0 1 0 0 0,0 0 0 0 0,0-1 0 0 0,2 4 0 0 0,32 49 414 0 0,-35-52-464 0 0,4 7 33 0 0,0 1-1 0 0,0-1 0 0 0,-1 1 1 0 0,0 1-1 0 0,-1-1 0 0 0,3 16 0 0 0,0-1 62 0 0,-3 3 102 0 0,-2-24-101 0 0,-1 1-15 0 0,-1 16 23 0 0,0-15 26 0 0,0-2 30 0 0,-4 12 64 0 0,4-12 263 0 0,-1-1-248 0 0,2-3-227 0 0,-1 1 0 0 0,1-1 0 0 0,-1 1-1 0 0,1-1 1 0 0,-1 1 0 0 0,1-1 0 0 0,-1 1 0 0 0,1-1 0 0 0,-1 1 0 0 0,0-1 0 0 0,1 0 0 0 0,-1 1 0 0 0,1-1 0 0 0,-1 0 0 0 0,0 0 0 0 0,1 1 0 0 0,-1-1-1 0 0,0 0 1 0 0,0 0 0 0 0,1 0 0 0 0,-1 0 0 0 0,0 0 0 0 0,1 0 0 0 0,-1 0 0 0 0,0 0 0 0 0,1 0 0 0 0,-1 0 0 0 0,0 0 0 0 0,0-1 0 0 0,1 1-1 0 0,-1 0 1 0 0,0 0 0 0 0,1-1 0 0 0,-1 1 0 0 0,1 0 0 0 0,-1-1 0 0 0,0 1 0 0 0,1-1 0 0 0,-1 1 0 0 0,1 0 0 0 0,-1-1 0 0 0,0 0 0 0 0,-2-2 49 0 0,2-2-5 0 0,-1-7-47 0 0,0-1 1 0 0,1 0-1 0 0,0 0 0 0 0,1 0 1 0 0,0 0-1 0 0,1 1 0 0 0,1-1 1 0 0,0 0-1 0 0,6-18 0 0 0,-6 26-34 0 0,0 0 0 0 0,0 0-1 0 0,0 0 1 0 0,1 0 0 0 0,0 0 0 0 0,0 1-1 0 0,6-8 1 0 0,-5 6 3 0 0,-1 4 9 0 0,-1-1 0 0 0,1 1 0 0 0,-1 0 0 0 0,1 0 0 0 0,0 0 0 0 0,0 0 0 0 0,0 0 0 0 0,0 1 0 0 0,0-1 1 0 0,0 1-1 0 0,0 0 0 0 0,6-2 0 0 0,-6 3 3 0 0,0-1 0 0 0,1 0 0 0 0,0 0 1 0 0,-1 1-1 0 0,1-1 0 0 0,0 1 0 0 0,-1 0 0 0 0,1 0 0 0 0,0 0 0 0 0,-1 1 0 0 0,1 0 0 0 0,0-1 1 0 0,6 3-1 0 0,-7-2-4 0 0,2 1-1 0 0,1-1 0 0 0,-1 1 0 0 0,0 1 0 0 0,0-1 0 0 0,0 1-1 0 0,0-1 1 0 0,-1 1 0 0 0,1 1 0 0 0,-1-1 0 0 0,1 1 0 0 0,-1-1 0 0 0,0 1-1 0 0,3 5 1 0 0,1 1-100 0 0,-1 0-1 0 0,-1 0 1 0 0,0 0-1 0 0,6 13 1 0 0,-10-17-55 0 0,0-1 1 0 0,-1 0-1 0 0,1 1 0 0 0,-1-1 1 0 0,1 7-1 0 0,-1-2-196 0 0,0-6-216 0 0,-1 0-148 0 0,1 1 335 0 0,0 2 13 0 0,0 5-5019 0 0,2 6 1091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9.4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46 3512 0 0,'0'0'6909'0'0,"-2"4"-6716"0"0,0 1-153 0 0,0 1 0 0 0,1 0 1 0 0,0 0-1 0 0,0 0 0 0 0,0 0 1 0 0,0 0-1 0 0,1-1 1 0 0,0 1-1 0 0,0 0 0 0 0,1 0 1 0 0,0 0-1 0 0,0 0 0 0 0,3 10 1 0 0,-1-4-34 0 0,1 0 0 0 0,0-1 1 0 0,0 0-1 0 0,1 1 0 0 0,1-2 0 0 0,9 16 1 0 0,-10-18 35 0 0,9 1 0 0 0,2-3 29 0 0,-14-5-66 0 0,1-1 0 0 0,0 0-1 0 0,-1 1 1 0 0,1-1-1 0 0,0 0 1 0 0,-1 0-1 0 0,1 0 1 0 0,0-1 0 0 0,-1 1-1 0 0,1-1 1 0 0,0 1-1 0 0,-1-1 1 0 0,1 0-1 0 0,-1 0 1 0 0,1 0 0 0 0,-1 0-1 0 0,4-3 1 0 0,-4 3-7 0 0,1-1 11 0 0,0 0-1 0 0,0 0 0 0 0,0 0 1 0 0,0-1-1 0 0,0 1 0 0 0,0-1 1 0 0,-1 1-1 0 0,1-1 0 0 0,-1 0 1 0 0,0 0-1 0 0,0 0 0 0 0,0 0 0 0 0,0-1 1 0 0,0 1-1 0 0,-1-1 0 0 0,1 1 1 0 0,1-7-1 0 0,-1-2 73 0 0,1 0 0 0 0,-1-1 0 0 0,0-17 0 0 0,-2 22 22 0 0,1 4 17 0 0,-1 0-8 0 0,0-12-11 0 0,0 12 117 0 0,-1 0-135 0 0,-2-8 139 0 0,2 19 300 0 0,4 32-29 0 0,-2-33-484 0 0,1 4 40 0 0,0 0 1 0 0,1-1 0 0 0,6 15-1 0 0,6 11-64 0 0,-12-29-18 0 0,6 6-250 0 0,13 15-971 0 0,-20-24 751 0 0,1-1-3 0 0,0-1 210 0 0,-1 0-1 0 0,1 0 0 0 0,0 0 1 0 0,-1 0-1 0 0,1 0 1 0 0,0 0-1 0 0,-1 0 1 0 0,1-1-1 0 0,0 0 1 0 0,0 1-1 0 0,4-1 1 0 0,-3-1-416 0 0,4-17-624 0 0,2-3 551 0 0,-2-31 1120 0 0,-1 8 805 0 0,-6 40-798 0 0,-1 0-7 0 0,13-41 2098 0 0,-6 50-2200 0 0,-6-5-216 0 0,-1 0 1 0 0,1 0-1 0 0,0 1 0 0 0,0-1 0 0 0,0 0 0 0 0,-1 1 0 0 0,1-1 0 0 0,0 0 0 0 0,0 1 0 0 0,-1-1 0 0 0,1 1 0 0 0,0-1 0 0 0,-1 1 0 0 0,1-1 0 0 0,0 1 1 0 0,-1-1-1 0 0,1 1 0 0 0,-1 0 0 0 0,1-1 0 0 0,0 2 0 0 0,27 74 511 0 0,-27-73-483 0 0,3 17 59 0 0,-3-16-30 0 0,5 13 2179 0 0,13-87-2247 0 0,5 11 1 0 0,-22 56-96 0 0,0 1 72 0 0,-1 0 1 0 0,1 0 0 0 0,0 1-1 0 0,0-1 1 0 0,0 1 0 0 0,0-1 0 0 0,0 1-1 0 0,0 0 1 0 0,0-1 0 0 0,0 1-1 0 0,0 0 1 0 0,0 1 0 0 0,1-1-1 0 0,4-1 1 0 0,-4 1 23 0 0,1 2 3 0 0,1-1-13 0 0,0 1-1 0 0,0 0 1 0 0,0 0 0 0 0,0 0-1 0 0,-1 1 1 0 0,1-1 0 0 0,-1 1-1 0 0,1 0 1 0 0,-1 1 0 0 0,1-1-1 0 0,-1 1 1 0 0,0 0 0 0 0,0 0-1 0 0,-1 0 1 0 0,1 1 0 0 0,0-1-1 0 0,2 5 1 0 0,-4-5-21 0 0,0 1 7 0 0,5 12 10 0 0,-5-12-53 0 0,2 19-20 0 0,-6-16 146 0 0,2-6-50 0 0,0-1 1 0 0,0 0-1 0 0,0 1 0 0 0,0-1 1 0 0,0 1-1 0 0,0-1 0 0 0,0 1 1 0 0,0-1-1 0 0,0 1 0 0 0,0-1 1 0 0,0 0-1 0 0,0 1 0 0 0,-1-1 1 0 0,1 1-1 0 0,0-1 0 0 0,0 0 1 0 0,0 1-1 0 0,-1-1 0 0 0,1 1 1 0 0,0-1-1 0 0,0 0 0 0 0,-1 1 1 0 0,1-1-1 0 0,0 0 0 0 0,-1 1 1 0 0,1-1-1 0 0,0 0 0 0 0,-1 0 1 0 0,1 1-1 0 0,0-1 0 0 0,-1 0 1 0 0,1 0-1 0 0,-1 0 0 0 0,0 1 1 0 0,0-1-13 0 0,0-1 0 0 0,0 1 0 0 0,0 0 0 0 0,0-1 0 0 0,0 1 0 0 0,0-1 0 0 0,0 1 0 0 0,0-1 0 0 0,0 1 0 0 0,0-1 0 0 0,0 0 0 0 0,0 1 0 0 0,0-1 0 0 0,0 0 0 0 0,1 0 0 0 0,-1 0 0 0 0,0 0 0 0 0,1 0 0 0 0,-1 0 0 0 0,0 0 0 0 0,0-1 0 0 0,0-1 2 0 0,1 0 1 0 0,-1 0-1 0 0,1 0 0 0 0,0 0 1 0 0,0 0-1 0 0,0 0 1 0 0,0 0-1 0 0,0 0 0 0 0,0 0 1 0 0,2-5-1 0 0,1-3-10 0 0,0 1 0 0 0,0 0 0 0 0,1 0 0 0 0,0 0 0 0 0,0 0 0 0 0,11-15 0 0 0,11-3-24 0 0,-22 26 24 0 0,-1 0 13 0 0,19-3-48 0 0,-18 4 36 0 0,1 3-4 0 0,-1-2 4 0 0,-3 0 2 0 0,0 1 1 0 0,1-1-1 0 0,-1 0 0 0 0,0 0 1 0 0,0 1-1 0 0,1-1 1 0 0,-1 1-1 0 0,0-1 1 0 0,0 1-1 0 0,0-1 0 0 0,0 1 1 0 0,0 0-1 0 0,1 0 1 0 0,-1-1-1 0 0,0 1 0 0 0,1 2 1 0 0,3 1 6 0 0,0 0 0 0 0,0 1 0 0 0,0 0 0 0 0,-1 0 0 0 0,0 0-1 0 0,0 0 1 0 0,0 1 0 0 0,0 0 0 0 0,-1 0 0 0 0,0 0 0 0 0,0 0 0 0 0,-1 0 0 0 0,0 0 0 0 0,0 1 0 0 0,2 9 0 0 0,5 57-575 0 0,-9-67 14 0 0,0-2-1017 0 0,0 7 804 0 0,0-2-4441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19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1 147 2264 0 0,'0'0'5217'0'0,"3"1"-4947"0"0,37 8 748 0 0,-35-8-852 0 0,0-1-31 0 0,11-2 35 0 0,1 0 0 0 0,-1-1-1 0 0,27-9 1 0 0,-37 10-118 0 0,0 0 1 0 0,1-1-1 0 0,-1 0 0 0 0,0 0 0 0 0,-1-1 1 0 0,1 1-1 0 0,0-1 0 0 0,-1-1 1 0 0,0 1-1 0 0,0-1 0 0 0,0 0 1 0 0,4-5-1 0 0,-7 7-19 0 0,2-20 4 0 0,-3 19-6 0 0,-2-1 3 0 0,-1 1-19 0 0,1 0 1 0 0,-1 0-1 0 0,0 1 0 0 0,-1-1 1 0 0,1 0-1 0 0,-1 1 1 0 0,1-1-1 0 0,-1 1 1 0 0,0 0-1 0 0,-1 0 1 0 0,-5-5-1 0 0,6 7 61 0 0,-2 0 12 0 0,0 0-42 0 0,1 1-1 0 0,-1 0 1 0 0,1 0 0 0 0,-1 0-1 0 0,1 1 1 0 0,-1-1 0 0 0,1 1-1 0 0,0 0 1 0 0,-1 1 0 0 0,1-1-1 0 0,0 1 1 0 0,0-1 0 0 0,0 1-1 0 0,0 0 1 0 0,0 1 0 0 0,0-1-1 0 0,0 1 1 0 0,1 0 0 0 0,-1 0-1 0 0,1 0 1 0 0,-5 6 0 0 0,4-5-21 0 0,0 1 1 0 0,1 0-1 0 0,-1-1 1 0 0,1 1-1 0 0,0 0 1 0 0,1 1-1 0 0,-1-1 1 0 0,1 0-1 0 0,0 1 0 0 0,1-1 1 0 0,-1 1-1 0 0,1 0 1 0 0,0 0-1 0 0,0-1 1 0 0,1 1-1 0 0,-1 0 1 0 0,2 0-1 0 0,-1 0 1 0 0,0-1-1 0 0,1 1 1 0 0,0 0-1 0 0,1 0 1 0 0,-1-1-1 0 0,1 1 1 0 0,0-1-1 0 0,0 1 1 0 0,1-1-1 0 0,4 8 0 0 0,-2-8-78 0 0,-1 1 0 0 0,1-1 0 0 0,0 0 0 0 0,0 0 0 0 0,0-1 0 0 0,1 0 0 0 0,0 0-1 0 0,0 0 1 0 0,0 0 0 0 0,0-1 0 0 0,1 0 0 0 0,6 2 0 0 0,34 5-1344 0 0,-42-9 733 0 0,1-2-145 0 0,-3 1 663 0 0,1 0-302 0 0,0 0 1 0 0,0-1 0 0 0,0 1-1 0 0,0-1 1 0 0,-1 1 0 0 0,1-1-1 0 0,0 0 1 0 0,0-1 0 0 0,-1 1-1 0 0,1-1 1 0 0,5-3 0 0 0,3-5-3095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0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1672 0 0,'6'1'955'0'0,"2"1"-539"0"0,0-1 0 0 0,0 1 0 0 0,0 1 0 0 0,0 0 0 0 0,-1 0 0 0 0,1 0 0 0 0,-1 1 0 0 0,12 8 0 0 0,-12-8-220 0 0,-1 2-1 0 0,1-1 1 0 0,-1 1 0 0 0,-1 0 0 0 0,1 0 0 0 0,-1 1 0 0 0,0-1 0 0 0,0 1 0 0 0,-1 0 0 0 0,0 1 0 0 0,0-1 0 0 0,4 15-1 0 0,-7-19 66 0 0,0 2 15 0 0,-2 37 966 0 0,0-39-637 0 0,-1 0-322 0 0,0-1-112 0 0,1 0-1 0 0,-1 0 0 0 0,0 0 1 0 0,1 0-1 0 0,-1 0 0 0 0,0-1 1 0 0,0 1-1 0 0,-1-1 1 0 0,1 0-1 0 0,0 1 0 0 0,-3 0 1 0 0,2-1 367 0 0,3-6-420 0 0,0-3-120 0 0,0 0 0 0 0,1 0 0 0 0,0 0 0 0 0,1 0 0 0 0,0 1 0 0 0,0-1 0 0 0,0 0 0 0 0,1 1 0 0 0,0-1 0 0 0,1 1 0 0 0,0 0 0 0 0,0 0 0 0 0,0 0 0 0 0,1 1 0 0 0,0-1 0 0 0,7-7 0 0 0,1 0-958 0 0,0 1-1 0 0,19-15 1 0 0,27-11-6129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0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3648 0 0,'0'0'2563'0'0,"3"-2"-1565"0"0,11-6 2501 0 0,-12 10-3317 0 0,-1 1-137 0 0,0-1-1 0 0,0 1 0 0 0,0 0 1 0 0,0-1-1 0 0,-1 1 0 0 0,1 0 1 0 0,-1-1-1 0 0,0 1 0 0 0,0 0 1 0 0,0 0-1 0 0,0 4 0 0 0,-7 45 90 0 0,0-3-30 0 0,6 29-176 0 0,1-74-78 0 0,1 1-54 0 0,3 14-55 0 0,-3-14-95 0 0,1-2-99 0 0,-1-2 90 0 0,0 1 0 0 0,1-1-1 0 0,-1 1 1 0 0,0-1 0 0 0,1 0-1 0 0,-1 0 1 0 0,1 1 0 0 0,0-1-1 0 0,-1 0 1 0 0,1 0 0 0 0,0-1-1 0 0,-1 1 1 0 0,1 0 0 0 0,0-1-1 0 0,0 1 1 0 0,3 0 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0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2 2480 0 0,'0'0'1189'0'0,"-6"-1"-194"0"0,-1 1-737 0 0,-1 0 0 0 0,1 0 0 0 0,0 1 0 0 0,-1 0 0 0 0,1 0 1 0 0,0 1-1 0 0,0 0 0 0 0,-1 0 0 0 0,2 0 0 0 0,-9 5 0 0 0,7-2-96 0 0,0 1-1 0 0,1 0 0 0 0,0 0 1 0 0,-11 14-1 0 0,16-18-24 0 0,-3 16 93 0 0,4-14-130 0 0,2-2-82 0 0,-1-1 1 0 0,1 1 0 0 0,-1 0-1 0 0,1-1 1 0 0,0 1 0 0 0,0-1-1 0 0,0 1 1 0 0,0-1 0 0 0,0 0-1 0 0,0 1 1 0 0,0-1 0 0 0,0 0-1 0 0,0 0 1 0 0,1 0-1 0 0,-1 1 1 0 0,0-1 0 0 0,1-1-1 0 0,-1 1 1 0 0,1 0 0 0 0,-1 0-1 0 0,1 0 1 0 0,2 0 0 0 0,-2 0-43 0 0,2 0 22 0 0,1 0 22 0 0,2-1 40 0 0,0 1 0 0 0,0-1-1 0 0,-1-1 1 0 0,1 1 0 0 0,0-1-1 0 0,0 0 1 0 0,-1-1 0 0 0,1 1-1 0 0,0-2 1 0 0,8-3 0 0 0,38-35 997 0 0,-50 38-942 0 0,-2 0-29 0 0,-1 1-91 0 0,1 1 0 0 0,-1 0 0 0 0,1 0 0 0 0,-1 0 0 0 0,0 0 1 0 0,0-1-1 0 0,0 1 0 0 0,1 0 0 0 0,-1 0 0 0 0,0-1 0 0 0,-1 1 0 0 0,1 0 0 0 0,0 0 0 0 0,0 0 0 0 0,0-1 0 0 0,-1 1 0 0 0,1 0 1 0 0,-1 0-1 0 0,1 0 0 0 0,-1 0 0 0 0,1 0 0 0 0,-1 0 0 0 0,-1-2 0 0 0,0 1-372 0 0,-19-1-1448 0 0,19 3 1579 0 0,0 0 0 0 0,0 0 1 0 0,0 0-1 0 0,1 0 0 0 0,-1 0 1 0 0,0 0-1 0 0,0 0 0 0 0,1 0 1 0 0,-1 1-1 0 0,0-1 0 0 0,0 1 1 0 0,-1 0-1 0 0,-2 1-760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1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108 178 2548 0 0,'0'-4'1393'0'0,"-5"-27"1830"0"0,4 30-3185 0 0,1 0 0 0 0,0 0 1 0 0,0 1-1 0 0,0-1 0 0 0,-1 0 1 0 0,1 1-1 0 0,0-1 0 0 0,-1 0 1 0 0,1 1-1 0 0,0-1 0 0 0,-1 1 1 0 0,1-1-1 0 0,-1 0 0 0 0,1 1 1 0 0,-1-1-1 0 0,1 1 0 0 0,-1-1 1 0 0,1 1-1 0 0,-1 0 0 0 0,0-1 1 0 0,1 1-1 0 0,-1 0 0 0 0,0-1 1 0 0,1 1-1 0 0,-1 0 0 0 0,0 0 0 0 0,1-1 1 0 0,-1 1-1 0 0,0 0 0 0 0,0 0 1 0 0,1 0-1 0 0,-1 0 0 0 0,0 0 1 0 0,1 0-1 0 0,-1 0 0 0 0,0 0 1 0 0,0 0-1 0 0,1 0 0 0 0,-1 1 1 0 0,0-1-1 0 0,1 0 0 0 0,-1 0 1 0 0,0 1-1 0 0,1-1 0 0 0,-1 1 1 0 0,0-1-1 0 0,1 0 0 0 0,-1 1 1 0 0,1-1-1 0 0,-1 1 0 0 0,1-1 1 0 0,-2 2-1 0 0,-4 4 115 0 0,0 0 1 0 0,1 0 0 0 0,-1 1-1 0 0,1 0 1 0 0,0 0 0 0 0,1 0-1 0 0,0 0 1 0 0,0 1 0 0 0,-5 16-1 0 0,5-11-103 0 0,0-1-1 0 0,1 1 0 0 0,1 0 0 0 0,0 1 1 0 0,0 20-1 0 0,2-31-78 0 0,0 0 1 0 0,0 0-1 0 0,0 1 0 0 0,1-1 0 0 0,-1 0 0 0 0,1 0 1 0 0,0 0-1 0 0,0 0 0 0 0,1 0 0 0 0,-1 0 1 0 0,0 0-1 0 0,1 0 0 0 0,0 0 0 0 0,0-1 1 0 0,-1 1-1 0 0,2 0 0 0 0,-1-1 0 0 0,0 0 1 0 0,5 4-1 0 0,-3-3-117 0 0,0 0 0 0 0,1-1 0 0 0,-1 0 0 0 0,0 1-1 0 0,1-2 1 0 0,0 1 0 0 0,0 0 0 0 0,-1-1 0 0 0,1 0 0 0 0,0 0 0 0 0,7 0 0 0 0,9 0-492 0 0,0-1 0 0 0,-1-1 1 0 0,1-1-1 0 0,-1-1 0 0 0,0-1 0 0 0,33-10 0 0 0,-40 10 703 0 0,0-1 0 0 0,-1 0 0 0 0,0-1 0 0 0,0-1 0 0 0,0 0 0 0 0,-1 0 0 0 0,0-1 0 0 0,0-1-1 0 0,-1 0 1 0 0,0 0 0 0 0,13-16 0 0 0,-21 21 150 0 0,1-1-1 0 0,0 1 0 0 0,-1-1 1 0 0,0 0-1 0 0,0 0 1 0 0,0-1-1 0 0,1-4 1 0 0,-3 7-110 0 0,1-1 284 0 0,-1 0 3 0 0,-1-13-16 0 0,1 13 14 0 0,0 4-374 0 0,-1 0 1 0 0,1 0-1 0 0,0 0 0 0 0,-1 0 0 0 0,1 0 0 0 0,0 0 0 0 0,0 0 0 0 0,-1 0 0 0 0,1 0 0 0 0,0 0 0 0 0,0-1 0 0 0,-1 1 0 0 0,1 0 0 0 0,0 0 0 0 0,0 0 0 0 0,-1 0 0 0 0,1-1 0 0 0,0 1 1 0 0,0 0-1 0 0,0 0 0 0 0,0 0 0 0 0,-1-1 0 0 0,1 1 0 0 0,0 0 0 0 0,0 0 0 0 0,0-1 0 0 0,0 1 0 0 0,0 0 0 0 0,0 0 0 0 0,-1-1 0 0 0,1 1 0 0 0,0-1 0 0 0,0 1 14 0 0,0-1 0 0 0,0 0 0 0 0,-1 1 0 0 0,1-1 0 0 0,0 1-1 0 0,-1-1 1 0 0,1 0 0 0 0,0 1 0 0 0,-1-1 0 0 0,1 1 0 0 0,-1-1-1 0 0,1 1 1 0 0,-1-1 0 0 0,1 1 0 0 0,-1-1 0 0 0,1 1 0 0 0,-1 0-1 0 0,1-1 1 0 0,-1 1 0 0 0,0 0 0 0 0,1 0 0 0 0,-1-1 0 0 0,-1 1 0 0 0,-13-5 214 0 0,11 4-8 0 0,-1 3-29 0 0,-2-1-148 0 0,1 2 0 0 0,-1-1 0 0 0,1 1 0 0 0,-1 0 0 0 0,1 1 0 0 0,0-1 0 0 0,0 1 0 0 0,1 0 0 0 0,-1 1 0 0 0,-9 9 0 0 0,10-8-25 0 0,0-1-9 0 0,0 1 0 0 0,1 0 0 0 0,0 0 0 0 0,0 0 0 0 0,-5 11 0 0 0,-4 27 23 0 0,15-27-18 0 0,0-11-54 0 0,-2-4 8 0 0,1 0 0 0 0,-1 0 0 0 0,1-1 0 0 0,-1 1 0 0 0,1 0 0 0 0,0-1 0 0 0,-1 1 0 0 0,1 0 0 0 0,0-1 0 0 0,0 1 0 0 0,1-1-1 0 0,-1 0 1 0 0,0 1 0 0 0,0-1 0 0 0,1 0 0 0 0,-1 0 0 0 0,0 1 0 0 0,4 0 0 0 0,-3 0 1 0 0,0 0-115 0 0,3-1 63 0 0,13 4 24 0 0,-13-3 18 0 0,0-3 2 0 0,1 1 28 0 0,0-1 17 0 0,0 1 0 0 0,0-1 0 0 0,0 0 0 0 0,-1-1 0 0 0,1 1 1 0 0,0-1-1 0 0,0 0 0 0 0,-1 0 0 0 0,1-1 0 0 0,-1 0 0 0 0,0 0 1 0 0,0 0-1 0 0,0 0 0 0 0,7-7 0 0 0,24-37 1049 0 0,-33 43-779 0 0,-2 2-193 0 0,6-8-32 0 0,-5 7 444 0 0,-1 7-493 0 0,4 13-20 0 0,-4-13 71 0 0,0-1-83 0 0,16 37-22 0 0,-15-36-10 0 0,2-1-25 0 0,32 16-376 0 0,-32-17 302 0 0,1-3-18 0 0,3-1 116 0 0,0 0 0 0 0,0 0 0 0 0,0 0 0 0 0,0-1 0 0 0,0-1 0 0 0,0 1-1 0 0,-1-1 1 0 0,0-1 0 0 0,0 1 0 0 0,0-1 0 0 0,0 0 0 0 0,-1-1 0 0 0,0 0 0 0 0,0 0-1 0 0,0 0 1 0 0,-1 0 0 0 0,0-1 0 0 0,0 0 0 0 0,5-11 0 0 0,-3 2 113 0 0,-1 0 0 0 0,-1-1 0 0 0,-1 0 0 0 0,0 0 0 0 0,-1 0 0 0 0,-1 0 0 0 0,-1 0 1 0 0,0 0-1 0 0,-1-1 0 0 0,-1 1 0 0 0,-1 0 0 0 0,0-1 0 0 0,-6-17 0 0 0,8 34-49 0 0,0 0 0 0 0,0 0 1 0 0,0 0-1 0 0,0 0 0 0 0,-1 0 0 0 0,1 0 0 0 0,0 1 1 0 0,-1-1-1 0 0,1 0 0 0 0,-1 0 0 0 0,1 0 0 0 0,-1 1 1 0 0,1-1-1 0 0,-1 0 0 0 0,1 0 0 0 0,-1 1 0 0 0,0-1 1 0 0,0 1-1 0 0,1-1 0 0 0,-1 1 0 0 0,0-1 0 0 0,0 1 0 0 0,1-1 1 0 0,-1 1-1 0 0,0-1 0 0 0,0 1 0 0 0,0 0 0 0 0,0 0 1 0 0,0-1-1 0 0,1 1 0 0 0,-1 0 0 0 0,0 0 0 0 0,0 0 1 0 0,0 0-1 0 0,0 0 0 0 0,0 0 0 0 0,0 0 0 0 0,0 0 0 0 0,0 1 1 0 0,0-1-1 0 0,1 0 0 0 0,-2 1 0 0 0,-1 0-74 0 0,-4 3 93 0 0,3 6-11 0 0,0 0-1 0 0,1 1 0 0 0,0-1 1 0 0,1 1-1 0 0,0-1 1 0 0,1 1-1 0 0,0 0 0 0 0,1 0 1 0 0,0 0-1 0 0,1 0 1 0 0,0-1-1 0 0,0 1 0 0 0,1 0 1 0 0,0-1-1 0 0,1 1 1 0 0,1-1-1 0 0,-1 0 0 0 0,10 16 1 0 0,-8-16-177 0 0,0 0 1 0 0,1-1-1 0 0,1 0 0 0 0,-1 0 1 0 0,1-1-1 0 0,1 1 0 0 0,0-2 1 0 0,11 10-1 0 0,-12-12-235 0 0,-1 0 0 0 0,1-1-1 0 0,0 0 1 0 0,1 0 0 0 0,-1-1 0 0 0,1 0-1 0 0,-1 0 1 0 0,1-1 0 0 0,0 0 0 0 0,0 0 0 0 0,15 1-1 0 0,5-3-2280 0 0,1-3-1911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2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298 365 3576 0 0,'-3'-2'1339'0'0,"0"-1"-1131"0"0,0 1 0 0 0,-1-1 0 0 0,1 1 0 0 0,-1 0 1 0 0,1 0-1 0 0,-1 0 0 0 0,0 0 0 0 0,0 1 0 0 0,0-1 0 0 0,0 1 0 0 0,0 0 0 0 0,0 1 0 0 0,0-1 0 0 0,0 0 0 0 0,0 1 0 0 0,0 0 0 0 0,0 0 1 0 0,0 0-1 0 0,-1 1 0 0 0,1 0 0 0 0,0-1 0 0 0,-5 3 0 0 0,-4 2-39 0 0,0 0 0 0 0,0 2-1 0 0,0-1 1 0 0,1 2 0 0 0,-15 10 0 0 0,15-9-54 0 0,0 1 1 0 0,1 0-1 0 0,1 1 1 0 0,0 0-1 0 0,0 0 0 0 0,1 1 1 0 0,1 1-1 0 0,-12 21 0 0 0,14-13 17 0 0,6-17-112 0 0,-1 1 36 0 0,2 0-5 0 0,-1-4-55 0 0,0 2-9 0 0,0-1 0 0 0,1 1-1 0 0,-1-1 1 0 0,1 1 0 0 0,-1 0-1 0 0,1-1 1 0 0,0 1 0 0 0,0-1-1 0 0,0 0 1 0 0,0 1 0 0 0,0-1-1 0 0,1 0 1 0 0,-1 1 0 0 0,1-1-1 0 0,0 0 1 0 0,-1 0 0 0 0,1 0 0 0 0,0-1-1 0 0,0 1 1 0 0,0 0 0 0 0,0-1-1 0 0,0 1 1 0 0,1-1 0 0 0,-1 0-1 0 0,0 0 1 0 0,1 1 0 0 0,-1-2-1 0 0,1 1 1 0 0,-1 0 0 0 0,1 0-1 0 0,0-1 1 0 0,-1 0 0 0 0,1 1-1 0 0,4-1 1 0 0,4-2-17 0 0,-1 0 0 0 0,0 0 0 0 0,0-1 0 0 0,0 0 0 0 0,0-1 0 0 0,0 0 0 0 0,-1-1 0 0 0,0 0 0 0 0,15-10 0 0 0,-16 8 30 0 0,0 0-1 0 0,0-1 1 0 0,-1 1 0 0 0,0-2-1 0 0,0 1 1 0 0,-1-1 0 0 0,0 0 0 0 0,0 0-1 0 0,5-14 1 0 0,-4 5 41 0 0,-1 1-1 0 0,0-1 1 0 0,-2 0 0 0 0,5-34 0 0 0,-6 3 100 0 0,-1 0 1 0 0,-3 0-1 0 0,-8-56 1 0 0,-7 20 324 0 0,15 84-460 0 0,0 0 1 0 0,0 1-1 0 0,0-1 0 0 0,0 1 1 0 0,0-1-1 0 0,0 0 1 0 0,0 1-1 0 0,0-1 0 0 0,0 1 1 0 0,0 0-1 0 0,0-1 1 0 0,0 1-1 0 0,0 0 0 0 0,-1 0 1 0 0,1 0-1 0 0,-2 0 0 0 0,-2 6 0 0 0,1 1-1 0 0,-1 0 0 0 0,1 0 0 0 0,0 0 0 0 0,1 1 0 0 0,0-1 0 0 0,0 1 0 0 0,1 0 0 0 0,0-1 1 0 0,0 1-1 0 0,0 0 0 0 0,0 11 0 0 0,0 10 9 0 0,1 0 1 0 0,4 35-1 0 0,-1-45-71 0 0,0 0 0 0 0,1 0 0 0 0,1 0 0 0 0,1 0-1 0 0,1-1 1 0 0,8 19 0 0 0,-10-28-203 0 0,1-1 0 0 0,-1 1 0 0 0,1-1 0 0 0,1 0 0 0 0,-1 0 0 0 0,1-1 0 0 0,1 1 0 0 0,-1-1 0 0 0,1-1 0 0 0,1 1 0 0 0,-1-1 0 0 0,1-1 0 0 0,13 8 0 0 0,-16-11-166 0 0,1 1-1 0 0,-1-2 1 0 0,1 1-1 0 0,0-1 1 0 0,0 1 0 0 0,0-2-1 0 0,0 1 1 0 0,9-1-1 0 0,-11 0 293 0 0,8-1-1572 0 0,19-4-1228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3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82 303 4068 0 0,'6'-5'226'0'0,"-1"0"-1"0"0,0-1 1 0 0,0 1-1 0 0,0-1 1 0 0,-1 0-1 0 0,1-1 1 0 0,-2 1-1 0 0,1-1 0 0 0,-1 1 1 0 0,0-1-1 0 0,0 0 1 0 0,-1 0-1 0 0,3-11 1 0 0,-5 14 118 0 0,0-1-21 0 0,-1-1-182 0 0,0 0 1 0 0,-1 0-1 0 0,1 0 0 0 0,-1 0 1 0 0,-1 0-1 0 0,1 1 0 0 0,-7-11 1 0 0,7 14 48 0 0,2 1-180 0 0,-1 1 0 0 0,1-1 0 0 0,0 1 0 0 0,-1 0 0 0 0,1-1 0 0 0,-1 1 0 0 0,1 0 0 0 0,-1-1 1 0 0,1 1-1 0 0,-1 0 0 0 0,1-1 0 0 0,-1 1 0 0 0,1 0 0 0 0,-1 0 0 0 0,1 0 0 0 0,-1 0 0 0 0,1-1 0 0 0,-1 1 0 0 0,0 0 0 0 0,1 0 1 0 0,-2 0-1 0 0,2 0-3 0 0,-1 0 0 0 0,1 0 0 0 0,-1 0 0 0 0,1 0 0 0 0,-1 0 0 0 0,1 0 0 0 0,-1 0 1 0 0,1 0-1 0 0,-1 0 0 0 0,1 0 0 0 0,0 0 0 0 0,-1 0 0 0 0,1-1 0 0 0,-1 1 0 0 0,1 0 1 0 0,-1 0-1 0 0,1-1 0 0 0,0 1 0 0 0,-1 0 0 0 0,1 0 0 0 0,0-1 0 0 0,-1 1 0 0 0,1-1 1 0 0,0 1-1 0 0,-1 0 0 0 0,1-1 109 0 0,-5 2-34 0 0,1-1-56 0 0,0 1 0 0 0,0 0 0 0 0,0 0 0 0 0,0 0 0 0 0,0 1 0 0 0,0-1 0 0 0,1 1 0 0 0,-1 0 0 0 0,1 0 0 0 0,-1 0 0 0 0,1 0 0 0 0,0 1 0 0 0,0 0 0 0 0,0-1 0 0 0,0 1 0 0 0,-5 6 0 0 0,5-2-16 0 0,-1-1-1 0 0,1 0 1 0 0,1 1-1 0 0,-1 0 0 0 0,1 0 1 0 0,0 0-1 0 0,0 0 1 0 0,1 0-1 0 0,0 0 0 0 0,0 0 1 0 0,1 0-1 0 0,0 0 1 0 0,0 1-1 0 0,1-1 1 0 0,1 8-1 0 0,-1-13-31 0 0,-1 1 1 0 0,1-1-1 0 0,0 0 1 0 0,0 1-1 0 0,0-1 0 0 0,0 0 1 0 0,0 0-1 0 0,0 0 1 0 0,0 1-1 0 0,1-1 1 0 0,-1-1-1 0 0,1 1 0 0 0,0 0 1 0 0,-1 0-1 0 0,1-1 1 0 0,0 1-1 0 0,3 2 0 0 0,0-1-50 0 0,1 0-1 0 0,-1-1 0 0 0,0 1 1 0 0,1-1-1 0 0,11 3 0 0 0,-14-4 29 0 0,3-1 10 0 0,-3 0 37 0 0,2 0 48 0 0,0 0 1 0 0,0 0-1 0 0,1-1 1 0 0,-1 0 0 0 0,0 0-1 0 0,0 0 1 0 0,0 0 0 0 0,0-1-1 0 0,0 0 1 0 0,0 0 0 0 0,0-1-1 0 0,-1 1 1 0 0,1-1-1 0 0,-1 0 1 0 0,0 0 0 0 0,5-4-1 0 0,11-19 544 0 0,-18 23-592 0 0,0 0 100 0 0,4-5 355 0 0,-3 19-191 0 0,-3-9-321 0 0,1 1 89 0 0,14 18-32 0 0,-12-19-28 0 0,0 0 0 0 0,0 0 1 0 0,0 0-1 0 0,0 0 0 0 0,1 0 1 0 0,-1-1-1 0 0,1 1 0 0 0,-1-1 0 0 0,1 0 1 0 0,-1 0-1 0 0,1 0 0 0 0,0-1 1 0 0,0 1-1 0 0,-1-1 0 0 0,1 0 1 0 0,0 0-1 0 0,0 0 0 0 0,-1-1 1 0 0,1 1-1 0 0,0-1 0 0 0,0 0 0 0 0,-1 0 1 0 0,8-3-1 0 0,-4 1 14 0 0,0 0 0 0 0,0 0 0 0 0,-1-1 0 0 0,1 0 0 0 0,-1-1 0 0 0,0 1 0 0 0,0-1 0 0 0,0 0 0 0 0,-1-1 0 0 0,1 1 0 0 0,-1-1 0 0 0,-1 0 1 0 0,1 0-1 0 0,-1-1 0 0 0,0 1 0 0 0,0-1 0 0 0,4-12 0 0 0,-2 7 77 0 0,-5 10-58 0 0,0 0 0 0 0,0 0-1 0 0,0 0 1 0 0,0 0 0 0 0,-1 0-1 0 0,1 0 1 0 0,-1 0 0 0 0,1 0-1 0 0,-1 0 1 0 0,0-4 0 0 0,2-7 82 0 0,3-118 1261 0 0,-5 127-1210 0 0,-1-1-29 0 0,-1-13 25 0 0,2 13 245 0 0,-2 6-378 0 0,1-1 0 0 0,0 0 0 0 0,-1 0 0 0 0,1 0 0 0 0,0 1 0 0 0,-1-1 0 0 0,1 1 0 0 0,0-1 0 0 0,0 1 0 0 0,-1 0 0 0 0,1-1 0 0 0,0 1 0 0 0,0 0 0 0 0,0 0 0 0 0,0 0 1 0 0,0 0-1 0 0,0 0 0 0 0,0 0 0 0 0,0 0 0 0 0,0 0 0 0 0,1 0 0 0 0,-1 0 0 0 0,0 0 0 0 0,1 0 0 0 0,-1 1 0 0 0,1-1 0 0 0,-1 0 0 0 0,1 1 0 0 0,-1-1 0 0 0,1 0 0 0 0,0 1 0 0 0,0-1 0 0 0,0 0 0 0 0,0 3 0 0 0,-3 6-10 0 0,1-1 1 0 0,1 0-1 0 0,0 1 0 0 0,0-1 1 0 0,0 1-1 0 0,1 0 0 0 0,1-1 0 0 0,0 1 1 0 0,0-1-1 0 0,5 17 0 0 0,-4-17-73 0 0,-1-3-213 0 0,0-1 0 0 0,0 1 0 0 0,1 0 0 0 0,0 0 0 0 0,0-1 0 0 0,0 1 0 0 0,1-1 0 0 0,0 1 0 0 0,0-1 0 0 0,0 0 0 0 0,1 0-1 0 0,-1 0 1 0 0,1-1 0 0 0,1 0 0 0 0,-1 1 0 0 0,0-1 0 0 0,6 3 0 0 0,-7-5-1148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3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62 3732 0 0,'0'0'4643'0'0,"3"-2"-4385"0"0,3-2-187 0 0,0 1-1 0 0,1-1 0 0 0,-1 2 0 0 0,1-1 0 0 0,0 1 0 0 0,-1 0 0 0 0,1 0 0 0 0,13-1 0 0 0,-1-1-11 0 0,14-3-34 0 0,96-16-1268 0 0,-124 23 485 0 0,-1 0-254 0 0,13 0-121 0 0,-12 0-777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4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84 3388 0 0,'0'-6'563'0'0,"0"-1"-1"0"0,-1 0 0 0 0,1 1 1 0 0,-2-1-1 0 0,1 1 0 0 0,0-1 1 0 0,-1 1-1 0 0,-5-12 0 0 0,5 15-216 0 0,-2 1-60 0 0,2 1-228 0 0,0 0 1 0 0,-1-1 0 0 0,1 2-1 0 0,-1-1 1 0 0,1 0 0 0 0,-1 0-1 0 0,1 1 1 0 0,-1-1-1 0 0,1 1 1 0 0,-1 0 0 0 0,0 0-1 0 0,1 0 1 0 0,-1 0 0 0 0,1 1-1 0 0,-6 0 1 0 0,3 1-21 0 0,1 0 1 0 0,-1 0-1 0 0,1 0 0 0 0,-1 0 1 0 0,1 1-1 0 0,0 0 1 0 0,0 0-1 0 0,-5 5 0 0 0,1-2-28 0 0,1 0 0 0 0,1 1 0 0 0,-1 0-1 0 0,1 0 1 0 0,0 1 0 0 0,1-1 0 0 0,0 2 0 0 0,0-1-1 0 0,1 0 1 0 0,-1 1 0 0 0,2 0 0 0 0,0 0-1 0 0,0 0 1 0 0,-3 18 0 0 0,4-12 21 0 0,2 9-126 0 0,2-19 68 0 0,-2 0-51 0 0,5 2-28 0 0,-4-6 92 0 0,-1 0 0 0 0,0 0 0 0 0,0-1 0 0 0,0 1 0 0 0,1 0 0 0 0,-1 0 0 0 0,0-1 0 0 0,1 1 0 0 0,-1 0 0 0 0,1-1 0 0 0,-1 1-1 0 0,1 0 1 0 0,-1-1 0 0 0,1 1 0 0 0,-1-1 0 0 0,1 1 0 0 0,-1-1 0 0 0,1 1 0 0 0,1 0 0 0 0,1 0 21 0 0,1 0 1 0 0,0 0-1 0 0,0 0 0 0 0,0-1 1 0 0,0 1-1 0 0,0-1 1 0 0,-1 0-1 0 0,1 0 0 0 0,0 0 1 0 0,0-1-1 0 0,0 0 0 0 0,0 1 1 0 0,0-1-1 0 0,-1 0 1 0 0,1-1-1 0 0,0 1 0 0 0,-1-1 1 0 0,1 0-1 0 0,-1 1 0 0 0,1-1 1 0 0,-1-1-1 0 0,0 1 1 0 0,0-1-1 0 0,5-4 0 0 0,3-3 417 0 0,-1 0 0 0 0,0-1 1 0 0,-1 0-1 0 0,0 0 0 0 0,11-21 0 0 0,-18 29-107 0 0,-2 2-305 0 0,0 1 0 0 0,0-1 1 0 0,0 1-1 0 0,1-1 1 0 0,-1 0-1 0 0,0 1 1 0 0,0-1-1 0 0,1 1 1 0 0,-1-1-1 0 0,0 1 1 0 0,1-1-1 0 0,-1 1 1 0 0,0-1-1 0 0,1 1 0 0 0,-1-1 1 0 0,1 1-1 0 0,-1 0 1 0 0,1-1-1 0 0,-1 1 1 0 0,1 0-1 0 0,0-1 1 0 0,2-2 1323 0 0,-6 26-1208 0 0,1-14-617 0 0,0 0-1 0 0,1 1 0 0 0,0-1 0 0 0,1 1 1 0 0,0-1-1 0 0,0 1 0 0 0,1 0 0 0 0,0-1 1 0 0,1 1-1 0 0,3 12 0 0 0,-4-21 273 0 0,-1 0 1 0 0,0 0-1 0 0,1 0 0 0 0,-1 0 0 0 0,1 0 0 0 0,0 0 0 0 0,-1 0 1 0 0,1 0-1 0 0,0 0 0 0 0,0-1 0 0 0,-1 1 0 0 0,1 0 1 0 0,0 0-1 0 0,0-1 0 0 0,1 2 0 0 0,1 0-808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2:24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22 3692 0 0,'0'0'4541'0'0,"12"-13"-1017"0"0,-31 4-6180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9 5849 0 0,'0'0'2740'0'0,"-22"-8"-3872"0"0,-6 8-6285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63 3624 0 0,'-1'-3'1300'0'0,"-11"-37"2319"0"0,11 36-2620 0 0,0 0-639 0 0,-4-7 1235 0 0,5 19-915 0 0,8 31-533 0 0,-5-24 126 0 0,46 468 972 0 0,-43-393-1166 0 0,-4-64 283 0 0,0-26-369 0 0,-1-1 0 0 0,0 1-1 0 0,1 0 1 0 0,-1-1 0 0 0,0 1-1 0 0,0-1 1 0 0,0 0 0 0 0,1 1 0 0 0,-1-1-1 0 0,0 0 1 0 0,0 0 0 0 0,0 0-1 0 0,0 0 1 0 0,0 0 0 0 0,0 0-1 0 0,-1 0 1 0 0,1 0 0 0 0,0 0-1 0 0,0 0 1 0 0,-1 0 0 0 0,1 0 0 0 0,-1-1-1 0 0,1 1 1 0 0,0-1 0 0 0,12-42-153 0 0,-11 39 144 0 0,15-52-58 0 0,15-23 49 0 0,-30 77-40 0 0,-1 0 48 0 0,0 1 0 0 0,1 0 1 0 0,-1 0-1 0 0,1 0 0 0 0,0 1 0 0 0,-1-1 0 0 0,1 0 0 0 0,0 0 0 0 0,0 1 0 0 0,0-1 0 0 0,0 1 0 0 0,0 0 0 0 0,1 0 0 0 0,-1 0 0 0 0,4-2 1 0 0,-3 4 17 0 0,0 0 0 0 0,0 0 1 0 0,0 0-1 0 0,-1 0 0 0 0,1 0 1 0 0,0 0-1 0 0,0 1 1 0 0,-1-1-1 0 0,1 1 0 0 0,-1 0 1 0 0,0 0-1 0 0,1 0 0 0 0,-1 0 1 0 0,0 0-1 0 0,0 0 0 0 0,0 1 1 0 0,-1-1-1 0 0,3 5 1 0 0,32 56 7 0 0,-27-45-14 0 0,0-2-306 0 0,-1-1 1 0 0,2 0-1 0 0,0-1 1 0 0,1 0-1 0 0,0 0 1 0 0,1-1-1 0 0,21 18 1 0 0,-28-29 49 0 0,0 0 0 0 0,-1-1 0 0 0,1 1 0 0 0,0-1-1 0 0,0 0 1 0 0,0 0 0 0 0,0 0 0 0 0,1-1 0 0 0,-1 0 0 0 0,0 0 0 0 0,0 0 0 0 0,0-1 0 0 0,0 0-1 0 0,0 1 1 0 0,0-2 0 0 0,0 1 0 0 0,0-1 0 0 0,7-3 0 0 0,-5 1 227 0 0,1 0 1 0 0,-1-1-1 0 0,0-1 0 0 0,0 1 0 0 0,0-1 1 0 0,-1 0-1 0 0,1-1 0 0 0,-2 0 1 0 0,1 0-1 0 0,-1 0 0 0 0,0 0 1 0 0,0-1-1 0 0,-1 0 0 0 0,0 0 1 0 0,-1 0-1 0 0,5-16 0 0 0,6-34 1288 0 0,-13 51-1035 0 0,0 0-1 0 0,0 0 0 0 0,-1-1 1 0 0,0 1-1 0 0,0 0 0 0 0,-1-1 1 0 0,0 1-1 0 0,0 0 0 0 0,-1 0 1 0 0,0-1-1 0 0,0 1 0 0 0,-4-9 1 0 0,4 13-8 0 0,-10-13 70 0 0,10 13-207 0 0,-7-2 22 0 0,9 5-82 0 0,-1-1 0 0 0,1 1-1 0 0,0-1 1 0 0,-1 1 0 0 0,1 0-1 0 0,0-1 1 0 0,-1 1 0 0 0,1 0 0 0 0,-1 0-1 0 0,1-1 1 0 0,-1 1 0 0 0,1 0 0 0 0,-1 0-1 0 0,1 0 1 0 0,-1-1 0 0 0,1 1-1 0 0,-1 0 1 0 0,1 0 0 0 0,-1 0 0 0 0,1 0-1 0 0,-1 0 1 0 0,1 0 0 0 0,-1 0-1 0 0,1 0 1 0 0,-1 0 0 0 0,1 0 0 0 0,-1 1-1 0 0,1-1 1 0 0,-1 0 0 0 0,1 0 0 0 0,-1 0-1 0 0,0 1 1 0 0,-14 6 121 0 0,11-5-42 0 0,4-1-88 0 0,0-1-1 0 0,0 1 1 0 0,0-1 0 0 0,0 1 0 0 0,0-1-1 0 0,0 1 1 0 0,0-1 0 0 0,-1 1 0 0 0,1-1-1 0 0,0 1 1 0 0,0-1 0 0 0,0 1 0 0 0,-1-1-1 0 0,1 1 1 0 0,0-1 0 0 0,0 1 0 0 0,-1-1-1 0 0,1 1 1 0 0,-1-1 0 0 0,1 1 0 0 0,0-1-1 0 0,-2 1 1 0 0,1 0 1 0 0,1 0 1 0 0,-1 0-1 0 0,0 0 1 0 0,0 0-1 0 0,0 0 1 0 0,0 0 0 0 0,1 0-1 0 0,-1 0 1 0 0,0 0-1 0 0,1 0 1 0 0,-1 0-1 0 0,1 1 1 0 0,-1 1-1 0 0,-2 8-13 0 0,0 1 1 0 0,1-1-1 0 0,0 1 1 0 0,1 0-1 0 0,0 0 1 0 0,1-1-1 0 0,0 1 0 0 0,1 0 1 0 0,1 0-1 0 0,-1 0 1 0 0,2-1-1 0 0,0 1 1 0 0,6 16-1 0 0,-8-26-3 0 0,-1-1 1 0 0,1 1-1 0 0,-1 0 0 0 0,1-1 1 0 0,0 0-1 0 0,0 1 0 0 0,0-1 0 0 0,0 1 1 0 0,0-1-1 0 0,0 0 0 0 0,0 0 1 0 0,0 1-1 0 0,0-1 0 0 0,1 0 1 0 0,-1 0-1 0 0,0 0 0 0 0,1 0 1 0 0,-1-1-1 0 0,1 1 0 0 0,-1 0 0 0 0,1-1 1 0 0,-1 1-1 0 0,1-1 0 0 0,0 1 1 0 0,-1-1-1 0 0,3 1 0 0 0,-1-2 3 0 0,0 1 0 0 0,0-1-1 0 0,0 1 1 0 0,-1-1-1 0 0,1 0 1 0 0,0 0-1 0 0,0 0 1 0 0,-1 0 0 0 0,1 0-1 0 0,-1-1 1 0 0,4-2-1 0 0,-1-1 28 0 0,-1 1-1 0 0,1-1 0 0 0,-1-1 1 0 0,0 1-1 0 0,-1-1 1 0 0,1 1-1 0 0,-1-1 0 0 0,0 0 1 0 0,-1 0-1 0 0,0 0 1 0 0,1-1-1 0 0,0-6 0 0 0,8-27 289 0 0,-10 37-175 0 0,0-1-16 0 0,4-6 238 0 0,1 18-221 0 0,5 35-189 0 0,-5-17 61 0 0,-4-21-15 0 0,0-1-1 0 0,0 1 1 0 0,0-1 0 0 0,1 1-1 0 0,0-1 1 0 0,3 4 0 0 0,-4-4-6 0 0,1-1-51 0 0,-3-3 60 0 0,0 0 1 0 0,1 0 0 0 0,-1 0 0 0 0,0 0-1 0 0,1 0 1 0 0,-1 0 0 0 0,1 0-1 0 0,-1 0 1 0 0,0 0 0 0 0,1 0-1 0 0,-1 1 1 0 0,0-1 0 0 0,1 0 0 0 0,-1 0-1 0 0,0 0 1 0 0,1 0 0 0 0,-1 1-1 0 0,0-1 1 0 0,1 0 0 0 0,-1 0 0 0 0,0 1-1 0 0,0-1 1 0 0,1 0 0 0 0,-1 1-1 0 0,0-1 1 0 0,0 0 0 0 0,0 1-1 0 0,1 0 1 0 0,-1-1-11 0 0,1 1 1 0 0,-1 0-1 0 0,0-1 0 0 0,1 1 0 0 0,-1-1 1 0 0,1 1-1 0 0,-1 0 0 0 0,1-1 0 0 0,0 1 1 0 0,-1-1-1 0 0,1 0 0 0 0,-1 1 1 0 0,1-1-1 0 0,0 1 0 0 0,-1-1 0 0 0,1 0 1 0 0,0 1-1 0 0,-1-1 0 0 0,1 0 0 0 0,0 0 1 0 0,0 0-1 0 0,-1 0 0 0 0,2 1 0 0 0,15 1-126 0 0,-13-1-14 0 0,0-2-18 0 0,1 0 124 0 0,0 0-1 0 0,0-1 0 0 0,0 0 0 0 0,0 0 0 0 0,0 0 1 0 0,-1 0-1 0 0,1-1 0 0 0,-1 0 0 0 0,1 0 1 0 0,-1 0-1 0 0,0 0 0 0 0,6-7 0 0 0,-2 0 27 0 0,-1 1 0 0 0,1-2 0 0 0,-2 1 0 0 0,0-1-1 0 0,0 0 1 0 0,-1 0 0 0 0,8-24 0 0 0,-8 15 201 0 0,-1 0-1 0 0,0 0 1 0 0,-2 0 0 0 0,1-37 0 0 0,-3 51-136 0 0,0-15 243 0 0,-1-1 0 0 0,0 1 0 0 0,-2 0 0 0 0,-7-30 0 0 0,1 18 150 0 0,8 30-263 0 0,-1 6-3 0 0,0 4-160 0 0,0 0 0 0 0,0 1-1 0 0,0-1 1 0 0,1 0 0 0 0,0 1 0 0 0,0 0-1 0 0,1 10 1 0 0,4 63 12 0 0,-2-50-35 0 0,2-1-1 0 0,0 0 0 0 0,2 0 1 0 0,2 0-1 0 0,0-1 0 0 0,18 40 1 0 0,-25-67-79 0 0,1 0 0 0 0,-1 0 0 0 0,1 0 0 0 0,-1-1 0 0 0,1 1 0 0 0,-1 0 0 0 0,1-1 0 0 0,0 1 0 0 0,0-1 0 0 0,0 0 0 0 0,0 0 0 0 0,0 0 0 0 0,0 0 0 0 0,0 0-1 0 0,4 1 1 0 0,-4-1 93 0 0,2 1-481 0 0,0-3-84 0 0,-1 1 191 0 0,-1-1 1 0 0,1 1-1 0 0,0-1 1 0 0,-1 0-1 0 0,1 1 1 0 0,-1-1-1 0 0,1 0 1 0 0,-1-1-1 0 0,0 1 1 0 0,1 0-1 0 0,-1-1 1 0 0,0 1-1 0 0,0-1 1 0 0,0 0-1 0 0,0 0 1 0 0,3-3-1 0 0,5-10-3698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78 2836 0 0,'0'0'1272'0'0,"-5"1"-160"0"0,-13 2-122 0 0,13-3 2575 0 0,9-1-3275 0 0,38-16-194 0 0,1 2 1 0 0,62-12-1 0 0,-77 20-712 0 0,29-8-4990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1 122 3228 0 0,'0'0'3259'0'0,"1"4"-2701"0"0,5 12-56 0 0,-5-13 253 0 0,-1-2-737 0 0,1-1 0 0 0,-1 1 0 0 0,0-1-1 0 0,1 0 1 0 0,-1 1 0 0 0,0-1 0 0 0,0 0 0 0 0,1 1-1 0 0,-1-1 1 0 0,1 0 0 0 0,-1 1 0 0 0,0-1 0 0 0,1 0-1 0 0,-1 0 1 0 0,1 1 0 0 0,-1-1 0 0 0,0 0 0 0 0,1 0 0 0 0,-1 0-1 0 0,1 0 1 0 0,-1 0 0 0 0,1 0 0 0 0,-1 1 0 0 0,1-1-1 0 0,0 0 6 0 0,-1 0-1 0 0,1 0 0 0 0,-1 0 0 0 0,1 0 0 0 0,-1 0 1 0 0,1 0-1 0 0,-1 0 0 0 0,1 0 0 0 0,-1 0 0 0 0,1 1 0 0 0,-1-1 1 0 0,0 0-1 0 0,1 0 0 0 0,-1 1 0 0 0,1-1 0 0 0,-1 0 1 0 0,0 0-1 0 0,1 1 0 0 0,-1-1 0 0 0,0 1 0 0 0,1-1 1 0 0,-1 0-1 0 0,0 1 0 0 0,1 0 0 0 0,3 0 152 0 0,2-1-90 0 0,0 1 0 0 0,0 0-1 0 0,0-1 1 0 0,-1 0 0 0 0,1-1-1 0 0,0 1 1 0 0,0-1 0 0 0,0 0-1 0 0,-1-1 1 0 0,1 1 0 0 0,0-1-1 0 0,-1 0 1 0 0,0-1 0 0 0,1 1 0 0 0,-1-1-1 0 0,0 0 1 0 0,0-1 0 0 0,0 1-1 0 0,-1-1 1 0 0,1 0 0 0 0,-1 0-1 0 0,6-7 1 0 0,-5 5-11 0 0,-1 1-1 0 0,0-1 1 0 0,0 1-1 0 0,-1-1 1 0 0,1 0 0 0 0,-2 0-1 0 0,1-1 1 0 0,3-9-1 0 0,-2-2-60 0 0,-3 13-14 0 0,-2 3-5 0 0,2 1 5 0 0,-1 0 1 0 0,0 0 0 0 0,0 0-1 0 0,0 0 1 0 0,-1 0-1 0 0,1 0 1 0 0,0 0 0 0 0,0 0-1 0 0,0 0 1 0 0,-1 0 0 0 0,1 0-1 0 0,0 0 1 0 0,-1 1-1 0 0,1-1 1 0 0,-1 0 0 0 0,1 0-1 0 0,-1 0 1 0 0,1 1 0 0 0,-1-1-1 0 0,0 0 1 0 0,1 0-1 0 0,-2 0 1 0 0,-4 2 18 0 0,-1 0 0 0 0,1 0-1 0 0,0 1 1 0 0,0 0 0 0 0,0 0 0 0 0,1 0-1 0 0,-1 1 1 0 0,0 0 0 0 0,1 0 0 0 0,0 0-1 0 0,0 1 1 0 0,0-1 0 0 0,0 1 0 0 0,0 1-1 0 0,-4 4 1 0 0,-2 3 102 0 0,1-1 1 0 0,0 1-1 0 0,1 1 0 0 0,1 0 0 0 0,-10 17 1 0 0,16-25-61 0 0,0 1 0 0 0,0 0 1 0 0,1 0-1 0 0,0 0 1 0 0,0 0-1 0 0,0 0 0 0 0,0 6 1 0 0,1-12-60 0 0,0 3 20 0 0,1-1 0 0 0,-1 0 0 0 0,1 1 0 0 0,0-1 0 0 0,-1 1 0 0 0,1-1 0 0 0,0 0 1 0 0,0 0-1 0 0,1 1 0 0 0,-1-1 0 0 0,0 0 0 0 0,1 0 0 0 0,-1 0 0 0 0,1-1 0 0 0,0 1 0 0 0,0 0 0 0 0,0 0 0 0 0,3 1 0 0 0,-4-2-14 0 0,2 2 6 0 0,1-1 0 0 0,0 0 0 0 0,0 1 0 0 0,0-2 0 0 0,0 1 1 0 0,0 0-1 0 0,0-1 0 0 0,0 0 0 0 0,0 0 0 0 0,0 0 0 0 0,1 0 1 0 0,-1-1-1 0 0,7 0 0 0 0,-7 1-10 0 0,8-1-104 0 0,-1 0 0 0 0,1 0 0 0 0,0-1-1 0 0,-1 0 1 0 0,1-1 0 0 0,-1-1-1 0 0,1 1 1 0 0,-1-2 0 0 0,15-6 0 0 0,-6 1-953 0 0,-1 0 0 0 0,-1-2 1 0 0,34-24-1 0 0,-28 16-2174 0 0,-2-2-2304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12 4664 0 0,'0'0'5025'0'0,"-1"-3"-3862"0"0,1 3-1039 0 0,0-1-1 0 0,-1 1 0 0 0,1-1 1 0 0,0 1-1 0 0,0 0 0 0 0,0-1 0 0 0,-1 1 1 0 0,1-1-1 0 0,0 1 0 0 0,0 0 1 0 0,-1-1-1 0 0,1 1 0 0 0,0 0 1 0 0,-1-1-1 0 0,1 1 0 0 0,0 0 0 0 0,-1-1 1 0 0,1 1-1 0 0,0 0 0 0 0,-1 0 1 0 0,1 0-1 0 0,-1-1 0 0 0,1 1 1 0 0,0 0-1 0 0,-1 0 0 0 0,0 0 1 0 0,0 1-50 0 0,1 0 0 0 0,-1 0 0 0 0,0 0 0 0 0,0 0 0 0 0,1 1 0 0 0,-1-1 0 0 0,1 0 1 0 0,-1 0-1 0 0,1 1 0 0 0,0-1 0 0 0,-1 0 0 0 0,1 1 0 0 0,0-1 0 0 0,0 0 1 0 0,0 1-1 0 0,0-1 0 0 0,0 0 0 0 0,1 3 0 0 0,24 619-316 0 0,-24-601-745 0 0,1 0 0 0 0,1-1 0 0 0,1 1 1 0 0,7 21-1 0 0,-9-39-126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6 220 3484 0 0,'-3'-27'1261'0'0,"2"14"-692"0"0,0-1-1 0 0,0 0 1 0 0,3-19-1 0 0,-1 27-472 0 0,0 1 0 0 0,0 0 0 0 0,0 0 0 0 0,1 0 0 0 0,0 0 0 0 0,0 0 0 0 0,1 0-1 0 0,-1 0 1 0 0,1 1 0 0 0,0-1 0 0 0,0 1 0 0 0,6-6 0 0 0,-5 5-62 0 0,0 1-1 0 0,1 0 0 0 0,0 0 1 0 0,-1 0-1 0 0,1 0 1 0 0,1 1-1 0 0,-1 0 0 0 0,0 0 1 0 0,1 0-1 0 0,-1 1 1 0 0,1 0-1 0 0,0 0 0 0 0,0 0 1 0 0,0 1-1 0 0,0 0 1 0 0,11-1-1 0 0,-10 1 11 0 0,1 1 0 0 0,0 0-1 0 0,0 1 1 0 0,-1 0 0 0 0,1 0 0 0 0,0 1-1 0 0,-1 0 1 0 0,1 0 0 0 0,-1 0 0 0 0,0 1-1 0 0,0 0 1 0 0,0 1 0 0 0,0-1 0 0 0,-1 2-1 0 0,1-1 1 0 0,-1 0 0 0 0,8 9 0 0 0,-10-10 3 0 0,0 1 0 0 0,-1 0 0 0 0,0 0 0 0 0,0 0 0 0 0,0 0 0 0 0,-1 1 0 0 0,1-1 0 0 0,-1 1 0 0 0,3 9 0 0 0,-4-12-35 0 0,0 3 10 0 0,0 1 0 0 0,0-1 0 0 0,-1 1 0 0 0,1 0 0 0 0,-1-1 0 0 0,-1 1-1 0 0,1-1 1 0 0,-1 1 0 0 0,0-1 0 0 0,0 1 0 0 0,-1-1 0 0 0,1 0 0 0 0,-1 1 0 0 0,0-1 0 0 0,-1 0 0 0 0,1 0-1 0 0,-6 7 1 0 0,-3 3-194 0 0,0-2 0 0 0,-1 1-1 0 0,0-2 1 0 0,-1 1 0 0 0,0-2-1 0 0,-1 0 1 0 0,0 0 0 0 0,-1-2-1 0 0,0 0 1 0 0,-19 9 0 0 0,30-16-721 0 0,-1-3-1470 0 0,-13-2 397 0 0,13 2-1375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4128 0 0,'2'-3'1811'0'0,"6"-6"4105"0"0,-4 16-4064 0 0,-3 28-2689 0 0,-1-25 1466 0 0,0 60-662 0 0,4-1 0 0 0,3 0 1 0 0,28 124-1 0 0,-33-185-153 0 0,0-1 0 0 0,1 1 0 0 0,0-1 0 0 0,1 0-1 0 0,-1 0 1 0 0,1 0 0 0 0,1 0 0 0 0,-1-1 0 0 0,7 7 0 0 0,-8-9-166 0 0,1-1 0 0 0,1 1 0 0 0,-1-1 0 0 0,0 0 0 0 0,1 0 0 0 0,0 0 0 0 0,-1-1 0 0 0,1 1 0 0 0,0-1 0 0 0,0 0 0 0 0,1-1 0 0 0,-1 1 0 0 0,6 0 0 0 0,0-2-2066 0 0,18-5-1703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 43 2872 0 0,'0'0'1331'0'0,"0"-5"-203"0"0,-2-13-219 0 0,1 14-168 0 0,-1 1-96 0 0,2 2-552 0 0,-1 0 0 0 0,0 0 1 0 0,0 0-1 0 0,0 0 0 0 0,0 1 0 0 0,0-1 0 0 0,0 0 0 0 0,0 0 1 0 0,0 1-1 0 0,0-1 0 0 0,0 0 0 0 0,0 1 0 0 0,0-1 1 0 0,0 1-1 0 0,0 0 0 0 0,-1-1 0 0 0,1 1 0 0 0,0 0 0 0 0,0 0 1 0 0,-1 0-1 0 0,1 0 0 0 0,0 0 0 0 0,-2 0 0 0 0,0 0 8 0 0,0 1 0 0 0,0 0 0 0 0,1 0 0 0 0,-1 0 0 0 0,0 0 0 0 0,1 1 0 0 0,-1-1 0 0 0,1 1 0 0 0,-5 3 0 0 0,-1 2 48 0 0,0 1 0 0 0,0 0-1 0 0,0 1 1 0 0,-6 9 0 0 0,7-7-92 0 0,1 0 0 0 0,0 0 0 0 0,1 0 0 0 0,0 1 0 0 0,1 0 0 0 0,0 0 0 0 0,1 0 0 0 0,-3 14 0 0 0,6-22-61 0 0,0 0 1 0 0,0 1-1 0 0,0-1 0 0 0,0 0 0 0 0,0 0 1 0 0,1 0-1 0 0,0 0 0 0 0,0 0 0 0 0,0 0 1 0 0,4 7-1 0 0,-4-8-45 0 0,2 0-12 0 0,8 9 1 0 0,-8-9 3 0 0,2-2 0 0 0,1-1 55 0 0,0 0-1 0 0,1 0 0 0 0,-1 0 0 0 0,0-1 1 0 0,1 0-1 0 0,-1 0 0 0 0,0-1 0 0 0,0 0 0 0 0,0 0 1 0 0,0 0-1 0 0,-1-1 0 0 0,1 1 0 0 0,0-2 1 0 0,-1 1-1 0 0,0 0 0 0 0,0-1 0 0 0,0 0 1 0 0,7-8-1 0 0,0 1 211 0 0,-1-2 1 0 0,0 1 0 0 0,-1-2-1 0 0,0 1 1 0 0,-2-1-1 0 0,9-16 1 0 0,-16 27-25 0 0,8-11 664 0 0,-10 28-916 0 0,0-1 0 0 0,2 1 1 0 0,-1 0-1 0 0,2 0 0 0 0,0-1 0 0 0,4 15 0 0 0,-5-25-41 0 0,0 0 0 0 0,1-1 0 0 0,-1 0 0 0 0,1 1 0 0 0,0-1 0 0 0,0 0 0 0 0,-1 1 0 0 0,2-1 0 0 0,-1 0 0 0 0,0-1 0 0 0,0 1 0 0 0,0 0 0 0 0,1 0 0 0 0,-1-1 0 0 0,1 0 0 0 0,4 2 0 0 0,-4-1 34 0 0,3 0-408 0 0,-1-1 0 0 0,2 1 0 0 0,-1-1 0 0 0,0 0 0 0 0,0-1 0 0 0,0 1 0 0 0,0-1 0 0 0,1 0-1 0 0,-1-1 1 0 0,0 1 0 0 0,0-1 0 0 0,0-1 0 0 0,0 1 0 0 0,11-5 0 0 0,7-1-4072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183 9 3756 0 0,'-3'-1'1320'0'0,"2"0"-1122"0"0,0 0 0 0 0,-1 0 0 0 0,1 0 1 0 0,-1 0-1 0 0,1 1 0 0 0,-1-1 0 0 0,0 1 0 0 0,1-1 1 0 0,-1 1-1 0 0,0 0 0 0 0,1-1 0 0 0,-1 1 0 0 0,0 0 1 0 0,1 0-1 0 0,-1 0 0 0 0,0 0 0 0 0,1 1 0 0 0,-1-1 1 0 0,0 0-1 0 0,-2 2 0 0 0,0-1 18 0 0,-1 1 0 0 0,0 1 0 0 0,1-1 0 0 0,0 1 0 0 0,-1-1 0 0 0,1 1 0 0 0,-4 4 0 0 0,-3 3-22 0 0,1 0 0 0 0,1 1 1 0 0,-1 0-1 0 0,-11 19 0 0 0,15-20-116 0 0,0 0 0 0 0,1 0 0 0 0,0 1 0 0 0,0 0 0 0 0,1 0 0 0 0,-5 18-1 0 0,8-21-61 0 0,0 0 0 0 0,0 0-1 0 0,0-1 1 0 0,1 1-1 0 0,0 0 1 0 0,2 8-1 0 0,-2-14-50 0 0,0 1 1 0 0,1-1-1 0 0,-1 0 0 0 0,1 0 1 0 0,0 0-1 0 0,0 1 0 0 0,0-1 1 0 0,0 0-1 0 0,0 0 0 0 0,0 0 1 0 0,1 0-1 0 0,-1-1 0 0 0,1 1 1 0 0,-1 0-1 0 0,1-1 0 0 0,0 1 1 0 0,-1 0-1 0 0,1-1 0 0 0,0 0 1 0 0,0 0-1 0 0,0 1 0 0 0,0-1 1 0 0,0 0-1 0 0,1-1 0 0 0,-1 1 1 0 0,0 0-1 0 0,4 0 0 0 0,3 0-130 0 0,-1 0 0 0 0,0-1 0 0 0,0 0-1 0 0,0 0 1 0 0,1-1 0 0 0,-1 0-1 0 0,0 0 1 0 0,0-1 0 0 0,0 0 0 0 0,13-6-1 0 0,-9 3-62 0 0,0-1 0 0 0,0 0-1 0 0,-1 0 1 0 0,0-2 0 0 0,0 1-1 0 0,15-15 1 0 0,-12 7 224 0 0,1-1 0 0 0,16-24 0 0 0,-22 27 381 0 0,-7 10-81 0 0,6-6 464 0 0,-5 7 247 0 0,-4 4-229 0 0,-2 8-992 0 0,2-6 242 0 0,2-1-39 0 0,4 9 9 0 0,-4-9-7 0 0,19 3-125 0 0,-16-5 58 0 0,19-10-42 0 0,-14 3 171 0 0,-1-1 0 0 0,0 0 0 0 0,0 0 0 0 0,0-1 1 0 0,-1 0-1 0 0,0-1 0 0 0,-1 1 0 0 0,0-1 1 0 0,10-19-1 0 0,-15 25 29 0 0,5-20 115 0 0,-7 19-150 0 0,-4-13-19 0 0,4 13 26 0 0,-14 3 120 0 0,14 1-147 0 0,-1-1 0 0 0,0 1 0 0 0,1 0 0 0 0,-1 0 0 0 0,0 0 0 0 0,1 0 0 0 0,-1 0 0 0 0,0 0 0 0 0,1 0 0 0 0,-1 1 0 0 0,1-1 0 0 0,-1 1 0 0 0,0-1 0 0 0,1 1 0 0 0,-1 0 0 0 0,1-1 0 0 0,-1 1 0 0 0,1 0 0 0 0,0 0 0 0 0,-1 0 0 0 0,1 0 0 0 0,-2 2-1 0 0,-3 3 62 0 0,-1-1-1 0 0,2 1 1 0 0,-1 1-1 0 0,0-1 1 0 0,1 1-1 0 0,1 0 0 0 0,-1 0 1 0 0,1 0-1 0 0,0 1 1 0 0,0 0-1 0 0,1-1 1 0 0,0 1-1 0 0,1 1 0 0 0,0-1 1 0 0,-2 17-1 0 0,4-21-63 0 0,0 0-1 0 0,0 1 0 0 0,1-1 1 0 0,-1 1-1 0 0,1-1 0 0 0,0 0 1 0 0,3 6-1 0 0,-4-8-27 0 0,1-1 0 0 0,0 1-1 0 0,0 0 1 0 0,0-1 0 0 0,0 1-1 0 0,0-1 1 0 0,0 0 0 0 0,1 1 0 0 0,-1-1-1 0 0,0 0 1 0 0,1 0 0 0 0,-1 1 0 0 0,1-1-1 0 0,-1 0 1 0 0,1-1 0 0 0,0 1-1 0 0,-1 0 1 0 0,1 0 0 0 0,0-1 0 0 0,0 1-1 0 0,3 0 1 0 0,7 0-191 0 0,0 0 0 0 0,0-1 0 0 0,0-1-1 0 0,0 0 1 0 0,0 0 0 0 0,0-1 0 0 0,0-1 0 0 0,0 0 0 0 0,0-1 0 0 0,-1 0 0 0 0,15-7-1 0 0,7-5-2102 0 0,-1-2-1 0 0,49-35 0 0 0,-48 28-2523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44 590 3300 0 0,'0'0'5868'0'0,"-1"3"-4790"0"0,-7 13 5097 0 0,11-19-6073 0 0,6-10-99 0 0,0 0-1 0 0,-2-1 1 0 0,1 0 0 0 0,-2 0 0 0 0,0-1-1 0 0,0 1 1 0 0,-2-1 0 0 0,1 0 0 0 0,-2-1-1 0 0,0 1 1 0 0,1-31 0 0 0,-3 7-28 0 0,-1 1 0 0 0,-2-1 0 0 0,-12-69 0 0 0,13 102 26 0 0,-3-19 9 0 0,-2 0 1 0 0,0 0-1 0 0,-15-33 0 0 0,21 55-9 0 0,-1 0 0 0 0,0 1 0 0 0,0-1 0 0 0,0 1-1 0 0,0 0 1 0 0,0-1 0 0 0,-1 1 0 0 0,1 0 0 0 0,-1 0 0 0 0,0 0-1 0 0,1 0 1 0 0,-3-2 0 0 0,2-2 28 0 0,2 6-27 0 0,0 0 0 0 0,0 0 0 0 0,0 1-1 0 0,0-1 1 0 0,0 0 0 0 0,0 0 0 0 0,0 1 0 0 0,0-1 0 0 0,0 0-1 0 0,0 0 1 0 0,0 0 0 0 0,-1 0 0 0 0,1 1 0 0 0,0-1 0 0 0,0 0-1 0 0,0 0 1 0 0,0 0 0 0 0,0 0 0 0 0,-1 1 0 0 0,1-1-1 0 0,0 0 1 0 0,0 0 0 0 0,0 0 0 0 0,-1 0 0 0 0,1 0 0 0 0,0 0-1 0 0,0 0 1 0 0,0 0 0 0 0,-1 0 0 0 0,1 0 0 0 0,0 1 0 0 0,0-1-1 0 0,-1 0 1 0 0,1 0 0 0 0,0 0 0 0 0,0-1 0 0 0,-1 2 0 0 0,0-1 0 0 0,1 0 1 0 0,-1 0-1 0 0,1 0 0 0 0,-1 0 1 0 0,0 0-1 0 0,1 1 1 0 0,-1-1-1 0 0,1 0 0 0 0,-1 0 1 0 0,1 1-1 0 0,-1-1 0 0 0,1 0 1 0 0,-1 1-1 0 0,1-1 0 0 0,-1 1 1 0 0,1-1-1 0 0,-1 1 1 0 0,1-1-1 0 0,0 1 0 0 0,-1-1 1 0 0,1 1-1 0 0,0-1 0 0 0,0 1 1 0 0,-1-1-1 0 0,1 1 0 0 0,0-1 1 0 0,0 2-1 0 0,-6 21 31 0 0,2 0-1 0 0,1 0 0 0 0,1 0 1 0 0,1 1-1 0 0,1-1 0 0 0,1 0 1 0 0,7 44-1 0 0,-1-32-217 0 0,1 0 0 0 0,1-1 0 0 0,2 0 0 0 0,24 52-1 0 0,-31-77-101 0 0,1-1-1 0 0,0 1 1 0 0,0-1-1 0 0,1 0 1 0 0,-1 0-1 0 0,2-1 1 0 0,-1 0-1 0 0,1 0 1 0 0,0-1-1 0 0,1 1 1 0 0,-1-1-1 0 0,13 6 1 0 0,-17-10 175 0 0,0-1 0 0 0,0 0 1 0 0,0 0-1 0 0,0-1 0 0 0,1 1 0 0 0,-1-1 1 0 0,0 1-1 0 0,0-1 0 0 0,1 0 0 0 0,-1 0 1 0 0,0 0-1 0 0,0-1 0 0 0,1 1 0 0 0,-1-1 1 0 0,3-1-1 0 0,-3 1 73 0 0,5 0-46 0 0,-1-1 1 0 0,0-1-1 0 0,0 1 0 0 0,0-1 0 0 0,0-1 1 0 0,-1 1-1 0 0,1-1 0 0 0,-1 0 0 0 0,0-1 1 0 0,0 1-1 0 0,0-1 0 0 0,-1 0 1 0 0,6-7-1 0 0,1-3 157 0 0,0 0 1 0 0,-1 0-1 0 0,15-29 0 0 0,4-27 952 0 0,-22 50-666 0 0,-7 17-250 0 0,0 3-26 0 0,-1 0-1 0 0,0 1 0 0 0,1-1 1 0 0,-1 0-1 0 0,0 0 0 0 0,0 0 0 0 0,0 0 1 0 0,1 0-1 0 0,-1 0 0 0 0,0 0 1 0 0,0 0-1 0 0,0 0 0 0 0,-1 0 1 0 0,1 0-1 0 0,0 0 0 0 0,0 0 1 0 0,-1-1-1 0 0,-4 6-4 0 0,1 0 0 0 0,-1 0 0 0 0,1 1 0 0 0,0-1 0 0 0,0 1 0 0 0,0 0 0 0 0,1 0 0 0 0,0 1 0 0 0,0-1 0 0 0,0 1 0 0 0,-3 9 0 0 0,-1 5 64 0 0,-9 38-1 0 0,14-48-115 0 0,0 0 1 0 0,1 1-1 0 0,0-1 0 0 0,1 14 0 0 0,0-23-26 0 0,1 4-6 0 0,0-1-12 0 0,5 13-10 0 0,-5-13-21 0 0,0-4 47 0 0,-1 0-1 0 0,0 0 0 0 0,0 0 1 0 0,1 0-1 0 0,-1 0 0 0 0,0 0 1 0 0,1 0-1 0 0,-1 0 1 0 0,0 0-1 0 0,0 0 0 0 0,1 0 1 0 0,-1 0-1 0 0,0 0 0 0 0,0 0 1 0 0,1 0-1 0 0,-1 1 1 0 0,0-1-1 0 0,0 0 0 0 0,1 0 1 0 0,-1 0-1 0 0,0 0 0 0 0,0 1 1 0 0,0-1-1 0 0,1 0 0 0 0,-1 0 1 0 0,0 0-1 0 0,0 1 1 0 0,0-1-1 0 0,0 0 0 0 0,0 0 1 0 0,1 1-1 0 0,-1-1 0 0 0,0 1 1 0 0,0-1-3 0 0,0 1 1 0 0,1-1-1 0 0,-1 0 1 0 0,0 1 0 0 0,0-1-1 0 0,1 1 1 0 0,-1-1-1 0 0,0 0 1 0 0,1 1-1 0 0,-1-1 1 0 0,0 1-1 0 0,1-1 1 0 0,-1 0 0 0 0,1 0-1 0 0,-1 1 1 0 0,1-1-1 0 0,-1 0 1 0 0,1 0-1 0 0,-1 1 1 0 0,1-1-1 0 0,-1 0 1 0 0,1 0 0 0 0,-1 0-1 0 0,1 0 1 0 0,-1 0-1 0 0,1 0 1 0 0,-1 0-1 0 0,1 0 1 0 0,-1 0-1 0 0,1 0 1 0 0,-1 0 0 0 0,1 0-1 0 0,-1 0 1 0 0,1-1-1 0 0,4 1 23 0 0,0-1 0 0 0,0 0-1 0 0,0 0 1 0 0,0-1 0 0 0,0 1-1 0 0,-1-1 1 0 0,1 0 0 0 0,0-1-1 0 0,-1 1 1 0 0,0-1 0 0 0,0 0-1 0 0,8-6 1 0 0,-8 5 97 0 0,-1 0 0 0 0,1 0 0 0 0,0-1-1 0 0,-1 0 1 0 0,0 1 0 0 0,0-1 0 0 0,0-1 0 0 0,-1 1 0 0 0,0 0 0 0 0,0-1 0 0 0,0 1 0 0 0,-1-1-1 0 0,1 1 1 0 0,-1-1 0 0 0,-1 0 0 0 0,1 1 0 0 0,-1-1 0 0 0,0 0 0 0 0,0 0 0 0 0,-2-10-1 0 0,-2-3-53 0 0,3 15-6 0 0,-4-2 2 0 0,5 5-83 0 0,0 0 0 0 0,0 1-1 0 0,0-1 1 0 0,0 1 0 0 0,0-1-1 0 0,-1 0 1 0 0,1 1 0 0 0,0-1 0 0 0,-1 1-1 0 0,1-1 1 0 0,0 1 0 0 0,-1-1-1 0 0,1 1 1 0 0,0-1 0 0 0,-1 1-1 0 0,1-1 1 0 0,-1 1 0 0 0,1 0 0 0 0,-1-1-1 0 0,1 1 1 0 0,-1 0 0 0 0,0-1-1 0 0,1 1 1 0 0,-1 0 0 0 0,1 0-1 0 0,-2-1 1 0 0,-1 1-229 0 0,1 0-1 0 0,-1 1 1 0 0,0-1-1 0 0,0 1 1 0 0,0-1-1 0 0,0 1 1 0 0,0 0-1 0 0,0 0 1 0 0,1 0-1 0 0,-1 0 1 0 0,0 1-1 0 0,1-1 1 0 0,-1 1 0 0 0,1-1-1 0 0,0 1 1 0 0,-1 0-1 0 0,-1 3 1 0 0,2-3-1080 0 0,-8 14-3210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3604 0 0,'2'-2'1646'0'0,"-1"1"-1437"0"0,-1 0 0 0 0,1 1-1 0 0,0-1 1 0 0,0 0-1 0 0,-1 1 1 0 0,1-1-1 0 0,0 1 1 0 0,0-1-1 0 0,0 1 1 0 0,0 0-1 0 0,0-1 1 0 0,0 1-1 0 0,0 0 1 0 0,0-1-1 0 0,0 1 1 0 0,0 0-1 0 0,0 0 1 0 0,0 0 0 0 0,0 0-1 0 0,0 0 1 0 0,0 0-1 0 0,0 0 1 0 0,0 0-1 0 0,1 1 1 0 0,0 0-47 0 0,0 0 1 0 0,0 0-1 0 0,0 0 1 0 0,0 0-1 0 0,-1 1 1 0 0,1-1-1 0 0,0 0 1 0 0,-1 1-1 0 0,1 0 0 0 0,-1-1 1 0 0,2 3-1 0 0,5 8-92 0 0,-1 0 0 0 0,-1 0 0 0 0,6 15 0 0 0,-6-15 366 0 0,60 152-1951 0 0,-49-137-182 0 0,-4-18-3350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1 3424 0 0,'0'0'2779'0'0,"-5"0"-1706"0"0,2 0-941 0 0,0 0 1 0 0,1 0-1 0 0,-1 1 1 0 0,0-1-1 0 0,0 1 1 0 0,1 0-1 0 0,-1 0 1 0 0,0 0-1 0 0,1 0 1 0 0,-1 0-1 0 0,1 1 1 0 0,-1-1-1 0 0,1 1 1 0 0,-1-1-1 0 0,1 1 0 0 0,0 0 1 0 0,0 0-1 0 0,0 0 1 0 0,0 0-1 0 0,0 1 1 0 0,-1 1-1 0 0,-15 21-72 0 0,2 0 0 0 0,0 1 0 0 0,2 0 0 0 0,1 1 0 0 0,1 1 0 0 0,1 0 0 0 0,-10 44 0 0 0,18-48-1335 0 0,4-18 903 0 0,-1-1-995 0 0,1-1-22 0 0,4 13-914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21 206 3752 0 0,'0'0'6732'0'0,"-2"2"-6374"0"0,2-2-336 0 0,0 1 0 0 0,-1-1 0 0 0,1 1 0 0 0,0-1 0 0 0,-1 1 0 0 0,1-1 0 0 0,0 1 0 0 0,0-1 0 0 0,-1 1 0 0 0,1-1 0 0 0,0 1 0 0 0,0-1 0 0 0,0 1 0 0 0,0-1 0 0 0,-1 1 0 0 0,1-1 0 0 0,0 1 0 0 0,0-1 0 0 0,0 1 0 0 0,0-1 0 0 0,0 1 0 0 0,1 0 0 0 0,-1-1 0 0 0,0 1 0 0 0,0-1 0 0 0,0 1 0 0 0,0-1 0 0 0,0 1 0 0 0,1-1 0 0 0,-1 1 0 0 0,0-1 0 0 0,1 1 0 0 0,-1-1 0 0 0,0 0 0 0 0,1 1 0 0 0,-1-1 0 0 0,0 1 0 0 0,1-1 0 0 0,-1 0 0 0 0,1 1 0 0 0,-1-1 0 0 0,1 0 0 0 0,-1 0 0 0 0,1 1 0 0 0,-1-1 0 0 0,1 0 0 0 0,-1 0 0 0 0,1 1 0 0 0,2 1 8 0 0,1-3-20 0 0,0 0-1 0 0,0 1 1 0 0,0-1-1 0 0,0 0 1 0 0,0-1-1 0 0,0 1 0 0 0,-1-1 1 0 0,1 1-1 0 0,-1-1 1 0 0,1 0-1 0 0,-1-1 1 0 0,6-3-1 0 0,36-37 144 0 0,-41 39-123 0 0,3-3 79 0 0,0-1-1 0 0,-1 0 0 0 0,0 0 0 0 0,0 0 0 0 0,-1 0 0 0 0,0-1 0 0 0,0 0 1 0 0,-1 0-1 0 0,-1 0 0 0 0,4-12 0 0 0,-6 17 58 0 0,-1-1-59 0 0,-2-15 5 0 0,2 19-104 0 0,0 0 0 0 0,0 0-1 0 0,-1 0 1 0 0,1 0 0 0 0,0 0-1 0 0,-1-1 1 0 0,1 1 0 0 0,-1 0 0 0 0,1 0-1 0 0,-1 0 1 0 0,1 0 0 0 0,-1 0-1 0 0,0 0 1 0 0,0 0 0 0 0,1 0 0 0 0,-1 1-1 0 0,0-1 1 0 0,0 0 0 0 0,0 0-1 0 0,0 1 1 0 0,0-1 0 0 0,0 0 0 0 0,0 1-1 0 0,-2-1 1 0 0,-28-4 46 0 0,24 7-46 0 0,3 1 4 0 0,1-2 7 0 0,-1 0 0 0 0,0 1 0 0 0,1-1 0 0 0,-1 1 0 0 0,1 0 0 0 0,0 0 0 0 0,-1 0 0 0 0,1 1 0 0 0,0-1 0 0 0,0 1 1 0 0,-4 5-1 0 0,0-1 53 0 0,-2 2 30 0 0,2-1 0 0 0,-1 1 1 0 0,1 1-1 0 0,0-1 0 0 0,1 1 1 0 0,0 1-1 0 0,1-1 0 0 0,0 1 1 0 0,1 0-1 0 0,0 0 0 0 0,1 0 0 0 0,-4 21 1 0 0,6-31-98 0 0,1 1 1 0 0,0 0-1 0 0,-1-1 0 0 0,1 1 1 0 0,0 0-1 0 0,0-1 1 0 0,0 1-1 0 0,0 0 1 0 0,1-1-1 0 0,-1 1 0 0 0,0-1 1 0 0,1 1-1 0 0,-1 0 1 0 0,1-1-1 0 0,-1 1 0 0 0,2 1 1 0 0,0 1 7 0 0,-2-2-16 0 0,1 0-1 0 0,-1 0 1 0 0,1-1-1 0 0,-1 1 1 0 0,1-1-1 0 0,0 1 1 0 0,0-1-1 0 0,-1 1 0 0 0,1-1 1 0 0,0 1-1 0 0,1-1 1 0 0,-1 1-1 0 0,0-1 1 0 0,0 0-1 0 0,0 0 1 0 0,1 0-1 0 0,2 2 1 0 0,0 0-29 0 0,1 1-88 0 0,1-1 0 0 0,-1 0 1 0 0,0 0-1 0 0,1-1 0 0 0,0 0 1 0 0,-1 0-1 0 0,1 0 1 0 0,0 0-1 0 0,0-1 0 0 0,0 0 1 0 0,0-1-1 0 0,0 1 0 0 0,0-1 1 0 0,0 0-1 0 0,0 0 0 0 0,11-3 1 0 0,-4 1-258 0 0,0 0 0 0 0,0-1 1 0 0,0 0-1 0 0,0-1 0 0 0,-1-1 1 0 0,0 0-1 0 0,15-8 0 0 0,-10 3-2277 0 0,30-24 0 0 0,-22 12-2689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91 629 4672 0 0,'0'0'8488'0'0,"-5"1"-7948"0"0,-12 0-95 0 0,13-1 1690 0 0,0-8-1978 0 0,4 8-151 0 0,-1 0 0 0 0,1-1 1 0 0,0 1-1 0 0,-1-1 0 0 0,1 1 1 0 0,0 0-1 0 0,-1-1 0 0 0,1 1 1 0 0,0-1-1 0 0,0 1 0 0 0,0-1 0 0 0,-1 1 1 0 0,1-1-1 0 0,0 1 0 0 0,0-1 1 0 0,0 1-1 0 0,0-1 0 0 0,0 1 1 0 0,0-1-1 0 0,0 1 0 0 0,0-1 0 0 0,0 1 1 0 0,0-1-1 0 0,0 1 0 0 0,0-1 1 0 0,0 1-1 0 0,1-1 0 0 0,-1 1 1 0 0,0-1-1 0 0,1 0 0 0 0,10-40-53 0 0,-1-1-1 0 0,-2-1 1 0 0,-2 1-1 0 0,-2-1 1 0 0,-1 0 0 0 0,-3-1-1 0 0,-2 1 1 0 0,-1 0-1 0 0,-2 1 1 0 0,-2-1-1 0 0,-23-74 1 0 0,27 109 39 0 0,-2-2 0 0 0,3 7-8 0 0,-2 6-10 0 0,0 0 24 0 0,1 1 1 0 0,0 0 0 0 0,0 0 0 0 0,0 0-1 0 0,0 0 1 0 0,0 1 0 0 0,1-1-1 0 0,0 1 1 0 0,0-1 0 0 0,0 1-1 0 0,0 0 1 0 0,1 0 0 0 0,0 0-1 0 0,0 0 1 0 0,-1 10 0 0 0,0 14 13 0 0,1 45 1 0 0,2-57-5 0 0,1 39 24 0 0,13 86 0 0 0,-10-115-39 0 0,1-1-1 0 0,1 0 0 0 0,1 0 1 0 0,1-1-1 0 0,18 33 0 0 0,-23-51-40 0 0,0 1 0 0 0,1-1 0 0 0,0 1 0 0 0,1-1 0 0 0,-1-1 0 0 0,1 1 0 0 0,1-1 0 0 0,-1 0 0 0 0,1 0 0 0 0,0-1 0 0 0,1 0 0 0 0,-1 0 0 0 0,1-1 0 0 0,9 4 0 0 0,-14-7 5 0 0,1 0 1 0 0,0 0-1 0 0,-1-1 1 0 0,1 0 0 0 0,0 1-1 0 0,-1-1 1 0 0,1 0-1 0 0,0-1 1 0 0,0 1 0 0 0,-1-1-1 0 0,1 0 1 0 0,0 1-1 0 0,5-4 1 0 0,0 1-57 0 0,1-1-1 0 0,-1 0 1 0 0,13-9 0 0 0,-15 8 43 0 0,1-1 0 0 0,-1 0 0 0 0,-1 0 1 0 0,1 0-1 0 0,-1-1 0 0 0,0 0 0 0 0,0-1 0 0 0,-1 1 0 0 0,5-11 1 0 0,-1 2-40 0 0,-2 0 0 0 0,0 0 0 0 0,6-26 0 0 0,-11 38 94 0 0,-1 0 23 0 0,3-14-10 0 0,-3 14 251 0 0,6 24-109 0 0,-4-3-97 0 0,0-3-29 0 0,-1 0 1 0 0,2 0-1 0 0,0-1 0 0 0,0 1 0 0 0,2-1 0 0 0,10 20 0 0 0,-13-26-15 0 0,1-1-165 0 0,0 0 0 0 0,0-1 0 0 0,0 1 0 0 0,0-1 0 0 0,1 0 0 0 0,0 0 0 0 0,0 0 0 0 0,0-1 0 0 0,11 8-1 0 0,-12-10-497 0 0,0-1-141 0 0,-1 0 675 0 0,17 1-1719 0 0,-1-10-2833 0 0,-4-3 186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63 3348 0 0,'-3'-2'1166'0'0,"-7"-3"-209"0"0,0 0-1 0 0,-1 0 1 0 0,-17-4-1 0 0,23 8-688 0 0,1 2-29 0 0,-1-1-162 0 0,1 1 0 0 0,0 0-1 0 0,0 0 1 0 0,0 0-1 0 0,0 1 1 0 0,0-1-1 0 0,0 1 1 0 0,0 0-1 0 0,0 0 1 0 0,0 1-1 0 0,1-1 1 0 0,-1 1-1 0 0,-5 5 1 0 0,-23 42 268 0 0,30-47-323 0 0,-4 17-16 0 0,5-17 72 0 0,3 5-57 0 0,-2-8-19 0 0,0 1 0 0 0,0-1 1 0 0,0 1-1 0 0,0-1 0 0 0,0 1 1 0 0,0-1-1 0 0,0 0 0 0 0,0 1 1 0 0,0-1-1 0 0,0 1 0 0 0,0-1 1 0 0,0 0-1 0 0,1 1 0 0 0,-1-1 1 0 0,0 1-1 0 0,0-1 0 0 0,0 0 1 0 0,0 1-1 0 0,1-1 0 0 0,-1 0 1 0 0,0 1-1 0 0,0-1 0 0 0,1 0 1 0 0,-1 1-1 0 0,0-1 0 0 0,1 0 1 0 0,-1 0-1 0 0,0 1 0 0 0,1-1 1 0 0,-1 0-1 0 0,0 0 0 0 0,1 1 1 0 0,-1-1-1 0 0,1 0 0 0 0,-1 0 1 0 0,1 0-1 0 0,9-3 79 0 0,0-1-1 0 0,0 0 1 0 0,-1 0 0 0 0,1-1-1 0 0,-1 0 1 0 0,0-1 0 0 0,0 0-1 0 0,-1 0 1 0 0,0-1 0 0 0,12-12-1 0 0,-17 15-41 0 0,1 1 0 0 0,-1 0-1 0 0,1-1 1 0 0,-1 0 0 0 0,0 0-1 0 0,0 0 1 0 0,-1 0 0 0 0,1-1-1 0 0,-1 1 1 0 0,0 0 0 0 0,0-1-1 0 0,-1 0 1 0 0,1 1 0 0 0,-1-1-1 0 0,0 0 1 0 0,0 0 0 0 0,0 0-1 0 0,-1 0 1 0 0,0-5 0 0 0,-4 12-171 0 0,1 0 62 0 0,0 1-1 0 0,0 0 1 0 0,0-1-1 0 0,0 1 1 0 0,0 0-1 0 0,1 1 1 0 0,-1-1-1 0 0,1 0 0 0 0,0 1 1 0 0,0-1-1 0 0,0 1 1 0 0,0 0-1 0 0,-2 7 1 0 0,1 1-903 0 0,0 1 0 0 0,0-1 1 0 0,0 17-1 0 0,2-24-1640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 3564 0 0,'18'-68'9436'0'0,"-18"68"-9424"0"0,0 1 1 0 0,0-1-1 0 0,0 1 1 0 0,0-1-1 0 0,0 0 0 0 0,0 1 1 0 0,0-1-1 0 0,0 1 1 0 0,0-1-1 0 0,0 0 0 0 0,0 1 1 0 0,0-1-1 0 0,1 1 1 0 0,-1-1-1 0 0,0 0 1 0 0,0 1-1 0 0,0-1 0 0 0,1 0 1 0 0,-1 1-1 0 0,0-1 1 0 0,0 0-1 0 0,1 0 0 0 0,-1 1 1 0 0,0-1-1 0 0,1 0 1 0 0,-1 0-1 0 0,1 1 1 0 0,0 0 2 0 0,0-1 1 0 0,-1 1 0 0 0,1 0 0 0 0,0 0 0 0 0,0-1 0 0 0,0 1 0 0 0,-1 0 0 0 0,1 0 0 0 0,-1 0 0 0 0,1 0 0 0 0,0 0-1 0 0,-1 0 1 0 0,0 0 0 0 0,1 0 0 0 0,-1 0 0 0 0,0 0 0 0 0,1 2 0 0 0,21 82 198 0 0,87 273-1275 0 0,-106-350 576 0 0,0 0 1 0 0,1 0-1 0 0,0-1 1 0 0,8 12-1 0 0,13 4-5053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50 3568 0 0,'-4'-1'300'0'0,"-1"0"0"0"0,1 0-1 0 0,0 0 1 0 0,-1 1 0 0 0,1 0-1 0 0,-1-1 1 0 0,1 2 0 0 0,0-1 0 0 0,-1 0-1 0 0,1 1 1 0 0,-1 0 0 0 0,1 0-1 0 0,0 0 1 0 0,0 1 0 0 0,-1-1-1 0 0,1 1 1 0 0,-4 3 0 0 0,1-2-126 0 0,0 1 0 0 0,0 0 1 0 0,0 1-1 0 0,1-1 0 0 0,-1 1 1 0 0,1 1-1 0 0,1-1 0 0 0,-1 1 1 0 0,1 0-1 0 0,0 0 0 0 0,0 1 1 0 0,1 0-1 0 0,-1 0 0 0 0,1 0 1 0 0,1 0-1 0 0,0 0 0 0 0,-3 9 0 0 0,4-10-122 0 0,1 1-1 0 0,0-1 1 0 0,0 1 0 0 0,1-1-1 0 0,0 1 1 0 0,0-1-1 0 0,2 12 1 0 0,-2-16-44 0 0,1 1 1 0 0,-1-1-1 0 0,1 0 0 0 0,0 0 1 0 0,0 1-1 0 0,-1-1 1 0 0,2 0-1 0 0,-1 0 0 0 0,0 0 1 0 0,0 0-1 0 0,1 0 1 0 0,-1 0-1 0 0,1-1 1 0 0,-1 1-1 0 0,1 0 0 0 0,0-1 1 0 0,0 1-1 0 0,0-1 1 0 0,-1 0-1 0 0,1 0 0 0 0,1 0 1 0 0,-1 1-1 0 0,0-2 1 0 0,0 1-1 0 0,0 0 1 0 0,0 0-1 0 0,1-1 0 0 0,-1 1 1 0 0,3-1-1 0 0,10 1-197 0 0,1-1 0 0 0,-1 0 0 0 0,0-2 0 0 0,1 1 0 0 0,-1-2 0 0 0,0 0 0 0 0,0-1 0 0 0,25-10 0 0 0,-16 4-588 0 0,0-1 0 0 0,-1-1 0 0 0,0 0 0 0 0,31-25 0 0 0,-48 32 546 0 0,0 0 0 0 0,0-1-1 0 0,-1 0 1 0 0,5-8 0 0 0,-5 8 197 0 0,-2 3 169 0 0,-2 0 20 0 0,5-10 49 0 0,-5 10 2277 0 0,-5 4-2315 0 0,-12 2-34 0 0,12-2 130 0 0,4 0-259 0 0,-2 19 118 0 0,2-20-120 0 0,-1 1 1 0 0,1-1-1 0 0,1 0 1 0 0,-1 1 0 0 0,0-1-1 0 0,0 1 1 0 0,0-1-1 0 0,0 1 1 0 0,0-1-1 0 0,0 0 1 0 0,0 1-1 0 0,0-1 1 0 0,1 1-1 0 0,-1-1 1 0 0,0 0-1 0 0,0 1 1 0 0,1-1-1 0 0,-1 1 1 0 0,0-1-1 0 0,0 0 1 0 0,1 0-1 0 0,-1 1 1 0 0,0-1-1 0 0,1 0 1 0 0,-1 1 0 0 0,1-1-1 0 0,-1 0 1 0 0,0 0-1 0 0,1 0 1 0 0,-1 0-1 0 0,1 1 1 0 0,-1-1-1 0 0,0 0 1 0 0,1 0-1 0 0,-1 0 1 0 0,1 0-1 0 0,-1 0 1 0 0,1 0-1 0 0,-1 0 1 0 0,0 0-1 0 0,1 0 1 0 0,-1 0-1 0 0,1 0 1 0 0,-1 0 0 0 0,1 0-1 0 0,-1-1 1 0 0,0 1-1 0 0,1 0 1 0 0,-1 0-1 0 0,1 0 1 0 0,-1-1-1 0 0,0 1 1 0 0,1 0-1 0 0,6-3 38 0 0,-1-1 0 0 0,0 1-1 0 0,0-1 1 0 0,0 0 0 0 0,-1 0-1 0 0,1-1 1 0 0,-1 0 0 0 0,0 0-1 0 0,0 0 1 0 0,0 0 0 0 0,-1-1-1 0 0,6-9 1 0 0,-9 12 81 0 0,6-13 90 0 0,-5 13-175 0 0,0-1 147 0 0,-2 0-110 0 0,0-15-6 0 0,0 15 5 0 0,-2 1 8 0 0,1 2-66 0 0,0-1 0 0 0,0 1 0 0 0,0 0 0 0 0,0-1 0 0 0,0 1 0 0 0,0 0 0 0 0,0 0 0 0 0,-1 0 0 0 0,1 0 0 0 0,0 0 0 0 0,-1 0 0 0 0,1 0 0 0 0,-1 0 0 0 0,1 1 0 0 0,-1-1 0 0 0,-2 0 0 0 0,0 0 56 0 0,-14 9 143 0 0,16-6-176 0 0,-1-1 1 0 0,1 1-1 0 0,0 0 1 0 0,0 0-1 0 0,0 0 1 0 0,0 0-1 0 0,0 0 0 0 0,0 1 1 0 0,0-1-1 0 0,1 1 1 0 0,-1-1-1 0 0,1 1 1 0 0,-2 3-1 0 0,2-4-20 0 0,-1 2 25 0 0,1 0-1 0 0,-1 0 0 0 0,1 1 1 0 0,0-1-1 0 0,0 0 0 0 0,0 1 0 0 0,0-1 1 0 0,1 1-1 0 0,0 5 0 0 0,0-4-1 0 0,0-2-28 0 0,0 1 1 0 0,0-1 0 0 0,1 1-1 0 0,-1-1 1 0 0,1 0 0 0 0,0 0-1 0 0,1 1 1 0 0,-1-1-1 0 0,1 0 1 0 0,0 0 0 0 0,0 0-1 0 0,0-1 1 0 0,0 1 0 0 0,1 0-1 0 0,-1-1 1 0 0,1 0-1 0 0,0 1 1 0 0,0-1 0 0 0,1 0-1 0 0,-1 0 1 0 0,0-1 0 0 0,1 1-1 0 0,0-1 1 0 0,7 4 0 0 0,-8-5-24 0 0,1 0 0 0 0,-1 0 0 0 0,1-1 0 0 0,-1 1 1 0 0,1-1-1 0 0,-1 0 0 0 0,1 0 0 0 0,0 0 0 0 0,-1 0 0 0 0,1-1 1 0 0,-1 1-1 0 0,1-1 0 0 0,5-2 0 0 0,41-19-683 0 0,-50 22 693 0 0,34-19-3304 0 0,62-46 0 0 0,-58 35-2008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6 483 4492 0 0,'-6'-16'2615'0'0,"6"16"-2429"0"0,0-1 0 0 0,1 1 0 0 0,-1-1 0 0 0,0 0-1 0 0,0 1 1 0 0,1-1 0 0 0,-1 1 0 0 0,0-1-1 0 0,1 1 1 0 0,-1-1 0 0 0,0 1 0 0 0,1-1-1 0 0,-1 1 1 0 0,1-1 0 0 0,-1 1 0 0 0,1-1 0 0 0,-1 1-1 0 0,1 0 1 0 0,-1-1 0 0 0,1 1 0 0 0,0-1-1 0 0,2 0-48 0 0,2 1-10 0 0,2 2-78 0 0,1-1 0 0 0,0-1-1 0 0,0 0 1 0 0,0 0-1 0 0,0 0 1 0 0,-1-1-1 0 0,1 0 1 0 0,0 0-1 0 0,0-1 1 0 0,-1 0 0 0 0,8-4-1 0 0,-10 4-44 0 0,-1 0 1 0 0,0-1-1 0 0,0 1 1 0 0,0-1-1 0 0,0 0 0 0 0,0-1 1 0 0,0 1-1 0 0,4-6 0 0 0,-2 3 0 0 0,-2 2-11 0 0,-1 0 0 0 0,1 0-1 0 0,-1-1 1 0 0,0 1 0 0 0,-1-1 0 0 0,1 0 0 0 0,-1 1 0 0 0,0-1 0 0 0,3-9 0 0 0,-4 10-14 0 0,3-10 43 0 0,-2 1 1 0 0,1-1-1 0 0,-2 0 1 0 0,0 0-1 0 0,-1 0 1 0 0,0 0-1 0 0,-1 0 1 0 0,0 0-1 0 0,-1 1 1 0 0,-4-15-1 0 0,2 13 41 0 0,0 0 0 0 0,-1 0 0 0 0,-1 1 0 0 0,0 0-1 0 0,-1 0 1 0 0,0 1 0 0 0,-1-1 0 0 0,-1 2 0 0 0,0-1 0 0 0,-11-11 0 0 0,-2 8 269 0 0,18 13-294 0 0,0 3-6 0 0,-15-1-15 0 0,18 1-13 0 0,1 0-1 0 0,-1 0 1 0 0,0 0 0 0 0,0 1 0 0 0,0-1-1 0 0,0 0 1 0 0,0 0 0 0 0,1 1 0 0 0,-1-1-1 0 0,0 1 1 0 0,0-1 0 0 0,1 0 0 0 0,-1 1 0 0 0,0-1-1 0 0,1 1 1 0 0,-1 0 0 0 0,0-1 0 0 0,1 1-1 0 0,-1 0 1 0 0,1-1 0 0 0,-1 1 0 0 0,1 0-1 0 0,-1 0 1 0 0,0 0 0 0 0,-3 8 31 0 0,0 11-28 0 0,1 0-1 0 0,1-1 1 0 0,1 1-1 0 0,1 0 1 0 0,0 0 0 0 0,6 34-1 0 0,31 124 104 0 0,-30-150-120 0 0,89 298 54 0 0,-52-189-340 0 0,36 189 0 0 0,-77-307-757 0 0,-2 0-1 0 0,0 0 1 0 0,-2 34-1 0 0,0-49-519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37 346 3536 0 0,'-36'-22'4741'0'0,"44"6"-4317"0"0,-5 13-386 0 0,1-1 0 0 0,-1 1 0 0 0,1 0 0 0 0,0 1-1 0 0,0-1 1 0 0,0 1 0 0 0,0 0 0 0 0,0-1-1 0 0,0 2 1 0 0,9-4 0 0 0,-6 3-21 0 0,207-90 681 0 0,-39 20-190 0 0,-171 70-454 0 0,1 0-1 0 0,9-4 186 0 0,-19 13 432 0 0,-18 19-325 0 0,14-16-317 0 0,1 1-1 0 0,1 1 1 0 0,0-1-1 0 0,0 1 0 0 0,1 1 1 0 0,0-1-1 0 0,1 1 1 0 0,1 0-1 0 0,0 0 1 0 0,1 0-1 0 0,0 1 1 0 0,1-1-1 0 0,-1 25 1 0 0,3-36-47 0 0,0 0 0 0 0,1 0 0 0 0,-1 0 0 0 0,0-1 0 0 0,1 1 0 0 0,-1 0 0 0 0,1 0 0 0 0,0 0 0 0 0,-1-1 0 0 0,1 1 0 0 0,0 0 0 0 0,0-1 0 0 0,0 1 0 0 0,0-1 0 0 0,1 1 1 0 0,-1-1-1 0 0,0 1 0 0 0,1-1 0 0 0,-1 0 0 0 0,0 0 0 0 0,1 0 0 0 0,0 0 0 0 0,-1 0 0 0 0,1 0 0 0 0,0 0 0 0 0,-1 0 0 0 0,1-1 0 0 0,0 1 0 0 0,0 0 0 0 0,-1-1 0 0 0,1 0 0 0 0,0 1 0 0 0,0-1 0 0 0,0 0 0 0 0,0 0 0 0 0,0 0 0 0 0,0 0 1 0 0,-1-1-1 0 0,1 1 0 0 0,3-1 0 0 0,4 0-17 0 0,1-1 0 0 0,-1-1 0 0 0,1 1 0 0 0,-1-1 0 0 0,0-1 1 0 0,9-4-1 0 0,-10 4 81 0 0,0-1 0 0 0,0 0 1 0 0,0-1-1 0 0,0 1 0 0 0,-1-1 1 0 0,0-1-1 0 0,0 0 0 0 0,0 0 0 0 0,-1 0 1 0 0,0 0-1 0 0,-1-1 0 0 0,6-10 1 0 0,-9 15-11 0 0,-1 0-1 0 0,0 0 1 0 0,1 0 0 0 0,-1 0 0 0 0,-1-1-1 0 0,1 1 1 0 0,0 0 0 0 0,-1 0 0 0 0,0 0 0 0 0,1-1-1 0 0,-1 1 1 0 0,-1 0 0 0 0,1 0 0 0 0,0-1 0 0 0,-1 1-1 0 0,0 0 1 0 0,1 0 0 0 0,-1 0 0 0 0,-3-6 0 0 0,1 3 20 0 0,0 1 1 0 0,0-1 0 0 0,-1 1 0 0 0,0 0 0 0 0,0 0 0 0 0,0 0 0 0 0,-9-7 0 0 0,9 9-17 0 0,0-1 1 0 0,-1 1-1 0 0,0 0 1 0 0,1 1-1 0 0,-11-5 1 0 0,10 5-28 0 0,1 0 18 0 0,0 1-24 0 0,-12-5 15 0 0,12 5-21 0 0,-13-7-1577 0 0,197-44-299 0 0,-31 11 1988 0 0,-144 40-45 0 0,-4 0-23 0 0,1 0 0 0 0,-1 1 0 0 0,0-1 0 0 0,1 1-1 0 0,-1 0 1 0 0,1 0 0 0 0,-1-1 0 0 0,1 1 0 0 0,-1 0 0 0 0,1 0 0 0 0,-1 0-1 0 0,1 0 1 0 0,-1 1 0 0 0,3-1 0 0 0,-4 3-18 0 0,0-1-1 0 0,1 1 1 0 0,-1-1 0 0 0,0 1 0 0 0,-1-1-1 0 0,1 1 1 0 0,0-1 0 0 0,-1 1 0 0 0,1-1-1 0 0,-1 1 1 0 0,0-1 0 0 0,-2 4-1 0 0,-20 33 250 0 0,-6 10-58 0 0,28-47-210 0 0,-3 4 9 0 0,1 0 1 0 0,0 0 0 0 0,1 0 0 0 0,-1 1 0 0 0,1 0 0 0 0,1-1 0 0 0,-1 1 0 0 0,1 0 0 0 0,0 13 0 0 0,1-16 19 0 0,0-2-48 0 0,0 0 0 0 0,0 0 0 0 0,1 1 0 0 0,-1-1 0 0 0,0 0-1 0 0,1 0 1 0 0,0 0 0 0 0,-1 0 0 0 0,1 0 0 0 0,0 0 0 0 0,0 0 0 0 0,0 0-1 0 0,0-1 1 0 0,0 1 0 0 0,1 0 0 0 0,-1 0 0 0 0,0-1 0 0 0,1 1-1 0 0,-1-1 1 0 0,1 1 0 0 0,0-1 0 0 0,-1 0 0 0 0,1 0 0 0 0,0 0 0 0 0,0 0-1 0 0,0 0 1 0 0,0 0 0 0 0,3 1 0 0 0,1-1 4 0 0,1 0 1 0 0,0-1-1 0 0,-1 0 1 0 0,1 0-1 0 0,-1 0 1 0 0,1-1-1 0 0,-1 0 1 0 0,1 0-1 0 0,-1-1 0 0 0,1 0 1 0 0,-1 0-1 0 0,6-3 1 0 0,0-1 136 0 0,-1-1 0 0 0,0-1 1 0 0,17-14-1 0 0,-24 18-17 0 0,0 0 1 0 0,0 0-1 0 0,0 0 0 0 0,-1-1 1 0 0,0 1-1 0 0,0-1 0 0 0,0 0 1 0 0,0 0-1 0 0,-1 0 1 0 0,0-1-1 0 0,0 1 0 0 0,2-10 1 0 0,-1-1 46 0 0,-2 13 25 0 0,-2-3 110 0 0,0 2-274 0 0,0-1-1 0 0,0 0 0 0 0,-1 1 1 0 0,1-1-1 0 0,-1 1 0 0 0,0 0 1 0 0,0-1-1 0 0,-1 1 1 0 0,1 0-1 0 0,-7-7 0 0 0,7 9-25 0 0,-3 1-40 0 0,-13-5-38 0 0,13 5-68 0 0,0 1-104 0 0,-15 3-118 0 0,14-2-90 0 0,3 1-76 0 0,1-1 217 0 0,0 0 0 0 0,0 0 0 0 0,0 0 0 0 0,1 0 0 0 0,-1 1 0 0 0,0-1 0 0 0,1 1 0 0 0,-1-1-1 0 0,1 1 1 0 0,0-1 0 0 0,0 1 0 0 0,-1 0 0 0 0,1 0 0 0 0,0 0 0 0 0,-1 2 0 0 0,1-1-2270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84 561 3408 0 0,'2'-3'1595'0'0,"17"-29"2772"0"0,-17 29-2147 0 0,-5 2-1963 0 0,1 0-231 0 0,1 1 0 0 0,0 0 0 0 0,0-1 1 0 0,0 1-1 0 0,0 0 0 0 0,-1-1 0 0 0,1 1 0 0 0,0 0 0 0 0,0 0 0 0 0,0 0 0 0 0,-1 0 0 0 0,1 0 1 0 0,0 0-1 0 0,0 1 0 0 0,-1-1 0 0 0,1 0 0 0 0,0 1 0 0 0,0-1 0 0 0,0 1 0 0 0,0-1 1 0 0,0 1-1 0 0,0-1 0 0 0,-1 1 0 0 0,1 0 0 0 0,0-1 0 0 0,1 1 0 0 0,-1 0 0 0 0,0 0 0 0 0,0 0 1 0 0,0 0-1 0 0,0 0 0 0 0,1 0 0 0 0,-1 0 0 0 0,0 1 0 0 0,-7 7 23 0 0,1 0 1 0 0,0 0-1 0 0,0 1 0 0 0,1 0 1 0 0,1 0-1 0 0,0 0 0 0 0,0 1 0 0 0,1-1 1 0 0,0 1-1 0 0,-2 13 0 0 0,5-22-72 0 0,1 1 0 0 0,-1-1 0 0 0,1 1 0 0 0,0 0 0 0 0,0-1 0 0 0,1 1 0 0 0,-1 0 0 0 0,0-1-1 0 0,1 1 1 0 0,0-1 0 0 0,-1 1 0 0 0,1-1 0 0 0,0 1 0 0 0,0-1 0 0 0,1 0 0 0 0,-1 1 0 0 0,0-1 0 0 0,1 0 0 0 0,-1 0 0 0 0,1 0-1 0 0,0 0 1 0 0,0 0 0 0 0,0 0 0 0 0,0-1 0 0 0,0 1 0 0 0,0 0 0 0 0,0-1 0 0 0,0 0 0 0 0,1 1 0 0 0,-1-1 0 0 0,3 1-1 0 0,-2-1-217 0 0,2-3-1 0 0,2-1 203 0 0,0-1-1 0 0,0 0 0 0 0,-1 0 1 0 0,1-1-1 0 0,-1 0 1 0 0,0 0-1 0 0,0 0 0 0 0,0-1 1 0 0,-1 0-1 0 0,0 0 1 0 0,0 0-1 0 0,-1 0 0 0 0,0-1 1 0 0,0 0-1 0 0,0 0 1 0 0,-1 0-1 0 0,5-14 0 0 0,1-4 289 0 0,-2-1 0 0 0,0 0-1 0 0,-2 0 1 0 0,3-31-1 0 0,-5 12 137 0 0,-2 1 1 0 0,-2 0-1 0 0,-7-50 0 0 0,-32-127 2485 0 0,39 218-2517 0 0,1 3-351 0 0,0 0 0 0 0,0 1 0 0 0,0-1 1 0 0,0 0-1 0 0,0 0 0 0 0,0 1 0 0 0,0-1 0 0 0,0 0 1 0 0,0 0-1 0 0,0 1 0 0 0,0-1 0 0 0,0 0 0 0 0,0 0 1 0 0,0 0-1 0 0,0 1 0 0 0,-1-1 0 0 0,1 0 0 0 0,0 0 0 0 0,0 1 1 0 0,0-1-1 0 0,0 0 0 0 0,0 0 0 0 0,-1 0 0 0 0,1 0 1 0 0,0 1-1 0 0,0-1 0 0 0,0 0 0 0 0,-1 0 0 0 0,1 0 0 0 0,0 0 1 0 0,0 0-1 0 0,-1 0 0 0 0,1 1 0 0 0,0-1 0 0 0,-1 0 1 0 0,0 0 0 0 0,1 1 0 0 0,-1-1-1 0 0,1 0 1 0 0,0 1 0 0 0,-1-1 0 0 0,1 0-1 0 0,-1 1 1 0 0,1-1 0 0 0,-1 1 0 0 0,1-1-1 0 0,0 0 1 0 0,-1 1 0 0 0,1-1 0 0 0,0 1-1 0 0,0 0 1 0 0,-1-1 0 0 0,1 1 0 0 0,0-1-1 0 0,0 1 1 0 0,0-1 0 0 0,0 1 0 0 0,0-1-1 0 0,0 1 1 0 0,-1 0 0 0 0,1-1 0 0 0,0 1-1 0 0,1-1 1 0 0,-1 1 0 0 0,0 0 0 0 0,0-1-1 0 0,0 1 1 0 0,0-1 0 0 0,1 1 0 0 0,29 295 132 0 0,-4-73-1624 0 0,5 315-3291 0 0,-28-306-911 0 0,-3-134 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41 228 3568 0 0,'-26'-224'8740'0'0,"26"220"-7167"0"0,-9 21-807 0 0,7-2-638 0 0,0 0 0 0 0,1 0 1 0 0,1 0-1 0 0,0 0 1 0 0,3 21-1 0 0,0 3-26 0 0,45 634 476 0 0,-37-594-1020 0 0,-7-88 172 0 0,6-5-46 0 0,50-155-1048 0 0,-59 165 1320 0 0,1 0-2 0 0,-2 1 30 0 0,1 1 0 0 0,0 0 0 0 0,0 0 0 0 0,1 0 0 0 0,-1 0 0 0 0,0 0 0 0 0,1 0 0 0 0,-1 0 0 0 0,1 0 0 0 0,-1 1 0 0 0,1-1 0 0 0,0 0 0 0 0,2-1 0 0 0,-1 2-104 0 0,22 24 211 0 0,6 23-82 0 0,-27-39-20 0 0,1 0 1 0 0,0 0 0 0 0,0-1 0 0 0,1 1-1 0 0,0-1 1 0 0,0-1 0 0 0,0 1-1 0 0,1-1 1 0 0,0 0 0 0 0,0 0 0 0 0,0-1-1 0 0,16 7 1 0 0,-20-10-59 0 0,2-1-44 0 0,2-1 48 0 0,0 1 0 0 0,0-1 0 0 0,0 0 0 0 0,0-1 0 0 0,0 0 0 0 0,0 0 0 0 0,-1 0 0 0 0,1-1 0 0 0,-1 0 0 0 0,7-3 0 0 0,-7 1 0 0 0,1 0 0 0 0,-1 0-1 0 0,0-1 1 0 0,-1 1 0 0 0,1-1-1 0 0,-1-1 1 0 0,0 1 0 0 0,0-1-1 0 0,-1 1 1 0 0,0-1 0 0 0,6-15-1 0 0,2-16 97 0 0,-11 31-14 0 0,0 4 44 0 0,-1-1-11 0 0,3-10-12 0 0,-2 10 211 0 0,-3 7-225 0 0,-1 3-13 0 0,-1 0 0 0 0,2 0 1 0 0,-1 0-1 0 0,1 1 0 0 0,0-1 1 0 0,0 1-1 0 0,1-1 0 0 0,0 1 1 0 0,-1 10-1 0 0,1 60-268 0 0,1-74 206 0 0,1 1 0 0 0,0-1 0 0 0,-1 1 1 0 0,1-1-1 0 0,0 1 0 0 0,1-1 0 0 0,-1 0 0 0 0,1 0 1 0 0,2 5-1 0 0,-2-5 18 0 0,-1 0-114 0 0,0-3 141 0 0,-1 0 0 0 0,0 0 0 0 0,1 0 0 0 0,-1 0-1 0 0,0 0 1 0 0,1 0 0 0 0,-1 0 0 0 0,0 0 0 0 0,1 0-1 0 0,-1 0 1 0 0,0 0 0 0 0,0 0 0 0 0,1 1 0 0 0,-1-1-1 0 0,0 0 1 0 0,0 0 0 0 0,1 0 0 0 0,-1 1 0 0 0,0-1-1 0 0,0 0 1 0 0,1 0 0 0 0,-1 1 0 0 0,0-1 0 0 0,0 0-1 0 0,0 0 1 0 0,0 1 0 0 0,1-1 0 0 0,-1 0 0 0 0,0 0-1 0 0,0 1 1 0 0,0 0-2 0 0,0-1-1 0 0,1 1 1 0 0,-1-1 0 0 0,0 1-1 0 0,0-1 1 0 0,1 1 0 0 0,-1-1-1 0 0,0 0 1 0 0,1 1 0 0 0,-1-1-1 0 0,1 1 1 0 0,-1-1 0 0 0,0 0-1 0 0,1 1 1 0 0,-1-1 0 0 0,1 0-1 0 0,-1 0 1 0 0,1 1 0 0 0,-1-1-1 0 0,1 0 1 0 0,-1 0-1 0 0,1 0 1 0 0,-1 0 0 0 0,1 0-1 0 0,-1 1 1 0 0,1-1 0 0 0,-1 0-1 0 0,1 0 1 0 0,-1 0 0 0 0,1 0-1 0 0,-1-1 1 0 0,1 1 0 0 0,0 0-1 0 0,3 0 57 0 0,1-1-1 0 0,-1 1 0 0 0,1-1 0 0 0,-1 0 0 0 0,1-1 1 0 0,-1 1-1 0 0,0-1 0 0 0,0 0 0 0 0,0 0 0 0 0,0 0 1 0 0,0 0-1 0 0,0-1 0 0 0,0 1 0 0 0,-1-1 1 0 0,6-5-1 0 0,-9 7-44 0 0,6-4 151 0 0,-1-1 0 0 0,0-1 0 0 0,0 1 0 0 0,-1-1 0 0 0,0 0 0 0 0,0 0 0 0 0,-1 0 1 0 0,0 0-1 0 0,4-13 0 0 0,-5 14-79 0 0,0-1 41 0 0,0-1-1 0 0,0 0 1 0 0,-1 1 0 0 0,0-1 0 0 0,0 0-1 0 0,0 1 1 0 0,-1-1 0 0 0,0 0 0 0 0,-1 0-1 0 0,0 0 1 0 0,0 1 0 0 0,-1-1 0 0 0,-2-7-1 0 0,3 13-109 0 0,0 0 0 0 0,0 0 0 0 0,-1 1 0 0 0,1-1 0 0 0,-1 1 0 0 0,1-1 0 0 0,-1 1 0 0 0,1-1 0 0 0,-1 1 0 0 0,0 0 0 0 0,1-1 0 0 0,-1 1 0 0 0,-2-1 0 0 0,1 1-120 0 0,-1 3-99 0 0,-2 1-73 0 0,0 1-1 0 0,1-1 1 0 0,0 1 0 0 0,-1 0-1 0 0,1 1 1 0 0,1-1 0 0 0,-1 1-1 0 0,1 0 1 0 0,0 0 0 0 0,0 0-1 0 0,0 1 1 0 0,1-1 0 0 0,0 1 0 0 0,0 0-1 0 0,-4 11 1 0 0,-1 9-2705 0 0,6-22 460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 5120 0 0,'1'-4'1676'0'0,"5"-8"4263"0"0,-3 21-3920 0 0,0 35-2794 0 0,-3-28 1422 0 0,7 42-639 0 0,1-1 1 0 0,24 79-1 0 0,19 20-3298 0 0,-39-132 2033 0 0,1 3-4935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0 144 3056 0 0,'0'0'4672'0'0,"1"-4"-4227"0"0,0 1-394 0 0,0 0 0 0 0,1 1 0 0 0,-1-1 0 0 0,1 1 0 0 0,-1-1 0 0 0,1 1 0 0 0,0 0 1 0 0,0 0-1 0 0,0 0 0 0 0,0 0 0 0 0,1 0 0 0 0,-1 0 0 0 0,0 0 0 0 0,1 1 0 0 0,-1-1 0 0 0,1 1 1 0 0,0 0-1 0 0,4-2 0 0 0,66-22 113 0 0,-46 17-132 0 0,-10 3-45 0 0,116-44-3711 0 0,-129 47 2693 0 0,0 0-633 0 0,17-7-1204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78 115 3048 0 0,'0'0'2113'0'0,"-2"4"-1617"0"0,2-4-430 0 0,-16 38 1404 0 0,16-36-1438 0 0,0-1 0 0 0,-1 1 0 0 0,1 0 0 0 0,0-1 0 0 0,0 1 0 0 0,0 0 0 0 0,1 0 1 0 0,-1-1-1 0 0,0 1 0 0 0,1 0 0 0 0,-1-1 0 0 0,1 1 0 0 0,-1-1 0 0 0,1 1 0 0 0,0 0 0 0 0,-1-1 0 0 0,1 1 0 0 0,0-1 0 0 0,0 0 0 0 0,0 1 0 0 0,0-1 0 0 0,2 2 0 0 0,0-1 15 0 0,0-4-21 0 0,2 0 60 0 0,-1 0 0 0 0,1-1 0 0 0,-1 0 1 0 0,0 0-1 0 0,0 0 0 0 0,-1-1 0 0 0,1 1 1 0 0,0-1-1 0 0,-1 0 0 0 0,0 0 0 0 0,3-6 0 0 0,-3 6 15 0 0,-1-1-1 0 0,1 0 0 0 0,-1 0 1 0 0,0 1-1 0 0,-1-1 0 0 0,0 0 0 0 0,1-1 1 0 0,-1 1-1 0 0,-1 0 0 0 0,1 0 0 0 0,-1 0 1 0 0,0-1-1 0 0,0 1 0 0 0,-1 0 1 0 0,1 0-1 0 0,-1 0 0 0 0,0 0 0 0 0,-1 0 1 0 0,1 0-1 0 0,-1 0 0 0 0,0 0 0 0 0,-5-8 1 0 0,6 11-65 0 0,0 0 1 0 0,0 0 0 0 0,0 1 0 0 0,0-1-1 0 0,-1 0 1 0 0,1 1 0 0 0,0-1 0 0 0,-1 1-1 0 0,1 0 1 0 0,-1-1 0 0 0,0 1 0 0 0,1 0-1 0 0,-1 0 1 0 0,0 0 0 0 0,0 0 0 0 0,0 0-1 0 0,0 1 1 0 0,0-1 0 0 0,0 1 0 0 0,0-1-1 0 0,0 1 1 0 0,0-1 0 0 0,0 1 0 0 0,0 0-1 0 0,0 0 1 0 0,0 0 0 0 0,0 0 0 0 0,0 1-1 0 0,0-1 1 0 0,0 0 0 0 0,0 1 0 0 0,0 0-1 0 0,0-1 1 0 0,0 1 0 0 0,0 0-1 0 0,1 0 1 0 0,-1 0 0 0 0,0 0 0 0 0,0 0-1 0 0,1 0 1 0 0,-1 1 0 0 0,1-1 0 0 0,-1 0-1 0 0,-1 3 1 0 0,-2 2 9 0 0,0 0-1 0 0,0 0 0 0 0,1 1 1 0 0,-1-1-1 0 0,2 1 0 0 0,-1 0 1 0 0,1 1-1 0 0,0-1 0 0 0,0 0 1 0 0,1 1-1 0 0,0-1 0 0 0,0 1 1 0 0,0 13-1 0 0,2-9-23 0 0,1 0 0 0 0,0-1 0 0 0,1 1 0 0 0,0 0 0 0 0,1-1 0 0 0,1 0 0 0 0,8 20 0 0 0,-9-25-76 0 0,0 0 1 0 0,0 0-1 0 0,0-1 1 0 0,1 1-1 0 0,0-1 1 0 0,0 0-1 0 0,1 0 1 0 0,-1 0-1 0 0,1-1 1 0 0,0 0-1 0 0,0 0 1 0 0,0 0-1 0 0,1 0 1 0 0,0-1-1 0 0,-1 0 1 0 0,1 0-1 0 0,12 4 1 0 0,40 1-1107 0 0,-51-9 941 0 0,-1 1 0 0 0,1-1 0 0 0,-1 0 1 0 0,1-1-1 0 0,-1 1 0 0 0,1-1 0 0 0,-1-1 0 0 0,0 1 0 0 0,0-1 0 0 0,0 0 0 0 0,0-1 1 0 0,6-3-1 0 0,-2-1-616 0 0,-1 0 1 0 0,1 0 0 0 0,-1-1 0 0 0,-1 0 0 0 0,9-12-1 0 0,1-5-2959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94 4132 0 0,'-2'-10'842'0'0,"-1"-1"0"0"0,0 1-1 0 0,0 0 1 0 0,-1 0-1 0 0,0 0 1 0 0,-1 1-1 0 0,-7-12 1 0 0,10 18 977 0 0,-2 5-1378 0 0,-11 6-3 0 0,14-7-426 0 0,1-1 1 0 0,0 0 0 0 0,-1 0-1 0 0,1 0 1 0 0,0 0 0 0 0,0 0-1 0 0,-1 1 1 0 0,1-1 0 0 0,0 0-1 0 0,0 0 1 0 0,-1 0 0 0 0,1 1-1 0 0,0-1 1 0 0,0 0 0 0 0,0 0-1 0 0,0 1 1 0 0,-1-1 0 0 0,1 0-1 0 0,0 0 1 0 0,0 1 0 0 0,0-1-1 0 0,0 0 1 0 0,0 1 0 0 0,0-1-1 0 0,0 0 1 0 0,0 0 0 0 0,0 1-1 0 0,0-1 1 0 0,0 0 0 0 0,0 1-1 0 0,-3 21 245 0 0,1-1 0 0 0,1 1 0 0 0,4 38 0 0 0,14 74-31 0 0,-9-74-288 0 0,48 396-3285 0 0,-25-151-3362 0 0,-23-212 1658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33 4788 0 0,'-1'-3'1852'0'0,"-6"-15"2167"0"0,-1 7 1920 0 0,6 33-5808 0 0,1 0 1 0 0,1 1-1 0 0,1-1 1 0 0,1 0-1 0 0,6 26 1 0 0,-1 7-39 0 0,10 143-1774 0 0,-8 213 0 0 0,-17-303-3487 0 0,7-104 3986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13 151 2596 0 0,'0'0'2762'0'0,"-2"-2"-1772"0"0,-7-6-190 0 0,7 6 531 0 0,3-2-767 0 0,1-2-389 0 0,0 0 0 0 0,0 1-1 0 0,0-1 1 0 0,1 1-1 0 0,0 0 1 0 0,0 0 0 0 0,0 0-1 0 0,1 0 1 0 0,-1 0-1 0 0,1 1 1 0 0,0-1-1 0 0,1 1 1 0 0,-1 0 0 0 0,1 1-1 0 0,10-7 1 0 0,2-1-35 0 0,0 2 0 0 0,1 0 0 0 0,23-8 0 0 0,-31 14-107 0 0,30 0-4 0 0,-35 5-30 0 0,-3-2-2 0 0,0 1 0 0 0,0-1 0 0 0,0 1 0 0 0,0 0 0 0 0,0 0 0 0 0,0 0 0 0 0,0 0 0 0 0,0 0 0 0 0,0 0 0 0 0,0 0 0 0 0,0 1 0 0 0,-1-1 0 0 0,1 0 0 0 0,-1 1 0 0 0,1 0 0 0 0,-1-1 0 0 0,1 1 0 0 0,-1 0 0 0 0,2 2 0 0 0,-2-2 4 0 0,0 1-4 0 0,0-1 1 0 0,0 1-1 0 0,0 0 1 0 0,0-1-1 0 0,0 1 0 0 0,-1 0 1 0 0,1-1-1 0 0,-1 1 0 0 0,0 0 1 0 0,0 0-1 0 0,0 0 0 0 0,0-1 1 0 0,0 1-1 0 0,-1 3 0 0 0,-9 36-156 0 0,5-30 195 0 0,0 1 1 0 0,-1-1 0 0 0,-1 0-1 0 0,0 0 1 0 0,0 0-1 0 0,-1-1 1 0 0,-17 17 0 0 0,2-5 63 0 0,-51 40 1 0 0,71-60-312 0 0,-1-1-1 0 0,1 1 1 0 0,-1-1 0 0 0,1 0 0 0 0,-1 0-1 0 0,0 0 1 0 0,0-1 0 0 0,0 1 0 0 0,0-1 0 0 0,-7 1-1 0 0,11-2 123 0 0,-1 1-1 0 0,1-1 0 0 0,-1 0 0 0 0,1 0 1 0 0,-1 0-1 0 0,0-1 0 0 0,1 1 1 0 0,-1 0-1 0 0,1 0 0 0 0,-1 0 1 0 0,1 0-1 0 0,-1 0 0 0 0,1-1 0 0 0,-1 1 1 0 0,1 0-1 0 0,0 0 0 0 0,-1-1 1 0 0,1 1-1 0 0,-1 0 0 0 0,1-1 1 0 0,-1 1-1 0 0,1 0 0 0 0,0-1 0 0 0,-1 1 1 0 0,1-1-1 0 0,0 1 0 0 0,0-1 1 0 0,-1 1-1 0 0,1-1 0 0 0,0 1 1 0 0,0-1-1 0 0,-1 1 0 0 0,1-1 0 0 0,0 1 1 0 0,0-1-1 0 0,0 1 0 0 0,0-1 1 0 0,0 1-1 0 0,0-1 0 0 0,0 0 1 0 0,5-19-2728 0 0,-5 18 2808 0 0,9-20-3818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3836 0 0,'2'-5'1539'0'0,"17"-43"1859"0"0,-17 44-2498 0 0,-1 0-121 0 0,4-4-348 0 0,-4 17 299 0 0,-5 37 996 0 0,1 9-689 0 0,3 7-1916 0 0,10 63-1 0 0,-8-104 578 0 0,2 0 0 0 0,0-1 0 0 0,2 0 0 0 0,0 0 0 0 0,1 0-1 0 0,18 36 1 0 0,-21-50-125 0 0,0 0 0 0 0,0 1 0 0 0,1-2-1 0 0,8 11 1 0 0,-10-13-148 0 0,0-1-1 0 0,1 0 1 0 0,-1 1 0 0 0,0-1 0 0 0,1 0-1 0 0,-1-1 1 0 0,7 3 0 0 0,13 4-3149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28 2984 0 0,'0'0'1288'0'0,"-2"-4"-221"0"0,1 3-874 0 0,0 0-93 0 0,0 1 1 0 0,0-1-1 0 0,0 0 1 0 0,0 0-1 0 0,0-1 0 0 0,0 1 1 0 0,1 0-1 0 0,-1 0 0 0 0,0 0 1 0 0,1 0-1 0 0,-1-1 0 0 0,0-1 555 0 0,-20-3 228 0 0,17 5-516 0 0,2 2-301 0 0,0-1-1 0 0,-1 1 0 0 0,1 0 1 0 0,0-1-1 0 0,0 1 0 0 0,0 0 1 0 0,0 0-1 0 0,0 1 0 0 0,0-1 1 0 0,0 0-1 0 0,0 1 0 0 0,1-1 1 0 0,-1 1-1 0 0,-2 2 0 0 0,-23 32 581 0 0,0 32-270 0 0,26-64-359 0 0,1 1-37 0 0,-1 15-11 0 0,0-15-8 0 0,2-1-33 0 0,3 10-16 0 0,-3-10-2 0 0,1-2-17 0 0,6 8 19 0 0,-6-7 35 0 0,2-3-7 0 0,14 2 56 0 0,-14-1 30 0 0,14-8 66 0 0,-14 5-26 0 0,-1 0 0 0 0,1 0 0 0 0,-1 0 0 0 0,0 0 1 0 0,0 0-1 0 0,0-1 0 0 0,0 0 0 0 0,4-4 0 0 0,-4 5-51 0 0,0-1 191 0 0,7-13 216 0 0,-9 15-269 0 0,0 0 0 0 0,0 0 1 0 0,0-1-1 0 0,0 1 1 0 0,0 0-1 0 0,0 0 0 0 0,0-1 1 0 0,-1 1-1 0 0,1-1 1 0 0,0 1-1 0 0,-1-1 0 0 0,1 1 1 0 0,0-3-1 0 0,-1 4-150 0 0,0 0-1 0 0,0 1 1 0 0,0-1-1 0 0,0 0 0 0 0,0 0 1 0 0,0 1-1 0 0,0-1 1 0 0,0 0-1 0 0,1 0 1 0 0,-1 1-1 0 0,0-1 1 0 0,0 0-1 0 0,0 0 0 0 0,1 0 1 0 0,-1 1-1 0 0,0-1 1 0 0,0 0-1 0 0,0 0 1 0 0,1 0-1 0 0,-1 0 1 0 0,0 0-1 0 0,0 0 1 0 0,1 1-1 0 0,-1-1 0 0 0,0 0 1 0 0,0 0-1 0 0,1 0 1 0 0,-1 0-1 0 0,0 0 1 0 0,0 0-1 0 0,1 0 1 0 0,-1 0-1 0 0,1 0 0 0 0,-1 0-4 0 0,1 0-1 0 0,0 0 0 0 0,-1 0 0 0 0,1 0 0 0 0,0 0 1 0 0,-1 0-1 0 0,1 1 0 0 0,0-1 0 0 0,-1 0 0 0 0,1 1 1 0 0,-1-1-1 0 0,1 0 0 0 0,0 1 0 0 0,-1-1 0 0 0,1 0 0 0 0,-1 1 1 0 0,1-1-1 0 0,-1 1 0 0 0,1-1 0 0 0,-1 1 0 0 0,0-1 1 0 0,1 1-1 0 0,-1 0 0 0 0,1-1 0 0 0,-1 1 0 0 0,0 0 1 0 0,6 15-738 0 0,0 0-1 0 0,16 27 1 0 0,-21-40 166 0 0,18 10-2955 0 0,-13-13 2279 0 0,15-1-939 0 0,-16 1-1527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76 3736 0 0,'-3'-24'1320'0'0,"2"19"-203"0"0,-1 3-163 0 0,1 1-829 0 0,0 0 0 0 0,0 0 0 0 0,-1 0 0 0 0,1 1 1 0 0,0-1-1 0 0,0 0 0 0 0,-1 0 0 0 0,1 1 0 0 0,0-1 0 0 0,-1 1 1 0 0,1-1-1 0 0,0 1 0 0 0,-1 0 0 0 0,1-1 0 0 0,-1 1 0 0 0,1 0 1 0 0,-1 0-1 0 0,1 0 0 0 0,0 0 0 0 0,-1 0 0 0 0,1 1 0 0 0,-1-1 1 0 0,1 0-1 0 0,-3 1 0 0 0,1 1 27 0 0,-1 0 1 0 0,0 0-1 0 0,1 0 1 0 0,-1 0-1 0 0,1 0 1 0 0,0 1-1 0 0,0 0 1 0 0,-5 5-1 0 0,-1 1 25 0 0,1 2 1 0 0,0-1-1 0 0,1 1 0 0 0,-9 18 0 0 0,14-24-157 0 0,0-1 0 0 0,0 1 1 0 0,0-1-1 0 0,1 1 0 0 0,-1 0 1 0 0,1-1-1 0 0,1 1 0 0 0,-1 0 1 0 0,1 0-1 0 0,0 0 1 0 0,0 0-1 0 0,0 0 0 0 0,0 0 1 0 0,1-1-1 0 0,0 1 0 0 0,0 0 1 0 0,3 8-1 0 0,-1-9-92 0 0,0 0 1 0 0,0 0-1 0 0,1 0 1 0 0,-1 0-1 0 0,1-1 1 0 0,0 1-1 0 0,0-1 1 0 0,0 0-1 0 0,0 0 1 0 0,0-1-1 0 0,1 1 0 0 0,-1-1 1 0 0,9 3-1 0 0,-2-2-163 0 0,1 0-1 0 0,0-1 1 0 0,0 0-1 0 0,23 0 0 0 0,-23-2 132 0 0,-1-1 0 0 0,0 0-1 0 0,0 0 1 0 0,16-5 0 0 0,-5 1-96 0 0,-9 1 251 0 0,0 0 1 0 0,0-1-1 0 0,-1-1 1 0 0,0 0-1 0 0,0 0 1 0 0,21-16-1 0 0,-29 20 204 0 0,-1-1-17 0 0,27-18 744 0 0,-27 19-610 0 0,1 1-406 0 0,10-3-29 0 0,-10 3-5 0 0,0 0-357 0 0,12-2 298 0 0,-12 2 11 0 0,13-8-93 0 0,-9 4 194 0 0,-1-1 0 0 0,0 1-1 0 0,0-1 1 0 0,-1 0-1 0 0,0-1 1 0 0,0 1-1 0 0,0-1 1 0 0,-1-1 0 0 0,0 1-1 0 0,-1-1 1 0 0,1 1-1 0 0,-2-1 1 0 0,1-1-1 0 0,-1 1 1 0 0,3-12 0 0 0,-4 15 31 0 0,1-16 45 0 0,-2 17-34 0 0,-2 1 25 0 0,0 2-33 0 0,1 0 0 0 0,-1 0 0 0 0,1 0 1 0 0,0 0-1 0 0,-1 0 0 0 0,0 1 0 0 0,1-1 1 0 0,-1 0-1 0 0,1 0 0 0 0,-1 1 1 0 0,0-1-1 0 0,0 0 0 0 0,1 1 0 0 0,-1-1 1 0 0,0 1-1 0 0,0-1 0 0 0,0 1 0 0 0,1-1 1 0 0,-1 1-1 0 0,0 0 0 0 0,0-1 0 0 0,0 1 1 0 0,0 0-1 0 0,0 0 0 0 0,0 0 0 0 0,0-1 1 0 0,0 1-1 0 0,0 0 0 0 0,0 0 0 0 0,0 1 1 0 0,0-1-1 0 0,0 0 0 0 0,0 0 0 0 0,0 0 1 0 0,0 1-1 0 0,1-1 0 0 0,-1 0 0 0 0,0 1 1 0 0,0-1-1 0 0,0 1 0 0 0,0-1 0 0 0,-1 2 1 0 0,-5 2 44 0 0,1 0-1 0 0,0 1 1 0 0,0 0 0 0 0,0 1 0 0 0,1-1 0 0 0,0 1 0 0 0,0 0-1 0 0,0 0 1 0 0,1 0 0 0 0,0 1 0 0 0,-4 7 0 0 0,5-7 7 0 0,0 0 0 0 0,1 1 0 0 0,0-1 1 0 0,0 1-1 0 0,1-1 0 0 0,-2 16 0 0 0,4-19-61 0 0,-1 1 0 0 0,0-1 0 0 0,1 0 0 0 0,0 0-1 0 0,0 0 1 0 0,0 0 0 0 0,1 0 0 0 0,-1 0 0 0 0,1-1 0 0 0,0 1-1 0 0,0 0 1 0 0,0-1 0 0 0,1 1 0 0 0,2 2 0 0 0,-2-3-9 0 0,0-1 0 0 0,0 0 0 0 0,0 1 0 0 0,0-1 0 0 0,1-1 0 0 0,-1 1 0 0 0,1 0 0 0 0,-1-1 0 0 0,1 0 0 0 0,0 0 0 0 0,-1 0 0 0 0,1 0 0 0 0,0 0 0 0 0,6-1 0 0 0,-7 0-5 0 0,5 2-92 0 0,1-2-1 0 0,-1 1 0 0 0,1-2 0 0 0,0 1 1 0 0,-1-1-1 0 0,1 0 0 0 0,-1 0 1 0 0,14-5-1 0 0,-1-2-863 0 0,39-17-1 0 0,-46 17-462 0 0,0 0 0 0 0,-1-1 0 0 0,22-19 0 0 0,-13 8-3359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189 239 4168 0 0,'10'-15'1551'0'0,"-1"-1"0"0"0,-1 0 0 0 0,0 0 0 0 0,-1 0-1 0 0,9-33 1 0 0,-15 45-1014 0 0,0-21 200 0 0,-1 20-460 0 0,-2 1-66 0 0,1 3-194 0 0,0 0-1 0 0,1-1 1 0 0,-1 1-1 0 0,0 0 1 0 0,0 0-1 0 0,0-1 0 0 0,0 1 1 0 0,0 0-1 0 0,0 0 1 0 0,0 0-1 0 0,-1 0 1 0 0,1 1-1 0 0,0-1 0 0 0,-1 0 1 0 0,1 0-1 0 0,0 1 1 0 0,-1-1-1 0 0,1 1 1 0 0,-1-1-1 0 0,1 1 0 0 0,-1 0 1 0 0,1-1-1 0 0,-1 1 1 0 0,1 0-1 0 0,-1 0 1 0 0,1 0-1 0 0,-1 0 1 0 0,1 0-1 0 0,-1 0 0 0 0,1 1 1 0 0,-1-1-1 0 0,1 1 1 0 0,-2 0-1 0 0,-11 5-30 0 0,1 1 0 0 0,0 0 0 0 0,1 1 0 0 0,-1 1 0 0 0,2 0 0 0 0,-1 0 0 0 0,1 2 0 0 0,1-1 0 0 0,0 1 0 0 0,0 0 0 0 0,1 1 0 0 0,1 0 0 0 0,0 1 1 0 0,0 0-1 0 0,1 0 0 0 0,1 1 0 0 0,1-1 0 0 0,-1 1 0 0 0,2 0 0 0 0,0 1 0 0 0,-3 26 0 0 0,6-38-68 0 0,1 1-1 0 0,0 0 1 0 0,0-1 0 0 0,0 1 0 0 0,1-1 0 0 0,-1 1 0 0 0,1-1 0 0 0,0 1-1 0 0,0-1 1 0 0,0 1 0 0 0,0-1 0 0 0,1 1 0 0 0,0-1 0 0 0,-1 0-1 0 0,1 0 1 0 0,0 0 0 0 0,3 3 0 0 0,-3-3-127 0 0,2-3-1 0 0,1 0 172 0 0,0 0 0 0 0,-1 0 0 0 0,1 0 0 0 0,0-1 0 0 0,-1 0 0 0 0,1 0 1 0 0,0 0-1 0 0,-1 0 0 0 0,0-1 0 0 0,1 0 0 0 0,-1 0 0 0 0,0 0 0 0 0,0 0 0 0 0,6-5 1 0 0,2-2 99 0 0,0 0 0 0 0,0-1 1 0 0,17-20-1 0 0,54-71 1114 0 0,-81 99-1046 0 0,0 0-29 0 0,-1 1-95 0 0,-1 1 0 0 0,0-1 1 0 0,1 1-1 0 0,-1 0 0 0 0,0-1 0 0 0,1 1 1 0 0,-1 0-1 0 0,1-1 0 0 0,-1 1 0 0 0,1 0 1 0 0,-1 0-1 0 0,1-1 0 0 0,-1 1 1 0 0,1 0-1 0 0,-1 0 0 0 0,1 0 0 0 0,-1 0 1 0 0,1 0-1 0 0,-1 0 0 0 0,1 0 1 0 0,-1 0-1 0 0,1 0 0 0 0,-1 0 0 0 0,1 0 1 0 0,-1 0-1 0 0,1 0 0 0 0,0 0 0 0 0,-1 0 1 0 0,1 0-1 0 0,-1 1 0 0 0,1-1 1 0 0,-1 0-1 0 0,0 0 0 0 0,1 1 0 0 0,-1-1 1 0 0,1 0-1 0 0,0 1 0 0 0,15 24 77 0 0,9 47-83 0 0,-21-60 22 0 0,61 251-321 0 0,-49-170-384 0 0,-5 1-1 0 0,1 116 1 0 0,-11-207 671 0 0,-1 1 0 0 0,0 0 0 0 0,-1 0 0 0 0,1-1 0 0 0,0 1 0 0 0,-1 0 0 0 0,0 0 0 0 0,0-1 0 0 0,0 1 1 0 0,-1 0-1 0 0,1-1 0 0 0,-1 0 0 0 0,1 1 0 0 0,-1-1 0 0 0,0 0 0 0 0,-1 0 0 0 0,-2 4 0 0 0,3-5 44 0 0,-3-2 18 0 0,-1 0-44 0 0,1-1 0 0 0,-1 1-1 0 0,1-1 1 0 0,-1-1-1 0 0,1 1 1 0 0,0-1 0 0 0,0 0-1 0 0,0 0 1 0 0,0 0-1 0 0,0-1 1 0 0,-5-3 0 0 0,0-1 16 0 0,0-1 0 0 0,1 0 1 0 0,0 0-1 0 0,-14-17 0 0 0,9 8 3 0 0,1-1 0 0 0,1 0 1 0 0,1-1-1 0 0,1 0 0 0 0,-12-32 0 0 0,17 39-62 0 0,1-1 1 0 0,1 0 0 0 0,0 0-1 0 0,1-1 1 0 0,0 1-1 0 0,1 0 1 0 0,1-1-1 0 0,0 1 1 0 0,1-1 0 0 0,3-18-1 0 0,0 15-78 0 0,1 0 0 0 0,0 0-1 0 0,1 1 1 0 0,1-1-1 0 0,0 2 1 0 0,2-1 0 0 0,10-15-1 0 0,16-15-318 0 0,2 1 0 0 0,2 3-1 0 0,83-70 1 0 0,-67 63 327 0 0,-21 17 61 0 0,-2 5 291 0 0,-1-2-1 0 0,49-61 0 0 0,-78 87 783 0 0,-22-1-562 0 0,19 4-445 0 0,0 0-1 0 0,0 0 1 0 0,0 0 0 0 0,0 0-1 0 0,0 0 1 0 0,0 1 0 0 0,0-1-1 0 0,0 0 1 0 0,-1 1 0 0 0,1-1-1 0 0,0 0 1 0 0,0 1 0 0 0,1-1-1 0 0,-1 1 1 0 0,0 0 0 0 0,0-1-1 0 0,0 1 1 0 0,0 0 0 0 0,0 0-1 0 0,1-1 1 0 0,-2 2 0 0 0,-7 5 56 0 0,0-1 0 0 0,0 2 1 0 0,0-1-1 0 0,1 1 0 0 0,0 0 0 0 0,0 1 1 0 0,1 0-1 0 0,1 0 0 0 0,-10 18 1 0 0,14-24-108 0 0,0 0 1 0 0,0 1 0 0 0,1-1-1 0 0,-1 1 1 0 0,1-1 0 0 0,0 1 0 0 0,0 0-1 0 0,1-1 1 0 0,-1 1 0 0 0,1 0-1 0 0,0 0 1 0 0,0-1 0 0 0,0 1 0 0 0,0 0-1 0 0,1 0 1 0 0,-1-1 0 0 0,1 1-1 0 0,0 0 1 0 0,0-1 0 0 0,2 5 0 0 0,-1-5-46 0 0,-1-1 0 0 0,1 1 0 0 0,-1-1 0 0 0,1 1 0 0 0,0-1 0 0 0,0 0 0 0 0,0 0 0 0 0,0 0 0 0 0,0 0 0 0 0,0 0 1 0 0,1 0-1 0 0,-1-1 0 0 0,1 1 0 0 0,-1-1 0 0 0,1 0 0 0 0,0 1 0 0 0,-1-1 0 0 0,1 0 0 0 0,0-1 0 0 0,0 1 0 0 0,0 0 1 0 0,-1-1-1 0 0,1 0 0 0 0,0 1 0 0 0,0-1 0 0 0,3-1 0 0 0,13 0 13 0 0,-15 1 104 0 0,18-12 618 0 0,-21 10-608 0 0,0 0 0 0 0,0 1 0 0 0,0-1 0 0 0,-1 0 0 0 0,1 0 0 0 0,0 0 0 0 0,-1 0 0 0 0,0 0 0 0 0,0-1 0 0 0,1 1 0 0 0,-1 0 0 0 0,0 0 0 0 0,0 0 0 0 0,-1 0 0 0 0,1 0 0 0 0,0 0 0 0 0,-1 0 0 0 0,1 0 0 0 0,-1 0 0 0 0,0 0 0 0 0,0 0 0 0 0,0 0 0 0 0,0 0 0 0 0,0 1 0 0 0,-2-4 0 0 0,-3-9 201 0 0,1 3-175 0 0,1 5-56 0 0,2 0 1 0 0,-1 0 0 0 0,1-1-1 0 0,-1 1 1 0 0,-1-14-1 0 0,4 17-67 0 0,0 1-1 0 0,0 0 1 0 0,0-1-1 0 0,0 1 1 0 0,0-1-1 0 0,1 1 0 0 0,-1 0 1 0 0,1-1-1 0 0,0 1 1 0 0,-1 0-1 0 0,1 0 0 0 0,0-1 1 0 0,0 1-1 0 0,1 0 1 0 0,-1 0-1 0 0,0 0 0 0 0,1 0 1 0 0,-1 0-1 0 0,1 1 1 0 0,0-1-1 0 0,-1 0 1 0 0,1 1-1 0 0,3-3 0 0 0,8-4-202 0 0,0 0-1 0 0,0 1 1 0 0,0 0-1 0 0,1 1 1 0 0,-1 0-1 0 0,24-5 0 0 0,1-1 125 0 0,-34 10 1185 0 0,2 6-809 0 0,-6-4-231 0 0,1 0-1 0 0,-1 0 1 0 0,1 0 0 0 0,-1 0-1 0 0,0 0 1 0 0,1 0-1 0 0,-1 0 1 0 0,0 1 0 0 0,1-1-1 0 0,-1 0 1 0 0,1 0 0 0 0,-1 0-1 0 0,0 0 1 0 0,1 1-1 0 0,-1-1 1 0 0,0 0 0 0 0,0 0-1 0 0,1 0 1 0 0,-1 1 0 0 0,0-1-1 0 0,1 0 1 0 0,-1 1 0 0 0,0-1-1 0 0,0 0 1 0 0,0 1-1 0 0,1-1 1 0 0,-1 0 0 0 0,0 1-1 0 0,0-1 1 0 0,0 0 0 0 0,0 1-1 0 0,0-1 1 0 0,0 0 0 0 0,0 1-1 0 0,1-1 1 0 0,-1 1-1 0 0,0 0 1 0 0,-14 25 433 0 0,8-14-406 0 0,0 0 0 0 0,1 0 0 0 0,0 1 0 0 0,-4 15-1 0 0,9-25-126 0 0,1 2-74 0 0,-1-2 49 0 0,1 0 0 0 0,-1 0 0 0 0,1 0-1 0 0,0 0 1 0 0,0 0 0 0 0,0 0 0 0 0,1 0-1 0 0,-1 0 1 0 0,1 0 0 0 0,0-1 0 0 0,-1 1-1 0 0,1 0 1 0 0,0-1 0 0 0,0 0 0 0 0,1 1-1 0 0,-1-1 1 0 0,0 0 0 0 0,1 0 0 0 0,0-1-1 0 0,-1 1 1 0 0,1 0 0 0 0,0-1 0 0 0,0 0-1 0 0,0 1 1 0 0,0-1 0 0 0,0 0 0 0 0,0 0-1 0 0,0-1 1 0 0,0 1 0 0 0,0-1 0 0 0,0 0-1 0 0,0 1 1 0 0,1-1 0 0 0,-1-1 0 0 0,5 0-1 0 0,0 1 175 0 0,0-1 0 0 0,0 0-1 0 0,0 0 1 0 0,0-1 0 0 0,0 0-1 0 0,0-1 1 0 0,0 0 0 0 0,-1 0 0 0 0,1 0-1 0 0,-1-1 1 0 0,0 0 0 0 0,11-9-1 0 0,-13 10 159 0 0,-1-1 0 0 0,0 1 0 0 0,0-1 0 0 0,0 0-1 0 0,0 0 1 0 0,4-6 0 0 0,-7 8-128 0 0,0 1 0 0 0,0-1 0 0 0,1 0 0 0 0,-1 0 0 0 0,0 0 0 0 0,-1 0 1 0 0,1-1-1 0 0,0 1 0 0 0,-1 0 0 0 0,1 0 0 0 0,-1 0 0 0 0,0-1 0 0 0,1 1 0 0 0,-1 0 0 0 0,0 0 0 0 0,-1-1 0 0 0,1-1 0 0 0,-1 1-67 0 0,1 0-1 0 0,-1 0 0 0 0,0 0 1 0 0,0 0-1 0 0,0 1 1 0 0,-1-1-1 0 0,1 0 1 0 0,-1 1-1 0 0,1-1 0 0 0,-1 1 1 0 0,0-1-1 0 0,0 1 1 0 0,0 0-1 0 0,0 0 0 0 0,0 0 1 0 0,-1 0-1 0 0,1 0 1 0 0,0 0-1 0 0,-1 0 1 0 0,0 1-1 0 0,1 0 0 0 0,-1-1 1 0 0,0 1-1 0 0,0 0 1 0 0,0 0-1 0 0,0 1 1 0 0,0-1-1 0 0,0 0 0 0 0,0 1 1 0 0,0 0-1 0 0,0 0 1 0 0,0 0-1 0 0,0 0 0 0 0,0 0 1 0 0,0 1-1 0 0,0-1 1 0 0,0 1-1 0 0,1 0 1 0 0,-6 1-1 0 0,-23 13-178 0 0,28-13-27 0 0,2 1-199 0 0,0-3 318 0 0,1 1-1 0 0,-1 0 0 0 0,1-1 1 0 0,-1 1-1 0 0,1 0 0 0 0,-1 0 1 0 0,1-1-1 0 0,0 1 0 0 0,-1 0 1 0 0,1 0-1 0 0,0 0 0 0 0,0-1 1 0 0,0 1-1 0 0,-1 0 0 0 0,1 0 1 0 0,0 0-1 0 0,0 0 0 0 0,0 0 1 0 0,1 1-1 0 0,1 0-168 0 0,1 0 1 0 0,0 0-1 0 0,-1-1 0 0 0,1 1 1 0 0,0-1-1 0 0,0 1 0 0 0,0-1 1 0 0,1 0-1 0 0,-1 0 0 0 0,0 0 1 0 0,0-1-1 0 0,0 1 0 0 0,1-1 0 0 0,-1 0 1 0 0,6 0-1 0 0,49-7-4132 0 0,-29 0 76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85 557 3872 0 0,'3'-6'1013'0'0,"0"0"-1"0"0,-1 0 1 0 0,1 0-1 0 0,1-12 1 0 0,-3 14-142 0 0,-2 2-726 0 0,1 0 0 0 0,-1 1 0 0 0,0-1 1 0 0,0 0-1 0 0,0 1 0 0 0,0-1 1 0 0,-1 1-1 0 0,1 0 0 0 0,0-1 0 0 0,-1 1 1 0 0,1 0-1 0 0,0 0 0 0 0,-1 0 0 0 0,0 0 1 0 0,1 0-1 0 0,-1 0 0 0 0,1 0 1 0 0,-1 0-1 0 0,-3 0 0 0 0,2-1 252 0 0,-16 8 188 0 0,16-5-545 0 0,1 1 0 0 0,-1-1-1 0 0,1 1 1 0 0,0 0 0 0 0,-1 0 0 0 0,1 0-1 0 0,0 0 1 0 0,0 0 0 0 0,1 0-1 0 0,-1 0 1 0 0,0 1 0 0 0,1-1 0 0 0,-1 0-1 0 0,1 1 1 0 0,-2 5 0 0 0,2-7-25 0 0,-1 5 3 0 0,-1-1 1 0 0,1 1-1 0 0,0 0 1 0 0,1 0-1 0 0,-1 0 1 0 0,1 0-1 0 0,1 0 1 0 0,-1 11-1 0 0,0-12-41 0 0,1 2-62 0 0,0 0 0 0 0,0 0 0 0 0,0 0 0 0 0,1 0 0 0 0,0 0 0 0 0,0 0 0 0 0,3 8 0 0 0,-2-9 9 0 0,-1 0-70 0 0,0-1 0 0 0,1 1-1 0 0,0-1 1 0 0,0 1 0 0 0,1-1 0 0 0,0 0-1 0 0,-1 0 1 0 0,2 0 0 0 0,3 5-1 0 0,-6-9 109 0 0,-1 0-1 0 0,1 0 1 0 0,0 0-1 0 0,-1 0 0 0 0,1 0 1 0 0,0-1-1 0 0,0 1 1 0 0,0 0-1 0 0,-1 0 0 0 0,1-1 1 0 0,0 1-1 0 0,0 0 1 0 0,0-1-1 0 0,0 1 0 0 0,2 0 1 0 0,1 0-82 0 0,-1 1-233 0 0,2-1 59 0 0,0-1 241 0 0,1 0 0 0 0,-1-1 0 0 0,0 1 0 0 0,0-1 0 0 0,1 0 0 0 0,-1-1 0 0 0,0 1 0 0 0,0-1 0 0 0,0 0 0 0 0,-1 0 0 0 0,1 0 0 0 0,0-1 0 0 0,-1 0 0 0 0,0 0 0 0 0,7-5 0 0 0,-2 0 122 0 0,0-1-1 0 0,0 0 0 0 0,-1 0 1 0 0,0-1-1 0 0,0 0 1 0 0,6-13-1 0 0,-3 2 216 0 0,-1 0 0 0 0,-2-1 0 0 0,0 0 1 0 0,-1-1-1 0 0,-1 1 0 0 0,-1-1 0 0 0,-1 0 0 0 0,-1-1 1 0 0,-2 1-1 0 0,0 0 0 0 0,-3-32 0 0 0,-2 8 279 0 0,-2-1 0 0 0,-2 1 0 0 0,-3 1 0 0 0,-23-68 0 0 0,23 90-337 0 0,9 20 194 0 0,-1 9-294 0 0,1 0-107 0 0,0 2 0 0 0,1-1-1 0 0,0 0 1 0 0,-1 0 0 0 0,2 0-1 0 0,-1 1 1 0 0,1-1-1 0 0,0 0 1 0 0,0 1 0 0 0,1-1-1 0 0,2 11 1 0 0,22 83-55 0 0,-12-50-78 0 0,85 478-5062 0 0,-56-135-1925 0 0,-33-292 1832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81 4012 0 0,'-1'-2'1430'0'0,"-15"-25"3400"0"0,14 24-2782 0 0,5 21-1294 0 0,-1-9-542 0 0,1 1-1 0 0,0-1 1 0 0,0 0 0 0 0,1 0 0 0 0,0-1-1 0 0,1 1 1 0 0,-1-1 0 0 0,10 11 0 0 0,-5-4-57 0 0,-3-5-101 0 0,1-1 1 0 0,-1 0-1 0 0,2 0 1 0 0,-1-1-1 0 0,1 1 0 0 0,0-1 1 0 0,1-1-1 0 0,0 0 1 0 0,0 0-1 0 0,1-1 1 0 0,12 7-1 0 0,-19-12-17 0 0,2 0-12 0 0,37-1 60 0 0,-38-1-84 0 0,0-2-19 0 0,0 1 15 0 0,0-1-1 0 0,-1 0 1 0 0,1 0 0 0 0,-1-1-1 0 0,0 1 1 0 0,1-1-1 0 0,-1 0 1 0 0,-1 1 0 0 0,1-1-1 0 0,-1 0 1 0 0,1-1 0 0 0,1-6-1 0 0,-1 6-7 0 0,5-39-143 0 0,-6 12 263 0 0,-2-46 0 0 0,-1 73-25 0 0,1 0 42 0 0,-5-40 367 0 0,5 41-1 0 0,-3 6-439 0 0,1 2-34 0 0,0 0 1 0 0,0 0-1 0 0,0 0 0 0 0,1 0 1 0 0,-1 1-1 0 0,1-1 1 0 0,0 0-1 0 0,0 1 0 0 0,1-1 1 0 0,-1 0-1 0 0,1 1 0 0 0,0-1 1 0 0,0 1-1 0 0,1-1 0 0 0,-1 1 1 0 0,3 8-1 0 0,2 13 68 0 0,14 43-1 0 0,-13-51-81 0 0,16 46-7 0 0,-3 1 1 0 0,21 132-1 0 0,-40-185-5 0 0,0 0 0 0 0,-1 0 0 0 0,0 0 0 0 0,-1 0 0 0 0,0 0-1 0 0,-1 0 1 0 0,-7 19 0 0 0,10-29 8 0 0,-1-1 0 0 0,1 0 0 0 0,0 1 0 0 0,-1-1 0 0 0,0 1 0 0 0,1-1 0 0 0,-1 0-1 0 0,0 1 1 0 0,1-1 0 0 0,-1 0 0 0 0,0 0 0 0 0,0 0 0 0 0,-2 2 0 0 0,-4 4 2 0 0,-6 5-3 0 0,9-8-1 0 0,0 0-1 0 0,0-1 1 0 0,-1 0 0 0 0,1 0-1 0 0,-10 5 1 0 0,-5-6 15 0 0,14-2-1 0 0,-3 0 26 0 0,1 0 1 0 0,-1-1-1 0 0,0 0 0 0 0,1 0 0 0 0,-1 0 1 0 0,1-1-1 0 0,0 0 0 0 0,-1 0 0 0 0,1-1 1 0 0,0 0-1 0 0,0 0 0 0 0,1-1 1 0 0,-1 0-1 0 0,1 0 0 0 0,-1 0 0 0 0,1-1 1 0 0,1 0-1 0 0,-1 0 0 0 0,1-1 1 0 0,0 1-1 0 0,0-1 0 0 0,-6-10 0 0 0,9 12-16 0 0,0 0-1 0 0,1 0 0 0 0,-1 0 1 0 0,1 0-1 0 0,0-1 0 0 0,0 1 1 0 0,1 0-1 0 0,-1-1 0 0 0,1 1 1 0 0,0-1-1 0 0,0 1 0 0 0,0 0 0 0 0,1-1 1 0 0,0 1-1 0 0,0 0 0 0 0,2-9 1 0 0,-2 8-27 0 0,0 0-2 0 0,21-23-7 0 0,3 0 29 0 0,-13 21 16 0 0,53-37 117 0 0,-62 42-51 0 0,-1 1-48 0 0,-1-1-1 0 0,1 0 0 0 0,-1 1 0 0 0,1-1 0 0 0,0 1 0 0 0,0 0 0 0 0,-1-1 0 0 0,1 1 0 0 0,0 0 0 0 0,0 0 1 0 0,0 0-1 0 0,4-1 0 0 0,0 0-4114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6:53:49.8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448 224 15863,'0'9'0,"-1"-1"0,0 1 0,0 0 0,0-1 0,-1 1 0,-1-1 0,1 1 0,-1-1 0,0 0 0,-1 0 0,0 0 0,0 0 0,0 0 0,-1-1 0,0 0 0,0 0 0,-1 0 0,0 0 0,0-1 0,0 0 0,-1 0 0,1-1 0,-1 1 0,-1-1 0,1-1 0,-1 1 0,1-1 0,-1 0 0,0-1 0,0 1 0,-1-2 0,1 1 0,-1-1 0,1 0 0,-1 0 0,0-1 0,1 0 0,-1-1 0,0 0 0,0 0 0,1 0 0,-1-1 0,0 0 0,1-1 0,-1 0 0,1 0 0,-1-1 0,1 1 0,0-2 0,0 1 0,0-1 0,0 0 0,0-1 0,1 1 0,0-1 0,0-1 0,0 1 0,0-1 0,1 0 0,0 0 0,0-1 0,1 0 0,-1 0 0,1 0 0,1 0 0,-1-1 0,1 0 0,0 0 0,1 0 0,-1 0 0,2 0 0,-1-1 0,1 1 0,0-1 0,0 1 0,1-1 0,0 0 0,1 1 0,0-1 0,0 0 0,0 0 0,1 1 0,0-1 0,1 0 0,0 1 0,0-1 0,1 1 0,-1-1 0,2 1 0,-1 0 0,1 0 0,0 1 0,1-1 0,-1 1 0,1-1 0,1 1 0,-1 1 0,1-1 0,0 1 0,0 0 0,1 0 0,0 0 0,0 1 0,0 0 0,0 0 0,1 1 0,0 0 0,0 0 0,0 0 0,0 1 0,0 0 0,1 1 0,-1-1 0,1 1 0,-1 1 0,1 0 0,0 0 0,-1 0 0,1 1 0,0 0 0,0 1 0,-1 0 0,1 0 0,0 0 0,-1 1 0,1 1 0,-1-1 0,1 1 0,-1 0 0,0 1 0,0 0 0,-1 0 0,1 0 0,-1 1 0,1 0 0,-1 0 0,-1 1 0,1 0 0,-1 0 0,0 0 0,0 1 0,0-1 0,-1 1 0,0 1 0,0-1 0,-1 1 0,0-1 0,0 1 0,0 0 0,-1 0 0,0 1 0,-1-1 0,1 1 0,-1-1 0,-1 1 0,0 0 0,0-1 0,0 1 0,-1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46 3276 0 0,'0'0'1204'0'0,"2"-4"-93"0"0,12-34 2208 0 0,-13 35-1883 0 0,-5 22-1298 0 0,-31 91 271 0 0,-1 7-170 0 0,30-89-204 0 0,2 2 1 0 0,1-1 0 0 0,1 0 0 0 0,2 1 0 0 0,4 38-1 0 0,-2-54 47 0 0,8 35-72 0 0,-8-43-12 0 0,4 10 10 0 0,10 21-13 0 0,-7-15 4 0 0,12 38 0 0 0,-19-51-7 0 0,0-1 0 0 0,0 1 0 0 0,-1 0 0 0 0,0 1 1 0 0,-1-1-1 0 0,0 0 0 0 0,0 0 0 0 0,-3 12 0 0 0,-4 8 9 0 0,-18 47-1 0 0,18-59-11 0 0,0 1 0 0 0,1 0 0 0 0,1 0 0 0 0,1 1 0 0 0,0-1-1 0 0,2 1 1 0 0,0 0 0 0 0,1 0 0 0 0,1 0 0 0 0,2 19 0 0 0,1-19-15 0 0,1-1 1 0 0,1 0-1 0 0,1 0 1 0 0,0 0-1 0 0,1-1 1 0 0,13 24-1 0 0,0-9 80 0 0,0 0 0 0 0,36 41 0 0 0,-52-69-50 0 0,4 5-5 0 0,0 0 1 0 0,-1 0 0 0 0,1 1 0 0 0,-2 0 0 0 0,1 0 0 0 0,-2 0 0 0 0,1 1-1 0 0,-1 0 1 0 0,-1 0 0 0 0,0 1 0 0 0,-1-1 0 0 0,3 17 0 0 0,-3-10-1 0 0,-2 1-1 0 0,0 0 1 0 0,-1 0 0 0 0,-1 0 0 0 0,-1 0 0 0 0,-5 28-1 0 0,3-27-13 0 0,-1 10 14 0 0,1-1-1 0 0,1 1 1 0 0,2 0-1 0 0,3 37 1 0 0,0-49 14 0 0,1 0 1 0 0,1-1-1 0 0,0 1 1 0 0,1-1 0 0 0,1 0-1 0 0,0 0 1 0 0,2 0-1 0 0,11 20 1 0 0,75 92-8 0 0,-38-55 63 0 0,-50-65-72 0 0,-1 1 0 0 0,0 0-1 0 0,0 0 1 0 0,0 0-1 0 0,-1 0 1 0 0,-1 1 0 0 0,0 0-1 0 0,-1 0 1 0 0,0 0-1 0 0,0 0 1 0 0,-1 0 0 0 0,0 0-1 0 0,-2 17 1 0 0,-3 9 0 0 0,-1 0 0 0 0,-17 59 0 0 0,20-86 0 0 0,-3 6-9 0 0,2 0 1 0 0,0 1-1 0 0,1-1 0 0 0,-1 31 0 0 0,3-36 11 0 0,0 0 0 0 0,1 0 0 0 0,0 0 0 0 0,1 0-1 0 0,0 0 1 0 0,1-1 0 0 0,0 1 0 0 0,0-1-1 0 0,1 0 1 0 0,1 0 0 0 0,-1 0 0 0 0,8 10 0 0 0,-5-8-53 0 0,20 34 95 0 0,-6-11 35 0 0,30 67 0 0 0,-46-89-60 0 0,0 1 0 0 0,-1 0-1 0 0,-1 0 1 0 0,0 1 0 0 0,-1-1 0 0 0,0 1-1 0 0,-1-1 1 0 0,-2 27 0 0 0,-27 134 50 0 0,16-120-69 0 0,-6 88 1 0 0,17-123 6 0 0,1 0 0 0 0,1-1 1 0 0,1 1-1 0 0,1-1 0 0 0,0 0 0 0 0,1 0 1 0 0,2 0-1 0 0,10 26 0 0 0,29 43-133 0 0,-33-68 127 0 0,-1-1 0 0 0,-1 1 0 0 0,-1 1 0 0 0,12 39 0 0 0,-18-41 26 0 0,-1-1-1 0 0,0 1 1 0 0,-2-1 0 0 0,0 1 0 0 0,-4 32 0 0 0,-23 91 91 0 0,23-125-111 0 0,-13 57 34 0 0,3 0-1 0 0,-5 103 1 0 0,18-149-10 0 0,2 0-1 0 0,0 0 1 0 0,2-1 0 0 0,1 1-1 0 0,1-1 1 0 0,1 0 0 0 0,2 0-1 0 0,1 0 1 0 0,21 45 0 0 0,40 51-63 0 0,-68-119-72 0 0,0-1 113 0 0,0 1 2 0 0,-1 0 1 0 0,0 0-1 0 0,1 0 1 0 0,-1-1-1 0 0,-1 1 1 0 0,1 0-1 0 0,-1 0 1 0 0,1 0-1 0 0,-1 0 1 0 0,0 0-1 0 0,-1 0 1 0 0,1 0-1 0 0,-2 6 1 0 0,-2 3 68 0 0,0-1 0 0 0,-1 1 1 0 0,-9 14-1 0 0,-2 5-17 0 0,0 1 0 0 0,2 0-1 0 0,2 1 1 0 0,-8 37-1 0 0,16-52-13 0 0,2 0 0 0 0,0 0 0 0 0,1 0 0 0 0,1 0 0 0 0,0 1 0 0 0,2-1 0 0 0,0 0 0 0 0,2 0 0 0 0,7 28 0 0 0,16 36 297 0 0,-14-43-238 0 0,-1 0 0 0 0,-1 1 0 0 0,9 83 0 0 0,-24 137 552 0 0,-1-22-4679 0 0,5-234 2572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1050 2140 0 0,'0'0'1332'0'0,"2"2"-276"0"0,13 13-661 0 0,1 0 1 0 0,0-2 0 0 0,1 0-1 0 0,0-1 1 0 0,1-1 0 0 0,1 0-1 0 0,-1-1 1 0 0,2-1-1 0 0,-1-1 1 0 0,1-1 0 0 0,0-1-1 0 0,1 0 1 0 0,32 3 0 0 0,-9-3-361 0 0,-1-2 0 0 0,2-2 0 0 0,-1-2 1 0 0,0-2-1 0 0,69-12 0 0 0,22-10 87 0 0,-130 24-131 0 0,-1-1 1 0 0,1 2 0 0 0,0-1 0 0 0,0 0 0 0 0,0 1 0 0 0,0 0-1 0 0,-1 0 1 0 0,9 3 0 0 0,-8-2 19 0 0,1 1-3 0 0,0 1 0 0 0,0-1 0 0 0,-1 1 0 0 0,1 0 0 0 0,-1 0 0 0 0,0 1 0 0 0,0 0 0 0 0,-1 0 0 0 0,1 0 0 0 0,4 8 0 0 0,-1-4-22 0 0,-1-1-5 0 0,0 0 1 0 0,1 0 0 0 0,0 0-1 0 0,1-1 1 0 0,9 6-1 0 0,-8-7 36 0 0,0-1-1 0 0,-1 0 1 0 0,2-1-1 0 0,-1 0 1 0 0,1-1-1 0 0,-1 0 1 0 0,1 0-1 0 0,0-1 0 0 0,12 1 1 0 0,8-1 12 0 0,0-2 0 0 0,0 0 0 0 0,0-3 0 0 0,0 0 0 0 0,35-9 0 0 0,150-50 54 0 0,-143 38-26 0 0,106-21 1 0 0,-144 42-51 0 0,0 2 0 0 0,0 1 0 0 0,0 1 0 0 0,0 2 0 0 0,51 11 0 0 0,35 3-14 0 0,-48-13 29 0 0,1-3 0 0 0,-1-3 0 0 0,0-3 0 0 0,75-15 0 0 0,-42-3-21 0 0,-1-3 0 0 0,109-45 1 0 0,-203 68-4 0 0,20-9-26 0 0,52-12 1 0 0,-71 21 26 0 0,1 1 0 0 0,-1 1-1 0 0,1 0 1 0 0,0 1 0 0 0,0 0 0 0 0,-1 1-1 0 0,25 5 1 0 0,-30-4-2 0 0,47 11 21 0 0,0-3 0 0 0,0-2 1 0 0,80 2-1 0 0,-105-11-22 0 0,0-2 0 0 0,0-1 0 0 0,0-2 0 0 0,-1 0-1 0 0,40-16 1 0 0,129-65 27 0 0,-96 39-85 0 0,-88 41 63 0 0,1 1 1 0 0,0 1-1 0 0,0 0 1 0 0,1 1-1 0 0,0 1 1 0 0,-1 0-1 0 0,1 0 1 0 0,0 2-1 0 0,0 0 1 0 0,0 1-1 0 0,0 0 1 0 0,0 1-1 0 0,23 5 1 0 0,71 10 45 0 0,-72-15-46 0 0,0-1 1 0 0,0-3-1 0 0,0-1 0 0 0,-1-1 1 0 0,61-18-1 0 0,-25 1 5 0 0,129-58 1 0 0,-178 67-8 0 0,50-20 37 0 0,-31 18-8 0 0,-35 15-20 0 0,-4 0-10 0 0,1-1-1 0 0,-1 1 1 0 0,1 0 0 0 0,-1 0 0 0 0,1 0-1 0 0,-1 0 1 0 0,1 1 0 0 0,-1 0-1 0 0,1-1 1 0 0,-1 1 0 0 0,0 1-1 0 0,6 1 1 0 0,0 1-3 0 0,102 39 58 0 0,-92-34-77 0 0,0-1 0 0 0,1-1 1 0 0,0 0-1 0 0,1-2 1 0 0,-1 0-1 0 0,26 2 1 0 0,-14-6 48 0 0,-1 0 0 0 0,1-2 0 0 0,-1-1 1 0 0,1-2-1 0 0,59-15 0 0 0,144-61 22 0 0,-136 42-28 0 0,-98 38-19 0 0,8-4-14 0 0,1 1 0 0 0,-1 0 0 0 0,1 1-1 0 0,17-2 1 0 0,-1 4 28 0 0,0 1-1 0 0,-1 0 1 0 0,1 2-1 0 0,-1 2 0 0 0,0 0 1 0 0,0 1-1 0 0,-1 2 1 0 0,30 12-1 0 0,-12-4-11 0 0,0-1 0 0 0,2-3-1 0 0,0-1 1 0 0,0-2 0 0 0,71 4 0 0 0,-58-11-1 0 0,0-2 1 0 0,0-3 0 0 0,111-21-1 0 0,-53 0-7 0 0,120-21 8 0 0,-190 40-13 0 0,0 1-1 0 0,0 2 0 0 0,58 5 1 0 0,256 30 41 0 0,-167-25 50 0 0,1-8 1 0 0,229-31-1 0 0,-114-14-98 0 0,-27 2-67 0 0,-234 39 69 0 0,0 2 0 0 0,-1 2 0 0 0,1 2 1 0 0,76 13-1 0 0,-49 1 18 0 0,0 3 0 0 0,77 31 1 0 0,-74-23 1 0 0,1-3 1 0 0,109 18 0 0 0,-126-34 21 0 0,0-1 1 0 0,0-4-1 0 0,113-7 0 0 0,-84-7-28 0 0,-1-3 0 0 0,110-33 0 0 0,166-83-108 0 0,-304 104 82 0 0,2 3-1 0 0,76-18 1 0 0,-117 36 22 0 0,0 1 0 0 0,0 1 0 0 0,1 1 0 0 0,-1 1-1 0 0,1 1 1 0 0,-1 1 0 0 0,1 1 0 0 0,-1 1 0 0 0,0 1 0 0 0,29 8-1 0 0,114 49 59 0 0,50 14 99 0 0,-175-64-120 0 0,0-2-1 0 0,1-1 1 0 0,64 3-1 0 0,-54-10 4 0 0,-1-2 0 0 0,1-2 0 0 0,-1-3 0 0 0,0-2 0 0 0,0-2 0 0 0,-1-2 0 0 0,-1-2 0 0 0,0-2 0 0 0,-1-3 0 0 0,76-41 0 0 0,-116 56-37 0 0,160-82-29 0 0,-146 77 26 0 0,0 0 0 0 0,0 2 1 0 0,1 1-1 0 0,0 0 0 0 0,0 2 0 0 0,24-2 0 0 0,-19 6 22 0 0,1 2-1 0 0,-1 0 1 0 0,0 2-1 0 0,0 1 1 0 0,30 10-1 0 0,31 6 11 0 0,-25-9-19 0 0,1-2-1 0 0,0-3 0 0 0,1-3 0 0 0,101-6 0 0 0,-75-10 5 0 0,1-4-1 0 0,126-40 0 0 0,167-84-16 0 0,-339 121 6 0 0,82-20-1 0 0,-104 33 42 0 0,-1 2 1 0 0,2 1-1 0 0,-1 1 1 0 0,0 1-1 0 0,37 3 1 0 0,6 5 108 0 0,184 14-223 0 0,-178-18 109 0 0,107-10-1 0 0,24-19 3 0 0,233-61 0 0 0,-88 20-171 0 0,-282 60 160 0 0,0 2 1 0 0,0 4 0 0 0,84 9 0 0 0,-7 9-140 0 0,169 43 1 0 0,-197-31 149 0 0,228 52 121 0 0,-272-68-132 0 0,1-3 0 0 0,133-1 0 0 0,-94-13-25 0 0,-1-6-1 0 0,-1-5 1 0 0,181-47-1 0 0,-219 42 2 0 0,2 4 0 0 0,132-14 0 0 0,-190 30-9 0 0,0 0 1 0 0,0 1-1 0 0,-1 1 1 0 0,1 1-1 0 0,27 8 0 0 0,73 33-1 0 0,-21-7-24 0 0,-54-24 38 0 0,0-3 0 0 0,1-1 0 0 0,0-2 0 0 0,0-2 0 0 0,1-1 0 0 0,-1-3 0 0 0,54-4 0 0 0,43-15 161 0 0,-45 5-378 0 0,-90 13 229 0 0,1 0-25 0 0,46 2 6 0 0,-46-1-8 0 0,0 1-4 0 0,102 50 8 0 0,-72-33 6 0 0,1-1 0 0 0,1-2 0 0 0,0-2 0 0 0,45 12 0 0 0,-50-20 31 0 0,0 0 0 0 0,0-2 0 0 0,0-2 0 0 0,0-1 0 0 0,1-1 0 0 0,62-9 0 0 0,4-12 208 0 0,-95 19-149 0 0,1 1-9 0 0,13-3-45 0 0,-13 3 24 0 0,17-6 79 0 0,-18 8-137 0 0,1 0-12 0 0,18 9 18 0 0,27 34 51 0 0,-31-27-51 0 0,1-1 0 0 0,39 26 0 0 0,-47-35-6 0 0,1-1 0 0 0,0 0 0 0 0,1-1 0 0 0,-1 0 0 0 0,1-1 0 0 0,22 4 0 0 0,-19-5 3 0 0,1-1 0 0 0,-1-1 1 0 0,1 0-1 0 0,0-1 0 0 0,-1-1 1 0 0,1-1-1 0 0,18-4 0 0 0,-26 4-3 0 0,0-1-1 0 0,-1 0 1 0 0,0-1 0 0 0,0 0-1 0 0,0-1 1 0 0,0 1 0 0 0,-1-2-1 0 0,0 1 1 0 0,0-1 0 0 0,0 0 0 0 0,-1-1-1 0 0,1 0 1 0 0,-2 0 0 0 0,12-15-1 0 0,6-16 27 0 0,-22 35 91 0 0,11-17-198 0 0,-12 19 79 0 0,-1 0 1 0 0,1 0 0 0 0,-1 0 0 0 0,1 0-1 0 0,-1 1 1 0 0,1-1 0 0 0,-1 0 0 0 0,1 0-1 0 0,0 1 1 0 0,-1-1 0 0 0,1 1 0 0 0,0-1-1 0 0,0 0 1 0 0,0 1 0 0 0,1-1 0 0 0,11 34-43 0 0,-9-26 53 0 0,8 12 2 0 0,8 5-31 0 0,-15-22 7 0 0,-1 0 2 0 0,0 1-6 0 0,0-1 0 0 0,-1 1 0 0 0,1-1 1 0 0,0 0-1 0 0,0 0 0 0 0,7 2 1 0 0,-7-3 1 0 0,-1 0-39 0 0,2 0-11 0 0,5 0 34 0 0,0 0 0 0 0,0-1 0 0 0,0 0 0 0 0,0 0 0 0 0,12-3 1 0 0,-18 2 33 0 0,-1-1-4 0 0,-1 1 0 0 0,0 0 1 0 0,1-1-1 0 0,-1 1 0 0 0,0-1 1 0 0,0 0-1 0 0,0 0 0 0 0,0 0 0 0 0,0 0 1 0 0,-1 0-1 0 0,1 0 0 0 0,2-4 1 0 0,-2 3-25 0 0,-8-2 14 0 0,6 5 7 0 0,-1 0 0 0 0,1-1 0 0 0,0 1 0 0 0,0 0 1 0 0,-1-1-1 0 0,1 1 0 0 0,0 0 0 0 0,0-1 0 0 0,-1 1 0 0 0,1 0 0 0 0,0 0 0 0 0,-1-1 0 0 0,1 1 0 0 0,0 0 0 0 0,-1 0 0 0 0,1 0 0 0 0,-1-1 0 0 0,1 1 0 0 0,0 0 0 0 0,-1 0 0 0 0,1 0 0 0 0,-1 0 1 0 0,1 0-1 0 0,0 0 0 0 0,-1 0 0 0 0,1 0 0 0 0,-1 0 0 0 0,1 0 0 0 0,0 0 0 0 0,-1 0 0 0 0,1 0 0 0 0,-1 0 0 0 0,1 0 0 0 0,0 1 0 0 0,-1-1 0 0 0,-5 4 9 0 0,1 1-1 0 0,0 0 1 0 0,0 0 0 0 0,0 0-1 0 0,1 1 1 0 0,0-1 0 0 0,0 1-1 0 0,0 0 1 0 0,1 1-1 0 0,-1-1 1 0 0,2 0 0 0 0,-1 1-1 0 0,1 0 1 0 0,0-1 0 0 0,0 1-1 0 0,1 0 1 0 0,-2 11-1 0 0,3-5 14 0 0,-1 0 0 0 0,1 1 0 0 0,1-1 0 0 0,1 0-1 0 0,0 0 1 0 0,0-1 0 0 0,1 1 0 0 0,8 20 0 0 0,-7-23-10 0 0,1 0 1 0 0,0 0 0 0 0,0 0-1 0 0,1-1 1 0 0,1 0 0 0 0,13 16-1 0 0,-18-23-14 0 0,8 8 22 0 0,-3-1-132 0 0,9 23-74 0 0,-15-28 170 0 0,-2-1-34 0 0,-36 104 362 0 0,23-49-226 0 0,10-37 10 0 0,1 1-52 0 0,3-16-26 0 0,0 13-10 0 0,1-1 1 0 0,1 1 0 0 0,0 0-1 0 0,1-1 1 0 0,1 0 0 0 0,1 1-1 0 0,1-1 1 0 0,0-1 0 0 0,10 19-1 0 0,-11-27 13 0 0,0-1 0 0 0,1 0 0 0 0,-1-1 0 0 0,8 8 0 0 0,-9-11-33 0 0,-2-2 0 0 0,-1 0 7 0 0,1-1-1 0 0,0 1 1 0 0,-1-1-1 0 0,0 1 1 0 0,1 0 0 0 0,-1 0-1 0 0,0 0 1 0 0,0 0-1 0 0,2 3 1 0 0,9 36-10 0 0,-12-36 17 0 0,0 1-1 0 0,-14 138 44 0 0,1-36-2 0 0,12-94-28 0 0,0 1 0 0 0,1 0-1 0 0,0-1 1 0 0,1 1 0 0 0,1-1 0 0 0,0 1 0 0 0,1-1-1 0 0,1 0 1 0 0,10 26 0 0 0,-10-28-36 0 0,0-1-1 0 0,1 0 1 0 0,1 0 0 0 0,0 0-1 0 0,1-1 1 0 0,11 16 0 0 0,5 1-14 0 0,-19-22 31 0 0,31 25-42 0 0,-30-26 39 0 0,2 3-8 0 0,0-1 0 0 0,0 1 0 0 0,-1 0 0 0 0,0 1 0 0 0,7 10 0 0 0,-11-14 15 0 0,0 1 0 0 0,0 0 0 0 0,-1 0-1 0 0,1 0 1 0 0,-1 0 0 0 0,0 0 0 0 0,-1 0-1 0 0,1 0 1 0 0,-1 0 0 0 0,0 0 0 0 0,0 0-1 0 0,-1 0 1 0 0,0 5 0 0 0,-9 56 31 0 0,-9 33-58 0 0,-9 53-20 0 0,22-107 36 0 0,5-41 9 0 0,2 11-19 0 0,5 53 264 0 0,-5-63-297 0 0,0-1 1 0 0,5 13 31 0 0,-4-13 14 0 0,-1-3 12 0 0,0 0 1 0 0,0-1-1 0 0,1 1 1 0 0,-1 0-1 0 0,0 1 1 0 0,0-1 0 0 0,0 0-1 0 0,0 0 1 0 0,0 0-1 0 0,-1 1 1 0 0,1-1 0 0 0,0 0-1 0 0,-1 1 1 0 0,1-1-1 0 0,0 2 1 0 0,10 12-145 0 0,0 7 83 0 0,-10-18 63 0 0,-2 16 0 0 0,0 0-1 0 0,-1 0 1 0 0,-8 32 0 0 0,5-31 11 0 0,1 0-1 0 0,1 1 1 0 0,0 35 0 0 0,3-46 2 0 0,1 1 0 0 0,1-1-1 0 0,5 23 1 0 0,2-9-30 0 0,21 41 1 0 0,-3-14 21 0 0,-25-48 15 0 0,-1 0-37 0 0,4 13 27 0 0,-4-13 18 0 0,0 1 16 0 0,-2 17 99 0 0,0-1-1 0 0,-1 0 1 0 0,-2 0 0 0 0,0 0 0 0 0,-1-1 0 0 0,-11 31 0 0 0,-9 36 63 0 0,-18 149 19 0 0,43-232-246 0 0,0 1 41 0 0,-1 16 62 0 0,0-16-98 0 0,2-1-30 0 0,0 13 5 0 0,-1-13 20 0 0,1 0 9 0 0,6 10-21 0 0,-2-5 54 0 0,0 0 0 0 0,-1 0-1 0 0,0 0 1 0 0,3 15-1 0 0,-9-15 3 0 0,0 0-1 0 0,-1 0 0 0 0,0-1 0 0 0,0 1 0 0 0,-7 11 1 0 0,5-11-7 0 0,-12 28 36 0 0,1-5 23 0 0,2 0-1 0 0,1 1 1 0 0,1 0-1 0 0,-14 70 0 0 0,21-72-119 0 0,3-13 31 0 0,5-1 29 0 0,-4-11-26 0 0,1 0 1 0 0,1-1-1 0 0,-1 1 0 0 0,1 0 1 0 0,0-1-1 0 0,0 1 1 0 0,1-1-1 0 0,0 1 0 0 0,0-1 1 0 0,0 0-1 0 0,0 0 1 0 0,1 0-1 0 0,0 0 0 0 0,0 0 1 0 0,0 0-1 0 0,1-1 1 0 0,-1 1-1 0 0,1-1 0 0 0,5 4 1 0 0,-7-6-12 0 0,2-1 14 0 0,12 6-19 0 0,-12-6-46 0 0,33 16-61 0 0,-35-14 106 0 0,-1 2 17 0 0,0 1 0 0 0,0-1 0 0 0,0 1-1 0 0,0-1 1 0 0,-1 1 0 0 0,0-1 0 0 0,0 1-1 0 0,-1 0 1 0 0,1-1 0 0 0,-1 1 0 0 0,-3 9 0 0 0,0 8-65 0 0,-6 35 132 0 0,8-45-78 0 0,-3 67 51 0 0,5-72-5 0 0,0 21-52 0 0,1-1 0 0 0,2 0 0 0 0,6 32-1 0 0,-4-33 20 0 0,0 0-1 0 0,2-1 1 0 0,19 45-1 0 0,-15-43-5 0 0,30 60-121 0 0,-23-51 366 0 0,25 73 0 0 0,-40-98-185 0 0,-1 0-1 0 0,0 0 0 0 0,-1 0 1 0 0,0 0-1 0 0,-1 0 1 0 0,-3 24-1 0 0,1 8 9 0 0,5 156-94 0 0,-3-196 61 0 0,1 1-10 0 0,1 15-16 0 0,3 8 26 0 0,-4-23-19 0 0,0-1 4 0 0,5 11-37 0 0,-4-11-66 0 0,10 14 182 0 0,-3-6-83 0 0,1 9-5 0 0,-8-18-3 0 0,-1 2-18 0 0,1 0 11 0 0,1 18-13 0 0,-3-15 26 0 0,-1 0 0 0 0,1-1 0 0 0,-1 1 1 0 0,0 0-1 0 0,-1-1 0 0 0,0 0 0 0 0,-5 14 0 0 0,-4 10 59 0 0,-6 19 7 0 0,7-21-56 0 0,1 1 0 0 0,1 0 0 0 0,2 1 1 0 0,-4 32-1 0 0,3 36-32 0 0,7-95-12 0 0,0 1 14 0 0,0 16 7 0 0,0-16 13 0 0,1-1-30 0 0,2 15-13 0 0,-2-15 10 0 0,0 1 8 0 0,6 12 65 0 0,-5-13-43 0 0,-1-2-9 0 0,0-1 1 0 0,0 1-1 0 0,1-1 0 0 0,-1 1 1 0 0,0 0-1 0 0,0 0 0 0 0,-1-1 1 0 0,1 1-1 0 0,1 4 0 0 0,2 2 2 0 0,-1 0 0 0 0,0 1-1 0 0,0-1 1 0 0,0 1-1 0 0,-1 0 1 0 0,0 0 0 0 0,-1 0-1 0 0,0 0 1 0 0,0 13 0 0 0,-3 4 24 0 0,-7 47-1 0 0,2-27-61 0 0,7-42 24 0 0,-1 1 9 0 0,1 16 2 0 0,-1-16-7 0 0,1 1 14 0 0,0 15 33 0 0,0-16 119 0 0,1 0-163 0 0,4 44-13 0 0,-5-45-11 0 0,1 1 17 0 0,3 11-1 0 0,-3-12 11 0 0,0 0-24 0 0,1 5 31 0 0,1-1 0 0 0,0 1 0 0 0,0-1 1 0 0,1 1-1 0 0,0-1 0 0 0,7 11 0 0 0,-9-17 2 0 0,-1-1 0 0 0,-1-1-1 0 0,1 0 0 0 0,-1 0 1 0 0,0 1-1 0 0,1-1 0 0 0,-1 0 1 0 0,0 1-1 0 0,1-1 0 0 0,-1 0 1 0 0,0 1-1 0 0,1-1 0 0 0,-1 1 1 0 0,0-1-1 0 0,0 1 1 0 0,0-1-1 0 0,1 0 0 0 0,-1 1 1 0 0,0-1-1 0 0,0 1 0 0 0,0-1 1 0 0,0 1-1 0 0,0-1 0 0 0,0 2 1 0 0,0-2-4 0 0,0 1 1 0 0,0-1-1 0 0,0 0 0 0 0,0 1 1 0 0,0-1-1 0 0,1 1 0 0 0,-1-1 1 0 0,0 1-1 0 0,0-1 0 0 0,0 1 1 0 0,0-1-1 0 0,1 1 1 0 0,-1-1-1 0 0,0 0 0 0 0,0 1 1 0 0,1-1-1 0 0,-1 1 0 0 0,0-1 1 0 0,1 0-1 0 0,-1 1 0 0 0,0-1 1 0 0,1 0-1 0 0,0 1 1 0 0,0 3-54 0 0,10 33 12 0 0,-3 1 0 0 0,6 50 0 0 0,5 33 421 0 0,4 18 709 0 0,-12-74-908 0 0,-11-61-139 0 0,1 1-21 0 0,1 15-6 0 0,-2-15 33 0 0,1-1 64 0 0,4 37-120 0 0,-5-37-53 0 0,1 1 100 0 0,2 12 11 0 0,-3-13 2 0 0,3 18 720 0 0,0 0 120 0 0,-4-2-947 0 0,1-16 36 0 0,-10 15-223 0 0,8-18 250 0 0,1 0 0 0 0,0 0 1 0 0,-1 0-1 0 0,1-1 0 0 0,0 1 1 0 0,0 0-1 0 0,0 1 0 0 0,0-1 1 0 0,0 0-1 0 0,0 0 0 0 0,0 0 1 0 0,0 0-1 0 0,1 1 0 0 0,-2 2 1 0 0,-9 9-79 0 0,10-13 47 0 0,0 0 0 0 0,1 1 0 0 0,-1-1 0 0 0,0 0 0 0 0,1 1 0 0 0,-1-1 0 0 0,0 1 0 0 0,1-1 0 0 0,-1 1 0 0 0,1-1 0 0 0,-1 1 0 0 0,1 0 0 0 0,-1-1 0 0 0,1 1 0 0 0,-1 0 0 0 0,1-1 0 0 0,-1 1 0 0 0,1 0 0 0 0,-1 0 0 0 0,1 0-118 0 0,0 0 0 0 0,0 0 0 0 0,-1 0-1 0 0,1-1 1 0 0,-1 1 0 0 0,1 0 0 0 0,-1 0 0 0 0,1-1 0 0 0,-1 1 0 0 0,1 0 0 0 0,-1-1 0 0 0,1 1-1 0 0,-1 0 1 0 0,0-1 0 0 0,0 1 0 0 0,1-1 0 0 0,-1 1 0 0 0,0-1 0 0 0,0 1 0 0 0,1-1 0 0 0,-1 0-1 0 0,0 1 1 0 0,0-1 0 0 0,0 0 0 0 0,0 0 0 0 0,0 0 0 0 0,1 0 0 0 0,-3 1 0 0 0,-43-29-7757 0 0,25 14 1169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25 4152 0 0,'0'0'13322'0'0,"2"4"-13220"0"0,5 9-41 0 0,-1 0 0 0 0,0 1 0 0 0,-1 0 0 0 0,-1 1 0 0 0,0-1 1 0 0,3 25-1 0 0,3 9-97 0 0,1 0 248 0 0,-11-45-206 0 0,1 1-36 0 0,3 12-4 0 0,2 2 188 0 0,-7-26 389 0 0,-8-33-238 0 0,-47-130-204 0 0,55 167-84 0 0,-1-1 3 0 0,-17-50-70 0 0,18 52 126 0 0,1 8-28 0 0,7 31 7 0 0,1 1 0 0 0,2-1 0 0 0,1 0 0 0 0,20 42 0 0 0,-22-59 319 0 0,13 12-13075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 4728 0 0,'0'0'3111'0'0,"-3"-2"-1849"0"0,2 2-1004 0 0,1-1 0 0 0,-1 1 1 0 0,1 0-1 0 0,-1-1 0 0 0,1 1 0 0 0,-1 0 0 0 0,1-1 1 0 0,-1 1-1 0 0,0 0 0 0 0,1 0 0 0 0,-1-1 1 0 0,0 1-1 0 0,1 0 0 0 0,-1 0 0 0 0,0 0 1 0 0,1 0-1 0 0,-1 0 0 0 0,0 0 0 0 0,1 0 0 0 0,-1 0 1 0 0,0 0-1 0 0,1 0 0 0 0,-1 0 0 0 0,0 1 1 0 0,1-1-1 0 0,-1 0 0 0 0,0 1 0 0 0,-12 2 333 0 0,16 20 309 0 0,-2-18-687 0 0,59 234 2202 0 0,-58-235-2305 0 0,5 18 1503 0 0,-2-11-3556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48 4616 0 0,'0'0'1799'0'0,"0"-4"-316"0"0,-1 0-899 0 0,0-1 0 0 0,-1 1 0 0 0,1 0 0 0 0,-1-1 0 0 0,0 1 0 0 0,-3-5 0 0 0,3 6 126 0 0,-2 2-477 0 0,1 0-174 0 0,0 0-1 0 0,0 0 0 0 0,0 1 1 0 0,0-1-1 0 0,0 1 0 0 0,0 0 1 0 0,0 0-1 0 0,0 0 0 0 0,0 0 1 0 0,0 1-1 0 0,0-1 1 0 0,0 1-1 0 0,0 0 0 0 0,0-1 1 0 0,0 1-1 0 0,-4 2 0 0 0,2 0 25 0 0,0 0 0 0 0,1 0 0 0 0,-1 0 0 0 0,1 1 0 0 0,0-1-1 0 0,0 1 1 0 0,0 0 0 0 0,0 0 0 0 0,-4 7 0 0 0,4-5-11 0 0,-1 1-1 0 0,1 0 1 0 0,1 1 0 0 0,-1-1 0 0 0,1 1-1 0 0,1-1 1 0 0,-1 1 0 0 0,1 0 0 0 0,1 0 0 0 0,-1 0-1 0 0,1 0 1 0 0,1 0 0 0 0,-1 0 0 0 0,2 0-1 0 0,0 14 1 0 0,0-18-50 0 0,12 46 149 0 0,-11-45-161 0 0,0-1-1 0 0,0 0 0 0 0,0 0 1 0 0,1 0-1 0 0,-1 0 0 0 0,1-1 0 0 0,0 1 1 0 0,0 0-1 0 0,0-1 0 0 0,1 0 1 0 0,-1 0-1 0 0,1 0 0 0 0,3 2 0 0 0,-2-1 2 0 0,1-1-1 0 0,-1-1 0 0 0,0 1 0 0 0,1-1 0 0 0,0 0 0 0 0,-1 0 0 0 0,1-1 1 0 0,0 1-1 0 0,0-1 0 0 0,11 0 0 0 0,-12-1-9 0 0,-1-1 0 0 0,1 1 0 0 0,-1-1 0 0 0,0 0 0 0 0,1-1 0 0 0,-1 1 0 0 0,8-4 0 0 0,-4 1-7 0 0,-1 1 8 0 0,-1 0-1 0 0,1-1 0 0 0,-1 0 0 0 0,1 0 0 0 0,-1-1 0 0 0,0 0 0 0 0,-1 0 0 0 0,1 0 0 0 0,-1 0 0 0 0,0-1 0 0 0,0 0 0 0 0,-1 0 0 0 0,0-1 0 0 0,0 1 0 0 0,0-1 0 0 0,-1 0 0 0 0,0 0 0 0 0,3-9 0 0 0,-5 11-30 0 0,-1 1-1 0 0,1 0 0 0 0,-1-1 1 0 0,0 1-1 0 0,0-1 0 0 0,0 1 0 0 0,-1 0 1 0 0,0-1-1 0 0,0 1 0 0 0,0 0 0 0 0,0 0 1 0 0,-1-1-1 0 0,1 1 0 0 0,-1 0 0 0 0,0 0 1 0 0,0 1-1 0 0,-1-1 0 0 0,1 0 0 0 0,-1 1 1 0 0,1-1-1 0 0,-1 1 0 0 0,-4-3 0 0 0,2 1-277 0 0,0 2-1 0 0,-1-1 0 0 0,1 1 0 0 0,-1-1 1 0 0,0 2-1 0 0,0-1 0 0 0,0 1 0 0 0,0-1 1 0 0,0 2-1 0 0,0-1 0 0 0,-1 1 0 0 0,1 0 0 0 0,-10-1 1 0 0,5 2-509 0 0,0 0 1 0 0,1 1 0 0 0,-1 0-1 0 0,1 1 1 0 0,-1 0 0 0 0,1 0-1 0 0,-13 6 1 0 0,-7 4-3985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221 169 4128 0 0,'-5'-9'666'0'0,"0"0"0"0"0,0 0 0 0 0,-1 1-1 0 0,0 0 1 0 0,-1 0 0 0 0,0 0-1 0 0,0 1 1 0 0,-1 0 0 0 0,-12-9 0 0 0,18 15-408 0 0,-18-3 126 0 0,18 5-343 0 0,-1-1 1 0 0,0 1 0 0 0,1-1 0 0 0,-1 1-1 0 0,1 0 1 0 0,-1 0 0 0 0,1 0-1 0 0,-1 0 1 0 0,1 0 0 0 0,0 1-1 0 0,0-1 1 0 0,-1 1 0 0 0,1-1 0 0 0,0 1-1 0 0,-2 3 1 0 0,3-5-35 0 0,-6 8 86 0 0,-1-1 1 0 0,1 1 0 0 0,1 1-1 0 0,0-1 1 0 0,0 1 0 0 0,0 0-1 0 0,1 0 1 0 0,1 1 0 0 0,0-1-1 0 0,0 1 1 0 0,0 0 0 0 0,-2 15-1 0 0,3-15-26 0 0,1 1 0 0 0,1-1-1 0 0,-1 21 1 0 0,1-25-44 0 0,1-1-11 0 0,1 0 1 0 0,-1-1 0 0 0,1 1 0 0 0,0-1-1 0 0,0 0 1 0 0,1 1 0 0 0,-1-1 0 0 0,1 0 0 0 0,0 0-1 0 0,4 8 1 0 0,-4-8-6 0 0,0-1-12 0 0,1-1 1 0 0,-1 1-1 0 0,0-1 1 0 0,1 1-1 0 0,-1-1 0 0 0,1 0 1 0 0,-1 0-1 0 0,1 0 1 0 0,0 0-1 0 0,0 0 1 0 0,0-1-1 0 0,0 0 0 0 0,0 1 1 0 0,5 0-1 0 0,-4 0-13 0 0,1-1-15 0 0,-1 0 1 0 0,1 0-1 0 0,-1-1 0 0 0,1 1 0 0 0,0-1 0 0 0,-1 0 0 0 0,1 0 1 0 0,0-1-1 0 0,-1 1 0 0 0,1-1 0 0 0,4-1 0 0 0,1-1-27 0 0,-1 0-1 0 0,1 0 1 0 0,17-9-1 0 0,-15 5 144 0 0,0-1-1 0 0,0 0 0 0 0,0-1 1 0 0,-1-1-1 0 0,-1 0 1 0 0,1 0-1 0 0,-2-1 0 0 0,1 0 1 0 0,-2 0-1 0 0,1-1 1 0 0,11-24-1 0 0,-17 30-97 0 0,0-1 0 0 0,0 1 0 0 0,-1-1 0 0 0,0 0 0 0 0,0 0 0 0 0,0 0-1 0 0,-1-1 1 0 0,0 1 0 0 0,-1 0 0 0 0,1 0 0 0 0,-1-1 0 0 0,-1 1 0 0 0,1 0 0 0 0,-1 0 0 0 0,-1 0 0 0 0,1 0 0 0 0,-1 0 0 0 0,-1 0-1 0 0,1 0 1 0 0,-1 0 0 0 0,0 1 0 0 0,0-1 0 0 0,-1 1 0 0 0,0 0 0 0 0,-8-9 0 0 0,9 12-195 0 0,0-1 1 0 0,0 1-1 0 0,0 0 1 0 0,-1 1-1 0 0,1-1 1 0 0,-1 1-1 0 0,0-1 1 0 0,0 1-1 0 0,0 0 1 0 0,0 1-1 0 0,0-1 1 0 0,0 1-1 0 0,-8-2 1 0 0,6 2-499 0 0,1 0 1 0 0,-1 1 0 0 0,1 0 0 0 0,-1 0-1 0 0,1 0 1 0 0,-8 2 0 0 0,-14 4-4999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77 3656 0 0,'1'-3'1768'0'0,"2"-12"-296"0"0,-2 12 830 0 0,-2-2-1404 0 0,-1-12-205 0 0,2 13 245 0 0,-6-2-450 0 0,6 5-467 0 0,0 1 0 0 0,0-1-1 0 0,0 1 1 0 0,0 0 0 0 0,0-1 0 0 0,0 1 0 0 0,-1-1 0 0 0,1 1 0 0 0,0 0-1 0 0,0-1 1 0 0,0 1 0 0 0,-1 0 0 0 0,1-1 0 0 0,0 1 0 0 0,-1 0 0 0 0,1-1-1 0 0,0 1 1 0 0,0 0 0 0 0,-1 0 0 0 0,1-1 0 0 0,-1 1 0 0 0,1 0 0 0 0,0 0-1 0 0,-1 0 1 0 0,1-1 0 0 0,0 1 0 0 0,-1 0 0 0 0,1 0 0 0 0,-1 0-1 0 0,1 0 1 0 0,-1 0 0 0 0,1 0 0 0 0,0 0 0 0 0,-1 0 0 0 0,1 0 0 0 0,-1 0-1 0 0,1 0 1 0 0,0 0 0 0 0,-1 0 0 0 0,0 1 0 0 0,-7 1 72 0 0,0 0 0 0 0,0 1 0 0 0,0 0 0 0 0,1 1 1 0 0,-1 0-1 0 0,1 0 0 0 0,0 1 0 0 0,0-1 0 0 0,-10 10 0 0 0,5-2-10 0 0,-1 0 0 0 0,1 1 1 0 0,1 0-1 0 0,1 0 0 0 0,0 2 0 0 0,0-1 0 0 0,2 1 0 0 0,-1 0 0 0 0,2 1 0 0 0,0 0 0 0 0,1 0 0 0 0,-4 18 0 0 0,10-30-77 0 0,-1-1 0 0 0,1 1 0 0 0,0 0 0 0 0,0 0 0 0 0,0-1 0 0 0,1 1-1 0 0,-1 0 1 0 0,1-1 0 0 0,0 1 0 0 0,0-1 0 0 0,0 1 0 0 0,1-1 0 0 0,2 7-1 0 0,-2-7-5 0 0,-1 0-26 0 0,1-1 0 0 0,0 1-1 0 0,-1 0 1 0 0,1-1-1 0 0,0 0 1 0 0,1 1 0 0 0,-1-1-1 0 0,0 0 1 0 0,1 0-1 0 0,-1 0 1 0 0,1 0 0 0 0,0-1-1 0 0,-1 1 1 0 0,1-1-1 0 0,5 2 1 0 0,-5-1 8 0 0,1-1-24 0 0,0 0 0 0 0,0 0 0 0 0,0 0-1 0 0,1 0 1 0 0,-1-1 0 0 0,0 0 0 0 0,0 0 0 0 0,1 0 0 0 0,-1 0 0 0 0,0-1 0 0 0,0 1 0 0 0,7-3 0 0 0,47-17-281 0 0,-43 13 327 0 0,0 0 0 0 0,-1-1-1 0 0,0-1 1 0 0,0 0 0 0 0,21-20-1 0 0,-27 22 40 0 0,0-1 0 0 0,-1 0-1 0 0,0 0 1 0 0,0-1-1 0 0,-1 0 1 0 0,0 0-1 0 0,-1 0 1 0 0,0-1-1 0 0,5-13 1 0 0,-8 17-50 0 0,-1 0 0 0 0,-1 0 0 0 0,1 0 1 0 0,-1 0-1 0 0,0-1 0 0 0,0 1 0 0 0,-1 0 0 0 0,0 0 1 0 0,0 0-1 0 0,0 0 0 0 0,-1 0 0 0 0,0 1 0 0 0,0-1 1 0 0,0 0-1 0 0,-1 1 0 0 0,0-1 0 0 0,0 1 1 0 0,0 0-1 0 0,0 0 0 0 0,-1 0 0 0 0,0 1 0 0 0,-8-8 1 0 0,7 8-169 0 0,-1 0 0 0 0,0 0 0 0 0,0 0 1 0 0,0 1-1 0 0,0 0 0 0 0,-1 0 1 0 0,1 1-1 0 0,-1-1 0 0 0,0 2 0 0 0,1-1 1 0 0,-9 0-1 0 0,6 1-539 0 0,-1 0-1 0 0,1 1 1 0 0,0 1 0 0 0,0 0-1 0 0,0 0 1 0 0,0 0 0 0 0,0 1-1 0 0,-11 4 1 0 0,-11 6-4865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96 4332 0 0,'2'-21'1719'0'0,"-1"16"-254"0"0,-2 1-176 0 0,1 4-1283 0 0,-1-3 266 0 0,0-1 1 0 0,1 1 0 0 0,-1 0 0 0 0,-1 0 0 0 0,1-1 0 0 0,0 1-1 0 0,-1 0 1 0 0,1 0 0 0 0,-1 0 0 0 0,0 1 0 0 0,0-1-1 0 0,0 0 1 0 0,-1 1 0 0 0,1-1 0 0 0,0 1 0 0 0,-6-4 0 0 0,3 4-172 0 0,1 0 1 0 0,0 0 0 0 0,-1 1-1 0 0,1-1 1 0 0,-1 1-1 0 0,1 0 1 0 0,-1 1 0 0 0,0-1-1 0 0,1 1 1 0 0,-1 0 0 0 0,0 0-1 0 0,0 0 1 0 0,1 1 0 0 0,-1-1-1 0 0,-5 3 1 0 0,1-1-8 0 0,1 1 0 0 0,-1 1-1 0 0,0-1 1 0 0,1 2 0 0 0,0-1 0 0 0,0 1 0 0 0,-11 9 0 0 0,8-6-26 0 0,2 1-1 0 0,-1 0 1 0 0,1 1 0 0 0,0 0 0 0 0,1 0 0 0 0,0 1 0 0 0,1 0 0 0 0,0 0 0 0 0,0 0-1 0 0,2 1 1 0 0,-8 18 0 0 0,12-23-40 0 0,-1-1 0 0 0,1 1 0 0 0,0-1 0 0 0,0 1 0 0 0,1 0 0 0 0,0-1 0 0 0,0 1 0 0 0,1 0 0 0 0,0-1 0 0 0,0 1 0 0 0,4 12 0 0 0,-4-15-33 0 0,0 0 0 0 0,1 0 0 0 0,-1 0 1 0 0,1 0-1 0 0,0-1 0 0 0,1 1 0 0 0,-1-1 0 0 0,0 1 1 0 0,1-1-1 0 0,0 0 0 0 0,0 0 0 0 0,0 0 1 0 0,0 0-1 0 0,0 0 0 0 0,1-1 0 0 0,6 5 1 0 0,-1-4-90 0 0,0 1-1 0 0,0-1 1 0 0,0 0 0 0 0,1-1 0 0 0,18 3 0 0 0,-17-4 61 0 0,-1-1 0 0 0,1 0 0 0 0,-1 0-1 0 0,1-1 1 0 0,-1-1 0 0 0,0 1 0 0 0,1-2-1 0 0,-1 1 1 0 0,0-2 0 0 0,10-3 0 0 0,-6 0 49 0 0,0 0 0 0 0,0 0-1 0 0,-1-2 1 0 0,1 1 0 0 0,18-18 0 0 0,-26 21-1 0 0,-1-1 0 0 0,1 0 0 0 0,-1 0 0 0 0,0 0 0 0 0,-1-1 0 0 0,1 1 0 0 0,-1-1 0 0 0,-1 0 0 0 0,1-1 0 0 0,-1 1 0 0 0,0-1 0 0 0,-1 1 0 0 0,0-1 0 0 0,2-11 0 0 0,-4 14-69 0 0,1 0 1 0 0,-1 0 0 0 0,0 0-1 0 0,-1 0 1 0 0,1 0-1 0 0,-1 0 1 0 0,0 0-1 0 0,0 0 1 0 0,-1 0 0 0 0,1 0-1 0 0,-1 0 1 0 0,0 0-1 0 0,-1 1 1 0 0,1-1-1 0 0,-1 1 1 0 0,0 0 0 0 0,0 0-1 0 0,0 0 1 0 0,0 0-1 0 0,-1 0 1 0 0,0 0-1 0 0,-7-5 1 0 0,1 4-519 0 0,1-1 0 0 0,-1 1 0 0 0,-1 1 0 0 0,1-1 0 0 0,-1 2 0 0 0,1 0 0 0 0,-1 0 0 0 0,0 1 0 0 0,0 0 0 0 0,0 1-1 0 0,-1 0 1 0 0,1 1 0 0 0,0 0 0 0 0,0 0 0 0 0,0 2 0 0 0,-15 2 0 0 0,-12 4-4719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295 114 4232 0 0,'1'-5'1723'0'0,"-1"1"-1302"0"0,0 0 0 0 0,0-1 1 0 0,-1 1-1 0 0,1 0 0 0 0,-1 0 1 0 0,0 0-1 0 0,0-1 0 0 0,0 1 1 0 0,-1 0-1 0 0,1 0 0 0 0,-1 0 1 0 0,-3-4-1 0 0,3 5-348 0 0,0 1 0 0 0,1 0 0 0 0,-1 0 1 0 0,-1 0-1 0 0,1 0 0 0 0,0 0 0 0 0,0 0 0 0 0,-1 1 1 0 0,1-1-1 0 0,-1 1 0 0 0,1 0 0 0 0,-1 0 0 0 0,1-1 1 0 0,-1 2-1 0 0,0-1 0 0 0,0 0 0 0 0,1 0 0 0 0,-1 1 1 0 0,0 0-1 0 0,0 0 0 0 0,0-1 0 0 0,0 2 0 0 0,-4-1 1 0 0,-4 1-3 0 0,1 1 0 0 0,-1 0 1 0 0,1 1-1 0 0,0 0 0 0 0,0 0 1 0 0,0 1-1 0 0,0 0 0 0 0,1 1 1 0 0,-1 0-1 0 0,1 1 0 0 0,0 0 1 0 0,1 0-1 0 0,0 1 0 0 0,0 0 1 0 0,0 0-1 0 0,1 1 0 0 0,0 0 1 0 0,0 0-1 0 0,1 1 0 0 0,0-1 1 0 0,0 2-1 0 0,1-1 0 0 0,1 0 1 0 0,-7 20-1 0 0,9-23-58 0 0,0 0 1 0 0,1 0-1 0 0,0 0 1 0 0,1 0-1 0 0,-1 0 1 0 0,1 0-1 0 0,0 0 1 0 0,1 1-1 0 0,0-1 0 0 0,-1 0 1 0 0,4 9-1 0 0,-3-12-32 0 0,1 1-1 0 0,0 0 1 0 0,0-1-1 0 0,0 0 0 0 0,0 1 1 0 0,0-1-1 0 0,1 0 1 0 0,-1 0-1 0 0,1 0 0 0 0,0 0 1 0 0,0-1-1 0 0,0 1 1 0 0,0-1-1 0 0,0 0 0 0 0,1 0 1 0 0,3 2-1 0 0,-4-2-21 0 0,4 0-16 0 0,1 1 0 0 0,0-1 0 0 0,-1 0 0 0 0,1-1 0 0 0,0 1-1 0 0,0-2 1 0 0,0 1 0 0 0,0-1 0 0 0,0 0 0 0 0,0-1 0 0 0,0 0-1 0 0,0 0 1 0 0,0-1 0 0 0,8-3 0 0 0,-1 1 90 0 0,0-1 0 0 0,-1-1 0 0 0,1-1 0 0 0,-2 0 0 0 0,1-1-1 0 0,-1 0 1 0 0,24-19 0 0 0,-31 21 13 0 0,1 0-1 0 0,-1 0 1 0 0,0-1-1 0 0,0 0 1 0 0,0 0-1 0 0,-1 0 1 0 0,-1-1-1 0 0,1 0 1 0 0,-1 0-1 0 0,0 0 1 0 0,-1 0-1 0 0,0-1 1 0 0,0 1 0 0 0,2-15-1 0 0,-4 18-60 0 0,-1 1-1 0 0,0 0 0 0 0,1-1 1 0 0,-2 1-1 0 0,1 0 1 0 0,0-1-1 0 0,-1 1 1 0 0,0 0-1 0 0,0 0 1 0 0,0-1-1 0 0,0 1 1 0 0,-1 0-1 0 0,0 0 1 0 0,0 0-1 0 0,0 0 1 0 0,0 1-1 0 0,-5-6 1 0 0,3 4-101 0 0,0 1 0 0 0,0 0 0 0 0,-1 1 0 0 0,0-1-1 0 0,0 1 1 0 0,0 0 0 0 0,0 0 0 0 0,-1 0 0 0 0,1 1 0 0 0,-1-1 0 0 0,-8-1 0 0 0,0 1-667 0 0,0 0-1 0 0,0 1 1 0 0,0 0 0 0 0,-1 2-1 0 0,1-1 1 0 0,0 2 0 0 0,-1 0-1 0 0,1 0 1 0 0,-20 6-1 0 0,-4 4-4518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68 4232 0 0,'-2'-2'1566'0'0,"-4"-9"-255"0"0,5 8-133 0 0,-4 2-60 0 0,-1-1-889 0 0,-1 1 0 0 0,1-1 1 0 0,-1 2-1 0 0,1-1 0 0 0,-1 1 0 0 0,1 0 1 0 0,-1 0-1 0 0,0 1 0 0 0,1 0 0 0 0,-1 0 1 0 0,1 0-1 0 0,-10 4 0 0 0,7-1-74 0 0,-1 0-1 0 0,0 1 1 0 0,1 0-1 0 0,0 1 1 0 0,0 0 0 0 0,1 0-1 0 0,-12 11 1 0 0,10-8-100 0 0,1 1 0 0 0,1 0 0 0 0,-1 0 0 0 0,1 1 0 0 0,1 0 0 0 0,0 0 0 0 0,1 0 0 0 0,0 1 0 0 0,0 0 0 0 0,2 1 0 0 0,-1-1 0 0 0,1 1 0 0 0,-1 14 0 0 0,4-24-45 0 0,1 1 0 0 0,-1 0-1 0 0,1 0 1 0 0,0 0 0 0 0,1-1 0 0 0,-1 1 0 0 0,1 0-1 0 0,-1 0 1 0 0,1-1 0 0 0,0 1 0 0 0,1 0 0 0 0,-1-1-1 0 0,0 1 1 0 0,1-1 0 0 0,0 0 0 0 0,0 1 0 0 0,0-1-1 0 0,5 5 1 0 0,-2-3-16 0 0,0 0 0 0 0,0-1-1 0 0,1 0 1 0 0,-1 0 0 0 0,1-1 0 0 0,0 0-1 0 0,0 0 1 0 0,8 3 0 0 0,-8-4-8 0 0,0-1 0 0 0,0 0 0 0 0,1 0 0 0 0,-1 0 0 0 0,1 0 0 0 0,-1-1 0 0 0,1 0 0 0 0,12-2 0 0 0,-4-1 38 0 0,0 0 1 0 0,23-7-1 0 0,-21 4 142 0 0,0-1-1 0 0,-1-1 0 0 0,-1 0 0 0 0,1-1 1 0 0,-1-1-1 0 0,19-16 0 0 0,-27 21-86 0 0,0-1-1 0 0,-1 0 0 0 0,0-1 1 0 0,-1 1-1 0 0,1-1 0 0 0,-1 0 1 0 0,0 0-1 0 0,-1-1 0 0 0,0 0 1 0 0,0 1-1 0 0,-1-2 0 0 0,0 1 1 0 0,0 0-1 0 0,2-15 1 0 0,-4 18-132 0 0,-1 0 1 0 0,0 0 0 0 0,0 0-1 0 0,-1 0 1 0 0,1-1 0 0 0,-1 1 0 0 0,-1 0-1 0 0,1 0 1 0 0,0 0 0 0 0,-1 1-1 0 0,0-1 1 0 0,0 0 0 0 0,-1 0 0 0 0,1 1-1 0 0,-1 0 1 0 0,0-1 0 0 0,0 1-1 0 0,-1 0 1 0 0,1 1 0 0 0,-1-1 0 0 0,0 0-1 0 0,0 1 1 0 0,-8-5 0 0 0,0 0-577 0 0,-1 0 0 0 0,0 1 1 0 0,0 1-1 0 0,-1 0 0 0 0,0 1 0 0 0,-26-6 1 0 0,-28 0-3478 0 0,-10 4-2894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0 114 3968 0 0,'0'0'4011'0'0,"2"4"-3571"0"0,4 14-89 0 0,-5-14-59 0 0,0-2-259 0 0,-1-1 0 0 0,1 1 0 0 0,0-1 1 0 0,0 1-1 0 0,0-1 0 0 0,0 0 0 0 0,0 1 0 0 0,0-1 0 0 0,0 0 0 0 0,1 0 0 0 0,1 2 0 0 0,-2-3-2 0 0,3 6 42 0 0,0-1 0 0 0,1 0-1 0 0,-1 0 1 0 0,1-1 0 0 0,1 1-1 0 0,-1-1 1 0 0,0 0 0 0 0,1-1-1 0 0,0 1 1 0 0,11 4 0 0 0,-4-2-3 0 0,-5-3-58 0 0,-1 0 0 0 0,0-1 0 0 0,1 0 0 0 0,0 0 0 0 0,-1 0 0 0 0,1-1 0 0 0,0-1 0 0 0,0 1 0 0 0,0-1 0 0 0,0-1 0 0 0,-1 1 0 0 0,1-1 0 0 0,0-1 0 0 0,0 1 0 0 0,11-5 0 0 0,-15 4-6 0 0,-1 2-19 0 0,-1-1 7 0 0,1 0 0 0 0,-1 1 0 0 0,1-1 0 0 0,-1 1 0 0 0,1 0 0 0 0,-1 0 0 0 0,1 0 0 0 0,-1 0 0 0 0,1 0 0 0 0,0 0 0 0 0,-1 1 0 0 0,4 0 0 0 0,-5 0 8 0 0,3-1 4 0 0,29 23 93 0 0,-10-8 40 0 0,0-1-1 0 0,0-2 1 0 0,33 13 0 0 0,-45-21-125 0 0,1 0-1 0 0,-1-2 1 0 0,1 1-1 0 0,0-1 1 0 0,0-1-1 0 0,-1 0 0 0 0,1-1 1 0 0,19-1-1 0 0,-24 0-9 0 0,0-1-1 0 0,0 1 0 0 0,-1-1 0 0 0,1 0 0 0 0,0-1 0 0 0,-1 0 0 0 0,0 0 1 0 0,1 0-1 0 0,-1 0 0 0 0,-1-1 0 0 0,1 0 0 0 0,5-5 0 0 0,-3 2-1 0 0,-5 5 31 0 0,6-3-44 0 0,2-5 66 0 0,-9 9-67 0 0,0 0 0 0 0,1 0 1 0 0,-1 0-1 0 0,0 1 1 0 0,0-1-1 0 0,0 0 0 0 0,1 1 1 0 0,-1-1-1 0 0,0 1 1 0 0,1 0-1 0 0,-1 0 0 0 0,4 0 1 0 0,36 16 31 0 0,-6 0-15 0 0,-6-4 7 0 0,16 8 6 0 0,-43-19-22 0 0,14 3 25 0 0,5 0-24 0 0,1-1 1 0 0,0-1-1 0 0,-1-1 1 0 0,1-1-1 0 0,34-4 1 0 0,-51 3-7 0 0,-2 1-7 0 0,47-8 23 0 0,-35 6-11 0 0,9-1 2 0 0,-21 3-3 0 0,1 0 6 0 0,17 2 1 0 0,0 1 0 0 0,-1 1 0 0 0,0 2 0 0 0,0 0 1 0 0,0 1-1 0 0,0 1 0 0 0,24 13 0 0 0,45 16 10 0 0,-74-32-5 0 0,4 0 0 0 0,-8-4 8 0 0,1 2-39 0 0,0-1-1 0 0,1-1 1 0 0,-1 0 0 0 0,0-1 0 0 0,1 0 0 0 0,-1-1 0 0 0,1-1 0 0 0,-1 0 0 0 0,23-7-1 0 0,-23 6 73 0 0,116-43-173 0 0,-99 34 168 0 0,-1 1 1 0 0,1 1-1 0 0,40-7 1 0 0,-49 15-29 0 0,0 1 0 0 0,-1 1 1 0 0,1 1-1 0 0,0 0 0 0 0,31 8 0 0 0,-21-4 31 0 0,42 7-104 0 0,-37-8-20 0 0,0-2-1 0 0,0-1 0 0 0,0-1 0 0 0,0-2 0 0 0,-1-2 0 0 0,1-1 1 0 0,-1-2-1 0 0,58-19 0 0 0,10-12-4 0 0,-57 19 91 0 0,1 3 1 0 0,69-16-1 0 0,-103 31-63 0 0,6 0 65 0 0,0 0 0 0 0,0 2 0 0 0,0 0 0 0 0,0 1 0 0 0,0 1 0 0 0,25 8 0 0 0,-21-5-11 0 0,57 16 15 0 0,-57-14-30 0 0,-1-1-1 0 0,1-1 0 0 0,1-1 1 0 0,-1-2-1 0 0,1 0 1 0 0,0-1-1 0 0,42-3 0 0 0,39-13-148 0 0,-63 6 257 0 0,1 3 1 0 0,57 0-1 0 0,-74 7-55 0 0,1 2-1 0 0,-1 0 0 0 0,0 2 0 0 0,38 13 0 0 0,-33-9-16 0 0,62 12 0 0 0,-63-19-37 0 0,1-1-1 0 0,-1-2 1 0 0,1-1 0 0 0,59-9 0 0 0,122-39-29 0 0,-135 28 54 0 0,94-12-1 0 0,-59 24-19 0 0,1 5-1 0 0,0 5 0 0 0,157 21 1 0 0,-211-19-274 0 0,0-2 0 0 0,0-3 0 0 0,111-17 0 0 0,-69 6 279 0 0,-36 3 48 0 0,-43 6-30 0 0,1 1-1 0 0,0 1 1 0 0,45 3-1 0 0,2 3-115 0 0,-9 5 167 0 0,84 23-1 0 0,-88-17 54 0 0,75 9 0 0 0,-77-20-103 0 0,-1-2-1 0 0,84-8 1 0 0,107-26 22 0 0,-96 10 920 0 0,-130 19-831 0 0,-4 0-67 0 0,1 1 1 0 0,0 1-1 0 0,0 0 0 0 0,0 1 1 0 0,-1 1-1 0 0,20 2 0 0 0,-9 4-54 0 0,187 39-4 0 0,-173-41 49 0 0,0-2 0 0 0,0-1 0 0 0,0-2 0 0 0,45-6 0 0 0,153-33 56 0 0,-30 4-35 0 0,-152 31-101 0 0,1 4 0 0 0,-1 1 0 0 0,0 3 0 0 0,59 13 0 0 0,-42-7 0 0 0,122 3 1 0 0,255-55-941 0 0,-152 7 1068 0 0,-226 30-93 0 0,1 3-1 0 0,0 3 1 0 0,-1 3 0 0 0,1 4-1 0 0,86 20 1 0 0,-96-15-9 0 0,1-3 1 0 0,1-2 0 0 0,0-3 0 0 0,0-3 0 0 0,93-10 0 0 0,-76-2-1 0 0,0-3 0 0 0,-1-4 0 0 0,143-51 1 0 0,-191 57-29 0 0,1 0-1 0 0,-1 2 1 0 0,46-5 0 0 0,-59 12 48 0 0,-1 0 0 0 0,0 2 0 0 0,1 1 0 0 0,-1 0 0 0 0,0 1 1 0 0,0 1-1 0 0,30 9 0 0 0,1 3 14 0 0,-4 1 19 0 0,2-2-1 0 0,0-2 0 0 0,0-2 0 0 0,83 5 1 0 0,-79-16-27 0 0,0-2 1 0 0,75-13-1 0 0,98-34 103 0 0,-35 7-30 0 0,-130 33 21 0 0,1 2 1 0 0,1 3 0 0 0,-1 2 0 0 0,1 4 0 0 0,91 11-1 0 0,-52 1-52 0 0,302 31-175 0 0,-315-40 127 0 0,0-3 0 0 0,141-17 0 0 0,-90-9-58 0 0,70-7 98 0 0,-182 30-54 0 0,-1 1 0 0 0,0 2 0 0 0,0 0 0 0 0,0 2 0 0 0,0 1 0 0 0,26 7-1 0 0,62 22-23 0 0,137 34-16 0 0,-209-59 21 0 0,1-2 0 0 0,-1-1 0 0 0,2-2 0 0 0,44-4 0 0 0,-10-5 78 0 0,0-3 1 0 0,-1-3 0 0 0,-1-4-1 0 0,76-26 1 0 0,-120 31-36 0 0,0 2 0 0 0,1 1 1 0 0,65-6-1 0 0,-80 13-42 0 0,0 1 0 0 0,-1 1 0 0 0,1 0 0 0 0,-1 1 0 0 0,0 1 0 0 0,1 1 0 0 0,-1 0 0 0 0,-1 2 0 0 0,23 9 0 0 0,59 34 94 0 0,32 13-80 0 0,-109-54 4 0 0,1-1 1 0 0,0 0-1 0 0,0-2 1 0 0,35 4-1 0 0,-4-5 34 0 0,1-3-1 0 0,97-10 1 0 0,104-32 524 0 0,12-1 278 0 0,-245 39-827 0 0,0 2 1 0 0,0 0-1 0 0,0 2 0 0 0,0 0 0 0 0,-1 2 0 0 0,1 0 0 0 0,0 1 0 0 0,-1 1 1 0 0,0 2-1 0 0,0 0 0 0 0,0 1 0 0 0,-1 0 0 0 0,28 18 0 0 0,19 17-141 0 0,85 48-172 0 0,-133-82 306 0 0,0 0 0 0 0,1-2 1 0 0,-1-1-1 0 0,2 0 0 0 0,-1-1 0 0 0,33 3 0 0 0,-20-6 7 0 0,-1-2-1 0 0,1-1 1 0 0,-1-2 0 0 0,0-1-1 0 0,33-8 1 0 0,151-52 79 0 0,10-2-36 0 0,-201 61-14 0 0,1 1 1 0 0,-1 2 0 0 0,1 1-1 0 0,-1 0 1 0 0,34 5 0 0 0,-8 3 80 0 0,80 23 1 0 0,-70-14-129 0 0,0-2-1 0 0,0-3 1 0 0,1-3-1 0 0,0-2 1 0 0,1-3 0 0 0,-1-3-1 0 0,1-3 1 0 0,-1-2-1 0 0,62-14 1 0 0,-4-11 149 0 0,-77 18-165 0 0,1 1 0 0 0,0 2 0 0 0,82-5 0 0 0,-119 14 31 0 0,0 0 0 0 0,0 1-1 0 0,0 0 1 0 0,1 0-1 0 0,-1 0 1 0 0,10 4 0 0 0,-2 0 2 0 0,93 32-9 0 0,-66-22-10 0 0,-12-7 33 0 0,0-1 1 0 0,0-1-1 0 0,0-2 1 0 0,1-1 0 0 0,0-2-1 0 0,-1 0 1 0 0,1-2 0 0 0,0-2-1 0 0,59-12 1 0 0,-15-5 331 0 0,-1-4 0 0 0,116-54 1 0 0,-174 71-383 0 0,0 1 0 0 0,1 0 0 0 0,-1 1 0 0 0,1 0 0 0 0,28-2 0 0 0,-36 7 32 0 0,0 1 0 0 0,0 0 0 0 0,0 1 0 0 0,0 0 0 0 0,-1 1 1 0 0,1-1-1 0 0,-1 2 0 0 0,1-1 0 0 0,-1 1 0 0 0,0 0 0 0 0,-1 1 0 0 0,9 6 0 0 0,17 8-4 0 0,-6-8 7 0 0,0-1-1 0 0,0-1 1 0 0,1-1 0 0 0,0-1 0 0 0,29 2-1 0 0,-19-3 6 0 0,15 1 161 0 0,18-2 114 0 0,-67-4-257 0 0,24 0 98 0 0,-3-2 64 0 0,18-1 23 0 0,44-9-14 0 0,-79 10-204 0 0,21-3 95 0 0,39 0-1 0 0,-57 4-61 0 0,1 0-1 0 0,-1 1 0 0 0,0 1 0 0 0,0 0 1 0 0,1 1-1 0 0,-1 0 0 0 0,15 6 1 0 0,14 11-61 0 0,-28-13-269 0 0,1 0 1 0 0,0-1 0 0 0,0 0 0 0 0,0-2 0 0 0,1 1 0 0 0,-1-1 0 0 0,1-1 0 0 0,0-1 0 0 0,20 2 0 0 0,-32-4 168 0 0,48-1-1971 0 0,-10-6-2735 0 0,-16-2-1356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204 109 3960 0 0,'0'0'1417'0'0,"1"-4"-225"0"0,-1-3-204 0 0,-1-1-1 0 0,1 1 0 0 0,-1 0 1 0 0,0 0-1 0 0,-4-12 0 0 0,4 16-539 0 0,-1-1-166 0 0,0-1 1 0 0,-1 1 0 0 0,1 0 0 0 0,-1 0 0 0 0,0 0 0 0 0,1 0 0 0 0,-2 0 0 0 0,1 0 0 0 0,-4-3-1 0 0,4 5-16 0 0,-2 2-210 0 0,2 0-44 0 0,-1 0 0 0 0,1 1 0 0 0,-1 0 0 0 0,0-1 0 0 0,1 1 0 0 0,-1 1 0 0 0,1-1 0 0 0,0 0 0 0 0,-1 1 0 0 0,1-1 0 0 0,0 1 0 0 0,0 0 0 0 0,0 0 0 0 0,0 1 0 0 0,0-1 0 0 0,0 0 0 0 0,1 1 0 0 0,-4 4 0 0 0,-4 4-6 0 0,0 0 1 0 0,1 1-1 0 0,1 0 0 0 0,0 1 1 0 0,0 0-1 0 0,1 0 1 0 0,1 1-1 0 0,0 0 0 0 0,1 0 1 0 0,1 0-1 0 0,-5 24 1 0 0,8-26-3 0 0,0 1 0 0 0,1-1 0 0 0,0 0 0 0 0,2 15 0 0 0,0-20 6 0 0,0-1 0 0 0,0 1 0 0 0,0 0 0 0 0,1-1 0 0 0,5 10 0 0 0,-3-7-10 0 0,0-1 1 0 0,0 1 0 0 0,1-2 0 0 0,0 1 0 0 0,12 11 0 0 0,-15-16 0 0 0,0-1 0 0 0,0 1 0 0 0,0 0 0 0 0,1-1 0 0 0,-1 0 0 0 0,1 0 0 0 0,0 0 0 0 0,-1 0 0 0 0,1-1 0 0 0,0 1 0 0 0,0-1 0 0 0,0 0 0 0 0,0 0 0 0 0,0-1 0 0 0,1 1 0 0 0,-1-1 0 0 0,0 0 0 0 0,5 0 0 0 0,-3-1 1 0 0,1 0 0 0 0,0 0 0 0 0,-1 0-1 0 0,1-1 1 0 0,-1 0 0 0 0,1 0 0 0 0,-1-1 0 0 0,0 0-1 0 0,0 0 1 0 0,0 0 0 0 0,-1-1 0 0 0,1 0 0 0 0,-1 0 0 0 0,0 0-1 0 0,0-1 1 0 0,0 1 0 0 0,0-1 0 0 0,-1 0 0 0 0,0-1-1 0 0,5-7 1 0 0,-7 10 5 0 0,3-4 17 0 0,-1 0 0 0 0,0 0 0 0 0,-1 0 0 0 0,1 0 0 0 0,-1-1 1 0 0,-1 1-1 0 0,1-1 0 0 0,2-15 0 0 0,-5-38 6 0 0,-1 56-91 0 0,1 0 0 0 0,-1 0 0 0 0,0 0 0 0 0,0 0 1 0 0,0 0-1 0 0,-1 0 0 0 0,0 1 0 0 0,0-1 1 0 0,0 1-1 0 0,0-1 0 0 0,-1 1 0 0 0,0 0 1 0 0,0-1-1 0 0,0 2 0 0 0,0-1 0 0 0,0 0 0 0 0,-1 1 1 0 0,0-1-1 0 0,0 1 0 0 0,0 0 0 0 0,0 0 1 0 0,0 1-1 0 0,-7-4 0 0 0,4 3-632 0 0,-1 0 0 0 0,0 1 0 0 0,0 0 0 0 0,0 0 0 0 0,0 1 0 0 0,0 0 0 0 0,0 0 0 0 0,-1 0-1 0 0,1 2 1 0 0,0-1 0 0 0,0 1 0 0 0,-13 2 0 0 0,-13 6-5590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47 5473 0 0,'2'-21'1652'0'0,"-1"17"1745"0"0,-3 1-2734 0 0,-3-12-146 0 0,4 12 465 0 0,-4 4-762 0 0,-3 2-163 0 0,0 0 0 0 0,1 1 0 0 0,-1 0 0 0 0,1 0 0 0 0,0 1-1 0 0,1 0 1 0 0,-1 0 0 0 0,1 0 0 0 0,-11 12 0 0 0,9-8-27 0 0,-1 1 0 0 0,2 1 0 0 0,-1-1 0 0 0,1 1 0 0 0,1 0 0 0 0,0 1 0 0 0,1 0 0 0 0,0-1 0 0 0,0 2 0 0 0,2-1 0 0 0,-1 0 0 0 0,2 1 0 0 0,-2 14 0 0 0,4-23-21 0 0,0-1-1 0 0,0 0 0 0 0,1 1 0 0 0,0-1 1 0 0,0 0-1 0 0,0 1 0 0 0,0-1 0 0 0,0 0 1 0 0,0 0-1 0 0,1 0 0 0 0,0 0 0 0 0,-1 0 1 0 0,4 3-1 0 0,-3-4-10 0 0,0 1 9 0 0,-1-1 0 0 0,1 0 0 0 0,0 0 1 0 0,0-1-1 0 0,1 1 0 0 0,-1 0 0 0 0,0-1 0 0 0,0 1 0 0 0,1-1 0 0 0,-1 0 0 0 0,1 0 0 0 0,-1 0 0 0 0,1 0 0 0 0,0 0 0 0 0,4 1 0 0 0,-5-2-4 0 0,2 1 4 0 0,0 0 0 0 0,0-1 0 0 0,0 0 1 0 0,0 0-1 0 0,0 0 0 0 0,0 0 0 0 0,0 0 0 0 0,0-1 1 0 0,0 1-1 0 0,0-1 0 0 0,6-2 0 0 0,-7 2-3 0 0,6-2 39 0 0,-1 0 1 0 0,0 0 0 0 0,0-1 0 0 0,0 0-1 0 0,0 0 1 0 0,-1-1 0 0 0,1 0-1 0 0,-1 0 1 0 0,-1-1 0 0 0,1 1 0 0 0,-1-2-1 0 0,0 1 1 0 0,7-9 0 0 0,-10 11-8 0 0,0-1 0 0 0,0 1 1 0 0,0-1-1 0 0,0 1 0 0 0,-1-1 0 0 0,0 0 1 0 0,0 0-1 0 0,0 0 0 0 0,-1 0 1 0 0,0 0-1 0 0,0-1 0 0 0,0 1 1 0 0,0 0-1 0 0,-1-1 0 0 0,0 1 0 0 0,0 0 1 0 0,0-1-1 0 0,-1 1 0 0 0,0 0 1 0 0,0 0-1 0 0,0 0 0 0 0,-3-7 0 0 0,2 8-197 0 0,0-1 1 0 0,-1 1-1 0 0,0-1 0 0 0,0 1 0 0 0,-1 0 0 0 0,1 0 0 0 0,-1 0 0 0 0,1 1 0 0 0,-1-1 0 0 0,0 1 0 0 0,-1 0 0 0 0,1 0 0 0 0,-1 0 0 0 0,1 1 0 0 0,-1-1 0 0 0,0 1 0 0 0,0 0 0 0 0,0 1 0 0 0,0-1 0 0 0,0 1 0 0 0,0 0 0 0 0,-7-1 0 0 0,-5 1-1152 0 0,1 0 0 0 0,0 1 0 0 0,0 0 0 0 0,-18 4 0 0 0,-7 2-4039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37 4648 0 0,'0'0'2991'0'0,"-2"-4"-1753"0"0,-15-26 2970 0 0,16 27-2581 0 0,-1 6-1510 0 0,-4 10-12 0 0,5-10-1 0 0,2 18 35 0 0,1-1 1 0 0,0 0-1 0 0,2 0 0 0 0,11 37 1 0 0,-4-19 2 0 0,8 30-46 0 0,-18-65-50 0 0,0 1 46 0 0,1 4-408 0 0,3 12 1969 0 0,-5-14-4865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72 4028 0 0,'0'0'2058'0'0,"0"-4"-239"0"0,-2-13-188 0 0,1 13 1021 0 0,1 0-1487 0 0,-5-34 3888 0 0,4 34-2804 0 0,3 8-2141 0 0,105 273-440 0 0,-99-248-1065 0 0,-7-24 225 0 0,-1 0-389 0 0,-2 9 247 0 0,-5 13-6198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75 4808 0 0,'0'-5'1633'0'0,"-1"2"-1409"0"0,1 0 0 0 0,-1 0-1 0 0,1 1 1 0 0,-1-1 0 0 0,0 0-1 0 0,0 0 1 0 0,0 1 0 0 0,0-1 0 0 0,-1 1-1 0 0,1-1 1 0 0,-1 1 0 0 0,1 0-1 0 0,-1-1 1 0 0,0 1 0 0 0,0 0-1 0 0,0 0 1 0 0,0 0 0 0 0,-1 0 0 0 0,1 1-1 0 0,0-1 1 0 0,-1 1 0 0 0,-4-3-1 0 0,-10-1 149 0 0,13 4-105 0 0,-2 1-53 0 0,-2 1-163 0 0,0 0 1 0 0,0 1-1 0 0,0 0 0 0 0,0 0 0 0 0,0 0 1 0 0,0 1-1 0 0,0 1 0 0 0,1-1 0 0 0,0 1 1 0 0,0 0-1 0 0,0 1 0 0 0,0-1 0 0 0,1 1 0 0 0,-1 1 1 0 0,1-1-1 0 0,-6 8 0 0 0,5-4 8 0 0,-1 0 1 0 0,1 0-1 0 0,1 1 0 0 0,0 0 0 0 0,0 0 0 0 0,1 1 1 0 0,0 0-1 0 0,1-1 0 0 0,0 2 0 0 0,-4 21 0 0 0,7-29-36 0 0,1-1 0 0 0,0 0-1 0 0,0 0 1 0 0,0 1 0 0 0,0-1-1 0 0,1 0 1 0 0,-1 1 0 0 0,1-1 0 0 0,0 0-1 0 0,0 0 1 0 0,0 0 0 0 0,1 0-1 0 0,-1 0 1 0 0,3 5 0 0 0,-2-6 7 0 0,-2-1-29 0 0,1 1-1 0 0,-1-1 1 0 0,1 0 0 0 0,0 0-1 0 0,0 0 1 0 0,0 0 0 0 0,-1 0 0 0 0,1 0-1 0 0,0 0 1 0 0,0 0 0 0 0,1 0-1 0 0,-1 0 1 0 0,0-1 0 0 0,0 1 0 0 0,0 0-1 0 0,0-1 1 0 0,3 2 0 0 0,-1-1-1 0 0,-1 0-2 0 0,-1 0 0 0 0,0 0 0 0 0,1 0 0 0 0,-1 0 0 0 0,1 0 0 0 0,-1-1 1 0 0,1 1-1 0 0,0 0 0 0 0,-1-1 0 0 0,1 1 0 0 0,0-1 0 0 0,-1 0 0 0 0,1 0 0 0 0,0 1 0 0 0,2-1 0 0 0,2 0-5 0 0,-4 1 4 0 0,1-1 0 0 0,-1 1 0 0 0,1-1 0 0 0,0 1 1 0 0,0-1-1 0 0,-1 0 0 0 0,1 0 0 0 0,0 0 0 0 0,-1-1 1 0 0,1 1-1 0 0,0 0 0 0 0,2-2 0 0 0,5 0-6 0 0,5 0 3 0 0,0-1-1 0 0,0-1 1 0 0,-1-1-1 0 0,1 1 0 0 0,-1-2 1 0 0,0 0-1 0 0,24-15 1 0 0,-29 15 10 0 0,0 0 0 0 0,0 0 0 0 0,-1-1 0 0 0,1 0 0 0 0,-2-1 0 0 0,1 0 1 0 0,-1 0-1 0 0,0-1 0 0 0,0 0 0 0 0,9-18 0 0 0,-14 23-46 0 0,0 0 0 0 0,0 0-1 0 0,0 0 1 0 0,-1-1 0 0 0,1 1 0 0 0,-1-1 0 0 0,0 1 0 0 0,-1-1 0 0 0,1 1-1 0 0,-1-1 1 0 0,0 0 0 0 0,0 1 0 0 0,0-1 0 0 0,-1 1 0 0 0,1-1-1 0 0,-1 1 1 0 0,0-1 0 0 0,-1 1 0 0 0,1-1 0 0 0,-1 1 0 0 0,0 0-1 0 0,0 0 1 0 0,0 0 0 0 0,0 0 0 0 0,-4-4 0 0 0,5 6-30 0 0,0 1 1 0 0,0 0 0 0 0,0 0-1 0 0,0 0 1 0 0,0 0-1 0 0,0 0 1 0 0,0 0 0 0 0,0 0-1 0 0,0 1 1 0 0,0-1-1 0 0,-1 0 1 0 0,1 1-1 0 0,0-1 1 0 0,-1 1 0 0 0,1-1-1 0 0,0 1 1 0 0,-2-1-1 0 0,-2 0-229 0 0,2 0-63 0 0,0 0-1 0 0,-1 0 1 0 0,1 0-1 0 0,-1 0 1 0 0,0 1-1 0 0,1-1 1 0 0,-1 1-1 0 0,0 0 1 0 0,1 0-1 0 0,-1 1 1 0 0,1-1-1 0 0,-1 1 1 0 0,1 0-1 0 0,-1-1 0 0 0,1 2 1 0 0,-4 0-1 0 0,-16 7-4969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370 140 4440 0 0,'-2'-5'280'0'0,"-1"-1"-1"0"0,-1 1 1 0 0,1 0-1 0 0,-1 0 0 0 0,0 0 1 0 0,0 1-1 0 0,0-1 1 0 0,0 1-1 0 0,-1 0 0 0 0,0 0 1 0 0,0 0-1 0 0,0 1 0 0 0,0 0 1 0 0,-1 0-1 0 0,1 0 1 0 0,-1 1-1 0 0,0-1 0 0 0,0 1 1 0 0,0 1-1 0 0,0-1 1 0 0,0 1-1 0 0,-10-1 0 0 0,9 2-196 0 0,-1 0 0 0 0,1 0-1 0 0,0 1 1 0 0,0 0 0 0 0,0 0 0 0 0,0 1-1 0 0,0-1 1 0 0,0 2 0 0 0,0-1-1 0 0,0 1 1 0 0,-9 5 0 0 0,2 0 24 0 0,1 0-1 0 0,-1 1 1 0 0,-20 19 0 0 0,27-21-65 0 0,-1 1 1 0 0,1-1-1 0 0,0 2 0 0 0,1-1 1 0 0,0 1-1 0 0,0 0 1 0 0,1 0-1 0 0,0 0 0 0 0,1 1 1 0 0,0 0-1 0 0,0 0 1 0 0,1 0-1 0 0,0 0 0 0 0,-2 17 1 0 0,5-25-37 0 0,0 0-1 0 0,0 0 1 0 0,0 0 0 0 0,0 0 0 0 0,0 0 0 0 0,0-1-1 0 0,0 1 1 0 0,0 0 0 0 0,1 0 0 0 0,-1 0 0 0 0,1 0-1 0 0,0 2 1 0 0,1 1 7 0 0,-2-4-10 0 0,0 1 0 0 0,0-1 0 0 0,1 0 0 0 0,-1 1 0 0 0,1-1 0 0 0,-1 0 0 0 0,1 0 0 0 0,-1 1 0 0 0,1-1 1 0 0,0 0-1 0 0,-1 0 0 0 0,1 0 0 0 0,0 0 0 0 0,0 0 0 0 0,0 0 0 0 0,0 0 0 0 0,0 0 0 0 0,2 1 0 0 0,0 1 1 0 0,-3-2-9 0 0,1 0 1 0 0,0 0-1 0 0,0 0 1 0 0,0 0-1 0 0,0 0 1 0 0,0 0-1 0 0,1 0 0 0 0,-1 0 1 0 0,0 0-1 0 0,0 0 1 0 0,1 0-1 0 0,-1-1 1 0 0,0 1-1 0 0,1-1 1 0 0,-1 1-1 0 0,0-1 1 0 0,3 1-1 0 0,0 0-16 0 0,-2 0 11 0 0,-1 0-1 0 0,1 0 1 0 0,0 0-1 0 0,0-1 0 0 0,-1 1 1 0 0,1 0-1 0 0,0-1 1 0 0,0 1-1 0 0,0-1 1 0 0,0 0-1 0 0,0 0 0 0 0,0 0 1 0 0,0 0-1 0 0,0 0 1 0 0,2 0-1 0 0,2-1-24 0 0,4 1 4 0 0,0 0-1 0 0,0-1 0 0 0,0 0 1 0 0,0 0-1 0 0,0-1 1 0 0,0-1-1 0 0,0 1 1 0 0,0-2-1 0 0,10-4 1 0 0,-8 3 11 0 0,5-2 98 0 0,-1 0-1 0 0,1-1 0 0 0,-2-1 0 0 0,1 0 0 0 0,-1-1 0 0 0,-1-1 0 0 0,16-14 0 0 0,-22 17-10 0 0,0 0-1 0 0,-1 0 1 0 0,0-1 0 0 0,0 0 0 0 0,-1 0-1 0 0,0-1 1 0 0,-1 1 0 0 0,0-1 0 0 0,0-1-1 0 0,-1 1 1 0 0,-1-1 0 0 0,4-13 0 0 0,-6 18-48 0 0,0 0 0 0 0,-1 0 0 0 0,0 0 0 0 0,0 0-1 0 0,0 0 1 0 0,-1 0 0 0 0,0 0 0 0 0,-1-6 0 0 0,1 9-57 0 0,0 0 1 0 0,0 1-1 0 0,0-1 0 0 0,0 0 0 0 0,0 1 0 0 0,0-1 0 0 0,-1 1 0 0 0,1-1 0 0 0,-1 1 0 0 0,0 0 0 0 0,0 0 0 0 0,0 0 1 0 0,0 0-1 0 0,0 0 0 0 0,0 0 0 0 0,0 0 0 0 0,-1 1 0 0 0,1-1 0 0 0,0 1 0 0 0,-4-2 0 0 0,0 1-190 0 0,0 0-1 0 0,0 1 1 0 0,0-1-1 0 0,0 1 0 0 0,0 0 1 0 0,0 1-1 0 0,0-1 1 0 0,0 1-1 0 0,0 1 0 0 0,-1-1 1 0 0,1 1-1 0 0,0 0 1 0 0,0 0-1 0 0,-6 3 1 0 0,6-2-540 0 0,0 1 0 0 0,0 0 0 0 0,0 0 0 0 0,0 0 0 0 0,-6 6 0 0 0,-10 9-4445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72 3532 0 0,'0'-4'2034'0'0,"1"-16"-429"0"0,-1 16-329 0 0,-2 0-215 0 0,1 0-843 0 0,-1 1 0 0 0,0 0 0 0 0,-1 0 0 0 0,1 0 1 0 0,0 0-1 0 0,-1 0 0 0 0,0 0 0 0 0,1 1 0 0 0,-1-1 0 0 0,0 1 0 0 0,-1 0 0 0 0,-3-3 0 0 0,4 4 66 0 0,-3 1-48 0 0,-2 1-185 0 0,0 0 0 0 0,0 1 1 0 0,1 0-1 0 0,-1 0 0 0 0,0 0 1 0 0,1 1-1 0 0,-1 0 1 0 0,1 1-1 0 0,0-1 0 0 0,0 2 1 0 0,-7 4-1 0 0,5 0-28 0 0,0-1 0 0 0,1 1 0 0 0,0 1 0 0 0,0-1 0 0 0,1 2 0 0 0,0-1 0 0 0,1 1 0 0 0,0-1 0 0 0,1 2 0 0 0,0-1 0 0 0,1 1 0 0 0,0-1 0 0 0,-3 16 0 0 0,6-23-27 0 0,1 0 0 0 0,-1 1 1 0 0,1-1-1 0 0,-1 1 1 0 0,1-1-1 0 0,1 1 1 0 0,-1-1-1 0 0,1 1 1 0 0,-1-1-1 0 0,1 0 0 0 0,0 1 1 0 0,1-1-1 0 0,-1 0 1 0 0,1 0-1 0 0,0 0 1 0 0,0 0-1 0 0,0 0 0 0 0,0 0 1 0 0,1 0-1 0 0,0-1 1 0 0,0 1-1 0 0,0-1 1 0 0,0 0-1 0 0,0 0 0 0 0,1 0 1 0 0,-1 0-1 0 0,1-1 1 0 0,-1 1-1 0 0,1-1 1 0 0,0 0-1 0 0,0 0 0 0 0,0 0 1 0 0,8 2-1 0 0,4 0-8 0 0,1 1 0 0 0,-1-2-1 0 0,1 0 1 0 0,0-1 0 0 0,0-1-1 0 0,0 0 1 0 0,21-3 0 0 0,-26 1 153 0 0,-1 0 1 0 0,1-1 0 0 0,-1 0 0 0 0,0-1 0 0 0,0-1 0 0 0,0 0 0 0 0,0 0-1 0 0,-1-1 1 0 0,14-8 0 0 0,-17 9-42 0 0,-1-1 0 0 0,1 0 0 0 0,-1 0 0 0 0,0-1 1 0 0,-1 1-1 0 0,1-1 0 0 0,-1 0 0 0 0,0-1 0 0 0,-1 1 0 0 0,0-1 0 0 0,0 0 0 0 0,0 0 0 0 0,4-13 0 0 0,-6 15-78 0 0,-1 0 0 0 0,-1 0 0 0 0,1 0 0 0 0,-1 0 0 0 0,0 0 0 0 0,0 0 0 0 0,0 0 0 0 0,0 0 0 0 0,-1 0 0 0 0,0 1 0 0 0,0-1 0 0 0,-1 0 0 0 0,1 0 0 0 0,-1 1 0 0 0,0-1 0 0 0,0 1 0 0 0,0-1 0 0 0,-4-4 0 0 0,0 0-35 0 0,0 1-1 0 0,0 0 1 0 0,-1 1 0 0 0,0-1-1 0 0,0 1 1 0 0,-1 1 0 0 0,-13-11 0 0 0,13 13-45 0 0,0-1 0 0 0,0 2 0 0 0,0-1 0 0 0,-1 1 0 0 0,1 0 0 0 0,-1 0 0 0 0,0 1 0 0 0,1 1 0 0 0,-1-1 0 0 0,0 1 1 0 0,0 1-1 0 0,0 0 0 0 0,0 0 0 0 0,-17 3 0 0 0,19-2-232 0 0,0 1 0 0 0,1 0 0 0 0,-1 0 0 0 0,1 0 0 0 0,0 1 0 0 0,0 0-1 0 0,0 0 1 0 0,-11 8 0 0 0,13-7-302 0 0,-1 0 0 0 0,1 0 0 0 0,0 1 0 0 0,0-1 0 0 0,0 1-1 0 0,1 0 1 0 0,0 0 0 0 0,0 0 0 0 0,0 0 0 0 0,0 0 0 0 0,-1 7 0 0 0,-3 11-5495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78 4996 0 0,'0'0'2994'0'0,"1"-4"-1811"0"0,-1 3-1022 0 0,0-1 1 0 0,0 1-1 0 0,0-1 1 0 0,0 0-1 0 0,0 1 1 0 0,0-1-1 0 0,0 1 0 0 0,-1-1 1 0 0,1 0-1 0 0,0 1 1 0 0,-1-1-1 0 0,0 1 1 0 0,1-1-1 0 0,-1 1 1 0 0,0-1-1 0 0,0 1 0 0 0,1 0 1 0 0,-1-1-1 0 0,-2-1 1 0 0,1 1 172 0 0,-2 3-65 0 0,-3 2-188 0 0,0 0-1 0 0,1 1 0 0 0,0-1 1 0 0,0 1-1 0 0,0 0 0 0 0,0 1 1 0 0,0 0-1 0 0,1 0 0 0 0,0 0 1 0 0,0 0-1 0 0,0 1 1 0 0,1 0-1 0 0,0 0 0 0 0,0 0 1 0 0,0 0-1 0 0,-4 11 0 0 0,5-8-42 0 0,-1-1 0 0 0,1 1-1 0 0,0-1 1 0 0,1 1 0 0 0,0 0-1 0 0,0 0 1 0 0,1 0 0 0 0,0 0 0 0 0,0 0-1 0 0,1 0 1 0 0,1 0 0 0 0,0 0-1 0 0,0 0 1 0 0,3 11 0 0 0,-3-17-32 0 0,0 3 7 0 0,0-1 0 0 0,1 0 0 0 0,0 1 1 0 0,0-1-1 0 0,0 0 0 0 0,1 0 0 0 0,-1 0 0 0 0,1 0 1 0 0,1-1-1 0 0,-1 1 0 0 0,1-1 0 0 0,-1 0 0 0 0,1 0 0 0 0,0 0 1 0 0,1 0-1 0 0,-1-1 0 0 0,8 5 0 0 0,-5-5 13 0 0,-1-1 0 0 0,1 1-1 0 0,-1-2 1 0 0,1 1 0 0 0,0-1 0 0 0,0 0 0 0 0,-1 0 0 0 0,1 0-1 0 0,0-1 1 0 0,10-1 0 0 0,-7-1 73 0 0,0 0 1 0 0,0 0-1 0 0,-1-1 0 0 0,1-1 1 0 0,-1 1-1 0 0,0-1 0 0 0,15-9 1 0 0,-15 7-22 0 0,0-1 0 0 0,0 1 0 0 0,-1-2 0 0 0,1 1 0 0 0,-2-1 0 0 0,1 0 0 0 0,-1 0 0 0 0,-1-1 0 0 0,1 0 0 0 0,-2 0 0 0 0,1-1 0 0 0,-1 0 0 0 0,0 0 0 0 0,-1 0 0 0 0,4-14 0 0 0,-7 18-234 0 0,1 1 0 0 0,-1-1-1 0 0,0 0 1 0 0,-1 0 0 0 0,1 0 0 0 0,-1 0-1 0 0,0 0 1 0 0,-1 0 0 0 0,1 0-1 0 0,-1 0 1 0 0,-1 0 0 0 0,1 0 0 0 0,-1 0-1 0 0,0 1 1 0 0,0-1 0 0 0,0 1 0 0 0,-1-1-1 0 0,0 1 1 0 0,0 0 0 0 0,0 0 0 0 0,-1 0-1 0 0,0 0 1 0 0,0 1 0 0 0,0-1-1 0 0,0 1 1 0 0,-1 0 0 0 0,0 1 0 0 0,1-1-1 0 0,-10-4 1 0 0,4 2-863 0 0,-1 1 0 0 0,1 1 0 0 0,-1 0 0 0 0,-1 0 0 0 0,-14-3 0 0 0,-23-1-5646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77 4952 0 0,'-1'-5'1747'0'0,"-14"-54"6683"0"0,12 50-8406 0 0,2 5 1373 0 0,6 21-1124 0 0,60 181-2238 0 0,-16-71-6695 0 0,-36-94 2502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51 4244 0 0,'-1'-5'1683'0'0,"-4"-13"-243"0"0,4 13 1089 0 0,-3-14-593 0 0,3 15 1138 0 0,35 170-3219 0 0,40 144-9262 0 0,-59-253 4093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29 3984 0 0,'0'0'1725'0'0,"-1"-3"-373"0"0,0 1-1160 0 0,0 1-1 0 0,1-1 0 0 0,-1 1 1 0 0,0-1-1 0 0,0 1 0 0 0,0 0 1 0 0,0-1-1 0 0,0 1 0 0 0,0 0 1 0 0,0 0-1 0 0,-1-1 1 0 0,1 1-1 0 0,0 0 0 0 0,-1 0 1 0 0,1 1-1 0 0,-1-1 0 0 0,1 0 1 0 0,-3-1-1 0 0,0 1 194 0 0,-1 3-83 0 0,-3 2-256 0 0,0 1 1 0 0,1 0-1 0 0,0 0 0 0 0,0 0 1 0 0,0 1-1 0 0,1 0 1 0 0,-1 1-1 0 0,2 0 1 0 0,-1 0-1 0 0,1 0 1 0 0,0 0-1 0 0,0 1 0 0 0,1 0 1 0 0,0 0-1 0 0,0 0 1 0 0,1 0-1 0 0,0 0 1 0 0,1 1-1 0 0,0 0 0 0 0,0-1 1 0 0,0 1-1 0 0,1 17 1 0 0,1-17-45 0 0,0 1 0 0 0,1-1 0 0 0,0 0 0 0 0,1 0 1 0 0,0 0-1 0 0,0 0 0 0 0,1 0 0 0 0,0 0 0 0 0,0 0 0 0 0,1-1 1 0 0,7 11-1 0 0,-10-17-22 0 0,1 0 0 0 0,0 0 0 0 0,0-1 0 0 0,0 1 0 0 0,0 0 0 0 0,0-1 0 0 0,1 1 0 0 0,-1-1 0 0 0,0 0 0 0 0,1 0 0 0 0,-1 0 0 0 0,0 0 0 0 0,1 0 0 0 0,0 0 0 0 0,-1-1 0 0 0,1 1 0 0 0,-1-1 0 0 0,1 0 0 0 0,0 0 0 0 0,-1 0 0 0 0,1 0 0 0 0,3-1-1 0 0,2 0 9 0 0,0 0-1 0 0,0-1 0 0 0,0-1 0 0 0,11-4 1 0 0,-18 7 14 0 0,6-4 69 0 0,1 0-1 0 0,-1 0 0 0 0,0-1 1 0 0,0 1-1 0 0,0-2 0 0 0,0 1 0 0 0,-1-1 1 0 0,0 0-1 0 0,0 0 0 0 0,-1-1 0 0 0,1 0 1 0 0,-2 0-1 0 0,1 0 0 0 0,-1 0 1 0 0,0-1-1 0 0,0 0 0 0 0,-1 1 0 0 0,0-1 1 0 0,0-1-1 0 0,-1 1 0 0 0,2-17 1 0 0,-3 20-55 0 0,-1 1 1 0 0,0-1-1 0 0,0 0 1 0 0,0 0 0 0 0,0 1-1 0 0,-1-1 1 0 0,0 0 0 0 0,0 1-1 0 0,0-1 1 0 0,0 1-1 0 0,-1-1 1 0 0,0 1 0 0 0,0 0-1 0 0,0-1 1 0 0,0 1 0 0 0,-1 0-1 0 0,-4-5 1 0 0,3 4-95 0 0,-1 0 0 0 0,1 0 0 0 0,-1 0 0 0 0,-1 1 1 0 0,1 0-1 0 0,-1 0 0 0 0,1 1 0 0 0,-1-1 0 0 0,-12-4 0 0 0,15 7-10 0 0,1 0-1 0 0,-1 0 0 0 0,1 0 1 0 0,-1 1-1 0 0,0-1 1 0 0,1 1-1 0 0,-1-1 0 0 0,0 1 1 0 0,-2 0-1 0 0,-3 0-128 0 0,6 0 118 0 0,-1-1-1 0 0,1 1 1 0 0,-1 0 0 0 0,0 0-1 0 0,1 0 1 0 0,-1 0-1 0 0,1 0 1 0 0,-1 0-1 0 0,1 1 1 0 0,-1-1-1 0 0,1 1 1 0 0,-1 0-1 0 0,-3 1 1 0 0,-2 2-218 0 0,0-2-298 0 0,1 0 0 0 0,0 1 1 0 0,0 0-1 0 0,0 0 0 0 0,1 0 0 0 0,-1 1 0 0 0,1 0 1 0 0,-7 6-1 0 0,-5 6-4023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99 120 3760 0 0,'3'-4'1771'0'0,"25"-60"4420"0"0,-27 61-5345 0 0,1 0-143 0 0,-2 3-640 0 0,0-1 0 0 0,1 1 0 0 0,-1 0 0 0 0,0-1 0 0 0,0 1 0 0 0,1 0 0 0 0,-1-1 0 0 0,0 1 0 0 0,0 0 0 0 0,0-1 0 0 0,0 1 0 0 0,0 0 0 0 0,1-1 0 0 0,-1 1 0 0 0,0-1 0 0 0,0 1 0 0 0,0 0 0 0 0,0-1 0 0 0,0 1 0 0 0,0-1 0 0 0,0 1 0 0 0,0-1 0 0 0,0 1-1 0 0,0 0 1 0 0,-1-1 0 0 0,1 1 0 0 0,0-1 0 0 0,0 1 0 0 0,0 0 0 0 0,0-1 0 0 0,-1 1 0 0 0,1 0 0 0 0,0-1 0 0 0,0 1 0 0 0,-1-1 0 0 0,-13 9 375 0 0,-18 28-480 0 0,18-13 67 0 0,1 2-1 0 0,1-1 1 0 0,1 2-1 0 0,2 0 1 0 0,0 0 0 0 0,-9 52-1 0 0,17-69-38 0 0,1-1 0 0 0,0 1-1 0 0,1-1 1 0 0,0 0 0 0 0,0 1-1 0 0,3 7 1 0 0,-4-13-3 0 0,1-1 0 0 0,0 0-1 0 0,0 1 1 0 0,1-1 0 0 0,-1 0-1 0 0,0 1 1 0 0,1-1 0 0 0,-1 0-1 0 0,1 0 1 0 0,0 0 0 0 0,0-1-1 0 0,0 1 1 0 0,0 0 0 0 0,0-1-1 0 0,0 1 1 0 0,0-1 0 0 0,0 0-1 0 0,3 2 1 0 0,-3-2-1 0 0,0 0-7 0 0,1 0-1 0 0,-1 0 0 0 0,1-1 0 0 0,0 1 0 0 0,-1 0 0 0 0,1-1 1 0 0,0 0-1 0 0,-1 0 0 0 0,1 1 0 0 0,0-2 0 0 0,-1 1 0 0 0,1 0 1 0 0,-1 0-1 0 0,5-2 0 0 0,32-12 17 0 0,-28 9 54 0 0,-1 0 1 0 0,0-1 0 0 0,0-1-1 0 0,-1 0 1 0 0,0 0 0 0 0,0-1-1 0 0,-1 0 1 0 0,1 0-1 0 0,-2-1 1 0 0,1 0 0 0 0,-2 0-1 0 0,1-1 1 0 0,-1 0 0 0 0,6-14-1 0 0,-9 18-135 0 0,0 0 1 0 0,-1 0-1 0 0,0-1 0 0 0,0 1 0 0 0,-1-1 0 0 0,0 1 1 0 0,0-1-1 0 0,0 0 0 0 0,-1 0 0 0 0,0 1 0 0 0,-1-1 1 0 0,1 0-1 0 0,-1 1 0 0 0,0-1 0 0 0,-1 1 1 0 0,0-1-1 0 0,0 1 0 0 0,0-1 0 0 0,-1 1 0 0 0,1 0 1 0 0,-2 0-1 0 0,1 0 0 0 0,-1 1 0 0 0,0-1 0 0 0,-8-9 1 0 0,3 7-569 0 0,0-1 0 0 0,-1 2 0 0 0,0-1 0 0 0,0 1 0 0 0,0 1 0 0 0,-1 0 0 0 0,0 0 0 0 0,0 1 0 0 0,0 1 0 0 0,-16-5 0 0 0,-35-9-5677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49 4792 0 0,'-5'-2'1415'0'0,"-1"-1"-1194"0"0,0 0 0 0 0,0 1 0 0 0,0 0 0 0 0,0 0 0 0 0,0 0 0 0 0,-1 1 0 0 0,1 0 0 0 0,0 0 0 0 0,-1 1 0 0 0,1-1 0 0 0,-1 2 1 0 0,1-1-1 0 0,-1 0 0 0 0,1 1 0 0 0,0 1 0 0 0,-1-1 0 0 0,1 1 0 0 0,0 0 0 0 0,0 0 0 0 0,0 0 0 0 0,0 1 0 0 0,1 0 0 0 0,-1 1 0 0 0,1-1 1 0 0,-1 1-1 0 0,1 0 0 0 0,0 0 0 0 0,-7 8 0 0 0,8-6-177 0 0,-1-1 1 0 0,2 1-1 0 0,-1 0 1 0 0,0 0-1 0 0,1 0 1 0 0,0 0-1 0 0,1 0 1 0 0,0 1-1 0 0,-1-1 1 0 0,0 9-1 0 0,1 0 17 0 0,0 0-1 0 0,1 0 1 0 0,2 20-1 0 0,-1-31-39 0 0,0 1-1 0 0,1 0 0 0 0,0-1 1 0 0,-1 1-1 0 0,1-1 1 0 0,1 1-1 0 0,-1-1 0 0 0,1 1 1 0 0,0-1-1 0 0,0 0 1 0 0,4 6-1 0 0,-4-6 15 0 0,0 1 7 0 0,1-1 0 0 0,-1 0-1 0 0,1 0 1 0 0,0-1 0 0 0,0 1-1 0 0,0 0 1 0 0,1-1 0 0 0,-1 0-1 0 0,1 0 1 0 0,0 0 0 0 0,0 0-1 0 0,0-1 1 0 0,0 1 0 0 0,1-1-1 0 0,-1 0 1 0 0,0 0 0 0 0,7 1-1 0 0,-5-2 31 0 0,0 0-1 0 0,0 0 1 0 0,0-1-1 0 0,0 0 0 0 0,1 0 1 0 0,-1 0-1 0 0,0-1 1 0 0,0 0-1 0 0,0 0 0 0 0,0 0 1 0 0,0-1-1 0 0,7-3 1 0 0,-5 2-11 0 0,0-1 0 0 0,0 0 1 0 0,0 0-1 0 0,-1-1 0 0 0,0 0 1 0 0,0 0-1 0 0,0 0 0 0 0,-1-1 1 0 0,1 0-1 0 0,-2-1 1 0 0,1 1-1 0 0,0-1 0 0 0,-1 0 1 0 0,-1 0-1 0 0,1-1 0 0 0,-1 0 1 0 0,0 1-1 0 0,-1-1 0 0 0,4-12 1 0 0,-6 14-138 0 0,0-1 0 0 0,0 1 0 0 0,-1 0 0 0 0,0-1 0 0 0,0 1 0 0 0,0-1 1 0 0,-1 1-1 0 0,0 0 0 0 0,0-1 0 0 0,0 1 0 0 0,-1 0 0 0 0,0 0 0 0 0,0 0 0 0 0,-1 0 0 0 0,0 0 0 0 0,0 1 0 0 0,0-1 1 0 0,-1 1-1 0 0,1-1 0 0 0,-1 1 0 0 0,-1 1 0 0 0,1-1 0 0 0,-8-6 0 0 0,2 3-625 0 0,0 1 0 0 0,0 0 0 0 0,-1 1 0 0 0,0 0-1 0 0,0 1 1 0 0,0 0 0 0 0,-1 1 0 0 0,1 0 0 0 0,-1 0 0 0 0,0 2-1 0 0,-19-3 1 0 0,-24 1-5558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96 3904 0 0,'-5'-9'571'0'0,"1"1"0"0"0,-1 0 0 0 0,-1 0 0 0 0,0 0 0 0 0,0 1 0 0 0,0 0 0 0 0,-1 0 0 0 0,0 1 0 0 0,-16-12 0 0 0,20 16-510 0 0,-1 1 0 0 0,0-1 0 0 0,1 1 1 0 0,-1 0-1 0 0,0 0 0 0 0,0 0 0 0 0,0 1 0 0 0,0 0 1 0 0,0-1-1 0 0,0 1 0 0 0,0 1 0 0 0,0-1 1 0 0,0 0-1 0 0,0 1 0 0 0,0 0 0 0 0,1 0 1 0 0,-1 0-1 0 0,0 0 0 0 0,0 1 0 0 0,-3 2 1 0 0,-1 0-31 0 0,0 1 1 0 0,1 0-1 0 0,0 0 1 0 0,0 1 0 0 0,0-1-1 0 0,1 2 1 0 0,0-1-1 0 0,0 1 1 0 0,1 0-1 0 0,-1 0 1 0 0,2 1 0 0 0,-1-1-1 0 0,-5 12 1 0 0,2 1 45 0 0,0-1 1 0 0,1 1-1 0 0,1 0 1 0 0,-5 30-1 0 0,10-42-48 0 0,-1 0 0 0 0,1 0 0 0 0,1 1 0 0 0,-1-1 0 0 0,1 0 0 0 0,1 0 0 0 0,0 0 0 0 0,0 0 0 0 0,0 0 0 0 0,1 0-1 0 0,0 0 1 0 0,1 0 0 0 0,0 0 0 0 0,0-1 0 0 0,0 1 0 0 0,8 10 0 0 0,-10-17-14 0 0,0 1 1 0 0,-1-1-1 0 0,1 0 0 0 0,1 0 1 0 0,-1 0-1 0 0,0 0 0 0 0,0 0 1 0 0,0 0-1 0 0,0 0 0 0 0,1 0 1 0 0,-1 0-1 0 0,0-1 0 0 0,1 1 0 0 0,-1 0 1 0 0,3 0-1 0 0,1 1 35 0 0,-4-1-35 0 0,0-1 0 0 0,1 1 0 0 0,-1 0 0 0 0,1-1-1 0 0,-1 1 1 0 0,0-1 0 0 0,1 1 0 0 0,-1-1 0 0 0,1 1-1 0 0,-1-1 1 0 0,1 0 0 0 0,-1 0 0 0 0,1 0-1 0 0,-1 0 1 0 0,1 0 0 0 0,-1 0 0 0 0,3-1 0 0 0,0 1 24 0 0,3 0-4 0 0,0-1 0 0 0,0 1 0 0 0,0-1-1 0 0,0 0 1 0 0,0-1 0 0 0,-1 1 0 0 0,1-1 0 0 0,-1-1 0 0 0,1 1 0 0 0,10-7 0 0 0,1-1 116 0 0,-1-1 0 0 0,17-14 0 0 0,-25 18-71 0 0,0-1 0 0 0,-1 0 1 0 0,0 0-1 0 0,0-1 0 0 0,-1 0 0 0 0,0 0 0 0 0,-1-1 0 0 0,0 0 0 0 0,-1 0 0 0 0,1 0 0 0 0,-2 0 1 0 0,4-12-1 0 0,-7 18-92 0 0,0 0 0 0 0,-1 0 0 0 0,1 0 0 0 0,-1 0 0 0 0,0 0 0 0 0,0 0 0 0 0,0 0 0 0 0,-1 0 0 0 0,1 0 0 0 0,-1 0 0 0 0,0 0 0 0 0,0 0 0 0 0,-1 0 0 0 0,1 0 0 0 0,-1 1 0 0 0,1-1 0 0 0,-1 1 0 0 0,-1-1 0 0 0,1 1 0 0 0,0 0 0 0 0,-1-1 0 0 0,1 1 0 0 0,-7-4 0 0 0,3 1-246 0 0,-1 0-1 0 0,-1 0 0 0 0,1 1 1 0 0,-1 0-1 0 0,0 1 0 0 0,0 0 0 0 0,-1 0 1 0 0,1 1-1 0 0,-11-3 0 0 0,1 2-671 0 0,1 1 0 0 0,-1 1 0 0 0,0 0 0 0 0,0 2 0 0 0,0 0 0 0 0,-28 4 0 0 0,-27 5-4346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0 2336 0 0,'-5'1'1372'0'0,"-8"3"-1001"0"0,0 1 0 0 0,1 0 0 0 0,0 1 0 0 0,0 0 0 0 0,0 1 0 0 0,1 0 0 0 0,0 1 0 0 0,0 0 0 0 0,1 1 0 0 0,-13 13 0 0 0,8-7-189 0 0,2 1 1 0 0,0 0-1 0 0,1 1 1 0 0,0 0 0 0 0,1 1-1 0 0,-11 25 1 0 0,20-37-135 0 0,-1 1 0 0 0,1-1 0 0 0,0 0 0 0 0,1 1 0 0 0,0-1 0 0 0,0 1 0 0 0,0 0 0 0 0,1-1 0 0 0,0 1 1 0 0,0 0-1 0 0,1-1 0 0 0,-1 1 0 0 0,1-1 0 0 0,1 1 0 0 0,0-1 0 0 0,-1 1 0 0 0,2-1 0 0 0,-1 0 0 0 0,1 0 0 0 0,5 8 0 0 0,-8-12-37 0 0,1-1-1 0 0,0 0 0 0 0,0 0 0 0 0,0 1 1 0 0,0-1-1 0 0,0 0 0 0 0,0 0 1 0 0,0 0-1 0 0,0 0 0 0 0,0 0 1 0 0,0 0-1 0 0,1-1 0 0 0,-1 1 0 0 0,0 0 1 0 0,1-1-1 0 0,1 2 0 0 0,2 0 21 0 0,-2-1-13 0 0,0 1 1 0 0,0-1-1 0 0,1 0 1 0 0,-1 0-1 0 0,1 0 1 0 0,-1 0-1 0 0,1 0 1 0 0,-1-1-1 0 0,1 1 1 0 0,0-1 0 0 0,-1 0-1 0 0,1 0 1 0 0,-1-1-1 0 0,1 1 1 0 0,4-2-1 0 0,3 0 95 0 0,-1-1 0 0 0,1 0 0 0 0,14-7 0 0 0,-14 4 62 0 0,0 1 0 0 0,0-2 0 0 0,-1 1 0 0 0,0-1 0 0 0,0-1 0 0 0,0 0 0 0 0,-1 0 0 0 0,-1-1 0 0 0,1 0 0 0 0,-1-1 0 0 0,-1 0 0 0 0,0 0 0 0 0,11-20 0 0 0,-18 28-154 0 0,1 1-1 0 0,0-1 1 0 0,0 0-1 0 0,-1 0 1 0 0,1 1 0 0 0,-1-1-1 0 0,0 0 1 0 0,1 0-1 0 0,-1 0 1 0 0,0 1 0 0 0,0-1-1 0 0,0-2 1 0 0,0-2 20 0 0,0 5-37 0 0,0-1-1 0 0,0 0 1 0 0,0 0-1 0 0,0 0 1 0 0,0 1-1 0 0,0-1 1 0 0,0 0-1 0 0,-1 0 1 0 0,1 0-1 0 0,-1 1 1 0 0,1-1-1 0 0,-1 0 1 0 0,1 1-1 0 0,-1-1 0 0 0,0 1 1 0 0,0-1-1 0 0,-2-2 1 0 0,0-1-17 0 0,1 1-72 0 0,-1-1 0 0 0,-1 1-1 0 0,1 0 1 0 0,0 0-1 0 0,-1 0 1 0 0,0 0 0 0 0,0 0-1 0 0,0 1 1 0 0,0 0 0 0 0,0 0-1 0 0,-1 0 1 0 0,0 0 0 0 0,-6-2-1 0 0,-5-2-623 0 0,-1 1-1 0 0,-26-6 0 0 0,13 5-763 0 0,1 2 0 0 0,-2 2 1 0 0,-34 0-1 0 0,5 2-3111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464 130 3224 0 0,'-3'-6'370'0'0,"-3"-8"289"0"0,-1 0-1 0 0,-1 1 0 0 0,0-1 0 0 0,-10-11 1 0 0,14 21-549 0 0,1 1-1 0 0,0-1 1 0 0,-1 1 0 0 0,0-1 0 0 0,0 1 0 0 0,0 0 0 0 0,0 1-1 0 0,-1-1 1 0 0,1 1 0 0 0,-1-1 0 0 0,1 2 0 0 0,-1-1 0 0 0,0 0-1 0 0,0 1 1 0 0,1 0 0 0 0,-1 0 0 0 0,-9-1 0 0 0,3 2-15 0 0,0 1 1 0 0,1 0 0 0 0,-1 0-1 0 0,0 1 1 0 0,1 0 0 0 0,0 1-1 0 0,-1 0 1 0 0,1 1 0 0 0,0 0-1 0 0,1 0 1 0 0,-1 1-1 0 0,1 0 1 0 0,0 1 0 0 0,0 0-1 0 0,-12 11 1 0 0,4 0 21 0 0,1 0-1 0 0,1 2 1 0 0,1 0 0 0 0,0 0 0 0 0,1 1-1 0 0,1 1 1 0 0,1 0 0 0 0,1 1 0 0 0,1 0-1 0 0,1 0 1 0 0,-6 28 0 0 0,13-44-76 0 0,0 0 1 0 0,1 1-1 0 0,-1-1 1 0 0,2 0-1 0 0,-1 0 1 0 0,1 0-1 0 0,0 1 1 0 0,0-1-1 0 0,2 7 0 0 0,-2-12-28 0 0,-1 0 0 0 0,0 0-1 0 0,1 1 1 0 0,-1-1-1 0 0,1 0 1 0 0,-1 0-1 0 0,1 0 1 0 0,0 1-1 0 0,-1-1 1 0 0,1 0-1 0 0,0 0 1 0 0,0 0 0 0 0,0 0-1 0 0,0 0 1 0 0,0-1-1 0 0,0 1 1 0 0,0 0-1 0 0,0 0 1 0 0,2 1-1 0 0,0-1 31 0 0,-2 0-31 0 0,0 0 0 0 0,0 0 1 0 0,0 0-1 0 0,0 0 0 0 0,0 0 0 0 0,0-1 1 0 0,0 1-1 0 0,0 0 0 0 0,1-1 0 0 0,-1 1 1 0 0,0 0-1 0 0,0-1 0 0 0,1 0 0 0 0,-1 1 1 0 0,0-1-1 0 0,1 0 0 0 0,-1 0 0 0 0,2 0 1 0 0,1 1 28 0 0,-2-1-24 0 0,0 1 0 0 0,0 0 0 0 0,0-1 0 0 0,0 0 0 0 0,0 1 0 0 0,0-1 0 0 0,0 0 0 0 0,0 0 0 0 0,0 0 0 0 0,0-1 0 0 0,0 1 0 0 0,0 0 0 0 0,0-1 0 0 0,0 1 0 0 0,4-2 0 0 0,1-1 33 0 0,6 0 26 0 0,1-2 1 0 0,-1 0-1 0 0,0 0 1 0 0,0-1-1 0 0,0-1 1 0 0,-1 0-1 0 0,0-1 1 0 0,-1 0-1 0 0,1-1 1 0 0,10-11-1 0 0,-11 10-19 0 0,0-2 0 0 0,0 1-1 0 0,-1-2 1 0 0,-1 1 0 0 0,0-1 0 0 0,-1 0-1 0 0,0-1 1 0 0,10-25 0 0 0,-16 33-99 0 0,-1 1 0 0 0,1-1 0 0 0,-1 1 1 0 0,0-1-1 0 0,0 0 0 0 0,-1 0 0 0 0,0 1 0 0 0,0-1 0 0 0,0 0 0 0 0,-1 0 0 0 0,0 1 1 0 0,0-1-1 0 0,0 0 0 0 0,-1 1 0 0 0,1-1 0 0 0,-1 1 0 0 0,-1-1 0 0 0,1 1 0 0 0,-1 0 1 0 0,0 0-1 0 0,0 0 0 0 0,0 1 0 0 0,-1-1 0 0 0,0 1 0 0 0,0-1 0 0 0,-6-4 1 0 0,1 2-533 0 0,0 0 0 0 0,0 1 0 0 0,0 0 1 0 0,-1 1-1 0 0,0 0 0 0 0,0 0 1 0 0,0 1-1 0 0,-1 0 0 0 0,1 1 0 0 0,-1 0 1 0 0,0 1-1 0 0,-21-2 0 0 0,-16 3-5247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 4660 0 0,'0'0'5118'0'0,"-1"-4"-3876"0"0,-1-11 500 0 0,6 27 1006 0 0,7 30-1732 0 0,31 183-5031 0 0,-24-77-2935 0 0,-13-101 1429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 4620 0 0,'0'0'11801'0'0,"3"-1"-11366"0"0,-3 0-415 0 0,1 1 1 0 0,-1 0 0 0 0,1 0 0 0 0,-1-1 0 0 0,1 1 0 0 0,-1 0 0 0 0,1 0 0 0 0,-1 0 0 0 0,1 0 0 0 0,-1 0 0 0 0,1 0 0 0 0,0 0 0 0 0,-1 0 0 0 0,1 0 0 0 0,-1 0 0 0 0,1 0 0 0 0,-1 0 0 0 0,1 0-1 0 0,-1 0 1 0 0,1 0 0 0 0,-1 1 0 0 0,1-1 0 0 0,-1 0 0 0 0,1 0 0 0 0,-1 1 0 0 0,0-1 0 0 0,1 0 0 0 0,-1 1 0 0 0,1-1 0 0 0,-1 0 0 0 0,0 1 0 0 0,1-1 0 0 0,-1 0 0 0 0,0 1 0 0 0,1 0 0 0 0,11 26 283 0 0,1 39-174 0 0,-13-61-102 0 0,5 35-600 0 0,-2 1 0 0 0,-3-1 0 0 0,0 1 0 0 0,-13 74 0 0 0,2-55-3428 0 0,-20 61-1 0 0,12-58-3170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303 127 4252 0 0,'1'-3'621'0'0,"0"0"-1"0"0,-1-1 1 0 0,1 1 0 0 0,-1 0-1 0 0,1 0 1 0 0,-1 0-1 0 0,0-1 1 0 0,0 1-1 0 0,-1 0 1 0 0,1 0-1 0 0,0-1 1 0 0,-1 1-1 0 0,-1-3 1 0 0,-9-9-38 0 0,9 12-73 0 0,-3 3-50 0 0,-3 0-403 0 0,0 1 0 0 0,0 0-1 0 0,0 0 1 0 0,0 0-1 0 0,0 1 1 0 0,1 0 0 0 0,-1 1-1 0 0,0 0 1 0 0,1 0-1 0 0,0 1 1 0 0,0-1 0 0 0,0 2-1 0 0,0-1 1 0 0,1 1-1 0 0,0 0 1 0 0,0 0 0 0 0,0 1-1 0 0,0-1 1 0 0,-5 8-1 0 0,0 0-33 0 0,1 0-1 0 0,0 1 0 0 0,1 0 0 0 0,0 1 0 0 0,1 0 0 0 0,1 0 0 0 0,0 0 1 0 0,-5 21-1 0 0,10-32-19 0 0,1 1-1 0 0,0-1 1 0 0,0 1 0 0 0,0-1-1 0 0,1 1 1 0 0,0 0 0 0 0,0-1 0 0 0,0 1-1 0 0,0 0 1 0 0,0-1 0 0 0,1 1-1 0 0,0-1 1 0 0,0 1 0 0 0,1-1 0 0 0,-1 1-1 0 0,1-1 1 0 0,0 0 0 0 0,0 1 0 0 0,0-1-1 0 0,0 0 1 0 0,1-1 0 0 0,3 6-1 0 0,-3-8-2 0 0,-1 1-1 0 0,0-1 1 0 0,1 1-1 0 0,-1-1 1 0 0,1 0-1 0 0,-1 0 1 0 0,1 0-1 0 0,0 0 0 0 0,-1 0 1 0 0,1-1-1 0 0,0 1 1 0 0,0-1-1 0 0,-1 0 1 0 0,1 1-1 0 0,5-2 1 0 0,-6 1 0 0 0,4 0 6 0 0,-1-1 0 0 0,0 1-1 0 0,0-1 1 0 0,1 0 0 0 0,-1-1-1 0 0,0 1 1 0 0,0-1 0 0 0,0 0-1 0 0,-1 0 1 0 0,1-1-1 0 0,0 0 1 0 0,-1 1 0 0 0,6-6-1 0 0,-3 2 4 0 0,1 0 0 0 0,-2 0 0 0 0,1-1 0 0 0,-1 0 0 0 0,0 0 0 0 0,7-11 0 0 0,-9 13-93 0 0,-1-1-1 0 0,0-1 1 0 0,0 1-1 0 0,-1 0 0 0 0,0-1 1 0 0,0 1-1 0 0,0-1 1 0 0,-1 1-1 0 0,0-1 0 0 0,0 0 1 0 0,-1 0-1 0 0,0 0 1 0 0,0 1-1 0 0,0-1 0 0 0,-1 0 1 0 0,0 0-1 0 0,0 1 0 0 0,-1-1 1 0 0,0 1-1 0 0,0-1 1 0 0,-1 1-1 0 0,1 0 0 0 0,-1-1 1 0 0,-1 1-1 0 0,1 1 1 0 0,-1-1-1 0 0,0 0 0 0 0,-6-6 1 0 0,-1 0-607 0 0,-1 1 1 0 0,0 0 0 0 0,0 1 0 0 0,-1 0 0 0 0,0 1-1 0 0,0 0 1 0 0,-1 1 0 0 0,-1 1 0 0 0,1 0 0 0 0,-1 1-1 0 0,-17-5 1 0 0,-25-4-4555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251 1 6105 0 0,'0'0'7483'0'0,"-4"0"-7037"0"0,-13 2-90 0 0,13-2-67 0 0,3 2-248 0 0,0-1 1 0 0,0 1 0 0 0,0-1 0 0 0,0 1-1 0 0,0-1 1 0 0,-1 0 0 0 0,1 1 0 0 0,0-1 0 0 0,-1 0-1 0 0,-2 1 1 0 0,-3 7 14 0 0,0-1 0 0 0,0 1 0 0 0,1 1-1 0 0,0-1 1 0 0,0 1 0 0 0,1 0 0 0 0,-4 11 0 0 0,-1 6-63 0 0,-7 34 1 0 0,15-55 9 0 0,1-1 0 0 0,0 0-1 0 0,0 1 1 0 0,1 0 0 0 0,-1-1-1 0 0,1 1 1 0 0,1-1 0 0 0,-1 1 0 0 0,1-1-1 0 0,0 1 1 0 0,0-1 0 0 0,0 1 0 0 0,1-1-1 0 0,0 0 1 0 0,0 0 0 0 0,0 0-1 0 0,1 0 1 0 0,0 0 0 0 0,0 0 0 0 0,0 0-1 0 0,5 5 1 0 0,-7-9-8 0 0,0 0 0 0 0,0 0 0 0 0,0 0 0 0 0,0 0 0 0 0,1 0 0 0 0,-1 0-1 0 0,0-1 1 0 0,0 1 0 0 0,0 0 0 0 0,1-1 0 0 0,-1 1 0 0 0,0-1 0 0 0,1 1 0 0 0,-1-1 0 0 0,1 0 0 0 0,-1 1 0 0 0,2-1 0 0 0,1 0-12 0 0,2 2-1 0 0,-1-1 0 0 0,1 0 0 0 0,0 0-1 0 0,0 0 1 0 0,-1-1 0 0 0,1 0 0 0 0,0 0 0 0 0,0-1-1 0 0,0 1 1 0 0,-1-1 0 0 0,1-1 0 0 0,9-2 0 0 0,-1-1 36 0 0,1-1 0 0 0,-1 0 0 0 0,16-10 0 0 0,-22 12 40 0 0,-1-1-1 0 0,0 0 0 0 0,-1 0 1 0 0,1 0-1 0 0,10-12 1 0 0,-6-1 13 0 0,-10 14-77 0 0,0 1-1 0 0,0 0 1 0 0,0-1 0 0 0,0 0 0 0 0,-1 1-1 0 0,0-1 1 0 0,0 1 0 0 0,0-1-1 0 0,0 0 1 0 0,0 1 0 0 0,0-1-1 0 0,-1 1 1 0 0,0-1 0 0 0,0 1-1 0 0,0-1 1 0 0,0 1 0 0 0,-1-1-1 0 0,1 1 1 0 0,-1 0 0 0 0,0 0-1 0 0,1 0 1 0 0,-4-4 0 0 0,-2 0-237 0 0,0-1-1 0 0,-1 1 1 0 0,1 0 0 0 0,-1 1 0 0 0,-1 0-1 0 0,1 0 1 0 0,-1 1 0 0 0,0 0 0 0 0,-1 0 0 0 0,1 1-1 0 0,-1 1 1 0 0,0-1 0 0 0,0 2 0 0 0,-13-3 0 0 0,-6 0-1476 0 0,0 1 1 0 0,-1 2 0 0 0,-55 2 0 0 0,11 6-3352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416 100 3656 0 0,'1'-7'893'0'0,"-1"0"0"0"0,0 0 0 0 0,-1 0-1 0 0,1 0 1 0 0,-1 0 0 0 0,-3-10-1 0 0,3 15-728 0 0,0-1 0 0 0,0 0 0 0 0,0 1 0 0 0,-1-1 0 0 0,1 1 0 0 0,-1-1 0 0 0,0 1 0 0 0,1 0 0 0 0,-1 0 0 0 0,0 0 0 0 0,0 0 0 0 0,0 0 0 0 0,-1 0 0 0 0,1 0 0 0 0,0 1 0 0 0,-4-3 0 0 0,3 3 210 0 0,-3 1-20 0 0,-1 1-276 0 0,-1 1 0 0 0,1-1 0 0 0,-1 1 1 0 0,1 0-1 0 0,-1 1 0 0 0,1 0 0 0 0,0 0 1 0 0,0 1-1 0 0,0-1 0 0 0,1 1 1 0 0,0 1-1 0 0,-10 7 0 0 0,7-3-44 0 0,0 0 0 0 0,0 0-1 0 0,1 1 1 0 0,0 1 0 0 0,1-1 0 0 0,0 1-1 0 0,-7 16 1 0 0,9-19-27 0 0,1 1 0 0 0,0 0 1 0 0,0 0-1 0 0,1 0 0 0 0,0 1 0 0 0,1-1 0 0 0,0 1 1 0 0,0-1-1 0 0,1 1 0 0 0,1 0 0 0 0,-1 0 1 0 0,2 0-1 0 0,-1-1 0 0 0,1 1 0 0 0,4 16 0 0 0,-4-25 1 0 0,0 1-1 0 0,0-1 0 0 0,1 0 0 0 0,-1 0 0 0 0,0 0 0 0 0,1 0 1 0 0,-1 0-1 0 0,1 0 0 0 0,-1 0 0 0 0,1 0 0 0 0,-1 0 1 0 0,1-1-1 0 0,-1 1 0 0 0,1 0 0 0 0,0-1 0 0 0,-1 0 1 0 0,1 1-1 0 0,0-1 0 0 0,0 0 0 0 0,-1 0 0 0 0,1 0 1 0 0,2 0-1 0 0,1 0 9 0 0,-1 0 1 0 0,1 0-1 0 0,0-1 1 0 0,-1 0-1 0 0,1 0 1 0 0,-1 0-1 0 0,1 0 1 0 0,-1-1-1 0 0,1 0 1 0 0,-1 0-1 0 0,8-4 1 0 0,39-31 296 0 0,-16 1-112 0 0,-33 34-186 0 0,0-1 0 0 0,-1 1 0 0 0,1-1 0 0 0,0 1 0 0 0,-1-1 0 0 0,0 1 0 0 0,1-1 1 0 0,-1 0-1 0 0,0 0 0 0 0,0 1 0 0 0,-1-1 0 0 0,1 0 0 0 0,-1 0 0 0 0,1 0 0 0 0,-1 0 0 0 0,0-4 0 0 0,-1 2-62 0 0,-1-1-1 0 0,1 1 0 0 0,-1 0 1 0 0,0 0-1 0 0,0 0 0 0 0,-1 0 0 0 0,0 0 1 0 0,1 1-1 0 0,-1-1 0 0 0,-1 1 0 0 0,1 0 1 0 0,-1 0-1 0 0,-5-5 0 0 0,1 2-191 0 0,-1 0-1 0 0,0 1 0 0 0,0 1 1 0 0,0-1-1 0 0,-1 1 0 0 0,-14-5 1 0 0,-4 1-1238 0 0,-1 1 1 0 0,-1 1 0 0 0,1 1-1 0 0,-38-1 1 0 0,-7 3-4714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41 3680 0 0,'0'0'2185'0'0,"0"-5"-392"0"0,1-14-287 0 0,-1 15 2252 0 0,-1 1-3271 0 0,1 2-465 0 0,0 1-1 0 0,0-1 0 0 0,-1 1 0 0 0,1 0 1 0 0,0-1-1 0 0,0 1 0 0 0,0-1 1 0 0,0 1-1 0 0,-1 0 0 0 0,1-1 1 0 0,0 1-1 0 0,0-1 0 0 0,-1 1 1 0 0,1 0-1 0 0,0-1 0 0 0,-1 1 0 0 0,1 0 1 0 0,0 0-1 0 0,-1-1 0 0 0,1 1 1 0 0,-1 0-1 0 0,1 0 0 0 0,0-1 1 0 0,-1 1-1 0 0,1 0 0 0 0,-1 0 1 0 0,1 0-1 0 0,-1 0 0 0 0,1 0 1 0 0,-1 0-1 0 0,1 0 0 0 0,0 0 0 0 0,-1 0 1 0 0,1 0-1 0 0,-1 0 0 0 0,1 0 1 0 0,-1 0-1 0 0,1 0 0 0 0,-1 0 1 0 0,1 0-1 0 0,0 0 0 0 0,-1 0 1 0 0,1 1-1 0 0,-1-1 0 0 0,1 0 0 0 0,0 0 1 0 0,-1 1-1 0 0,1-1 0 0 0,-1 0 1 0 0,1 0-1 0 0,0 1 0 0 0,0-1 1 0 0,-1 0-1 0 0,1 1 0 0 0,0-1 1 0 0,-1 1-1 0 0,1-1 0 0 0,0 0 1 0 0,0 1-1 0 0,-15 31-98 0 0,13-29 132 0 0,-5 21-36 0 0,0-1-1 0 0,2 1 1 0 0,0 1 0 0 0,2-1 0 0 0,0 0-1 0 0,2 1 1 0 0,1 0 0 0 0,1-1 0 0 0,1 1-1 0 0,1-1 1 0 0,7 29 0 0 0,-9-49 9 0 0,1 0 1 0 0,0 0-1 0 0,-1-1 0 0 0,1 1 1 0 0,1-1-1 0 0,-1 1 1 0 0,0-1-1 0 0,1 0 1 0 0,0 0-1 0 0,0 0 1 0 0,5 5-1 0 0,-6-7-31 0 0,0 0 0 0 0,0 0 1 0 0,0 0-1 0 0,0 0 0 0 0,-1 0 0 0 0,1-1 1 0 0,0 1-1 0 0,1-1 0 0 0,-1 1 0 0 0,0-1 0 0 0,0 0 1 0 0,0 0-1 0 0,0 1 0 0 0,0-2 0 0 0,0 1 0 0 0,0 0 1 0 0,0 0-1 0 0,0-1 0 0 0,3 0 0 0 0,34-14-194 0 0,-28 9 216 0 0,-1 0 1 0 0,1-1 0 0 0,-1-1-1 0 0,-1 0 1 0 0,0 0-1 0 0,0-1 1 0 0,0 0 0 0 0,-1 0-1 0 0,0-1 1 0 0,-1 0-1 0 0,0-1 1 0 0,-1 0 0 0 0,0 0-1 0 0,4-12 1 0 0,-4-4 0 0 0,-6 19-130 0 0,-1 1-1 0 0,1 0 1 0 0,-1 0 0 0 0,-1 0 0 0 0,1 0-1 0 0,-1 0 1 0 0,-1 0 0 0 0,1 0 0 0 0,-1 1 0 0 0,0-1-1 0 0,-1 1 1 0 0,1 0 0 0 0,-1-1 0 0 0,0 2 0 0 0,-1-1-1 0 0,0 0 1 0 0,0 1 0 0 0,0 0 0 0 0,0 0-1 0 0,-1 1 1 0 0,0-1 0 0 0,0 1 0 0 0,0 1 0 0 0,0-1-1 0 0,-8-2 1 0 0,-21-10-1060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397 86 3508 0 0,'-7'-10'941'0'0,"0"1"0"0"0,0 0 0 0 0,0 1-1 0 0,-10-9 1 0 0,13 14-733 0 0,1 0-1 0 0,-1 1 1 0 0,0-1-1 0 0,0 1 1 0 0,0 0-1 0 0,0 0 1 0 0,0 0 0 0 0,-1 0-1 0 0,1 1 1 0 0,0 0-1 0 0,-1 0 1 0 0,-5-1-1 0 0,9 2-185 0 0,-1 0-1 0 0,1 0 0 0 0,-1 0 0 0 0,1 0 0 0 0,-1 0 1 0 0,1 1-1 0 0,-1-1 0 0 0,1 0 0 0 0,0 1 0 0 0,-1-1 1 0 0,1 1-1 0 0,-1-1 0 0 0,1 1 0 0 0,0 0 0 0 0,-1 0 1 0 0,1 0-1 0 0,-2 1 0 0 0,-1 1 39 0 0,-2 1 10 0 0,0 0-1 0 0,1 0 0 0 0,-1 1 1 0 0,1-1-1 0 0,0 1 0 0 0,1 0 1 0 0,-1 1-1 0 0,1-1 1 0 0,0 1-1 0 0,0 0 0 0 0,1 0 1 0 0,-1 0-1 0 0,1 0 0 0 0,-3 12 1 0 0,-1 2 52 0 0,2 1 0 0 0,0 0 1 0 0,-3 29-1 0 0,6-33-74 0 0,1 0 1 0 0,1 1 0 0 0,3 31-1 0 0,-2-41-28 0 0,0 0-1 0 0,1 0 1 0 0,0 0 0 0 0,1 0-1 0 0,-1 0 1 0 0,2 0-1 0 0,-1-1 1 0 0,1 0-1 0 0,8 13 1 0 0,6-4 19 0 0,-13-14-33 0 0,-4-1-3 0 0,0 0-1 0 0,0 0 1 0 0,0-1-1 0 0,0 1 1 0 0,0 0-1 0 0,0-1 1 0 0,0 1-1 0 0,0-1 1 0 0,0 0-1 0 0,0 1 1 0 0,0-1-1 0 0,0 0 1 0 0,1 1-1 0 0,-1-1 1 0 0,0 0-1 0 0,0 0 1 0 0,0 0-1 0 0,1 0 0 0 0,1-1 1 0 0,0 1 7 0 0,2 0 21 0 0,0 0 0 0 0,0 0 0 0 0,0 0 0 0 0,0-1-1 0 0,0 1 1 0 0,-1-1 0 0 0,1-1 0 0 0,0 1 0 0 0,0-1 0 0 0,-1 1-1 0 0,1-1 1 0 0,-1-1 0 0 0,1 1 0 0 0,-1 0 0 0 0,0-1 0 0 0,6-5-1 0 0,2-3 83 0 0,-1 1 0 0 0,0-1 0 0 0,16-21 0 0 0,-22 26-104 0 0,-1 0-1 0 0,1-1 0 0 0,-1 0 1 0 0,0 1-1 0 0,-1-1 0 0 0,1-1 1 0 0,-1 1-1 0 0,-1 0 0 0 0,1-1 0 0 0,-1 1 1 0 0,-1-1-1 0 0,1 0 0 0 0,-1 0 1 0 0,-1 0-1 0 0,0 1 0 0 0,0-1 1 0 0,0 0-1 0 0,-1 0 0 0 0,0 0 1 0 0,0 0-1 0 0,-1 1 0 0 0,0-1 1 0 0,-1 1-1 0 0,1-1 0 0 0,-1 1 0 0 0,-1 0 1 0 0,0 0-1 0 0,0 0 0 0 0,0 1 1 0 0,0-1-1 0 0,-1 1 0 0 0,0 0 1 0 0,-7-6-1 0 0,2 3-278 0 0,0 0 0 0 0,0 1 0 0 0,-1 0 0 0 0,1 1 0 0 0,-2 1 0 0 0,1 0 0 0 0,-1 0 0 0 0,0 1 0 0 0,0 0 0 0 0,-19-4 0 0 0,6 3-921 0 0,1 2 0 0 0,-2 0 1 0 0,1 2-1 0 0,-37 1 1 0 0,-17 6-4483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87 4472 0 0,'-4'-4'499'0'0,"0"1"0"0"0,-1-1 0 0 0,1 1 0 0 0,-1 0 0 0 0,0 0-1 0 0,0 1 1 0 0,0-1 0 0 0,0 1 0 0 0,-9-3 0 0 0,9 5-66 0 0,1 2-81 0 0,1 0-294 0 0,1 0 0 0 0,-1 1 0 0 0,0-1 0 0 0,1 1 1 0 0,-1 0-1 0 0,1-1 0 0 0,0 1 0 0 0,0 0 0 0 0,0 0 1 0 0,0 1-1 0 0,0-1 0 0 0,1 0 0 0 0,-1 0 0 0 0,1 1 1 0 0,0-1-1 0 0,0 1 0 0 0,-1 6 0 0 0,1 0 14 0 0,1 1 1 0 0,-1-1-1 0 0,2 1 0 0 0,0 0 1 0 0,3 18-1 0 0,-1-13-37 0 0,1-1 0 0 0,0 0 0 0 0,2 0 0 0 0,-1-1 0 0 0,2 1 0 0 0,13 23 0 0 0,-15-31-12 0 0,1 1 0 0 0,-1-1 0 0 0,1 0 0 0 0,0-1 1 0 0,0 1-1 0 0,1-1 0 0 0,0-1 0 0 0,0 1 0 0 0,1-1 0 0 0,-1 0 0 0 0,1-1 0 0 0,14 6 0 0 0,-16-8-4 0 0,-1-1 0 0 0,1 1-1 0 0,0-2 1 0 0,-1 1-1 0 0,1-1 1 0 0,0 1-1 0 0,0-2 1 0 0,0 1 0 0 0,-1-1-1 0 0,1 1 1 0 0,0-2-1 0 0,-1 1 1 0 0,1-1-1 0 0,-1 1 1 0 0,1-1 0 0 0,-1-1-1 0 0,5-2 1 0 0,3-2 78 0 0,-1-1 0 0 0,0 0 0 0 0,0 0 0 0 0,-1-1 1 0 0,14-15-1 0 0,-16 15 22 0 0,-1 0 1 0 0,0-1-1 0 0,-1 0 0 0 0,0-1 1 0 0,0 0-1 0 0,-1 0 1 0 0,0 0-1 0 0,-1 0 1 0 0,0-1-1 0 0,-1 0 0 0 0,3-16 1 0 0,-6 22-131 0 0,0 0 1 0 0,0 0 0 0 0,-1-1 0 0 0,0 1-1 0 0,0 0 1 0 0,0-1 0 0 0,-1 1 0 0 0,0 0-1 0 0,0 0 1 0 0,-1 0 0 0 0,0 0-1 0 0,0 0 1 0 0,0 0 0 0 0,-1 0 0 0 0,0 1-1 0 0,0-1 1 0 0,0 1 0 0 0,0-1 0 0 0,-1 1-1 0 0,0 1 1 0 0,0-1 0 0 0,-1 0 0 0 0,1 1-1 0 0,-7-5 1 0 0,2 3-428 0 0,0 1-1 0 0,-1 0 1 0 0,1 0-1 0 0,-1 1 1 0 0,0 0-1 0 0,-1 1 1 0 0,1 0-1 0 0,-1 0 1 0 0,1 1-1 0 0,-1 1 1 0 0,0 0-1 0 0,1 0 1 0 0,-1 1 0 0 0,0 0-1 0 0,0 1 1 0 0,0 0-1 0 0,1 1 1 0 0,-21 6-1 0 0,-31 12-5556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3224 0 0,'0'0'3923'0'0,"1"-3"-3155"0"0,4-14 4642 0 0,-4 13-4922 0 0,5-7 609 0 0,1 21 996 0 0,-5-6-1861 0 0,-2-4-214 0 0,1 1 0 0 0,-1 0 1 0 0,1-1-1 0 0,0 1 0 0 0,-1 0 1 0 0,0 0-1 0 0,1-1 0 0 0,-1 1 0 0 0,0 0 1 0 0,1 0-1 0 0,-1 0 0 0 0,0 0 1 0 0,0 0-1 0 0,0-1 0 0 0,1 1 0 0 0,-1 0 1 0 0,0 2-1 0 0,2 15 262 0 0,67 286 2596 0 0,-68-300-2687 0 0,8 29 584 0 0,-6-25-612 0 0,-2-4 349 0 0,2 2 16 0 0,-1 4-1372 0 0,1-5-3639 0 0,4 3 3503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4296 0 0,'0'0'1699'0'0,"1"-4"-217"0"0,1-18 3798 0 0,0 9-1887 0 0,3 35-2249 0 0,2 26-595 0 0,30 212 2537 0 0,-27-206-2412 0 0,3 16 559 0 0,-13-66-1205 0 0,2-1-2246 0 0,2 9 1316 0 0,-2-9-188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92 3944 0 0,'0'0'3595'0'0,"0"-5"-2285"0"0,-1 0-980 0 0,1 0-1 0 0,-2 0 1 0 0,1 0-1 0 0,0 0 1 0 0,-1 0-1 0 0,0 0 1 0 0,0 0-1 0 0,0 1 1 0 0,-1-1-1 0 0,0 1 0 0 0,0-1 1 0 0,0 1-1 0 0,0 0 1 0 0,-1 0-1 0 0,-6-6 1 0 0,7 8-50 0 0,-1 1-38 0 0,1 0-185 0 0,0 0-1 0 0,0 0 1 0 0,0 1 0 0 0,-1 0 0 0 0,1-1 0 0 0,0 1 0 0 0,0 0 0 0 0,0 0 0 0 0,-1 1-1 0 0,1-1 1 0 0,0 1 0 0 0,0 0 0 0 0,0-1 0 0 0,0 1 0 0 0,0 1 0 0 0,0-1 0 0 0,0 0-1 0 0,0 1 1 0 0,1-1 0 0 0,-6 4 0 0 0,2 1 6 0 0,0-1 0 0 0,1 1 0 0 0,-1 0 0 0 0,1 1 0 0 0,0-1 0 0 0,1 1 0 0 0,0 0 0 0 0,-6 10 0 0 0,8-11-48 0 0,-4 3-10 0 0,2 1 1 0 0,0-1 0 0 0,0 1 0 0 0,0 0 0 0 0,1 0 0 0 0,1 0 0 0 0,0 0 0 0 0,-1 19 0 0 0,2-11-24 0 0,2-1 0 0 0,0 1 0 0 0,1 0 0 0 0,0 0 0 0 0,2-1 1 0 0,0 0-1 0 0,8 20 0 0 0,-10-31 14 0 0,0-1 0 0 0,0 0 0 0 0,0 1-1 0 0,1-1 1 0 0,0 0 0 0 0,0-1 0 0 0,0 1 0 0 0,1-1 0 0 0,0 1 0 0 0,0-1 0 0 0,0 0 0 0 0,0 0 0 0 0,0-1 0 0 0,1 1-1 0 0,0-1 1 0 0,0 0 0 0 0,0 0 0 0 0,0 0 0 0 0,0-1 0 0 0,0 0 0 0 0,7 2 0 0 0,-9-3 28 0 0,3-2 8 0 0,3 0 5 0 0,0-1 0 0 0,1 0 1 0 0,-1-1-1 0 0,0 1 1 0 0,-1-2-1 0 0,1 1 0 0 0,0-2 1 0 0,-1 1-1 0 0,13-9 0 0 0,-14 6-26 0 0,1 0 0 0 0,-1 0-1 0 0,0 0 1 0 0,-1-1 0 0 0,1 0-1 0 0,-2-1 1 0 0,1 1 0 0 0,-1-1-1 0 0,0 0 1 0 0,-1 0 0 0 0,0-1-1 0 0,-1 1 1 0 0,0-1 0 0 0,0 0 0 0 0,-1 0-1 0 0,0 0 1 0 0,0-12 0 0 0,-1 13-189 0 0,-1 0 0 0 0,0 0 1 0 0,0 0-1 0 0,-1 0 0 0 0,-1 0 1 0 0,1 0-1 0 0,-1 0 0 0 0,-1 0 1 0 0,0 1-1 0 0,0-1 0 0 0,0 1 1 0 0,-1 0-1 0 0,0 0 0 0 0,-1 0 1 0 0,0 1-1 0 0,0-1 0 0 0,-1 1 1 0 0,0 0-1 0 0,-12-11 0 0 0,11 13-575 0 0,0 0 0 0 0,-1 0-1 0 0,0 1 1 0 0,0 0 0 0 0,0 0 0 0 0,0 1-1 0 0,-1 0 1 0 0,1 0 0 0 0,-15-1 0 0 0,-6 0-4982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50 866 2964 0 0,'-3'-2'1530'0'0,"-25"-18"2161"0"0,25 18-2375 0 0,3 1-1236 0 0,-1 1-1 0 0,1 0 1 0 0,-1-1-1 0 0,1 1 1 0 0,-1 0 0 0 0,1-1-1 0 0,-1 1 1 0 0,1 0 0 0 0,-1 0-1 0 0,0-1 1 0 0,1 1 0 0 0,-1 0-1 0 0,1 0 1 0 0,-1 0 0 0 0,0 0-1 0 0,1 0 1 0 0,-1 0 0 0 0,0 0-1 0 0,1 0 1 0 0,-1 0 0 0 0,0 0-1 0 0,1 0 1 0 0,-1 0-1 0 0,0 1 1 0 0,5 11 439 0 0,20 18-350 0 0,-15-21-118 0 0,1-1 0 0 0,1 1 0 0 0,0-2-1 0 0,0 0 1 0 0,0 0 0 0 0,1-1 0 0 0,0 0-1 0 0,22 7 1 0 0,-14-8-24 0 0,-1 0 0 0 0,1-2 0 0 0,0 0 0 0 0,0-1 0 0 0,22-1 0 0 0,13-4-46 0 0,-1-3 0 0 0,0-2 0 0 0,65-18-1 0 0,-86 18 38 0 0,16-5-35 0 0,1 2 1 0 0,0 2-1 0 0,0 3 1 0 0,92-1-1 0 0,-96 8-33 0 0,311-40 142 0 0,-185 16 38 0 0,-60 15-186 0 0,152 9 0 0 0,47-4 35 0 0,-235 0 38 0 0,144 13-1 0 0,-173-6-38 0 0,74 4 45 0 0,1-5 0 0 0,0-6 0 0 0,151-22 0 0 0,-180 14-41 0 0,0 3 0 0 0,0 4 0 0 0,169 15-1 0 0,-162-1 23 0 0,0-5-1 0 0,-1-4 0 0 0,1-4 0 0 0,129-21 1 0 0,-131 4 92 0 0,-43 8-190 0 0,96-10 1 0 0,-99 24 145 0 0,-1 1 1 0 0,85 17 0 0 0,-75-10-34 0 0,-21-6-24 0 0,1-1 1 0 0,-1-1-1 0 0,69-8 1 0 0,117-28-81 0 0,-76 8-41 0 0,-85 21 131 0 0,0 2 0 0 0,1 3 0 0 0,109 15 0 0 0,-100-8 51 0 0,-23-4-52 0 0,-1-2 0 0 0,1-2 0 0 0,0-3 0 0 0,66-14 0 0 0,198-64-74 0 0,-290 74 89 0 0,5-2-2 0 0,1 1-1 0 0,1 1 1 0 0,-1 2 0 0 0,1 2-1 0 0,38-1 1 0 0,-26 3-34 0 0,25 4-9 0 0,222 2-388 0 0,-228-7 304 0 0,-1-2 0 0 0,103-23 0 0 0,-126 18 59 0 0,1 2 0 0 0,78-6 1 0 0,-106 16 64 0 0,-1 0 0 0 0,0 0 0 0 0,1 1 1 0 0,-1 1-1 0 0,0 0 0 0 0,-1 0 0 0 0,1 1 1 0 0,20 13-1 0 0,8 7 75 0 0,-29-17-79 0 0,1 0-1 0 0,0-1 1 0 0,1 0-1 0 0,0 0 1 0 0,0-2-1 0 0,0 1 0 0 0,1-2 1 0 0,-1 0-1 0 0,1 0 1 0 0,21 1-1 0 0,-7-4-21 0 0,-1-2 0 0 0,0 0 0 0 0,1-2 0 0 0,-1-1 0 0 0,40-12 0 0 0,134-55 353 0 0,-186 66-335 0 0,0 0 0 0 0,0 1 0 0 0,1 1 0 0 0,-1 0 0 0 0,1 2 0 0 0,0-1 0 0 0,20 2 0 0 0,-4 2 22 0 0,0 1 0 0 0,48 11 0 0 0,-47-6 13 0 0,15 4-51 0 0,0-3-1 0 0,0-1 1 0 0,69 1 0 0 0,408-39-258 0 0,-365 19 273 0 0,-97 15-44 0 0,0 3-1 0 0,106 25 1 0 0,-96-16-23 0 0,138 12 1 0 0,-109-29 79 0 0,1-4 0 0 0,116-22 1 0 0,-125 12 17 0 0,0 5 1 0 0,174 3-1 0 0,-209 11-41 0 0,443 19-488 0 0,-409-25 413 0 0,-1-3 0 0 0,1-5 0 0 0,127-29 0 0 0,-159 26 128 0 0,2 2 0 0 0,-1 4 0 0 0,124 0 0 0 0,479-7 495 0 0,-356-1-598 0 0,-57 0 197 0 0,-180 17 82 0 0,124 19-1 0 0,-124-11-449 0 0,120 2 1 0 0,137-42-476 0 0,-170 12 629 0 0,-98 15 104 0 0,8-1 21 0 0,-13 6 59 0 0,128 16 271 0 0,-100-8-281 0 0,99 0-1 0 0,-125-13-104 0 0,-1-3-1 0 0,0-3 0 0 0,0-2 0 0 0,-1-2 0 0 0,0-3 1 0 0,90-39-1 0 0,-119 43 5 0 0,-12 5-15 0 0,1 1 0 0 0,-1 0 0 0 0,31-6-1 0 0,2 0-9 0 0,-39 13 21 0 0,-2-1 0 0 0,7 0 15 0 0,0 1 1 0 0,0 0 0 0 0,-1 1-1 0 0,1 0 1 0 0,0 1-1 0 0,-1 0 1 0 0,0 1 0 0 0,0 1-1 0 0,15 7 1 0 0,20 6 51 0 0,-24-12-83 0 0,0-2 0 0 0,1 0 0 0 0,36 0 0 0 0,-28-2 10 0 0,-1-2-1 0 0,58-6 1 0 0,-60 2 4 0 0,50-11 140 0 0,155-49 0 0 0,-205 54-88 0 0,-28 10-44 0 0,23-6 38 0 0,-4 5 7 0 0,-5 1-27 0 0,-1 0 0 0 0,1 1-1 0 0,0 1 1 0 0,21 5-1 0 0,71 22 47 0 0,-73-19-84 0 0,9 2 36 0 0,1-3-1 0 0,0-2 1 0 0,1-1-1 0 0,0-3 1 0 0,73-4 0 0 0,-40-5 27 0 0,0-5 0 0 0,107-27 0 0 0,-102 17-52 0 0,204-45 89 0 0,-225 55 38 0 0,0 4-1 0 0,107-1 0 0 0,-45 11-48 0 0,195 2-106 0 0,-219-8 51 0 0,118-19 0 0 0,-218 21-23 0 0,73-9-550 0 0,-2-4-1 0 0,119-38 1 0 0,-109 24 1072 0 0,113-22 0 0 0,-191 49-445 0 0,1 1-15 0 0,8 0-39 0 0,0 2 0 0 0,-1-1 0 0 0,1 2 0 0 0,0 0 0 0 0,-1 0 0 0 0,0 1-1 0 0,0 1 1 0 0,0 0 0 0 0,11 7 0 0 0,27 9 128 0 0,-20-11-73 0 0,0-1 1 0 0,0-2-1 0 0,1-1 0 0 0,0-1 0 0 0,0-2 0 0 0,40 0 1 0 0,-28-5-148 0 0,0-1 0 0 0,0-1 0 0 0,81-21 0 0 0,-3-16-470 0 0,-80 26 386 0 0,67-17 0 0 0,-103 32 141 0 0,16 2 12 0 0,1 2 0 0 0,-1 0 1 0 0,0 1-1 0 0,0 2 0 0 0,31 13 1 0 0,18 4 43 0 0,-36-15-13 0 0,55 5-1 0 0,-67-12 102 0 0,1-1 0 0 0,0-1 0 0 0,0 0 0 0 0,0-2 0 0 0,-1-1 0 0 0,44-11 0 0 0,4-13 701 0 0,-66 26-674 0 0,0-1-79 0 0,16-3 49 0 0,-15 3-4 0 0,0 2-18 0 0,16 3-159 0 0,0 1-1 0 0,0 1 1 0 0,0 0-1 0 0,25 11 1 0 0,13 3-3161 0 0,-54-17 1274 0 0,0-3-1551 0 0,22 0-2456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3:49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31 3696 0 0,'-11'-21'2100'0'0,"6"11"3176"0"0,-34 276-3763 0 0,36-228-1469 0 0,2-1 0 0 0,1 1 0 0 0,2-1 0 0 0,2 1 0 0 0,10 45 0 0 0,-10-67-64 0 0,2-1 0 0 0,0 0 0 0 0,0 0 0 0 0,2 0 0 0 0,0 0 0 0 0,0-1-1 0 0,1-1 1 0 0,1 0 0 0 0,1 0 0 0 0,0-1 0 0 0,0 0 0 0 0,23 18 0 0 0,2 6 187 0 0,-33-33-125 0 0,2 12-53 0 0,-4-13 12 0 0,0 1 0 0 0,0-1-1 0 0,-1 0 1 0 0,1 1 0 0 0,0-1 0 0 0,-1 1 0 0 0,0-1 0 0 0,0 0 0 0 0,0 1 0 0 0,0-1-1 0 0,0 1 1 0 0,0-1 0 0 0,0 1 0 0 0,-1-1 0 0 0,0 3 0 0 0,-49 142 441 0 0,-1 3-175 0 0,41-114-208 0 0,2 0 1 0 0,2 0-1 0 0,0 1 1 0 0,1 61-1 0 0,5-79-22 0 0,2 0 0 0 0,0 1 0 0 0,1-1 0 0 0,1 0 0 0 0,1-1 0 0 0,0 1 0 0 0,1-1 0 0 0,2 0 0 0 0,-1 0 0 0 0,18 27 0 0 0,-2-13-13 0 0,1-2 0 0 0,2 0 0 0 0,32 28 0 0 0,8 10-108 0 0,-64-66 77 0 0,0 1 0 0 0,0 0 0 0 0,0 1-1 0 0,0-1 1 0 0,0 0 0 0 0,0 1 0 0 0,-1-1 0 0 0,2 7-1 0 0,-2-8 5 0 0,0 2-16 0 0,-1 2 22 0 0,-1 8 5 0 0,0 0 0 0 0,-1 0 0 0 0,0 0 0 0 0,-1 0 0 0 0,0-1 0 0 0,-8 18 0 0 0,0 4 36 0 0,-11 62 51 0 0,4 1 0 0 0,5 1 0 0 0,-1 181 0 0 0,16-230-16 0 0,3 0 0 0 0,1 0 0 0 0,21 76 0 0 0,-4-48-138 0 0,48 107 0 0 0,-46-134 55 0 0,-18-36 49 0 0,0 0 0 0 0,-2 0 0 0 0,0 0-1 0 0,0 1 1 0 0,-2 0 0 0 0,0 0-1 0 0,0 0 1 0 0,-2 0 0 0 0,0 0 0 0 0,-2 22-1 0 0,-43 178 780 0 0,27-151-507 0 0,-13 106-1 0 0,28-149-263 0 0,1 0 0 0 0,1 0-1 0 0,1 0 1 0 0,1 0-1 0 0,1 0 1 0 0,0 0-1 0 0,2-1 1 0 0,14 41 0 0 0,2-15-169 0 0,2-1 1 0 0,49 73 0 0 0,-49-85-121 0 0,-21-31 233 0 0,-1 1 90 0 0,4 9-113 0 0,-4-9-23 0 0,0 0 6 0 0,-1 4 47 0 0,0 1 0 0 0,-1-1 0 0 0,0 1 0 0 0,-3 13 0 0 0,-11 45-103 0 0,-3 26-8 0 0,14-59 76 0 0,-7 45-36 0 0,1 101 0 0 0,11-154 68 0 0,1 0 0 0 0,0-1-1 0 0,2 1 1 0 0,1-1 0 0 0,2 1-1 0 0,0-1 1 0 0,20 45 0 0 0,13-4-35 0 0,-33-56 73 0 0,1 1-1 0 0,-2 0 1 0 0,1 0-1 0 0,-1 1 0 0 0,-1 0 1 0 0,0 0-1 0 0,-1 0 0 0 0,3 13 1 0 0,-6-11-41 0 0,-1-1 0 0 0,0 0 1 0 0,-1 1-1 0 0,-1-1 0 0 0,0 0 0 0 0,0 0 1 0 0,-1 0-1 0 0,-10 23 0 0 0,5-11 8 0 0,2-3-4 0 0,0 0 1 0 0,2 1 0 0 0,0 0-1 0 0,2-1 1 0 0,0 1-1 0 0,1 0 1 0 0,2 0-1 0 0,3 26 1 0 0,3-13-8 0 0,1 0 1 0 0,2 0-1 0 0,2-1 0 0 0,21 45 1 0 0,-17-46-147 0 0,-15-31 81 0 0,1 0-31 0 0,1 3 10 0 0,0 0 0 0 0,-1 0-1 0 0,0 0 1 0 0,1 0 0 0 0,-2 0-1 0 0,1 1 1 0 0,-1-1 0 0 0,0 1-1 0 0,0 9 1 0 0,-2-12 112 0 0,-6 16 0 0 0,2-1-36 0 0,4-15 55 0 0,1 18 30 0 0,0-18-3 0 0,2 1 16 0 0,20 50 64 0 0,-13-33-113 0 0,0 0 0 0 0,6 27-1 0 0,-8-21-81 0 0,6 52-1 0 0,-1-13-9 0 0,-7-48 70 0 0,-4-14-19 0 0,0-1 7 0 0,13 61-34 0 0,-13-60 68 0 0,-1 0-24 0 0,1 113 392 0 0,-1-113-326 0 0,1 0-14 0 0,2 22 186 0 0,2-1-1 0 0,0 0 1 0 0,2 0 0 0 0,1 0 0 0 0,21 46 0 0 0,16 50 1370 0 0,-44-118-1521 0 0,0 0 33 0 0,10 36-95 0 0,-10-36-129 0 0,-1-1-418 0 0,3 12 242 0 0,-2-12-54 0 0,-5 14-12559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0.6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0 2988 0 0,'0'0'2593'0'0,"-17"10"-5170"0"0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2.6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42 3464 0 0,'5'-42'13976'0'0,"-8"161"-12931"0"0,19 191 1 0 0,-2-133-3723 0 0,-12-155 1492 0 0,-1-9-1349 0 0,0-3-6479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2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2 229 3320 0 0,'0'-6'1176'0'0,"-1"-14"-286"0"0,1 1 0 0 0,1-1 0 0 0,1 1 0 0 0,6-30-1 0 0,-6 44-813 0 0,0 0 0 0 0,0 0 0 0 0,0 0-1 0 0,0 0 1 0 0,1 1 0 0 0,0-1-1 0 0,0 1 1 0 0,0 0 0 0 0,6-6-1 0 0,-5 6-67 0 0,-1 0 50 0 0,0 1 0 0 0,0 0 0 0 0,0 0 1 0 0,1 1-1 0 0,-1-1 0 0 0,1 0 1 0 0,0 1-1 0 0,0 0 0 0 0,0 0 0 0 0,0 0 1 0 0,8-2-1 0 0,-8 3-13 0 0,0 0 9 0 0,0 0 0 0 0,0 0 1 0 0,0 0-1 0 0,0 0 1 0 0,0 1-1 0 0,1-1 1 0 0,-1 1-1 0 0,0 0 0 0 0,0 0 1 0 0,1 1-1 0 0,-1 0 1 0 0,5 1-1 0 0,-5-1-9 0 0,3 0 8 0 0,1 1-1 0 0,-1 0 1 0 0,0 1-1 0 0,-1 0 1 0 0,1 0-1 0 0,0 0 1 0 0,-1 1-1 0 0,0 0 1 0 0,0 0-1 0 0,0 0 0 0 0,8 9 1 0 0,0 1 42 0 0,-1 0 1 0 0,18 27-1 0 0,-28-36-71 0 0,-1 0 0 0 0,1 1-1 0 0,-1-1 1 0 0,0 1 0 0 0,-1-1 0 0 0,1 1-1 0 0,0 8 1 0 0,-1-8-4 0 0,-1 1-15 0 0,0 0 1 0 0,-1 0 0 0 0,0 1-1 0 0,0-1 1 0 0,-1 0 0 0 0,0 0-1 0 0,0 0 1 0 0,0 0 0 0 0,-1-1-1 0 0,0 1 1 0 0,-1-1 0 0 0,1 1-1 0 0,-10 10 1 0 0,4-7-367 0 0,-1 0-1 0 0,0 0 1 0 0,-1-1 0 0 0,0 0-1 0 0,0-1 1 0 0,-1 0 0 0 0,0-1-1 0 0,0 0 1 0 0,-1-1-1 0 0,-19 6 1 0 0,31-11 142 0 0,-1 0 1 0 0,1-1-1 0 0,0 1 0 0 0,-1-1 0 0 0,1 0 0 0 0,-1 1 1 0 0,1-1-1 0 0,0 0 0 0 0,-1 0 0 0 0,1 0 1 0 0,-1 0-1 0 0,1 0 0 0 0,-3 0 0 0 0,-1-1-739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3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350 47 2972 0 0,'-3'-4'1212'0'0,"0"0"-1035"0"0,0 1 0 0 0,0-1 0 0 0,0 1 0 0 0,0 0 0 0 0,-1 0 0 0 0,0 1-1 0 0,1-1 1 0 0,-1 1 0 0 0,0-1 0 0 0,0 1 0 0 0,0 0 0 0 0,-1 1-1 0 0,1-1 1 0 0,0 1 0 0 0,-1 0 0 0 0,1 0 0 0 0,-1 0 0 0 0,1 0 0 0 0,-1 1-1 0 0,1 0 1 0 0,-1 0 0 0 0,1 0 0 0 0,-1 1 0 0 0,1-1 0 0 0,-1 1 0 0 0,1 0-1 0 0,-1 0 1 0 0,1 1 0 0 0,0-1 0 0 0,-8 5 0 0 0,0 1-38 0 0,0 0 1 0 0,1 1 0 0 0,-1 1-1 0 0,2-1 1 0 0,-1 2-1 0 0,1 0 1 0 0,1 0-1 0 0,-1 0 1 0 0,2 1-1 0 0,0 1 1 0 0,0 0-1 0 0,1 0 1 0 0,-7 17-1 0 0,1-1-26 0 0,1 1 0 0 0,2 1-1 0 0,1 0 1 0 0,-10 59-1 0 0,15-63-82 0 0,2-1 0 0 0,1 0 0 0 0,1 0-1 0 0,1 1 1 0 0,1-1 0 0 0,1 0 0 0 0,8 28 0 0 0,-8-40-102 0 0,0 0-1 0 0,2-1 1 0 0,-1 0 0 0 0,2 0-1 0 0,-1 0 1 0 0,2-1 0 0 0,0 0-1 0 0,0 0 1 0 0,0-1 0 0 0,2 0 0 0 0,-1 0-1 0 0,1 0 1 0 0,1-1 0 0 0,-1-1-1 0 0,19 13 1 0 0,-21-18-318 0 0,0 0 1 0 0,0 0-1 0 0,0-1 0 0 0,1 0 1 0 0,-1 0-1 0 0,0 0 0 0 0,1-1 1 0 0,-1 0-1 0 0,1-1 0 0 0,0 0 1 0 0,-1 0-1 0 0,1 0 0 0 0,-1-1 0 0 0,1 0 1 0 0,-1-1-1 0 0,0 0 0 0 0,1 0 1 0 0,8-4-1 0 0,8-3-3431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4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228 63 3840 0 0,'-15'-10'1304'0'0,"11"8"817"0"0,0 2-1240 0 0,0 1-712 0 0,0 0 1 0 0,0 0-1 0 0,1 0 1 0 0,-1 0-1 0 0,0 0 1 0 0,1 1-1 0 0,-1 0 0 0 0,1 0 1 0 0,0 0-1 0 0,0 0 1 0 0,-1 0-1 0 0,-2 4 0 0 0,-1 1 49 0 0,-1 1-1 0 0,1-1 1 0 0,1 2 0 0 0,-8 10-1 0 0,-2 8 194 0 0,1 1 0 0 0,-12 33 0 0 0,10-19-129 0 0,-20 88 0 0 0,37-127-208 0 0,-1 9-29 0 0,1-6 199 0 0,9-11-118 0 0,-8 4-125 0 0,0 0 1 0 0,0 0-1 0 0,0 0 0 0 0,0 0 1 0 0,-1 0-1 0 0,1 0 1 0 0,0 0-1 0 0,-1 0 0 0 0,1 0 1 0 0,-1 0-1 0 0,1 0 1 0 0,-1-1-1 0 0,1 1 0 0 0,-1 0 1 0 0,0 0-1 0 0,0 0 1 0 0,0-1-1 0 0,0-1 0 0 0,0 1 3 0 0,48-184 201 0 0,4-11 1677 0 0,-51 194-1758 0 0,2-3 12 0 0,-3 5-118 0 0,0 1-1 0 0,0-1 1 0 0,0 1-1 0 0,0 0 0 0 0,0-1 1 0 0,0 1-1 0 0,0-1 1 0 0,0 1-1 0 0,0-1 0 0 0,0 1 1 0 0,0-1-1 0 0,1 1 1 0 0,-1 0-1 0 0,0-1 1 0 0,0 1-1 0 0,1-1 0 0 0,-1 1 1 0 0,0 0-1 0 0,0-1 1 0 0,1 1-1 0 0,-1 0 0 0 0,0-1 1 0 0,1 1-1 0 0,-1 0 1 0 0,0 0-1 0 0,1-1 0 0 0,-1 1 1 0 0,1 0-1 0 0,-1 0 1 0 0,1 0-1 0 0,-1 0 1 0 0,0-1-1 0 0,1 1 0 0 0,-1 0 1 0 0,1 0-1 0 0,3 3 13 0 0,-1-1-1 0 0,-1 1 0 0 0,1 0 0 0 0,0 0 1 0 0,-1 0-1 0 0,1 0 0 0 0,-1 0 1 0 0,0 0-1 0 0,0 1 0 0 0,0-1 0 0 0,0 1 1 0 0,-1 0-1 0 0,0-1 0 0 0,1 1 1 0 0,-1 0-1 0 0,0 6 0 0 0,68 328-2192 0 0,-65-322 2071 0 0,-3-12-832 0 0,5 18-1448 0 0,-5-18 394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4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15 116 3280 0 0,'-15'-14'3927'0'0,"17"12"-3019"0"0,1-1-715 0 0,0 0 0 0 0,0 1-1 0 0,0-1 1 0 0,0 1 0 0 0,1 0 0 0 0,-1 0-1 0 0,1 0 1 0 0,-1 1 0 0 0,1-1-1 0 0,0 1 1 0 0,0 0 0 0 0,0 0-1 0 0,4-1 1 0 0,67-10 383 0 0,-52 9-377 0 0,26-4-230 0 0,77-13-1709 0 0,-44-3-3942 0 0,-61 15 1587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4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13 2748 0 0,'0'0'2804'0'0,"-1"-3"-1661"0"0,1 3-976 0 0,0 0 0 0 0,0-1 1 0 0,0 1-1 0 0,0-1 0 0 0,0 1 1 0 0,0 0-1 0 0,-1-1 0 0 0,1 1 1 0 0,0-1-1 0 0,0 1 0 0 0,0 0 1 0 0,0-1-1 0 0,-1 1 0 0 0,1 0 1 0 0,0-1-1 0 0,0 1 0 0 0,-1 0 1 0 0,1-1-1 0 0,0 1 0 0 0,-1 0 1 0 0,1 0-1 0 0,0-1 0 0 0,-1 1 1 0 0,1 0-1 0 0,0 0 1 0 0,-1-1-1 0 0,1 1 0 0 0,-1 0 1 0 0,1 0-1 0 0,0 0 0 0 0,-1 0 1 0 0,1 0-1 0 0,-1 0 0 0 0,1 0 1 0 0,-1 0-1 0 0,-7 14 1024 0 0,0 28-1357 0 0,1 14 399 0 0,-36 229-459 0 0,39-264-833 0 0,1 1 0 0 0,0-1-1 0 0,2 1 1 0 0,1 32 0 0 0,7-31-3003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4.7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34 3836 0 0,'0'0'1494'0'0,"-2"-4"-3"0"0,-12-21 3054 0 0,14 25-4434 0 0,0 0-1 0 0,0-1 1 0 0,-1 1 0 0 0,1 0 0 0 0,0-1-1 0 0,0 1 1 0 0,-1 0 0 0 0,1-1 0 0 0,0 1-1 0 0,-1 0 1 0 0,1 0 0 0 0,0 0 0 0 0,-1-1-1 0 0,1 1 1 0 0,-1 0 0 0 0,1 0 0 0 0,0 0-1 0 0,-1 0 1 0 0,1 0 0 0 0,-1-1 0 0 0,1 1-1 0 0,-1 0 1 0 0,1 0 0 0 0,0 0 0 0 0,-1 0-1 0 0,1 0 1 0 0,-1 1 0 0 0,0-1-91 0 0,0 1-1 0 0,1 0 1 0 0,-1 0 0 0 0,0 0 0 0 0,1-1-1 0 0,-1 1 1 0 0,0 0 0 0 0,1 0-1 0 0,-1 0 1 0 0,1 0 0 0 0,0 0 0 0 0,-1 0-1 0 0,1 0 1 0 0,0 1 0 0 0,0-1 0 0 0,0 0-1 0 0,-1 1 1 0 0,-17 209 973 0 0,11-118-4115 0 0,7-89 2207 0 0,0 1-210 0 0,1-1 623 0 0,-1 4-68 0 0,0 0-4181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5.3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104 138 2772 0 0,'-1'-4'1592'0'0,"-3"-41"2610"0"0,4 39-3721 0 0,1 2 35 0 0,-1 0-426 0 0,1 0 1 0 0,0 0-1 0 0,0 0 0 0 0,0 0 1 0 0,0 0-1 0 0,1 1 1 0 0,-1-1-1 0 0,1 0 0 0 0,0 1 1 0 0,0-1-1 0 0,1 1 1 0 0,-1 0-1 0 0,1 0 0 0 0,-1 0 1 0 0,1 0-1 0 0,0 0 1 0 0,0 0-1 0 0,6-3 0 0 0,-7 5-16 0 0,3-1-8 0 0,15-2-11 0 0,-16 3-12 0 0,1 0-11 0 0,16 1 2 0 0,-16-1-4 0 0,0 2 2 0 0,13 2-9 0 0,-13-3-2 0 0,-1 2 11 0 0,0 0 3 0 0,0 1 1 0 0,0-1 0 0 0,0 1-1 0 0,0 0 1 0 0,0 0-1 0 0,3 4 1 0 0,-5-4 43 0 0,-1 1 39 0 0,-1 3 0 0 0,0 0 0 0 0,0 0 0 0 0,-1 0 0 0 0,0 0 1 0 0,0 1-1 0 0,-1-1 0 0 0,0 0 0 0 0,0-1 0 0 0,-1 1 0 0 0,1 0 1 0 0,-2-1-1 0 0,-5 10 0 0 0,8-13-13 0 0,-1 0-27 0 0,-16 30 316 0 0,16-29-151 0 0,3-1-218 0 0,0-1-21 0 0,0 0 0 0 0,0 0 0 0 0,0 0-1 0 0,1 0 1 0 0,-1 0 0 0 0,0 0 0 0 0,1-1-1 0 0,-1 1 1 0 0,1-1 0 0 0,0 1 0 0 0,0-1-1 0 0,-1 1 1 0 0,1-1 0 0 0,0 0 0 0 0,0 0-1 0 0,0 0 1 0 0,0 0 0 0 0,0 0-1 0 0,0-1 1 0 0,1 1 0 0 0,3 0 0 0 0,8 4-7 0 0,24 14 44 0 0,-35-17 8 0 0,0 0-15 0 0,-2-1-9 0 0,0 0 0 0 0,0 0-1 0 0,0 0 1 0 0,1 0 0 0 0,-1 0-1 0 0,0 0 1 0 0,-1 1 0 0 0,1-1-1 0 0,0 0 1 0 0,0 1-1 0 0,0-1 1 0 0,-1 1 0 0 0,1-1-1 0 0,-1 1 1 0 0,1-1 0 0 0,-1 1-1 0 0,0-1 1 0 0,1 1 0 0 0,-1 0-1 0 0,0-1 1 0 0,0 1 0 0 0,0-1-1 0 0,-1 3 1 0 0,1-1-3 0 0,-1-1 1 0 0,0 0-1 0 0,0 0 1 0 0,-1 0-1 0 0,1 0 1 0 0,0 0-1 0 0,-1 0 0 0 0,1 0 1 0 0,-1 0-1 0 0,0-1 1 0 0,0 1-1 0 0,1-1 1 0 0,-5 3-1 0 0,-5 3 18 0 0,0-1-1 0 0,-1 0 1 0 0,1-1 0 0 0,-18 5-1 0 0,12-4-76 0 0,-3-2-43 0 0,6-4-67 0 0,-53 4-1147 0 0,50-3 398 0 0,15-1 808 0 0,0 0-1 0 0,-1 0 1 0 0,1 0-1 0 0,0 0 0 0 0,0 0 1 0 0,0-1-1 0 0,0 1 1 0 0,0 0-1 0 0,1-1 1 0 0,-1 0-1 0 0,-3-1 1 0 0,-1 0-353 0 0,3 1 234 0 0,-27-10-1842 0 0,9-8-2743 0 0,6-1-20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5.5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34 3076 0 0,'4'-2'1518'0'0,"0"-2"-1131"0"0,1 1-1 0 0,0-1 1 0 0,0 1-1 0 0,1 0 1 0 0,-1 1-1 0 0,1 0 1 0 0,-1 0-1 0 0,1 0 0 0 0,0 0 1 0 0,-1 1-1 0 0,1 0 1 0 0,0 0-1 0 0,0 0 1 0 0,0 1-1 0 0,0 0 1 0 0,0 0-1 0 0,10 2 0 0 0,-2 2-197 0 0,0 0-1 0 0,-1 0 1 0 0,1 1 0 0 0,-1 1-1 0 0,0 1 1 0 0,-1-1-1 0 0,0 2 1 0 0,16 12-1 0 0,-9-5-64 0 0,-1 2 0 0 0,-1 0 0 0 0,-1 2 0 0 0,0-1 0 0 0,-1 2-1 0 0,-1 0 1 0 0,-1 1 0 0 0,-1 0 0 0 0,15 35 0 0 0,-22-43-149 0 0,-1 0 1 0 0,0 0-1 0 0,0 1 1 0 0,-2-1-1 0 0,0 1 1 0 0,0 0-1 0 0,-1 0 0 0 0,-1 0 1 0 0,0 0-1 0 0,-1 0 1 0 0,-1-1-1 0 0,0 1 1 0 0,-1 0-1 0 0,0-1 1 0 0,-1 1-1 0 0,-1-1 0 0 0,0 0 1 0 0,-8 14-1 0 0,1-5-368 0 0,-2 0 0 0 0,-1-2-1 0 0,0 1 1 0 0,-1-2 0 0 0,-2 0-1 0 0,-34 29 1 0 0,24-26-970 0 0,0-2 1 0 0,-1-1 0 0 0,-1-1-1 0 0,-49 21 1 0 0,28-18-3052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6.2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98 4472 0 0,'-41'-17'8979'0'0,"44"-2"-8385"0"0,3 13-509 0 0,19-4-251 0 0,1 1 1 0 0,0 1-1 0 0,41-7 0 0 0,42 3-8145 0 0,-86 11 3195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6.4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59 3188 0 0,'-5'2'1638'0'0,"-35"14"2120"0"0,37-15-2711 0 0,-4 3 178 0 0,1 1 1240 0 0,201-43-4734 0 0,-60 7-2597 0 0,-108 24 3274 0 0,16-3-2962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7.0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12 4268 0 0,'0'0'1658'0'0,"-2"-3"-217"0"0,2 2-1224 0 0,0 1 0 0 0,-1-1 1 0 0,1 1-1 0 0,0-1 1 0 0,-1 1-1 0 0,1 0 0 0 0,0-1 1 0 0,-1 1-1 0 0,1-1 0 0 0,0 1 1 0 0,-1 0-1 0 0,1-1 1 0 0,-1 1-1 0 0,1 0 0 0 0,0-1 1 0 0,-1 1-1 0 0,1 0 0 0 0,-1 0 1 0 0,1-1-1 0 0,-1 1 0 0 0,1 0 1 0 0,-1 0-1 0 0,1 0 1 0 0,-1 0-1 0 0,0 0 0 0 0,1 0 1 0 0,-1 0-1 0 0,1 0 0 0 0,-1 0 1 0 0,1 0-1 0 0,-1 0 1 0 0,1 0-1 0 0,-1 0 0 0 0,1 0 1 0 0,-1 0-1 0 0,1 1 0 0 0,-1-1 1 0 0,0 0-1 0 0,-7 7-812 0 0,8-6 620 0 0,-1 0 0 0 0,1 0-1 0 0,-1 0 1 0 0,1 0-1 0 0,-1 0 1 0 0,1 0-1 0 0,0 0 1 0 0,-1 0 0 0 0,1 0-1 0 0,0 0 1 0 0,0 0-1 0 0,0 0 1 0 0,0 0-1 0 0,0 0 1 0 0,0 0 0 0 0,0 1-1 0 0,0-1 1 0 0,0 0-1 0 0,1 0 1 0 0,-1 0 0 0 0,1 1-1 0 0,16 226 1098 0 0,-1-19-5616 0 0,-16-204 3573 0 0,0 0-145 0 0,1 14-255 0 0,-1-14-296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7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39 168 3816 0 0,'0'-5'1459'0'0,"-3"-16"486"0"0,1-1-1 0 0,2-36 1 0 0,1 55-1894 0 0,0 1-1 0 0,0-1 1 0 0,0 1-1 0 0,0-1 1 0 0,0 1 0 0 0,0 0-1 0 0,1-1 1 0 0,-1 1 0 0 0,1 0-1 0 0,-1 0 1 0 0,1 0-1 0 0,0 0 1 0 0,0 0 0 0 0,0 1-1 0 0,2-3 1 0 0,-2 3-10 0 0,2-2 8 0 0,0 1 1 0 0,1-1-1 0 0,-1 1 1 0 0,1 0-1 0 0,-1 0 1 0 0,1 1-1 0 0,-1-1 1 0 0,1 1-1 0 0,0 0 1 0 0,0 0-1 0 0,7 0 1 0 0,-9 1-41 0 0,7-1 37 0 0,-1 0 0 0 0,0 0 0 0 0,1 1 0 0 0,-1 1 0 0 0,1-1-1 0 0,-1 1 1 0 0,0 1 0 0 0,18 5 0 0 0,-17-5-25 0 0,-3 1 7 0 0,0-1-1 0 0,0 1 1 0 0,0 1-1 0 0,0-1 1 0 0,0 1-1 0 0,10 8 1 0 0,-15-11-22 0 0,-1 1 1 0 0,1 0-1 0 0,0 0 0 0 0,-1-1 0 0 0,0 1 1 0 0,1 0-1 0 0,-1 0 0 0 0,0 0 1 0 0,0 1-1 0 0,0-1 0 0 0,0 0 1 0 0,0 0-1 0 0,-1 1 0 0 0,1-1 1 0 0,-1 0-1 0 0,1 1 0 0 0,-1-1 1 0 0,0 3-1 0 0,1-2 7 0 0,-1 1-13 0 0,0-1 0 0 0,-1 1-1 0 0,1 0 1 0 0,-1-1 0 0 0,0 1-1 0 0,0-1 1 0 0,0 1 0 0 0,0-1 0 0 0,0 0-1 0 0,-1 1 1 0 0,1-1 0 0 0,-1 0-1 0 0,0 0 1 0 0,0 0 0 0 0,-4 4-1 0 0,-1 1-1 0 0,-1 1-1 0 0,0-1 0 0 0,-11 9 0 0 0,2-5-371 0 0,0-1-1 0 0,-1 0 0 0 0,0-2 1 0 0,-1 0-1 0 0,0 0 1 0 0,0-2-1 0 0,-35 8 0 0 0,45-12-890 0 0,-12-1 200 0 0,6-5-2093 0 0,-12-3-1624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7.8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305 11 3444 0 0,'-4'-2'1274'0'0,"1"0"-1029"0"0,-1 1-1 0 0,0 0 0 0 0,1 0 0 0 0,-1 0 0 0 0,0 0 1 0 0,0 1-1 0 0,0-1 0 0 0,1 1 0 0 0,-1 0 0 0 0,0 0 1 0 0,0 0-1 0 0,0 1 0 0 0,0-1 0 0 0,1 1 0 0 0,-1 0 0 0 0,-4 2 1 0 0,2-1-45 0 0,-1 2 0 0 0,1-1 1 0 0,-1 1-1 0 0,1 0 1 0 0,0 0-1 0 0,0 1 1 0 0,1-1-1 0 0,-6 7 0 0 0,-5 8 86 0 0,0 1 0 0 0,1 0-1 0 0,1 1 1 0 0,-12 26 0 0 0,12-20-120 0 0,1 0 1 0 0,1 1 0 0 0,2 1-1 0 0,1 0 1 0 0,1 0 0 0 0,2 1-1 0 0,-5 49 1 0 0,10-63-237 0 0,0 1 1 0 0,1 0-1 0 0,1 0 1 0 0,0 0-1 0 0,1-1 1 0 0,1 1-1 0 0,1-1 1 0 0,0 1-1 0 0,2-1 1 0 0,-1 0-1 0 0,2-1 1 0 0,0 0-1 0 0,1 0 1 0 0,0 0-1 0 0,14 16 0 0 0,-18-26-471 0 0,0-1-1 0 0,1 0 1 0 0,0 0-1 0 0,0 0 0 0 0,0 0 1 0 0,0-1-1 0 0,0 0 0 0 0,1 0 1 0 0,-1-1-1 0 0,1 1 1 0 0,0-1-1 0 0,0 0 0 0 0,11 1 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8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5 4208 0 0,'0'0'1587'0'0,"-3"-1"-261"0"0,2 0-1184 0 0,0 1 0 0 0,0-1 0 0 0,0 1 0 0 0,1 0-1 0 0,-1-1 1 0 0,0 1 0 0 0,0 0 0 0 0,0 0 0 0 0,0 0 0 0 0,0-1-1 0 0,0 1 1 0 0,0 0 0 0 0,0 0 0 0 0,0 1 0 0 0,0-1 0 0 0,0 0-1 0 0,0 0 1 0 0,1 0 0 0 0,-1 0 0 0 0,0 1 0 0 0,0-1 0 0 0,0 1-1 0 0,0-1 1 0 0,0 0 0 0 0,0 1 0 0 0,0 0 0 0 0,-1 1 43 0 0,-1 0 1 0 0,1 0 0 0 0,1 1 0 0 0,-1-1 0 0 0,0 0 0 0 0,1 1-1 0 0,-1-1 1 0 0,1 1 0 0 0,-2 2 0 0 0,-1 6 33 0 0,0 0 1 0 0,1 0-1 0 0,1 0 1 0 0,-3 18-1 0 0,1 14-347 0 0,3 0 1 0 0,7 87-1 0 0,7-77-3163 0 0,-12-50 1804 0 0,8 12-2728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8.6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12 193 3176 0 0,'-9'-75'7021'0'0,"8"38"-5484"0"0,1 34-1466 0 0,1 0-1 0 0,-1 0 1 0 0,1 0-1 0 0,0 0 1 0 0,0 1-1 0 0,0-1 0 0 0,0 0 1 0 0,1 0-1 0 0,-1 1 1 0 0,1-1-1 0 0,0 1 1 0 0,-1-1-1 0 0,1 1 1 0 0,3-3-1 0 0,-4 3-45 0 0,2-1 15 0 0,0 1 0 0 0,0-1 0 0 0,0 0-1 0 0,0 1 1 0 0,0 0 0 0 0,1-1 0 0 0,-1 1 0 0 0,1 1 0 0 0,7-4 0 0 0,-5 3 3 0 0,-1 0-32 0 0,1 0-1 0 0,0 1 1 0 0,0 0 0 0 0,0 1 0 0 0,0-1 0 0 0,0 1-1 0 0,0 0 1 0 0,1 0 0 0 0,-1 1 0 0 0,0 0 0 0 0,0 0-1 0 0,-1 1 1 0 0,1-1 0 0 0,0 1 0 0 0,8 4 0 0 0,-12-5 3 0 0,1 0 1 0 0,-1 0-1 0 0,0 0 1 0 0,0 1-1 0 0,1-1 1 0 0,-1 1-1 0 0,0-1 1 0 0,0 1-1 0 0,0 0 1 0 0,-1 0-1 0 0,1 0 1 0 0,0 0-1 0 0,-1 0 1 0 0,1 0-1 0 0,-1 0 1 0 0,0 0-1 0 0,0 1 1 0 0,0-1-1 0 0,0 0 1 0 0,0 1-1 0 0,0-1 1 0 0,0 1-1 0 0,-1-1 1 0 0,0 1-1 0 0,1 0 1 0 0,-1-1 0 0 0,0 3-1 0 0,-1 2 41 0 0,1 0-1 0 0,-1-1 1 0 0,-1 1 0 0 0,1-1 0 0 0,-1 1-1 0 0,0-1 1 0 0,-1 0 0 0 0,1 0-1 0 0,-1 0 1 0 0,-4 6 0 0 0,-52 63 355 0 0,57-72-398 0 0,0-1 12 0 0,-7 7-15 0 0,7-7 48 0 0,2-2-166 0 0,1 0 111 0 0,-1 0 1 0 0,0 0 0 0 0,1 0-1 0 0,-1 0 1 0 0,0 0-1 0 0,1 0 1 0 0,-1 0-1 0 0,0 0 1 0 0,0 0 0 0 0,1 1-1 0 0,-1-1 1 0 0,0 0-1 0 0,1 0 1 0 0,-1 0-1 0 0,0 0 1 0 0,0 0-1 0 0,0 1 1 0 0,1-1 0 0 0,-1 0-1 0 0,0 0 1 0 0,0 0-1 0 0,1 1 1 0 0,-1-1-1 0 0,0 0 1 0 0,0 0 0 0 0,0 1-1 0 0,0-1 1 0 0,0 0-1 0 0,1 0 1 0 0,-1 1-1 0 0,0-1 1 0 0,0 1-12 0 0,0-1-1 0 0,1 1 1 0 0,-1 0 0 0 0,0-1-1 0 0,1 1 1 0 0,-1-1 0 0 0,1 1 0 0 0,-1-1-1 0 0,1 1 1 0 0,-1-1 0 0 0,1 0 0 0 0,-1 1-1 0 0,1-1 1 0 0,-1 1 0 0 0,1-1-1 0 0,-1 0 1 0 0,1 0 0 0 0,0 1 0 0 0,-1-1-1 0 0,1 0 1 0 0,-1 0 0 0 0,1 0-1 0 0,0 0 1 0 0,-1 1 0 0 0,1-1 0 0 0,0 0-1 0 0,0 0 1 0 0,16 1-49 0 0,2 0-16 0 0,0 1-1 0 0,26 7 1 0 0,-40-8 130 0 0,1 1 1 0 0,-1 0 0 0 0,0 0-1 0 0,0 0 1 0 0,0 1 0 0 0,0-1-1 0 0,7 7 1 0 0,-8-7 277 0 0,0 7-179 0 0,-4-9-146 0 0,1 0 0 0 0,-1 1-1 0 0,1-1 1 0 0,-1 0 0 0 0,0 1 0 0 0,1-1 0 0 0,-1 1 0 0 0,0-1 0 0 0,0 1 0 0 0,1-1 0 0 0,-1 1-1 0 0,0-1 1 0 0,0 1 0 0 0,0-1 0 0 0,0 1 0 0 0,1-1 0 0 0,-1 1 0 0 0,0-1 0 0 0,0 1-1 0 0,0-1 1 0 0,0 1 0 0 0,0-1 0 0 0,0 1 0 0 0,0-1 0 0 0,-1 1 0 0 0,1-1 0 0 0,0 1-1 0 0,0-1 1 0 0,0 1 0 0 0,-1 0 0 0 0,0 3 11 0 0,0 1 1 0 0,-1-1-1 0 0,0 0 0 0 0,0-1 1 0 0,0 1-1 0 0,0 0 0 0 0,0 0 1 0 0,-1-1-1 0 0,0 0 0 0 0,0 1 0 0 0,0-1 1 0 0,-5 5-1 0 0,1-3-7 0 0,0-1 0 0 0,0 1 1 0 0,-1-1-1 0 0,1 0 0 0 0,-1 0 0 0 0,0-1 0 0 0,-10 2 0 0 0,11-2-225 0 0,-1 0 0 0 0,-1-1 0 0 0,1 0-1 0 0,0 0 1 0 0,0-1 0 0 0,-1 0-1 0 0,1 0 1 0 0,-1-1 0 0 0,1 0-1 0 0,-1-1 1 0 0,1 0 0 0 0,-1 0-1 0 0,1-1 1 0 0,0 0 0 0 0,-14-5-1 0 0,19 5-133 0 0,0 0-1 0 0,0 0 0 0 0,0-1 0 0 0,0 1 0 0 0,0 0 0 0 0,1-1 1 0 0,-1 0-1 0 0,1 1 0 0 0,0-1 0 0 0,0 0 0 0 0,0 0 0 0 0,0 0 1 0 0,-2-5-1 0 0,3 5 91 0 0,-3-6-2474 0 0,1-14-1961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8.8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117 117 2772 0 0,'2'-3'1597'0'0,"18"-54"4656"0"0,-19 53-4933 0 0,0-1-740 0 0,0-39 2202 0 0,-1 40-1588 0 0,0 8-1024 0 0,-17 151-180 0 0,-37 159 1 0 0,16-108-3088 0 0,10 0-4572 0 0,24-160 1826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9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93 3732 0 0,'0'0'6475'0'0,"-2"2"-5952"0"0,-1 2-355 0 0,0-1 0 0 0,1 2 0 0 0,-1-1 0 0 0,1 0 0 0 0,0 0 1 0 0,0 1-1 0 0,1-1 0 0 0,-1 1 0 0 0,1-1 0 0 0,0 1 0 0 0,0 6 0 0 0,-8 60 647 0 0,8-61-828 0 0,-5 43 297 0 0,1-4-181 0 0,1-11 318 0 0,5-90-65 0 0,0 18-474 0 0,-1-5 271 0 0,2 1 0 0 0,1-1 0 0 0,2 1 1 0 0,16-57-1 0 0,-20 92-129 0 0,0 0 0 0 0,1 0 0 0 0,-1 0 0 0 0,1 0 0 0 0,0 0 0 0 0,0 0 0 0 0,0 1 0 0 0,0-1 0 0 0,0 1 0 0 0,4-3 0 0 0,-4 3 5 0 0,0 0 76 0 0,2 1 9 0 0,-1 1-87 0 0,0-1 0 0 0,-1 1-1 0 0,1 0 1 0 0,0 0 0 0 0,-1 1 0 0 0,1-1 0 0 0,-1 0 0 0 0,1 1 0 0 0,0 0 0 0 0,-1-1-1 0 0,1 1 1 0 0,-1 0 0 0 0,0 0 0 0 0,1 1 0 0 0,-1-1 0 0 0,0 0 0 0 0,0 1 0 0 0,1-1-1 0 0,2 4 1 0 0,0 0 2 0 0,0 1-1 0 0,-1-1 1 0 0,1 1-1 0 0,-1 0 1 0 0,0 1-1 0 0,-1-1 0 0 0,3 8 1 0 0,4 10-7 0 0,-2 0 0 0 0,0 1 1 0 0,3 26-1 0 0,0 44-2235 0 0,-9-40-7449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9.7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13 189 3784 0 0,'0'0'1688'0'0,"-3"-2"-228"0"0,-6-10 3094 0 0,9 11-4500 0 0,0 0 1 0 0,0 1-1 0 0,0-1 1 0 0,0 0-1 0 0,1 1 0 0 0,-1-1 1 0 0,0 0-1 0 0,1 1 1 0 0,-1-1-1 0 0,0 0 0 0 0,1 1 1 0 0,-1-1-1 0 0,1 1 1 0 0,-1-1-1 0 0,1 1 0 0 0,-1-1 1 0 0,1 1-1 0 0,-1-1 1 0 0,1 1-1 0 0,0-1 0 0 0,-1 1 1 0 0,1 0-1 0 0,0-1 1 0 0,-1 1-1 0 0,1 0 0 0 0,0 0 1 0 0,-1-1-1 0 0,1 1 1 0 0,0 0-1 0 0,0 0 0 0 0,-1 0 1 0 0,2 0-1 0 0,42-12 85 0 0,-8 2-518 0 0,59-24 1 0 0,-84 30-354 0 0,-1-1 1 0 0,1-1 0 0 0,-2 0-1 0 0,1 0 1 0 0,-1-1-1 0 0,0-1 1 0 0,0 1-1 0 0,0-1 1 0 0,-1-1 0 0 0,7-8-1 0 0,-2-3-3845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39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163 18 2872 0 0,'-8'-18'6555'0'0,"13"20"-5873"0"0,3 1-496 0 0,1 2-1 0 0,-1-1 1 0 0,0 1 0 0 0,0 0-1 0 0,-1 1 1 0 0,1-1 0 0 0,-1 2-1 0 0,0-1 1 0 0,-1 1 0 0 0,0 0-1 0 0,10 13 1 0 0,2 7 228 0 0,0 0 1 0 0,17 37-1 0 0,-25-42-438 0 0,0 0-1 0 0,-2 1 1 0 0,0 0 0 0 0,-2 1 0 0 0,0-1-1 0 0,-2 1 1 0 0,0 0 0 0 0,-2 1-1 0 0,0-1 1 0 0,-2 0 0 0 0,-1 1 0 0 0,-1-1-1 0 0,-1 0 1 0 0,-1 0 0 0 0,-1 0-1 0 0,-1 0 1 0 0,-1-1 0 0 0,-1 0 0 0 0,-1-1-1 0 0,-1 1 1 0 0,-1-2 0 0 0,-1 1-1 0 0,-17 22 1 0 0,0-5-1606 0 0,-2-2 1 0 0,-1-1-1 0 0,-2-2 0 0 0,-68 55 0 0 0,48-49-3178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1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 2976 0 0,'0'0'4513'0'0,"2"-2"-3357"0"0,7-8-113 0 0,-7 7 1097 0 0,3 3-1694 0 0,-1 1-320 0 0,1-1 0 0 0,-1 1-1 0 0,1-1 1 0 0,-1 1 0 0 0,1 1-1 0 0,-1-1 1 0 0,1 1 0 0 0,-1 0-1 0 0,0 0 1 0 0,0 0 0 0 0,0 0 0 0 0,6 5-1 0 0,0 2-242 0 0,0 0-1 0 0,-1 1 0 0 0,15 19 1 0 0,-20-22-785 0 0,8 11-916 0 0,-4-11-4374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1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209 10 3500 0 0,'0'0'3321'0'0,"-2"-2"-2556"0"0,-9-4-134 0 0,8 4-111 0 0,0 4-90 0 0,-10 9-88 0 0,1-1 0 0 0,-18 21 0 0 0,4 6-1541 0 0,1 0 0 0 0,-29 61 0 0 0,39-69-675 0 0,13-26 1365 0 0,2-2 486 0 0,0-1-1 0 0,-1 1 1 0 0,1 0-1 0 0,0-1 0 0 0,0 1 1 0 0,-1 0-1 0 0,1-1 1 0 0,0 1-1 0 0,-1-1 1 0 0,1 1-1 0 0,-1 0 1 0 0,1-1-1 0 0,-1 1 1 0 0,1-1-1 0 0,-1 1 1 0 0,-5 3 5694 0 0,7-8-5586 0 0,1 0 0 0 0,0 0 1 0 0,0 0-1 0 0,0 0 0 0 0,1 0 1 0 0,-1 1-1 0 0,1-1 0 0 0,0 1 1 0 0,0 0-1 0 0,0-1 1 0 0,0 1-1 0 0,1 1 0 0 0,-1-1 1 0 0,1 0-1 0 0,4-1 0 0 0,16-11-81 0 0,33-13 0 0 0,-27 14-349 0 0,133-62-5868 0 0,-128 60 1930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2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19 4208 0 0,'0'0'2933'0'0,"-2"-3"-1704"0"0,-5-13 3794 0 0,6 20-4537 0 0,-1 22-35 0 0,0-1 1 0 0,2 0-1 0 0,1 1 0 0 0,6 33 0 0 0,-3-26-313 0 0,5 55 2 0 0,21 90 0 0 0,-21-142-3280 0 0,15 35 1 0 0,-23-68 1292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2.7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54 216 2492 0 0,'-19'-125'7066'0'0,"18"121"-6512"0"0,3-51 1123 0 0,-1 51-1461 0 0,-1 4-207 0 0,0 0 0 0 0,1 0 0 0 0,-1 0-1 0 0,0-1 1 0 0,1 1 0 0 0,-1 0 0 0 0,0 0 0 0 0,0 0 0 0 0,1 0 0 0 0,-1 0-1 0 0,0-1 1 0 0,0 1 0 0 0,0 0 0 0 0,1 0 0 0 0,-1 0 0 0 0,0-1-1 0 0,0 1 1 0 0,0 0 0 0 0,0 0 0 0 0,1-1 0 0 0,-1 1 0 0 0,0 0-1 0 0,0-1 1 0 0,0 1 0 0 0,0 0 0 0 0,0 0 0 0 0,0-1 0 0 0,0 1 0 0 0,0 0-1 0 0,0-1 1 0 0,0 0 11 0 0,0 0 0 0 0,1 1-1 0 0,-1-1 1 0 0,0 0 0 0 0,0 0-1 0 0,1 1 1 0 0,-1-1 0 0 0,1 0-1 0 0,-1 1 1 0 0,0-1 0 0 0,1 0-1 0 0,-1 1 1 0 0,1-1 0 0 0,-1 0-1 0 0,1 1 1 0 0,0-1 0 0 0,-1 1-1 0 0,1-1 1 0 0,1 0-1 0 0,2 0 7 0 0,-1-1 0 0 0,1 1-1 0 0,0 0 1 0 0,0 1-1 0 0,-1-1 1 0 0,1 0-1 0 0,0 1 1 0 0,0 0-1 0 0,0 0 1 0 0,0 0 0 0 0,0 1-1 0 0,0-1 1 0 0,0 1-1 0 0,-1 0 1 0 0,5 1-1 0 0,2 2-3 0 0,1 0 0 0 0,-1 1-1 0 0,0 0 1 0 0,11 8 0 0 0,-17-10-32 0 0,0 0 1 0 0,-1 0-1 0 0,1 0 1 0 0,-1 0-1 0 0,0 1 1 0 0,1 0-1 0 0,-2 0 1 0 0,1 0-1 0 0,4 8 1 0 0,-5-9-16 0 0,-1-1 22 0 0,0 1-1 0 0,-1-1 1 0 0,1 0 0 0 0,0 0-1 0 0,-1 1 1 0 0,1-1 0 0 0,-1 0-1 0 0,0 1 1 0 0,0-1 0 0 0,0 1-1 0 0,0-1 1 0 0,0 0 0 0 0,-1 1 0 0 0,1-1-1 0 0,-1 0 1 0 0,1 1 0 0 0,-1-1-1 0 0,0 0 1 0 0,0 0 0 0 0,-2 4-1 0 0,0 0-75 0 0,-1 0 0 0 0,0 0-1 0 0,0 0 1 0 0,0-1-1 0 0,-9 9 1 0 0,1-5-301 0 0,0 1 0 0 0,0-2-1 0 0,-1 0 1 0 0,0 0 0 0 0,0-1 0 0 0,-19 7 0 0 0,-44 9-4975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3.4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13 2816 0 0,'0'0'1479'0'0,"-3"-2"-181"0"0,1 1-1140 0 0,0 0 0 0 0,0-1 0 0 0,0 1 0 0 0,0 0 0 0 0,0 0 0 0 0,0 1 0 0 0,0-1 0 0 0,-1 0 0 0 0,1 1 0 0 0,0-1 0 0 0,0 1 0 0 0,0 0 0 0 0,-1-1 0 0 0,1 1 0 0 0,0 0 0 0 0,0 1 0 0 0,-1-1 0 0 0,1 0 0 0 0,0 1 0 0 0,0-1 0 0 0,-1 1 0 0 0,1-1 0 0 0,0 1 0 0 0,0 0 0 0 0,0 0 0 0 0,0 0 0 0 0,0 0 0 0 0,0 1 0 0 0,-3 2 0 0 0,-2 2-23 0 0,-1 0 0 0 0,1 1 0 0 0,0 1 0 0 0,0-1 0 0 0,-10 17 0 0 0,4-3 26 0 0,0 1 0 0 0,1 1 1 0 0,2 0-1 0 0,0 0 0 0 0,1 1 0 0 0,2 1 0 0 0,-9 47 1 0 0,13-56-198 0 0,1 1 0 0 0,1-1 0 0 0,0 0 0 0 0,1 0 0 0 0,1 1 0 0 0,1-1 0 0 0,0 0 0 0 0,1 0 0 0 0,1 0 0 0 0,0-1 0 0 0,1 1 0 0 0,1-1 0 0 0,9 18 0 0 0,-13-29-142 0 0,1 0 1 0 0,-1 0-1 0 0,1-1 1 0 0,0 1-1 0 0,0-1 0 0 0,1 0 1 0 0,-1 0-1 0 0,0 0 1 0 0,1 0-1 0 0,0-1 0 0 0,0 1 1 0 0,0-1-1 0 0,4 2 0 0 0,-5-3-219 0 0,0 0 0 0 0,1 0-1 0 0,-1-1 1 0 0,0 1 0 0 0,0-1-1 0 0,0 1 1 0 0,1-1 0 0 0,-1 0-1 0 0,0 0 1 0 0,0-1 0 0 0,0 1-1 0 0,1-1 1 0 0,-1 1 0 0 0,5-3-1 0 0,17-6-3044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3.8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81 2800 0 0,'0'-4'1504'0'0,"-5"-35"3752"0"0,4 36-3920 0 0,-2 5-969 0 0,-1 3-255 0 0,0 0 1 0 0,0 0-1 0 0,1 0 0 0 0,0 0 0 0 0,0 1 1 0 0,0-1-1 0 0,0 1 0 0 0,1-1 1 0 0,0 1-1 0 0,0 0 0 0 0,1 0 0 0 0,0 0 1 0 0,0 0-1 0 0,0 8 0 0 0,-10 48 147 0 0,-6 78 8 0 0,17-136-41 0 0,1-8-162 0 0,7-19-13 0 0,-1-1 0 0 0,-1 0 0 0 0,-2 0 0 0 0,3-37 0 0 0,1 7 125 0 0,-6 41-66 0 0,0-2 41 0 0,0 1 0 0 0,2-1 0 0 0,0 0 0 0 0,6-15 0 0 0,-9 27-96 0 0,4-3-44 0 0,-5 5-3 0 0,0 1 0 0 0,0-1 0 0 0,0 1 0 0 0,1 0 0 0 0,-1-1 0 0 0,0 1 0 0 0,0 0 0 0 0,0-1 0 0 0,0 1 0 0 0,0 0 1 0 0,1-1-1 0 0,-1 1 0 0 0,0 0 0 0 0,0 0 0 0 0,0-1 0 0 0,1 1 0 0 0,-1 0 0 0 0,0 0 0 0 0,1-1 0 0 0,-1 1 0 0 0,0 0 0 0 0,0 0 0 0 0,1 0 0 0 0,-1-1 0 0 0,0 1 0 0 0,1 0 1 0 0,-1 0-1 0 0,0 0 0 0 0,1 0 0 0 0,-1 0 0 0 0,0 0 0 0 0,1 0 0 0 0,-1 0 0 0 0,1 0 0 0 0,-1 0 0 0 0,0 0 0 0 0,1 0 0 0 0,-1 0 0 0 0,1 0 0 0 0,3 3 25 0 0,1 0-1 0 0,0 0 0 0 0,-1 0 1 0 0,0 1-1 0 0,0 0 0 0 0,0-1 0 0 0,0 1 1 0 0,-1 1-1 0 0,1-1 0 0 0,-1 1 0 0 0,0-1 1 0 0,-1 1-1 0 0,4 8 0 0 0,5 11 99 0 0,13 40-1 0 0,-16-37-406 0 0,-1-1 0 0 0,4 30 0 0 0,-11-56 263 0 0,1 5-559 0 0,0 18-783 0 0,-1-18 566 0 0,0-1-1026 0 0,1 14 658 0 0,0-14-219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4.0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15 108 4512 0 0,'-15'-12'5833'0'0,"15"11"-5751"0"0,0 0 0 0 0,1-1 0 0 0,-1 1 0 0 0,0 0 0 0 0,0 0 0 0 0,1-1 0 0 0,-1 1 0 0 0,1 0 0 0 0,-1 0 0 0 0,1 0 0 0 0,0 0 0 0 0,-1 0 0 0 0,1 0 0 0 0,0 0 0 0 0,0 0 0 0 0,0 0 0 0 0,0 0 0 0 0,-1 0 0 0 0,1 1 0 0 0,2-2 0 0 0,29-13 762 0 0,39 3-583 0 0,-60 11-271 0 0,17-4-1217 0 0,42-14 0 0 0,-16-2-4883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4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 3316 0 0,'3'-2'1240'0'0,"0"0"-989"0"0,0 0 1 0 0,0 0-1 0 0,0 1 0 0 0,0 0 1 0 0,0-1-1 0 0,1 1 1 0 0,-1 1-1 0 0,0-1 0 0 0,1 0 1 0 0,-1 1-1 0 0,1 0 1 0 0,-1-1-1 0 0,1 1 1 0 0,-1 1-1 0 0,1-1 0 0 0,3 1 1 0 0,-1 0-61 0 0,0 1 0 0 0,0 0 0 0 0,0 1 0 0 0,-1-1 0 0 0,1 1 0 0 0,0 0 1 0 0,-1 0-1 0 0,8 6 0 0 0,-2 0-47 0 0,-1 1 0 0 0,0 0 0 0 0,0 0 0 0 0,-1 1 0 0 0,0 1 0 0 0,-1-1 0 0 0,12 22 0 0 0,-15-22-134 0 0,0 0-1 0 0,-1 0 0 0 0,0 0 1 0 0,-1 1-1 0 0,0-1 0 0 0,-1 1 1 0 0,0 0-1 0 0,-1-1 0 0 0,-1 1 0 0 0,1 0 1 0 0,-2 0-1 0 0,0 0 0 0 0,0 0 1 0 0,-1-1-1 0 0,0 1 0 0 0,-1 0 1 0 0,-1-1-1 0 0,-4 12 0 0 0,-4 4-984 0 0,-2-1 0 0 0,0-1 0 0 0,-2 0 0 0 0,-1-1 0 0 0,0-1 0 0 0,-26 26 0 0 0,5-9-4039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5.0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53 3904 0 0,'0'0'2749'0'0,"3"2"-2181"0"0,-2 0-443 0 0,0-1-100 0 0,-1 0 1 0 0,1 0 0 0 0,-1 0 0 0 0,1-1-1 0 0,0 1 1 0 0,-1 0 0 0 0,1 0 0 0 0,0-1-1 0 0,0 1 1 0 0,0-1 0 0 0,-1 1-1 0 0,1 0 1 0 0,0-1 0 0 0,0 0 0 0 0,0 1-1 0 0,0-1 1 0 0,0 1 0 0 0,0-1 0 0 0,0 0-1 0 0,0 0 1 0 0,0 0 0 0 0,0 1-1 0 0,0-1 1 0 0,0 0 0 0 0,0 0 0 0 0,0-1-1 0 0,2 1 1 0 0,642-9 3061 0 0,-318 0-1958 0 0,689-6 1282 0 0,543-12-1440 0 0,-1475 26-1655 0 0,16 0-1357 0 0,-29-3-4787 0 0,-43 2 757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5.6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27 4600 0 0,'-10'-12'1792'0'0,"8"10"-367"0"0,-1 0-156 0 0,-10-6-144 0 0,10 6 497 0 0,-1 1-955 0 0,2 1-588 0 0,0 0 1 0 0,0 0-1 0 0,0 0 0 0 0,0 1 0 0 0,1-1 0 0 0,-1 0 0 0 0,0 1 0 0 0,0-1 0 0 0,1 1 0 0 0,-1-1 0 0 0,0 1 0 0 0,1 0 0 0 0,-1 0 0 0 0,-2 1 0 0 0,2 0-5 0 0,0 0 0 0 0,0 0 0 0 0,1 0 0 0 0,-1 0 0 0 0,0 0 0 0 0,1 1 0 0 0,-1-1 0 0 0,1 1 0 0 0,0-1-1 0 0,-1 1 1 0 0,1 0 0 0 0,1-1 0 0 0,-2 5 0 0 0,-3 15 124 0 0,1 0 0 0 0,2 0 1 0 0,0 0-1 0 0,1 0 0 0 0,3 34 0 0 0,21 117 67 0 0,-5-59-2339 0 0,-18-110 1132 0 0,1 1-156 0 0,1 11-202 0 0,-2-12-559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5.9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1 102 3440 0 0,'2'-5'351'0'0,"0"-1"0"0"0,0 0 0 0 0,1 1-1 0 0,-1 0 1 0 0,2-1 0 0 0,-1 1 0 0 0,0 0-1 0 0,1 1 1 0 0,0-1 0 0 0,0 1 0 0 0,0-1-1 0 0,1 1 1 0 0,-1 0 0 0 0,1 1 0 0 0,0-1 0 0 0,0 1-1 0 0,1 0 1 0 0,-1 0 0 0 0,0 1 0 0 0,10-4-1 0 0,-9 4-224 0 0,-1 1-1 0 0,1-1 0 0 0,0 1 0 0 0,0 0 1 0 0,-1 0-1 0 0,1 1 0 0 0,9 0 1 0 0,-6-1 13 0 0,2 2-57 0 0,-1 0 0 0 0,1 1 0 0 0,-1 0 0 0 0,0 0 0 0 0,1 1 0 0 0,-1 0 0 0 0,0 1 0 0 0,-1 0-1 0 0,1 1 1 0 0,-1 0 0 0 0,10 7 0 0 0,-11-6-53 0 0,0 0 0 0 0,-1 1 0 0 0,1 0 0 0 0,-1 0-1 0 0,9 14 1 0 0,-13-18-32 0 0,-1 1 1 0 0,1 0-1 0 0,-1 1 0 0 0,0-1 0 0 0,0 0 0 0 0,0 1 0 0 0,-1-1 0 0 0,0 1 1 0 0,1-1-1 0 0,-2 1 0 0 0,1 0 0 0 0,0-1 0 0 0,-1 1 0 0 0,0 0 0 0 0,-1 7 1 0 0,0-6-53 0 0,0-1 0 0 0,-1 1 0 0 0,0 0 0 0 0,0 0 0 0 0,0-1 0 0 0,-1 1 0 0 0,0-1 0 0 0,0 0 0 0 0,0 0 0 0 0,-1 0 0 0 0,0 0 0 0 0,0 0 0 0 0,0-1 0 0 0,0 0 0 0 0,-10 7 0 0 0,2-2-389 0 0,-1-1-1 0 0,-1 0 1 0 0,1-1-1 0 0,-1 0 1 0 0,-23 7-1 0 0,20-9-1443 0 0,0-1 1 0 0,-24 3-1 0 0,35-7-1921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46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369 9 3452 0 0,'-5'-1'1475'0'0,"-4"-1"-998"0"0,0 0-1 0 0,-1 0 1 0 0,1 1-1 0 0,0 1 1 0 0,0 0-1 0 0,-1 0 1 0 0,1 1-1 0 0,0 0 1 0 0,0 0-1 0 0,-18 6 1 0 0,13-3-166 0 0,1 1 0 0 0,0 1 0 0 0,0 0 0 0 0,0 1 0 0 0,1 1 0 0 0,-22 17-1 0 0,21-15-192 0 0,2 0 0 0 0,0 1-1 0 0,0 0 1 0 0,1 1-1 0 0,0 0 1 0 0,1 1-1 0 0,0 0 1 0 0,1 1-1 0 0,1 0 1 0 0,0 0-1 0 0,1 0 1 0 0,1 1 0 0 0,0 0-1 0 0,-5 23 1 0 0,10-29-95 0 0,-1 1-1 0 0,2-1 1 0 0,-1 0 0 0 0,1 1 0 0 0,0-1 0 0 0,1 0 0 0 0,0 0 0 0 0,1 0 0 0 0,0 0 0 0 0,0 0 0 0 0,1 0 0 0 0,0-1 0 0 0,0 1 0 0 0,1-1 0 0 0,0 0 0 0 0,1-1-1 0 0,0 1 1 0 0,0-1 0 0 0,0 0 0 0 0,9 6 0 0 0,-8-7-273 0 0,0 0-1 0 0,1 0 1 0 0,0-1-1 0 0,0-1 1 0 0,0 1-1 0 0,0-1 1 0 0,1-1-1 0 0,-1 1 1 0 0,1-1 0 0 0,0-1-1 0 0,0 0 1 0 0,0 0-1 0 0,17 1 1 0 0,-14-3-831 0 0,1 0 1 0 0,-1-1 0 0 0,1-1 0 0 0,-1 0 0 0 0,23-6-1 0 0,-14 0-3481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54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10 3444 0 0,'0'0'6124'0'0,"1"-4"-5352"0"0,-1-1 1329 0 0,0 12-879 0 0,-5 30-525 0 0,-3 37-542 0 0,4-20 12 0 0,2 3-118 0 0,1-52-141 0 0,1 0-27 0 0,0 3-241 0 0,1 19-410 0 0,-2-7-8574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54.6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129 158 3360 0 0,'0'-25'1246'0'0,"0"20"-120"0"0,0 0-251 0 0,-1-15-239 0 0,1 15 0 0 0,1 0-68 0 0,0-3-355 0 0,1 1-1 0 0,0 0 1 0 0,0 0 0 0 0,1 0 0 0 0,0 0 0 0 0,0 0 0 0 0,0 0-1 0 0,7-8 1 0 0,-8 13-65 0 0,-2 2-143 0 0,1 0-1 0 0,-1 0 0 0 0,0 0 1 0 0,1 0-1 0 0,-1 0 0 0 0,1 0 1 0 0,-1 0-1 0 0,0 0 0 0 0,1-1 1 0 0,-1 1-1 0 0,0 0 0 0 0,1 0 1 0 0,-1 0-1 0 0,0 0 0 0 0,1 0 1 0 0,-1-1-1 0 0,0 1 0 0 0,1 0 1 0 0,-1 0-1 0 0,0-1 0 0 0,1 1 1 0 0,-1 0-1 0 0,0 0 0 0 0,0-1 1 0 0,1 1-1 0 0,-1 0 0 0 0,0-1 1 0 0,0 0-1 0 0,1 1 2 0 0,-1-1-1 0 0,1 1 1 0 0,-1-1-1 0 0,0 0 1 0 0,1 1-1 0 0,0-1 1 0 0,-1 1-1 0 0,1-1 1 0 0,-1 1 0 0 0,1-1-1 0 0,0 1 1 0 0,-1 0-1 0 0,1-1 1 0 0,0 1-1 0 0,-1 0 1 0 0,1-1-1 0 0,0 1 1 0 0,-1 0-1 0 0,1 0 1 0 0,0 0 0 0 0,0-1-1 0 0,1 1 1 0 0,16-2-24 0 0,-13 1-140 0 0,-5 1 162 0 0,0 1-1 0 0,0-1 1 0 0,1 0 0 0 0,-1 1 0 0 0,0-1 0 0 0,0 0 0 0 0,1 0 0 0 0,-1 1 0 0 0,0-1 0 0 0,0 0 0 0 0,1 0 0 0 0,-1 1 0 0 0,0-1 0 0 0,1 0 0 0 0,-1 0-1 0 0,0 0 1 0 0,1 1 0 0 0,-1-1 0 0 0,0 0 0 0 0,1 0 0 0 0,-1 0 0 0 0,0 0 0 0 0,1 0 0 0 0,-1 0 0 0 0,0 0 0 0 0,1 0 0 0 0,-1 0 0 0 0,1 0 0 0 0,0 0 0 0 0,-1 0 0 0 0,1 0 1 0 0,-1 0-1 0 0,1 0 0 0 0,-1 0 1 0 0,1 1-1 0 0,-1-1 0 0 0,1 0 1 0 0,-1 0-1 0 0,1 0 0 0 0,-1 0 1 0 0,1 1-1 0 0,-1-1 0 0 0,1 0 1 0 0,-1 1-1 0 0,1-1 0 0 0,-1 0 1 0 0,1 1-1 0 0,-1-1 0 0 0,0 0 1 0 0,1 1-1 0 0,-1-1 0 0 0,0 1 1 0 0,1-1-1 0 0,-1 1 0 0 0,0-1 1 0 0,1 2-1 0 0,0 2 25 0 0,1 0 0 0 0,-1 1 0 0 0,0-1-1 0 0,0 1 1 0 0,-1 0 0 0 0,1 5 0 0 0,-1-5 24 0 0,-12 13 88 0 0,0 5 27 0 0,-11 4 115 0 0,21-24-229 0 0,0-1-4 0 0,1 0-23 0 0,0 0-1 0 0,0 0 0 0 0,0 0 0 0 0,0 0 0 0 0,1-1 0 0 0,-1 1 1 0 0,1 0-1 0 0,-1 0 0 0 0,1 1 0 0 0,0-1 0 0 0,0 0 0 0 0,-1 0 1 0 0,2 0-1 0 0,-1 0 0 0 0,1 4 0 0 0,-1-2-20 0 0,41 9 1 0 0,-12-2 50 0 0,8 1-40 0 0,-33-11 4 0 0,0 1 4 0 0,12 5 11 0 0,-11-5 41 0 0,-5-2-74 0 0,0 0 1 0 0,0 1-1 0 0,0-1 0 0 0,0 0 0 0 0,0 1 1 0 0,0-1-1 0 0,0 0 0 0 0,0 1 0 0 0,0-1 1 0 0,0 0-1 0 0,1 0 0 0 0,-1 1 0 0 0,0-1 1 0 0,0 0-1 0 0,0 1 0 0 0,1-1 0 0 0,-1 0 1 0 0,0 0-1 0 0,0 0 0 0 0,1 1 0 0 0,-1-1 1 0 0,0 0-1 0 0,0 0 0 0 0,1 0 0 0 0,-1 0 1 0 0,0 1-1 0 0,0-1 0 0 0,1 0 0 0 0,-1 0 1 0 0,0 0-1 0 0,1 0 0 0 0,0 0 0 0 0,-1 0 7 0 0,1 0 0 0 0,-1 0 0 0 0,1 1 0 0 0,-1-1 0 0 0,1 0 0 0 0,-1 0 0 0 0,1 1 0 0 0,-1-1 0 0 0,1 0 0 0 0,-1 0 0 0 0,1 1 0 0 0,-1-1 0 0 0,0 0 0 0 0,1 1 0 0 0,-1-1 0 0 0,1 1 0 0 0,-1-1 0 0 0,0 1 0 0 0,0-1 0 0 0,1 1 0 0 0,-1-1 0 0 0,0 1 0 0 0,0-1 0 0 0,1 1 0 0 0,-1-1 0 0 0,0 1 0 0 0,0-1 0 0 0,0 1 1 0 0,0-1-1 0 0,0 1 0 0 0,0-1 0 0 0,0 1 0 0 0,1 17 77 0 0,-1-14 12 0 0,-2 0 24 0 0,-4 3-75 0 0,1-1 0 0 0,-1 1 0 0 0,0-1 0 0 0,-1-1 0 0 0,0 1 0 0 0,1-1 0 0 0,-2 0 0 0 0,1-1 0 0 0,-1 0-1 0 0,1 0 1 0 0,-1 0 0 0 0,0-1 0 0 0,0 0 0 0 0,-1-1 0 0 0,-10 3 0 0 0,2-2-197 0 0,-1 0 0 0 0,1 0 1 0 0,-1-2-1 0 0,1 0 0 0 0,-34-4 0 0 0,47 3-92 0 0,0-1 0 0 0,0 0 0 0 0,0-1 1 0 0,1 1-1 0 0,-1 0 0 0 0,0-1 0 0 0,1 0 1 0 0,-1 0-1 0 0,1 0 0 0 0,0 0 0 0 0,0-1 0 0 0,0 1 1 0 0,-3-4-1 0 0,5 5 177 0 0,0 0-187 0 0,0 0-1 0 0,0 0 1 0 0,-1 0 0 0 0,1 0-1 0 0,0-1 1 0 0,0 1 0 0 0,0 0-1 0 0,1-1 1 0 0,-1 1 0 0 0,0 0 0 0 0,0-1-1 0 0,1 1 1 0 0,-1-4 0 0 0,-1 1-824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4:54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 3112 0 0,'11'-3'970'0'0,"0"0"63"0"0,0 1-1 0 0,0 0 1 0 0,14 0 0 0 0,-17 0-729 0 0,25 2 1086 0 0,-24 1-1247 0 0,0 0 1 0 0,0 1 0 0 0,1 0-1 0 0,-1 0 1 0 0,-1 1-1 0 0,1 0 1 0 0,0 0-1 0 0,-1 1 1 0 0,0 1-1 0 0,0-1 1 0 0,0 1-1 0 0,0 1 1 0 0,-1-1 0 0 0,0 1-1 0 0,0 0 1 0 0,0 1-1 0 0,-1 0 1 0 0,0 0-1 0 0,0 0 1 0 0,-1 1-1 0 0,0 0 1 0 0,0 0-1 0 0,-1 0 1 0 0,0 1 0 0 0,0-1-1 0 0,3 14 1 0 0,-4-6-113 0 0,0 0 1 0 0,-2 1-1 0 0,0-1 0 0 0,0 1 1 0 0,-2-1-1 0 0,0 1 1 0 0,-1-1-1 0 0,0 0 1 0 0,-1 1-1 0 0,-1-1 1 0 0,-1 0-1 0 0,0-1 0 0 0,-1 1 1 0 0,-1-1-1 0 0,-15 25 1 0 0,8-18-589 0 0,0 0 1 0 0,-2-1-1 0 0,-30 31 1 0 0,23-29-1537 0 0,0-2 1 0 0,-43 29 0 0 0,28-26-3651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04.4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4560 0 0,'0'0'10850'0'0,"2"-2"-10602"0"0,27-14 588 0 0,-25 15-768 0 0,1 1-24 0 0,14 0-30 0 0,-14 0-18 0 0,-1 1-9 0 0,-2 0 13 0 0,1 0-13 0 0,-1-1-1 0 0,1 1 1 0 0,0 0 0 0 0,-1 0 0 0 0,1 0-1 0 0,-1 0 1 0 0,1 0 0 0 0,-1 1 0 0 0,0-1-1 0 0,0 1 1 0 0,1-1 0 0 0,-1 1-1 0 0,0 0 1 0 0,0 0 0 0 0,-1 0 0 0 0,1 0-1 0 0,0 0 1 0 0,-1 0 0 0 0,1 1 0 0 0,-1-1-1 0 0,0 1 1 0 0,0-1 0 0 0,1 1 0 0 0,-2-1-1 0 0,1 1 1 0 0,0-1 0 0 0,0 5-1 0 0,-1 1 17 0 0,1-3-10 0 0,-1 0 1 0 0,-1 0-1 0 0,1 0 0 0 0,-1 0 1 0 0,0 0-1 0 0,0 0 1 0 0,0 0-1 0 0,-1 0 0 0 0,1 0 1 0 0,-1 0-1 0 0,0-1 1 0 0,-1 1-1 0 0,1-1 0 0 0,-7 8 1 0 0,-31 49 90 0 0,38-59-156 0 0,6-3-680 0 0,4-4 691 0 0,0 1 0 0 0,0-1 0 0 0,0 0 0 0 0,-1-1-1 0 0,0 0 1 0 0,0 0 0 0 0,10-12 0 0 0,34-53 356 0 0,-41 55-101 0 0,-8 13-34 0 0,8-18 414 0 0,-4 13-400 0 0,-6 19-81 0 0,0-9-114 0 0,0 2 10 0 0,0 0-6 0 0,0 14-17 0 0,0-14 12 0 0,1 1-38 0 0,0 3-197 0 0,1 1 0 0 0,0-1 0 0 0,0 0 0 0 0,1 0 0 0 0,0 0 0 0 0,1 0 0 0 0,-1 0-1 0 0,7 8 1 0 0,-8-13-255 0 0,2-1-11 0 0,37 13-1347 0 0,-36-15 1482 0 0,0 0 48 0 0,0-1 252 0 0,1 0 0 0 0,0 0 1 0 0,-1 0-1 0 0,1-1 0 0 0,-1 0 0 0 0,1 0 0 0 0,-1-1 0 0 0,0 1 0 0 0,0-1 0 0 0,0 0 0 0 0,8-7 1 0 0,-10 7 201 0 0,-1 0 68 0 0,28-49 2368 0 0,-29 49-604 0 0,-1 7-1802 0 0,1 52-625 0 0,-9 82-1 0 0,-8-6-7066 0 0,10-94 1933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07.2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56 4616 0 0,'0'0'1529'0'0,"-4"-1"-201"0"0,-22-6 3148 0 0,25 6-4266 0 0,-1 1 0 0 0,1 0 0 0 0,-1-1 1 0 0,1 1-1 0 0,0-1 0 0 0,-1 0 1 0 0,1 1-1 0 0,0-1 0 0 0,0 0 1 0 0,0 0-1 0 0,0 1 0 0 0,-1-1 1 0 0,1 0-1 0 0,0 0 0 0 0,0 0 1 0 0,1-1-1 0 0,-1 1 0 0 0,0 0 0 0 0,-1-2 1 0 0,3 3-201 0 0,-1-1 0 0 0,0 0-1 0 0,1 0 1 0 0,-1 1 0 0 0,1-1 0 0 0,-1 0 0 0 0,1 1 0 0 0,0-1 0 0 0,-1 1 0 0 0,1-1 0 0 0,-1 0 0 0 0,1 1-1 0 0,0 0 1 0 0,0-1 0 0 0,-1 1 0 0 0,1-1 0 0 0,0 1 0 0 0,0 0 0 0 0,-1-1 0 0 0,1 1 0 0 0,0 0-1 0 0,0 0 1 0 0,0 0 0 0 0,0 0 0 0 0,-1 0 0 0 0,3 0 0 0 0,21-2 86 0 0,-21 2-107 0 0,-1 1 0 0 0,1 0 1 0 0,0 0-1 0 0,-1 0 0 0 0,1 0 1 0 0,-1 1-1 0 0,0-1 0 0 0,1 1 1 0 0,-1-1-1 0 0,0 1 0 0 0,0 0 1 0 0,0 0-1 0 0,2 2 1 0 0,-3-3 13 0 0,2 1-57 0 0,-1 2 13 0 0,5 13-12 0 0,-6-13 6 0 0,-1 1 1 0 0,0 2 25 0 0,0 0 0 0 0,-1 0 0 0 0,0 0 0 0 0,0 0 0 0 0,-1 0 0 0 0,1 0-1 0 0,-2 0 1 0 0,1-1 0 0 0,-1 1 0 0 0,-6 11 0 0 0,-8 11 7 0 0,15-26-10 0 0,-3 5 42 0 0,5-2-871 0 0,20-26 702 0 0,-1 0 0 0 0,0-1 0 0 0,-2-1-1 0 0,0-1 1 0 0,-2-1 0 0 0,17-31 0 0 0,-31 51 323 0 0,4-10 428 0 0,-7 15 170 0 0,-4 4-698 0 0,4-3-37 0 0,1 3-19 0 0,-3 15 6 0 0,3-15 39 0 0,1 0-222 0 0,-1-1-9 0 0,1 1 0 0 0,0 0 0 0 0,1-1 0 0 0,-1 1 0 0 0,1-1 0 0 0,-1 1 1 0 0,2-1-1 0 0,-1 0 0 0 0,0 1 0 0 0,1-1 0 0 0,0 0 0 0 0,-1 0 0 0 0,2 0 0 0 0,-1 0 0 0 0,0 0 0 0 0,1 0 1 0 0,0-1-1 0 0,0 1 0 0 0,0-1 0 0 0,0 0 0 0 0,1 0 0 0 0,-1 0 0 0 0,1 0 0 0 0,-1 0 0 0 0,1-1 1 0 0,6 3-1 0 0,29 9-1079 0 0,-35-13 1046 0 0,1 0-81 0 0,17 0 97 0 0,-17 0 83 0 0,0-2-10 0 0,14-4 85 0 0,-14 4 69 0 0,-1-1 63 0 0,33-17 950 0 0,-34 17-352 0 0,-2 2-662 0 0,-1-1-1 0 0,1 1 1 0 0,0 0-1 0 0,-1-1 1 0 0,1 1-1 0 0,0-1 1 0 0,-1 1-1 0 0,1-1 1 0 0,-1 1 0 0 0,1-1-1 0 0,0 1 1 0 0,-1-1-1 0 0,0 0 1 0 0,1 1-1 0 0,-1-1 1 0 0,1 1 0 0 0,0-3-1 0 0,-1 2 57 0 0,1 0-1 0 0,-1 0 1 0 0,1 0 0 0 0,-1 0 0 0 0,1 0-1 0 0,0 1 1 0 0,0-1 0 0 0,-1 0-1 0 0,1 0 1 0 0,0 0 0 0 0,0 1-1 0 0,0-1 1 0 0,0 0 0 0 0,0 1 0 0 0,0-1-1 0 0,0 1 1 0 0,0-1 0 0 0,0 1-1 0 0,0-1 1 0 0,0 1 0 0 0,0 0 0 0 0,0-1-1 0 0,3 1 1 0 0,15 2-41 0 0,-14-2-17 0 0,-3 3 10 0 0,1 2-38 0 0,0-1 0 0 0,0 0 1 0 0,-1 1-1 0 0,1 0 0 0 0,-1 0 1 0 0,-1 0-1 0 0,1 0 0 0 0,-1 0 0 0 0,1 0 1 0 0,-2 0-1 0 0,1 0 0 0 0,0 0 0 0 0,-1 1 1 0 0,0-1-1 0 0,0 0 0 0 0,-1 0 1 0 0,1 0-1 0 0,-1 1 0 0 0,0-1 0 0 0,-3 7 1 0 0,2-5 4 0 0,-1 1 0 0 0,0-1 0 0 0,-1 1 1 0 0,1-1-1 0 0,-1 0 0 0 0,-1 0 1 0 0,1-1-1 0 0,-1 1 0 0 0,0-1 0 0 0,-1 0 1 0 0,1 0-1 0 0,-1-1 0 0 0,-9 7 1 0 0,12-10 14 0 0,0-1 23 0 0,-1 1-37 0 0,1-1 0 0 0,-1 0-1 0 0,0 0 1 0 0,0-1 0 0 0,1 1 0 0 0,-1-1 0 0 0,0 0 0 0 0,-4 0-1 0 0,4 0-35 0 0,-8-20-145 0 0,12 18 158 0 0,0 0 0 0 0,-1 1-1 0 0,1-1 1 0 0,1 0 0 0 0,-1 1 0 0 0,0-1-1 0 0,0 0 1 0 0,0 1 0 0 0,1-1 0 0 0,-1 1 0 0 0,1-1-1 0 0,-1 1 1 0 0,1-1 0 0 0,0 1 0 0 0,0-1-1 0 0,0 1 1 0 0,1-3 0 0 0,1 1 65 0 0,1 4-43 0 0,3 0-23 0 0,0 1-1 0 0,-1 0 1 0 0,1 0 0 0 0,0 0-1 0 0,0 1 1 0 0,-1 0-1 0 0,11 6 1 0 0,-4-1-191 0 0,0-1-1 0 0,1-1 1 0 0,20 6 0 0 0,-14-7-613 0 0,1-1 1 0 0,25 2 0 0 0,21-4-5024 0 0,-30-4 880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08.6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94 4104 0 0,'1'-4'1620'0'0,"-1"2"-1191"0"0,0-1-1 0 0,1 1 1 0 0,-1-1 0 0 0,1 1-1 0 0,0 0 1 0 0,-1 0 0 0 0,1 0-1 0 0,0-1 1 0 0,1 1 0 0 0,-1 0-1 0 0,0 0 1 0 0,1 0 0 0 0,-1 0-1 0 0,3-1 1 0 0,10-5-604 0 0,-10 7 293 0 0,1 2-17 0 0,2 0-31 0 0,0 0-1 0 0,0 1 1 0 0,0 0 0 0 0,0 0 0 0 0,11 6 0 0 0,-15-7-46 0 0,-1 0 0 0 0,1 1 1 0 0,-1-1-1 0 0,0 1 0 0 0,1 0 1 0 0,-1 0-1 0 0,0 0 0 0 0,0 0 1 0 0,-1 0-1 0 0,1 0 1 0 0,0 0-1 0 0,-1 0 0 0 0,1 1 1 0 0,-1-1-1 0 0,0 1 0 0 0,1-1 1 0 0,-1 1-1 0 0,0 0 0 0 0,-1-1 1 0 0,1 1-1 0 0,0 3 1 0 0,-1 1-7 0 0,0 1 1 0 0,0-1 0 0 0,-1 0 0 0 0,0 0 0 0 0,0 1 0 0 0,-1-1 0 0 0,0 0 0 0 0,0 0 0 0 0,-1-1 0 0 0,0 1 0 0 0,0 0 0 0 0,0-1 0 0 0,-1 0 0 0 0,0 0 0 0 0,0 0 0 0 0,-1 0 0 0 0,0-1-1 0 0,0 1 1 0 0,0-1 0 0 0,0-1 0 0 0,-10 8 0 0 0,11-9-66 0 0,0 1 50 0 0,0-1 1 0 0,0 1 0 0 0,-1-1 0 0 0,0 0 0 0 0,1 0-1 0 0,-1 0 1 0 0,-8 3 0 0 0,15-10-200 0 0,17-24-149 0 0,1 0 1 0 0,24-24-1 0 0,9-12 306 0 0,10-31 790 0 0,-52 77-264 0 0,-9 15 953 0 0,-5 7-1397 0 0,0-1 0 0 0,0 1 0 0 0,1 0 1 0 0,0 0-1 0 0,0 1 0 0 0,-3 7 0 0 0,1-2-324 0 0,0 0-1 0 0,1 0 0 0 0,0 0 1 0 0,0 1-1 0 0,2-1 0 0 0,-1 1 0 0 0,1-1 1 0 0,1 1-1 0 0,-1-1 0 0 0,2 1 1 0 0,0-1-1 0 0,3 18 0 0 0,-2-22 7 0 0,-1-1 1 0 0,2 1-1 0 0,-1 0 1 0 0,1 0-1 0 0,0-1 0 0 0,0 0 1 0 0,0 1-1 0 0,1-1 0 0 0,4 5 1 0 0,-6-7-13 0 0,2-1 18 0 0,-3-1 257 0 0,1 1-1 0 0,0-1 0 0 0,0 0 0 0 0,0 0 0 0 0,0 0 0 0 0,0 0 1 0 0,0 0-1 0 0,0-1 0 0 0,0 1 0 0 0,0 0 0 0 0,1-1 0 0 0,-1 0 1 0 0,0 1-1 0 0,0-1 0 0 0,1 0 0 0 0,-1 0 0 0 0,0 0 0 0 0,0-1 1 0 0,0 1-1 0 0,1-1 0 0 0,-1 1 0 0 0,0-1 0 0 0,2 0 0 0 0,58-51 2040 0 0,-59 50-1615 0 0,-3 1-373 0 0,1 0-1 0 0,-1 0 1 0 0,0 0 0 0 0,1 0 0 0 0,-1 1 0 0 0,1-1 0 0 0,0 0 0 0 0,-1 0 0 0 0,1 0-1 0 0,0 1 1 0 0,-1-1 0 0 0,1 0 0 0 0,0 0 0 0 0,0 1 0 0 0,1-1 0 0 0,6-6 577 0 0,-2 2-503 0 0,0 0-1 0 0,1 1 0 0 0,0-1 0 0 0,0 2 1 0 0,7-4-1 0 0,-10 6-121 0 0,1 6-99 0 0,-4-5 113 0 0,-1 0-1 0 0,0 0 1 0 0,1 0 0 0 0,-1 0-1 0 0,0 1 1 0 0,1-1 0 0 0,-1 0-1 0 0,0 0 1 0 0,1 0 0 0 0,-1 0-1 0 0,0 1 1 0 0,1-1 0 0 0,-1 0-1 0 0,0 0 1 0 0,0 1-1 0 0,1-1 1 0 0,-1 0 0 0 0,0 0-1 0 0,0 1 1 0 0,0-1 0 0 0,1 0-1 0 0,-1 1 1 0 0,0-1 0 0 0,0 0-1 0 0,0 1 1 0 0,0-1 0 0 0,0 0-1 0 0,0 1 1 0 0,1-1 0 0 0,-1 1-1 0 0,0-1 1 0 0,0 0 0 0 0,0 1-1 0 0,0-1 1 0 0,0 0-1 0 0,0 1 1 0 0,-1 0 0 0 0,-10 57 530 0 0,11-53-498 0 0,3-2-1 0 0,5 6 1 0 0,1-1 1 0 0,0 1 0 0 0,14 8-1 0 0,12 12-8 0 0,-33-28-25 0 0,-1 0 0 0 0,0 0 1 0 0,0 0-1 0 0,0 0 1 0 0,0 1-1 0 0,-1-1 0 0 0,1 0 1 0 0,0 1-1 0 0,0-1 1 0 0,-1 1-1 0 0,1-1 1 0 0,-1 0-1 0 0,1 1 0 0 0,-1-1 1 0 0,0 1-1 0 0,0 0 1 0 0,1-1-1 0 0,-1 1 1 0 0,0-1-1 0 0,0 1 0 0 0,0-1 1 0 0,-1 1-1 0 0,1 2 1 0 0,-1-2-31 0 0,-4 6-100 0 0,-9 1-242 0 0,-1 1 0 0 0,1-2 0 0 0,-2 0 0 0 0,1-1 1 0 0,-1 0-1 0 0,-33 8 0 0 0,2-4-2772 0 0,-63 7 0 0 0,70-14-1108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0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46 3252 0 0,'2'-2'1454'0'0,"30"-15"2828"0"0,-29 15-3486 0 0,1 1-128 0 0,12-3-130 0 0,-12 3 296 0 0,1 1-517 0 0,4 2-36 0 0,1 0 1 0 0,-1 0-1 0 0,0 1 0 0 0,17 8 0 0 0,-23-10-123 0 0,10 16 77 0 0,-12-16-228 0 0,0 0 1 0 0,-1 0-1 0 0,1 0 1 0 0,0-1-1 0 0,-1 1 0 0 0,1 0 1 0 0,-1 0-1 0 0,1 0 1 0 0,-1 0-1 0 0,0 0 0 0 0,1 0 1 0 0,-1 0-1 0 0,0 0 1 0 0,0 0-1 0 0,0 0 0 0 0,1 2 1 0 0,-1 0 11 0 0,1 0 25 0 0,-1 2-47 0 0,-1 3 10 0 0,-1 0 0 0 0,1 0-1 0 0,-2 0 1 0 0,1 0 0 0 0,-1 0 0 0 0,0 0 0 0 0,0-1-1 0 0,-1 0 1 0 0,0 1 0 0 0,-1-1 0 0 0,0-1 0 0 0,0 1-1 0 0,0-1 1 0 0,-6 6 0 0 0,8-9 120 0 0,1 0-221 0 0,-1 1-705 0 0,5-5 258 0 0,16-14 26 0 0,25-29 265 0 0,15-41 266 0 0,-29 40 726 0 0,-27 42-558 0 0,-1 0-39 0 0,5-9-29 0 0,-4 9 336 0 0,-5 6-421 0 0,-1 1-146 0 0,0 0 1 0 0,1 1-1 0 0,0 0 1 0 0,0 0-1 0 0,0 0 1 0 0,0 0-1 0 0,1 1 1 0 0,0-1-1 0 0,0 1 1 0 0,0-1-1 0 0,1 1 1 0 0,-1-1-1 0 0,2 1 1 0 0,-1 0-1 0 0,1 0 1 0 0,-1 0-1 0 0,1-1 1 0 0,1 1-1 0 0,-1 0 1 0 0,1 0-1 0 0,0 0 1 0 0,1-1-1 0 0,-1 1 1 0 0,4 7-1 0 0,-1-4-245 0 0,1 0 0 0 0,0-1 0 0 0,0 1 0 0 0,0-1 0 0 0,1-1 0 0 0,0 1 0 0 0,8 6 0 0 0,-12-11 200 0 0,2-2 32 0 0,8 6 56 0 0,-9-6 94 0 0,-1-1-15 0 0,-1-1 1 0 0,1 1-1 0 0,-1-1 0 0 0,1 1 1 0 0,-1 0-1 0 0,1 0 1 0 0,-1 0-1 0 0,1 0 0 0 0,-1 0 1 0 0,1 0-1 0 0,-1 0 1 0 0,3 1-1 0 0,0-1 9 0 0,1 0 34 0 0,27-25 446 0 0,-29 23-397 0 0,42-38 802 0 0,-42 37-397 0 0,-2 3-440 0 0,0-1 0 0 0,0 0 0 0 0,1 1 0 0 0,-1-1 0 0 0,0 0 0 0 0,1 1 0 0 0,-1 0 0 0 0,0-1 0 0 0,1 1 0 0 0,-1 0-1 0 0,1 0 1 0 0,-1 0 0 0 0,0-1 0 0 0,3 2 0 0 0,3 9 10 0 0,-6-8 45 0 0,0 2-75 0 0,4 32 166 0 0,-5-32-167 0 0,1-1-11 0 0,-1-2-143 0 0,3 10 958 0 0,-9-18 848 0 0,4 4-1645 0 0,0 4-36 0 0,0 0 1 0 0,0 1 0 0 0,0-1 0 0 0,0 0 0 0 0,0 1 0 0 0,1-1 0 0 0,-1 1 0 0 0,1-1-1 0 0,-1 1 1 0 0,1 0 0 0 0,-1 0 0 0 0,1 0 0 0 0,0 0 0 0 0,-2 3 0 0 0,3-5-24 0 0,-2 3 29 0 0,1 2 10 0 0,1 38 8 0 0,1-39-22 0 0,2-1 16 0 0,6 8 3 0 0,-6-9-10 0 0,1 0-3 0 0,12 4-17 0 0,-7-4-18 0 0,15 0-1 0 0,11-4 4 0 0,-29-1 12 0 0,-2 0 0 0 0,3 1 62 0 0,1-1 1 0 0,0-1-1 0 0,-1 1 1 0 0,0-1-1 0 0,0 0 0 0 0,0-1 1 0 0,0 0-1 0 0,-1 0 1 0 0,8-8-1 0 0,-11 11 18 0 0,6-8 253 0 0,-19 26-216 0 0,0 11-586 0 0,0 0 1 0 0,-9 52 0 0 0,5 15-7281 0 0,11-69 1464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1.4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67 3948 0 0,'-2'-2'1258'0'0,"-10"-29"2736"0"0,11 27-2893 0 0,3 1-854 0 0,-2 1-187 0 0,1 0 0 0 0,0 0-1 0 0,0 0 1 0 0,0 1 0 0 0,0-1-1 0 0,1 0 1 0 0,-1 1 0 0 0,0-1 0 0 0,1 1-1 0 0,-1-1 1 0 0,1 1 0 0 0,0-1-1 0 0,-1 1 1 0 0,3-1 0 0 0,-1 0 276 0 0,2 3-178 0 0,13 1-17 0 0,-15-2-116 0 0,-1 1-1 0 0,1 0 0 0 0,-1 0 1 0 0,1 0-1 0 0,-1 0 1 0 0,1 1-1 0 0,-1-1 1 0 0,0 0-1 0 0,0 1 0 0 0,0 0 1 0 0,0-1-1 0 0,0 1 1 0 0,3 3-1 0 0,-2-2 7 0 0,-1-1 13 0 0,-1 2 4 0 0,6 14-15 0 0,-5-14-5 0 0,-2 1 0 0 0,0 2-24 0 0,0-3 4 0 0,0 0 0 0 0,0 0 0 0 0,0 0 0 0 0,-1 0 0 0 0,0 0 0 0 0,-1 6 0 0 0,-4 5-23 0 0,0-1 0 0 0,-13 20-1 0 0,12-22-15 0 0,5-9-13 0 0,6-4-2082 0 0,4-3 1999 0 0,-1 1-1 0 0,0-1 1 0 0,-1-1 0 0 0,1 1-1 0 0,-1-1 1 0 0,0-1-1 0 0,0 1 1 0 0,0-1-1 0 0,7-9 1 0 0,50-71 825 0 0,-58 80-708 0 0,6-12 1059 0 0,-14 14-568 0 0,-9 8-533 0 0,8-2 85 0 0,-4 15 69 0 0,6-16-129 0 0,1 1 1 0 0,-1 0 0 0 0,1 0 0 0 0,0 0 0 0 0,0 0 0 0 0,0 0 0 0 0,0 0 0 0 0,0 0 0 0 0,1 0 0 0 0,-1 1 0 0 0,1-1 0 0 0,-1 3 0 0 0,1-3-55 0 0,0 1-1 0 0,0 0 0 0 0,0-1 0 0 0,0 1 1 0 0,0-1-1 0 0,1 1 0 0 0,-1-1 0 0 0,1 1 0 0 0,0-1 1 0 0,0 0-1 0 0,0 1 0 0 0,0-1 0 0 0,0 0 1 0 0,0 1-1 0 0,1-1 0 0 0,-1 0 0 0 0,4 3 1 0 0,-2-1-25 0 0,1-1 1 0 0,-1-1-1 0 0,1 1 1 0 0,0-1 0 0 0,0 1-1 0 0,0-1 1 0 0,1 0 0 0 0,7 2-1 0 0,-8-3-17 0 0,1 0 75 0 0,14 3 52 0 0,-14-3 58 0 0,0-1 52 0 0,14 2 6 0 0,-14-1 312 0 0,0-2-177 0 0,14-1 9 0 0,-14 2 268 0 0,-1-1-286 0 0,1-1-189 0 0,0 1 0 0 0,0 0 0 0 0,0 0 0 0 0,0 0 0 0 0,0 1 0 0 0,0 0 0 0 0,0 0 0 0 0,1 0 0 0 0,-1 0 0 0 0,0 1 1 0 0,0 0-1 0 0,0 0 0 0 0,0 0 0 0 0,0 1 0 0 0,-1 0 0 0 0,1 0 0 0 0,0 0 0 0 0,-1 0 0 0 0,1 1 0 0 0,-1 0 0 0 0,0 0 0 0 0,0 0 1 0 0,0 0-1 0 0,0 1 0 0 0,5 6 0 0 0,-8-10-54 0 0,1 3 2 0 0,1 0-1 0 0,-1 0 1 0 0,1 0-1 0 0,-1 0 0 0 0,0 0 1 0 0,0 0-1 0 0,-1 1 1 0 0,1-1-1 0 0,-1 1 1 0 0,1-1-1 0 0,-1 1 1 0 0,0-1-1 0 0,0 1 0 0 0,-1 0 1 0 0,1 0-1 0 0,-1-1 1 0 0,0 8-1 0 0,-1-7-73 0 0,-1 0 0 0 0,1 0-1 0 0,-1-1 1 0 0,0 1 0 0 0,0-1 0 0 0,0 1-1 0 0,-1-1 1 0 0,1 0 0 0 0,-1 0 0 0 0,0 0-1 0 0,1 0 1 0 0,-1 0 0 0 0,-1-1 0 0 0,-5 5-1 0 0,4-4-452 0 0,1-1-1 0 0,-1 0 0 0 0,0 0 1 0 0,0 0-1 0 0,0 0 1 0 0,0-1-1 0 0,-6 2 0 0 0,6-3-2015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1.5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65 3328 0 0,'22'-11'2581'0'0,"7"1"-865"0"0,5-1-608 0 0,5 2-652 0 0,3 1-576 0 0,-17 4-268 0 0,1 1-408 0 0,-3-3-440 0 0,25 4-5373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2.4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1 152 3680 0 0,'0'-4'1311'0'0,"3"-14"-227"0"0,-2 13-193 0 0,0 5-843 0 0,-1 0 0 0 0,1 0 0 0 0,-1 0 0 0 0,1-1 1 0 0,-1 1-1 0 0,1 0 0 0 0,-1 0 0 0 0,1 0 0 0 0,-1-1 0 0 0,1 1 0 0 0,-1 0 1 0 0,0-1-1 0 0,1 1 0 0 0,-1 0 0 0 0,1-1 0 0 0,-1 1 0 0 0,0-1 0 0 0,1 1 0 0 0,-1 0 1 0 0,0-1-1 0 0,1 1 0 0 0,-1-1 0 0 0,12-12 728 0 0,-2 8-605 0 0,0 1 0 0 0,0 0 0 0 0,0 1-1 0 0,1 0 1 0 0,0 0 0 0 0,-1 1-1 0 0,1 0 1 0 0,0 1 0 0 0,0 0-1 0 0,0 1 1 0 0,0 0 0 0 0,0 1-1 0 0,-1 0 1 0 0,21 5 0 0 0,-27-4-78 0 0,-1 1-10 0 0,14 10 106 0 0,-17-9-174 0 0,-1 0 0 0 0,1-1 1 0 0,-1 1-1 0 0,0-1 0 0 0,0 1 0 0 0,-1-1 0 0 0,1 1 0 0 0,-1-1 1 0 0,0 1-1 0 0,0-1 0 0 0,0 0 0 0 0,0 0 0 0 0,0 0 1 0 0,-1 0-1 0 0,1-1 0 0 0,-1 1 0 0 0,0-1 0 0 0,0 1 0 0 0,0-1 1 0 0,-4 3-1 0 0,4-3 23 0 0,-23 15 110 0 0,20-13-289 0 0,20-15-152 0 0,15-15 371 0 0,-1-2 1 0 0,-1-1 0 0 0,40-55-1 0 0,-65 81 78 0 0,9-9 706 0 0,-21 27-854 0 0,1 0-1 0 0,0 0 1 0 0,2 1 0 0 0,0 0-1 0 0,-7 24 1 0 0,13-36-253 0 0,1 2-73 0 0,-1-2 151 0 0,1-1 0 0 0,0 1-1 0 0,1 0 1 0 0,-1 0 0 0 0,1-1-1 0 0,-1 1 1 0 0,1 0 0 0 0,0-1 0 0 0,0 1-1 0 0,1-1 1 0 0,-1 1 0 0 0,1-1-1 0 0,0 0 1 0 0,0 0 0 0 0,0 1 0 0 0,0-1-1 0 0,0 0 1 0 0,1-1 0 0 0,-1 1-1 0 0,6 4 1 0 0,-2-3-413 0 0,1 0 1 0 0,0-1-1 0 0,0 1 0 0 0,0-1 1 0 0,0-1-1 0 0,0 1 0 0 0,1-1 1 0 0,-1-1-1 0 0,1 1 0 0 0,7 0 1 0 0,11-4-2153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2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176 53 2608 0 0,'11'-8'533'0'0,"-5"4"362"0"0,0 0 1 0 0,-1 0 0 0 0,0-1 0 0 0,1 1 0 0 0,-1-1-1 0 0,-1 0 1 0 0,6-8 0 0 0,-14 12-621 0 0,0 1-208 0 0,-1 0 1 0 0,1 0 0 0 0,0 0-1 0 0,-1 1 1 0 0,1 0 0 0 0,0 0-1 0 0,0 0 1 0 0,-1 0 0 0 0,1 0-1 0 0,0 1 1 0 0,0 0 0 0 0,0 0 0 0 0,1 0-1 0 0,-1 0 1 0 0,0 1 0 0 0,1-1-1 0 0,-1 1 1 0 0,1 0 0 0 0,-4 4-1 0 0,-5 6 83 0 0,0 0-1 0 0,2 1 1 0 0,-14 20-1 0 0,21-29-111 0 0,0 1 0 0 0,0-1-1 0 0,1 1 1 0 0,0-1 0 0 0,0 1 0 0 0,-1 9-1 0 0,1-10-14 0 0,2-1 28 0 0,0 1-15 0 0,0-2-59 0 0,0 1-1 0 0,0-1 1 0 0,0 0-1 0 0,1 1 1 0 0,0-1-1 0 0,-1 0 1 0 0,1 0-1 0 0,0 1 1 0 0,1-1-1 0 0,-1 0 1 0 0,1 0-1 0 0,-1 0 1 0 0,1 0-1 0 0,0 0 1 0 0,0-1-1 0 0,0 1 1 0 0,0-1-1 0 0,0 1 1 0 0,1-1-1 0 0,-1 0 0 0 0,1 0 1 0 0,4 3-1 0 0,-4-3-30 0 0,2-1 8 0 0,14 4 27 0 0,-14-4 50 0 0,1-1 38 0 0,2-1 30 0 0,0 0-1 0 0,0-1 1 0 0,0 1-1 0 0,0-2 1 0 0,12-4 0 0 0,-17 5 25 0 0,-1-1 84 0 0,7-11-154 0 0,-9 13-53 0 0,1 1-1 0 0,-1-1 1 0 0,1 0-1 0 0,-1 0 0 0 0,1 0 1 0 0,-1 0-1 0 0,0-1 1 0 0,0 1-1 0 0,1 0 0 0 0,-1 0 1 0 0,0 0-1 0 0,0 0 1 0 0,0 0-1 0 0,0 0 1 0 0,0 0-1 0 0,0 0 0 0 0,-1 0 1 0 0,1 0-1 0 0,-1-2 1 0 0,1 0-2 0 0,-1 1-19 0 0,0 0-1 0 0,0 0 0 0 0,0 0 1 0 0,0 0-1 0 0,0 0 0 0 0,0 0 1 0 0,-1 0-1 0 0,1 1 1 0 0,0-1-1 0 0,-1 0 0 0 0,0 1 1 0 0,1-1-1 0 0,-1 1 0 0 0,0 0 1 0 0,0-1-1 0 0,0 1 0 0 0,-3-1 1 0 0,4 1-5 0 0,0 0-1 0 0,0 1 1 0 0,0-1 0 0 0,0 0-1 0 0,0 1 1 0 0,0-1 0 0 0,0 1 0 0 0,0 0-1 0 0,0-1 1 0 0,-1 1 0 0 0,1 0-1 0 0,0 0 1 0 0,0 0 0 0 0,0 0 0 0 0,0 0-1 0 0,-1 0 1 0 0,1 0 0 0 0,0 0-1 0 0,-2 0 1 0 0,1 1-71 0 0,-5-1-135 0 0,0 0 0 0 0,-1 0-1 0 0,1 1 1 0 0,0 0 0 0 0,0 0-1 0 0,1 1 1 0 0,-1 0 0 0 0,0 0-1 0 0,-9 5 1 0 0,0 1-1641 0 0,1 0 0 0 0,-21 14 1 0 0,17-7-2521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3.8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94 3524 0 0,'2'-4'1237'0'0,"-1"-1"-836"0"0,1 0 0 0 0,-1 1 1 0 0,1-1-1 0 0,0 1 0 0 0,1-1 0 0 0,-1 1 0 0 0,1 0 0 0 0,0 0 0 0 0,0 0 1 0 0,0 1-1 0 0,4-5 0 0 0,-2 4-194 0 0,1 0 1 0 0,-1 1-1 0 0,1 0 0 0 0,-1 0 1 0 0,1 0-1 0 0,0 0 0 0 0,0 1 1 0 0,0 0-1 0 0,1 0 1 0 0,-1 1-1 0 0,0 0 0 0 0,8-1 1 0 0,-12 2-146 0 0,2-1 17 0 0,1 1 0 0 0,-1 0 1 0 0,1 0-1 0 0,-1 0 0 0 0,1 1 0 0 0,-1-1 0 0 0,1 1 0 0 0,-1 0 1 0 0,0 1-1 0 0,0-1 0 0 0,1 1 0 0 0,-1 0 0 0 0,0 0 0 0 0,0 0 1 0 0,0 0-1 0 0,-1 1 0 0 0,1-1 0 0 0,5 6 0 0 0,-7-6-38 0 0,2 10 39 0 0,-4-12-78 0 0,1 1 0 0 0,-1 0 0 0 0,1 0 0 0 0,-1-1 0 0 0,0 1 0 0 0,1 0-1 0 0,-1 0 1 0 0,0 0 0 0 0,0-1 0 0 0,1 1 0 0 0,-1 0 0 0 0,0 0 0 0 0,0 0 0 0 0,0 0 0 0 0,0-1 0 0 0,0 1 0 0 0,0 0-1 0 0,0 0 1 0 0,-1 0 0 0 0,1 0 0 0 0,0-1 0 0 0,-1 2 0 0 0,-1 8 11 0 0,-1-1 0 0 0,0 0 0 0 0,0 0 0 0 0,-1-1 0 0 0,0 1 1 0 0,-1-1-1 0 0,0 0 0 0 0,0 0 0 0 0,-1 0 0 0 0,-10 11 0 0 0,14-17-11 0 0,-5 5 104 0 0,5-1-1521 0 0,10-10 1356 0 0,-1 0-1 0 0,1-1 0 0 0,-1 1 1 0 0,0-2-1 0 0,0 1 1 0 0,-1-1-1 0 0,0 0 1 0 0,0 0-1 0 0,6-8 1 0 0,48-71 275 0 0,-51 70-19 0 0,-7 12 88 0 0,-1 2-253 0 0,-1 1 1 0 0,1-1-1 0 0,-1 1 1 0 0,0-1 0 0 0,0 0-1 0 0,1 1 1 0 0,-1-1-1 0 0,0 1 1 0 0,0-1-1 0 0,0 0 1 0 0,1 0-1 0 0,-1 1 1 0 0,0-1-1 0 0,0 0 1 0 0,0 1-1 0 0,0-1 1 0 0,0 0-1 0 0,0 1 1 0 0,-1-1-1 0 0,1 0 1 0 0,0 1 0 0 0,0-1-1 0 0,-1 0 1 0 0,-4 4-24 0 0,0 1 0 0 0,1 1 0 0 0,-1-1 0 0 0,1 1 0 0 0,0-1 0 0 0,0 1 1 0 0,0 0-1 0 0,1 1 0 0 0,-6 10 0 0 0,6-11-194 0 0,1 0 1 0 0,0 1 0 0 0,0-1-1 0 0,1 1 1 0 0,-1-1-1 0 0,1 1 1 0 0,0 0-1 0 0,1-1 1 0 0,-1 1-1 0 0,1 0 1 0 0,0 0-1 0 0,1-1 1 0 0,-1 1-1 0 0,1 0 1 0 0,0-1 0 0 0,1 1-1 0 0,-1 0 1 0 0,1-1-1 0 0,0 0 1 0 0,0 1-1 0 0,1-1 1 0 0,0 0-1 0 0,4 6 1 0 0,1 0-405 0 0,-5-9 46 0 0,0 1 69 0 0,-1-2 422 0 0,0 0 0 0 0,0 0 0 0 0,0 0 1 0 0,0 0-1 0 0,0 0 0 0 0,0 0 0 0 0,0 0 0 0 0,0-1 1 0 0,1 1-1 0 0,-1-1 0 0 0,0 0 0 0 0,1 1 1 0 0,-1-1-1 0 0,0 0 0 0 0,0 0 0 0 0,1-1 0 0 0,-1 1 1 0 0,0 0-1 0 0,1-1 0 0 0,-1 0 0 0 0,0 1 0 0 0,0-1 1 0 0,4-2-1 0 0,-3 1 185 0 0,-1 1-102 0 0,-1 0 0 0 0,1 0 0 0 0,-1 0-1 0 0,1 0 1 0 0,-1 0 0 0 0,0-1 0 0 0,0 1 0 0 0,1-1-1 0 0,-1 1 1 0 0,1-3 0 0 0,15-15 446 0 0,16-12 582 0 0,2 12 29 0 0,-31 17-744 0 0,0 1 20 0 0,12-1 8 0 0,-11 1-7 0 0,-1 2 21 0 0,0 1-276 0 0,0-1-1 0 0,0 0 1 0 0,0 1-1 0 0,0 0 1 0 0,-1 0 0 0 0,1 0-1 0 0,0 1 1 0 0,-1-1 0 0 0,0 1-1 0 0,1 0 1 0 0,-1-1-1 0 0,0 2 1 0 0,0-1 0 0 0,2 4-1 0 0,0 0-43 0 0,-1 1 0 0 0,1 0-1 0 0,-2 0 1 0 0,1 1 0 0 0,-1-1-1 0 0,0 1 1 0 0,2 16 0 0 0,-4-17-262 0 0,-1-1 0 0 0,-1 0 0 0 0,1 0 0 0 0,-1 1 0 0 0,-1-1 0 0 0,1 0 0 0 0,-1 0 0 0 0,-1 0 1 0 0,1 0-1 0 0,-1-1 0 0 0,-7 13 0 0 0,6-12-772 0 0,-1-1 0 0 0,0 1 0 0 0,-1-1-1 0 0,1 0 1 0 0,-1 0 0 0 0,-9 6 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4.0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88 5076 0 0,'26'-33'5499'0'0,"-23"30"-4594"0"0,1 1-177 0 0,10-4-462 0 0,1 1-1 0 0,-1 0 1 0 0,1 1-1 0 0,21-4 1 0 0,68-5-4348 0 0,-53 8-300 0 0,-23 2-650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4.9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2 114 2848 0 0,'-1'-7'806'0'0,"1"0"-1"0"0,0 0 1 0 0,0 0 0 0 0,0 0-1 0 0,1 0 1 0 0,0 0-1 0 0,3-11 1 0 0,-3 16-715 0 0,0-1 1 0 0,0 1 0 0 0,0-1-1 0 0,1 1 1 0 0,-1-1-1 0 0,1 1 1 0 0,-1 0 0 0 0,1 0-1 0 0,0 0 1 0 0,0 0-1 0 0,0 0 1 0 0,0 0 0 0 0,0 1-1 0 0,0-1 1 0 0,1 0-1 0 0,-1 1 1 0 0,1 0 0 0 0,-1 0-1 0 0,1 0 1 0 0,-1 0-1 0 0,1 0 1 0 0,4-1 0 0 0,-1 1-31 0 0,1 0 0 0 0,0 0 0 0 0,0 0 0 0 0,-1 1 0 0 0,1 0 0 0 0,0 0 0 0 0,0 1 0 0 0,0 0 0 0 0,-1 0 0 0 0,1 1 0 0 0,0-1 0 0 0,-1 1 0 0 0,1 1 0 0 0,-1-1 0 0 0,8 6 0 0 0,-12-7-56 0 0,0 0-1 0 0,0 0 1 0 0,0 1 0 0 0,0-1 0 0 0,-1 1-1 0 0,1-1 1 0 0,-1 1 0 0 0,1 0 0 0 0,-1 0-1 0 0,1-1 1 0 0,-1 1 0 0 0,0 0 0 0 0,0 0-1 0 0,0 0 1 0 0,0 0 0 0 0,0 1 0 0 0,-1-1-1 0 0,1 0 1 0 0,-1 0 0 0 0,1 0 0 0 0,-1 1 0 0 0,0-1-1 0 0,0 0 1 0 0,0 1 0 0 0,0-1 0 0 0,0 0-1 0 0,0 0 1 0 0,-1 3 0 0 0,-1 4-15 0 0,-1 0 0 0 0,0 0-1 0 0,0 0 1 0 0,-9 15 0 0 0,8-13-76 0 0,-1-1 0 0 0,-1 0 0 0 0,0-1 0 0 0,-1 0 0 0 0,-12 15 0 0 0,24-19-306 0 0,-5-4 381 0 0,0-1-1 0 0,0 1 1 0 0,0-1 0 0 0,0 1-1 0 0,1-1 1 0 0,-1 0-1 0 0,0 1 1 0 0,0-1 0 0 0,0 1-1 0 0,1-1 1 0 0,-1 0-1 0 0,0 1 1 0 0,1-1 0 0 0,-1 0-1 0 0,0 1 1 0 0,1-1-1 0 0,-1 0 1 0 0,0 0 0 0 0,1 1-1 0 0,-1-1 1 0 0,0 0-1 0 0,1 0 1 0 0,-1 0 0 0 0,1 1-1 0 0,-1-1 1 0 0,1 0-1 0 0,-1 0 1 0 0,0 0 0 0 0,1 0-1 0 0,-1 0 1 0 0,1 0-1 0 0,-1 0 1 0 0,1 0 0 0 0,10-5-85 0 0,0 0 1 0 0,0-1 0 0 0,-1 0-1 0 0,0-1 1 0 0,0 0-1 0 0,-1-1 1 0 0,0 0 0 0 0,0 0-1 0 0,10-13 1 0 0,-5 3 290 0 0,-1 0 1 0 0,-1-1 0 0 0,0-1-1 0 0,8-21 1 0 0,-18 37-26 0 0,-1 1-4 0 0,-1 3-133 0 0,0-1 0 0 0,0 1 0 0 0,1-1 0 0 0,-1 1-1 0 0,0-1 1 0 0,0 1 0 0 0,0-1 0 0 0,0 1 0 0 0,0-1-1 0 0,0 1 1 0 0,0-1 0 0 0,0 1 0 0 0,0-1 0 0 0,0 1-1 0 0,0-1 1 0 0,0 1 0 0 0,0-1 0 0 0,0 1 0 0 0,0-1-1 0 0,0 1 1 0 0,0-1 0 0 0,-1 1 0 0 0,1-1 0 0 0,0 1-1 0 0,0-1 1 0 0,-1 1 0 0 0,1-1 0 0 0,-1 0 0 0 0,-14 0 415 0 0,15 1-497 0 0,-2 1 61 0 0,0 0 1 0 0,1 0 0 0 0,-1 1 0 0 0,0-1 0 0 0,1 0 0 0 0,0 1 0 0 0,-1-1 0 0 0,1 1 0 0 0,0-1 0 0 0,0 1 0 0 0,-1-1 0 0 0,1 1 0 0 0,1 0 0 0 0,-1 0 0 0 0,0 0 0 0 0,0 0 0 0 0,1-1 0 0 0,-2 4 0 0 0,1 0-15 0 0,-1-1 0 0 0,1 0 0 0 0,0 0 1 0 0,0 1-1 0 0,0-1 0 0 0,1 0 0 0 0,-1 1 1 0 0,1-1-1 0 0,0 1 0 0 0,1-1 1 0 0,-1 1-1 0 0,1-1 0 0 0,-1 0 0 0 0,4 8 1 0 0,-1-2-169 0 0,1-1 0 0 0,0-1 1 0 0,1 1-1 0 0,0-1 1 0 0,6 9-1 0 0,-6-12-48 0 0,-1 0 0 0 0,1 0 0 0 0,0 0-1 0 0,1-1 1 0 0,-1 0 0 0 0,1 0 0 0 0,-1 0 0 0 0,1-1 0 0 0,0 0-1 0 0,0 0 1 0 0,1 0 0 0 0,-1-1 0 0 0,11 3 0 0 0,-8-3-392 0 0,0-1 0 0 0,0 0 0 0 0,0-1 0 0 0,0 0 0 0 0,0 0 0 0 0,0-1 0 0 0,0 0 0 0 0,0-1 0 0 0,16-4 0 0 0,-21 4-2277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5:15.3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59 3276 0 0,'6'-15'643'0'0,"-5"12"1170"0"0,-3 1-1304 0 0,1 1-387 0 0,0 0 1 0 0,0 0 0 0 0,-1 0 0 0 0,1 0 0 0 0,0 1 0 0 0,-1-1 0 0 0,1 0 0 0 0,0 1 0 0 0,-1-1 0 0 0,1 1-1 0 0,-1-1 1 0 0,1 1 0 0 0,-1 0 0 0 0,1-1 0 0 0,0 1 0 0 0,-1 0 0 0 0,1 0 0 0 0,-1 0 0 0 0,1 0 0 0 0,-4 1-1 0 0,1-1 451 0 0,-2 8-149 0 0,-6 2 288 0 0,-5 24-64 0 0,16-30-545 0 0,1 1-10 0 0,0 2-72 0 0,0 0-1 0 0,0 0 1 0 0,1 0-1 0 0,0-1 1 0 0,0 1-1 0 0,1 0 0 0 0,0-1 1 0 0,0 1-1 0 0,1-1 1 0 0,5 11-1 0 0,4-1-16 0 0,0 0-161 0 0,19 33 0 0 0,-22-26 31 0 0,-7-19 107 0 0,-3-1 4 0 0,-3 9 6 0 0,3-8 31 0 0,-3-3 23 0 0,-13 7 47 0 0,13-6 36 0 0,-2-2 17 0 0,-66-5 739 0 0,69 4-640 0 0,-1-1-27 0 0,-12-6-56 0 0,12 6 190 0 0,6-3-283 0 0,5-15-24 0 0,-7 19-42 0 0,1-1 1 0 0,-1 1-1 0 0,1 0 1 0 0,0 0-1 0 0,-1 0 1 0 0,1 0 0 0 0,0-1-1 0 0,0 1 1 0 0,0 0-1 0 0,0 1 1 0 0,0-1 0 0 0,0 0-1 0 0,0 0 1 0 0,0 0-1 0 0,0 0 1 0 0,0 1-1 0 0,1-1 1 0 0,-1 1 0 0 0,0-1-1 0 0,2 0 1 0 0,1-1 6 0 0,62-35 71 0 0,-48 28-54 0 0,-1-1 0 0 0,1-1 0 0 0,29-24 1 0 0,-44 31-60 0 0,0 1 1 0 0,0-1 0 0 0,0 0 0 0 0,0 0 0 0 0,-1 0 0 0 0,0 0-1 0 0,0 0 1 0 0,0 0 0 0 0,2-9 0 0 0,-3 10-31 0 0,0 2 7 0 0,-1 0 1 0 0,1-1-1 0 0,-1 1 1 0 0,1 0-1 0 0,-1-1 1 0 0,0 1-1 0 0,0 0 1 0 0,1-1-1 0 0,-1 1 1 0 0,0 0-1 0 0,0-1 1 0 0,0 1-1 0 0,-1-1 1 0 0,1 1-1 0 0,0 0 1 0 0,-1-2-1 0 0,0-2-191 0 0,1 4 111 0 0,0-1 0 0 0,-1 0 0 0 0,1 0 0 0 0,0 1 0 0 0,-1-1 0 0 0,0 0 0 0 0,1 0 0 0 0,-1 1 0 0 0,0-1 0 0 0,0 0 0 0 0,1 1 0 0 0,-1-1 0 0 0,0 1 0 0 0,-1 0 0 0 0,1-1 0 0 0,0 1 0 0 0,-2-2 0 0 0,-1-1-453 0 0,-13-14-2780 0 0,-3 4-2378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5.8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13 4896 0 0,'0'0'5929'0'0,"-1"-3"-5148"0"0,-10-7 2175 0 0,10 11-2905 0 0,1-1 1 0 0,-1 0 0 0 0,0 0-1 0 0,1 1 1 0 0,-1-1 0 0 0,0 0-1 0 0,1 1 1 0 0,-1-1 0 0 0,1 1-1 0 0,-1-1 1 0 0,1 1 0 0 0,-1-1-1 0 0,1 1 1 0 0,-1-1 0 0 0,1 1-1 0 0,-1-1 1 0 0,1 1 0 0 0,-1 0-1 0 0,1-1 1 0 0,0 1 0 0 0,0 0-1 0 0,-1-1 1 0 0,1 1 0 0 0,0 0-1 0 0,0 0 1 0 0,0-1 0 0 0,0 1-1 0 0,0 0 1 0 0,0-1-1 0 0,0 1 1 0 0,0 1 0 0 0,-13 88 691 0 0,5 1 1 0 0,2 98 0 0 0,5-106-563 0 0,-1-11-1205 0 0,10 102 0 0 0,-7-170 297 0 0,3 12-1188 0 0,-2-10-2394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6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14 174 3028 0 0,'0'0'1414'0'0,"0"-5"-225"0"0,0-13-156 0 0,0 13-108 0 0,0 1-107 0 0,2-12-88 0 0,-1 12-132 0 0,0-1-83 0 0,3-5-131 0 0,0 0 1 0 0,1 0 0 0 0,0 0 0 0 0,11-15 0 0 0,-13 20-269 0 0,0 1 0 0 0,1 1 1 0 0,-1-1-1 0 0,1 0 0 0 0,0 1 1 0 0,0-1-1 0 0,0 1 1 0 0,0 1-1 0 0,1-1 0 0 0,-1 0 1 0 0,1 1-1 0 0,-1 0 0 0 0,1 0 1 0 0,0 0-1 0 0,5 0 0 0 0,-2 0-49 0 0,-1 1 0 0 0,1 0 0 0 0,-1 1 0 0 0,1 0 0 0 0,0 0 0 0 0,-1 1 0 0 0,1 0 0 0 0,0 0 0 0 0,-1 1 0 0 0,13 4 0 0 0,-12-2-27 0 0,-1 0 0 0 0,1 0 0 0 0,-1 1 0 0 0,0 0 1 0 0,11 12-1 0 0,-15-15-21 0 0,-1 1 0 0 0,0 0 0 0 0,1 0 0 0 0,-1 0 1 0 0,-1 0-1 0 0,1 0 0 0 0,0 1 0 0 0,-1-1 0 0 0,0 0 1 0 0,0 1-1 0 0,0-1 0 0 0,0 1 0 0 0,0 0 1 0 0,-1-1-1 0 0,1 1 0 0 0,-1-1 0 0 0,0 1 0 0 0,0 0 1 0 0,-1 4-1 0 0,-2 3-14 0 0,1-1 1 0 0,-2 1 0 0 0,1-1 0 0 0,-1 0-1 0 0,-1 0 1 0 0,0-1 0 0 0,0 1 0 0 0,-1-1-1 0 0,0 0 1 0 0,0-1 0 0 0,-1 1 0 0 0,0-1-1 0 0,-1-1 1 0 0,0 1 0 0 0,-9 6 0 0 0,0-1-643 0 0,-1-1 0 0 0,0-1 0 0 0,0-1 0 0 0,-1 0 0 0 0,0-1 0 0 0,-38 11 0 0 0,30-15-3286 0 0,20-5 2603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7.1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320 55 2140 0 0,'-2'-4'356'0'0,"-1"0"0"0"0,0 0 0 0 0,0 0 0 0 0,0 0 0 0 0,0 1-1 0 0,-1-1 1 0 0,1 1 0 0 0,-1 0 0 0 0,0 0 0 0 0,0 0 0 0 0,0 1 0 0 0,0-1 0 0 0,-1 1-1 0 0,1 0 1 0 0,-9-3 0 0 0,9 5-204 0 0,0-1 0 0 0,-1 1 0 0 0,1 0 1 0 0,0 0-1 0 0,-1 0 0 0 0,1 0 0 0 0,0 1 0 0 0,0-1 0 0 0,0 1 0 0 0,-1 1 0 0 0,1-1 0 0 0,0 0 0 0 0,0 1 0 0 0,0 0 0 0 0,1 0 0 0 0,-1 0 0 0 0,0 0 1 0 0,1 1-1 0 0,-4 2 0 0 0,-6 7 117 0 0,0 0 0 0 0,1 1 1 0 0,1 0-1 0 0,0 0 0 0 0,0 2 1 0 0,2-1-1 0 0,0 1 0 0 0,0 1 0 0 0,1-1 1 0 0,-10 32-1 0 0,7-13-94 0 0,2 1 0 0 0,1 0-1 0 0,1 0 1 0 0,-2 48 0 0 0,8-62-166 0 0,1 0 1 0 0,0 0-1 0 0,2 0 0 0 0,8 38 1 0 0,-7-47-176 0 0,0 0 0 0 0,1 0 1 0 0,1 0-1 0 0,0-1 1 0 0,1 1-1 0 0,0-2 0 0 0,0 1 1 0 0,1 0-1 0 0,9 9 1 0 0,-13-17-88 0 0,1 1 1 0 0,0-1-1 0 0,0 0 1 0 0,0 0-1 0 0,0 0 1 0 0,1-1-1 0 0,-1 1 1 0 0,1-1-1 0 0,7 2 1 0 0,-9-2-314 0 0,0-2 0 0 0,1 1 0 0 0,-1 0 1 0 0,0-1-1 0 0,1 1 0 0 0,-1-1 0 0 0,0 0 0 0 0,1 0 1 0 0,4-1-1 0 0,15-3-4314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7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62 3072 0 0,'0'-4'1550'0'0,"-3"-12"-277"0"0,2 12 642 0 0,-1-11-74 0 0,-4 20 481 0 0,-4 32-504 0 0,-2 59-893 0 0,5-29-564 0 0,-1-16-106 0 0,-10 60 175 0 0,17-107-267 0 0,0 1-44 0 0,-2 7 382 0 0,0-12-194 0 0,-1-30-96 0 0,4-55-164 0 0,2 54-22 0 0,2 1 0 0 0,1 0-1 0 0,1 0 1 0 0,2 0 0 0 0,1 1-1 0 0,18-40 1 0 0,-25 65-20 0 0,0 1 0 0 0,-1 0 0 0 0,1 0 0 0 0,1 1 0 0 0,-1-1 0 0 0,0 0 0 0 0,1 1 0 0 0,0-1 0 0 0,-1 1 0 0 0,1 0 0 0 0,0 0 0 0 0,0 0 0 0 0,0 0 0 0 0,0 0 0 0 0,1 1 0 0 0,-1-1 0 0 0,0 1 0 0 0,1 0 0 0 0,-1 0 0 0 0,1 0 0 0 0,-1 1 0 0 0,1-1 0 0 0,-1 1 0 0 0,1 0 0 0 0,-1 0 0 0 0,1 0-1 0 0,0 0 1 0 0,-1 1 0 0 0,1-1 0 0 0,-1 1 0 0 0,4 1 0 0 0,-1 0 14 0 0,1 0 0 0 0,-1 1 0 0 0,0 0 0 0 0,0 0 0 0 0,-1 0 0 0 0,1 0 0 0 0,-1 1 0 0 0,1 0-1 0 0,-1 0 1 0 0,0 1 0 0 0,0-1 0 0 0,-1 1 0 0 0,0 0 0 0 0,0 0 0 0 0,0 1 0 0 0,4 7 0 0 0,-1-2 8 0 0,-2 0 0 0 0,1 1 0 0 0,-1 0 0 0 0,-1 0 0 0 0,0 1 0 0 0,-1-1 0 0 0,-1 1 0 0 0,1-1 0 0 0,-2 1 0 0 0,0 0 0 0 0,-1 14 0 0 0,-7 65-1391 0 0,-3-33-5595 0 0,9-56 5232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7.9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70 2872 0 0,'0'0'4383'0'0,"1"-3"-3599"0"0,-1 1-680 0 0,0 1-1 0 0,1 0 1 0 0,-1-1-1 0 0,1 1 1 0 0,-1 0-1 0 0,1 0 1 0 0,-1-1-1 0 0,1 1 0 0 0,0 0 1 0 0,0 0-1 0 0,-1 0 1 0 0,1 0-1 0 0,0 0 1 0 0,2-1-1 0 0,-1 0 5 0 0,0 1 0 0 0,1 0-1 0 0,-1 0 1 0 0,1 0 0 0 0,0 0 0 0 0,-1 0 0 0 0,1 1-1 0 0,0-1 1 0 0,3 0 0 0 0,99-10 1017 0 0,-67 8-1359 0 0,52-5-878 0 0,-23-1-4926 0 0,-34 3 1668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49.9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246 53 2224 0 0,'0'0'4715'0'0,"0"-3"-4174"0"0,-8-35 8469 0 0,6 26-8566 0 0,-1 13 106 0 0,-7 30-89 0 0,-98 460-971 0 0,64-326-2896 0 0,-6-3-3586 0 0,30-103-5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51.6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0 2872 0 0,'0'0'10487'0'0,"-3"3"-10060"0"0,-3 8-142 0 0,1 0 0 0 0,-1 0-1 0 0,2 1 1 0 0,0 0 0 0 0,0 0 0 0 0,1 0 0 0 0,-2 19 0 0 0,-3 5-99 0 0,-16 67-212 0 0,23-99-240 0 0,-2 9-139 0 0,1-9-2840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52.2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0 120 3424 0 0,'0'0'1164'0'0,"1"-5"-62"0"0,-1-2-444 0 0,0 0 1 0 0,1 0-1 0 0,0-1 1 0 0,0 1-1 0 0,1 0 1 0 0,0 0 0 0 0,0 0-1 0 0,1 1 1 0 0,4-11-1 0 0,-5 15-481 0 0,17-7 116 0 0,-16 7-257 0 0,0 0-1 0 0,0 1 0 0 0,0-1 0 0 0,0 0 1 0 0,0 1-1 0 0,0 0 0 0 0,7-2 0 0 0,64-7 371 0 0,-70 10-352 0 0,2 1-18 0 0,16 1-12 0 0,-16-1 4 0 0,-2 1 4 0 0,12 4-8 0 0,-12-4 1 0 0,-1 0-2 0 0,-1 0-3 0 0,0 1 0 0 0,0-1 1 0 0,-1 0-1 0 0,1 1 0 0 0,-1-1 0 0 0,1 1 0 0 0,-1-1 0 0 0,0 1 0 0 0,0 0 0 0 0,1 4 1 0 0,-1-3 57 0 0,-2-1 14 0 0,-3 7 37 0 0,-1-1 0 0 0,1 0 0 0 0,-1-1 0 0 0,-1 1 0 0 0,0-1 0 0 0,-6 7 0 0 0,10-13-17 0 0,-25 26 193 0 0,25-26-176 0 0,-1 1-74 0 0,3-3-46 0 0,0 0 0 0 0,-1 1 0 0 0,1-1-1 0 0,-1 0 1 0 0,1 1 0 0 0,0-1 0 0 0,-1 0 0 0 0,1 1 0 0 0,0-1 0 0 0,-1 1 0 0 0,1-1 0 0 0,0 1 0 0 0,0-1 0 0 0,0 1 0 0 0,-1-1-1 0 0,1 0 1 0 0,0 1 0 0 0,0-1 0 0 0,0 1 0 0 0,0-1 0 0 0,0 1 0 0 0,0-1 0 0 0,0 1 0 0 0,0 0 0 0 0,0-1 0 0 0,0 1 0 0 0,0-1-1 0 0,0 1 1 0 0,0-1 0 0 0,0 1 0 0 0,1-1 0 0 0,-1 0 0 0 0,0 1 0 0 0,0-1 0 0 0,0 1 0 0 0,1-1 0 0 0,-1 1 0 0 0,0-1 0 0 0,1 0-1 0 0,-1 1 1 0 0,0-1 0 0 0,1 1 0 0 0,-1-1 0 0 0,1 0 0 0 0,-1 0 0 0 0,0 1 0 0 0,1-1 0 0 0,-1 0 0 0 0,1 0 0 0 0,-1 1 0 0 0,1-1-1 0 0,-1 0 1 0 0,1 0 0 0 0,-1 0 0 0 0,1 0 0 0 0,2 2 57 0 0,-1-2-68 0 0,-1 0 1 0 0,1-1-1 0 0,0 1 0 0 0,-1 0 1 0 0,1 0-1 0 0,-1 0 0 0 0,1 0 1 0 0,0 1-1 0 0,-1-1 0 0 0,1 0 0 0 0,-1 1 1 0 0,4 0-1 0 0,-3 0-3 0 0,3-1 12 0 0,0 1-10 0 0,14 4-15 0 0,-14-4 32 0 0,0 0-6 0 0,-2 0-8 0 0,1 0 8 0 0,0 0 0 0 0,1 1 1 0 0,-1-1-1 0 0,0 1 0 0 0,0 0 0 0 0,0 0 1 0 0,0 0-1 0 0,0 1 0 0 0,0-1 1 0 0,-1 1-1 0 0,7 6 0 0 0,6 27 105 0 0,-15-32-58 0 0,-3 1 5 0 0,-1 2-1 0 0,1 0 0 0 0,-2 0 0 0 0,1 0 0 0 0,-1 0 0 0 0,0-1 1 0 0,-1 0-1 0 0,1 0 0 0 0,-7 6 0 0 0,5-5-4 0 0,-1-2 0 0 0,0 1 0 0 0,-1-1 0 0 0,1 0-1 0 0,-1 0 1 0 0,0-1 0 0 0,0 0 0 0 0,-1-1 0 0 0,1 0-1 0 0,-1 0 1 0 0,-15 3 0 0 0,18-5-237 0 0,-1 0 1 0 0,1-1-1 0 0,-1 0 1 0 0,1 1-1 0 0,-1-2 0 0 0,1 1 1 0 0,-1-1-1 0 0,1 0 0 0 0,-1-1 1 0 0,1 1-1 0 0,0-1 1 0 0,0-1-1 0 0,0 1 0 0 0,0-1 1 0 0,0 0-1 0 0,0 0 1 0 0,1 0-1 0 0,-7-6 0 0 0,10 7-502 0 0,0 1 0 0 0,0-1 0 0 0,0 0 0 0 0,0 0 0 0 0,1 0 0 0 0,-1-1 0 0 0,0 1-1 0 0,1 0 1 0 0,0 0 0 0 0,-1-1 0 0 0,1 1 0 0 0,-1-5 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52.7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103 1 4092 0 0,'0'0'6106'0'0,"3"1"-5684"0"0,-1-1-387 0 0,-1 1 0 0 0,0-1-1 0 0,0 1 1 0 0,0-1 0 0 0,0 1-1 0 0,1-1 1 0 0,-1 1 0 0 0,0 0-1 0 0,0 0 1 0 0,0-1-1 0 0,0 1 1 0 0,0 0 0 0 0,-1 0-1 0 0,1 0 1 0 0,0 0 0 0 0,0 0-1 0 0,-1 0 1 0 0,1 0 0 0 0,0 0-1 0 0,-1 1 1 0 0,1-1 0 0 0,-1 0-1 0 0,1 0 1 0 0,-1 0 0 0 0,0 1-1 0 0,1-1 1 0 0,-1 0 0 0 0,0 0-1 0 0,0 1 1 0 0,0-1 0 0 0,0 0-1 0 0,0 0 1 0 0,0 1-1 0 0,-1-1 1 0 0,1 0 0 0 0,0 0-1 0 0,-1 3 1 0 0,-3 10-156 0 0,0 0 0 0 0,-1-1 0 0 0,0 1 1 0 0,-1-1-1 0 0,0 0 0 0 0,-1-1 0 0 0,-10 14 0 0 0,3-6-3110 0 0,-30 32 0 0 0,30-37-1237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53.5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240 53 3544 0 0,'0'0'1090'0'0,"0"-3"-106"0"0,-11-29 2337 0 0,9 29-2434 0 0,-1 1-641 0 0,-7-7-18 0 0,7 7 174 0 0,-1 1-199 0 0,-2 1-73 0 0,1-1 0 0 0,0 1 0 0 0,-1 1 0 0 0,1-1 1 0 0,-11 3-1 0 0,12-1-176 0 0,0-2 77 0 0,1 1 0 0 0,-1 1 0 0 0,1-1 0 0 0,-1 0 0 0 0,1 1 1 0 0,0 0-1 0 0,-1-1 0 0 0,1 1 0 0 0,-4 4 0 0 0,-30 23 484 0 0,29-21-415 0 0,-1 0 0 0 0,1 1 1 0 0,0 0-1 0 0,1 1 0 0 0,0 0 0 0 0,1 0 0 0 0,0 0 0 0 0,-8 21 0 0 0,12-28-56 0 0,1 1 96 0 0,1-3-140 0 0,-2 5 6 0 0,0 1-1 0 0,1-1 0 0 0,-1 1 1 0 0,2-1-1 0 0,-1 1 0 0 0,1 7 1 0 0,0-12 7 0 0,0 1 1 0 0,1-1-1 0 0,-1 0 0 0 0,1 1 1 0 0,0-1-1 0 0,-1 0 1 0 0,1 0-1 0 0,0 0 1 0 0,1 1-1 0 0,-1-1 1 0 0,0 0-1 0 0,0 0 0 0 0,1-1 1 0 0,-1 1-1 0 0,1 0 1 0 0,0 0-1 0 0,0-1 1 0 0,-1 1-1 0 0,1-1 0 0 0,0 0 1 0 0,0 1-1 0 0,0-1 1 0 0,3 1-1 0 0,8 5-239 0 0,1-1-1 0 0,0 0 0 0 0,1 0 1 0 0,-1-2-1 0 0,1 0 0 0 0,0-1 0 0 0,0 0 1 0 0,0-1-1 0 0,1-1 0 0 0,-1 0 1 0 0,27-3-1 0 0,29-23-6608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6:53.9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153 40 2960 0 0,'0'0'1268'0'0,"-1"-3"-166"0"0,-3-11-127 0 0,3 11 1825 0 0,3 0-2328 0 0,-2 1-399 0 0,1 2 0 0 0,-1-1 1 0 0,0 0-1 0 0,1 0 0 0 0,0 0 0 0 0,-1 0 0 0 0,1 0 1 0 0,0 0-1 0 0,-1 0 0 0 0,1 1 0 0 0,0-1 0 0 0,0 0 1 0 0,0 1-1 0 0,0-1 0 0 0,-1 0 0 0 0,1 1 0 0 0,0-1 1 0 0,0 1-1 0 0,0 0 0 0 0,0-1 0 0 0,0 1 0 0 0,0 0 1 0 0,0-1-1 0 0,1 1 0 0 0,-1 0 0 0 0,0 0 1 0 0,0 0-1 0 0,0 0 0 0 0,0 0 0 0 0,0 0 0 0 0,0 0 1 0 0,0 1-1 0 0,0-1 0 0 0,0 0 0 0 0,0 0 0 0 0,0 1 1 0 0,0-1-1 0 0,0 1 0 0 0,0-1 0 0 0,2 2 0 0 0,10 6 137 0 0,1 1 0 0 0,-1 0-1 0 0,-1 1 1 0 0,0 0-1 0 0,0 1 1 0 0,-1 0-1 0 0,-1 1 1 0 0,1 0-1 0 0,-2 1 1 0 0,0 0-1 0 0,-1 0 1 0 0,0 1-1 0 0,-1 0 1 0 0,0 1 0 0 0,-1-1-1 0 0,7 28 1 0 0,-7-20-157 0 0,-2-1 1 0 0,0 0 0 0 0,-1 1 0 0 0,-1 0-1 0 0,-1 0 1 0 0,-1 0 0 0 0,-1-1 0 0 0,-1 1-1 0 0,0 0 1 0 0,-2-1 0 0 0,-12 40 0 0 0,7-36-243 0 0,-2 1 0 0 0,0-2 0 0 0,-2 0 0 0 0,-1 0 0 0 0,0-1 0 0 0,-2-1 1 0 0,-1 0-1 0 0,-34 34 0 0 0,32-39-1336 0 0,0-1 1 0 0,0-1 0 0 0,-2-1-1 0 0,0 0 1 0 0,-45 19-1 0 0,30-17-4374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3.2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32 2340 0 0,'0'0'7143'0'0,"-4"1"-6710"0"0,-8 2 1079 0 0,25-6 1570 0 0,9-3-2858 0 0,-18 5-199 0 0,1 0-22 0 0,46-11-11 0 0,17 0-2088 0 0,-64 11 1561 0 0,5 6-3418 0 0,0-1-361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3.5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 2888 0 0,'0'0'3952'0'0,"3"1"-3214"0"0,1 2-449 0 0,0-1 0 0 0,0-1 0 0 0,0 1 0 0 0,1-1-1 0 0,-1 1 1 0 0,1-1 0 0 0,-1-1 0 0 0,0 1 0 0 0,1 0 0 0 0,0-1 0 0 0,-1 0 0 0 0,1 0 0 0 0,-1-1-1 0 0,9-1 1 0 0,6 1 282 0 0,16-1 134 0 0,67-7 71 0 0,-98 9-747 0 0,2-1-52 0 0,42-6-1013 0 0,-43 6 495 0 0,-1 1-1047 0 0,12-2 250 0 0,-12 2-347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4.6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15 3012 0 0,'0'0'3191'0'0,"-1"-2"-2001"0"0,-8-11 5588 0 0,7 16-6410 0 0,0-1-317 0 0,1 0 0 0 0,-1-1 1 0 0,1 1-1 0 0,0 0 0 0 0,0 0 0 0 0,0 1 1 0 0,0-1-1 0 0,0 0 0 0 0,0 0 1 0 0,0 0-1 0 0,1 1 0 0 0,-1-1 1 0 0,1 0-1 0 0,0 1 0 0 0,0-1 1 0 0,-1 0-1 0 0,2 1 0 0 0,-1 3 0 0 0,1 95 487 0 0,-6 228-336 0 0,5-325-502 0 0,0 0-149 0 0,0 12-121 0 0,0-12-99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5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9 219 3092 0 0,'14'-97'5813'0'0,"-13"92"-5492"0"0,0 0 20 0 0,-1 1-291 0 0,1-2 71 0 0,0 1 0 0 0,0 0 0 0 0,0 0 0 0 0,1 0 0 0 0,0 0 0 0 0,0 0 0 0 0,0 0 0 0 0,1 1 0 0 0,-1-1 0 0 0,1 1 0 0 0,0-1 0 0 0,0 1 0 0 0,1 0 0 0 0,5-6 0 0 0,40-17 239 0 0,-45 25-320 0 0,1 2-32 0 0,0-1 21 0 0,0 1 1 0 0,0 0-1 0 0,1 0 1 0 0,-1 0-1 0 0,0 1 1 0 0,0 0-1 0 0,1 0 1 0 0,-1 0 0 0 0,0 1-1 0 0,0 0 1 0 0,0 0-1 0 0,0 0 1 0 0,-1 0-1 0 0,1 1 1 0 0,0 0-1 0 0,4 3 1 0 0,-7-4 50 0 0,0 2-106 0 0,15 34 420 0 0,-16-33-291 0 0,-1 0-2 0 0,0 6-73 0 0,-1 0-1 0 0,-1 0 1 0 0,0 0 0 0 0,-1 0-1 0 0,0 0 1 0 0,0-1 0 0 0,-1 1-1 0 0,-1-1 1 0 0,0 0 0 0 0,0 0 0 0 0,-1-1-1 0 0,0 1 1 0 0,-1-1 0 0 0,0 0-1 0 0,0-1 1 0 0,-1 0 0 0 0,0 0 0 0 0,0-1-1 0 0,-14 10 1 0 0,14-12-21 0 0,-1 0-1 0 0,0-1 1 0 0,0 0-1 0 0,0 0 1 0 0,-11 2 0 0 0,18-5-17 0 0,-1 0-40 0 0,-2 0-86 0 0,-12 3-77 0 0,12-4-159 0 0,1 0-2995 0 0,-13 0 1712 0 0,12 0-1195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5.6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244 26 2240 0 0,'-2'-3'1332'0'0,"-2"0"-813"0"0,1 0 1 0 0,-1 0-1 0 0,0 0 1 0 0,0 0-1 0 0,0 1 1 0 0,-5-3-1 0 0,6 4 92 0 0,-2 2-60 0 0,0-1-393 0 0,0 1 0 0 0,1 0-1 0 0,-1 1 1 0 0,0-1 0 0 0,1 1-1 0 0,-1 0 1 0 0,1 0 0 0 0,0 0 0 0 0,0 0-1 0 0,0 1 1 0 0,0 0 0 0 0,-5 4 0 0 0,1 0 61 0 0,1 1 1 0 0,0 0 0 0 0,0 0 0 0 0,1 1-1 0 0,-7 12 1 0 0,0 4 148 0 0,1 1 0 0 0,1 0 1 0 0,-11 40-1 0 0,12-31-194 0 0,2 0 0 0 0,2 0 0 0 0,1 1 0 0 0,0 59 0 0 0,5-75-146 0 0,1 0 0 0 0,1-1 0 0 0,1 1 0 0 0,0 0 0 0 0,2 0 0 0 0,0-1 0 0 0,1 0-1 0 0,1 0 1 0 0,17 33 0 0 0,-21-47-155 0 0,0 0 0 0 0,1 0 0 0 0,-1-1 0 0 0,1 1 0 0 0,0-1 0 0 0,0 0 0 0 0,0 1 0 0 0,0-2 0 0 0,1 1 0 0 0,0-1 0 0 0,10 7 0 0 0,-12-9-137 0 0,0 0 1 0 0,1 0-1 0 0,-1 0 1 0 0,1 0-1 0 0,-1 0 1 0 0,1-1-1 0 0,-1 1 1 0 0,8-1-1 0 0,-6-1-455 0 0,0 1-1 0 0,0-1 0 0 0,0 0 1 0 0,0-1-1 0 0,0 1 0 0 0,0-1 0 0 0,4-2 1 0 0,20-10-3949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5.9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43 4004 0 0,'-1'-4'1230'0'0,"-13"-31"3046"0"0,13 32-2362 0 0,-2 4-1727 0 0,0 1-117 0 0,1 0 0 0 0,0 1 0 0 0,0-1 0 0 0,0 0 0 0 0,0 1 0 0 0,0-1-1 0 0,1 1 1 0 0,-1-1 0 0 0,1 1 0 0 0,0 0 0 0 0,0 0 0 0 0,0 0 0 0 0,0-1 0 0 0,0 1 0 0 0,0 0 0 0 0,0 5 0 0 0,-5 62 505 0 0,5-47-521 0 0,-1 13-127 0 0,-5 66 374 0 0,5-34-3054 0 0,6-48 604 0 0,-3-16 602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6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47 144 3860 0 0,'1'-5'1216'0'0,"2"-10"-401"0"0,0 1 0 0 0,1 0 0 0 0,1 1 0 0 0,0-1 0 0 0,11-19 0 0 0,-14 30-627 0 0,14-10 98 0 0,-13 10-152 0 0,1 1-41 0 0,32-11 162 0 0,-32 12-179 0 0,-4 1-74 0 0,0 0 0 0 0,0 1 0 0 0,1-1-1 0 0,-1 0 1 0 0,0 0 0 0 0,0 1 0 0 0,1-1 0 0 0,-1 0-1 0 0,0 0 1 0 0,1 1 0 0 0,-1-1 0 0 0,0 0 0 0 0,1 0-1 0 0,-1 0 1 0 0,0 0 0 0 0,1 0 0 0 0,-1 0-1 0 0,0 1 1 0 0,1-1 0 0 0,-1 0 0 0 0,0 0 0 0 0,1 0-1 0 0,-1 0 1 0 0,0 0 0 0 0,1 0 0 0 0,-1 0-1 0 0,0-1 1 0 0,1 1 0 0 0,0 0 0 0 0,0 0 6 0 0,0 0-1 0 0,-1 0 1 0 0,1 0 0 0 0,0 0 0 0 0,0 0 0 0 0,0 0-1 0 0,0 0 1 0 0,0 0 0 0 0,0 0 0 0 0,0 1-1 0 0,0-1 1 0 0,-1 0 0 0 0,1 0 0 0 0,0 1 0 0 0,0-1-1 0 0,0 1 1 0 0,-1-1 0 0 0,2 2 0 0 0,0-1 8 0 0,0 1-1 0 0,-1 0 1 0 0,1 0 0 0 0,-1-1 0 0 0,0 1 0 0 0,1 0 0 0 0,-1 0 0 0 0,0 1 0 0 0,0-1-1 0 0,0 0 1 0 0,-1 0 0 0 0,1 0 0 0 0,0 1 0 0 0,-1 2 0 0 0,1-1 153 0 0,-2 0-32 0 0,-3 8 67 0 0,0-1-1 0 0,-1 1 0 0 0,-1-1 1 0 0,-7 12-1 0 0,11-20-119 0 0,2-3-78 0 0,-1 1-1 0 0,1-1 0 0 0,-1 0 1 0 0,1 1-1 0 0,-1-1 0 0 0,1 1 1 0 0,-1-1-1 0 0,1 1 1 0 0,0-1-1 0 0,-1 0 0 0 0,1 1 1 0 0,0-1-1 0 0,0 1 1 0 0,-1 0-1 0 0,1-1 0 0 0,0 1 1 0 0,0-1-1 0 0,0 1 0 0 0,0-1 1 0 0,-1 1-1 0 0,1 0 1 0 0,0 0-2 0 0,0-1 0 0 0,0 1 0 0 0,0-1 0 0 0,0 1 0 0 0,0-1 0 0 0,0 1 1 0 0,0-1-1 0 0,0 1 0 0 0,0-1 0 0 0,-1 1 0 0 0,1-1 0 0 0,0 0 0 0 0,0 1 1 0 0,-1-1-1 0 0,1 1 0 0 0,0-1 0 0 0,0 0 0 0 0,-1 1 0 0 0,1-1 0 0 0,0 0 0 0 0,-1 1 1 0 0,1-1-1 0 0,-1 0 0 0 0,1 0 0 0 0,-1 1 0 0 0,0 0 17 0 0,0 0 0 0 0,0 0-1 0 0,0-1 1 0 0,0 1 0 0 0,0 0-1 0 0,0 1 1 0 0,0-1 0 0 0,1 0-1 0 0,-1 0 1 0 0,0 0 0 0 0,1 0-1 0 0,-1 1 1 0 0,1-1 0 0 0,-1 0-1 0 0,1 0 1 0 0,0 2 0 0 0,-7 10 187 0 0,9-7-162 0 0,-2-6-45 0 0,0 1-1 0 0,0 0 1 0 0,0-1 0 0 0,0 1-1 0 0,0 0 1 0 0,1-1-1 0 0,-1 1 1 0 0,0 0-1 0 0,0-1 1 0 0,0 1-1 0 0,1 0 1 0 0,-1-1 0 0 0,0 1-1 0 0,0-1 1 0 0,1 1-1 0 0,-1 0 1 0 0,1-1-1 0 0,-1 1 1 0 0,1-1-1 0 0,-1 1 1 0 0,0-1-1 0 0,1 1 1 0 0,0 0 0 0 0,17 7-5 0 0,-7-3-2 0 0,-1 0 1 0 0,0 0 0 0 0,-1 1 0 0 0,1 0 0 0 0,15 14 0 0 0,-22-17 12 0 0,-2-3-4 0 0,-1 1 1 0 0,1 0 0 0 0,0-1-1 0 0,0 1 1 0 0,-1 0 0 0 0,1-1 0 0 0,0 1-1 0 0,-1 0 1 0 0,1 0 0 0 0,0 0-1 0 0,-1 0 1 0 0,1-1 0 0 0,-1 1-1 0 0,0 0 1 0 0,1 0 0 0 0,-1 0 0 0 0,0 0-1 0 0,1 0 1 0 0,-1 0 0 0 0,0 0-1 0 0,0 2 1 0 0,3 14 54 0 0,-3-13-9 0 0,-1-1-6 0 0,0 1-30 0 0,-1 0 1 0 0,1 0 0 0 0,-1-1-1 0 0,0 1 1 0 0,0 0-1 0 0,-1-1 1 0 0,1 0-1 0 0,-1 1 1 0 0,1-1-1 0 0,-1 0 1 0 0,0-1-1 0 0,0 1 1 0 0,-1 0 0 0 0,1-1-1 0 0,-6 3 1 0 0,-2 1-19 0 0,-1 0-1 0 0,0-1 1 0 0,-1-1 0 0 0,-12 3 0 0 0,8-4-130 0 0,12-3-93 0 0,-1 1-109 0 0,-17-1-89 0 0,17 1-30 0 0,1-2-31 0 0,-16-2-43 0 0,15 3-100 0 0,-17-7-2631 0 0,20 5 1881 0 0,-9-5-906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6.9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0 3776 0 0,'0'0'4191'0'0,"1"4"-3751"0"0,0 1-333 0 0,0 1 0 0 0,-1-1 0 0 0,0 1 0 0 0,0 0 0 0 0,0-1 0 0 0,-1 1 0 0 0,1-1-1 0 0,-1 1 1 0 0,-1-1 0 0 0,1 0 0 0 0,-1 1 0 0 0,-2 6 0 0 0,-35 64-1052 0 0,22-43-268 0 0,16-31 752 0 0,-8 14-930 0 0,1-8-982 0 0,-5 6-1001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7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220 20 2776 0 0,'0'0'2226'0'0,"-2"-3"-1383"0"0,-9-7-109 0 0,8 8-104 0 0,0 1-84 0 0,-1 0-391 0 0,-1 0 0 0 0,1 0 0 0 0,-1 1-1 0 0,0 0 1 0 0,1 0 0 0 0,-1 0 0 0 0,1 0 0 0 0,-1 1-1 0 0,1 0 1 0 0,-1 0 0 0 0,1 0 0 0 0,-1 0-1 0 0,1 1 1 0 0,0-1 0 0 0,0 1 0 0 0,0 0 0 0 0,0 1-1 0 0,0-1 1 0 0,0 1 0 0 0,1 0 0 0 0,-1-1-1 0 0,1 2 1 0 0,-6 5 0 0 0,-2 2 3 0 0,1 0 1 0 0,1 1-1 0 0,0 0 0 0 0,1 0 0 0 0,0 1 1 0 0,-9 20-1 0 0,13-23-55 0 0,0-1 0 0 0,1 1-1 0 0,0 0 1 0 0,0-1 0 0 0,1 1 0 0 0,-1 19 0 0 0,3-27-98 0 0,0 2 7 0 0,0 0 1 0 0,0 1-1 0 0,0-1 1 0 0,1 1-1 0 0,0-1 1 0 0,0 0-1 0 0,0 1 1 0 0,0-1-1 0 0,1 0 0 0 0,0 0 1 0 0,0 0-1 0 0,0 0 1 0 0,0 0-1 0 0,0-1 1 0 0,1 1-1 0 0,0 0 1 0 0,-1-1-1 0 0,1 0 0 0 0,7 6 1 0 0,-4-6-141 0 0,0 0 0 0 0,0 1 0 0 0,0-2 0 0 0,1 1 0 0 0,-1-1 0 0 0,1 0 0 0 0,0 0 0 0 0,0-1 0 0 0,0 0 1 0 0,-1 0-1 0 0,1-1 0 0 0,0 0 0 0 0,0 0 0 0 0,8-1 0 0 0,1-1-1102 0 0,0-1 0 0 0,-1 0 1 0 0,1-1-1 0 0,-1-1 0 0 0,22-10 0 0 0,-15 5-2984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09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298 68 2848 0 0,'1'-4'1185'0'0,"3"-9"-156"0"0,-3 9 1288 0 0,0 0-1727 0 0,0-38 3653 0 0,-28 70-3162 0 0,10-1-906 0 0,2 1-1 0 0,0 1 0 0 0,2 0 0 0 0,2 1 1 0 0,-12 44-1 0 0,8-28-101 0 0,-107 412-1976 0 0,81-288-3521 0 0,39-160 2825 0 0,-3 17-1847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0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35 146 3468 0 0,'1'-22'1180'0'0,"0"18"2245"0"0,-1 0-2769 0 0,1-1 1377 0 0,-2 8-698 0 0,-3 20-216 0 0,-13 68-934 0 0,13-71-162 0 0,0 0 1 0 0,2 1 0 0 0,-1 27-1 0 0,2-17-5 0 0,1-27 8 0 0,0 0-8 0 0,-2 7 810 0 0,2-35-707 0 0,1-27-218 0 0,2 20 95 0 0,1 0 1 0 0,1 0-1 0 0,2 0 0 0 0,1 0 0 0 0,2 1 0 0 0,13-30 0 0 0,-2 20 215 0 0,-20 38-171 0 0,1-1 7 0 0,5-9-6 0 0,-6 9-29 0 0,2 1-19 0 0,-3 2 17 0 0,1-1-1 0 0,0 1 1 0 0,-1-1 0 0 0,1 1 0 0 0,0-1-1 0 0,0 1 1 0 0,-1 0 0 0 0,1-1 0 0 0,0 1-1 0 0,0 0 1 0 0,-1 0 0 0 0,1 0-1 0 0,0 0 1 0 0,0-1 0 0 0,0 1 0 0 0,-1 0-1 0 0,1 0 1 0 0,0 1 0 0 0,0-1 0 0 0,0 0-1 0 0,-1 0 1 0 0,1 0 0 0 0,0 0-1 0 0,0 1 1 0 0,0-1 0 0 0,-1 0 0 0 0,1 1-1 0 0,0 0 1 0 0,2 0 13 0 0,-1 1 1 0 0,0 0-1 0 0,0 0 0 0 0,0 0 1 0 0,0 0-1 0 0,-1 1 0 0 0,1-1 1 0 0,2 5-1 0 0,4 9 26 0 0,-1 1 0 0 0,6 20 1 0 0,-9-22-75 0 0,42 147 329 0 0,-18-56-1272 0 0,-27-103 497 0 0,0 1-113 0 0,11 32-3774 0 0,-11-32 2952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0.4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32 166 3468 0 0,'-2'-2'1322'0'0,"-8"-7"-203"0"0,8 6-249 0 0,0 1-83 0 0,-6-7-53 0 0,6 7 832 0 0,1-2-1194 0 0,-3-8-105 0 0,4 9 55 0 0,3 0-152 0 0,3-1-113 0 0,1 0 0 0 0,0 1 1 0 0,0 0-1 0 0,0 0 0 0 0,0 1 0 0 0,1-1 0 0 0,9 0 1 0 0,68-11 58 0 0,-55 9-123 0 0,-7 2-644 0 0,0-1 0 0 0,0-2 0 0 0,-1 0-1 0 0,0-1 1 0 0,38-19 0 0 0,-58 26 462 0 0,-1-1 1 0 0,0 0 0 0 0,1 0 0 0 0,-1 1-1 0 0,0-1 1 0 0,0 0 0 0 0,0 0-1 0 0,0 0 1 0 0,0 0 0 0 0,0 0-1 0 0,0-1 1 0 0,0 1 0 0 0,0 0 0 0 0,1-2-1 0 0,0-2-664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0.7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30 3252 0 0,'0'0'1464'0'0,"1"-4"-181"0"0,5-11 287 0 0,-6 15-1443 0 0,0-1-1 0 0,1 0 1 0 0,-1 1-1 0 0,1-1 1 0 0,-1 0-1 0 0,1 1 0 0 0,-1-1 1 0 0,1 1-1 0 0,-1-1 1 0 0,1 1-1 0 0,0-1 1 0 0,-1 1-1 0 0,1-1 1 0 0,0 1-1 0 0,-1-1 1 0 0,1 1-1 0 0,0 0 1 0 0,0 0-1 0 0,-1-1 0 0 0,1 1 1 0 0,0 0-1 0 0,0 0 1 0 0,0 0-1 0 0,-1 0 1 0 0,1 0-1 0 0,0 0 1 0 0,0 0-1 0 0,0 0 1 0 0,-1 0-1 0 0,1 0 0 0 0,0 0 1 0 0,0 1-1 0 0,13 4 107 0 0,-1 2 0 0 0,0-1 0 0 0,-1 2 0 0 0,1 0 0 0 0,-2 0 0 0 0,1 1 0 0 0,-1 0 0 0 0,0 1 0 0 0,-1 1-1 0 0,-1 0 1 0 0,1 0 0 0 0,-1 0 0 0 0,-1 1 0 0 0,-1 1 0 0 0,1-1 0 0 0,7 20 0 0 0,-5-9-168 0 0,-1 0 0 0 0,-1 1-1 0 0,-1 0 1 0 0,0 0 0 0 0,-2 1 0 0 0,-1-1 0 0 0,-2 1 0 0 0,1 49-1 0 0,-6-48-131 0 0,0 0 0 0 0,-2 0 0 0 0,0-1 0 0 0,-2 0 0 0 0,-1 0-1 0 0,-1 0 1 0 0,-1-1 0 0 0,-1-1 0 0 0,-23 37 0 0 0,16-32-828 0 0,-1-1 0 0 0,-37 38 0 0 0,30-39-1307 0 0,0-2 0 0 0,-37 25 0 0 0,19-18-4081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5.1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17 4416 0 0,'0'0'4107'0'0,"-1"-3"-2969"0"0,1 3-1004 0 0,0 0 1 0 0,-1-1-1 0 0,1 1 0 0 0,0-1 1 0 0,0 1-1 0 0,0 0 0 0 0,-1-1 0 0 0,1 1 1 0 0,0-1-1 0 0,0 1 0 0 0,0 0 1 0 0,0-1-1 0 0,0 1 0 0 0,0-1 1 0 0,0 1-1 0 0,0-1 0 0 0,0 1 1 0 0,0 0-1 0 0,0-1 0 0 0,0 1 1 0 0,0-1-1 0 0,0 1 0 0 0,0 0 1 0 0,1-1-1 0 0,-1 1 0 0 0,0-1 1 0 0,0 1-1 0 0,0 0 0 0 0,1-1 1 0 0,-1 1-1 0 0,0 0 0 0 0,1-1 1 0 0,13 0 2546 0 0,-12 2-3335 0 0,1 0 694 0 0,0 1 0 0 0,0 0 0 0 0,0 0 0 0 0,-1 0 0 0 0,1 0 0 0 0,-1 1 0 0 0,1-1 0 0 0,-1 1 0 0 0,0-1 0 0 0,0 1 0 0 0,0 0 0 0 0,0 0 0 0 0,1 4 0 0 0,10 11-270 0 0,-1 0 1 0 0,-1 1-1 0 0,11 24 0 0 0,-13-24-717 0 0,-7-16 318 0 0,14 26-4231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5.3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133 54 3928 0 0,'0'-4'1386'0'0,"-1"-12"-209"0"0,1 12 786 0 0,-4-17-374 0 0,3 17 178 0 0,0 4-1559 0 0,0-1-187 0 0,0 1-1 0 0,0-1 1 0 0,-1 0 0 0 0,1 1 0 0 0,0 0-1 0 0,0-1 1 0 0,-1 1 0 0 0,1 0 0 0 0,0-1-1 0 0,0 1 1 0 0,-1 0 0 0 0,1 0 0 0 0,0 0-1 0 0,-1 0 1 0 0,0 1 0 0 0,-7 8 58 0 0,1 0 1 0 0,1 1-1 0 0,0 0 1 0 0,0 0-1 0 0,1 1 0 0 0,-7 15 1 0 0,-23 66-865 0 0,35-90 742 0 0,-4 20-705 0 0,4-18 314 0 0,0 0-51 0 0,-2 12-50 0 0,3-12-37 0 0,1 0-1087 0 0,0-1 1210 0 0,3 5 94 0 0,-3-1-3120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5.5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104 74 2492 0 0,'-23'-4'1461'0'0,"18"4"-204"0"0,1 0-192 0 0,-63-4 4514 0 0,63 4-4730 0 0,22-5-797 0 0,103-20-1884 0 0,6-1-4439 0 0,-94 16 1659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6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45 4432 0 0,'-7'-33'8543'0'0,"5"25"-8952"0"0,2 4 2720 0 0,1 9-2089 0 0,9 45 192 0 0,-2 1 0 0 0,1 80-1 0 0,-1-15-357 0 0,18 76-1488 0 0,-26-187 812 0 0,1 0-48 0 0,2 15-18 0 0,-2-15-14 0 0,0-2-716 0 0,0 1 984 0 0,2 4 266 0 0,-2 0-6186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7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6 266 2340 0 0,'-3'-17'1356'0'0,"1"-1"1"0"0,1 1-1 0 0,2-30 0 0 0,-1 40-1228 0 0,1 1 0 0 0,0-1 0 0 0,1 0 0 0 0,0 1 0 0 0,0-1 0 0 0,0 1 0 0 0,1-1 0 0 0,-1 1 0 0 0,2 0 0 0 0,-1 0 0 0 0,1 0 0 0 0,0 1 1 0 0,5-7-1 0 0,-1 4 28 0 0,0 0 0 0 0,1 1 0 0 0,1 0 0 0 0,-1 0 0 0 0,1 1 0 0 0,0 0 1 0 0,0 1-1 0 0,1 0 0 0 0,11-3 0 0 0,-18 6-58 0 0,12 0 18 0 0,-12 2-97 0 0,-1-1 0 0 0,0 1 0 0 0,0-1 0 0 0,1 1 0 0 0,-1 0 0 0 0,0 0 0 0 0,1 1 0 0 0,5 0 0 0 0,-5 1-10 0 0,0-1 0 0 0,0 1 0 0 0,-1 0 1 0 0,1 0-1 0 0,-1 0 0 0 0,1 1 0 0 0,-1-1 1 0 0,0 1-1 0 0,0 0 0 0 0,0 0 0 0 0,0 0 0 0 0,3 4 1 0 0,-3-3-19 0 0,0 0 0 0 0,0 1 0 0 0,0-1 0 0 0,0 1 1 0 0,-1 0-1 0 0,0-1 0 0 0,0 1 0 0 0,0 0 0 0 0,0 0 1 0 0,-1 1-1 0 0,0-1 0 0 0,0 0 0 0 0,0 10 0 0 0,-1-8-28 0 0,-1 0 0 0 0,0 1 0 0 0,-1-1 0 0 0,0 0 0 0 0,0 0 0 0 0,0 0 0 0 0,-1 0-1 0 0,0-1 1 0 0,0 1 0 0 0,0-1 0 0 0,-1 0 0 0 0,0 1 0 0 0,-10 9 0 0 0,5-7-107 0 0,0 0 0 0 0,-1-1 0 0 0,0 0 0 0 0,-1 0 0 0 0,0-2 0 0 0,0 1 0 0 0,-19 8 0 0 0,-36 11-1794 0 0,62-24 1070 0 0,-18 3-6115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7.4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241 25 2772 0 0,'0'0'1599'0'0,"-3"-3"-248"0"0,-1 0-843 0 0,0 0-1 0 0,0 1 1 0 0,0-1 0 0 0,0 1-1 0 0,-1 0 1 0 0,-7-3 0 0 0,7 4 84 0 0,0 2-92 0 0,-2 1-382 0 0,0 0-1 0 0,1 1 1 0 0,-1 0-1 0 0,1 0 1 0 0,0 1-1 0 0,0 0 1 0 0,0 0-1 0 0,0 0 1 0 0,1 0-1 0 0,-1 1 1 0 0,-4 5-1 0 0,1 1 25 0 0,0 0-1 0 0,1 1 0 0 0,0-1 1 0 0,1 2-1 0 0,-8 14 1 0 0,5-1 14 0 0,0-1 1 0 0,1 1 0 0 0,2 1 0 0 0,1-1 0 0 0,-4 41 0 0 0,7-44-252 0 0,2 0-1 0 0,0 0 1 0 0,2 0 0 0 0,0 0 0 0 0,1 0 0 0 0,2 0-1 0 0,0-1 1 0 0,2 1 0 0 0,0-1 0 0 0,2 0-1 0 0,13 28 1 0 0,-19-47-99 0 0,0-1 0 0 0,0 1 0 0 0,0 0 0 0 0,0 0 0 0 0,1-1 0 0 0,-1 0 0 0 0,1 1 0 0 0,0-1 0 0 0,0 0 0 0 0,0 0 0 0 0,0 0 0 0 0,0-1 0 0 0,6 3 0 0 0,-7-3 36 0 0,3 1-1214 0 0,0-2-106 0 0,19-1-983 0 0,-18 0-1739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8.0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107 109 4388 0 0,'0'-4'1361'0'0,"-2"-36"3564"0"0,1 36-3109 0 0,-2 6-1608 0 0,-1 2-135 0 0,1 0-1 0 0,-1 0 1 0 0,1 0 0 0 0,-1 1-1 0 0,1-1 1 0 0,1 1 0 0 0,-1 0 0 0 0,1 0-1 0 0,-1 0 1 0 0,-1 6 0 0 0,-21 70 398 0 0,18-56-323 0 0,-16 58 8 0 0,22-79-174 0 0,0 1-19 0 0,-3 14 16 0 0,3-14 20 0 0,0-2-1 0 0,-1 7-86 0 0,2-12 17 0 0,5-23-14 0 0,3-13 112 0 0,-3-15 149 0 0,3-13-125 0 0,-3 30 536 0 0,17-61 1 0 0,-21 94-550 0 0,1-1-23 0 0,6-9-9 0 0,-6 9-1 0 0,4-2-1 0 0,-6 6-2 0 0,1-1 0 0 0,-1 1-1 0 0,0 0 1 0 0,0-1-1 0 0,0 1 1 0 0,1 0 0 0 0,-1-1-1 0 0,0 1 1 0 0,0 0-1 0 0,1-1 1 0 0,-1 1 0 0 0,0 0-1 0 0,1-1 1 0 0,-1 1-1 0 0,0 0 1 0 0,1 0 0 0 0,-1 0-1 0 0,0-1 1 0 0,1 1-1 0 0,-1 0 1 0 0,0 0 0 0 0,1 0-1 0 0,-1 0 1 0 0,1 0-1 0 0,-1-1 1 0 0,0 1 0 0 0,1 0-1 0 0,-1 0 1 0 0,1 0 0 0 0,-1 0-1 0 0,0 0 1 0 0,1 0-1 0 0,-1 0 1 0 0,1 1 0 0 0,-1-1-1 0 0,1 0 1 0 0,3 2 6 0 0,-1-1-1 0 0,0 1 1 0 0,1 0 0 0 0,-1 1 0 0 0,0-1-1 0 0,0 0 1 0 0,0 1 0 0 0,0 0 0 0 0,-1 0-1 0 0,1 0 1 0 0,-1 0 0 0 0,0 0 0 0 0,3 5-1 0 0,2 5 4 0 0,0 1-1 0 0,7 20 1 0 0,0 9-52 0 0,17 86 0 0 0,-20-55-2590 0 0,-11-71 1829 0 0,0 2-27 0 0,0 13-94 0 0,0-13-189 0 0,-1-1-1557 0 0,-2 12 245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8.2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1 112 3680 0 0,'0'0'2204'0'0,"1"-3"-1406"0"0,3-11-89 0 0,-3 11-102 0 0,2 0-140 0 0,6-4-250 0 0,1 1-1 0 0,-1 0 1 0 0,1 1 0 0 0,0 0 0 0 0,1 1-1 0 0,14-5 1 0 0,74-16-809 0 0,-16 5-5278 0 0,-77 18 2390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8.4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 3420 0 0,'0'0'1147'0'0,"1"-3"-143"0"0,0 1-829 0 0,-1 1 1 0 0,1-1 0 0 0,-1 1 0 0 0,1 0 0 0 0,-1-1 0 0 0,1 1-1 0 0,0 0 1 0 0,0 0 0 0 0,0-1 0 0 0,0 1 0 0 0,0 0 0 0 0,0 0-1 0 0,0 0 1 0 0,0 0 0 0 0,0 0 0 0 0,0 0 0 0 0,1 1 0 0 0,-1-1 0 0 0,0 0-1 0 0,1 0 1 0 0,-1 1 0 0 0,2-1 0 0 0,1-1 291 0 0,1 4-52 0 0,4 2-303 0 0,-1 0 0 0 0,1 1 0 0 0,-1 0-1 0 0,1 0 1 0 0,-1 1 0 0 0,-1 0 0 0 0,1 0 0 0 0,-1 1 0 0 0,-1 0 0 0 0,1 1 0 0 0,-1-1 0 0 0,0 1-1 0 0,-1 0 1 0 0,0 1 0 0 0,0-1 0 0 0,0 1 0 0 0,2 9 0 0 0,3 7-39 0 0,-1 0-1 0 0,-1 0 1 0 0,-1 1 0 0 0,-1-1 0 0 0,2 37 0 0 0,-6-41-252 0 0,-2 0 1 0 0,-1 1-1 0 0,0-1 0 0 0,-2 1 1 0 0,-1-1-1 0 0,0 0 1 0 0,-1-1-1 0 0,-1 1 0 0 0,-2-1 1 0 0,-13 29-1 0 0,10-27-856 0 0,-1-1 0 0 0,-1-1 0 0 0,-1 0 0 0 0,-1 0 0 0 0,-23 22 0 0 0,1-6-3698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19.8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31 3172 0 0,'-4'1'1350'0'0,"-16"1"4084"0"0,24-3-5218 0 0,61-10 838 0 0,94-5 1 0 0,73 11-285 0 0,-163 4-608 0 0,621 15 890 0 0,-340-2-698 0 0,16 1-186 0 0,241 2-60 0 0,-335-16-63 0 0,320 4 245 0 0,-167 1-244 0 0,41 1 225 0 0,-93-2 249 0 0,-253-3-375 0 0,-62-1-326 0 0,-53 1 45 0 0,0-1-419 0 0,9-2 210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0.6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39 4740 0 0,'-1'-4'2025'0'0,"-5"-13"-284"0"0,5 12 1094 0 0,-1 2-1674 0 0,-4-7 3324 0 0,7 22-3184 0 0,9 35-1976 0 0,-8-37 1149 0 0,11 52-423 0 0,-3 0 1 0 0,-3 1-1 0 0,-1 104 0 0 0,-8-124-2286 0 0,-12 62 1 0 0,13-101 1371 0 0,1 0-51 0 0,-1 0 466 0 0,0 3 103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0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3 221 4268 0 0,'-1'-17'820'0'0,"0"0"-1"0"0,1 0 0 0 0,1 0 1 0 0,1 0-1 0 0,0 0 0 0 0,1 1 1 0 0,7-22-1 0 0,-8 34-760 0 0,0 0 1 0 0,0 0-1 0 0,0 0 1 0 0,1 0-1 0 0,0 0 1 0 0,0 1-1 0 0,0-1 1 0 0,0 1-1 0 0,0 0 0 0 0,1 0 1 0 0,-1 0-1 0 0,1 1 1 0 0,0-1-1 0 0,0 1 1 0 0,0 0-1 0 0,0 0 1 0 0,8-3-1 0 0,-2 3 22 0 0,0 1 0 0 0,-1 0 0 0 0,1 0-1 0 0,0 1 1 0 0,0 0 0 0 0,-1 1 0 0 0,1 0 0 0 0,0 0 0 0 0,-1 1-1 0 0,1 1 1 0 0,-1 0 0 0 0,0 0 0 0 0,0 0 0 0 0,0 1 0 0 0,16 10 0 0 0,-23-13-73 0 0,1 0 1 0 0,-1 1 0 0 0,1-1 0 0 0,-1 1 0 0 0,1 0 0 0 0,-1 0 0 0 0,0 0 0 0 0,0 0-1 0 0,0 0 1 0 0,0 1 0 0 0,0-1 0 0 0,0 0 0 0 0,-1 1 0 0 0,1 0 0 0 0,-1-1 0 0 0,0 1-1 0 0,0 0 1 0 0,0-1 0 0 0,0 1 0 0 0,0 0 0 0 0,-1 0 0 0 0,1 0 0 0 0,-1 0-1 0 0,1 0 1 0 0,-1 0 0 0 0,0 0 0 0 0,-1 0 0 0 0,1 0 0 0 0,0 0 0 0 0,-1 0 0 0 0,1 0-1 0 0,-1-1 1 0 0,0 1 0 0 0,0 0 0 0 0,0 0 0 0 0,-1-1 0 0 0,1 1 0 0 0,-1 0 0 0 0,-2 2-1 0 0,-1 3-18 0 0,-1 0-1 0 0,-1 0 0 0 0,0-1 0 0 0,0 0 1 0 0,0 0-1 0 0,-1-1 0 0 0,1 0 0 0 0,-2 0 1 0 0,-16 9-1 0 0,1-5-810 0 0,0-1 0 0 0,0-2 0 0 0,-47 10 0 0 0,66-16-181 0 0,1-2-571 0 0,-13-1-1201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1.3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267 67 3668 0 0,'28'-30'4483'0'0,"-25"27"-2504"0"0,-4-1-1530 0 0,-1-17 208 0 0,-2 20-374 0 0,1-1-187 0 0,-1 1-1 0 0,1 0 1 0 0,0 0-1 0 0,0 0 1 0 0,-1 1 0 0 0,1-1-1 0 0,0 1 1 0 0,-1 0-1 0 0,1-1 1 0 0,-1 2-1 0 0,1-1 1 0 0,0 0 0 0 0,-1 1-1 0 0,1-1 1 0 0,0 1-1 0 0,-6 2 1 0 0,-4 3 38 0 0,0 0-1 0 0,1 1 1 0 0,0 0 0 0 0,0 1-1 0 0,1 0 1 0 0,0 1 0 0 0,0 0-1 0 0,1 1 1 0 0,0 0 0 0 0,-11 15-1 0 0,9-9-25 0 0,1 0 0 0 0,1 0-1 0 0,1 1 1 0 0,0 1 0 0 0,1-1 0 0 0,1 1-1 0 0,-8 30 1 0 0,11-34-111 0 0,2 0 0 0 0,-1 0 0 0 0,2 0 0 0 0,0 0 0 0 0,1 0 0 0 0,0 0 0 0 0,1 0 0 0 0,0 0 0 0 0,1 0 0 0 0,7 22 0 0 0,-6-26-73 0 0,1-1 0 0 0,0 1 0 0 0,1-1 0 0 0,0 0 1 0 0,0-1-1 0 0,1 1 0 0 0,0-1 0 0 0,0 0 0 0 0,1-1 0 0 0,0 1 0 0 0,0-1 0 0 0,1-1 0 0 0,0 1 0 0 0,0-1 1 0 0,16 9-1 0 0,-18-12-371 0 0,0-1 0 0 0,0 1 0 0 0,1-1 0 0 0,-1 0 1 0 0,0 0-1 0 0,1 0 0 0 0,9 0 0 0 0,-12-2-272 0 0,1 0 0 0 0,-1 0-1 0 0,1 0 1 0 0,0 0-1 0 0,-1-1 1 0 0,1 0 0 0 0,7-3-1 0 0,20-7-4139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1.5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33 4088 0 0,'0'0'1681'0'0,"-2"-4"-349"0"0,2 4-1413 0 0,-18-24 4347 0 0,18 24-4143 0 0,0-1 1 0 0,-1 1-1 0 0,1 0 0 0 0,-1-1 0 0 0,1 1 0 0 0,-1 0 1 0 0,1-1-1 0 0,-1 1 0 0 0,1 0 0 0 0,-1 0 0 0 0,1-1 1 0 0,-1 1-1 0 0,1 0 0 0 0,-1 0 0 0 0,1 0 1 0 0,-1 0-1 0 0,0 0 0 0 0,1 0 0 0 0,-1 0 0 0 0,1 0 1 0 0,-1 0-1 0 0,0 0 0 0 0,0 0-102 0 0,1 1 1 0 0,-1 0-1 0 0,0-1 1 0 0,0 1-1 0 0,1-1 1 0 0,-1 1-1 0 0,1 0 0 0 0,-1 0 1 0 0,1-1-1 0 0,-1 1 1 0 0,1 0-1 0 0,-1 0 1 0 0,1 0-1 0 0,-1-1 0 0 0,1 1 1 0 0,0 0-1 0 0,0 0 1 0 0,-1 0-1 0 0,1 2 1 0 0,-4 23 225 0 0,0 1 1 0 0,2-1-1 0 0,1 1 1 0 0,1 0-1 0 0,5 33 1 0 0,-3-26-191 0 0,-1-12-135 0 0,2-6-56 0 0,-1-3-68 0 0,2 5-929 0 0,1 0 0 0 0,1 0 0 0 0,11 26 1 0 0,-6-36-339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2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22 182 3276 0 0,'-3'-8'667'0'0,"0"0"-77"0"0,0-1-1 0 0,0 1 0 0 0,0-1 0 0 0,1 0 0 0 0,1 0 1 0 0,-1 0-1 0 0,1 0 0 0 0,1 0 0 0 0,0 0 0 0 0,0-1 0 0 0,3-16 1 0 0,-1 23-561 0 0,-1 0 1 0 0,1 0 0 0 0,0 0 0 0 0,0 1-1 0 0,0-1 1 0 0,0 1 0 0 0,0-1 0 0 0,0 1-1 0 0,1-1 1 0 0,-1 1 0 0 0,1 0 0 0 0,0 0 0 0 0,-1 0-1 0 0,1 1 1 0 0,0-1 0 0 0,0 1 0 0 0,4-2-1 0 0,-6 3-30 0 0,3-2 36 0 0,1 1 0 0 0,13-3-7 0 0,-13 3 2 0 0,-1 2-2 0 0,35 11 62 0 0,-36-10-48 0 0,-2 0-34 0 0,-1-1-1 0 0,0 0 1 0 0,1 0 0 0 0,-1 0-1 0 0,1 1 1 0 0,0-1-1 0 0,-1 0 1 0 0,1 0-1 0 0,0 0 1 0 0,0 0-1 0 0,-1 0 1 0 0,3 1-1 0 0,-2-1 10 0 0,1 3 68 0 0,-1 0 22 0 0,0 2-31 0 0,-1-1 0 0 0,0 1 1 0 0,0-1-1 0 0,0 1 0 0 0,0-1 0 0 0,-1 1 0 0 0,0-1 1 0 0,-1 1-1 0 0,1-1 0 0 0,-5 11 0 0 0,-2-2 176 0 0,-1 0-1 0 0,-1-1 0 0 0,-15 17 1 0 0,22-28-120 0 0,0 1 6 0 0,-3 3-97 0 0,-9 10 355 0 0,15-16-395 0 0,0 1 0 0 0,0-1-1 0 0,0 1 1 0 0,0-1 0 0 0,0 1 0 0 0,-1-1 0 0 0,1 1 0 0 0,0-1 0 0 0,0 0-1 0 0,0 1 1 0 0,0-1 0 0 0,1 1 0 0 0,-1-1 0 0 0,0 1 0 0 0,0-1 0 0 0,0 1-1 0 0,0-1 1 0 0,0 1 0 0 0,0-1 0 0 0,1 0 0 0 0,-1 1 0 0 0,0-1 0 0 0,0 1-1 0 0,1-1 1 0 0,-1 0 0 0 0,0 1 0 0 0,1-1 0 0 0,-1 0 0 0 0,0 1-1 0 0,1-1 1 0 0,-1 0 0 0 0,0 0 0 0 0,1 1 0 0 0,-1-1 0 0 0,1 0 0 0 0,-1 0-1 0 0,1 0 1 0 0,-1 1 0 0 0,1-1 0 0 0,2 1-70 0 0,-1 0 62 0 0,0-1-1 0 0,0 1 0 0 0,0-1 1 0 0,0 0-1 0 0,0 0 0 0 0,-1 0 0 0 0,1 0 1 0 0,0 0-1 0 0,0-1 0 0 0,2 0 1 0 0,1 1-9 0 0,-3 0 14 0 0,-1 0-1 0 0,1 0 1 0 0,0-1-1 0 0,0 1 1 0 0,0 0-1 0 0,-1 1 1 0 0,1-1-1 0 0,0 0 0 0 0,0 0 1 0 0,0 1-1 0 0,-1-1 1 0 0,4 2-1 0 0,-3-1-2 0 0,4-1-3 0 0,1 0 0 0 0,-1 1 0 0 0,1 0-1 0 0,-1 0 1 0 0,1 1 0 0 0,-1 0 0 0 0,0 0-1 0 0,0 0 1 0 0,0 1 0 0 0,0 0-1 0 0,0 0 1 0 0,10 8 0 0 0,-13-9 72 0 0,-1 2 5 0 0,-1-2-47 0 0,1 0 0 0 0,-1 0 0 0 0,-1 0-1 0 0,1 0 1 0 0,0 1 0 0 0,0-1 0 0 0,-1 0 0 0 0,0 0-1 0 0,1 1 1 0 0,-1-1 0 0 0,0 1 0 0 0,0-1 0 0 0,0 0-1 0 0,0 1 1 0 0,-1-1 0 0 0,1 0 0 0 0,0 1-1 0 0,-1-1 1 0 0,0 0 0 0 0,0 0 0 0 0,0 1 0 0 0,0-1-1 0 0,0 0 1 0 0,0 0 0 0 0,0 0 0 0 0,0 0-1 0 0,-1 0 1 0 0,1-1 0 0 0,-1 1 0 0 0,-2 2 0 0 0,-2 2-32 0 0,-1 0 0 0 0,0-1 0 0 0,0 1 0 0 0,0-1 0 0 0,-1-1 0 0 0,1 1 0 0 0,-1-1 0 0 0,-12 4 0 0 0,-50 13-1496 0 0,66-21 912 0 0,0 0-141 0 0,-15-1-168 0 0,14 1-274 0 0,-7-10-3687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2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 3360 0 0,'2'2'1510'0'0,"7"6"-220"0"0,-7-6-320 0 0,-1 1-170 0 0,3 11-107 0 0,-3-11-136 0 0,-1 2-116 0 0,1 19-339 0 0,-1-1 1 0 0,-1 1 0 0 0,-1-1-1 0 0,-8 39 1 0 0,5-45-1363 0 0,-1 0 0 0 0,0 0 0 0 0,-1 0 0 0 0,-10 17 0 0 0,7-17-2534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2.8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24 2608 0 0,'-3'-3'1487'0'0,"2"2"-1297"0"0,-1-1 54 0 0,1 1 1 0 0,-1-1-1 0 0,0 0 0 0 0,1 1 0 0 0,-1-1 0 0 0,0 1 0 0 0,0 0 1 0 0,0 0-1 0 0,0 0 0 0 0,0 0 0 0 0,0 0 0 0 0,0 0 0 0 0,-1 0 1 0 0,1 1-1 0 0,0-1 0 0 0,0 1 0 0 0,-1-1 0 0 0,1 1 1 0 0,0 0-1 0 0,-4 0 0 0 0,-4 2-48 0 0,0 0 0 0 0,1 0 0 0 0,-1 1 0 0 0,0 0-1 0 0,1 0 1 0 0,0 1 0 0 0,-1 1 0 0 0,2 0 0 0 0,-1 0 0 0 0,0 0 0 0 0,1 1 0 0 0,-10 9 0 0 0,9-7-72 0 0,1 0 0 0 0,0 0 1 0 0,0 1-1 0 0,1 0 0 0 0,0 1 1 0 0,1-1-1 0 0,0 1 0 0 0,0 1 1 0 0,1-1-1 0 0,-6 18 0 0 0,10-25-109 0 0,0 1 0 0 0,1 0-1 0 0,-1 0 1 0 0,1 0 0 0 0,0 0 0 0 0,0 0-1 0 0,1 0 1 0 0,-1-1 0 0 0,1 1-1 0 0,0 0 1 0 0,0 0 0 0 0,0 0 0 0 0,0-1-1 0 0,3 6 1 0 0,-2-5-15 0 0,0 1-4 0 0,1 0 1 0 0,0 0-1 0 0,-1-1 1 0 0,1 1-1 0 0,1-1 0 0 0,-1 0 1 0 0,1 0-1 0 0,0 0 0 0 0,0 0 1 0 0,0-1-1 0 0,0 1 1 0 0,0-1-1 0 0,1 0 0 0 0,0-1 1 0 0,-1 1-1 0 0,10 3 1 0 0,1 0-397 0 0,1-1 1 0 0,0-1 0 0 0,22 4 0 0 0,-28-7-242 0 0,-1 0 1 0 0,1 0-1 0 0,-1-1 1 0 0,1 0 0 0 0,-1-1-1 0 0,1 0 1 0 0,-1 0-1 0 0,0-1 1 0 0,1-1 0 0 0,12-4-1 0 0,0-2-4164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23.0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64 3464 0 0,'-16'-39'4349'0'0,"15"36"-3685"0"0,3 0-76 0 0,5-8-57 0 0,-5 8-17 0 0,3 2-20 0 0,2 0-207 0 0,0 0 0 0 0,0 0 0 0 0,0 0 0 0 0,0 1-1 0 0,0 1 1 0 0,0-1 0 0 0,0 1 0 0 0,0 0 0 0 0,0 0-1 0 0,0 1 1 0 0,10 4 0 0 0,-3-1-8 0 0,-2 0 0 0 0,1 1 0 0 0,0 1 0 0 0,-1 0 0 0 0,15 12-1 0 0,-15-10-223 0 0,-1 1 1 0 0,0 0-1 0 0,-1 1 0 0 0,0 1 0 0 0,-1-1 0 0 0,0 1 0 0 0,-1 1 0 0 0,0 0 0 0 0,-1 0 0 0 0,-1 0 0 0 0,0 1 0 0 0,0 0 0 0 0,-2 0 0 0 0,0 1 0 0 0,0-1 0 0 0,-1 1 0 0 0,-1 0 0 0 0,1 28 0 0 0,-4-27-257 0 0,0 0 0 0 0,-1-1 0 0 0,0 1 0 0 0,-1-1 0 0 0,-1 1 0 0 0,0-1 0 0 0,-1 0 0 0 0,-1-1 0 0 0,0 1 0 0 0,-1-1 0 0 0,-12 18 0 0 0,4-12-821 0 0,0-1 0 0 0,-1-1 0 0 0,-1-1 0 0 0,0 0 0 0 0,-2-1 0 0 0,0-1 0 0 0,-35 21 0 0 0,-3-1-5094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37.3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15 3716 0 0,'0'0'5730'0'0,"0"-3"-5031"0"0,-2-3-1561 0 0,0 1 3753 0 0,-8 11 1247 0 0,8-3-4072 0 0,-4 24 329 0 0,-1-6-328 0 0,-2 38 51 0 0,8-56-106 0 0,1 3 5 0 0,-1 16 18 0 0,1-17-9 0 0,0 0-9 0 0,4 37 4 0 0,-4-38-23 0 0,6 16 14 0 0,-3-12-11 0 0,0-1 0 0 0,0 0 0 0 0,1 0-1 0 0,0 0 1 0 0,6 8 0 0 0,-7-11 16 0 0,-1 0-37 0 0,-1-1-49 0 0,0 3 64 0 0,0 0 0 0 0,-1 1-1 0 0,0-1 1 0 0,0 1 0 0 0,0-1 0 0 0,-1 0 0 0 0,-1 10 0 0 0,0-13 0 0 0,2 1 8 0 0,-1 0 0 0 0,-1 0 0 0 0,1 0 0 0 0,-1 0 0 0 0,1 0 1 0 0,-1-1-1 0 0,-4 6 0 0 0,-9 23-12 0 0,8 5-80 0 0,7-32 51 0 0,1-2-58 0 0,4 12 46 0 0,-4-12 3 0 0,1 0-15 0 0,22 20-202 0 0,-21-21 236 0 0,0 2 4 0 0,-1-3 28 0 0,0 0 0 0 0,0 0 0 0 0,0 0 0 0 0,0 0 0 0 0,0 0 0 0 0,-1 1-1 0 0,1-1 1 0 0,0 1 0 0 0,-1-1 0 0 0,1 1 0 0 0,1 2 0 0 0,-1-2 158 0 0,-3 2-128 0 0,-13 32 36 0 0,13-32-55 0 0,-1-1 9 0 0,-11 26-6 0 0,12-26-17 0 0,0 0-5 0 0,-3 10-16 0 0,3-10-66 0 0,0 1 104 0 0,-2 13 26 0 0,2-13-14 0 0,2 0-22 0 0,1 3-31 0 0,0-1 0 0 0,0 0 0 0 0,1 0 0 0 0,-1 0 0 0 0,1 0 0 0 0,6 9 0 0 0,-6-12 14 0 0,-1-1-20 0 0,9 8 14 0 0,-8-7 163 0 0,-1-1-134 0 0,-1-1 22 0 0,0 0-1 0 0,0 0 1 0 0,0 0 0 0 0,0 1-1 0 0,0-1 1 0 0,0 1 0 0 0,0-1-1 0 0,-1 0 1 0 0,1 1 0 0 0,-1-1-1 0 0,1 1 1 0 0,-1 0-1 0 0,1-1 1 0 0,-1 1 0 0 0,0-1-1 0 0,0 1 1 0 0,0-1 0 0 0,0 1-1 0 0,0 2 1 0 0,0 1 126 0 0,-2-2-113 0 0,-10 19 103 0 0,-12 37 0 0 0,22-55-219 0 0,1 0-6 0 0,-2 6 324 0 0,-6 16-4589 0 0,3-6-4275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37.6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2412 0 0,'0'0'9252'0'0,"3"2"-8839"0"0,20 20 929 0 0,-21-19-1162 0 0,0 1-121 0 0,37 46 460 0 0,-37-48-556 0 0,1 1-81 0 0,34 37-3062 0 0,-34-38 2538 0 0,14 3-5858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37.8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233 1 3640 0 0,'0'0'9337'0'0,"-3"2"-9138"0"0,-70 53-313 0 0,47-34-2673 0 0,-55 34 1 0 0,57-42 43 0 0,-2 2-1963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6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31 4604 0 0,'2'-4'1712'0'0,"1"-4"-950"0"0,6-11 7137 0 0,-6 23-4921 0 0,-3 17-3543 0 0,-9 69 1394 0 0,-3 0-1 0 0,-29 97 1 0 0,-15 110-1271 0 0,53-282 833 0 0,3-10-3464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7.3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94 3844 0 0,'0'0'3445'0'0,"-1"-3"-2655"0"0,-4-10-127 0 0,4 10 329 0 0,2 0-576 0 0,0-1-333 0 0,1 0 1 0 0,0 1 0 0 0,0-1 0 0 0,0 0 0 0 0,0 1 0 0 0,0 0 0 0 0,1 0-1 0 0,0 0 1 0 0,-1 0 0 0 0,1 0 0 0 0,0 0 0 0 0,1 1 0 0 0,-1-1 0 0 0,0 1 0 0 0,1 0-1 0 0,-1 0 1 0 0,1 0 0 0 0,0 1 0 0 0,0-1 0 0 0,-1 1 0 0 0,1 0 0 0 0,5-1-1 0 0,55-9 487 0 0,-51 10-501 0 0,0 2 0 0 0,-1-1-1 0 0,1 2 1 0 0,0 0 0 0 0,0 0 0 0 0,-1 1 0 0 0,1 1 0 0 0,-1 0 0 0 0,23 11 0 0 0,-31-14-40 0 0,0 1 0 0 0,0 0 0 0 0,-1 0 1 0 0,1 0-1 0 0,-1 0 0 0 0,1 0 1 0 0,-1 1-1 0 0,0 0 0 0 0,1-1 1 0 0,-1 1-1 0 0,-1 1 0 0 0,1-1 0 0 0,0 0 1 0 0,-1 1-1 0 0,0-1 0 0 0,0 1 1 0 0,0 0-1 0 0,0-1 0 0 0,0 1 0 0 0,-1 0 1 0 0,0 0-1 0 0,0 0 0 0 0,0 0 1 0 0,0 1-1 0 0,0-1 0 0 0,-1 0 1 0 0,0 0-1 0 0,0 0 0 0 0,0 1 0 0 0,0-1 1 0 0,-1 0-1 0 0,-1 5 0 0 0,1-4-9 0 0,-1 0 0 0 0,0-1 0 0 0,0 1 0 0 0,0-1 0 0 0,-1 1 0 0 0,0-1 0 0 0,0 0 0 0 0,0 0 0 0 0,0 0 0 0 0,0 0 0 0 0,-1 0 0 0 0,0-1 0 0 0,-6 5 0 0 0,-6 4 21 0 0,-32 17 0 0 0,47-28-36 0 0,-25 13-405 0 0,0-1 1 0 0,-1-2-1 0 0,-1 0 1 0 0,0-2-1 0 0,0-1 1 0 0,-49 8-1 0 0,64-15-995 0 0,-17-1-424 0 0,13-3-1320 0 0,-13-1-2341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8.1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447 38 2948 0 0,'0'0'1259'0'0,"-3"-3"-262"0"0,1-1-802 0 0,-1 2-1 0 0,0-1 0 0 0,1 0 0 0 0,-1 0 1 0 0,0 1-1 0 0,-1 0 0 0 0,1 0 0 0 0,0-1 0 0 0,-1 2 1 0 0,1-1-1 0 0,-1 0 0 0 0,0 1 0 0 0,1 0 0 0 0,-1 0 1 0 0,0 0-1 0 0,-7-1 0 0 0,1 3-21 0 0,0 0 1 0 0,1 1-1 0 0,-1 0 1 0 0,0 0-1 0 0,1 1 0 0 0,-1 1 1 0 0,1-1-1 0 0,0 2 0 0 0,-17 9 1 0 0,12-4-9 0 0,0 0 1 0 0,1 1-1 0 0,0 1 1 0 0,1 0-1 0 0,-14 18 1 0 0,4-2 12 0 0,2 1 0 0 0,2 1 1 0 0,0 1-1 0 0,2 1 0 0 0,-14 38 0 0 0,19-38-109 0 0,0 1 0 0 0,2 0-1 0 0,2 0 1 0 0,-5 56-1 0 0,10-75-67 0 0,2 0 1 0 0,-1 0-1 0 0,2 0 0 0 0,0 0 0 0 0,1 0 0 0 0,0 0 0 0 0,1 0 0 0 0,1 0 0 0 0,0-1 1 0 0,0 1-1 0 0,2-1 0 0 0,0 0 0 0 0,13 21 0 0 0,-16-29-111 0 0,1 0-1 0 0,0-1 1 0 0,0 0-1 0 0,1 0 0 0 0,-1 0 1 0 0,1 0-1 0 0,0 0 1 0 0,0-1-1 0 0,0 0 1 0 0,1 0-1 0 0,-1-1 1 0 0,0 1-1 0 0,1-1 1 0 0,0 0-1 0 0,0-1 0 0 0,-1 0 1 0 0,1 1-1 0 0,7-1 1 0 0,-1 0-674 0 0,0-1 0 0 0,1-1-1 0 0,-1 0 1 0 0,0-1 0 0 0,1 0 0 0 0,-1 0 0 0 0,16-7 0 0 0,-3 0-3464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8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0 2696 0 0,'0'0'3971'0'0,"-4"1"-3293"0"0,-9 2 1886 0 0,27 0-1606 0 0,-10-3-761 0 0,2 0-15 0 0,106 8 793 0 0,-108-8-860 0 0,1 0-17 0 0,16 0-28 0 0,-16 0 35 0 0,-1 0-72 0 0,11 2 272 0 0,5-1-1752 0 0,-7 0-5099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8.9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38 2520 0 0,'0'0'4501'0'0,"1"-3"-3799"0"0,-1 2-622 0 0,0 1 0 0 0,0-1-1 0 0,0 1 1 0 0,0 0-1 0 0,0-1 1 0 0,0 1-1 0 0,0-1 1 0 0,0 1 0 0 0,0 0-1 0 0,0-1 1 0 0,0 1-1 0 0,1-1 1 0 0,-1 1 0 0 0,0 0-1 0 0,0-1 1 0 0,1 1-1 0 0,-1 0 1 0 0,0-1-1 0 0,0 1 1 0 0,1 0 0 0 0,-1 0-1 0 0,0-1 1 0 0,1 1-1 0 0,-1 0 1 0 0,0 0 0 0 0,1-1-1 0 0,-1 1 1 0 0,0 0-1 0 0,2 0 1 0 0,6 9 929 0 0,-8-8-1067 0 0,3 2 306 0 0,-2 1-35 0 0,7 27 232 0 0,-2 1-1 0 0,-1-1 1 0 0,1 55 0 0 0,-6-82-342 0 0,1 20 73 0 0,-1-19 133 0 0,0-1-37 0 0,0 14 64 0 0,0-13 1372 0 0,2-6-1689 0 0,0 1 0 0 0,0-1 0 0 0,0 0-1 0 0,0 0 1 0 0,0 0 0 0 0,-1 0 0 0 0,1 0 0 0 0,0-1-1 0 0,-1 1 1 0 0,1-1 0 0 0,-1 1 0 0 0,1-1 0 0 0,-1 1-1 0 0,0-1 1 0 0,1 0 0 0 0,1-3 0 0 0,22-38 59 0 0,-19 32-146 0 0,9-15 89 0 0,4-10-182 0 0,3 1 0 0 0,44-56 0 0 0,-64 88-315 0 0,10-9-488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7:59.4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44 101 3020 0 0,'0'0'3145'0'0,"1"4"-2501"0"0,10 31 2426 0 0,-10-31-2377 0 0,20 4 417 0 0,-19-9-1080 0 0,0 1 0 0 0,-1-1-1 0 0,1 1 1 0 0,0-1 0 0 0,0 1 0 0 0,0 0 0 0 0,0 0 0 0 0,0 0 0 0 0,0 0 0 0 0,0 0 0 0 0,2 1-1 0 0,1-2 208 0 0,0 0-4 0 0,3-2-132 0 0,1 1-1 0 0,-1-1 1 0 0,-1-1 0 0 0,1 1 0 0 0,0-2 0 0 0,-1 1 0 0 0,0-1-1 0 0,0 0 1 0 0,0 0 0 0 0,-1-1 0 0 0,0 1 0 0 0,0-2 0 0 0,0 1-1 0 0,0-1 1 0 0,-1 1 0 0 0,4-9 0 0 0,-7 12-100 0 0,-1 1 0 0 0,0 0 0 0 0,0-1-1 0 0,0 1 1 0 0,-1-1 0 0 0,1 0 0 0 0,0 1 0 0 0,-1-1 0 0 0,0 1 0 0 0,0-1-1 0 0,1 0 1 0 0,-2 1 0 0 0,1-1 0 0 0,-1-4 0 0 0,0-5-81 0 0,-3 11 68 0 0,-3 1 25 0 0,0 0-1 0 0,-1 0 1 0 0,1 1-1 0 0,0 0 1 0 0,0 0-1 0 0,0 1 1 0 0,0 0 0 0 0,0 0-1 0 0,0 1 1 0 0,0 0-1 0 0,1 0 1 0 0,0 0-1 0 0,-1 1 1 0 0,1 0-1 0 0,-11 9 1 0 0,3-2 21 0 0,1 1 1 0 0,0 0-1 0 0,0 1 1 0 0,2 1-1 0 0,-15 20 1 0 0,22-28 12 0 0,1 0-1 0 0,0 0 1 0 0,0 0 0 0 0,1 0 0 0 0,0 1 0 0 0,0-1 0 0 0,0 1-1 0 0,1-1 1 0 0,0 1 0 0 0,0 0 0 0 0,1 0 0 0 0,0-1 0 0 0,0 1-1 0 0,0 0 1 0 0,3 12 0 0 0,-2-16-17 0 0,1 1 0 0 0,-1-1-1 0 0,1 1 1 0 0,-1-1 0 0 0,1 1-1 0 0,0-1 1 0 0,1 0 0 0 0,-1 0 0 0 0,0 0-1 0 0,1-1 1 0 0,0 1 0 0 0,-1 0 0 0 0,6 3-1 0 0,-5-4-66 0 0,0 0 37 0 0,1 1-1 0 0,-1-1 1 0 0,1 0-1 0 0,0 0 1 0 0,0 0-1 0 0,0 0 0 0 0,0-1 1 0 0,0 0-1 0 0,0 0 1 0 0,0 0-1 0 0,1 0 0 0 0,-1 0 1 0 0,5-1-1 0 0,-5 0 4 0 0,9 2-85 0 0,0-1 0 0 0,0-1-1 0 0,0 0 1 0 0,-1-1 0 0 0,1-1 0 0 0,0 0 0 0 0,0 0-1 0 0,23-9 1 0 0,28-17-2580 0 0,-10-7-3765 0 0,-37 22 620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03.4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319 18 3692 0 0,'0'0'4846'0'0,"0"-4"-4171"0"0,2-9 638 0 0,-10 65 1679 0 0,-32 123-1512 0 0,-7-1 1 0 0,-103 245-1 0 0,85-252-460 0 0,64-164-948 0 0,0 1-33 0 0,-3 9 35 0 0,3-9 93 0 0,1 0-160 0 0,-3 10-111 0 0,2-10-170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26.9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48 3344 0 0,'0'-3'1812'0'0,"2"-29"4459"0"0,-1 24-6472 0 0,-1 4 1944 0 0,-2 9-1612 0 0,-40 151 497 0 0,-22 68-396 0 0,48-170-224 0 0,15-50-3 0 0,0 0 4 0 0,-3 15 4 0 0,3-15 39 0 0,0 0-38 0 0,1 9-7 0 0,1-13-9 0 0,-1 1-1 0 0,1-1 0 0 0,-1 0 1 0 0,1 0-1 0 0,-1 0 0 0 0,1 0 1 0 0,-1 0-1 0 0,1 1 0 0 0,0-1 1 0 0,-1 0-1 0 0,1 0 0 0 0,-1 0 1 0 0,1-1-1 0 0,-1 1 0 0 0,1 0 0 0 0,0 0 1 0 0,-1 0-1 0 0,1 0 0 0 0,-1 0 1 0 0,1-1-1 0 0,-1 1 0 0 0,2-1 1 0 0,1 0-43 0 0,-3 0 40 0 0,0 1 0 0 0,1-1 0 0 0,-1 0 0 0 0,0 1-1 0 0,0-1 1 0 0,1 0 0 0 0,-1 1 0 0 0,0-1 0 0 0,1 0 0 0 0,-1 1 0 0 0,1-1 0 0 0,-1 1 0 0 0,1-1 0 0 0,-1 1 0 0 0,1-1-1 0 0,-1 1 1 0 0,1-1 0 0 0,-1 1 0 0 0,2-1 0 0 0,9-11-94 0 0,31-44-176 0 0,25-33 18 0 0,-65 86 246 0 0,1 1 6 0 0,-2 1-3 0 0,0 1 5 0 0,-1-1-1 0 0,1 0 1 0 0,-1 1 0 0 0,1-1-1 0 0,0 0 1 0 0,-1 1 0 0 0,1-1 0 0 0,0 1-1 0 0,0-1 1 0 0,-1 1 0 0 0,1-1-1 0 0,0 1 1 0 0,0 0 0 0 0,0-1 0 0 0,0 1-1 0 0,-1 0 1 0 0,1 0 0 0 0,0 0-1 0 0,0-1 1 0 0,0 1 0 0 0,0 0-1 0 0,2 0 1 0 0,15 2 7 0 0,-11 2-3 0 0,-3 1 0 0 0,0 0 0 0 0,0 1 0 0 0,-1-1-1 0 0,0 1 1 0 0,0 0 0 0 0,0 0 0 0 0,-1 0 0 0 0,0 0 0 0 0,0 0 0 0 0,-1 1 0 0 0,2 5 0 0 0,3 16-8 0 0,-1-12-200 0 0,1 1-1 0 0,0-1 1 0 0,15 26-1 0 0,-19-39 104 0 0,1-1 0 0 0,-1 1-1 0 0,0-1 1 0 0,1 0-1 0 0,-1 0 1 0 0,1 0 0 0 0,0 0-1 0 0,-1 0 1 0 0,1-1-1 0 0,0 1 1 0 0,0-1-1 0 0,0 0 1 0 0,0 0 0 0 0,0 0-1 0 0,1 0 1 0 0,-1 0-1 0 0,0-1 1 0 0,0 1 0 0 0,1-1-1 0 0,-1 0 1 0 0,0 0-1 0 0,0 0 1 0 0,4-1 0 0 0,4-1-210 0 0,0 0 0 0 0,0 0 1 0 0,-1-1-1 0 0,1 0 0 0 0,12-7 1 0 0,-12 5 347 0 0,-1-1 1 0 0,0 0-1 0 0,0 0 1 0 0,-1-1-1 0 0,1-1 1 0 0,-2 0 0 0 0,1 0-1 0 0,-1 0 1 0 0,0-1-1 0 0,-1 0 1 0 0,0-1-1 0 0,0 0 1 0 0,-1 0-1 0 0,0 0 1 0 0,-1-1-1 0 0,0 0 1 0 0,-1 0-1 0 0,0 0 1 0 0,-1 0 0 0 0,3-18-1 0 0,-5 25 217 0 0,-1-19 210 0 0,0 19-270 0 0,-2 1-48 0 0,-2-10-41 0 0,2 10 124 0 0,-1 1-102 0 0,0 1-102 0 0,1 0 0 0 0,0 1 1 0 0,0-1-1 0 0,-1 1 0 0 0,1-1 1 0 0,0 1-1 0 0,-1 0 0 0 0,1 0 1 0 0,0 0-1 0 0,-1 0 0 0 0,1 0 1 0 0,0 0-1 0 0,-1 1 0 0 0,1-1 1 0 0,0 1-1 0 0,-1 0 0 0 0,1 0 1 0 0,0 0-1 0 0,0 0 0 0 0,0 0 1 0 0,0 0-1 0 0,0 0 0 0 0,0 1 1 0 0,0-1-1 0 0,-1 2 0 0 0,-4 4-2 0 0,0 0-1 0 0,1 0 1 0 0,0 0 0 0 0,0 1-1 0 0,1-1 1 0 0,0 2-1 0 0,0-1 1 0 0,1 0 0 0 0,0 1-1 0 0,-4 13 1 0 0,7-19-23 0 0,0 2 21 0 0,-2 13-21 0 0,2-13-23 0 0,4 17 12 0 0,-3-17 12 0 0,2-4-10 0 0,-1 1 3 0 0,1-1-1 0 0,-1 0 1 0 0,1 0 0 0 0,0 1-1 0 0,-1-1 1 0 0,1-1-1 0 0,0 1 1 0 0,0 0 0 0 0,0 0-1 0 0,0-1 1 0 0,0 1-1 0 0,0-1 1 0 0,0 1 0 0 0,0-1-1 0 0,0 0 1 0 0,0 0-1 0 0,0 0 1 0 0,3 0 0 0 0,-1 0-22 0 0,0-2 4 0 0,2 0 28 0 0,-3 1-8 0 0,0-1 0 0 0,0 1 0 0 0,0 0 0 0 0,0-1 0 0 0,-1 1 0 0 0,1-1-1 0 0,5-4 1 0 0,-3 0 6 0 0,0 0-1 0 0,0 0 0 0 0,-1 0 0 0 0,0-1 0 0 0,0 1 0 0 0,3-9 1 0 0,2-9 51 0 0,-7 20-21 0 0,-1 1 9 0 0,6-5 301 0 0,-5 20-57 0 0,-2-10-325 0 0,0 2 80 0 0,0 1-18 0 0,-2 15-2 0 0,1-15-13 0 0,2 0-8 0 0,2 24 20 0 0,10 7-23 0 0,-10-32 7 0 0,-1 0-7 0 0,1-2-8 0 0,10 6-20 0 0,-10-6-20 0 0,1-2-14 0 0,2 1 14 0 0,0-1-1 0 0,0-1 1 0 0,0 1 0 0 0,-1-1 0 0 0,1 0 0 0 0,0 0-1 0 0,0-1 1 0 0,0 0 0 0 0,-1 0 0 0 0,1 0 0 0 0,7-5 0 0 0,-4 1 29 0 0,0 0 1 0 0,-1 0 0 0 0,0-1-1 0 0,0 0 1 0 0,-1-1 0 0 0,0 0-1 0 0,0 0 1 0 0,-1-1 0 0 0,9-15-1 0 0,-8 11 82 0 0,-1-1 0 0 0,0 0 0 0 0,-1 0-1 0 0,-1-1 1 0 0,0 1 0 0 0,3-30 0 0 0,-1-13 347 0 0,-5 52-257 0 0,-1-1-10 0 0,1-16-22 0 0,-1 17-24 0 0,1 3-29 0 0,-1 1 0 0 0,0-1-1 0 0,0 1 1 0 0,0-1-1 0 0,0 1 1 0 0,0-1-1 0 0,0 1 1 0 0,0-1 0 0 0,0 1-1 0 0,-1-1 1 0 0,1 1-1 0 0,-1-2 1 0 0,-3 6-11 0 0,1 1 1 0 0,0 0-1 0 0,0 0 1 0 0,1 0-1 0 0,-1 0 1 0 0,1 0-1 0 0,0 1 1 0 0,0-1-1 0 0,0 1 1 0 0,1-1-1 0 0,0 1 0 0 0,0 0 1 0 0,-1 6-1 0 0,-12 81 335 0 0,12-77-331 0 0,-1 15 58 0 0,0 0 1 0 0,4 58 0 0 0,0-83-144 0 0,0-1 0 0 0,1 1 0 0 0,-1-1 0 0 0,1 0 0 0 0,0 0 0 0 0,0 0 0 0 0,0 0 0 0 0,0 0 0 0 0,1 0 0 0 0,0 0 0 0 0,0-1 0 0 0,0 1 0 0 0,6 5 0 0 0,-6-7-245 0 0,1-1-58 0 0,-1 0 137 0 0,0 0 0 0 0,0-1 0 0 0,-1 1 0 0 0,1-1 0 0 0,0 0 0 0 0,0 0 0 0 0,0 0 0 0 0,0 0 0 0 0,0-1 0 0 0,0 1 0 0 0,0-1 0 0 0,-1 1 0 0 0,1-1 0 0 0,0 0 0 0 0,0 0 0 0 0,-1 0 0 0 0,1-1 0 0 0,0 1 0 0 0,-1-1 0 0 0,0 1 0 0 0,1-1 0 0 0,-1 0 0 0 0,4-3 0 0 0,-2 1-253 0 0,10-15-2950 0 0,-2-2-763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27.1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41 2280 0 0,'-4'-1'1279'0'0,"-2"-2"1497"0"0,7 0-950 0 0,18-2-350 0 0,47-4-2500 0 0,-45 6 1058 0 0,55-12-5417 0 0,-72 13 2159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27.6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23 100 2620 0 0,'-11'13'1434'0'0,"9"-10"677"0"0,0 0-1361 0 0,-4 9-111 0 0,5-9 810 0 0,2 0-1097 0 0,0-2-310 0 0,-1 0 0 0 0,1 1 0 0 0,-1-1 0 0 0,1 0 1 0 0,0 0-1 0 0,0 0 0 0 0,0 0 0 0 0,0 0 0 0 0,-1 0 0 0 0,1-1 1 0 0,0 1-1 0 0,0 0 0 0 0,1 0 0 0 0,-1-1 0 0 0,0 1 0 0 0,0 0 0 0 0,0-1 1 0 0,0 1-1 0 0,1-1 0 0 0,-1 0 0 0 0,0 1 0 0 0,0-1 0 0 0,1 0 1 0 0,-1 0-1 0 0,0 0 0 0 0,2 0 0 0 0,2 1 60 0 0,-1-2-9 0 0,6 0-12 0 0,1-1-1 0 0,-1 0 0 0 0,0 0 1 0 0,0-1-1 0 0,10-4 0 0 0,-13 3-44 0 0,0 1 0 0 0,0-1 0 0 0,-1 0 0 0 0,1-1 0 0 0,-1 1-1 0 0,0-1 1 0 0,0-1 0 0 0,0 1 0 0 0,-1-1 0 0 0,1 0 0 0 0,4-7-1 0 0,-9 10-12 0 0,4-15-32 0 0,-4 17 6 0 0,-1 0 1 0 0,0-1-1 0 0,1 1 0 0 0,-1 0 1 0 0,0 0-1 0 0,0 0 1 0 0,0 0-1 0 0,0 0 1 0 0,0 0-1 0 0,0 0 0 0 0,0-1 1 0 0,0 1-1 0 0,-1 0 1 0 0,1 0-1 0 0,-1-2 1 0 0,0 0-8 0 0,0-1-29 0 0,-12-14-147 0 0,13 18 183 0 0,0 0 0 0 0,-1 1 1 0 0,1-1-1 0 0,0 0 0 0 0,-1 0 0 0 0,1 0 1 0 0,0 0-1 0 0,-1 0 0 0 0,1 0 0 0 0,-1 0 1 0 0,1 0-1 0 0,0 0 0 0 0,-1 0 1 0 0,1 0-1 0 0,0 0 0 0 0,-1 0 0 0 0,1 0 1 0 0,0 0-1 0 0,-1 0 0 0 0,1 0 0 0 0,0-1 1 0 0,-1 1-1 0 0,1 0 0 0 0,0 0 1 0 0,-1 0-1 0 0,1-1 0 0 0,0 1 0 0 0,-1 0 1 0 0,0-1-2 0 0,1 0 1 0 0,-1 1-1 0 0,0-1 1 0 0,0 1-1 0 0,0-1 1 0 0,0 1-1 0 0,0 0 1 0 0,0-1-1 0 0,0 1 1 0 0,0 0-1 0 0,0 0 1 0 0,0 0-1 0 0,0 0 1 0 0,0-1-1 0 0,0 1 1 0 0,-2 1-1 0 0,-2-1 22 0 0,0 1-1 0 0,0 0 1 0 0,0 0 0 0 0,0 1 0 0 0,0-1-1 0 0,1 1 1 0 0,-1 0 0 0 0,0 1-1 0 0,1-1 1 0 0,-1 1 0 0 0,-6 5 0 0 0,4-2 39 0 0,0 1 1 0 0,1 0-1 0 0,0 0 1 0 0,0 0-1 0 0,1 1 1 0 0,-8 14-1 0 0,9-15-26 0 0,0 0 0 0 0,1 0 0 0 0,0 0 0 0 0,0 1 0 0 0,1 0 0 0 0,0 0 0 0 0,0-1 0 0 0,1 1 0 0 0,0 0 0 0 0,0 0 0 0 0,1 0 0 0 0,0 1 0 0 0,0-1 0 0 0,1 0 0 0 0,2 11 0 0 0,-2-15-47 0 0,1-1 1 0 0,-1 1-1 0 0,1-1 0 0 0,-1 0 1 0 0,1 1-1 0 0,0-1 1 0 0,0 0-1 0 0,1 0 1 0 0,-1 0-1 0 0,1 0 0 0 0,-1 0 1 0 0,6 3-1 0 0,-5-3-51 0 0,2 0-116 0 0,0 0-1 0 0,0-1 0 0 0,0 1 0 0 0,1-1 1 0 0,-1 0-1 0 0,1-1 0 0 0,-1 1 0 0 0,1-1 1 0 0,0 0-1 0 0,0 0 0 0 0,-1-1 0 0 0,1 0 0 0 0,0 0 1 0 0,0 0-1 0 0,10-2 0 0 0,54-13-4758 0 0,-46 7 824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27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212 0 3256 0 0,'0'0'1514'0'0,"0"4"-157"0"0,3 12-506 0 0,-1-1-1 0 0,-1 1 1 0 0,-1-1-1 0 0,0 1 1 0 0,-4 26-1 0 0,1-25-1037 0 0,-1-1-1 0 0,-1 0 1 0 0,0 0-1 0 0,-1 0 1 0 0,-1-1-1 0 0,0 0 1 0 0,-1 0-1 0 0,-1 0 1 0 0,-11 13 0 0 0,-4 1-2354 0 0,-51 50 1 0 0,75-79 2526 0 0,-40 38-4207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32.3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 3772 0 0,'0'0'11934'0'0,"0"7"-11646"0"0,-19 416 811 0 0,8-240-4817 0 0,11-178 2956 0 0,0-2-61 0 0,1 2 363 0 0,1 2 207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32.6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0 315 3256 0 0,'0'-15'492'0'0,"1"-1"0"0"0,0 1-1 0 0,1 0 1 0 0,1 0 0 0 0,0-1 0 0 0,1 1-1 0 0,0 1 1 0 0,1-1 0 0 0,1 1 0 0 0,8-15-1 0 0,-8 20-421 0 0,0-1 1 0 0,1 1-1 0 0,1 0 0 0 0,-1 0 0 0 0,1 1 0 0 0,1 0 0 0 0,-1 1 1 0 0,1 0-1 0 0,1 0 0 0 0,-1 0 0 0 0,1 2 0 0 0,0-1 0 0 0,1 1 0 0 0,12-4 1 0 0,-11 4 90 0 0,1 1 0 0 0,1 1 0 0 0,-1 0 0 0 0,0 1 0 0 0,1 0 0 0 0,0 1 0 0 0,-1 0 0 0 0,18 2 0 0 0,-29-1-118 0 0,0 0 0 0 0,0 1 0 0 0,0-1 0 0 0,1 0 0 0 0,-1 1 0 0 0,-1-1 1 0 0,1 1-1 0 0,0-1 0 0 0,0 1 0 0 0,0 0 0 0 0,0 0 0 0 0,0 0 0 0 0,-1 0 0 0 0,1 0 0 0 0,0 0 0 0 0,-1 1 0 0 0,1-1 0 0 0,-1 1 0 0 0,1-1 1 0 0,-1 1-1 0 0,0-1 0 0 0,1 1 0 0 0,-1 0 0 0 0,0-1 0 0 0,0 1 0 0 0,-1 0 0 0 0,1 0 0 0 0,0 0 0 0 0,0 0 0 0 0,-1 0 0 0 0,1 0 0 0 0,-1 0 0 0 0,0 0 1 0 0,0 0-1 0 0,1 0 0 0 0,-1 0 0 0 0,0 0 0 0 0,-1 0 0 0 0,1 0 0 0 0,-1 3 0 0 0,0 4 33 0 0,-1-1 0 0 0,-1 1-1 0 0,0 0 1 0 0,0 0 0 0 0,0-1 0 0 0,-1 0-1 0 0,-8 13 1 0 0,-3 1-305 0 0,-2-1 0 0 0,0-1 0 0 0,-2 0-1 0 0,0-1 1 0 0,-23 17 0 0 0,39-34-255 0 0,-17-7-7133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32.9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97 2716 0 0,'53'-80'6673'0'0,"-51"77"-6161"0"0,-2 2-468 0 0,1 0 0 0 0,-1 0 0 0 0,0 1-1 0 0,0-1 1 0 0,1 0 0 0 0,-1 0 0 0 0,1 1 0 0 0,-1-1 0 0 0,1 0 0 0 0,-1 1 0 0 0,1-1 0 0 0,-1 1-1 0 0,1-1 1 0 0,-1 0 0 0 0,1 1 0 0 0,0-1 0 0 0,-1 1 0 0 0,3-2 1476 0 0,-3 20-1349 0 0,0 0 0 0 0,-1 0 0 0 0,-1 0 1 0 0,0-1-1 0 0,-10 32 0 0 0,3-8-137 0 0,5-23-70 0 0,1 0 1 0 0,0 0-1 0 0,2 0 1 0 0,0 1-1 0 0,3 34 1 0 0,-2-49-60 0 0,1 0 1 0 0,0-1 0 0 0,0 1 0 0 0,1 0-1 0 0,-1-1 1 0 0,1 1 0 0 0,0-1 0 0 0,0 1-1 0 0,0-1 1 0 0,0 0 0 0 0,1 0 0 0 0,3 4 0 0 0,-4-5 11 0 0,0 1-82 0 0,1-1-1 0 0,0 0 1 0 0,0 0-1 0 0,0 0 1 0 0,0 0 0 0 0,0 0-1 0 0,0-1 1 0 0,1 0-1 0 0,-1 1 1 0 0,1-1 0 0 0,-1 0-1 0 0,1-1 1 0 0,5 2-1 0 0,-6-2 42 0 0,2 1-287 0 0,1 0 0 0 0,-1 0 0 0 0,1-1 0 0 0,-1 0 1 0 0,1 0-1 0 0,-1 0 0 0 0,1-1 0 0 0,-1 1 0 0 0,1-1 0 0 0,-1-1 1 0 0,6-1-1 0 0,-4 1-538 0 0,23-6-2443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33.3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91 3504 0 0,'25'-40'3041'0'0,"-24"37"-2261"0"0,5-17 614 0 0,-4 17-285 0 0,-2 2-1050 0 0,0 0 0 0 0,0 0 0 0 0,0 0 0 0 0,0 0 0 0 0,0 0 0 0 0,0 0 0 0 0,0 0 0 0 0,0 0 0 0 0,0 1 0 0 0,-1-1 0 0 0,1 0 0 0 0,0 0 0 0 0,0 0 0 0 0,-1 0 0 0 0,1 1 0 0 0,-1-1 0 0 0,1 0 0 0 0,-1 0 0 0 0,1 0 0 0 0,-1 1 0 0 0,1-1 0 0 0,-1 0 0 0 0,0 1 0 0 0,1-1 0 0 0,-1 1 0 0 0,0-1 0 0 0,0 1 0 0 0,1-1 0 0 0,-1 1 0 0 0,0-1 0 0 0,-1 0 0 0 0,-1 1 10 0 0,1 0 0 0 0,0 0 0 0 0,-1 0 0 0 0,1 1 0 0 0,0-1 0 0 0,-1 0 0 0 0,1 1 0 0 0,0 0 0 0 0,-1-1 1 0 0,1 1-1 0 0,-4 2 0 0 0,-4 2 45 0 0,0 1-1 0 0,0 0 1 0 0,-14 12 0 0 0,16-11-82 0 0,1 1 0 0 0,0 0 0 0 0,0 0 0 0 0,0 0 0 0 0,1 1 0 0 0,1 0-1 0 0,-1 0 1 0 0,1 1 0 0 0,1-1 0 0 0,-4 12 0 0 0,6-16-36 0 0,1 0-17 0 0,-2 15-16 0 0,3-15-15 0 0,1-2-33 0 0,0 0 32 0 0,0-1 0 0 0,0 0 0 0 0,1 0 0 0 0,-1 0 1 0 0,1 0-1 0 0,-1 0 0 0 0,1 0 0 0 0,0 0 0 0 0,0 0 0 0 0,0-1 0 0 0,0 1 1 0 0,0-1-1 0 0,0 1 0 0 0,0-1 0 0 0,0 0 0 0 0,0 0 0 0 0,1 0 0 0 0,-1 0 1 0 0,1 0-1 0 0,3 0 0 0 0,-2 0-48 0 0,1-2-28 0 0,0 0 124 0 0,1 0 0 0 0,-1 0 1 0 0,1 0-1 0 0,-1-1 1 0 0,0 1-1 0 0,1-1 0 0 0,-1-1 1 0 0,0 1-1 0 0,0-1 0 0 0,0 0 1 0 0,-1 0-1 0 0,1 0 1 0 0,-1-1-1 0 0,1 0 0 0 0,-1 0 1 0 0,-1 0-1 0 0,1 0 0 0 0,0 0 1 0 0,4-9-1 0 0,13-23 505 0 0,-20 32-289 0 0,1 0 8 0 0,4-11-23 0 0,-5 11 76 0 0,6-10 1005 0 0,-8 30-1196 0 0,1-12-14 0 0,1 42-176 0 0,-1-42-91 0 0,1-4 186 0 0,-1 0 1 0 0,0 0-1 0 0,0 0 0 0 0,1 0 1 0 0,-1 1-1 0 0,0-1 1 0 0,0 0-1 0 0,1 0 1 0 0,-1 0-1 0 0,0 0 0 0 0,0 1 1 0 0,0-1-1 0 0,1 0 1 0 0,-1 0-1 0 0,0 0 1 0 0,0 1-1 0 0,0-1 0 0 0,0 0 1 0 0,1 0-1 0 0,-1 1 1 0 0,0-1-1 0 0,0 0 1 0 0,0 0-1 0 0,0 1 0 0 0,0-1 1 0 0,0 0-1 0 0,0 0 1 0 0,0 1-1 0 0,0-1 1 0 0,0 0-1 0 0,0 1 1 0 0,1 0-55 0 0,-1 0 0 0 0,0 0 1 0 0,0 0-1 0 0,0-1 1 0 0,1 1-1 0 0,-1 0 1 0 0,1 0-1 0 0,-1 0 0 0 0,1 0 1 0 0,-1-1-1 0 0,1 1 1 0 0,-1 0-1 0 0,1-1 1 0 0,-1 1-1 0 0,1 0 0 0 0,0-1 1 0 0,-1 1-1 0 0,1 0 1 0 0,1 0-1 0 0,6 2-620 0 0,1 0 0 0 0,-1-1 0 0 0,1 1 0 0 0,-1-2 0 0 0,1 1 0 0 0,0-1 0 0 0,-1-1 0 0 0,1 1 0 0 0,0-2 0 0 0,0 1-1 0 0,16-4 1 0 0,1 0-3462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33.9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44 3240 0 0,'1'-2'223'0'0,"-1"1"0"0"0,1 0-1 0 0,-1-1 1 0 0,0 1-1 0 0,1 0 1 0 0,-1-1 0 0 0,0 1-1 0 0,0 0 1 0 0,0-1 0 0 0,0 1-1 0 0,0 0 1 0 0,0-1 0 0 0,0 1-1 0 0,-1 0 1 0 0,1-1 0 0 0,0 1-1 0 0,-1 0 1 0 0,1-1-1 0 0,-1 1 1 0 0,1 0 0 0 0,-1 0-1 0 0,0-1 1 0 0,1 1 0 0 0,-1 0-1 0 0,0 0 1 0 0,-1-1 0 0 0,-1-1 1159 0 0,-1 6-802 0 0,-4 0-342 0 0,1 1 1 0 0,0 0-1 0 0,0 1 1 0 0,1-1-1 0 0,-1 1 1 0 0,1 1-1 0 0,0-1 1 0 0,-5 8 0 0 0,6-6-168 0 0,0-1 1 0 0,1 2 0 0 0,0-1 0 0 0,0 0 0 0 0,1 1-1 0 0,0-1 1 0 0,0 1 0 0 0,1 0 0 0 0,-3 15 0 0 0,5-19-50 0 0,1 1-28 0 0,-1-2-37 0 0,0 0 1 0 0,1 0 0 0 0,-1 0 0 0 0,1 1 0 0 0,0-2-1 0 0,0 1 1 0 0,0 0 0 0 0,0 0 0 0 0,1 0 0 0 0,-1 0-1 0 0,1-1 1 0 0,0 1 0 0 0,-1-1 0 0 0,1 1 0 0 0,0-1-1 0 0,1 0 1 0 0,-1 1 0 0 0,0-1 0 0 0,1 0 0 0 0,-1-1-1 0 0,1 1 1 0 0,-1 0 0 0 0,1-1 0 0 0,0 1 0 0 0,0-1 0 0 0,0 0-1 0 0,0 0 1 0 0,0 0 0 0 0,0 0 0 0 0,4 0 0 0 0,0 0-213 0 0,1-1 0 0 0,0 0 1 0 0,0 0-1 0 0,0-1 1 0 0,-1 0-1 0 0,1 0 1 0 0,0-1-1 0 0,-1 0 0 0 0,1 0 1 0 0,-1-1-1 0 0,0 0 1 0 0,1 0-1 0 0,-2 0 1 0 0,1-1-1 0 0,8-6 0 0 0,-3 1-32 0 0,0 0 0 0 0,0-1 0 0 0,0-1 1 0 0,-2 0-1 0 0,1 0 0 0 0,14-22 0 0 0,-24 31 781 0 0,0 1-459 0 0,-1 1 0 0 0,1-1 0 0 0,-1 1-1 0 0,1-1 1 0 0,-1 1 0 0 0,0-1-1 0 0,1 1 1 0 0,-1-1 0 0 0,0 1 0 0 0,1-1-1 0 0,-1 1 1 0 0,0-1 0 0 0,0 1 0 0 0,0-1-1 0 0,1 0 1 0 0,-1 1 0 0 0,0-1 0 0 0,0 0-1 0 0,0 1 1 0 0,0-4 2433 0 0,0 5-2463 0 0,-1-1-1 0 0,0 1 1 0 0,0-1-1 0 0,0 1 1 0 0,1-1 0 0 0,-1 1-1 0 0,0 0 1 0 0,1 0-1 0 0,-1-1 1 0 0,1 1-1 0 0,-1 0 1 0 0,1 0-1 0 0,-1 0 1 0 0,1-1 0 0 0,0 1-1 0 0,-1 0 1 0 0,1 0-1 0 0,0 0 1 0 0,0 0-1 0 0,-1 0 1 0 0,1 0-1 0 0,0 0 1 0 0,0 0-1 0 0,0 0 1 0 0,0 0 0 0 0,0 0-1 0 0,0 0 1 0 0,1 1-1 0 0,-1 5-223 0 0,4-6 44 0 0,5 0 60 0 0,0-1 0 0 0,0 0 0 0 0,0 0 0 0 0,0-1-1 0 0,0 0 1 0 0,0-1 0 0 0,15-4 0 0 0,-12 2 194 0 0,-1 0 0 0 0,1-1-1 0 0,-1 0 1 0 0,0 0 0 0 0,0-2 0 0 0,0 1 0 0 0,17-16 0 0 0,-25 20 74 0 0,-3 2-143 0 0,1 0 0 0 0,-1 0 0 0 0,1-1-1 0 0,-1 1 1 0 0,1 0 0 0 0,-1-1 0 0 0,1 1 0 0 0,-1 0 0 0 0,1-1 0 0 0,-1 1 0 0 0,1-1-1 0 0,-1 1 1 0 0,1-1 0 0 0,-1 1 0 0 0,0-1 0 0 0,1 1 0 0 0,-1-1 0 0 0,0 1 0 0 0,0-1-1 0 0,1 1 1 0 0,-1-1 0 0 0,0 0 0 0 0,0 1 0 0 0,0-1 0 0 0,0 1 0 0 0,0-1 0 0 0,0 0-1 0 0,0 1 1 0 0,0-1 0 0 0,0 1 0 0 0,0-1 0 0 0,0-1 0 0 0,-1-17 210 0 0,1 19-245 0 0,-1-3 138 0 0,-15 1 267 0 0,14 2-316 0 0,0 0 0 0 0,0-1 0 0 0,-1 1 0 0 0,1 0 0 0 0,0 0-1 0 0,0 1 1 0 0,-1-1 0 0 0,1 0 0 0 0,0 1 0 0 0,0-1 0 0 0,0 1 0 0 0,-1 0 0 0 0,-3 2 0 0 0,-6 2 101 0 0,0 1 0 0 0,0 1 1 0 0,1 0-1 0 0,0 0 0 0 0,0 1 1 0 0,1 1-1 0 0,0 0 0 0 0,0 0 0 0 0,1 1 1 0 0,0 0-1 0 0,1 0 0 0 0,0 1 1 0 0,-11 21-1 0 0,18-29-156 0 0,0-1 0 0 0,1 1 1 0 0,-1 0-1 0 0,1-1 0 0 0,-1 1 0 0 0,1 0 0 0 0,0 0 1 0 0,0-1-1 0 0,0 1 0 0 0,1 0 0 0 0,-1 0 0 0 0,1-1 1 0 0,-1 1-1 0 0,1 0 0 0 0,1 2 0 0 0,-1-1 1 0 0,0-3-7 0 0,-1 0 0 0 0,1 1 0 0 0,0-1 1 0 0,-1 1-1 0 0,1-1 0 0 0,0 0 0 0 0,0 1 1 0 0,0-1-1 0 0,0 0 0 0 0,0 0 0 0 0,0 0 1 0 0,0 0-1 0 0,0 0 0 0 0,0 0 0 0 0,1 0 1 0 0,1 1-1 0 0,2 1 4 0 0,15 10-6 0 0,-5-8-142 0 0,1-1 1 0 0,21 4-1 0 0,-24-7-106 0 0,0 0 0 0 0,1-1 0 0 0,-1-1 0 0 0,0 0 0 0 0,0-1 0 0 0,14-4 0 0 0,70-24-3448 0 0,-42 7-450 0 0,-31 10-230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8:53.5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175 10 3576 0 0,'3'-2'1341'0'0,"10"-4"-165"0"0,-10 4-143 0 0,2 2-93 0 0,2 0-650 0 0,0 0 0 0 0,0 1-1 0 0,-1 0 1 0 0,1 0 0 0 0,0 0 0 0 0,-1 1 0 0 0,1 0-1 0 0,-1 0 1 0 0,1 1 0 0 0,-1-1 0 0 0,0 2-1 0 0,9 5 1 0 0,-5-2 10 0 0,0 1 0 0 0,0 1 0 0 0,-1 0 0 0 0,0 0 1 0 0,0 0-1 0 0,9 15 0 0 0,-3-2-26 0 0,-2 1 1 0 0,0 1 0 0 0,-2-1-1 0 0,0 2 1 0 0,-2 0-1 0 0,8 29 1 0 0,-11-22-166 0 0,-1-1-1 0 0,-2 0 1 0 0,-1 1 0 0 0,-1 0-1 0 0,-2-1 1 0 0,-1 1 0 0 0,-1-1-1 0 0,-12 49 1 0 0,1-27-230 0 0,-2-1 0 0 0,-2 0-1 0 0,-2-1 1 0 0,-30 54-1 0 0,27-65-787 0 0,-1-1 0 0 0,-2-1-1 0 0,-47 52 1 0 0,42-56-2224 0 0,-61 49-1 0 0,27-32-3149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0.2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47 3532 0 0,'0'0'3415'0'0,"1"-4"-2574"0"0,2-13-29 0 0,-2 13 1748 0 0,-1 0-2072 0 0,2-10-58 0 0,-1 10 1771 0 0,-12 60-1238 0 0,4-24-768 0 0,-88 490 723 0 0,64-312-1760 0 0,31-206 402 0 0,-1 0-94 0 0,1 1 266 0 0,-1 3-301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0.5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228 104 2664 0 0,'0'0'1310'0'0,"-1"-4"-219"0"0,1 1-777 0 0,0-1 0 0 0,0 0-1 0 0,0 1 1 0 0,0-1 0 0 0,0 1 0 0 0,1-1-1 0 0,0 0 1 0 0,-1 1 0 0 0,1-1-1 0 0,1 1 1 0 0,-1 0 0 0 0,0-1 0 0 0,4-3-1 0 0,-3 3-237 0 0,1 1 0 0 0,0 1-1 0 0,0-1 1 0 0,0 0-1 0 0,0 1 1 0 0,0 0 0 0 0,1-1-1 0 0,-1 1 1 0 0,1 0-1 0 0,-1 1 1 0 0,1-1 0 0 0,0 1-1 0 0,0 0 1 0 0,-1 0-1 0 0,6-1 1 0 0,51-8 450 0 0,-59 9-497 0 0,2 1 6 0 0,0-1 0 0 0,0 1 0 0 0,0-1 0 0 0,0 1 0 0 0,0 0-1 0 0,0 0 1 0 0,0 1 0 0 0,0-1 0 0 0,4 1 0 0 0,16 4 230 0 0,-10-2-189 0 0,0 0 0 0 0,0 1 0 0 0,-1 0-1 0 0,1 1 1 0 0,16 9 0 0 0,-24-11-38 0 0,0-1-1 0 0,-1 1 1 0 0,1 0-1 0 0,-1 1 1 0 0,0-1-1 0 0,0 1 1 0 0,0-1-1 0 0,-1 1 0 0 0,1 1 1 0 0,-1-1-1 0 0,0 0 1 0 0,0 1-1 0 0,-1-1 1 0 0,1 1-1 0 0,-1 0 1 0 0,0 0-1 0 0,0 0 1 0 0,-1 0-1 0 0,2 8 1 0 0,-2-5-19 0 0,-1 1 0 0 0,-1-1 0 0 0,1 1 0 0 0,-1-1 1 0 0,-1 0-1 0 0,0 1 0 0 0,0-1 0 0 0,0 0 1 0 0,-1 0-1 0 0,-1 0 0 0 0,1 0 0 0 0,-1-1 1 0 0,0 0-1 0 0,-1 1 0 0 0,0-1 0 0 0,0-1 1 0 0,0 1-1 0 0,-1-1 0 0 0,-9 8 0 0 0,-8 7-136 0 0,-1-1 0 0 0,-1-1 0 0 0,-1-1 0 0 0,-31 15 0 0 0,11-8-1289 0 0,-76 29 0 0 0,3-17-3362 0 0,56-22-452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2.2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383 12 2364 0 0,'0'0'2592'0'0,"-2"-3"-1658"0"0,2 3-874 0 0,0-1 1 0 0,0 1-1 0 0,-1-1 1 0 0,1 1-1 0 0,0-1 0 0 0,-1 1 1 0 0,1-1-1 0 0,0 1 1 0 0,-1-1-1 0 0,1 1 1 0 0,-1-1-1 0 0,1 1 0 0 0,-1 0 1 0 0,1-1-1 0 0,-1 1 1 0 0,1 0-1 0 0,-1 0 1 0 0,1-1-1 0 0,-1 1 0 0 0,0 0 1 0 0,1 0-1 0 0,-1 0 1 0 0,1 0-1 0 0,-1 0 0 0 0,0 0 1 0 0,1-1-1 0 0,-1 1 1 0 0,1 1-1 0 0,-1-1 1 0 0,0 0-1 0 0,1 0 0 0 0,-2 0 1 0 0,-22 15 746 0 0,-21 32-13 0 0,44-47-758 0 0,-31 42 366 0 0,1 1 1 0 0,2 1-1 0 0,2 1 1 0 0,3 2-1 0 0,-31 77 0 0 0,33-61-189 0 0,2 2-1 0 0,3 0 0 0 0,-16 130 0 0 0,31-173-189 0 0,1-1 0 0 0,1 1 1 0 0,1 0-1 0 0,1-1 0 0 0,1 0 0 0 0,1 1 0 0 0,1-1 1 0 0,0 0-1 0 0,2-1 0 0 0,0 1 0 0 0,17 29 1 0 0,-19-40-186 0 0,0-1 0 0 0,1 0 1 0 0,0 0-1 0 0,1-1 0 0 0,0 0 1 0 0,0 0-1 0 0,0-1 0 0 0,1 0 1 0 0,0 0-1 0 0,1 0 0 0 0,0-1 1 0 0,0-1-1 0 0,0 1 0 0 0,0-2 1 0 0,1 1-1 0 0,0-1 0 0 0,0 0 1 0 0,0-1-1 0 0,0-1 0 0 0,1 1 1 0 0,-1-2-1 0 0,1 1 0 0 0,-1-1 1 0 0,1-1-1 0 0,16-1 0 0 0,47-10-4069 0 0,-37 0-357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3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86 9 2532 0 0,'-53'6'3134'0'0,"48"-6"-2483"0"0,0 1-151 0 0,-13 2-47 0 0,13-3 2111 0 0,9 3-2322 0 0,3 0-193 0 0,-1 0 1 0 0,1 0 0 0 0,0-1-1 0 0,0 0 1 0 0,0-1-1 0 0,0 1 1 0 0,0-1 0 0 0,0 0-1 0 0,0-1 1 0 0,9 0 0 0 0,84-7-59 0 0,-68 4 82 0 0,97-11-1100 0 0,-51 0-4640 0 0,-72 12 1715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3.4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56 2720 0 0,'0'0'3887'0'0,"3"-2"-3457"0"0,-2 2-386 0 0,-1-1 1 0 0,1 0-1 0 0,0 1 1 0 0,0-1-1 0 0,0 1 1 0 0,0-1 0 0 0,0 1-1 0 0,0 0 1 0 0,0 0-1 0 0,1-1 1 0 0,-1 1-1 0 0,0 0 1 0 0,0 0 0 0 0,0 0-1 0 0,0 0 1 0 0,0 0-1 0 0,0 0 1 0 0,0 0-1 0 0,0 0 1 0 0,0 1 0 0 0,1-1-1 0 0,-1 0 1 0 0,0 1-1 0 0,0-1 1 0 0,0 0-1 0 0,0 1 1 0 0,0-1 0 0 0,-1 1-1 0 0,1 0 1 0 0,0-1-1 0 0,0 1 1 0 0,0 0-1 0 0,0 0 1 0 0,-1-1 0 0 0,1 1-1 0 0,0 0 1 0 0,-1 0-1 0 0,2 1 1 0 0,5 9 103 0 0,1 0 1 0 0,-2 1 0 0 0,1 0-1 0 0,-2 0 1 0 0,1 0-1 0 0,4 17 1 0 0,12 76 385 0 0,-18-83-446 0 0,-3-18-32 0 0,-1 1 33 0 0,11 37 1665 0 0,-2-52-1705 0 0,-1-1-1 0 0,0 0 0 0 0,0 0 0 0 0,-2-1 0 0 0,11-22 0 0 0,1-2-55 0 0,11-17 24 0 0,50-85-1282 0 0,-76 134 519 0 0,8-10-1018 0 0,-7 9-2080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3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0 107 2524 0 0,'2'3'1237'0'0,"18"28"3766"0"0,-19-30-4928 0 0,0 0 0 0 0,1 0 0 0 0,-1 1 0 0 0,0-1 0 0 0,0 0 0 0 0,1 0 0 0 0,-1-1-1 0 0,0 1 1 0 0,1 0 0 0 0,-1 0 0 0 0,1-1 0 0 0,-1 1 0 0 0,1-1 0 0 0,-1 1 0 0 0,1-1 0 0 0,-1 1 0 0 0,1-1 0 0 0,0 0 0 0 0,2 0 0 0 0,0 0 26 0 0,1 1 0 0 0,-1-1 1 0 0,0-1-1 0 0,1 1 0 0 0,-1-1 1 0 0,0 0-1 0 0,7-1 1 0 0,-3-2-28 0 0,0 0 1 0 0,-1 0-1 0 0,1 0 1 0 0,-1-1 0 0 0,0 0-1 0 0,0 0 1 0 0,-1-1-1 0 0,0 0 1 0 0,0 0-1 0 0,0 0 1 0 0,0-1 0 0 0,6-10-1 0 0,-10 14-27 0 0,-1-2 40 0 0,6-11-65 0 0,-5 12-25 0 0,-1-19 39 0 0,-3 19 31 0 0,-4-9-61 0 0,4 9 26 0 0,-3 4-53 0 0,-1 0 9 0 0,0 1 0 0 0,0 0-1 0 0,0 0 1 0 0,0 0 0 0 0,0 1-1 0 0,0 0 1 0 0,0 0 0 0 0,0 0-1 0 0,1 1 1 0 0,-1 0 0 0 0,-6 4-1 0 0,4-1 6 0 0,1 0 0 0 0,-1 0 0 0 0,1 1 0 0 0,0 0-1 0 0,1 0 1 0 0,0 0 0 0 0,0 1 0 0 0,0 0-1 0 0,1 0 1 0 0,0 1 0 0 0,1-1 0 0 0,0 1-1 0 0,0 0 1 0 0,1 0 0 0 0,0 1 0 0 0,1-1 0 0 0,0 1-1 0 0,0-1 1 0 0,1 1 0 0 0,0 0 0 0 0,1-1-1 0 0,0 1 1 0 0,0 0 0 0 0,1-1 0 0 0,4 18-1 0 0,-3-21 47 0 0,0 0 0 0 0,0-1 0 0 0,1 1 0 0 0,-1 0 0 0 0,2-1 0 0 0,-1 0 0 0 0,5 6 0 0 0,-5-6-10 0 0,-1-3-14 0 0,1 1-1 0 0,0-1 1 0 0,0 1-1 0 0,-1-1 1 0 0,1 0-1 0 0,0 0 1 0 0,1-1-1 0 0,-1 1 1 0 0,0 0 0 0 0,0-1-1 0 0,1 0 1 0 0,5 1-1 0 0,-4 0 2 0 0,5-1-105 0 0,0 0 0 0 0,0 0 1 0 0,1-1-1 0 0,-1 0 0 0 0,0-1 1 0 0,0 0-1 0 0,0-1 0 0 0,0 0 1 0 0,0-1-1 0 0,10-4 0 0 0,-5 3-759 0 0,0-2 1 0 0,24-12-1 0 0,1-11-3597 0 0,-23 13-77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6.6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434 96 3712 0 0,'1'-6'1404'0'0,"15"-78"3664"0"0,-15 79-3110 0 0,-3 11-1534 0 0,-71 302 1016 0 0,-134 483-3588 0 0,66-405-5386 0 0,113-321 3250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8.1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91 3488 0 0,'0'0'1617'0'0,"1"-3"-373"0"0,1-2-960 0 0,1 0 0 0 0,-1 1 0 0 0,1-1 1 0 0,0 1-1 0 0,0 0 0 0 0,0 0 0 0 0,0 0 0 0 0,1 0 0 0 0,-1 0 0 0 0,1 1 0 0 0,0 0 0 0 0,0-1 0 0 0,1 2 0 0 0,8-6 0 0 0,7 1-18 0 0,0 2-1 0 0,31-6 0 0 0,-45 10-242 0 0,1 0 0 0 0,-1 1-1 0 0,1 0 1 0 0,0 0-1 0 0,-1 1 1 0 0,1 0-1 0 0,9 2 1 0 0,-14-2-17 0 0,0 0 1 0 0,0-1-1 0 0,0 1 1 0 0,0 0-1 0 0,0 0 1 0 0,0 0-1 0 0,0 0 1 0 0,-1 0-1 0 0,1 1 1 0 0,0-1-1 0 0,-1 1 1 0 0,1-1-1 0 0,-1 1 1 0 0,1-1-1 0 0,-1 1 1 0 0,0 0-1 0 0,0 0 1 0 0,0-1-1 0 0,0 1 1 0 0,0 0-1 0 0,0 0 1 0 0,0 0-1 0 0,-1 0 1 0 0,1 0-1 0 0,-1 0 1 0 0,1 1-1 0 0,-1-1 0 0 0,0 0 1 0 0,0 0-1 0 0,0 0 1 0 0,0 2-1 0 0,-2 7-7 0 0,1 0-1 0 0,-1 0 1 0 0,-1 0-1 0 0,0 0 1 0 0,-1-1-1 0 0,0 0 1 0 0,0 0-1 0 0,-1 0 1 0 0,-1 0-1 0 0,0-1 0 0 0,-10 14 1 0 0,-8 6 43 0 0,-1-1-1 0 0,-31 27 1 0 0,54-53 140 0 0,6-3-189 0 0,0-1 0 0 0,1 1 0 0 0,-2-1 0 0 0,1-1 0 0 0,0 1-1 0 0,0 0 1 0 0,0-1 0 0 0,-1 0 0 0 0,6-5 0 0 0,3-2-28 0 0,61-45-331 0 0,99-95 0 0 0,-169 147 376 0 0,0 0-15 0 0,4-8 74 0 0,-20 14 4 0 0,11-2-68 0 0,0 0 1 0 0,0 0-1 0 0,0 0 1 0 0,0 1-1 0 0,0-1 1 0 0,0 1-1 0 0,0-1 1 0 0,1 1-1 0 0,-1 0 1 0 0,1-1-1 0 0,-1 1 1 0 0,1 0-1 0 0,0 0 1 0 0,0 0-1 0 0,0 0 1 0 0,0 0-1 0 0,-1 4 1 0 0,-4 5 33 0 0,-18 47 23 0 0,21-48-87 0 0,0 0 0 0 0,1 1 0 0 0,0 0-1 0 0,0-1 1 0 0,1 1 0 0 0,1 0 0 0 0,0 0 0 0 0,0 0-1 0 0,1-1 1 0 0,1 1 0 0 0,-1 0 0 0 0,6 15-1 0 0,-6-23-116 0 0,1 0 0 0 0,-1 0-1 0 0,1 0 1 0 0,-1 0-1 0 0,1 0 1 0 0,0-1-1 0 0,0 1 1 0 0,0 0 0 0 0,1-1-1 0 0,-1 0 1 0 0,0 0-1 0 0,1 1 1 0 0,0-1 0 0 0,-1-1-1 0 0,1 1 1 0 0,0 0-1 0 0,0-1 1 0 0,0 1-1 0 0,0-1 1 0 0,0 0 0 0 0,1 0-1 0 0,5 1 1 0 0,-6-2-143 0 0,2 1-204 0 0,-1 0-1 0 0,1-1 0 0 0,0 0 1 0 0,-1 0-1 0 0,1-1 1 0 0,0 1-1 0 0,-1-1 1 0 0,6-1-1 0 0,13-5-2768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8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 16 2760 0 0,'2'-4'1186'0'0,"0"-8"2929"0"0,-12 20-2661 0 0,7 0-1261 0 0,-31 239 453 0 0,3-15-6771 0 0,23-186 1936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09.1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12 4188 0 0,'0'0'1397'0'0,"2"-2"-317"0"0,-2 1-1014 0 0,1 1 0 0 0,-1-1 0 0 0,0 0 0 0 0,1 1 0 0 0,-1-1 0 0 0,1 1 0 0 0,-1-1 0 0 0,1 1 0 0 0,-1-1 0 0 0,1 1 0 0 0,0-1 1 0 0,-1 1-1 0 0,1 0 0 0 0,-1-1 0 0 0,1 1 0 0 0,0 0 0 0 0,-1 0 0 0 0,1-1 0 0 0,0 1 0 0 0,-1 0 0 0 0,1 0 0 0 0,0 0 0 0 0,0 0 1 0 0,-1 0-1 0 0,1 0 0 0 0,0 0 0 0 0,-1 0 0 0 0,1 0 0 0 0,0 0 0 0 0,0 0 0 0 0,-1 0 0 0 0,1 1 0 0 0,0-1 0 0 0,-1 0 0 0 0,1 0 0 0 0,0 1 1 0 0,-1-1-1 0 0,1 0 0 0 0,-1 1 0 0 0,1-1 0 0 0,-1 1 0 0 0,1-1 0 0 0,0 1 0 0 0,-1-1 0 0 0,0 1 0 0 0,1-1 0 0 0,-1 1 0 0 0,1 0 1 0 0,-1-1-1 0 0,0 1 0 0 0,1-1 0 0 0,-1 1 0 0 0,1 1 0 0 0,3 7-15 0 0,0 0 0 0 0,-1 0-1 0 0,0 1 1 0 0,0-1 0 0 0,-1 1 0 0 0,0 0-1 0 0,-1 0 1 0 0,0 0 0 0 0,-1 0 0 0 0,0 0 0 0 0,-1 13-1 0 0,0-14-146 0 0,-1 4-193 0 0,0 1-1 0 0,0-1 0 0 0,-1 0 0 0 0,0 1 0 0 0,-2-1 0 0 0,1-1 0 0 0,-2 1 0 0 0,-8 15 0 0 0,-12 7-4236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0.0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0 130 3508 0 0,'4'-22'3905'0'0,"-4"19"-3777"0"0,0 0-1 0 0,0-1 1 0 0,1 1-1 0 0,-1 0 0 0 0,1-1 1 0 0,0 1-1 0 0,0 0 1 0 0,0 0-1 0 0,1 0 1 0 0,-1 0-1 0 0,0 0 1 0 0,1 0-1 0 0,0 0 0 0 0,0 1 1 0 0,0-1-1 0 0,0 1 1 0 0,0-1-1 0 0,1 1 1 0 0,-1 0-1 0 0,1-1 1 0 0,-1 1-1 0 0,1 1 1 0 0,0-1-1 0 0,0 0 0 0 0,0 1 1 0 0,3-2-1 0 0,0 0-53 0 0,0 0-1 0 0,0 1 1 0 0,0 0-1 0 0,1 0 1 0 0,-1 0-1 0 0,1 1 0 0 0,-1 0 1 0 0,1 0-1 0 0,-1 1 1 0 0,1 0-1 0 0,-1 0 1 0 0,9 1-1 0 0,-12 0-64 0 0,0-1 0 0 0,0 0 0 0 0,-1 1 0 0 0,1 0 0 0 0,0 0-1 0 0,-1-1 1 0 0,1 2 0 0 0,0-1 0 0 0,-1 0 0 0 0,1 0 0 0 0,-1 1 0 0 0,0-1 0 0 0,0 1 0 0 0,1 0 0 0 0,-1 0 0 0 0,0 0-1 0 0,0 0 1 0 0,-1 0 0 0 0,4 3 0 0 0,11 25 10 0 0,-14-22-20 0 0,-2-3 2 0 0,1 1 5 0 0,-1 0 0 0 0,1 0-1 0 0,-1 0 1 0 0,0 0 0 0 0,-1 0-1 0 0,1 0 1 0 0,-1 0-1 0 0,0 0 1 0 0,-3 8 0 0 0,-1 0-3 0 0,0 0-1 0 0,-11 22 1 0 0,7-20 10 0 0,-1 0 1 0 0,-1-1-1 0 0,0-1 0 0 0,-16 17 1 0 0,25-29-76 0 0,4-7-449 0 0,1 0 386 0 0,-1 0 1 0 0,1 1-1 0 0,0-1 1 0 0,0 1-1 0 0,0-1 1 0 0,1 1-1 0 0,5-5 1 0 0,-5 4 75 0 0,165-244-369 0 0,-167 246 713 0 0,-2-9-2 0 0,0 12-280 0 0,0 1-1 0 0,0-1 0 0 0,0 0 0 0 0,0 0 0 0 0,-1 0 0 0 0,1 0 0 0 0,0 0 0 0 0,0 0 0 0 0,0 0 0 0 0,0 0 0 0 0,0 0 0 0 0,-1 0 0 0 0,1 0 0 0 0,0 0 0 0 0,0 0 1 0 0,0 0-1 0 0,0 0 0 0 0,-1 0 0 0 0,1 0 0 0 0,0 0 0 0 0,0 0 0 0 0,0 0 0 0 0,0 0 0 0 0,0 0 0 0 0,0 0 0 0 0,-1 0 0 0 0,1 0 0 0 0,0-1 0 0 0,0 1 1 0 0,0 0-1 0 0,0 0 0 0 0,0 0 0 0 0,0 0 0 0 0,-1 0 0 0 0,1 0 0 0 0,0 0 0 0 0,0 0 0 0 0,0-1 0 0 0,0 1 0 0 0,0 0 0 0 0,0 0 0 0 0,0 0 0 0 0,0 0 0 0 0,0 0 1 0 0,0-1-1 0 0,0 1 0 0 0,0 0 0 0 0,0 0 0 0 0,0 0 0 0 0,-7 4-58 0 0,5-1 58 0 0,-1-1-1 0 0,1 1 0 0 0,0 0 1 0 0,0 0-1 0 0,0 0 0 0 0,0 0 1 0 0,0 1-1 0 0,1-1 0 0 0,0 0 1 0 0,-1 1-1 0 0,1-1 0 0 0,0 1 1 0 0,0 4-1 0 0,1-7-7 0 0,-3 7-58 0 0,1 0 0 0 0,0 0 0 0 0,1-1 0 0 0,0 1 0 0 0,0 0 0 0 0,1 0 1 0 0,0 0-1 0 0,0 0 0 0 0,1 0 0 0 0,0 0 0 0 0,0 0 0 0 0,1 0 0 0 0,0-1 0 0 0,1 1 0 0 0,-1-1 0 0 0,2 1 0 0 0,-1-1 0 0 0,5 8 0 0 0,-4-11-33 0 0,-1 1 1 0 0,1-1-1 0 0,0 0 0 0 0,0 0 0 0 0,0-1 1 0 0,1 1-1 0 0,-1-1 0 0 0,1 0 0 0 0,0 0 0 0 0,0-1 1 0 0,0 1-1 0 0,0-1 0 0 0,0 0 0 0 0,1 0 0 0 0,-1-1 1 0 0,7 2-1 0 0,-7-3 3 0 0,-1-1-50 0 0,3 1 113 0 0,9-4 6 0 0,23-23-1 0 0,28-33 511 0 0,-65 58-513 0 0,2 0 95 0 0,-2 1-42 0 0,0 0-1 0 0,0 1 1 0 0,1-1 0 0 0,-1 0 0 0 0,0 1-1 0 0,0-1 1 0 0,1 1 0 0 0,-1 0 0 0 0,0 0-1 0 0,0 0 1 0 0,1 0 0 0 0,-1 0 0 0 0,0 0-1 0 0,1 1 1 0 0,-1-1 0 0 0,0 1 0 0 0,0-1 0 0 0,0 1-1 0 0,0 0 1 0 0,1 0 0 0 0,-1 0 0 0 0,0 0-1 0 0,0 0 1 0 0,-1 0 0 0 0,1 1 0 0 0,0-1-1 0 0,0 1 1 0 0,2 2 0 0 0,-1 0-14 0 0,0 0 1 0 0,-1 0 0 0 0,1 0-1 0 0,-1 1 1 0 0,0-1-1 0 0,0 1 1 0 0,0-1-1 0 0,-1 1 1 0 0,0 0 0 0 0,0-1-1 0 0,0 1 1 0 0,0 0-1 0 0,-1 0 1 0 0,0 0-1 0 0,0-1 1 0 0,-1 9 0 0 0,0-1-14 0 0,-2 1 1 0 0,1-1-1 0 0,-2 0 0 0 0,1 0 1 0 0,-2-1-1 0 0,1 1 1 0 0,-2-1-1 0 0,0 0 1 0 0,0 0-1 0 0,-12 15 1 0 0,8-13 37 0 0,0-1 0 0 0,-1 0 1 0 0,-1 0-1 0 0,0-1 1 0 0,0-1-1 0 0,-2 0 0 0 0,-22 14 1 0 0,33-23-40 0 0,1 0 1 0 0,0 0-1 0 0,-1 0 0 0 0,1 0 1 0 0,-1 0-1 0 0,1 0 1 0 0,-1-1-1 0 0,1 1 1 0 0,-1-1-1 0 0,0 0 0 0 0,1 0 1 0 0,-1 0-1 0 0,1 0 1 0 0,-6-1-1 0 0,-4 0-8 0 0,-1-16-27 0 0,11 14 5 0 0,2-2 0 0 0,-1-14 1 0 0,1 14-5 0 0,0 5 25 0 0,0-1 0 0 0,1 1 0 0 0,-1 0 0 0 0,1-1 1 0 0,-1 1-1 0 0,0-1 0 0 0,1 1 0 0 0,-1-1 0 0 0,0 1 0 0 0,0-1 0 0 0,1 1 0 0 0,-1-1 0 0 0,0 1 0 0 0,0-1 1 0 0,0 1-1 0 0,0-1 0 0 0,0 0 0 0 0,0 1 0 0 0,0-1 0 0 0,0 1 0 0 0,0-1 0 0 0,0 1 0 0 0,0-2 0 0 0,0 1 0 0 0,0 0 0 0 0,0 0 0 0 0,0 1 0 0 0,0-1 0 0 0,0 0 0 0 0,0 0 0 0 0,0 0 0 0 0,0 0 0 0 0,1 1 0 0 0,-1-1 0 0 0,0 0-1 0 0,0 0 1 0 0,1 0 0 0 0,-1 1 0 0 0,0-1 0 0 0,1 0 0 0 0,-1 1 0 0 0,1-1 0 0 0,-1 0 0 0 0,1 1 0 0 0,0-2 0 0 0,7-7-36 0 0,-6 7 10 0 0,2 0 16 0 0,-1 1 10 0 0,1 1 0 0 0,-1-1 0 0 0,1 0-1 0 0,0 1 1 0 0,-1 0 0 0 0,1 0 0 0 0,0 0-1 0 0,0 0 1 0 0,-1 1 0 0 0,1-1 0 0 0,0 1 0 0 0,-1 0-1 0 0,1 0 1 0 0,-1 1 0 0 0,1-1 0 0 0,-1 1-1 0 0,0-1 1 0 0,0 1 0 0 0,1 0 0 0 0,2 3-1 0 0,14 9-22 0 0,-1 1-1 0 0,19 18 0 0 0,-17-13-69 0 0,3-1-941 0 0,45 28 0 0 0,-2-8-3766 0 0,-47-27 1083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1.7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3504 0 0,'0'0'1743'0'0,"2"-3"-315"0"0,-2 3-1327 0 0,0-1-1 0 0,1 0 0 0 0,-1 0 0 0 0,0 1 1 0 0,1-1-1 0 0,-1 1 0 0 0,1-1 0 0 0,-1 0 1 0 0,1 1-1 0 0,-1-1 0 0 0,1 1 0 0 0,-1-1 1 0 0,1 1-1 0 0,0-1 0 0 0,-1 1 0 0 0,1 0 1 0 0,0-1-1 0 0,-1 1 0 0 0,1 0 0 0 0,0-1 1 0 0,-1 1-1 0 0,1 0 0 0 0,0 0 0 0 0,0 0 1 0 0,-1-1-1 0 0,1 1 0 0 0,0 0 0 0 0,0 0 1 0 0,-1 0-1 0 0,1 0 0 0 0,0 1 0 0 0,0-1 0 0 0,0 0 1 0 0,1 1-17 0 0,0 0 0 0 0,-1 1 0 0 0,0-1 0 0 0,1 0 0 0 0,-1 1 0 0 0,0-1 0 0 0,0 1 1 0 0,0 0-1 0 0,0-1 0 0 0,0 1 0 0 0,0 0 0 0 0,1 2 0 0 0,12 46-177 0 0,-8 5-1052 0 0,1 6-4538 0 0,-3-39 1467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2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97 2468 0 0,'1'-3'1484'0'0,"25"-43"2769"0"0,-24 43-3815 0 0,1 0-101 0 0,31-19 542 0 0,-30 20-637 0 0,0 2-118 0 0,-1 0-107 0 0,0 0 1 0 0,0 1-1 0 0,-1-1 0 0 0,1 1 0 0 0,0-1 1 0 0,0 1-1 0 0,0 0 0 0 0,-1 0 1 0 0,1 1-1 0 0,0-1 0 0 0,-1 0 1 0 0,1 1-1 0 0,-1-1 0 0 0,1 1 1 0 0,-1 0-1 0 0,0 0 0 0 0,0 0 0 0 0,0 0 1 0 0,0 0-1 0 0,0 1 0 0 0,2 3 1 0 0,-1 0-11 0 0,-1 1 1 0 0,0 0 0 0 0,0 0 0 0 0,0 0-1 0 0,-1 1 1 0 0,0-1 0 0 0,-1 0 0 0 0,0 0 0 0 0,0 1-1 0 0,0-1 1 0 0,-1 0 0 0 0,0 0 0 0 0,0 1-1 0 0,-1-1 1 0 0,0 0 0 0 0,0 0 0 0 0,-1-1-1 0 0,0 1 1 0 0,0 0 0 0 0,0-1 0 0 0,-1 0 0 0 0,-6 8-1 0 0,-33 37-33 0 0,41-48-54 0 0,-7 7 202 0 0,92-103-752 0 0,-51 60 688 0 0,36-49 0 0 0,-59 70 76 0 0,0 0 92 0 0,-1-1 1 0 0,11-21-1 0 0,-17 31 17 0 0,-2 4-241 0 0,0-1-1 0 0,0 0 1 0 0,0 1 0 0 0,0-1 0 0 0,0 0 0 0 0,0 1-1 0 0,0-1 1 0 0,-1 1 0 0 0,1-1 0 0 0,0 0 0 0 0,0 1 0 0 0,0-1-1 0 0,0 0 1 0 0,-1 1 0 0 0,1-1 0 0 0,0 0 0 0 0,0 0-1 0 0,-1 1 1 0 0,1-1 0 0 0,0 0 0 0 0,0 0 0 0 0,-1 1 0 0 0,1-1-1 0 0,0 0 1 0 0,-1 0 0 0 0,1 0 0 0 0,0 1 0 0 0,-1-1 0 0 0,0 0-1 0 0,1 0 2 0 0,-1 1 0 0 0,0-1 0 0 0,0 1 0 0 0,0-1 0 0 0,1 1 0 0 0,-1-1 0 0 0,0 1 0 0 0,1 0 0 0 0,-1-1 0 0 0,0 1 0 0 0,1 0 0 0 0,-1 0 0 0 0,1-1 0 0 0,-1 1 0 0 0,1 0 0 0 0,-1 0 0 0 0,1 0 0 0 0,0 0 0 0 0,-1 1 0 0 0,-3 10-74 0 0,0 0 0 0 0,1 0 0 0 0,0 0 0 0 0,1 1 0 0 0,1-1 0 0 0,0 1 0 0 0,0 0 0 0 0,1-1 0 0 0,1 1 0 0 0,0 0 0 0 0,1-1 0 0 0,4 18 0 0 0,-5-29-18 0 0,2 11-313 0 0,0-1 1 0 0,1-1 0 0 0,9 19-1 0 0,-10-24-189 0 0,0 0 0 0 0,0-1-1 0 0,0 0 1 0 0,0 0 0 0 0,1 0-1 0 0,-1 0 1 0 0,1 0 0 0 0,7 4-1 0 0,7 5-2884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2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336 78 2708 0 0,'0'0'1310'0'0,"1"-4"-201"0"0,1-2-700 0 0,0 0 0 0 0,0 1 0 0 0,0-1 0 0 0,1 1-1 0 0,0 0 1 0 0,0-1 0 0 0,1 1 0 0 0,3-5 0 0 0,-4 8-306 0 0,1 0-148 0 0,35-13 423 0 0,-35 14-251 0 0,0 1-104 0 0,15 1-6 0 0,-15 0 23 0 0,-1 1-16 0 0,6 9 1 0 0,-6-8-14 0 0,-4 2 7 0 0,-1 3 23 0 0,-1 1 0 0 0,-1-1 0 0 0,0 0 0 0 0,0 0 0 0 0,0 0 0 0 0,-1-1 0 0 0,0 0 0 0 0,0 1 0 0 0,-11 9 0 0 0,-3 7-21 0 0,17-21-20 0 0,0 0 140 0 0,1-1-99 0 0,0 0 1 0 0,0-1 0 0 0,0 1 0 0 0,0 0 0 0 0,1 0 0 0 0,-1 0 0 0 0,1 0 0 0 0,-1 0-1 0 0,1 0 1 0 0,0 0 0 0 0,0 0 0 0 0,0 0 0 0 0,0 0 0 0 0,1 4 0 0 0,-1-3 100 0 0,14 13 154 0 0,-2-1-67 0 0,-5-7-147 0 0,0 0 0 0 0,-1 1-1 0 0,0 0 1 0 0,8 13 0 0 0,-13-19-48 0 0,5 18 60 0 0,-4-17-96 0 0,-4 1-58 0 0,1-1 66 0 0,-1 0-1 0 0,0-1 1 0 0,0 1 0 0 0,0 0 0 0 0,-1 0 0 0 0,1-1-1 0 0,-1 1 1 0 0,0-1 0 0 0,1 0 0 0 0,-2 0 0 0 0,1 0 0 0 0,0 0-1 0 0,-1-1 1 0 0,-3 3 0 0 0,-2 0 7 0 0,-1 0-1 0 0,1 0 1 0 0,-1-1 0 0 0,0-1-1 0 0,-16 4 1 0 0,-5-1-462 0 0,0-1 1 0 0,0-2-1 0 0,-35-1 0 0 0,-61-8-5301 0 0,82 0 1304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3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3844 0 0,'0'0'7307'0'0,"0"5"-7183"0"0,14 96-2720 0 0,-7-55-2037 0 0,-6-41 627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3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1 118 3304 0 0,'6'-13'1003'0'0,"1"0"0"0"0,1 0 0 0 0,11-15 0 0 0,-14 23-763 0 0,-1 0 1 0 0,1 0-1 0 0,0 1 0 0 0,0 0 0 0 0,0 0 1 0 0,0 0-1 0 0,1 0 0 0 0,9-4 0 0 0,-12 7-174 0 0,0 0 0 0 0,0-1 0 0 0,1 1 0 0 0,-1 1 0 0 0,0-1 0 0 0,1 0 0 0 0,-1 1 0 0 0,0 0 0 0 0,1-1 0 0 0,-1 1 0 0 0,1 1 0 0 0,-1-1 0 0 0,0 0 0 0 0,1 1 0 0 0,-1 0 0 0 0,0 0 0 0 0,1 0 0 0 0,-1 0 0 0 0,5 3 0 0 0,-2-1-23 0 0,-1 0-1 0 0,0 1 0 0 0,0 0 0 0 0,0 0 0 0 0,0 0 0 0 0,-1 1 0 0 0,1-1 0 0 0,5 10 0 0 0,-7-10-27 0 0,0 1 1 0 0,-1 0-1 0 0,1 0 1 0 0,-1 0-1 0 0,-1 0 1 0 0,1 0-1 0 0,0 0 0 0 0,-1 0 1 0 0,0 1-1 0 0,0 6 1 0 0,-1-7-10 0 0,1 6-4 0 0,0-1 0 0 0,-2 1 1 0 0,1 0-1 0 0,-1 0 0 0 0,-1-1 0 0 0,0 1 0 0 0,-1-1 1 0 0,0 1-1 0 0,0-1 0 0 0,-1 0 0 0 0,0 0 1 0 0,-10 15-1 0 0,12-21 6 0 0,-6 9-9 0 0,0 1-1 0 0,-14 15 1 0 0,20-27-73 0 0,-9 10-764 0 0,141-223-813 0 0,-75 112 2944 0 0,-53 96-1054 0 0,3-14 145 0 0,-11 27-356 0 0,0 1 0 0 0,1-1 0 0 0,0 1 0 0 0,0 0-1 0 0,2 0 1 0 0,-6 21 0 0 0,-6 66-21 0 0,14-88-10 0 0,0-3-77 0 0,1-1 0 0 0,0 1 1 0 0,1-1-1 0 0,-1 1 0 0 0,1-1 1 0 0,3 9-1 0 0,-2-6-75 0 0,-1-6-26 0 0,-1 0 1 0 0,1 0-1 0 0,1 0 1 0 0,-1 0-1 0 0,0 0 1 0 0,1-1-1 0 0,0 1 1 0 0,-1-1-1 0 0,1 1 1 0 0,0-1-1 0 0,0 1 1 0 0,0-1-1 0 0,1 0 1 0 0,-1 0-1 0 0,0 0 0 0 0,1 0 1 0 0,0 0-1 0 0,-1-1 1 0 0,1 1-1 0 0,0-1 1 0 0,0 0-1 0 0,0 0 1 0 0,0 0-1 0 0,0 0 1 0 0,4 1-1 0 0,-3-1-151 0 0,17 1-1994 0 0,2-5-507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4.1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1 2928 0 0,'0'0'4073'0'0,"-2"3"-3679"0"0,-2 4-261 0 0,1 0 0 0 0,0 1 0 0 0,0-1 0 0 0,1 0 1 0 0,0 1-1 0 0,0 0 0 0 0,1 0 0 0 0,0-1 0 0 0,0 1 0 0 0,1 0 0 0 0,0 0 0 0 0,2 13 0 0 0,-2-16-64 0 0,1-2-13 0 0,1-1-43 0 0,-1 1 0 0 0,0-1 0 0 0,1 0 1 0 0,-1 0-1 0 0,1 0 0 0 0,0 0 0 0 0,-1-1 0 0 0,1 1 0 0 0,0 0 0 0 0,4 2 0 0 0,-3-2 21 0 0,3-3-8 0 0,15 0 39 0 0,-16 1 54 0 0,0-2 41 0 0,51-28 654 0 0,-53 28-707 0 0,-2 1-86 0 0,0 0 0 0 0,0 1 1 0 0,0-1-1 0 0,0 0 0 0 0,0 0 1 0 0,0 1-1 0 0,0-1 0 0 0,0 0 0 0 0,1 1 1 0 0,-1 0-1 0 0,0-1 0 0 0,0 1 0 0 0,1-1 1 0 0,-1 1-1 0 0,0 0 0 0 0,2 0 0 0 0,-2 4-33 0 0,0-1 0 0 0,0 1 0 0 0,0 0 0 0 0,0 0 0 0 0,-1 0 0 0 0,1 0-1 0 0,-1-1 1 0 0,0 1 0 0 0,0 0 0 0 0,0 0 0 0 0,-1 0 0 0 0,-1 7 0 0 0,-18 60-998 0 0,11-42 33 0 0,-36 108-3969 0 0,24-82 996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4.8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3356 0 0,'0'0'4149'0'0,"4"23"-3189"0"0,-3 0-336 0 0,2 9-296 0 0,-3 7-364 0 0,2 2-628 0 0,-2-3-1292 0 0,3-6-953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5.3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1 116 3792 0 0,'3'-4'1154'0'0,"2"-2"-868"0"0,0 0 1 0 0,0 0-1 0 0,0 0 1 0 0,1 1-1 0 0,0-1 1 0 0,0 1-1 0 0,0 1 1 0 0,0-1-1 0 0,1 1 1 0 0,0 0-1 0 0,0 1 1 0 0,0-1-1 0 0,0 1 1 0 0,1 1-1 0 0,-1 0 1 0 0,1 0-1 0 0,12-2 1 0 0,-15 4-244 0 0,1-1 0 0 0,-1 1-1 0 0,0 1 1 0 0,0-1 0 0 0,1 1 0 0 0,-1 0 0 0 0,0 0 0 0 0,0 0-1 0 0,0 1 1 0 0,0 0 0 0 0,0-1 0 0 0,0 2 0 0 0,-1-1 0 0 0,1 1-1 0 0,-1 0 1 0 0,7 5 0 0 0,-9-6-34 0 0,0 1 0 0 0,0-1 0 0 0,0 1 1 0 0,-1 0-1 0 0,1 0 0 0 0,-1 0 0 0 0,0 0 0 0 0,1 0 0 0 0,-1 0 0 0 0,-1 0 0 0 0,1 0 1 0 0,0 0-1 0 0,-1 1 0 0 0,1 4 0 0 0,-1-4-3 0 0,-1 7-7 0 0,0 1 1 0 0,-1 0 0 0 0,-1-1 0 0 0,0 1-1 0 0,0-1 1 0 0,-1 0 0 0 0,0 0 0 0 0,-1 0-1 0 0,-1-1 1 0 0,-9 16 0 0 0,-20 28 74 0 0,33-51-91 0 0,7-6-222 0 0,0 0 156 0 0,0 0-1 0 0,0-1 1 0 0,-1 1-1 0 0,0-1 1 0 0,1 0 0 0 0,-1 0-1 0 0,-1-1 1 0 0,5-5-1 0 0,-5 6 47 0 0,186-257 1261 0 0,-188 258-558 0 0,-3 7-623 0 0,-5 11-10 0 0,0 0 0 0 0,1 0 0 0 0,0 0 0 0 0,1 1 0 0 0,1 0 0 0 0,-4 26 0 0 0,7-30-183 0 0,0 0 0 0 0,0 1 1 0 0,1-1-1 0 0,1 1 0 0 0,0-1 0 0 0,0 0 0 0 0,2 1 1 0 0,-1-1-1 0 0,7 18 0 0 0,-7-26-101 0 0,0-1 0 0 0,0 0 0 0 0,0 1 0 0 0,0-1 0 0 0,1 0 0 0 0,-1 0 0 0 0,1-1-1 0 0,0 1 1 0 0,-1 0 0 0 0,1-1 0 0 0,0 1 0 0 0,1-1 0 0 0,-1 0 0 0 0,0 0 0 0 0,1-1 0 0 0,-1 1 0 0 0,1 0 0 0 0,0-1 0 0 0,-1 0 0 0 0,1 0 0 0 0,0 0 0 0 0,0-1-1 0 0,-1 1 1 0 0,1-1 0 0 0,0 0 0 0 0,0 0 0 0 0,0 0 0 0 0,0 0 0 0 0,0-1 0 0 0,-1 0 0 0 0,7-1 0 0 0,-6 1-2342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5.6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27 2808 0 0,'13'-12'857'0'0,"-11"10"-88"0"0,9-11 4050 0 0,-12 15-4743 0 0,0 0 0 0 0,0 0 0 0 0,0 0 1 0 0,0 0-1 0 0,0 0 0 0 0,1 0 0 0 0,-1 0 0 0 0,0 0 1 0 0,1 0-1 0 0,0 0 0 0 0,0 1 0 0 0,-1-1 0 0 0,1 0 0 0 0,1 2 1 0 0,-1 1 91 0 0,1-5-153 0 0,-1 1-1 0 0,1-1 0 0 0,-1 1 1 0 0,1-1-1 0 0,-1 1 0 0 0,1 0 0 0 0,-1-1 1 0 0,1 1-1 0 0,-1 0 0 0 0,1-1 1 0 0,-1 1-1 0 0,0 0 0 0 0,1-1 1 0 0,-1 1-1 0 0,0 0 0 0 0,0 0 0 0 0,1 0 1 0 0,-1 1-1 0 0,5 13 193 0 0,48 77 676 0 0,-52-89-826 0 0,0 1 4 0 0,0-1-39 0 0,-1 0-1 0 0,1 0 1 0 0,-1 0-1 0 0,1 0 1 0 0,-1 1-1 0 0,0-1 1 0 0,0 0-1 0 0,-1 0 1 0 0,1 0-1 0 0,-1 0 1 0 0,1 0-1 0 0,-1 0 1 0 0,0 0-1 0 0,-2 5 1 0 0,1-5-84 0 0,0-1 0 0 0,0 1 1 0 0,0-1-1 0 0,-1 1 0 0 0,1-1 1 0 0,0 0-1 0 0,-1 0 0 0 0,0 0 1 0 0,0 0-1 0 0,1 0 0 0 0,-1-1 1 0 0,0 0-1 0 0,0 1 0 0 0,0-1 0 0 0,0 0 1 0 0,-1 0-1 0 0,-2 0 0 0 0,-48 4-6588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5.7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84 3656 0 0,'0'0'1264'0'0,"22"-21"473"0"0,1 4-789 0 0,5 0-836 0 0,1 4-1460 0 0,9-2-1393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6.8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62 3216 0 0,'0'0'2526'0'0,"1"-4"-1495"0"0,0 1-766 0 0,1-1 0 0 0,-1 1 0 0 0,1 0 0 0 0,0 0 1 0 0,0 0-1 0 0,1 0 0 0 0,-1 0 0 0 0,1 0 1 0 0,-1 0-1 0 0,1 1 0 0 0,0-1 0 0 0,0 1 0 0 0,5-4 1 0 0,-4 5-96 0 0,1 0-14 0 0,2 0-111 0 0,-1 1 0 0 0,1 0 1 0 0,-1 0-1 0 0,1 0 0 0 0,-1 1 0 0 0,1 0 0 0 0,-1 0 0 0 0,0 0 0 0 0,1 1 0 0 0,-1 0 0 0 0,0 0 0 0 0,8 5 0 0 0,-7-3-25 0 0,-1 1 0 0 0,1 0 0 0 0,-1 0 0 0 0,0 1 0 0 0,-1 0 0 0 0,8 8 0 0 0,-11-11-16 0 0,0 0-1 0 0,-1 0 0 0 0,1 0 0 0 0,-1 1 0 0 0,1-1 0 0 0,-1 0 1 0 0,0 1-1 0 0,0-1 0 0 0,0 0 0 0 0,-1 1 0 0 0,1 0 0 0 0,-1-1 1 0 0,0 1-1 0 0,0-1 0 0 0,0 1 0 0 0,0-1 0 0 0,-1 1 0 0 0,0-1 1 0 0,-1 7-1 0 0,0-3 7 0 0,0 0 1 0 0,0-1 1 0 0,0 1-1 0 0,-1-1 0 0 0,0 0 1 0 0,-6 12-1 0 0,-10 7 19 0 0,14-17-26 0 0,-6 0 18 0 0,-8 15-525 0 0,34-32 380 0 0,-1-1 1 0 0,-1 0-1 0 0,0 0 1 0 0,0-2-1 0 0,-1 0 0 0 0,19-22 1 0 0,-1-5 268 0 0,28-46 0 0 0,-36 42 407 0 0,-21 39-153 0 0,-2 4-387 0 0,0 0-1 0 0,0 1 0 0 0,0-1 0 0 0,0 0 0 0 0,-1 0 0 0 0,1 1 1 0 0,0-1-1 0 0,0 0 0 0 0,0 1 0 0 0,0-1 0 0 0,0 1 0 0 0,0-1 1 0 0,0 1-1 0 0,0 0 0 0 0,0-1 0 0 0,0 1 0 0 0,1 0 1 0 0,-1 0-1 0 0,0 0 0 0 0,0 0 0 0 0,1-1 0 0 0,-1 1 0 0 0,0 0 1 0 0,1 0-1 0 0,-1 0 0 0 0,1 0 0 0 0,-1 1 0 0 0,1-1 0 0 0,0 0 1 0 0,-1 1-1 0 0,-12 45 152 0 0,11-35-229 0 0,1 0-1 0 0,0 1 1 0 0,1-1-1 0 0,0 1 0 0 0,0-1 1 0 0,4 15-1 0 0,5 25-6265 0 0,-5-34 999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7.1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1 3048 0 0,'0'0'2562'0'0,"-2"2"-1961"0"0,-6 8-48 0 0,5-7 90 0 0,3 1-411 0 0,-2 7-210 0 0,0 0 0 0 0,-1 0 0 0 0,0 0 0 0 0,0 0 0 0 0,-1-1 0 0 0,-8 16 0 0 0,2-10-1126 0 0,0 0 0 0 0,-1-1 0 0 0,-17 19 1 0 0,6-10-2235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8.0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16 4028 0 0,'0'0'1117'0'0,"2"-3"-177"0"0,2-9 2269 0 0,-16 20-2453 0 0,-20 21-663 0 0,20-14 19 0 0,1 1-1 0 0,1 0 1 0 0,-16 31 0 0 0,22-37-88 0 0,0 0 0 0 0,0 0 0 0 0,1 0 1 0 0,1 0-1 0 0,-1 1 0 0 0,2-1 1 0 0,-1 1-1 0 0,1 18 0 0 0,4 8-21 0 0,1-29-1 0 0,-1-3 1 0 0,-1-1-11 0 0,-1-1 0 0 0,1 0 0 0 0,0 0 0 0 0,0 0 0 0 0,0 0 0 0 0,1 0 0 0 0,-1 0 1 0 0,1-1-1 0 0,-1 1 0 0 0,1-1 0 0 0,0 0 0 0 0,0 0 0 0 0,5 3 0 0 0,-5-3-3 0 0,1 1-7 0 0,0-1 0 0 0,0 0-1 0 0,0 1 1 0 0,0-2 0 0 0,0 1 0 0 0,0 0 0 0 0,0-1 0 0 0,0 0 0 0 0,1 0 0 0 0,-1 0 0 0 0,0-1 0 0 0,1 1 0 0 0,7-1 0 0 0,9-1-6 0 0,4-5 25 0 0,-22 5 5 0 0,-1 0-1 0 0,1-1 1 0 0,-1 1-1 0 0,1 0 0 0 0,-1-1 1 0 0,0 1-1 0 0,0-1 1 0 0,0 0-1 0 0,0 0 0 0 0,0 0 1 0 0,0 0-1 0 0,0 0 1 0 0,0 0-1 0 0,-1 0 0 0 0,0-1 1 0 0,1 1-1 0 0,-1 0 1 0 0,0-1-1 0 0,0 0 1 0 0,0 1-1 0 0,0-1 0 0 0,0 1 1 0 0,-1-1-1 0 0,1-4 1 0 0,-1 3 41 0 0,0 2-38 0 0,0 1 0 0 0,-1-1 0 0 0,1 0 1 0 0,-1 1-1 0 0,0-1 0 0 0,1 1 0 0 0,-1-1 0 0 0,0 1 1 0 0,0-1-1 0 0,0 1 0 0 0,-1-2 0 0 0,2 3-4 0 0,-2-2 3 0 0,1 0 1 0 0,0 0 0 0 0,0 1 0 0 0,-1-1-1 0 0,1 1 1 0 0,-1-1 0 0 0,1 1 0 0 0,-1 0-1 0 0,1 0 1 0 0,-1-1 0 0 0,0 1 0 0 0,0 0-1 0 0,0 0 1 0 0,1 1 0 0 0,-1-1-1 0 0,-4-1 1 0 0,3 1 3 0 0,0 0 28 0 0,-3 1 0 0 0,0 0-41 0 0,-1 1-1 0 0,0 0 0 0 0,1 0 1 0 0,-1 0-1 0 0,1 1 0 0 0,-1 0 1 0 0,1 0-1 0 0,0 0 0 0 0,0 1 1 0 0,0 0-1 0 0,0 0 0 0 0,1 1 0 0 0,-1-1 1 0 0,1 1-1 0 0,0 1 0 0 0,0-1 1 0 0,0 1-1 0 0,1-1 0 0 0,-1 1 1 0 0,1 1-1 0 0,0-1 0 0 0,1 1 1 0 0,-1-1-1 0 0,-3 9 0 0 0,-10 32-2006 0 0,16-41 471 0 0,2-1-1162 0 0,3 18-1931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8.2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 2960 0 0,'0'0'5117'0'0,"16"14"-4253"0"0,-20 12-624 0 0,-8 12-508 0 0,5-15-416 0 0,-3-1-616 0 0,-2 5-945 0 0,-2 0-2399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9.0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1 119 3628 0 0,'2'-3'1362'0'0,"3"-4"-829"0"0,0-1-1 0 0,1 1 1 0 0,0 1 0 0 0,1-1-1 0 0,-1 1 1 0 0,1 0 0 0 0,0 1 0 0 0,1-1-1 0 0,8-4 1 0 0,-13 9-469 0 0,2 0 175 0 0,13-3 39 0 0,-13 3-50 0 0,1 2-42 0 0,0 1-138 0 0,1-1 0 0 0,-1 1-1 0 0,1 1 1 0 0,-1-1 0 0 0,0 1-1 0 0,0 0 1 0 0,0 1-1 0 0,0-1 1 0 0,-1 1 0 0 0,7 5-1 0 0,-8-5-33 0 0,0 0 0 0 0,0 1 0 0 0,0-1 0 0 0,0 1 0 0 0,-1 0 0 0 0,0 0-1 0 0,0 0 1 0 0,0 0 0 0 0,-1 0 0 0 0,1 1 0 0 0,-1-1 0 0 0,0 1 0 0 0,1 10-1 0 0,2 11-4 0 0,0 14-4 0 0,-7-34-1 0 0,-1-2-3 0 0,-7 36 19 0 0,8-37-23 0 0,1 0-19 0 0,-1-1 14 0 0,0 1 188 0 0,-10 21-733 0 0,12-25 542 0 0,0 0 0 0 0,0 0 0 0 0,0 0 0 0 0,0 0 1 0 0,0 0-1 0 0,0 0 0 0 0,0 1 0 0 0,0-1 0 0 0,0 0 0 0 0,-1 0 0 0 0,1 0 0 0 0,0 0 0 0 0,0 0 0 0 0,0 1 1 0 0,0-1-1 0 0,0 0 0 0 0,0 0 0 0 0,0 0 0 0 0,0 0 0 0 0,0 0 0 0 0,0 0 0 0 0,0 1 0 0 0,0-1 0 0 0,0 0 1 0 0,0 0-1 0 0,1 0 0 0 0,-1 0 0 0 0,0 0 0 0 0,0 1 0 0 0,0-1 0 0 0,0 0 0 0 0,0 0 0 0 0,0 0 1 0 0,0 0-1 0 0,0 0 0 0 0,0 0 0 0 0,0 0 0 0 0,1 0 0 0 0,-1 1 0 0 0,0-1 0 0 0,0 0 0 0 0,0 0 0 0 0,0 0 1 0 0,0 0-1 0 0,0 0 0 0 0,1 0 0 0 0,-1 0 0 0 0,0 0 0 0 0,15-10-322 0 0,4-6 365 0 0,-1-1-1 0 0,-1-1 0 0 0,-1-1 0 0 0,-1 0 1 0 0,0-1-1 0 0,-1-1 0 0 0,-2 0 0 0 0,0-1 1 0 0,18-46-1 0 0,-14 22 331 0 0,-15 42-249 0 0,0 1-36 0 0,5-13-23 0 0,-4 12 407 0 0,-4 5-457 0 0,1 0 1 0 0,-1-1 0 0 0,1 1-1 0 0,-1 0 1 0 0,1 0-1 0 0,-1 0 1 0 0,1 0 0 0 0,0 0-1 0 0,-1 0 1 0 0,1 0-1 0 0,0 1 1 0 0,-1 0 0 0 0,1-1 0 0 0,0 0-3 0 0,0 0 0 0 0,0 0 0 0 0,0 0 0 0 0,0 0 0 0 0,0 0 0 0 0,1 0-1 0 0,-1 0 1 0 0,0 0 0 0 0,0 0 0 0 0,1 0 0 0 0,-1 1 0 0 0,0-1 0 0 0,1 0 0 0 0,0 0 0 0 0,-1 1 0 0 0,1-1-1 0 0,0 0 1 0 0,-1 1 0 0 0,1 1 0 0 0,0 0 5 0 0,-4 7 6 0 0,1 1 0 0 0,1-1 0 0 0,-1 1-1 0 0,0 13 1 0 0,2-17-10 0 0,0 7-3 0 0,0-1 0 0 0,0 1-1 0 0,3 18 1 0 0,-2-24 0 0 0,0 6-48 0 0,3 3 5 0 0,2 1-176 0 0,-3-9-101 0 0,0-1 0 0 0,1 1 0 0 0,0-1 0 0 0,0 0 0 0 0,1 0 0 0 0,9 15-1 0 0,-10-19-311 0 0,0-1 0 0 0,1 1-1 0 0,-1 0 1 0 0,1-1-1 0 0,0 0 1 0 0,0 0 0 0 0,0 0-1 0 0,6 3 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9.3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99 2560 0 0,'3'-10'1509'0'0,"1"0"0"0"0,-1 1-1 0 0,11-18 1 0 0,-12 24-1111 0 0,0 1-340 0 0,-1 1 0 0 0,0-1 0 0 0,0 1 0 0 0,1 0 0 0 0,-1-1 0 0 0,1 1 0 0 0,-1 0-1 0 0,1 0 1 0 0,2-2 0 0 0,0 0 35 0 0,-1 1 0 0 0,1-1 0 0 0,0 1 0 0 0,-1 0 0 0 0,1 0 0 0 0,0 0 0 0 0,8-2 0 0 0,-9 3-55 0 0,0 0 140 0 0,3 0 22 0 0,-1 1-121 0 0,0-1-1 0 0,0 0 0 0 0,0 1 0 0 0,0 0 1 0 0,0 0-1 0 0,0 1 0 0 0,1 0 0 0 0,-1-1 1 0 0,0 2-1 0 0,-1-1 0 0 0,1 0 0 0 0,0 1 1 0 0,7 4-1 0 0,-9-4-39 0 0,1 1-1 0 0,-1 0 1 0 0,0 0 0 0 0,-1 0 0 0 0,1 0 0 0 0,0 0 0 0 0,-1 1-1 0 0,0-1 1 0 0,0 1 0 0 0,0-1 0 0 0,2 6 0 0 0,-3-6-24 0 0,3 4 11 0 0,-1 1-1 0 0,0-1 0 0 0,-1 1 1 0 0,0 0-1 0 0,0-1 0 0 0,0 1 1 0 0,0 11-1 0 0,-2-12-18 0 0,3 8 5 0 0,-1 9-4 0 0,-4-2-11 0 0,1-20-23 0 0,0 19-153 0 0,-1 0-1 0 0,-6 23 1 0 0,6-37-273 0 0,0 0 1 0 0,0 0-1 0 0,-1 0 1 0 0,0 0-1 0 0,0 0 1 0 0,0 0-1 0 0,-1-1 1 0 0,0 0-1 0 0,-1 1 1 0 0,1-2-1 0 0,-10 10 1 0 0,-1-1-1959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9.4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1 199 2300 0 0,'0'0'1520'0'0,"17"-19"269"0"0,5 4-289 0 0,11-4-904 0 0,-12 8-124 0 0,-1 2-84 0 0,3-2-64 0 0,5-3-104 0 0,1 2-128 0 0,-4-1-208 0 0,7 1-148 0 0,0 0-244 0 0,0-2-408 0 0,0 1-232 0 0,1 0-893 0 0,1 1-2127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19.8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3776 0 0,'0'0'3435'0'0,"4"1"-2741"0"0,-2 0-589 0 0,0-1-1 0 0,-1 1 1 0 0,1-1-1 0 0,0 1 1 0 0,-1 0-1 0 0,1 0 0 0 0,0 0 1 0 0,-1 0-1 0 0,1 0 1 0 0,-1 0-1 0 0,0 0 1 0 0,1 1-1 0 0,-1-1 1 0 0,0 0-1 0 0,0 1 0 0 0,2 1 1 0 0,-2 0 108 0 0,0 3-24 0 0,0 8-210 0 0,-1-1-1 0 0,0 1 1 0 0,-1 0 0 0 0,-5 25-1 0 0,3-29-206 0 0,-9 39-5214 0 0,9-30 1176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20.4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65 2936 0 0,'-1'-2'413'0'0,"0"-1"1"0"0,1 1-1 0 0,0-1 0 0 0,0 1 0 0 0,0-1 0 0 0,0 1 0 0 0,0-1 1 0 0,0 1-1 0 0,1-1 0 0 0,-1 1 0 0 0,1-1 0 0 0,-1 1 0 0 0,3-5 1 0 0,-2 5-344 0 0,1 0 1 0 0,-1 0 0 0 0,1 1 0 0 0,-1-1 0 0 0,1 0 0 0 0,-1 1 0 0 0,1-1 0 0 0,0 1-1 0 0,0 0 1 0 0,0 0 0 0 0,0-1 0 0 0,0 1 0 0 0,0 0 0 0 0,0 1 0 0 0,0-1-1 0 0,0 0 1 0 0,1 0 0 0 0,-1 1 0 0 0,0 0 0 0 0,0-1 0 0 0,1 1 0 0 0,-1 0 0 0 0,0 0-1 0 0,5 1 1 0 0,5-1-30 0 0,0 1 1 0 0,0 1-1 0 0,0 0 0 0 0,-1 1 0 0 0,1 0 0 0 0,-1 1 1 0 0,1 1-1 0 0,12 6 0 0 0,-19-8-38 0 0,1 0 0 0 0,-1 0 0 0 0,0 1 0 0 0,-1-1 0 0 0,1 1 0 0 0,0 0 0 0 0,-1 1 0 0 0,0-1 0 0 0,0 1-1 0 0,-1 0 1 0 0,1 0 0 0 0,-1 0 0 0 0,0 0 0 0 0,0 1 0 0 0,-1-1 0 0 0,1 1 0 0 0,-1 0 0 0 0,-1-1 0 0 0,1 1 0 0 0,-1 0 0 0 0,0 0 0 0 0,0 0 0 0 0,-1 0 0 0 0,0 0 0 0 0,0 9 0 0 0,-1-9 2 0 0,0 0 1 0 0,0 0 0 0 0,-1-1 0 0 0,0 1-1 0 0,0 0 1 0 0,0-1 0 0 0,-6 10-1 0 0,4-8-14 0 0,-23 34-44 0 0,21-34 39 0 0,4-3-27 0 0,-1-1 41 0 0,-7 8-74 0 0,15-17-559 0 0,20-22-28 0 0,18-32 422 0 0,39-71 0 0 0,-49 76 1334 0 0,-31 52-915 0 0,6-12 1067 0 0,-17 32-1218 0 0,0-1 0 0 0,0 1-1 0 0,2 1 1 0 0,0-1 0 0 0,1 1-1 0 0,1 0 1 0 0,1 1 0 0 0,0-1-1 0 0,2 1 1 0 0,0 0 0 0 0,1 29-1 0 0,1-44-192 0 0,1 1-1 0 0,0 0 0 0 0,1-1 1 0 0,-1 1-1 0 0,1 0 0 0 0,0-1 0 0 0,0 0 1 0 0,0 1-1 0 0,0-1 0 0 0,1 0 0 0 0,0 0 1 0 0,0-1-1 0 0,0 1 0 0 0,0 0 1 0 0,7 5-1 0 0,-3-3-727 0 0,1-1 0 0 0,-1 1 1 0 0,1-2-1 0 0,0 1 0 0 0,11 4 0 0 0,-12-6-2970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20.9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 58 2024 0 0,'-4'-1'1174'0'0,"2"1"-1010"0"0,0-1 0 0 0,0 1-1 0 0,0-1 1 0 0,0 1 0 0 0,-1 0 0 0 0,1 0-1 0 0,0 0 1 0 0,0 1 0 0 0,0-1-1 0 0,0 0 1 0 0,0 1 0 0 0,-1-1 0 0 0,1 1-1 0 0,0 0 1 0 0,0-1 0 0 0,0 1-1 0 0,0 0 1 0 0,1 0 0 0 0,-1 1-1 0 0,0-1 1 0 0,0 0 0 0 0,1 1 0 0 0,-4 2-1 0 0,4-2 264 0 0,1 3-226 0 0,2 3-81 0 0,0-1-1 0 0,1 0 0 0 0,-1 1 0 0 0,1-1 1 0 0,1-1-1 0 0,0 1 0 0 0,-1 0 1 0 0,10 11-1 0 0,-11-16-100 0 0,12 13 75 0 0,-1 1-1 0 0,-1 1 1 0 0,-1 0 0 0 0,12 24-1 0 0,-21-38-68 0 0,-2 2-5 0 0,-1 12-5 0 0,0-13-7 0 0,-1 0 40 0 0,-15 22-57 0 0,10-21 5 0 0,-3-1 9 0 0,-49 14 234 0 0,54-17 18 0 0,5-2-252 0 0,0 1-1 0 0,0 0 1 0 0,-1-1-1 0 0,1 1 0 0 0,0 0 1 0 0,0 0-1 0 0,0 0 1 0 0,-1-1-1 0 0,1 1 0 0 0,0 0 1 0 0,0 0-1 0 0,-1 0 1 0 0,1 0-1 0 0,0-1 1 0 0,0 1-1 0 0,-1 0 0 0 0,1 0 1 0 0,0 0-1 0 0,-1 0 1 0 0,1 0-1 0 0,0 0 0 0 0,0 0 1 0 0,-1 0-1 0 0,1 0 1 0 0,0 0-1 0 0,-1 0 1 0 0,1 0-1 0 0,0 0 0 0 0,-1 0 1 0 0,1 0-1 0 0,-1 0 1 0 0,1 1 13 0 0,-1-1 1 0 0,1 0 0 0 0,-1 0 0 0 0,0 0 0 0 0,1 0-1 0 0,-1 0 1 0 0,1 0 0 0 0,-1 0 0 0 0,0 0 0 0 0,1-1-1 0 0,-1 1 1 0 0,1 0 0 0 0,-1 0 0 0 0,1 0 0 0 0,-1-1-1 0 0,0 1 1 0 0,1 0 0 0 0,-1 0 0 0 0,1-1 0 0 0,-1 1-1 0 0,1 0 1 0 0,0-1 0 0 0,-1 1 0 0 0,1-1 0 0 0,-1 1-1 0 0,1-1 1 0 0,0 1 0 0 0,-1-1 0 0 0,1 0 0 0 0,-1-1 6 0 0,0 0 0 0 0,1 0 0 0 0,-1 0 1 0 0,1 0-1 0 0,-1 0 0 0 0,1 0 1 0 0,0-1-1 0 0,0 1 0 0 0,0 0 0 0 0,0 0 1 0 0,0 0-1 0 0,1 0 0 0 0,-1-1 0 0 0,1 1 1 0 0,-1 0-1 0 0,1 0 0 0 0,0 0 1 0 0,0 0-1 0 0,0 0 0 0 0,0 0 0 0 0,2-3 1 0 0,11-12 131 0 0,0 1 1 0 0,1 1 0 0 0,24-19 0 0 0,-18 16 20 0 0,0-1 1 0 0,-2-1 0 0 0,0 0-1 0 0,24-35 1 0 0,-41 52-301 0 0,-1-1-143 0 0,2-13-186 0 0,-2 13-269 0 0,-3 0-418 0 0,2-1 602 0 0,-2-4-98 0 0,-4-2-2956 0 0,-3-6-1620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21.2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19 3308 0 0,'6'-3'516'0'0,"-1"1"0"0"0,1-1-1 0 0,-1 1 1 0 0,1 0 0 0 0,0 0-1 0 0,0 1 1 0 0,0 0-1 0 0,0 0 1 0 0,0 0 0 0 0,0 1-1 0 0,1-1 1 0 0,10 3 0 0 0,-8-1-188 0 0,1 2 1 0 0,0-1-1 0 0,-1 1 1 0 0,0 1 0 0 0,0 0-1 0 0,0 0 1 0 0,12 8-1 0 0,0 2-123 0 0,-1 1 0 0 0,0 1 0 0 0,-1 1 0 0 0,-1 0-1 0 0,-1 2 1 0 0,0 0 0 0 0,-1 1 0 0 0,-1 0-1 0 0,-1 1 1 0 0,-1 1 0 0 0,-1 0 0 0 0,18 47-1 0 0,-17-32-169 0 0,-1-1-1 0 0,-2 2 1 0 0,-1-1-1 0 0,-3 1 0 0 0,0 1 1 0 0,-3-1-1 0 0,-2 73 0 0 0,-6-69-233 0 0,-2 0-1 0 0,-1 0 0 0 0,-2-1 0 0 0,-2 0 0 0 0,-2-1 0 0 0,-1 0 0 0 0,-2-1 0 0 0,-39 63 0 0 0,23-49-1227 0 0,-2-2 0 0 0,-3-1-1 0 0,-2-3 1 0 0,-1 0-1 0 0,-63 52 1 0 0,37-45-3747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30.3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 4932 0 0,'0'0'5398'0'0,"-4"0"-4464"0"0,37 1 2843 0 0,163 0-2731 0 0,-18-1-1930 0 0,-111 0-2994 0 0,-56 5 1617 0 0,-1-1-1731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6:59:30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16 3736 0 0,'-14'8'1502'0'0,"12"-7"-251"0"0,-1 1-214 0 0,3-2-925 0 0,-1 0 0 0 0,1 1 0 0 0,-1-1 0 0 0,1 0 1 0 0,0 0-1 0 0,-1 1 0 0 0,1-1 0 0 0,0 0 0 0 0,-1 0 0 0 0,1 1 0 0 0,0-1 0 0 0,-1 0 0 0 0,1 1 0 0 0,0-1 1 0 0,0 1-1 0 0,-1-1 0 0 0,1 0 0 0 0,0 1 0 0 0,0-1 0 0 0,0 1 0 0 0,-1-1 0 0 0,1 0 0 0 0,0 1 0 0 0,0-1 1 0 0,0 1-1 0 0,0-1 0 0 0,0 1 0 0 0,0-1 0 0 0,0 1 0 0 0,0-1 0 0 0,0 0 0 0 0,0 1 0 0 0,0-1 0 0 0,1 2 1 0 0,15 6 1079 0 0,38-3-535 0 0,93-11-413 0 0,-121 4-1625 0 0,0-2-1 0 0,-1 0 1 0 0,47-15 0 0 0,-64 14-1551 0 0,18-8-2114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06.4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242 96 2716 0 0,'-1'-3'1648'0'0,"-2"-11"781"0"0,-1 1 0 0 0,0 0 0 0 0,-10-21 1 0 0,12 31-1944 0 0,2 2-467 0 0,0 0 1 0 0,-1 0 0 0 0,1 1 0 0 0,0-1-1 0 0,-1 0 1 0 0,1 0 0 0 0,-1 1 0 0 0,1-1-1 0 0,-1 0 1 0 0,1 1 0 0 0,-1-1-1 0 0,1 0 1 0 0,-1 1 0 0 0,1-1 0 0 0,-1 1-1 0 0,0-1 1 0 0,0 1 0 0 0,1-1 0 0 0,-1 1-1 0 0,0 0 1 0 0,0-1 0 0 0,1 1 0 0 0,-1 0-1 0 0,0-1 1 0 0,0 1 0 0 0,0 0 0 0 0,1 0-1 0 0,-1 0 1 0 0,0 0 0 0 0,0 0-1 0 0,0 0 1 0 0,0 0 0 0 0,0 0 0 0 0,1 0-1 0 0,-2 1 1 0 0,-2-1 10 0 0,1 0 0 0 0,0 0 0 0 0,0 1 0 0 0,0-1-1 0 0,0 1 1 0 0,0 0 0 0 0,1 0 0 0 0,-1 0 0 0 0,0 0 0 0 0,-3 3-1 0 0,-7 6 3 0 0,0 1 1 0 0,1 0-1 0 0,0 1 0 0 0,0 0 0 0 0,2 1 0 0 0,0 0 0 0 0,0 1 0 0 0,1 0 0 0 0,1 1 0 0 0,0-1 0 0 0,1 2 0 0 0,1-1 0 0 0,0 1 0 0 0,1 0 0 0 0,1 0 0 0 0,-4 26 0 0 0,7-33-31 0 0,1-1-1 0 0,1 0 0 0 0,-1 0 1 0 0,2 0-1 0 0,-1 1 1 0 0,1-1-1 0 0,0 0 0 0 0,0 0 1 0 0,1-1-1 0 0,0 1 0 0 0,1-1 1 0 0,0 1-1 0 0,0-1 1 0 0,0 0-1 0 0,1 0 0 0 0,8 8 1 0 0,-11-12 0 0 0,1 0 1 0 0,0 0-1 0 0,0 0 0 0 0,0-1 1 0 0,0 1-1 0 0,0-1 0 0 0,1 0 1 0 0,-1 0-1 0 0,1 0 0 0 0,-1-1 1 0 0,1 1-1 0 0,0-1 0 0 0,-1 1 1 0 0,1-1-1 0 0,0-1 0 0 0,0 1 1 0 0,0 0-1 0 0,0-1 0 0 0,0 0 1 0 0,0 0-1 0 0,0 0 0 0 0,0 0 1 0 0,-1-1-1 0 0,1 0 1 0 0,0 1-1 0 0,0-1 0 0 0,4-2 1 0 0,-1 0 1 0 0,0 0 0 0 0,0 0 0 0 0,0-1 0 0 0,0 0 0 0 0,-1 0 0 0 0,1-1 1 0 0,-1 0-1 0 0,0 0 0 0 0,-1 0 0 0 0,1-1 0 0 0,-1 1 0 0 0,6-10 0 0 0,0 0 9 0 0,-7 10-6 0 0,0-1 0 0 0,-1 0 1 0 0,1 0-1 0 0,-1 0 0 0 0,-1 0 1 0 0,1 0-1 0 0,-1-1 0 0 0,0 1 1 0 0,0-1-1 0 0,-1 1 0 0 0,1-10 1 0 0,5-52-1 0 0,-7 58-5 0 0,-1 0-1 0 0,1 1 1 0 0,-2-1 0 0 0,-2-11 0 0 0,2 11-1 0 0,1 6 1 0 0,0 1 0 0 0,0-1 0 0 0,0 1 0 0 0,-1 0 0 0 0,1-1 0 0 0,-1 1 0 0 0,0 0-1 0 0,0 0 1 0 0,-4-5 0 0 0,4 5-7 0 0,0 1-23 0 0,-2 0-13 0 0,1 2-4 0 0,0-1-1 0 0,0 1 0 0 0,0 0 0 0 0,0 0 0 0 0,0 0 0 0 0,0 0 0 0 0,0 0 0 0 0,0 0 0 0 0,0 1 0 0 0,0 0 0 0 0,0-1 0 0 0,0 1 0 0 0,0 0 0 0 0,0 1 0 0 0,0-1 0 0 0,-4 3 0 0 0,0 1-266 0 0,0 0 0 0 0,1 0 0 0 0,-1 1-1 0 0,1-1 1 0 0,-9 13 0 0 0,8-9-603 0 0,0 0 0 0 0,1 1 0 0 0,-8 15 0 0 0,12-20-2 0 0,0 0-1 0 0,0 1 1 0 0,0-1 0 0 0,0 1 0 0 0,0 6 0 0 0,0 9-3457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07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68 3860 0 0,'3'-2'1454'0'0,"13"-8"3082"0"0,-14 8-4019 0 0,5-8-116 0 0,-6 7 1511 0 0,-3 6-1870 0 0,-8 7-9 0 0,8-8 45 0 0,1 1-63 0 0,-5 33 41 0 0,5-33 469 0 0,3-3-509 0 0,0 1 0 0 0,0-1-1 0 0,-1 0 0 0 0,1 0 0 0 0,0-1 0 0 0,-1 1 1 0 0,1 0-1 0 0,0 0 0 0 0,0-1 0 0 0,-1 1 0 0 0,1-1 1 0 0,2-1-1 0 0,-3 1-8 0 0,0 0-1 0 0,0 0 1 0 0,-1 1 0 0 0,1-2-1 0 0,0 1 1 0 0,-1 0 0 0 0,1 0-1 0 0,0 0 1 0 0,-1 0 0 0 0,0 0-1 0 0,1 0 1 0 0,-1-1 0 0 0,0 1-1 0 0,1 0 1 0 0,-1 0 0 0 0,0-1-1 0 0,0 1 1 0 0,0-2 0 0 0,0-16-4 0 0,0 15 1 0 0,-1 2-7 0 0,1 0-1 0 0,-1 1 1 0 0,1-1-1 0 0,-1 0 1 0 0,0 0-1 0 0,0 1 1 0 0,0-1 0 0 0,0 1-1 0 0,0-1 1 0 0,0 1-1 0 0,0-1 1 0 0,0 1 0 0 0,-1 0-1 0 0,1-1 1 0 0,-1 1-1 0 0,1 0 1 0 0,-3-1 0 0 0,2 0 3 0 0,-21 11 71 0 0,13 2-150 0 0,8-8 101 0 0,0 0-15 0 0,-5 13 5 0 0,6-12-166 0 0,1-2 162 0 0,0 0 0 0 0,0-1-1 0 0,0 1 1 0 0,0 0 0 0 0,0 0 0 0 0,0-1 0 0 0,0 1 0 0 0,1 0-1 0 0,-1-1 1 0 0,0 1 0 0 0,1 0 0 0 0,0 0 0 0 0,-1-1 0 0 0,1 1-1 0 0,0-1 1 0 0,0 1 0 0 0,0-1 0 0 0,0 1 0 0 0,0-1 0 0 0,0 0-1 0 0,0 1 1 0 0,0-1 0 0 0,1 0 0 0 0,-1 0 0 0 0,1 0 0 0 0,-1 0-1 0 0,4 2 1 0 0,-2-2 32 0 0,15-6 92 0 0,-15 3 102 0 0,0 1-203 0 0,-1 0 1 0 0,0-1 0 0 0,0 1-1 0 0,-1-1 1 0 0,1 1 0 0 0,0-1-1 0 0,-1 0 1 0 0,1 0 0 0 0,-1 0 0 0 0,1 0-1 0 0,-1 0 1 0 0,0 0 0 0 0,0 0-1 0 0,0-1 1 0 0,0 1 0 0 0,1-3 72 0 0,-1 1-37 0 0,3-12-18 0 0,-4 12 19 0 0,0 0-33 0 0,-1-13-11 0 0,1 13 16 0 0,-4-1-39 0 0,4 4-1 0 0,0 1 0 0 0,0-1-1 0 0,0 1 1 0 0,0 0-1 0 0,0-1 1 0 0,0 1 0 0 0,0 0-1 0 0,0-1 1 0 0,-1 1 0 0 0,1 0-1 0 0,0-1 1 0 0,0 1 0 0 0,0 0-1 0 0,-1-1 1 0 0,1 1-1 0 0,0 0 1 0 0,0-1 0 0 0,-1 1-1 0 0,1 0 1 0 0,0 0 0 0 0,-1-1-1 0 0,1 1 1 0 0,0 0-1 0 0,-1 0 1 0 0,1 0 0 0 0,0 0-1 0 0,-1-1 1 0 0,1 1 0 0 0,0 0-1 0 0,-1 0 1 0 0,1 0 0 0 0,-1 0-1 0 0,1 0 1 0 0,-1 0-1 0 0,-3 3-2 0 0,1 1-1 0 0,0 0 0 0 0,-1-1 1 0 0,2 1-1 0 0,-1 1 0 0 0,0-1 1 0 0,1 0-1 0 0,-1 0 0 0 0,-1 7 1 0 0,3-7 1 0 0,1 0-2 0 0,1 12 18 0 0,-1-12-22 0 0,2-1-10 0 0,-1-2 16 0 0,-1 0 1 0 0,1-1 0 0 0,-1 1-1 0 0,1 0 1 0 0,-1 0-1 0 0,1-1 1 0 0,-1 1 0 0 0,1 0-1 0 0,0-1 1 0 0,-1 1-1 0 0,1 0 1 0 0,0-1 0 0 0,-1 1-1 0 0,1-1 1 0 0,0 1-1 0 0,0-1 1 0 0,0 0 0 0 0,0 1-1 0 0,1-1 1 0 0,16 1 6 0 0,-13 0 4 0 0,-2-3 8 0 0,8-5-3 0 0,-8 5 7 0 0,-1 0 35 0 0,19-27 427 0 0,-19 26-327 0 0,2-21 160 0 0,-4 20-291 0 0,0-13-18 0 0,0 13-6 0 0,-22 2-879 0 0,18 2 463 0 0,1 2-698 0 0,-3 2 1527 0 0,1 2-2808 0 0,15 12-9295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08.0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132 51 3040 0 0,'0'0'1338'0'0,"-1"-5"-205"0"0,-2-13-213 0 0,2 14-140 0 0,0 1-96 0 0,-27-16 1763 0 0,24 18-1781 0 0,0 1-367 0 0,0 1-211 0 0,-1 0 0 0 0,1 0-1 0 0,0 0 1 0 0,0 1 0 0 0,0-1 0 0 0,0 1 0 0 0,0 0-1 0 0,0 1 1 0 0,1-1 0 0 0,-1 1 0 0 0,1-1 0 0 0,-1 1-1 0 0,1 0 1 0 0,0 0 0 0 0,0 1 0 0 0,0-1 0 0 0,1 0-1 0 0,-1 1 1 0 0,1 0 0 0 0,0 0 0 0 0,0 0 0 0 0,0 0-1 0 0,0 0 1 0 0,-1 5 0 0 0,2-6 2 0 0,0 21 47 0 0,1-19-95 0 0,1 0 4 0 0,0 2-36 0 0,1-1 0 0 0,0 0 0 0 0,0 0 0 0 0,1 0 0 0 0,-1 0 0 0 0,1-1 0 0 0,1 1-1 0 0,-1-1 1 0 0,1 1 0 0 0,0-1 0 0 0,0-1 0 0 0,6 7 0 0 0,15 8-17 0 0,0-1 1 0 0,29 15-1 0 0,15 10-4 0 0,-67-42-6 0 0,25 16 63 0 0,-26-16-55 0 0,1-1 0 0 0,-1 1-1 0 0,0 0 1 0 0,0 0-1 0 0,0 0 1 0 0,0 0-1 0 0,1 0 1 0 0,-1 0 0 0 0,0 1-1 0 0,-1-1 1 0 0,1 0-1 0 0,0 0 1 0 0,0 1-1 0 0,-1-1 1 0 0,1 1 0 0 0,0-1-1 0 0,-1 1 1 0 0,1-1-1 0 0,-1 2 1 0 0,0 0 16 0 0,-1 0-1 0 0,1 0 1 0 0,-1 0 0 0 0,0-1-1 0 0,0 1 1 0 0,0 0 0 0 0,-1-1-1 0 0,1 1 1 0 0,-1-1 0 0 0,1 1 0 0 0,-1-1-1 0 0,0 1 1 0 0,0-1 0 0 0,0 0-1 0 0,0 0 1 0 0,0 0 0 0 0,0 0-1 0 0,-1-1 1 0 0,1 1 0 0 0,0 0 0 0 0,-1-1-1 0 0,-5 3 1 0 0,-17 5 226 0 0,1-1 0 0 0,-43 8 0 0 0,65-16-216 0 0,-54 5 438 0 0,51-4-362 0 0,0-2-15 0 0,-15 0-13 0 0,15 1-21 0 0,2-1-1 0 0,2 0-41 0 0,0 1 0 0 0,0 0 1 0 0,0-1-1 0 0,0 0 0 0 0,0 1 0 0 0,0-1 0 0 0,1 1 0 0 0,-1-1 1 0 0,0 0-1 0 0,0 0 0 0 0,1 1 0 0 0,-1-1 0 0 0,0 0 0 0 0,1 0 1 0 0,-1 0-1 0 0,1 0 0 0 0,-1 0 0 0 0,1 0 0 0 0,-1 0 0 0 0,1 0 1 0 0,0 0-1 0 0,-1 0 0 0 0,1-2 0 0 0,0 0-4 0 0,0 1 0 0 0,0 0 0 0 0,1-1 0 0 0,-1 1 0 0 0,1-1 0 0 0,0 1 0 0 0,-1 0-1 0 0,1 0 1 0 0,0-1 0 0 0,2-2 0 0 0,5-7-12 0 0,0 0-1 0 0,1 0 1 0 0,11-10 0 0 0,-13 14 27 0 0,-4 5-17 0 0,89-109-64 0 0,-81 97 145 0 0,-1 0 0 0 0,0-1 0 0 0,-2 0-1 0 0,0-1 1 0 0,10-28 0 0 0,-17 40-42 0 0,0 0-1 0 0,0 0 0 0 0,0 0 1 0 0,-1 0-1 0 0,0 0 1 0 0,0 0-1 0 0,-1-7 0 0 0,1 8-27 0 0,-1-1 32 0 0,-3-2-22 0 0,4 6-20 0 0,0 1-1 0 0,0-1 1 0 0,0 0 0 0 0,-1 0 0 0 0,1 1-1 0 0,0-1 1 0 0,0 0 0 0 0,0 1 0 0 0,-1-1 0 0 0,1 0-1 0 0,-1 1 1 0 0,1-1 0 0 0,0 0 0 0 0,-1 1-1 0 0,1-1 1 0 0,-1 1 0 0 0,1-1 0 0 0,-1 1-1 0 0,1-1 1 0 0,-1 1 0 0 0,0-1 0 0 0,0 1-1 0 0,-25-4-306 0 0,25 4 207 0 0,0 1-1 0 0,-1-1 1 0 0,1 0 0 0 0,0 0 0 0 0,0 0 0 0 0,-1 1 0 0 0,1-1 0 0 0,0 0 0 0 0,0 1 0 0 0,0-1-1 0 0,0 1 1 0 0,0-1 0 0 0,0 1 0 0 0,-1 0 0 0 0,1 0 0 0 0,1-1 0 0 0,-1 1 0 0 0,0 0 0 0 0,0 0 0 0 0,0 0-1 0 0,0 0 1 0 0,1 0 0 0 0,-1 0 0 0 0,0 0 0 0 0,0 2 0 0 0,0-2-160 0 0,1 1-1 0 0,-1-1 1 0 0,1 0 0 0 0,-1 0-1 0 0,1 1 1 0 0,0-1 0 0 0,-1 1-1 0 0,1-1 1 0 0,0 0 0 0 0,0 1-1 0 0,0-1 1 0 0,0 1 0 0 0,0-1-1 0 0,0 0 1 0 0,1 1 0 0 0,-1-1 0 0 0,0 1-1 0 0,1-1 1 0 0,-1 0 0 0 0,1 1-1 0 0,-1-1 1 0 0,1 0 0 0 0,0 0-1 0 0,0 1 1 0 0,-1-1 0 0 0,1 0-1 0 0,0 0 1 0 0,0 0 0 0 0,0 0-1 0 0,2 1 1 0 0,15 11-4584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08.4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11 3256 0 0,'9'-10'9983'0'0,"-21"11"-8479"0"0,7 1-1517 0 0,1 0 1 0 0,-1 0-1 0 0,1 0 1 0 0,0 0-1 0 0,-1 1 0 0 0,-6 5 1 0 0,0 2 82 0 0,0 0 0 0 0,1 2 0 0 0,0-1 0 0 0,0 1 0 0 0,1 1 0 0 0,1-1 0 0 0,0 1 0 0 0,1 1 0 0 0,0 0 0 0 0,1 0 0 0 0,1 0 0 0 0,-5 18 0 0 0,9-27-61 0 0,0 1 1 0 0,1-1 0 0 0,-1 0-1 0 0,1 0 1 0 0,0 1 0 0 0,0-1-1 0 0,1 0 1 0 0,0 0 0 0 0,0 0-1 0 0,0 1 1 0 0,0-1 0 0 0,1 0-1 0 0,0 0 1 0 0,0-1 0 0 0,0 1-1 0 0,1 0 1 0 0,-1-1 0 0 0,1 1-1 0 0,0-1 1 0 0,0 0-1 0 0,1 0 1 0 0,-1 0 0 0 0,1 0-1 0 0,7 5 1 0 0,-8-7-5 0 0,2 0-12 0 0,13 5-6 0 0,-13-5 11 0 0,0-1 23 0 0,0-1 26 0 0,0 0 0 0 0,0 0 0 0 0,0 0 0 0 0,0 0 0 0 0,0-1 0 0 0,0 1 0 0 0,0-2 0 0 0,0 1 0 0 0,0 0 0 0 0,-1-1 0 0 0,1 0 0 0 0,0 0 0 0 0,-1 0 0 0 0,1-1 0 0 0,-1 1 0 0 0,0-1 0 0 0,0 0 0 0 0,0 0 0 0 0,0-1 0 0 0,0 1 0 0 0,4-7 0 0 0,-5 7-14 0 0,0-1 1 0 0,0 0 0 0 0,-1 0-1 0 0,1-1 1 0 0,-1 1 0 0 0,0 0 0 0 0,0-1-1 0 0,0 1 1 0 0,1-8 0 0 0,-2 7-25 0 0,1-2-94 0 0,0 0 0 0 0,0 0 0 0 0,-1 0 0 0 0,0-1 0 0 0,-1 1 1 0 0,1 0-1 0 0,-1-1 0 0 0,-1 1 0 0 0,0 0 0 0 0,0-1 0 0 0,0 1 0 0 0,-1 0 0 0 0,0 0 0 0 0,0 0 0 0 0,0 0 0 0 0,-1 0 0 0 0,0 1 0 0 0,-8-13 0 0 0,5 13-512 0 0,1 0-1 0 0,-1 1 1 0 0,0-1-1 0 0,-1 1 1 0 0,1 1-1 0 0,-1-1 1 0 0,0 1-1 0 0,0 0 1 0 0,0 0-1 0 0,-1 1 1 0 0,1 0-1 0 0,-1 1 1 0 0,0-1-1 0 0,-10-1 1 0 0,-24-4-5977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2.0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20 400 4876 0 0,'0'0'4142'0'0,"-4"-1"-3016"0"0,3 0-1019 0 0,0 1 0 0 0,1 0 0 0 0,-1-1 0 0 0,0 1 0 0 0,0-1 0 0 0,0 0 0 0 0,0 1 0 0 0,0-1 0 0 0,1 0 0 0 0,-1 1 0 0 0,0-1 0 0 0,1 0 0 0 0,-1 0 0 0 0,0 1 0 0 0,1-1 0 0 0,-1 0 0 0 0,1 0 0 0 0,-1 0 0 0 0,1 0 0 0 0,0 0 0 0 0,-1 0 0 0 0,1 0 0 0 0,0 0 0 0 0,0 0 0 0 0,0 0 0 0 0,0 0 0 0 0,0 0 0 0 0,0 0 0 0 0,0 0 0 0 0,0 0 0 0 0,0 0 0 0 0,0 0 0 0 0,0 0 0 0 0,0 0 0 0 0,1 0 0 0 0,-1 0 0 0 0,0 0 0 0 0,1 0 0 0 0,-1 0 0 0 0,1 1 0 0 0,-1-1 0 0 0,1 0 0 0 0,1-1 0 0 0,9-11 37 0 0,0 2 0 0 0,1-1 0 0 0,0 2 0 0 0,1 0 0 0 0,0 0 0 0 0,0 1 0 0 0,20-9 0 0 0,113-48 248 0 0,-98 46-277 0 0,181-74 176 0 0,-225 92-237 0 0,18-9-98 0 0,-20 10-137 0 0,9-6-24 0 0,-8 6-36 0 0,-4-3-2233 0 0,-1-13 2146 0 0,2 13 30 0 0,-3 2-360 0 0,-4-2 588 0 0,-1 0 0 0 0,1 1-1 0 0,-1 0 1 0 0,1 1 0 0 0,-1-1 0 0 0,0 1-1 0 0,0 1 1 0 0,0 0 0 0 0,0 0 0 0 0,-10 0-1 0 0,13 1 98 0 0,-1 0 20 0 0,-15 0 11 0 0,16 0-6 0 0,0 0 2 0 0,-12 1 15 0 0,12-1 96 0 0,1 1-89 0 0,-8 2 25 0 0,22 3 47 0 0,-7-5-158 0 0,3-1 17 0 0,24 1 102 0 0,0-2 1 0 0,0-2-1 0 0,42-8 1 0 0,-68 10-9 0 0,0 0-23 0 0,13-2 12 0 0,-13 2 325 0 0,18-5 123 0 0,-1 10-229 0 0,-29 171-215 0 0,6-106-563 0 0,1-34-1489 0 0,-1 10-4474 0 0,1-24 820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3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34 3632 0 0,'0'0'1410'0'0,"0"-3"-211"0"0,-4-14 542 0 0,0 4 2585 0 0,6 38-3583 0 0,12 237 546 0 0,2 33-1139 0 0,-7-204-1179 0 0,-7-83 808 0 0,5 13-1715 0 0,-5-8-5080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3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25 204 3060 0 0,'3'-15'481'0'0,"0"0"-1"0"0,2 0 0 0 0,-1 1 1 0 0,2-1-1 0 0,0 1 1 0 0,0 0-1 0 0,2 1 0 0 0,-1-1 1 0 0,2 1-1 0 0,0 1 0 0 0,15-17 1 0 0,-22 27-427 0 0,1 0-1 0 0,0-1 1 0 0,1 2 0 0 0,-1-1 0 0 0,0 0-1 0 0,0 1 1 0 0,1-1 0 0 0,-1 1 0 0 0,1 0-1 0 0,-1 0 1 0 0,5 0 0 0 0,-4 0-5 0 0,0 0-23 0 0,-1 1-1 0 0,1 0 1 0 0,-1 0-1 0 0,1 0 1 0 0,-1 1 0 0 0,1-1-1 0 0,-1 1 1 0 0,1 0 0 0 0,-1 0-1 0 0,0 0 1 0 0,1 0-1 0 0,5 4 1 0 0,33 22 90 0 0,-36-21-107 0 0,0 0 0 0 0,0 1 0 0 0,0 0-1 0 0,-1 0 1 0 0,0 0 0 0 0,-1 1 0 0 0,1 0 0 0 0,-1-1 0 0 0,-1 2 0 0 0,1-1 0 0 0,-2 0 0 0 0,1 1 0 0 0,-1-1 0 0 0,1 10 0 0 0,-2-11 29 0 0,-1 1 0 0 0,0 0 1 0 0,-1-1-1 0 0,0 1 0 0 0,0-1 0 0 0,0 1 0 0 0,-1-1 0 0 0,0 1 0 0 0,-1-1 0 0 0,0 0 0 0 0,0 0 0 0 0,0 0 1 0 0,-6 9-1 0 0,1-6 27 0 0,1 0 1 0 0,-2 0 0 0 0,1-1 0 0 0,-1 0 0 0 0,-1 0 0 0 0,0-1 0 0 0,0 0-1 0 0,0-1 1 0 0,-17 8 0 0 0,-2 1 27 0 0,-1-3-1 0 0,-39 14 1 0 0,45-21-244 0 0,20-5-85 0 0,-1-1-775 0 0,0-1 647 0 0,-3 1-36 0 0,-1-1-4918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4.2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99 2480 0 0,'-3'1'1424'0'0,"0"-1"-1107"0"0,1 0 0 0 0,0 1 0 0 0,0-1 0 0 0,-1 0 0 0 0,1 0 0 0 0,0 0 0 0 0,0 0 0 0 0,-1-1 0 0 0,1 1 0 0 0,0-1 0 0 0,0 1 0 0 0,-1-1 0 0 0,-1-1 0 0 0,1 1 548 0 0,4-4-669 0 0,2-12-33 0 0,-2 13-29 0 0,0 4-127 0 0,-1 0 0 0 0,1 0 0 0 0,-1-1 0 0 0,0 1 0 0 0,1 0-1 0 0,-1 0 1 0 0,1 0 0 0 0,-1 0 0 0 0,0-1 0 0 0,1 1 0 0 0,-1 0 0 0 0,1 0-1 0 0,-1-1 1 0 0,0 1 0 0 0,1 0 0 0 0,-1 0 0 0 0,0-1 0 0 0,0 1 0 0 0,1 0 0 0 0,-1-1-1 0 0,0 1 1 0 0,0 0 0 0 0,1-1 0 0 0,-1 1 0 0 0,0-1 0 0 0,13-12 176 0 0,2 4-118 0 0,-11 6 4 0 0,1 2-20 0 0,14-5-13 0 0,-14 5-25 0 0,0 2 14 0 0,-4-1-24 0 0,2 0 1 0 0,0 0 0 0 0,0 0-1 0 0,0 0 1 0 0,0 1 0 0 0,0-1-1 0 0,0 1 1 0 0,0 0 0 0 0,0 0-1 0 0,0 0 1 0 0,0 0 0 0 0,0 1-1 0 0,-1-1 1 0 0,1 1 0 0 0,0 0-1 0 0,-1-1 1 0 0,0 1 0 0 0,1 0-1 0 0,-1 1 1 0 0,0-1 0 0 0,0 0 0 0 0,0 1-1 0 0,0-1 1 0 0,0 1 0 0 0,-1-1-1 0 0,1 1 1 0 0,1 5 0 0 0,-1-3 20 0 0,0 1 0 0 0,-1-1 1 0 0,0 0-1 0 0,0 0 1 0 0,0 0-1 0 0,-1 1 1 0 0,1-1-1 0 0,-1 0 0 0 0,-1 1 1 0 0,1-1-1 0 0,-1 0 1 0 0,0 1-1 0 0,0-1 1 0 0,-2 5-1 0 0,1-2 71 0 0,-11 28 756 0 0,11-32-314 0 0,0-1-124 0 0,-6 8 227 0 0,7-11-599 0 0,1 0 0 0 0,0-1 0 0 0,-1 1 0 0 0,1 0 0 0 0,-1 0 0 0 0,1-1 0 0 0,0 1 0 0 0,-1 0 0 0 0,1-1 0 0 0,0 1 0 0 0,-1 0 0 0 0,1-1 0 0 0,0 1 0 0 0,0 0 0 0 0,-1-1 0 0 0,1 1 0 0 0,0-1 0 0 0,0 1 0 0 0,0-1 0 0 0,0 1 0 0 0,0 0 0 0 0,-1-1 0 0 0,1 1 1 0 0,0-1-1 0 0,0 1 0 0 0,0-1 0 0 0,0 0 0 0 0,0 0-37 0 0,0 0 1 0 0,0 1 0 0 0,-1-1 0 0 0,1 0 0 0 0,0 0-1 0 0,0 0 1 0 0,0 0 0 0 0,0 0 0 0 0,0 0 0 0 0,0 0-1 0 0,0 0 1 0 0,1 1 0 0 0,-1-1 0 0 0,0 0 0 0 0,0 0 0 0 0,1 0-1 0 0,-1 0 1 0 0,0 0 0 0 0,1 1 0 0 0,-1-1 0 0 0,2-1-1 0 0,3-8 3 0 0,0 0-133 0 0,0-1 0 0 0,0 1 0 0 0,1 0 0 0 0,1 0 0 0 0,0 1 0 0 0,0 0 0 0 0,1 0 0 0 0,0 1 1 0 0,0 0-1 0 0,1 0 0 0 0,13-8 0 0 0,-9 6-313 0 0,38-22-2366 0 0,-16 17-2479 0 0,-18 10 1010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5.3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22 383 2832 0 0,'0'0'869'0'0,"-2"3"-152"0"0,1 1-487 0 0,0-1 1 0 0,0 1 0 0 0,0-1-1 0 0,0 1 1 0 0,0-1 0 0 0,1 1-1 0 0,0-1 1 0 0,0 1-1 0 0,0 0 1 0 0,0-1 0 0 0,0 1-1 0 0,2 6 1 0 0,-1-7 65 0 0,3-4-166 0 0,2 0-61 0 0,-1-1 0 0 0,0 0 0 0 0,0 0 0 0 0,0-1 0 0 0,0 1 1 0 0,0-1-1 0 0,-1 0 0 0 0,1 0 0 0 0,-1-1 0 0 0,0 1 0 0 0,1-1 0 0 0,4-6 0 0 0,-2 1 91 0 0,-1 1 0 0 0,0-1 0 0 0,0 0 0 0 0,-1 0 0 0 0,0-1 0 0 0,3-10 0 0 0,-7 17 132 0 0,-1 2-282 0 0,0 1 0 0 0,0-1 0 0 0,1 1 1 0 0,-1-1-1 0 0,0 0 0 0 0,0 1 1 0 0,0-1-1 0 0,-1 1 0 0 0,1-1 0 0 0,0 1 1 0 0,0-1-1 0 0,0 0 0 0 0,0 1 0 0 0,-1-1 1 0 0,1 1-1 0 0,0-1 0 0 0,0 1 1 0 0,-1-1-1 0 0,1 1 0 0 0,0-1 0 0 0,-1 1 1 0 0,1-1-1 0 0,0 1 0 0 0,-1 0 0 0 0,1-1 1 0 0,-1 1-1 0 0,1 0 0 0 0,-1-1 1 0 0,1 1-1 0 0,-1 0 0 0 0,1-1 0 0 0,-1 1 1 0 0,0 0-1 0 0,-1 0 9 0 0,0 0 0 0 0,0 0-1 0 0,1 0 1 0 0,-1 1 0 0 0,0-1 0 0 0,1 0 0 0 0,-1 1-1 0 0,1-1 1 0 0,-1 1 0 0 0,1 0 0 0 0,-4 1 0 0 0,-2 3 80 0 0,0 0 1 0 0,0 0 0 0 0,-12 12 0 0 0,13-11-62 0 0,0 1 1 0 0,1-1-1 0 0,-1 2 1 0 0,1-1-1 0 0,1 0 1 0 0,-1 1-1 0 0,2 0 1 0 0,-1 0-1 0 0,1 0 0 0 0,0 1 1 0 0,0-1-1 0 0,1 1 1 0 0,-1 12-1 0 0,2-17 9 0 0,1-2-38 0 0,0-1-1 0 0,0 1 1 0 0,0-1-1 0 0,0 1 1 0 0,0 0-1 0 0,0-1 1 0 0,0 1-1 0 0,1 0 1 0 0,-1-1-1 0 0,1 1 1 0 0,-1 0-1 0 0,2 1 1 0 0,-1 1-5 0 0,0-1-14 0 0,0-1 0 0 0,0 0 0 0 0,0 1 1 0 0,0-1-1 0 0,1 0 0 0 0,-1 1 0 0 0,0-1 0 0 0,1 0 1 0 0,0 0-1 0 0,0 0 0 0 0,-1 0 0 0 0,1-1 0 0 0,0 1 1 0 0,4 2-1 0 0,-2-1-41 0 0,0 0-72 0 0,-1-1 1 0 0,1 1-1 0 0,0-1 1 0 0,0 0-1 0 0,0 0 0 0 0,0-1 1 0 0,0 1-1 0 0,1-1 1 0 0,-1 0-1 0 0,0 0 1 0 0,1 0-1 0 0,4-1 1 0 0,42-1-1101 0 0,-44 0 1168 0 0,7 0-56 0 0,-1-1 0 0 0,0-1-1 0 0,0-1 1 0 0,-1 0-1 0 0,1 0 1 0 0,-1-1-1 0 0,0-1 1 0 0,0 0 0 0 0,0 0-1 0 0,-1-1 1 0 0,0-1-1 0 0,10-9 1 0 0,1-2 166 0 0,-1-2 0 0 0,-1 0 1 0 0,0-1-1 0 0,16-26 0 0 0,-11 2 1083 0 0,-23 42-868 0 0,-1 3-201 0 0,-1-1 0 0 0,1 1 0 0 0,0-1 0 0 0,-1 1 1 0 0,1-1-1 0 0,-1 1 0 0 0,1-1 0 0 0,-1 0 0 0 0,0 1 0 0 0,0-1 0 0 0,0 0 1 0 0,1 1-1 0 0,-2-3 0 0 0,1 3-55 0 0,-1 0 1 0 0,1 1-1 0 0,-1-1 1 0 0,1 0-1 0 0,-1 0 1 0 0,0 1-1 0 0,1-1 1 0 0,-1 0-1 0 0,0 1 0 0 0,0-1 1 0 0,1 1-1 0 0,-1-1 1 0 0,0 1-1 0 0,0 0 1 0 0,0-1-1 0 0,1 1 1 0 0,-1 0-1 0 0,-1-1 1 0 0,0 1-4 0 0,0 0 1 0 0,0 0-1 0 0,0 0 0 0 0,1 0 1 0 0,-1 1-1 0 0,0-1 1 0 0,0 1-1 0 0,1-1 1 0 0,-1 1-1 0 0,0-1 1 0 0,1 1-1 0 0,-1 0 1 0 0,-2 2-1 0 0,-15 10 52 0 0,1 1 0 0 0,1 1 0 0 0,0 1 0 0 0,1 0 0 0 0,1 1 0 0 0,1 1 0 0 0,-16 24 0 0 0,26-36-44 0 0,1 0-1 0 0,0 1 1 0 0,0-1-1 0 0,1 1 1 0 0,0-1-1 0 0,0 1 1 0 0,0 0-1 0 0,0 10 1 0 0,2-13 2 0 0,2-2-3 0 0,-2-1-26 0 0,1 1-7 0 0,0-1 1 0 0,0 1-1 0 0,0 0 0 0 0,1-1 1 0 0,-1 0-1 0 0,0 1 0 0 0,1-1 0 0 0,-1 0 1 0 0,1 0-1 0 0,-1 0 0 0 0,1 0 1 0 0,-1 0-1 0 0,1 0 0 0 0,0 0 0 0 0,-1 0 1 0 0,1-1-1 0 0,0 1 0 0 0,0-1 1 0 0,0 1-1 0 0,-1-1 0 0 0,1 0 0 0 0,3 0 1 0 0,6-1-67 0 0,-1-1 0 0 0,0-1 1 0 0,1 1-1 0 0,-1-2 0 0 0,0 0 1 0 0,-1 0-1 0 0,1 0 1 0 0,-1-1-1 0 0,1-1 0 0 0,-2 0 1 0 0,1 0-1 0 0,-1-1 0 0 0,0 0 1 0 0,0 0-1 0 0,0 0 0 0 0,6-11 1 0 0,6-7 30 0 0,-1-1 0 0 0,-2-1 0 0 0,27-55 0 0 0,22-90 425 0 0,-63 161-218 0 0,0 0 1 0 0,-1 0-1 0 0,-1-1 1 0 0,0 1-1 0 0,-1-16 1 0 0,0 26-125 0 0,0 0-29 0 0,0 1 1 0 0,0-1 0 0 0,0 1-1 0 0,0-1 1 0 0,0 1 0 0 0,-1 0-1 0 0,1-1 1 0 0,0 1 0 0 0,0-1-1 0 0,-1 1 1 0 0,1 0 0 0 0,0-1-1 0 0,0 1 1 0 0,-1 0 0 0 0,1-1-1 0 0,0 1 1 0 0,-1 0 0 0 0,1 0-1 0 0,-1-1 1 0 0,1 1 0 0 0,0 0-1 0 0,-1 0 1 0 0,1-1 0 0 0,-1 1-1 0 0,1 0 1 0 0,0 0 0 0 0,-1 0-1 0 0,1 0 1 0 0,-1 0 0 0 0,1 0-1 0 0,-1 0 1 0 0,1 0 0 0 0,-1 0 0 0 0,1 0-1 0 0,-1 0 1 0 0,1 0 0 0 0,0 0-1 0 0,-1 0 1 0 0,1 0 0 0 0,-1 0-1 0 0,1 1 1 0 0,-1-1 0 0 0,-18 6 113 0 0,19-6-123 0 0,-4 2 15 0 0,1 1-1 0 0,0-1 1 0 0,-1 1 0 0 0,1 0 0 0 0,0 0 0 0 0,0 0 0 0 0,1 0-1 0 0,-1 1 1 0 0,1-1 0 0 0,-1 1 0 0 0,-1 5 0 0 0,-19 44 135 0 0,20-46-126 0 0,-7 23-2 0 0,2-1 0 0 0,1 1 0 0 0,1 0 0 0 0,1 1 0 0 0,2-1 0 0 0,2 1 0 0 0,2 49 0 0 0,0-74-19 0 0,0 1 0 0 0,1-1-1 0 0,0 0 1 0 0,0 0 0 0 0,0 0 0 0 0,0 0-1 0 0,7 10 1 0 0,-7-11 2 0 0,0-2 1 0 0,0-1 1 0 0,-1 1-1 0 0,1 0 1 0 0,1-1-1 0 0,-1 1 1 0 0,0-1-1 0 0,0 1 1 0 0,1-1-1 0 0,0 0 1 0 0,-1 0-1 0 0,1 0 1 0 0,0-1 0 0 0,0 1-1 0 0,0 0 1 0 0,0-1-1 0 0,0 0 1 0 0,0 0-1 0 0,0 0 1 0 0,0 0-1 0 0,5 0 1 0 0,0 0 11 0 0,-1-1 1 0 0,0 0 0 0 0,1 0-1 0 0,-1-1 1 0 0,0 0-1 0 0,13-3 1 0 0,-12 1-24 0 0,-1 0 0 0 0,0 0-1 0 0,0-1 1 0 0,0 0 0 0 0,-1 0 0 0 0,1-1-1 0 0,-1 0 1 0 0,0 0 0 0 0,-1-1 0 0 0,1 1 0 0 0,8-13-1 0 0,-8 10 15 0 0,0 0-1 0 0,0-1 0 0 0,-1 0 0 0 0,0 0 0 0 0,5-13 1 0 0,-1 2 164 0 0,-8 16-99 0 0,0 1 62 0 0,0-11 768 0 0,-14 21-580 0 0,10-5-287 0 0,2 3-13 0 0,-1 13-4 0 0,2-13-4 0 0,1 0-5 0 0,-1-1-16 0 0,0 0 10 0 0,1 1-1 0 0,-1-1 0 0 0,1 1 1 0 0,0-1-1 0 0,0 0 0 0 0,0 0 1 0 0,1 0-1 0 0,0 0 0 0 0,-1 0 1 0 0,1 0-1 0 0,1 0 1 0 0,-1 0-1 0 0,1-1 0 0 0,-1 1 1 0 0,1-1-1 0 0,0 0 0 0 0,0 1 1 0 0,0-2-1 0 0,7 6 1 0 0,23 8-939 0 0,-30-15 503 0 0,3 0-70 0 0,1-2-247 0 0,0 0 0 0 0,0 0-1 0 0,1 0 1 0 0,-1-1-1 0 0,0 0 1 0 0,0 0 0 0 0,-1-1-1 0 0,9-4 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5.6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0 3324 0 0,'-5'1'1166'0'0,"1"-1"-965"0"0,-2 0 40 0 0,1 0 0 0 0,-1 1-1 0 0,1-1 1 0 0,-1 1 0 0 0,1 0 0 0 0,0 1-1 0 0,-1 0 1 0 0,1-1 0 0 0,0 2 0 0 0,0-1 0 0 0,0 0-1 0 0,0 1 1 0 0,1 0 0 0 0,-1 0 0 0 0,1 1-1 0 0,-6 4 1 0 0,3 2-40 0 0,5-8-30 0 0,0 2-29 0 0,1-2-113 0 0,1 1 0 0 0,-1 0 0 0 0,1-1 0 0 0,-1 1 0 0 0,1-1 1 0 0,0 1-1 0 0,0 0 0 0 0,0-1 0 0 0,0 1 0 0 0,0 0 1 0 0,1-1-1 0 0,0 4 0 0 0,0-2 50 0 0,19 8 374 0 0,17-11 139 0 0,-33-1-478 0 0,-4-1-104 0 0,1 1 0 0 0,-1-1 0 0 0,0 1-1 0 0,0 0 1 0 0,0-1 0 0 0,1 1 0 0 0,-1 0 0 0 0,0-1 0 0 0,0 1-1 0 0,1 0 1 0 0,-1-1 0 0 0,0 1 0 0 0,1 0 0 0 0,-1 0 0 0 0,0-1-1 0 0,1 1 1 0 0,-1 0 0 0 0,0 0 0 0 0,1 0 0 0 0,-1 0 0 0 0,0-1-1 0 0,1 1 1 0 0,-1 0 0 0 0,1 0 0 0 0,0 0 0 0 0,13-8 462 0 0,-12 5-445 0 0,0-1-1 0 0,0 1 1 0 0,0 0-1 0 0,0 0 1 0 0,-1-1-1 0 0,1 1 1 0 0,1-7-1 0 0,-2 6-263 0 0,-6-2-318 0 0,5 5 440 0 0,0 1 1 0 0,0-1 0 0 0,0 1-1 0 0,0-1 1 0 0,0 1-1 0 0,-1-1 1 0 0,1 1 0 0 0,0-1-1 0 0,0 1 1 0 0,-1-1-1 0 0,1 1 1 0 0,0-1-1 0 0,-1 1 1 0 0,1-1 0 0 0,0 1-1 0 0,-1-1 1 0 0,1 1-1 0 0,0 0 1 0 0,-1-1 0 0 0,1 1-1 0 0,-1 0 1 0 0,1-1-1 0 0,-1 1 1 0 0,1 0 0 0 0,-1 0-1 0 0,1 0 1 0 0,-1-1-1 0 0,-15-3-2762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6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64 113 2632 0 0,'1'-4'1301'0'0,"9"-33"4712"0"0,-11 37-6004 0 0,1 0 1 0 0,0 1-1 0 0,0-1 1 0 0,0 0-1 0 0,0 1 1 0 0,-1-1 0 0 0,1 0-1 0 0,0 1 1 0 0,0-1-1 0 0,-1 0 1 0 0,1 1-1 0 0,0-1 1 0 0,-1 0 0 0 0,1 0-1 0 0,0 1 1 0 0,-1-1-1 0 0,1 0 1 0 0,0 0-1 0 0,-1 0 1 0 0,1 0 0 0 0,0 1-1 0 0,-1-1 1 0 0,1 0-1 0 0,0 0 1 0 0,-1 0-1 0 0,1 0 1 0 0,-1 0-1 0 0,0 0 1 0 0,0 0 4 0 0,0 0 0 0 0,0 0 0 0 0,0 1 0 0 0,1-1 0 0 0,-1 0 0 0 0,0 0-1 0 0,0 1 1 0 0,0-1 0 0 0,0 1 0 0 0,0-1 0 0 0,0 1 0 0 0,1-1 0 0 0,-1 1 0 0 0,0 0 0 0 0,0-1 0 0 0,1 1 0 0 0,-2 1 0 0 0,-5 8 79 0 0,1 1 1 0 0,0-1 0 0 0,0 1 0 0 0,1 0 0 0 0,0 1 0 0 0,1-1 0 0 0,1 1 0 0 0,-3 13-1 0 0,5-21-47 0 0,2 1-10 0 0,-1-2-35 0 0,1 1 0 0 0,-1-1 1 0 0,1 0-1 0 0,-1 0 0 0 0,1 1 1 0 0,0-1-1 0 0,0 0 1 0 0,1 0-1 0 0,-1 0 0 0 0,1 0 1 0 0,-1 0-1 0 0,1 0 0 0 0,0-1 1 0 0,0 1-1 0 0,0 0 0 0 0,0-1 1 0 0,1 0-1 0 0,-1 1 0 0 0,1-1 1 0 0,-1 0-1 0 0,1 0 0 0 0,0-1 1 0 0,0 1-1 0 0,0 0 0 0 0,0-1 1 0 0,0 0-1 0 0,0 0 1 0 0,0 0-1 0 0,0 0 0 0 0,0 0 1 0 0,1 0-1 0 0,-1-1 0 0 0,0 0 1 0 0,1 1-1 0 0,4-2 0 0 0,1 2 1 0 0,-1-1 1 0 0,1 0-1 0 0,0-1 0 0 0,0 0 0 0 0,0-1 0 0 0,0 1 0 0 0,0-2 0 0 0,-1 1 0 0 0,1-1 0 0 0,-1-1 0 0 0,0 1 0 0 0,0-1 0 0 0,0-1 0 0 0,0 1 0 0 0,-1-1 1 0 0,0-1-1 0 0,9-7 0 0 0,-9 5 0 0 0,-3 5-7 0 0,0-1 1 0 0,0-1-1 0 0,0 1 0 0 0,-1 0 0 0 0,0-1 0 0 0,0 1 0 0 0,3-7 0 0 0,-3 2 0 0 0,1-2-1 0 0,-1 1 1 0 0,-1 0 0 0 0,1 0-1 0 0,-2-1 1 0 0,1-20 0 0 0,-5-19 242 0 0,2 47-141 0 0,0-2 27 0 0,-4-11 39 0 0,4 12 86 0 0,-8-1-121 0 0,0 1 10 0 0,8 5-127 0 0,1-1-1 0 0,-1 1 0 0 0,0-1 0 0 0,0 1 1 0 0,1 0-1 0 0,-1-1 0 0 0,1 1 1 0 0,-1 0-1 0 0,1 0 0 0 0,-1 0 0 0 0,1-1 1 0 0,-1 1-1 0 0,1 0 0 0 0,0 0 0 0 0,-1 0 1 0 0,1 0-1 0 0,0 1 0 0 0,-5 19 6 0 0,2 1 0 0 0,1-1 0 0 0,1 0 0 0 0,0 1-1 0 0,2-1 1 0 0,4 34 0 0 0,-3-46-393 0 0,0 0 0 0 0,0 0 1 0 0,1-1-1 0 0,0 1 0 0 0,1-1 0 0 0,-1 0 0 0 0,7 10 0 0 0,-8-15-1025 0 0,1-1-113 0 0,7 8-1009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6.8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1 117 2068 0 0,'0'0'3078'0'0,"1"-5"-2605"0"0,3-13-123 0 0,-2 15-295 0 0,0 1-1 0 0,0-1 1 0 0,0 1 0 0 0,1 0-1 0 0,-1 0 1 0 0,1 0 0 0 0,-1 0-1 0 0,1 0 1 0 0,0 0-1 0 0,0 1 1 0 0,0 0 0 0 0,0-1-1 0 0,5 0 1 0 0,19-11 323 0 0,44-15 0 0 0,-33 13 473 0 0,-34 14-561 0 0,0 0-16 0 0,12-5-28 0 0,-11 5 487 0 0,-1 2-437 0 0,13 2 0 0 0,-12-2-6 0 0,-4 3-18 0 0,3 9-139 0 0,-2 0 0 0 0,1 0-1 0 0,-2 0 1 0 0,1 0-1 0 0,-2 0 1 0 0,0 0-1 0 0,-1 0 1 0 0,0 1 0 0 0,-4 17-1 0 0,-1 26-190 0 0,6-53-162 0 0,0 1-132 0 0,-1 13-146 0 0,0-14-235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6.9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11 3696 0 0,'0'0'1296'0'0,"-18"-10"1941"0"0,-11 13-2717 0 0,15 13-1292 0 0,18 10-7165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7.4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3 3524 0 0,'0'0'4977'0'0,"-5"0"-4671"0"0,-13 2-63 0 0,13-2 32 0 0,-12 13 190 0 0,10-7-360 0 0,0 1-1 0 0,0 0 0 0 0,1 0 1 0 0,0 1-1 0 0,0 0 1 0 0,1 0-1 0 0,0 1 1 0 0,0-1-1 0 0,1 1 0 0 0,0 0 1 0 0,0 0-1 0 0,-3 16 1 0 0,6-21-68 0 0,1-1-34 0 0,0 0 1 0 0,0 0-1 0 0,0 1 0 0 0,0-1 0 0 0,1 0 1 0 0,-1 0-1 0 0,1 0 0 0 0,0 0 1 0 0,0 0-1 0 0,0 0 0 0 0,1 0 0 0 0,-1 0 1 0 0,1 0-1 0 0,-1 0 0 0 0,1-1 1 0 0,3 5-1 0 0,-2-5-9 0 0,0 0 0 0 0,0 0 0 0 0,0 0 0 0 0,0-1 1 0 0,0 1-1 0 0,0-1 0 0 0,0 0 0 0 0,1 0 0 0 0,-1 0 0 0 0,0 0 1 0 0,1 0-1 0 0,-1-1 0 0 0,0 0 0 0 0,1 1 0 0 0,-1-1 0 0 0,1-1 1 0 0,4 0-1 0 0,0 1 27 0 0,0-1-1 0 0,0-1 1 0 0,0 1 0 0 0,0-1 0 0 0,0-1 0 0 0,-1 1 0 0 0,0-1 0 0 0,1-1 0 0 0,-1 1-1 0 0,0-1 1 0 0,0 0 0 0 0,9-9 0 0 0,-9 7 133 0 0,0 0 1 0 0,-1-1-1 0 0,0 0 0 0 0,0 0 1 0 0,-1 0-1 0 0,0-1 0 0 0,0 0 1 0 0,-1 0-1 0 0,0 0 0 0 0,0-1 1 0 0,-1 1-1 0 0,3-11 0 0 0,-5 14-9 0 0,-1 0-52 0 0,1 4-110 0 0,-1-1 0 0 0,0 0 0 0 0,0 0 0 0 0,1 0 0 0 0,-2 0 0 0 0,1 0 0 0 0,0 1 0 0 0,0-1-1 0 0,0 0 1 0 0,-1 0 0 0 0,1 0 0 0 0,-1 1 0 0 0,0-1 0 0 0,1 0 0 0 0,-1 0 0 0 0,0 1 0 0 0,0-1 0 0 0,0 1 0 0 0,0-1 0 0 0,0 1-1 0 0,-1-1 1 0 0,1 1 0 0 0,0 0 0 0 0,-1-1 0 0 0,1 1 0 0 0,-1 0 0 0 0,1 0 0 0 0,-1 0 0 0 0,1 0 0 0 0,-1 0 0 0 0,0 0-1 0 0,1 1 1 0 0,-1-1 0 0 0,-3 0 0 0 0,-5 0-458 0 0,1 1-1 0 0,-1 0 0 0 0,1 1 1 0 0,-10 1-1 0 0,-26 11-5153 0 0,22-3 623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7.8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39 2984 0 0,'0'0'2732'0'0,"5"0"-1760"0"0,20 0 1202 0 0,-21 2-1628 0 0,-1 0-439 0 0,0-1 0 0 0,0 1 0 0 0,0 0 0 0 0,0 0 0 0 0,0 0 0 0 0,-1 0 0 0 0,1 1 0 0 0,-1-1 1 0 0,1 1-1 0 0,-1-1 0 0 0,0 1 0 0 0,0 0 0 0 0,0 0 0 0 0,-1 0 0 0 0,1 0 0 0 0,-1 0 1 0 0,1 0-1 0 0,-1 0 0 0 0,0 0 0 0 0,0 1 0 0 0,-1-1 0 0 0,1 1 0 0 0,0 2 0 0 0,1 14 120 0 0,-1-15-20 0 0,-1-3-180 0 0,-1-1-1 0 0,0 1 1 0 0,1-1 0 0 0,-1 1 0 0 0,1-1 0 0 0,0 1-1 0 0,0 0 1 0 0,0-1 0 0 0,-1 1 0 0 0,1-1 0 0 0,1 1 0 0 0,-1 2-1 0 0,0 2 188 0 0,-5 17 146 0 0,4-19-181 0 0,0 0 20 0 0,-3 1-17 0 0,0 1 0 0 0,-1-1 0 0 0,1 0 0 0 0,-1 0 0 0 0,0-1 0 0 0,0 1 0 0 0,-8 4 0 0 0,10-8 237 0 0,-1 0-229 0 0,-14 1-42 0 0,14-2 19 0 0,-2-5 65 0 0,5 4-216 0 0,0 1 0 0 0,0 0 0 0 0,0-1 0 0 0,1 1 0 0 0,-1 0 1 0 0,0-1-1 0 0,0 1 0 0 0,1-1 0 0 0,-1 1 0 0 0,0-1 0 0 0,1 1 0 0 0,-1-1 0 0 0,0 0 1 0 0,1 1-1 0 0,-1-1 0 0 0,1 0 0 0 0,-1 1 0 0 0,0-2 0 0 0,-1-4-4 0 0,0-1 0 0 0,0 0 0 0 0,1 1 0 0 0,0-1 0 0 0,0 0 1 0 0,0 0-1 0 0,1 1 0 0 0,0-1 0 0 0,0 0 0 0 0,1 0 0 0 0,0 0 0 0 0,0 1 0 0 0,0-1 0 0 0,1 0 0 0 0,0 1 0 0 0,1-1 0 0 0,-1 1 0 0 0,1 0 0 0 0,0 0 0 0 0,1 0 0 0 0,-1 0 0 0 0,6-5 1 0 0,-5 5-12 0 0,0 1 0 0 0,1-1 1 0 0,-1 2-1 0 0,1-1 0 0 0,0 0 1 0 0,0 1-1 0 0,1 0 0 0 0,0 0 1 0 0,-1 0-1 0 0,1 1 0 0 0,0 0 1 0 0,1 0-1 0 0,-1 1 0 0 0,0-1 1 0 0,13-1-1 0 0,-12 2-7 0 0,-5 1 9 0 0,1 0-1 0 0,-1 1 1 0 0,0 0 0 0 0,1-1-1 0 0,-1 1 1 0 0,1 0-1 0 0,-1 0 1 0 0,1 0 0 0 0,-1 0-1 0 0,1 1 1 0 0,3 0-1 0 0,5 1-29 0 0,0 1 0 0 0,0-1 0 0 0,0 2 0 0 0,0 0 0 0 0,-1 0 0 0 0,0 1 0 0 0,0 0 0 0 0,0 0 0 0 0,0 1 0 0 0,9 8 0 0 0,-14-9-69 0 0,0-1 0 0 0,0 1 1 0 0,0 0-1 0 0,-1 0 1 0 0,0 0-1 0 0,0 1 0 0 0,0 0 1 0 0,0 0-1 0 0,-1 0 1 0 0,0 0-1 0 0,0 0 0 0 0,-1 0 1 0 0,0 1-1 0 0,0-1 1 0 0,-1 1-1 0 0,1 0 0 0 0,-1 0 1 0 0,-1-1-1 0 0,1 10 1 0 0,-2 0-168 0 0,-1 0 0 0 0,-1-1 0 0 0,0 0 1 0 0,-1 1-1 0 0,0-1 0 0 0,-2 0 0 0 0,1-1 0 0 0,-2 1 1 0 0,0-1-1 0 0,-1-1 0 0 0,-10 15 0 0 0,-3 1-1355 0 0,-1-2 0 0 0,-1-1 0 0 0,-51 46 0 0 0,22-30-3461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19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226 364 3696 0 0,'0'0'2246'0'0,"-2"-2"-1444"0"0,-5-2-364 0 0,0 0 1 0 0,0 0-1 0 0,0 1 1 0 0,-1 0-1 0 0,1 0 1 0 0,-10-1-1 0 0,6 1-59 0 0,0-1 0 0 0,0 0 0 0 0,0 0-1 0 0,1-1 1 0 0,-15-9 0 0 0,16 8-163 0 0,0 0-1 0 0,0-1 1 0 0,1 0 0 0 0,-14-16-1 0 0,18 19-186 0 0,1 0-1 0 0,0 0 0 0 0,1-1 0 0 0,-1 1 1 0 0,1-1-1 0 0,0 0 0 0 0,0 0 0 0 0,1 0 0 0 0,-1 0 1 0 0,1 0-1 0 0,0 0 0 0 0,0 0 0 0 0,1-1 0 0 0,0 1 1 0 0,0-6-1 0 0,1 0-24 0 0,0 0-1 0 0,0 0 1 0 0,1 0 0 0 0,1 0 0 0 0,7-19-1 0 0,-8 25-1 0 0,0 0 0 0 0,0 0 0 0 0,1 0-1 0 0,0 0 1 0 0,0 1 0 0 0,0-1 0 0 0,1 1-1 0 0,-1 0 1 0 0,1 0 0 0 0,0 0-1 0 0,0 1 1 0 0,0-1 0 0 0,1 1 0 0 0,-1 0-1 0 0,1 0 1 0 0,5-2 0 0 0,30-10 20 0 0,-34 15-23 0 0,-1 0 1 0 0,0 0-1 0 0,-1 1 1 0 0,1-1-1 0 0,0 1 0 0 0,0 0 1 0 0,-1 0-1 0 0,1 0 1 0 0,-1 1-1 0 0,1-1 1 0 0,-1 1-1 0 0,0 0 0 0 0,1 0 1 0 0,-1 1-1 0 0,0 0 1 0 0,0-1-1 0 0,-1 1 1 0 0,1 0-1 0 0,-1 1 0 0 0,7 6 1 0 0,-2 1 7 0 0,-1 1 0 0 0,0-1 0 0 0,0 1 0 0 0,-1 1 0 0 0,-1-1 0 0 0,0 1 0 0 0,0 0 0 0 0,-2 0 0 0 0,1 1 0 0 0,-2-1 0 0 0,0 1 0 0 0,0-1 0 0 0,-2 1 0 0 0,0 15 0 0 0,-3 22-61 0 0,-2 0-1 0 0,-18 73 1 0 0,5-35-593 0 0,13-56-115 0 0,1 0 1 0 0,1 1-1 0 0,3 56 0 0 0,1-81 499 0 0,1-1 0 0 0,0 1 0 0 0,0-1-1 0 0,0 0 1 0 0,1 0 0 0 0,1 0 0 0 0,-1 0-1 0 0,1-1 1 0 0,0 1 0 0 0,10 11 0 0 0,-12-16-4 0 0,8 5 65 0 0,0 2 120 0 0,-7-8 205 0 0,0 0 0 0 0,0-1 0 0 0,1 1 1 0 0,-1-1-1 0 0,0 0 0 0 0,1 0 0 0 0,4 1 0 0 0,-4-2 738 0 0,0-7-481 0 0,-3 6-287 0 0,-1 1 0 0 0,1 0 0 0 0,-1-1 0 0 0,1 1 0 0 0,-1 0 0 0 0,1-1 0 0 0,-1 1 0 0 0,1-1 0 0 0,-1 1 0 0 0,1-1 0 0 0,-1 1 0 0 0,0-1 0 0 0,1 0 0 0 0,-1 1 0 0 0,0-1 0 0 0,0 1 0 0 0,1-1-1 0 0,-1 0 1 0 0,0 1 0 0 0,0-1 0 0 0,0 0 0 0 0,0 0 0 0 0,2-13 159 0 0,-1 10 516 0 0,-6 4-605 0 0,-1 0-109 0 0,-1 1-1 0 0,1 0 1 0 0,0 0 0 0 0,0 0 0 0 0,0 1-1 0 0,0 0 1 0 0,0 0 0 0 0,0 0-1 0 0,1 1 1 0 0,-1 0 0 0 0,1 0-1 0 0,-1 1 1 0 0,1-1 0 0 0,0 1-1 0 0,1 0 1 0 0,-6 5 0 0 0,8-6 111 0 0,2-3-165 0 0,0 0 0 0 0,0 0 0 0 0,1 0 0 0 0,-1 0 0 0 0,0 1 0 0 0,0-1 1 0 0,0 0-1 0 0,0 0 0 0 0,0 0 0 0 0,0 0 0 0 0,0 1 0 0 0,0-1 1 0 0,0 0-1 0 0,0 0 0 0 0,0 0 0 0 0,0 1 0 0 0,0-1 0 0 0,0 0 1 0 0,0 0-1 0 0,0 0 0 0 0,0 0 0 0 0,0 1 0 0 0,0-1 0 0 0,0 0 1 0 0,0 0-1 0 0,0 0 0 0 0,0 1 0 0 0,0-1 0 0 0,0 0 0 0 0,0 0 1 0 0,0 0-1 0 0,0 0 0 0 0,-1 1 0 0 0,1-1 0 0 0,0 0 0 0 0,0 0 0 0 0,0 0 1 0 0,0 0-1 0 0,0 0 0 0 0,-1 0 0 0 0,1 1 0 0 0,0-1 0 0 0,0 0 1 0 0,0 0-1 0 0,0 0 0 0 0,-1 0 0 0 0,1 0 0 0 0,0 0 0 0 0,0 0 1 0 0,0 0-1 0 0,-1 0 0 0 0,1 0 0 0 0,0 0 0 0 0,0 0 0 0 0,-1 0 1 0 0,1 0-2 0 0,0 0 1 0 0,0 0 0 0 0,0 0 0 0 0,0 0-1 0 0,-1 0 1 0 0,1 0 0 0 0,0 0 0 0 0,0 0 0 0 0,0 0-1 0 0,0 0 1 0 0,-1 0 0 0 0,1 0 0 0 0,0 0-1 0 0,0 0 1 0 0,0 0 0 0 0,0 0 0 0 0,-1 0 0 0 0,1 0-1 0 0,0 0 1 0 0,0 0 0 0 0,0 1 0 0 0,0-1 0 0 0,0 0-1 0 0,-1 0 1 0 0,1 0 0 0 0,0 0 0 0 0,0 0-1 0 0,0 0 1 0 0,0 1 0 0 0,0-1 0 0 0,0 0 0 0 0,0 0-1 0 0,0 0 1 0 0,-1 0 0 0 0,1 0 0 0 0,0 1-1 0 0,0-1 1 0 0,0 0 0 0 0,0 0 0 0 0,0 0 0 0 0,0 0-1 0 0,0 1 1 0 0,-3 33 9 0 0,24-29-30 0 0,-16-6 16 0 0,-2 1 23 0 0,2-1 1 0 0,-1 0 0 0 0,1 0 0 0 0,-1 0 0 0 0,0 0 0 0 0,1 0 0 0 0,-1-1 0 0 0,0 0 0 0 0,0 0 0 0 0,0 0 0 0 0,0 0 0 0 0,-1-1 0 0 0,1 1 0 0 0,-1-1 0 0 0,1 0 0 0 0,-1 0 0 0 0,0 0 0 0 0,4-5 0 0 0,-5 4-8 0 0,0 1 0 0 0,-1 0-1 0 0,1 0 1 0 0,-1-1 0 0 0,1 1-1 0 0,-1-1 1 0 0,0 0 0 0 0,0 1 0 0 0,-1-1-1 0 0,1 0 1 0 0,-1 1 0 0 0,0-1-1 0 0,0 0 1 0 0,0 0 0 0 0,0 1-1 0 0,-1-1 1 0 0,1 0 0 0 0,-1 1 0 0 0,-2-6-1 0 0,2 5 14 0 0,-18-5 51 0 0,14 9-42 0 0,-3 1-5 0 0,0 0 1 0 0,0 0-1 0 0,0 1 1 0 0,1 0 0 0 0,-1 0-1 0 0,1 1 1 0 0,-1 0-1 0 0,-12 8 1 0 0,9-4-3 0 0,0 0 0 0 0,1 1 0 0 0,0 0 0 0 0,0 1 1 0 0,-15 17-1 0 0,23-23 12 0 0,2-2-18 0 0,-1 0-17 0 0,0 0-1 0 0,1 0 1 0 0,-1 0 0 0 0,1 0 0 0 0,-1 0 0 0 0,1 1 0 0 0,0-1 0 0 0,-1 0-1 0 0,1 0 1 0 0,0 0 0 0 0,0 1 0 0 0,0-1 0 0 0,0 0 0 0 0,0 0 0 0 0,0 0-1 0 0,0 3 1 0 0,3-2-2 0 0,-1 0 0 0 0,0-1 1 0 0,0 1-1 0 0,1-1 0 0 0,-1 1 0 0 0,1-1 0 0 0,0 0 0 0 0,-1 0 0 0 0,1 0 0 0 0,3 1 0 0 0,-3-2 5 0 0,2 0 12 0 0,0 0 1 0 0,0-1 0 0 0,0 0 0 0 0,0 0-1 0 0,0-1 1 0 0,0 1 0 0 0,0-1-1 0 0,0 0 1 0 0,-1 0 0 0 0,1-1 0 0 0,-1 1-1 0 0,6-6 1 0 0,-1 1 79 0 0,0 0 0 0 0,-1-1 1 0 0,15-17-1 0 0,-21 22-69 0 0,0 1 0 0 0,-1-1 0 0 0,1 0 0 0 0,-1 0 0 0 0,1 0 0 0 0,-1 0 1 0 0,0 0-1 0 0,0 0 0 0 0,0 0 0 0 0,0 0 0 0 0,0-5 0 0 0,-1 5-44 0 0,1-2 33 0 0,-1 5-20 0 0,0 0 0 0 0,-1 0 0 0 0,1 0 0 0 0,0 0 0 0 0,0 0 0 0 0,-1 0 0 0 0,1 0 0 0 0,0 0 0 0 0,0 0 0 0 0,0 0 0 0 0,-1 0 0 0 0,1-1 0 0 0,0 1 0 0 0,0 0 0 0 0,0 0 0 0 0,-1 0 0 0 0,1 0 0 0 0,0-1 0 0 0,0 1 0 0 0,0 0 0 0 0,0 0 0 0 0,0 0 0 0 0,0-1 0 0 0,-1 1 0 0 0,1 0 0 0 0,0 0 0 0 0,0-1 0 0 0,0 1 0 0 0,0 0 0 0 0,0 0 0 0 0,0-1 0 0 0,0 1 0 0 0,0 0 0 0 0,0-1-13 0 0,0 0 0 0 0,0 1 0 0 0,-1-1 0 0 0,1 1 0 0 0,0-1 0 0 0,0 1 0 0 0,0-1 0 0 0,-1 0 0 0 0,1 1 1 0 0,0-1-1 0 0,-1 1 0 0 0,1-1 0 0 0,-1 1 0 0 0,1 0 0 0 0,0-1 0 0 0,-1 1 0 0 0,1-1 0 0 0,-1 1 0 0 0,1 0 1 0 0,-1-1-1 0 0,1 1 0 0 0,-1 0 0 0 0,1 0 0 0 0,-2-1 0 0 0,-5-1-452 0 0,-1 1-1 0 0,1-1 1 0 0,0 2-1 0 0,-1-1 1 0 0,1 1-1 0 0,0 0 1 0 0,-1 0-1 0 0,-10 3 1 0 0,-18 3-3885 0 0,3 3-1927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1.4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29 3872 0 0,'-7'0'1374'0'0,"-88"-4"2552"0"0,90 4-3443 0 0,0 0-50 0 0,-15 0-38 0 0,15 0 2375 0 0,11 1-2441 0 0,13 4-146 0 0,1-1-1 0 0,0 0 1 0 0,0-2 0 0 0,29 0-1 0 0,92-7 143 0 0,-73 1-470 0 0,59-8-2075 0 0,-50-1-2937 0 0,-70 11 2483 0 0,9-5-1910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1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0 3112 0 0,'0'0'1234'0'0,"-5"1"-141"0"0,-13 1-198 0 0,13-2 538 0 0,-2 5-606 0 0,6-5-735 0 0,0 0-1 0 0,0 1 0 0 0,0-1 1 0 0,1 0-1 0 0,-1 0 1 0 0,0 1-1 0 0,0-1 0 0 0,0 0 1 0 0,1 1-1 0 0,-1-1 0 0 0,0 1 1 0 0,0-1-1 0 0,1 1 0 0 0,-1 0 1 0 0,1-1-1 0 0,-1 1 1 0 0,0-1-1 0 0,0 2 0 0 0,-6 11 250 0 0,6-10 218 0 0,2 1-306 0 0,1-1-185 0 0,-1 0 0 0 0,1 0 0 0 0,0 0 1 0 0,0 0-1 0 0,0 0 0 0 0,1 0 0 0 0,-1-1 0 0 0,1 1 0 0 0,-1-1 0 0 0,1 1 1 0 0,0-1-1 0 0,0 0 0 0 0,0 0 0 0 0,0 0 0 0 0,0-1 0 0 0,1 1 0 0 0,-1-1 0 0 0,0 0 1 0 0,1 0-1 0 0,-1 0 0 0 0,1 0 0 0 0,5 0 0 0 0,10 1 93 0 0,0-1 0 0 0,0-1 0 0 0,25-2 0 0 0,3 0 54 0 0,-44 1-201 0 0,1 0 0 0 0,-1 1 1 0 0,1-1-1 0 0,-1-1 0 0 0,0 1 1 0 0,0 0-1 0 0,0-1 0 0 0,1 0 1 0 0,2-2-1 0 0,-3 2 27 0 0,-22 1-65 0 0,16 0 37 0 0,0 1 0 0 0,-1 0 0 0 0,1 0 1 0 0,0 0-1 0 0,0 0 0 0 0,0 0 0 0 0,0 1 0 0 0,0-1 1 0 0,0 1-1 0 0,0 0 0 0 0,-6 2 0 0 0,-6 3-32 0 0,0 1 0 0 0,1 0 1 0 0,-1 1-1 0 0,1 1 0 0 0,1 0 0 0 0,0 1 0 0 0,0 0 0 0 0,1 1 0 0 0,0 1 0 0 0,1 0 0 0 0,0 0 0 0 0,-12 18 0 0 0,21-26 2 0 0,0-1-1 0 0,1 1 0 0 0,-1-1 1 0 0,1 1-1 0 0,-1 0 1 0 0,1-1-1 0 0,0 1 0 0 0,0 0 1 0 0,1 0-1 0 0,-1 0 1 0 0,1 0-1 0 0,0 0 0 0 0,0 0 1 0 0,0 0-1 0 0,0 0 1 0 0,1 0-1 0 0,0 0 0 0 0,0 0 1 0 0,0-1-1 0 0,0 1 1 0 0,2 4-1 0 0,2-2-135 0 0,0 0-1 0 0,0 0 1 0 0,1 0 0 0 0,0 0 0 0 0,0-1-1 0 0,0 0 1 0 0,1 0 0 0 0,-1-1 0 0 0,1 0 0 0 0,0 0-1 0 0,0-1 1 0 0,1 1 0 0 0,13 3 0 0 0,-7-3-766 0 0,-1-1 1 0 0,1-1-1 0 0,0 0 0 0 0,0 0 1 0 0,0-2-1 0 0,1 1 1 0 0,16-3-1 0 0,-4-2-3141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2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18 3532 0 0,'0'0'1491'0'0,"0"-4"-263"0"0,-2-8 1514 0 0,-2 11-1075 0 0,-7 23-578 0 0,-5 28-1061 0 0,9-15 73 0 0,2 0-1 0 0,-1 54 1 0 0,5-55-228 0 0,0-15 2 0 0,1-15-35 0 0,-1 1-126 0 0,-1 40-2099 0 0,2-41 1682 0 0,0-10-3278 0 0,6-50 3747 0 0,4-63 2362 0 0,-4 45 439 0 0,-5 70-1158 0 0,2-1-911 0 0,-3 4-476 0 0,0 1 0 0 0,1 0 0 0 0,-1-1 0 0 0,0 1 0 0 0,0 0 0 0 0,0-1 1 0 0,0 1-1 0 0,0 0 0 0 0,0-1 0 0 0,0 1 0 0 0,1 0 0 0 0,-1-1 1 0 0,0 1-1 0 0,0 0 0 0 0,0 0 0 0 0,1-1 0 0 0,-1 1 0 0 0,0 0 1 0 0,1 0-1 0 0,-1 0 0 0 0,0-1 0 0 0,0 1 0 0 0,1 0 0 0 0,-1 0 1 0 0,0 0-1 0 0,1 0 0 0 0,-1-1 0 0 0,0 1 0 0 0,1 0 0 0 0,-1 0 0 0 0,0 0 1 0 0,1 0-1 0 0,-1 0 0 0 0,0 0 0 0 0,1 0 0 0 0,-1 0 0 0 0,0 0 1 0 0,1 0-1 0 0,32 32 902 0 0,46 59 1 0 0,2 1-569 0 0,-45-64-749 0 0,-34-27 204 0 0,2 1-69 0 0,12 3-76 0 0,-12-3-95 0 0,-1-3-48 0 0,13-1 0 0 0,-12 2-227 0 0,0-2-204 0 0,-2 1 697 0 0,17-9-1438 0 0,-8-9-2185 0 0,-2-5-12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3.5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56 105 2832 0 0,'-43'-102'5911'0'0,"42"99"-4033"0"0,-1 8-1530 0 0,0 4-204 0 0,-1 1 0 0 0,1-1 0 0 0,1 1 0 0 0,0 0 0 0 0,0 0 0 0 0,2 16 0 0 0,9 72 224 0 0,-3-35-203 0 0,-4-16-134 0 0,4 44-98 0 0,18 95 1 0 0,-24-180-168 0 0,1-1 1 0 0,-1 1 0 0 0,1-1 0 0 0,1 0-1 0 0,-1 1 1 0 0,6 7 0 0 0,-6-9 231 0 0,0 0-433 0 0,-2-5 410 0 0,1 1 0 0 0,-1 1 1 0 0,0-1-1 0 0,1 0 0 0 0,-1 0 0 0 0,0 0 0 0 0,1 0 0 0 0,-1 0 0 0 0,0 0 0 0 0,0 0 0 0 0,1 0 0 0 0,-1 0 0 0 0,0 1 1 0 0,1-1-1 0 0,-1 0 0 0 0,0 0 0 0 0,0 0 0 0 0,1 1 0 0 0,-1-1 0 0 0,0 0 0 0 0,0 0 0 0 0,1 1 0 0 0,-1-1 0 0 0,0 0 1 0 0,0 0-1 0 0,0 1 0 0 0,0-1 0 0 0,1 1 0 0 0,-1-1-37 0 0,0 1 1 0 0,0-1-1 0 0,1 1 0 0 0,-1-1 1 0 0,0 0-1 0 0,0 1 0 0 0,1-1 1 0 0,-1 1-1 0 0,0-1 0 0 0,1 0 1 0 0,-1 1-1 0 0,1-1 0 0 0,-1 0 1 0 0,0 0-1 0 0,1 1 0 0 0,-1-1 1 0 0,1 0-1 0 0,-1 0 0 0 0,1 0 1 0 0,-1 1-1 0 0,1-1 1 0 0,-1 0-1 0 0,1 0 0 0 0,-1 0 1 0 0,1 0-1 0 0,-1 0 0 0 0,1 0 1 0 0,-1 0-1 0 0,1 0 0 0 0,-1 0 1 0 0,1 0-1 0 0,0-1 0 0 0,17 0-404 0 0,-13 0-19 0 0,-2-2-3 0 0,33-38-519 0 0,-34 39 1136 0 0,-1-2 93 0 0,6-12 61 0 0,-5 13 193 0 0,5-18 881 0 0,-7 20-1305 0 0,0 1 1 0 0,0-1-1 0 0,0 1 1 0 0,0-1-1 0 0,0 0 1 0 0,0 1-1 0 0,0-1 1 0 0,0 1-1 0 0,0-1 1 0 0,0 0-1 0 0,0 1 0 0 0,0-1 1 0 0,0 1-1 0 0,1-1 1 0 0,-1 0-1 0 0,0 1 1 0 0,0-1-1 0 0,1 1 1 0 0,-1-1-1 0 0,0 1 1 0 0,1-1-1 0 0,-1 1 0 0 0,1-1 1 0 0,-1 1-1 0 0,0-1 1 0 0,1 1-1 0 0,-1 0 1 0 0,1-1-1 0 0,-1 1 1 0 0,1 0-1 0 0,0-1 0 0 0,0 1 1 0 0,15-4 751 0 0,-16 4-967 0 0,4-1 251 0 0,18-3 34 0 0,-16 3-112 0 0,0-1 1 0 0,-1 1-1 0 0,1-1 1 0 0,-1-1-1 0 0,0 1 1 0 0,1-1 0 0 0,-1 0-1 0 0,0 0 1 0 0,-1 0-1 0 0,1-1 1 0 0,0 1 0 0 0,-1-1-1 0 0,0-1 1 0 0,4-3-1 0 0,6-25 42 0 0,-12 29-24 0 0,-3-1-18 0 0,0 0 9 0 0,0 1 0 0 0,0 0 0 0 0,0 0 0 0 0,-1-1 0 0 0,0 1 0 0 0,0 0 0 0 0,-4-6 0 0 0,4 7 35 0 0,-1 2-27 0 0,1 0 0 0 0,-1 0 1 0 0,1 0-1 0 0,-1 1 1 0 0,0-1-1 0 0,1 1 1 0 0,-1-1-1 0 0,0 1 0 0 0,0 0 1 0 0,1 0-1 0 0,-1 0 1 0 0,0 1-1 0 0,1-1 0 0 0,-1 0 1 0 0,-4 2-1 0 0,6-1-30 0 0,-3 0 53 0 0,0 0 0 0 0,1 1-1 0 0,-1-1 1 0 0,0 1 0 0 0,0 0 0 0 0,1 0 0 0 0,0 0 0 0 0,-1 1-1 0 0,1-1 1 0 0,-5 6 0 0 0,5-5-54 0 0,-1 0 49 0 0,1 0 1 0 0,0 0-1 0 0,0 1 1 0 0,1-1-1 0 0,-1 1 1 0 0,1 0-1 0 0,0 0 0 0 0,0 0 1 0 0,-2 4-1 0 0,1-1 16 0 0,1-4-35 0 0,1 0-1 0 0,-1 0 0 0 0,1 0 0 0 0,0 0 0 0 0,1 0 0 0 0,-1 1 1 0 0,0-1-1 0 0,1 0 0 0 0,0 1 0 0 0,-1-1 0 0 0,1 0 0 0 0,1 1 1 0 0,-1-1-1 0 0,0 0 0 0 0,1 1 0 0 0,0-1 0 0 0,0 0 0 0 0,0 0 1 0 0,0 1-1 0 0,0-1 0 0 0,0 0 0 0 0,1 0 0 0 0,0 0 0 0 0,-1-1 1 0 0,4 5-1 0 0,0-2-134 0 0,0 1 1 0 0,0-1-1 0 0,1 0 1 0 0,-1-1-1 0 0,1 1 1 0 0,0-1-1 0 0,0 0 1 0 0,13 6-1 0 0,-12-8-124 0 0,-1 0-1 0 0,1 0 0 0 0,0-1 1 0 0,0 0-1 0 0,0 0 0 0 0,0 0 1 0 0,14-1-1 0 0,-15 0 109 0 0,10-1-343 0 0,0 1 0 0 0,-1-2-1 0 0,1 0 1 0 0,0-1 0 0 0,-1 0-1 0 0,0-1 1 0 0,0-1 0 0 0,17-8-1 0 0,-21 7 185 0 0,1 0-1 0 0,-1-1 1 0 0,0 0 0 0 0,0-1-1 0 0,-1 0 1 0 0,0 0 0 0 0,13-15-1 0 0,-14 13 889 0 0,0-2 0 0 0,-1 1 1 0 0,12-21-1 0 0,-18 29-120 0 0,2-19 1087 0 0,-4 22-1558 0 0,0 0-1 0 0,-1 0 1 0 0,1-1 0 0 0,0 1-1 0 0,0 0 1 0 0,-1 0-1 0 0,1 0 1 0 0,0 0 0 0 0,0 0-1 0 0,-1 0 1 0 0,1-1-1 0 0,0 1 1 0 0,0 0 0 0 0,0 0-1 0 0,-1 0 1 0 0,1 0 0 0 0,0-1-1 0 0,0 1 1 0 0,0 0-1 0 0,0 0 1 0 0,-1-1 0 0 0,1 1-1 0 0,0 0 1 0 0,0 0-1 0 0,0-1 1 0 0,0 1 0 0 0,0 0-1 0 0,0 0 1 0 0,0-1-1 0 0,0 1 1 0 0,0 0 0 0 0,0 0-1 0 0,0-1 1 0 0,0 1 0 0 0,0-1 10 0 0,0 1 0 0 0,0-1 0 0 0,0 0 0 0 0,0 1 0 0 0,0-1 0 0 0,0 1 0 0 0,-1-1 0 0 0,1 1 0 0 0,0-1 0 0 0,0 1 0 0 0,-1-1 0 0 0,1 1 0 0 0,0-1 0 0 0,0 1 0 0 0,-1 0 1 0 0,1-1-1 0 0,0 1 0 0 0,-1-1 0 0 0,1 1 0 0 0,-1 0 0 0 0,1-1 0 0 0,0 1 0 0 0,-1 0 0 0 0,1-1 0 0 0,-1 1 0 0 0,1 0 0 0 0,-1 0 0 0 0,1 0 0 0 0,-1-1 0 0 0,1 1 0 0 0,-2 0 0 0 0,-2-1 44 0 0,0 1-1 0 0,0 0 0 0 0,0 0 1 0 0,0 0-1 0 0,0 1 0 0 0,0 0 1 0 0,0-1-1 0 0,0 1 0 0 0,0 0 1 0 0,0 1-1 0 0,0-1 0 0 0,0 1 1 0 0,1 0-1 0 0,-1 0 0 0 0,1 0 1 0 0,-5 3-1 0 0,1 1 78 0 0,-1 0-1 0 0,1 1 1 0 0,0 0 0 0 0,0 1-1 0 0,0-1 1 0 0,1 1 0 0 0,1 1-1 0 0,-1-1 1 0 0,1 1 0 0 0,1 0-1 0 0,-6 13 1 0 0,9-18-52 0 0,1 0-11 0 0,4 36 84 0 0,-3-36-125 0 0,1-2 37 0 0,0 0-100 0 0,0 0 0 0 0,1 0-1 0 0,-1-1 1 0 0,1 1 0 0 0,-1-1 0 0 0,1 1 0 0 0,-1-1 0 0 0,1 0 0 0 0,0 0 0 0 0,0 0 0 0 0,0 0-1 0 0,-1-1 1 0 0,1 1 0 0 0,0-1 0 0 0,0 1 0 0 0,0-1 0 0 0,0 0 0 0 0,0 0 0 0 0,0-1 0 0 0,0 1-1 0 0,0 0 1 0 0,0-1 0 0 0,-1 0 0 0 0,1 0 0 0 0,0 0 0 0 0,4-2 0 0 0,4-1 118 0 0,-1-1 0 0 0,0 0 1 0 0,-1-1-1 0 0,1 0 0 0 0,-1 0 0 0 0,0-1 1 0 0,-1 0-1 0 0,11-12 0 0 0,-10 10 144 0 0,-7 7 178 0 0,0 0-223 0 0,-1 1-173 0 0,0 1-1 0 0,-1-1 1 0 0,1 0-1 0 0,0 1 1 0 0,0-1-1 0 0,-1 1 1 0 0,1 0-1 0 0,0-1 1 0 0,0 1-1 0 0,-1 0 1 0 0,1-1-1 0 0,0 1 1 0 0,0 0-1 0 0,0 0 1 0 0,0 0-1 0 0,0 0 1 0 0,-1-1-1 0 0,1 1 1 0 0,0 1-1 0 0,0-1 1 0 0,0 0-1 0 0,0 0 1 0 0,0 0-1 0 0,0 0 1 0 0,-1 1-1 0 0,1-1 0 0 0,0 0 1 0 0,0 1-1 0 0,0-1 1 0 0,-1 0-1 0 0,1 1 1 0 0,0-1-1 0 0,0 1 1 0 0,-1-1-1 0 0,1 1 1 0 0,-1 0-1 0 0,1-1 1 0 0,0 1-1 0 0,-1 0 1 0 0,1-1-1 0 0,-1 1 1 0 0,1 0-1 0 0,-1 0 1 0 0,0-1-1 0 0,1 1 1 0 0,-1 0-1 0 0,0 0 1 0 0,1 1-1 0 0,22 47-172 0 0,-2 1-1 0 0,-3 1 0 0 0,13 55 0 0 0,-24-73-131 0 0,-1 0-1 0 0,-2 0 0 0 0,-1 0 1 0 0,-2 0-1 0 0,-1 0 0 0 0,-6 45 1 0 0,3-56 217 0 0,-1-1 0 0 0,-11 36 1 0 0,13-50 86 0 0,-1 0 1 0 0,0-1 0 0 0,0 1-1 0 0,-1-1 1 0 0,1 1 0 0 0,-1-1-1 0 0,-1 0 1 0 0,1-1 0 0 0,-1 1-1 0 0,0-1 1 0 0,-8 6 0 0 0,10-9 55 0 0,0 0 0 0 0,-1-1 0 0 0,1 1 0 0 0,-1-1 0 0 0,1 0 0 0 0,-1 0 0 0 0,1 0 0 0 0,-1 0 0 0 0,0 0 0 0 0,0-1 0 0 0,1 0 0 0 0,-8 0 0 0 0,11 0-69 0 0,-3 0 29 0 0,-1-1 0 0 0,1 1 1 0 0,0-1-1 0 0,0 0 1 0 0,-1 0-1 0 0,1 0 1 0 0,0 0-1 0 0,0-1 1 0 0,0 1-1 0 0,0-1 1 0 0,0 1-1 0 0,1-1 1 0 0,-1 0-1 0 0,0 0 0 0 0,1-1 1 0 0,0 1-1 0 0,-1 0 1 0 0,1-1-1 0 0,0 0 1 0 0,-2-4-1 0 0,-1 1-32 0 0,1-1 1 0 0,1 0-1 0 0,-1 0 0 0 0,1 0 0 0 0,1-1 1 0 0,-1 1-1 0 0,-1-9 0 0 0,3 2-107 0 0,-1 0-1 0 0,2 1 1 0 0,0-1 0 0 0,0 0-1 0 0,2 0 1 0 0,0 0 0 0 0,0 1-1 0 0,1-1 1 0 0,1 1 0 0 0,0 0 0 0 0,1 0-1 0 0,0 0 1 0 0,1 0 0 0 0,0 1-1 0 0,13-17 1 0 0,-1 3-1154 0 0,1 1 0 0 0,1 1 0 0 0,1 0 0 0 0,1 2 0 0 0,45-35 0 0 0,-39 36-3118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4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257 308 3624 0 0,'27'-30'4006'0'0,"-24"27"-3102"0"0,-2 0-167 0 0,0 1-616 0 0,0 0 0 0 0,0 0 0 0 0,-1 0 0 0 0,1 0 0 0 0,-1 0 0 0 0,1 0 1 0 0,-1 0-1 0 0,0 0 0 0 0,0 0 0 0 0,0 0 0 0 0,0 0 0 0 0,0 0 0 0 0,0 0 0 0 0,-1 0 0 0 0,0-4 0 0 0,-1 3 63 0 0,-2 1-33 0 0,-3-1-86 0 0,-1 1-1 0 0,0 0 1 0 0,1 1-1 0 0,-1 0 1 0 0,0 0-1 0 0,0 0 1 0 0,0 1-1 0 0,0 1 1 0 0,0-1-1 0 0,0 1 1 0 0,1 0-1 0 0,-1 1 1 0 0,-10 3 0 0 0,-5 3 86 0 0,1 0 0 0 0,-40 22 1 0 0,58-28-129 0 0,-1 1 1 0 0,1-1 0 0 0,0 1 0 0 0,0 0 0 0 0,0 0-1 0 0,1 0 1 0 0,-1 0 0 0 0,1 1 0 0 0,0 0 0 0 0,0-1-1 0 0,0 1 1 0 0,0 0 0 0 0,1 1 0 0 0,-1-1 0 0 0,1 0-1 0 0,-2 7 1 0 0,3-8 73 0 0,2 1-60 0 0,5 12-3 0 0,-4-12-12 0 0,7 0 11 0 0,-8-4-31 0 0,-1 1 0 0 0,1-1 0 0 0,-1 1 0 0 0,1 0 1 0 0,0-1-1 0 0,-1 1 0 0 0,1-1 0 0 0,0 1 0 0 0,-1-1 1 0 0,1 0-1 0 0,0 1 0 0 0,0-1 0 0 0,-1 0 0 0 0,1 0 1 0 0,0 1-1 0 0,0-1 0 0 0,0 0 0 0 0,0 0 1 0 0,-1 0-1 0 0,2 0 0 0 0,8 1 33 0 0,-1-1 1 0 0,1 1-1 0 0,-1-2 1 0 0,1 0-1 0 0,-1 0 1 0 0,17-4-1 0 0,-12-1 80 0 0,0 0 0 0 0,0 0 1 0 0,-1-2-1 0 0,0 1 0 0 0,0-2 1 0 0,-1 0-1 0 0,0 0 0 0 0,14-15 0 0 0,-24 22-27 0 0,25-23 464 0 0,-25 44-511 0 0,-2-14-8 0 0,4 13 37 0 0,-4-17-61 0 0,1 3 7 0 0,1 0 11 0 0,11 20 52 0 0,-12-21-76 0 0,1 0 0 0 0,0 0 0 0 0,1-1 0 0 0,-1 1 0 0 0,0-1 0 0 0,1 1 0 0 0,-1-1 0 0 0,1 0 0 0 0,0 0 0 0 0,0 0 0 0 0,0 0 0 0 0,0-1 0 0 0,0 1 0 0 0,6 1 0 0 0,-4-1 12 0 0,1 0-20 0 0,1-1-1 0 0,-1 1 1 0 0,1-1 0 0 0,-1 0-1 0 0,1-1 1 0 0,-1 0-1 0 0,1 0 1 0 0,-1 0 0 0 0,1-1-1 0 0,-1 0 1 0 0,1 0 0 0 0,-1-1-1 0 0,8-2 1 0 0,-5 0-43 0 0,1-1 0 0 0,-1 0 1 0 0,0 0-1 0 0,-1-1 0 0 0,0 0 1 0 0,1 0-1 0 0,-2-1 0 0 0,1 0 0 0 0,-1-1 1 0 0,0 0-1 0 0,-1 0 0 0 0,0 0 1 0 0,0-1-1 0 0,0 0 0 0 0,-2 0 0 0 0,1 0 1 0 0,5-17-1 0 0,-4 9 8 0 0,0-1 0 0 0,-2 1 1 0 0,0-1-1 0 0,-1 0 0 0 0,-1 0 0 0 0,0-31 0 0 0,-3 43 64 0 0,1 0-1 0 0,-1 0 1 0 0,0 0 0 0 0,0 0-1 0 0,-3-8 1 0 0,2 8 2 0 0,1 2 26 0 0,-4-3 25 0 0,5 6-66 0 0,0 1-1 0 0,0 0 1 0 0,0-1-1 0 0,0 1 1 0 0,0-1-1 0 0,0 1 1 0 0,0-1-1 0 0,0 1 1 0 0,0 0-1 0 0,0-1 1 0 0,0 1-1 0 0,-1 0 1 0 0,1-1-1 0 0,0 1 1 0 0,0-1 0 0 0,-1 1-1 0 0,1 0 1 0 0,0-1-1 0 0,0 1 1 0 0,-1 0-1 0 0,1 0 1 0 0,0-1-1 0 0,-1 1 1 0 0,1 0-1 0 0,-1 0 1 0 0,1-1-1 0 0,0 1 1 0 0,-1 0-1 0 0,1 0 1 0 0,0 0-1 0 0,-1 0 1 0 0,1 0 0 0 0,-1 0-1 0 0,1-1 1 0 0,-1 1-1 0 0,1 0 1 0 0,0 0-1 0 0,-1 0 1 0 0,-2 1 15 0 0,0 1-1 0 0,0-1 1 0 0,0 0 0 0 0,0 1 0 0 0,0-1-1 0 0,1 1 1 0 0,-1 0 0 0 0,1 0 0 0 0,-1 0-1 0 0,1 0 1 0 0,0 0 0 0 0,0 1 0 0 0,0-1 0 0 0,0 1-1 0 0,0-1 1 0 0,0 1 0 0 0,1 0 0 0 0,-1-1-1 0 0,-1 6 1 0 0,1 0-2 0 0,-1 0-1 0 0,1-1 1 0 0,1 1-1 0 0,0 0 1 0 0,0 0-1 0 0,0 0 1 0 0,1 0-1 0 0,1 9 0 0 0,0-3-106 0 0,1-1 0 0 0,0 0 0 0 0,1-1-1 0 0,1 1 1 0 0,0 0 0 0 0,0-1 0 0 0,1 0-1 0 0,1 0 1 0 0,0 0 0 0 0,1-1 0 0 0,0 0-1 0 0,12 14 1 0 0,-11-15-998 0 0,1-1 0 0 0,0-1 0 0 0,0 1 0 0 0,0-2 0 0 0,1 1 0 0 0,1-1 0 0 0,20 10 0 0 0,-28-15-1243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4.9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15 143 3388 0 0,'0'0'1274'0'0,"-3"-1"-227"0"0,-8-10 913 0 0,11 11-1936 0 0,0-1 0 0 0,0 0-1 0 0,0 1 1 0 0,0-1 0 0 0,0 0 0 0 0,1 0 0 0 0,-1 1 0 0 0,0-1 0 0 0,1 1 0 0 0,-1-1-1 0 0,0 0 1 0 0,1 1 0 0 0,-1-1 0 0 0,1 1 0 0 0,-1-1 0 0 0,0 1 0 0 0,1-1 0 0 0,0 1-1 0 0,-1-1 1 0 0,1 1 0 0 0,-1-1 0 0 0,1 1 0 0 0,-1 0 0 0 0,1-1 0 0 0,0 1 0 0 0,-1 0-1 0 0,1 0 1 0 0,0-1 0 0 0,-1 1 0 0 0,1 0 0 0 0,1 0 0 0 0,46-17 800 0 0,59-12-1 0 0,-52 15 897 0 0,58-23-1 0 0,-78 24-293 0 0,-32 11-774 0 0,8 1-296 0 0,-11 0-349 0 0,0 1 0 0 0,1 0 0 0 0,-1 0 1 0 0,1-1-1 0 0,-1 1 0 0 0,1 0 0 0 0,-1 0 1 0 0,0 0-1 0 0,1 0 0 0 0,-1-1 0 0 0,1 1 1 0 0,-1 0-1 0 0,1 0 0 0 0,-1 0 1 0 0,1 0-1 0 0,-1 0 0 0 0,1 0 0 0 0,-1 0 1 0 0,1 0-1 0 0,-1 1 0 0 0,1-1 0 0 0,-1 0 1 0 0,0 0-1 0 0,1 0 0 0 0,-1 0 0 0 0,1 1 1 0 0,-1-1-1 0 0,1 0 0 0 0,-1 0 0 0 0,0 1 1 0 0,1-1-1 0 0,-1 0 0 0 0,1 1 0 0 0,2 4 45 0 0,1 0 0 0 0,-1 1 0 0 0,0-1 0 0 0,0 1 0 0 0,-1 0 0 0 0,1 0 0 0 0,-1 0-1 0 0,-1 0 1 0 0,1 0 0 0 0,0 10 0 0 0,2 4-45 0 0,19 80-802 0 0,-22-96 240 0 0,4 16-915 0 0,-4-16 608 0 0,4 9-1570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5.1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51 3112 0 0,'0'0'1552'0'0,"-15"-20"653"0"0,4 5-209 0 0,-4 0-1260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0:25.7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1 118 2960 0 0,'4'1'1478'0'0,"-2"-1"-1183"0"0,5 1 679 0 0,-1 0 0 0 0,1 1 0 0 0,0-1 0 0 0,0 2 0 0 0,8 3 0 0 0,-12-5-857 0 0,0 1 0 0 0,0 0 1 0 0,0 0-1 0 0,-1 1 1 0 0,1-1-1 0 0,-1 0 0 0 0,1 1 1 0 0,-1 0-1 0 0,0-1 0 0 0,0 1 1 0 0,0 0-1 0 0,-1 0 0 0 0,1 0 1 0 0,2 6-1 0 0,17 74 998 0 0,-21-79-984 0 0,1 0-5 0 0,2 14 9 0 0,-2-13 110 0 0,-1-4-218 0 0,1 1-1 0 0,-1-1 1 0 0,1 1 0 0 0,-1-1 0 0 0,0 0 0 0 0,1 1 0 0 0,-1-1 0 0 0,0 1 0 0 0,0-1 0 0 0,0 1-1 0 0,-1 2 1 0 0,1-4 6 0 0,1 5 1093 0 0,2 0-816 0 0,-3-4-300 0 0,0-1 1 0 0,0 0 0 0 0,0 1-1 0 0,0-1 1 0 0,0 1-1 0 0,0-1 1 0 0,0 0 0 0 0,0 1-1 0 0,1-1 1 0 0,-1 0-1 0 0,0 1 1 0 0,0-1-1 0 0,0 0 1 0 0,0 1 0 0 0,0-1-1 0 0,1 0 1 0 0,-1 0-1 0 0,0 1 1 0 0,0-1 0 0 0,1 0-1 0 0,-1 0 1 0 0,0 1-1 0 0,1-1 1 0 0,-1 0 0 0 0,0 0-1 0 0,0 0 1 0 0,1 1-1 0 0,-1-1 1 0 0,0 0-1 0 0,1 0 1 0 0,-1 0 0 0 0,0 0-1 0 0,1 0 1 0 0,-1 0-1 0 0,0 0 1 0 0,1 0 0 0 0,0 0-1 0 0,4-3-54 0 0,1-1 0 0 0,-1 1 0 0 0,0-1 0 0 0,0-1 0 0 0,0 1 0 0 0,0-1 0 0 0,6-9 0 0 0,32-46-1272 0 0,-29 39 855 0 0,84-109-1470 0 0,-96 127 1875 0 0,4-1 68 0 0,-6 4-6 0 0,0-1 1 0 0,0 1-1 0 0,0 0 0 0 0,1-1 1 0 0,-1 1-1 0 0,0 0 0 0 0,0-1 1 0 0,1 1-1 0 0,-1 0 0 0 0,0 0 1 0 0,1-1-1 0 0,-1 1 0 0 0,0 0 1 0 0,1 0-1 0 0,-1 0 0 0 0,1-1 1 0 0,-1 1-1 0 0,0 0 0 0 0,1 0 1 0 0,-1 0-1 0 0,1 0 0 0 0,-1 0 1 0 0,0 0-1 0 0,1 0 0 0 0,-1 0 1 0 0,1 0-1 0 0,-1 0 0 0 0,0 0 0 0 0,1 0 1 0 0,-1 0-1 0 0,1 0 0 0 0,1 2 52 0 0,0 0 0 0 0,0 1 0 0 0,0-1 0 0 0,0 0 0 0 0,-1 1 0 0 0,0-1 0 0 0,1 1 0 0 0,-1-1 0 0 0,0 1 0 0 0,0 0-1 0 0,0 0 1 0 0,0-1 0 0 0,-1 1 0 0 0,1 5 0 0 0,8 21 588 0 0,-8-26-566 0 0,6 2-24 0 0,-6-5-53 0 0,-1 1 0 0 0,1 0 0 0 0,-1-1 0 0 0,1 1 0 0 0,-1 0 0 0 0,1-1 0 0 0,-1 1 0 0 0,1-1 0 0 0,-1 1 0 0 0,1-1 0 0 0,0 1 1 0 0,-1-1-1 0 0,1 1 0 0 0,0-1 0 0 0,0 0 0 0 0,-1 1 0 0 0,2-1 0 0 0,3 1 0 0 0,-1 0-1 0 0,0 0 1 0 0,0-1-1 0 0,1 0 1 0 0,-1 0-1 0 0,0 0 1 0 0,0 0-1 0 0,1-1 1 0 0,-1 0 0 0 0,0 0-1 0 0,0 0 1 0 0,0 0-1 0 0,0-1 1 0 0,0 1-1 0 0,0-1 1 0 0,0 0 0 0 0,6-5-1 0 0,-4 4-18 0 0,-2-1 0 0 0,1 1 0 0 0,0-1 0 0 0,-1-1 0 0 0,0 1 0 0 0,0-1 0 0 0,0 1 0 0 0,0-1 0 0 0,-1 0 0 0 0,1 0-1 0 0,-2-1 1 0 0,1 1 0 0 0,0-1 0 0 0,1-7 0 0 0,-2-25 0 0 0,-3 37 17 0 0,1 0-1 0 0,-1 0 1 0 0,1 0-1 0 0,-1 0 1 0 0,1 0-1 0 0,-1 0 1 0 0,0 0-1 0 0,1 0 1 0 0,-1 1-1 0 0,0-1 1 0 0,0 0-1 0 0,1 1 1 0 0,-1-1-1 0 0,0 0 1 0 0,0 1-1 0 0,0-1 1 0 0,0 1-1 0 0,0-1 1 0 0,0 1-1 0 0,0 0 1 0 0,0-1-1 0 0,-1 1 1 0 0,-1-1-3 0 0,0 0 0 0 0,0 0 0 0 0,0 0 0 0 0,0 0 0 0 0,0 1 0 0 0,0-1 0 0 0,0 1 0 0 0,0 0 0 0 0,0 0 1 0 0,0 0-1 0 0,0 1 0 0 0,0-1 0 0 0,0 0 0 0 0,0 1 0 0 0,0 0 0 0 0,-3 1 0 0 0,-44 19-1 0 0,42-17 42 0 0,1 0 0 0 0,0 0 0 0 0,0 1 0 0 0,1 0 0 0 0,-1 0 0 0 0,1 1 0 0 0,0 0 0 0 0,0 0 0 0 0,1 0 0 0 0,0 1 0 0 0,0 0 0 0 0,1 0 0 0 0,-7 12 0 0 0,10-15-1 0 0,0-1 0 0 0,0 0 0 0 0,0 0-1 0 0,1 0 1 0 0,-1 0 0 0 0,1 1 0 0 0,-1-1 0 0 0,1 0 0 0 0,0 0 0 0 0,1 1 0 0 0,-1-1 0 0 0,0 0 0 0 0,1 0 0 0 0,0 0 0 0 0,1 5 0 0 0,-1-5-24 0 0,1 2 18 0 0,0 0 0 0 0,0 0-1 0 0,0 0 1 0 0,1 0 0 0 0,0 0 0 0 0,0-1-1 0 0,0 1 1 0 0,0-1 0 0 0,1 0 0 0 0,0 0 0 0 0,0 0-1 0 0,0 0 1 0 0,0-1 0 0 0,8 5 0 0 0,-1-1 5 0 0,0-1 1 0 0,0 0-1 0 0,0-1 1 0 0,23 8-1 0 0,-15-9-66 0 0,-1 0 0 0 0,1 0 0 0 0,-1-2 0 0 0,1-1 1 0 0,0 0-1 0 0,0-1 0 0 0,28-4 0 0 0,-32 2-494 0 0,-1 0 0 0 0,1-2 0 0 0,-1 0 0 0 0,27-11 0 0 0,-34 12-455 0 0,1-1-1 0 0,-1 0 0 0 0,0-1 0 0 0,0 0 0 0 0,-1 0 0 0 0,8-7 1 0 0,1-6-4967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7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37 3308 0 0,'0'0'4069'0'0,"-1"-4"-3001"0"0,-2-5-598 0 0,-4-14 8179 0 0,10 104-8314 0 0,3 1 0 0 0,25 120 1 0 0,-18-127-253 0 0,-2-2-1731 0 0,-11-69 1054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8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67 3412 0 0,'-2'-6'725'0'0,"0"0"0"0"0,0 0 0 0 0,-1 0 0 0 0,1 0 0 0 0,-5-7 0 0 0,5 11-586 0 0,0 0 0 0 0,0 0 0 0 0,0 0 0 0 0,0 0 1 0 0,0 0-1 0 0,0 0 0 0 0,-1 1 0 0 0,1-1 0 0 0,0 1 0 0 0,-1 0 0 0 0,-4-2 1 0 0,3 1 130 0 0,1 4 22 0 0,-1 0-176 0 0,0 1 0 0 0,0 0 0 0 0,0 0 0 0 0,1 1 0 0 0,-1-1 0 0 0,1 1 0 0 0,-1 0 1 0 0,1-1-1 0 0,0 1 0 0 0,1 1 0 0 0,-3 3 0 0 0,-1 3 51 0 0,1-1 0 0 0,1 1 0 0 0,-5 15-1 0 0,8-23-83 0 0,0 2-12 0 0,-3 14 21 0 0,3-14 14 0 0,2 0-122 0 0,0 13 51 0 0,-1-14 52 0 0,0-4-86 0 0,0 0 1 0 0,1 0-1 0 0,-1 1 1 0 0,0-1-1 0 0,1 0 1 0 0,-1 0-1 0 0,0 0 1 0 0,0 0-1 0 0,1 0 1 0 0,-1 1-1 0 0,0-1 1 0 0,0 0-1 0 0,1 0 1 0 0,-1 0-1 0 0,0 1 1 0 0,0-1-1 0 0,0 0 1 0 0,1 0-1 0 0,-1 1 1 0 0,0-1-1 0 0,0 0 1 0 0,0 1-1 0 0,0-1 1 0 0,0 0-1 0 0,0 0 1 0 0,1 1-1 0 0,-1-1 1 0 0,0 0-1 0 0,0 1 1 0 0,0-1-1 0 0,0 0 1 0 0,0 1-1 0 0,0 0-2 0 0,0-1 0 0 0,0 1 0 0 0,0 0-1 0 0,0-1 1 0 0,0 1 0 0 0,1 0 0 0 0,-1-1-1 0 0,0 1 1 0 0,0-1 0 0 0,1 1 0 0 0,-1-1-1 0 0,0 1 1 0 0,1-1 0 0 0,-1 1 0 0 0,1-1-1 0 0,-1 1 1 0 0,1-1 0 0 0,-1 1 0 0 0,1-1-1 0 0,-1 1 1 0 0,1-1 0 0 0,-1 0 0 0 0,1 1 0 0 0,-1-1-1 0 0,1 0 1 0 0,0 1 0 0 0,2-1 6 0 0,-1 1 0 0 0,0-1 0 0 0,0 0 1 0 0,1 0-1 0 0,-1 0 0 0 0,0 0 0 0 0,1 0 0 0 0,-1 0 1 0 0,0-1-1 0 0,1 1 0 0 0,-1-1 0 0 0,0 0 0 0 0,0 1 1 0 0,1-1-1 0 0,-1 0 0 0 0,0 0 0 0 0,0-1 0 0 0,0 1 1 0 0,0 0-1 0 0,0-1 0 0 0,-1 1 0 0 0,1-1 0 0 0,0 1 1 0 0,-1-1-1 0 0,1 0 0 0 0,-1 0 0 0 0,1 0 0 0 0,-1 0 1 0 0,0 0-1 0 0,2-3 0 0 0,2-6 81 0 0,0 0-1 0 0,-1 0 1 0 0,0 0-1 0 0,0-1 1 0 0,2-15 0 0 0,-3 12 12 0 0,-3 11 83 0 0,2 0 15 0 0,-2 3-202 0 0,11-29 672 0 0,-10 29-661 0 0,-1 0 1 0 0,0 1 0 0 0,0-1 0 0 0,1 1 0 0 0,-1-1 0 0 0,0 1-1 0 0,1-1 1 0 0,-1 0 0 0 0,1 1 0 0 0,-1-1 0 0 0,1 1 0 0 0,-1 0 0 0 0,1-1-1 0 0,-1 1 1 0 0,1-1 0 0 0,-1 1 0 0 0,1 0 0 0 0,0-1 0 0 0,-1 1-1 0 0,1 0 1 0 0,-1 0 0 0 0,1-1 0 0 0,0 1 0 0 0,-1 0 0 0 0,1 0-1 0 0,0 0 1 0 0,-1 0 0 0 0,1 0 0 0 0,0 0 0 0 0,-1 0 0 0 0,1 0-1 0 0,0 0 1 0 0,-1 0 0 0 0,1 0 0 0 0,0 1 0 0 0,-1-1 0 0 0,1 0 0 0 0,0 0-1 0 0,-1 1 1 0 0,1-1 0 0 0,-1 0 0 0 0,1 1 0 0 0,-1-1 0 0 0,1 0-1 0 0,0 1 1 0 0,-1-1 0 0 0,0 1 0 0 0,1-1 0 0 0,-1 1 0 0 0,1-1-1 0 0,0 2 1 0 0,22 28-1129 0 0,-1 1-1 0 0,28 54 1 0 0,2 4-5322 0 0,-36-65 1659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8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4480 0 0,'0'0'9161'0'0,"0"4"-8709"0"0,-1 25-35 0 0,2 0-1 0 0,1-1 0 0 0,11 49 0 0 0,1 26-125 0 0,-5 117-311 0 0,-6-128-2363 0 0,1-2-4114 0 0,-4-86 5254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8.9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12 180 3448 0 0,'-1'-7'1294'0'0,"-5"-82"2653"0"0,6 84-3476 0 0,0-1-37 0 0,1 2-376 0 0,-1 1-19 0 0,0 0 1 0 0,0 1-1 0 0,0-1 0 0 0,1 0 0 0 0,-1 1 0 0 0,1-1 0 0 0,0 0 0 0 0,-1 1 0 0 0,1-1 0 0 0,0 1 0 0 0,1-1 0 0 0,-1 1 0 0 0,0 0 1 0 0,1-1-1 0 0,-1 1 0 0 0,1 0 0 0 0,0 0 0 0 0,0 0 0 0 0,0 0 0 0 0,0 0 0 0 0,0 1 0 0 0,0-1 0 0 0,0 1 0 0 0,0-1 1 0 0,1 1-1 0 0,-1 0 0 0 0,1 0 0 0 0,-1 0 0 0 0,4-1 0 0 0,3 0-6 0 0,0 0-1 0 0,1 1 1 0 0,-1 1 0 0 0,0-1-1 0 0,0 1 1 0 0,0 1 0 0 0,1 0-1 0 0,14 4 1 0 0,-18-4 3 0 0,-1 1-1 0 0,1 0 1 0 0,-1 0-1 0 0,0 0 1 0 0,0 1-1 0 0,0 0 1 0 0,0 0-1 0 0,0 0 1 0 0,-1 1-1 0 0,1-1 1 0 0,-1 1-1 0 0,0 0 1 0 0,0 0-1 0 0,0 1 1 0 0,5 8-1 0 0,-7-10 66 0 0,-1 1-27 0 0,-1 0-58 0 0,1 0 0 0 0,-1-1-1 0 0,0 1 1 0 0,0-1-1 0 0,0 1 1 0 0,0 0 0 0 0,-1-1-1 0 0,0 1 1 0 0,0-1-1 0 0,0 1 1 0 0,0-1-1 0 0,0 0 1 0 0,0 1 0 0 0,-1-1-1 0 0,0 0 1 0 0,0 0-1 0 0,0 0 1 0 0,0 0 0 0 0,-4 4-1 0 0,-2 2-108 0 0,-1 0 0 0 0,-1-1 0 0 0,1 0 1 0 0,-21 13-1 0 0,-72 31-1690 0 0,61-32-494 0 0,38-19 1202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9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98 3604 0 0,'0'0'1579'0'0,"1"-4"-286"0"0,4-12-251 0 0,-4 12-163 0 0,-1 0-100 0 0,1-13-82 0 0,-1 13-94 0 0,0 0-349 0 0,-1-1 0 0 0,0 0 1 0 0,0 1-1 0 0,-1-1 1 0 0,1 1-1 0 0,-4-7 0 0 0,3 8 187 0 0,0 2-265 0 0,1 0-153 0 0,0 0 1 0 0,0 1 0 0 0,0-1-1 0 0,0 0 1 0 0,0 1 0 0 0,0-1 0 0 0,0 1-1 0 0,-1 0 1 0 0,1-1 0 0 0,0 1-1 0 0,0 0 1 0 0,0 0 0 0 0,0 0 0 0 0,-1 0-1 0 0,1 0 1 0 0,0 0 0 0 0,0 0 0 0 0,0 0-1 0 0,-1 0 1 0 0,1 0 0 0 0,0 1-1 0 0,0-1 1 0 0,0 0 0 0 0,-2 1 0 0 0,0 1 2 0 0,0 0 0 0 0,0 0 1 0 0,1 0-1 0 0,-1 0 0 0 0,0 1 0 0 0,1-1 1 0 0,-1 1-1 0 0,-2 3 0 0 0,-3 6 11 0 0,0-1 0 0 0,1 2 0 0 0,-7 15 0 0 0,9-18-23 0 0,2 0-1 0 0,-1 0 1 0 0,-2 13-1 0 0,6-22-12 0 0,-1 3 14 0 0,1 1-14 0 0,-1 16 7 0 0,4 2-8 0 0,-1-18-3 0 0,-1 0 1 0 0,1-2 21 0 0,0-1-19 0 0,0 0-1 0 0,0 0 0 0 0,0 0 1 0 0,0 0-1 0 0,0 0 0 0 0,1 0 1 0 0,-1 0-1 0 0,1-1 1 0 0,-1 1-1 0 0,1-1 0 0 0,0 0 1 0 0,-1 0-1 0 0,1 0 0 0 0,0 0 1 0 0,0 0-1 0 0,0-1 1 0 0,0 1-1 0 0,0-1 0 0 0,3 1 1 0 0,-1-1 4 0 0,-1-2-7 0 0,1 0 16 0 0,-1 1 0 0 0,0-1 0 0 0,0 0 0 0 0,0 0 0 0 0,0-1 0 0 0,0 1 0 0 0,0-1 0 0 0,0 0 1 0 0,-1 0-1 0 0,1 0 0 0 0,-1 0 0 0 0,0-1 0 0 0,0 1 0 0 0,0-1 0 0 0,-1 0 0 0 0,1 0 0 0 0,-1 0 0 0 0,0 0 0 0 0,2-5 0 0 0,2-4-3 0 0,29-78 1136 0 0,-34 87-1022 0 0,0 1-24 0 0,3-10-12 0 0,-3 10 241 0 0,-2 7-284 0 0,-3 36 67 0 0,4-36-119 0 0,1 1-6 0 0,-1 1-174 0 0,1-1 1 0 0,0 1 0 0 0,0 0-1 0 0,0 0 1 0 0,1 0-1 0 0,0-1 1 0 0,0 1-1 0 0,0-1 1 0 0,1 1 0 0 0,-1-1-1 0 0,1 0 1 0 0,1 0-1 0 0,-1 0 1 0 0,1 0 0 0 0,0-1-1 0 0,0 1 1 0 0,0-1-1 0 0,0 0 1 0 0,8 5-1 0 0,-9-8-485 0 0,-1 0 425 0 0,0 0 0 0 0,0 0 0 0 0,0 0 0 0 0,0 0-1 0 0,0-1 1 0 0,0 1 0 0 0,0-1 0 0 0,0 1 0 0 0,1-1 0 0 0,-1 0-1 0 0,4 0 1 0 0,2 0-1268 0 0,-5 0 1205 0 0,-1 0 0 0 0,1 0 0 0 0,-1 0 0 0 0,1-1 0 0 0,-1 1 0 0 0,1-1 0 0 0,-1 0 0 0 0,1 1-1 0 0,-1-1 1 0 0,5-3 0 0 0,18-6-3484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29.8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22 4068 0 0,'-2'-3'1188'0'0,"1"2"-903"0"0,-1-1 0 0 0,1 1 0 0 0,0-1 0 0 0,-1 1 0 0 0,1 0 0 0 0,0-1 0 0 0,-1 1 0 0 0,0 0 0 0 0,1 0 0 0 0,-1 0 0 0 0,0 0-1 0 0,0 1 1 0 0,1-1 0 0 0,-5-1 0 0 0,3 1 719 0 0,-2 2-642 0 0,-12 4-46 0 0,12-4 41 0 0,2 1-129 0 0,-23 21 301 0 0,23-21-465 0 0,3-1-54 0 0,-1 0-1 0 0,0 0 0 0 0,1 0 1 0 0,-1 0-1 0 0,1 0 0 0 0,-1 0 0 0 0,1 1 1 0 0,0-1-1 0 0,0 0 0 0 0,-1 0 0 0 0,1 0 1 0 0,0 0-1 0 0,0 0 0 0 0,0 1 0 0 0,0-1 1 0 0,0 0-1 0 0,0 0 0 0 0,0 0 1 0 0,1 3-1 0 0,1 15 9 0 0,0-14-58 0 0,0 0 0 0 0,0 0-1 0 0,0-1 1 0 0,0 1 0 0 0,1-1 0 0 0,0 1 0 0 0,-1-1 0 0 0,2 0 0 0 0,-1 0-1 0 0,0 0 1 0 0,1-1 0 0 0,0 1 0 0 0,4 2 0 0 0,-4-1 7 0 0,35 26-303 0 0,20 11 363 0 0,-56-40 57 0 0,5 5 9 0 0,5 4 560 0 0,-12-11-625 0 0,-1 1 0 0 0,1 0 0 0 0,-1 0 0 0 0,1 0 0 0 0,-1-1 0 0 0,1 1 0 0 0,-1 0 0 0 0,1 0 0 0 0,-1 0 0 0 0,0 0 0 0 0,0 0 0 0 0,1 0 0 0 0,-1 0 0 0 0,0 0 1 0 0,0 0-1 0 0,0 0 0 0 0,0 0 0 0 0,0 0 0 0 0,0 0 0 0 0,-1 0 0 0 0,1 0 0 0 0,0 0 0 0 0,0 0 0 0 0,-1-1 0 0 0,1 1 0 0 0,0 0 0 0 0,-1 0 0 0 0,1 0 0 0 0,-2 1 0 0 0,1 1 60 0 0,-3-1-19 0 0,-12 6-119 0 0,1-2-1 0 0,0 0 1 0 0,-1-1-1 0 0,-19 4 1 0 0,31-8-159 0 0,-1-1-96 0 0,-14-3-32 0 0,17 3 18 0 0,1-1 1 0 0,-1 1 0 0 0,1-1-1 0 0,-1 0 1 0 0,0 1-1 0 0,1-1 1 0 0,0 0-1 0 0,-1 0 1 0 0,1 0-1 0 0,0 0 1 0 0,-1 0-1 0 0,1 0 1 0 0,0-1-1 0 0,0 1 1 0 0,0 0-1 0 0,0-1 1 0 0,0 1 0 0 0,0 0-1 0 0,0-1 1 0 0,1 1-1 0 0,-1-1 1 0 0,0 0-1 0 0,0-2 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0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4444 0 0,'5'-6'1422'0'0,"15"-15"5873"0"0,-20 21-7250 0 0,1 1-1 0 0,0-1 0 0 0,0 0 1 0 0,0 1-1 0 0,0-1 0 0 0,-1 1 0 0 0,1 0 1 0 0,0-1-1 0 0,-1 1 0 0 0,1-1 1 0 0,0 1-1 0 0,-1 0 0 0 0,1 0 1 0 0,-1-1-1 0 0,1 1 0 0 0,-1 0 1 0 0,1 0-1 0 0,-1 0 0 0 0,0 0 1 0 0,1-1-1 0 0,-1 1 0 0 0,0 0 1 0 0,0 0-1 0 0,1 0 0 0 0,-1 0 1 0 0,0 0-1 0 0,0 0 0 0 0,0 0 1 0 0,0 1-1 0 0,0 20 326 0 0,-1 120 914 0 0,8 6-1015 0 0,-6-143-302 0 0,1 0 0 0 0,-1 0 1 0 0,1 0-1 0 0,0 0 1 0 0,0 0-1 0 0,0-1 1 0 0,6 9-1 0 0,-4-7-61 0 0,-2-4 1 0 0,0 1 0 0 0,0-1 0 0 0,0 0 0 0 0,0 0-1 0 0,0 0 1 0 0,0 0 0 0 0,1 0 0 0 0,-1 0 0 0 0,1 0 0 0 0,0-1 0 0 0,-1 1 0 0 0,5 0 0 0 0,-5 0-24 0 0,2-1-445 0 0,1-1-50 0 0,2 1 153 0 0,-1-1 1 0 0,1-1-1 0 0,0 1 0 0 0,11-4 1 0 0,-15 4 29 0 0,-1-1 1 0 0,0 0 0 0 0,1 0-1 0 0,-1 0 1 0 0,0 0 0 0 0,0 0 0 0 0,0 0-1 0 0,0-1 1 0 0,0 1 0 0 0,0-1-1 0 0,0 1 1 0 0,0-1 0 0 0,1-2-1 0 0,12-15-4799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0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60 4456 0 0,'0'0'1516'0'0,"-5"0"-303"0"0,-12 0-270 0 0,12 0 1870 0 0,12 0-2638 0 0,23-2-465 0 0,0 0 0 0 0,55-13 0 0 0,14-13-5328 0 0,-69 16 1030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1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218 428 4660 0 0,'2'-3'1446'0'0,"0"-1"-964"0"0,-1 0 0 0 0,1 0-1 0 0,-1-1 1 0 0,0 1 0 0 0,0 0 0 0 0,-1-1 0 0 0,1 1-1 0 0,-1 0 1 0 0,0-1 0 0 0,0 1 0 0 0,-1-7 0 0 0,0 8-63 0 0,1 3-398 0 0,0-1 0 0 0,-1 1-1 0 0,1-1 1 0 0,0 1 0 0 0,0-1-1 0 0,-1 1 1 0 0,1 0 0 0 0,0-1 0 0 0,-1 1-1 0 0,1 0 1 0 0,0-1 0 0 0,-1 1-1 0 0,1 0 1 0 0,-1-1 0 0 0,1 1 0 0 0,-1 0-1 0 0,1 0 1 0 0,-1-1 0 0 0,1 1-1 0 0,-1 0 1 0 0,1 0 0 0 0,-1 0 0 0 0,1 0-1 0 0,-1 0 1 0 0,0 0 0 0 0,1 0-2 0 0,-1 0-1 0 0,1-1 1 0 0,-1 1 0 0 0,1 0 0 0 0,-1 0 0 0 0,1 0 0 0 0,-1 0-1 0 0,1 0 1 0 0,-1-1 0 0 0,1 1 0 0 0,-1 0 0 0 0,1 0-1 0 0,-1-1 1 0 0,1 1 0 0 0,0 0 0 0 0,-1-1 0 0 0,1 1 0 0 0,0 0-1 0 0,-1-1 1 0 0,1 1 0 0 0,0 0 0 0 0,-1-1 0 0 0,1 1 0 0 0,0-1-1 0 0,-1 0 1 0 0,-4 1 345 0 0,-3-1-218 0 0,0 1 0 0 0,0 0 0 0 0,0 1 1 0 0,1-1-1 0 0,-1 2 0 0 0,0-1 0 0 0,0 1 0 0 0,1 0 0 0 0,-14 6 0 0 0,13-4-116 0 0,0 0 0 0 0,1 1 1 0 0,-1-1-1 0 0,1 2 0 0 0,0-1 0 0 0,0 1 0 0 0,1 0 0 0 0,0 0 0 0 0,0 1 1 0 0,0 0-1 0 0,1 0 0 0 0,0 0 0 0 0,1 0 0 0 0,-1 1 0 0 0,1 0 1 0 0,-5 14-1 0 0,8-18-24 0 0,1 0-25 0 0,1-2 16 0 0,-1 1 1 0 0,1 0-1 0 0,-1-1 0 0 0,1 1 1 0 0,0-1-1 0 0,0 1 0 0 0,0-1 1 0 0,0 0-1 0 0,0 1 0 0 0,1-1 0 0 0,-1 0 1 0 0,1 0-1 0 0,-1 0 0 0 0,1 0 1 0 0,0 0-1 0 0,0 0 0 0 0,0 0 1 0 0,0-1-1 0 0,0 1 0 0 0,0-1 0 0 0,0 1 1 0 0,5 1-1 0 0,-3-1-93 0 0,2-2-4 0 0,5 0 60 0 0,-1-1 1 0 0,0 0-1 0 0,0-1 1 0 0,0 1-1 0 0,0-2 0 0 0,0 0 1 0 0,0 0-1 0 0,0-1 1 0 0,-1 0-1 0 0,0 0 0 0 0,0-1 1 0 0,0 0-1 0 0,0-1 0 0 0,8-7 1 0 0,-6 3 5 0 0,-1 0-1 0 0,0 0 1 0 0,-1-1 0 0 0,0 0-1 0 0,-1-1 1 0 0,0 0 0 0 0,-1 0 0 0 0,0-1-1 0 0,-1 0 1 0 0,5-15 0 0 0,-1-6 116 0 0,-2 1 0 0 0,-1-2 0 0 0,-1 1 0 0 0,-2-1 0 0 0,-2 1 0 0 0,-3-65 0 0 0,1 96-40 0 0,0 0 0 0 0,-1 0 0 0 0,1 0 0 0 0,-1 0 1 0 0,0 0-1 0 0,0 0 0 0 0,0 0 0 0 0,0 1 0 0 0,0-1 0 0 0,0 0 0 0 0,-3-3 0 0 0,3 5-31 0 0,-1-2 84 0 0,1 4-83 0 0,-1-1 1 0 0,1 1-1 0 0,-1 0 0 0 0,1 0 1 0 0,-1 0-1 0 0,1 0 0 0 0,0 0 1 0 0,0 0-1 0 0,-1 0 1 0 0,1 0-1 0 0,0 0 0 0 0,0 1 1 0 0,0-1-1 0 0,0 0 0 0 0,0 1 1 0 0,1-1-1 0 0,-1 1 0 0 0,-1 2 1 0 0,-14 33 60 0 0,15-34-62 0 0,-9 23 20 0 0,2 0-1 0 0,2 0 1 0 0,0 0-1 0 0,1 1 1 0 0,-1 47-1 0 0,5-61-119 0 0,1 1 0 0 0,1 0 1 0 0,0-1-1 0 0,0 1 0 0 0,2 0 0 0 0,0-1 0 0 0,0 0 0 0 0,1 0 0 0 0,1 0 1 0 0,0 0-1 0 0,1-1 0 0 0,0 0 0 0 0,10 14 0 0 0,-10-19-105 0 0,1 1-1 0 0,0-1 1 0 0,0-1 0 0 0,0 1-1 0 0,1-1 1 0 0,0-1 0 0 0,0 0 0 0 0,1 0-1 0 0,0 0 1 0 0,0-1 0 0 0,0 0-1 0 0,0-1 1 0 0,0 0 0 0 0,1 0-1 0 0,-1-1 1 0 0,1 0 0 0 0,0-1-1 0 0,-1 0 1 0 0,1-1 0 0 0,0 0 0 0 0,0 0-1 0 0,0-1 1 0 0,-1 0 0 0 0,1-1-1 0 0,0 0 1 0 0,-1-1 0 0 0,0 0-1 0 0,1 0 1 0 0,-1-1 0 0 0,0 0-1 0 0,-1-1 1 0 0,1 1 0 0 0,-1-2 0 0 0,0 1-1 0 0,0-1 1 0 0,0-1 0 0 0,-1 1-1 0 0,7-9 1 0 0,-4 2 292 0 0,0 0 0 0 0,-1 0 0 0 0,14-28 0 0 0,-21 37 218 0 0,-1-1 75 0 0,1-13 61 0 0,-2 13 445 0 0,-2 1-480 0 0,-4-11-24 0 0,4 11-38 0 0,-1 3-52 0 0,0-1-247 0 0,0 1-1 0 0,0 1 0 0 0,1-1 0 0 0,-1 0 0 0 0,0 1 0 0 0,0-1 0 0 0,0 1 1 0 0,0 0-1 0 0,0 0 0 0 0,0 0 0 0 0,0 0 0 0 0,0 1 0 0 0,1-1 0 0 0,-1 1 1 0 0,0 0-1 0 0,0 0 0 0 0,0 0 0 0 0,1 0 0 0 0,-1 0 0 0 0,0 0 1 0 0,1 1-1 0 0,-5 3 0 0 0,2-2-37 0 0,0 1 0 0 0,1 0 0 0 0,-1 0 0 0 0,1 0 0 0 0,0 1 0 0 0,0-1 0 0 0,1 1 1 0 0,-1 0-1 0 0,1 0 0 0 0,-3 8 0 0 0,4-10-5 0 0,-1 8 6 0 0,1-5-16 0 0,4 27 29 0 0,-2-32-42 0 0,0 0 0 0 0,0 0 1 0 0,0 1-1 0 0,0-1 0 0 0,1 0 0 0 0,-1 0 0 0 0,0 0 0 0 0,1 0 1 0 0,-1 0-1 0 0,1 0 0 0 0,-1 0 0 0 0,1 0 0 0 0,-1 0 0 0 0,1 0 1 0 0,0 0-1 0 0,0 0 0 0 0,1 1 0 0 0,0 1-32 0 0,0 0-32 0 0,2 0 36 0 0,1 0 9 0 0,0 0 1 0 0,1-1-1 0 0,-1 1 1 0 0,1-1-1 0 0,7 2 0 0 0,-9-3-129 0 0,1-2 142 0 0,2 0 91 0 0,0 0 1 0 0,0-1-1 0 0,-1 0 0 0 0,1 0 0 0 0,0 0 0 0 0,-1-1 0 0 0,0 0 0 0 0,0-1 0 0 0,0 1 0 0 0,0-1 0 0 0,0 0 0 0 0,-1 0 0 0 0,1-1 0 0 0,-1 0 0 0 0,-1 0 0 0 0,1 0 0 0 0,7-11 0 0 0,-10 13 90 0 0,18-30 590 0 0,-18 30-221 0 0,-2 8-392 0 0,1 14-127 0 0,-1-14-46 0 0,15 15-149 0 0,-12-18 87 0 0,0 0 37 0 0,0-1 0 0 0,1 1-1 0 0,-1-1 1 0 0,1 0 0 0 0,0 0 0 0 0,-1-1 0 0 0,1 1-1 0 0,0-1 1 0 0,0 1 0 0 0,-1-1 0 0 0,1 0-1 0 0,0-1 1 0 0,-1 1 0 0 0,1-1 0 0 0,0 1 0 0 0,-1-1-1 0 0,1 0 1 0 0,0-1 0 0 0,-1 1 0 0 0,1-1 0 0 0,-1 1-1 0 0,0-1 1 0 0,0 0 0 0 0,0 0 0 0 0,0 0 0 0 0,0-1-1 0 0,4-3 1 0 0,3-3 12 0 0,1-1-1 0 0,-2 0 1 0 0,1-1-1 0 0,-2 0 1 0 0,1-1 0 0 0,9-18-1 0 0,-10 15 255 0 0,-1-1 0 0 0,0-1 1 0 0,-1 0-1 0 0,0 0 0 0 0,-2 0 0 0 0,0 0 0 0 0,-1-1 0 0 0,0 0 0 0 0,-2 1 1 0 0,0-35-1 0 0,-2 47 88 0 0,1 1-51 0 0,-3-14-96 0 0,2 13 67 0 0,-2-1 165 0 0,3 6-367 0 0,0-1 0 0 0,0 1-1 0 0,0 0 1 0 0,0-1 0 0 0,-1 1 0 0 0,1 0 0 0 0,0-1-1 0 0,0 1 1 0 0,0 0 0 0 0,0-1 0 0 0,0 1 0 0 0,0 0-1 0 0,0-1 1 0 0,-1 1 0 0 0,1 0 0 0 0,0 0 0 0 0,0-1-1 0 0,0 1 1 0 0,-1 0 0 0 0,1-1 0 0 0,0 1 0 0 0,-1 0-1 0 0,1 0 1 0 0,0 0 0 0 0,0-1 0 0 0,-1 1 0 0 0,1 0-1 0 0,0 0 1 0 0,-1 0 0 0 0,1 0 0 0 0,0 0 0 0 0,-1-1-1 0 0,1 1 1 0 0,0 0 0 0 0,-1 0 0 0 0,1 0 0 0 0,0 0-1 0 0,-1 0 1 0 0,-2 1-12 0 0,1 0 5 0 0,1 0 0 0 0,-1 0 0 0 0,0 0 0 0 0,1 0 0 0 0,-1 0 0 0 0,1 0 0 0 0,0 0 0 0 0,-1 0 0 0 0,1 0 0 0 0,0 1 0 0 0,0-1 0 0 0,0 1 0 0 0,0-1 0 0 0,0 1 0 0 0,0-1 0 0 0,0 1 0 0 0,0-1 0 0 0,0 1 0 0 0,1 0 0 0 0,-1-1 0 0 0,1 1 0 0 0,-1 0 0 0 0,1 2 0 0 0,-13 55 83 0 0,10-45-119 0 0,2 0-1 0 0,0 1 0 0 0,0-1 0 0 0,2 1 1 0 0,0-1-1 0 0,0 1 0 0 0,1-1 0 0 0,1 0 1 0 0,0 0-1 0 0,2 0 0 0 0,-1 0 0 0 0,10 18 1 0 0,-13-28-104 0 0,1-1 1 0 0,-1 0-1 0 0,1 0 1 0 0,0 0 0 0 0,0 0-1 0 0,0 0 1 0 0,0-1-1 0 0,1 1 1 0 0,-1-1 0 0 0,1 1-1 0 0,-1-1 1 0 0,1 0-1 0 0,0 0 1 0 0,0 0 0 0 0,0 0-1 0 0,0 0 1 0 0,0-1-1 0 0,1 1 1 0 0,-1-1 0 0 0,0 0-1 0 0,1 0 1 0 0,-1 0-1 0 0,1-1 1 0 0,-1 1 0 0 0,1-1-1 0 0,4 0 1 0 0,-2 0-541 0 0,1-1 1 0 0,-1 0-1 0 0,0 0 1 0 0,1-1-1 0 0,-1 0 1 0 0,0 0-1 0 0,0 0 1 0 0,0-1-1 0 0,0 0 1 0 0,-1 0-1 0 0,1 0 1 0 0,5-5-1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2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43 3280 0 0,'-32'1'2017'0'0,"0"0"-1"0"0,-37 9 1 0 0,65-10-1563 0 0,8 1-389 0 0,8 0-35 0 0,1 0 0 0 0,0 0 1 0 0,0-2-1 0 0,0 1 0 0 0,12-4 0 0 0,74-14-31 0 0,-61 10 36 0 0,-36 8-62 0 0,96-19-217 0 0,-37 11-3263 0 0,-56 8 1194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2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122 114 2532 0 0,'13'-19'2971'0'0,"0"0"-1"0"0,12-29 1 0 0,-23 44-1658 0 0,-3 0-999 0 0,-5-15 329 0 0,1 19-553 0 0,1 0-60 0 0,-1 0 1 0 0,0 0-1 0 0,0 1 0 0 0,1 0 1 0 0,-1 0-1 0 0,0 0 0 0 0,1 1 1 0 0,-1-1-1 0 0,1 1 0 0 0,-1 0 1 0 0,1 1-1 0 0,0-1 0 0 0,0 1 1 0 0,0-1-1 0 0,0 1 0 0 0,1 1 1 0 0,-1-1-1 0 0,1 0 0 0 0,-6 7 1 0 0,-3 6-21 0 0,-1 1 1 0 0,2 0 0 0 0,0 1-1 0 0,-12 27 1 0 0,22-41 4 0 0,0 1 2 0 0,1-2-25 0 0,0 0 0 0 0,-1 1 0 0 0,1-1-1 0 0,1 0 1 0 0,-1 0 0 0 0,0 1 0 0 0,1-1 0 0 0,0 0 0 0 0,-1 0 0 0 0,1 0-1 0 0,1 0 1 0 0,-1 0 0 0 0,0 0 0 0 0,1 0 0 0 0,-1 0 0 0 0,1 0 0 0 0,0 0-1 0 0,3 3 1 0 0,-1-4-52 0 0,0-1-11 0 0,3 0 62 0 0,0 0-1 0 0,-1 0 1 0 0,1-1 0 0 0,0 0 0 0 0,-1-1-1 0 0,1 0 1 0 0,0 0 0 0 0,-1 0 0 0 0,1 0-1 0 0,-1-1 1 0 0,1 0 0 0 0,-1-1-1 0 0,0 0 1 0 0,9-4 0 0 0,-3-1-13 0 0,-1 0-1 0 0,0 0 1 0 0,0-1-1 0 0,-1 0 1 0 0,16-18 0 0 0,-20 19 15 0 0,-1 0 0 0 0,0 0 1 0 0,0 0-1 0 0,-1-1 1 0 0,0 1-1 0 0,-1-1 1 0 0,3-10-1 0 0,-5 14 16 0 0,-5 1 61 0 0,4 4-62 0 0,0-1 0 0 0,0 1 0 0 0,-1 0 0 0 0,1-1 0 0 0,0 1 0 0 0,0-1 0 0 0,0 1 0 0 0,0 0 0 0 0,-1-1 0 0 0,1 1 0 0 0,0 0-1 0 0,0-1 1 0 0,-1 1 0 0 0,1 0 0 0 0,0 0 0 0 0,0-1 0 0 0,-1 1 0 0 0,1 0 0 0 0,0 0 0 0 0,-1-1 0 0 0,1 1 0 0 0,-1 0 0 0 0,1 0 0 0 0,0 0 0 0 0,-1-1 0 0 0,1 1 0 0 0,0 0 0 0 0,-1 0 0 0 0,1 0 0 0 0,-1 0 0 0 0,1 0 0 0 0,0 0 0 0 0,-1 0 0 0 0,1 0 0 0 0,-1 0 0 0 0,1 0 0 0 0,0 0 0 0 0,-1 1 0 0 0,-3 0 5 0 0,1 0 0 0 0,-1 1 0 0 0,1-1 1 0 0,0 1-1 0 0,0 0 0 0 0,0 0 0 0 0,0 1 0 0 0,0-1 0 0 0,1 0 1 0 0,-1 1-1 0 0,0 0 0 0 0,1-1 0 0 0,0 1 0 0 0,0 0 0 0 0,0 0 1 0 0,0 1-1 0 0,0-1 0 0 0,1 0 0 0 0,-1 1 0 0 0,1-1 0 0 0,0 0 1 0 0,0 1-1 0 0,0 0 0 0 0,1-1 0 0 0,-1 1 0 0 0,1-1 0 0 0,0 1 1 0 0,0 0-1 0 0,0-1 0 0 0,1 8 0 0 0,-1-9-18 0 0,1 0-1 0 0,0 1 1 0 0,0-1 0 0 0,-1 1 0 0 0,1-1-1 0 0,0 0 1 0 0,1 0 0 0 0,-1 1-1 0 0,0-1 1 0 0,1 0 0 0 0,-1 0-1 0 0,1 0 1 0 0,0 0 0 0 0,0-1 0 0 0,2 3-1 0 0,27 16 1 0 0,-31-19 4 0 0,7 2-110 0 0,0 0 0 0 0,1 0 0 0 0,-1-1 0 0 0,1 0 0 0 0,-1 0 0 0 0,1-1 0 0 0,0 0 0 0 0,13 1 0 0 0,-1-3-633 0 0,-1 0 0 0 0,27-5 0 0 0,-28 3-1283 0 0,1-2 0 0 0,23-9-1 0 0,-18 4-3210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1:36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359 466 3488 0 0,'-1'-4'1061'0'0,"-1"-2"-872"0"0,2 1 110 0 0,-1 0-1 0 0,0 1 1 0 0,0-1-1 0 0,-1 0 0 0 0,1 0 1 0 0,-1 1-1 0 0,0-1 1 0 0,-1 1-1 0 0,1 0 1 0 0,-1-1-1 0 0,0 1 1 0 0,0 0-1 0 0,0 1 0 0 0,-4-5 1 0 0,4 6 256 0 0,-1 3-269 0 0,0 1-207 0 0,0-1 1 0 0,0 1 0 0 0,0 0-1 0 0,0 1 1 0 0,1-1 0 0 0,-1 0-1 0 0,1 1 1 0 0,-1 0 0 0 0,1 0-1 0 0,0 0 1 0 0,0 0 0 0 0,0 1-1 0 0,-4 6 1 0 0,0 3-9 0 0,0 0 1 0 0,1 0-1 0 0,1 1 1 0 0,0-1-1 0 0,1 1 0 0 0,0 0 1 0 0,-1 19-1 0 0,1-6-49 0 0,3 1-1 0 0,0 0 1 0 0,3 30-1 0 0,1-13-20 0 0,-2-37 3 0 0,3 11-109 0 0,-1 1 86 0 0,-1-13 25 0 0,0 0 0 0 0,-1 0 0 0 0,0 1 0 0 0,0-1 0 0 0,-1 0 0 0 0,0 1 0 0 0,0-1-1 0 0,-1 0 1 0 0,0 1 0 0 0,0-1 0 0 0,-1 0 0 0 0,0 0 0 0 0,-4 11 0 0 0,-24 47 25 0 0,-38 91-15 0 0,58-126 35 0 0,0 0-1 0 0,2 1 1 0 0,-6 52 0 0 0,12-70-9 0 0,1 0 0 0 0,0 0 0 0 0,1 0 0 0 0,1 0 0 0 0,0 0 1 0 0,1-1-1 0 0,0 1 0 0 0,1 0 0 0 0,0-1 0 0 0,8 21 0 0 0,-9-30-32 0 0,-1 0 0 0 0,1 0-1 0 0,0 0 1 0 0,0-1 0 0 0,0 1-1 0 0,0 0 1 0 0,1-1 0 0 0,-1 0-1 0 0,1 1 1 0 0,-1-1 0 0 0,1 0 0 0 0,0 0-1 0 0,0-1 1 0 0,0 1 0 0 0,0 0-1 0 0,0-1 1 0 0,0 0 0 0 0,0 0 0 0 0,0 0-1 0 0,1 0 1 0 0,-1 0 0 0 0,0-1-1 0 0,5 1 1 0 0,4-1 15 0 0,-1 0 1 0 0,0-1-1 0 0,1 0 1 0 0,-1-1-1 0 0,0 0 0 0 0,12-5 1 0 0,-16 6-16 0 0,47-17 54 0 0,20-7 31 0 0,-71 25-81 0 0,2-1 0 0 0,11-3-14 0 0,-12 3 15 0 0,1 2 1 0 0,13 0-9 0 0,-13 0-7 0 0,-2 0 6 0 0,31 18-2 0 0,-27-14-4 0 0,1-1 0 0 0,0 1 0 0 0,0-1 0 0 0,0-1 0 0 0,0 1 0 0 0,1-1 0 0 0,-1-1 0 0 0,16 3 0 0 0,-8-4-2 0 0,0-1 0 0 0,0-1 0 0 0,0 0 0 0 0,0-1 0 0 0,0-1-1 0 0,-1-1 1 0 0,30-9 0 0 0,108-53-25 0 0,-116 48 23 0 0,-34 17 10 0 0,38-4-11 0 0,-37 6 76 0 0,1 1-115 0 0,0 1 1 0 0,1-1-1 0 0,-1 0 0 0 0,1-1 0 0 0,8 2 1 0 0,1 2 48 0 0,1 0 1 0 0,0-1-1 0 0,0-1 1 0 0,0 0-1 0 0,0-2 1 0 0,1 1-1 0 0,-1-2 1 0 0,0 0-1 0 0,1-2 1 0 0,19-2-1 0 0,-16 1-3 0 0,0 0 0 0 0,0-1 0 0 0,0-1-1 0 0,35-14 1 0 0,42-14-33 0 0,-91 31 34 0 0,1-1-2 0 0,0 0 0 0 0,0 1 0 0 0,0 0-1 0 0,0 1 1 0 0,0 0 0 0 0,1 0 0 0 0,8 0 0 0 0,1 3 11 0 0,-13-2 4 0 0,0 1-8 0 0,30 11-165 0 0,1-2 0 0 0,-1-2 0 0 0,1-1 0 0 0,1-2-1 0 0,-1-2 1 0 0,48 0 0 0 0,-36-8 57 0 0,-1-1-1 0 0,79-24 0 0 0,79-39 480 0 0,-197 67-346 0 0,1-1 0 0 0,-1 1 0 0 0,1 1 0 0 0,9-1 0 0 0,-15 1-30 0 0,2 1 17 0 0,1 0-6 0 0,1 0-17 0 0,0 0-1 0 0,0 0 1 0 0,0 0 0 0 0,0 1 0 0 0,0 0 0 0 0,0 0 0 0 0,0 1-1 0 0,0-1 1 0 0,0 1 0 0 0,0 1 0 0 0,-1-1 0 0 0,10 6 0 0 0,2 2-42 0 0,9 3 38 0 0,0-1 1 0 0,1-2-1 0 0,1 0 1 0 0,-1-2-1 0 0,1-1 1 0 0,1-1 0 0 0,0-1-1 0 0,-1-2 1 0 0,52-1-1 0 0,-25-6 166 0 0,1-3 0 0 0,-2-2 0 0 0,91-27 1 0 0,-130 32-67 0 0,-11 3-57 0 0,4 1-15 0 0,3 0-19 0 0,0 0 0 0 0,1 0 0 0 0,-1 1 1 0 0,0 1-1 0 0,0 0 0 0 0,17 5 0 0 0,-22-4-9 0 0,106 36-585 0 0,-94-34 478 0 0,-1 0 0 0 0,1-2 0 0 0,1 0 0 0 0,25 1 0 0 0,15-8-139 0 0,-44 3 268 0 0,2-2-3 0 0,2-3 20 0 0,114-45 782 0 0,-101 38-521 0 0,-29 12-226 0 0,1 0-21 0 0,11-4-5 0 0,-11 4 27 0 0,1 1-44 0 0,5 0 0 0 0,0 0 1 0 0,-1 1-1 0 0,1 1 1 0 0,0 0-1 0 0,17 5 1 0 0,25 11-62 0 0,-29-11 19 0 0,0-2 1 0 0,1 0-1 0 0,0-1 0 0 0,-1-1 1 0 0,1-2-1 0 0,36-1 0 0 0,-32-4 85 0 0,-7-2 28 0 0,-7 2-1 0 0,0 1 0 0 0,0-2 0 0 0,0 0 0 0 0,-1-1 0 0 0,0 0 0 0 0,0-1-1 0 0,0 0 1 0 0,-1-1 0 0 0,0-1 0 0 0,13-12 0 0 0,-22 19-75 0 0,9-9-34 0 0,-3 5-37 0 0,23-11-27 0 0,-28 15 68 0 0,0 2 12 0 0,12-1-3 0 0,-12 1 6 0 0,1 0-18 0 0,15 2 12 0 0,-16-1 1 0 0,20 1-17 0 0,-19-1 5 0 0,14 0 11 0 0,-14-1-6 0 0,0-1-10 0 0,4 0 16 0 0,0-1-1 0 0,0 0 0 0 0,0-1 1 0 0,0 1-1 0 0,0-2 0 0 0,0 1 0 0 0,-1-1 1 0 0,0-1-1 0 0,1 0 0 0 0,10-8 1 0 0,-10 5 20 0 0,-1 0-1 0 0,1 0 1 0 0,-2-1 0 0 0,1 0 0 0 0,-1-1 0 0 0,-1 0-1 0 0,1 0 1 0 0,-2 0 0 0 0,6-12 0 0 0,-3-1 11 0 0,0 0-1 0 0,-1 0 1 0 0,-1-1 0 0 0,-1 0 0 0 0,-1 0-1 0 0,-2 0 1 0 0,0-1 0 0 0,-2-33-1 0 0,-3 24-35 0 0,0 0-1 0 0,-2 1 0 0 0,-2-1 0 0 0,-1 1 1 0 0,-16-43-1 0 0,21 69-55 0 0,0 1-1 0 0,-1-1 1 0 0,0 0-1 0 0,0 1 1 0 0,0 0-1 0 0,-1 0 1 0 0,-10-10 0 0 0,12 14-99 0 0,0 1-71 0 0,-13-6-108 0 0,12 6 102 0 0,1 0 35 0 0,-54-18-708 0 0,53 17 879 0 0,1 0 30 0 0,1-1 0 0 0,-1 1-1 0 0,1-1 1 0 0,-1 0 0 0 0,1 1 0 0 0,0-1-1 0 0,0 0 1 0 0,-3-5 0 0 0,5 7 3 0 0,-29-40 314 0 0,-1 1 0 0 0,-51-52 0 0 0,69 81-307 0 0,0 1-1 0 0,-1 0 0 0 0,0 0 1 0 0,-23-11-1 0 0,31 17-9 0 0,0 1 0 0 0,0 0 1 0 0,-1 0-1 0 0,0 1 0 0 0,1 0 1 0 0,-1 0-1 0 0,0 0 0 0 0,0 1 1 0 0,0 0-1 0 0,-12-1 0 0 0,9 1-13 0 0,1 0-19 0 0,-1 0 0 0 0,1 1 0 0 0,-1-1-1 0 0,1 2 1 0 0,-16 1 0 0 0,17-1 10 0 0,-16 0-120 0 0,-1 3-14 0 0,19-3 117 0 0,-80 14-582 0 0,80-15 542 0 0,-1 0-14 0 0,-17 1 3 0 0,17 0 22 0 0,1-2 3 0 0,-13-1-64 0 0,17 2 128 0 0,-1 0 1 0 0,1 0-1 0 0,-1 0 1 0 0,1 0-1 0 0,0 0 1 0 0,-1-1-1 0 0,1 1 1 0 0,0 0-1 0 0,-1-1 1 0 0,1 1-1 0 0,0-1 1 0 0,0 0-1 0 0,-1 1 1 0 0,1-1-1 0 0,-2-1 1 0 0,-5-4-15 0 0,-48-38 22 0 0,49 38-4 0 0,0 0 0 0 0,0 0 0 0 0,0 1 0 0 0,0 0 0 0 0,-1 0 0 0 0,0 1 0 0 0,0 0 0 0 0,0 1 0 0 0,-17-5 0 0 0,-4 1-1 0 0,-1 1 1 0 0,0 2-1 0 0,0 0 1 0 0,-55 3-1 0 0,-124 18-586 0 0,182-14 373 0 0,23-3 137 0 0,-40-5-51 0 0,40 4 161 0 0,1-2 6 0 0,-25-15 112 0 0,16 9-79 0 0,0 1 1 0 0,-1 0-1 0 0,0 1 0 0 0,-17-7 1 0 0,1 5-44 0 0,0 1 0 0 0,0 2 0 0 0,0 0 0 0 0,-1 2 0 0 0,0 1 0 0 0,1 2 0 0 0,-1 0 0 0 0,-38 6 0 0 0,9 2 0 0 0,2 2 0 0 0,0 3 0 0 0,-74 26 0 0 0,128-37-32 0 0,-17 5 4 0 0,16-5 296 0 0,-17-5-145 0 0,16 4-101 0 0,2-2-11 0 0,-36-12 18 0 0,10 7-57 0 0,15 6-2 0 0,-7 1 7 0 0,-48 2 5 0 0,56 0-7 0 0,-27 5-59 0 0,0 1-1 0 0,1 1 0 0 0,1 3 1 0 0,-1 1-1 0 0,-68 33 0 0 0,67-27-386 0 0,37-20 456 0 0,0 1-1 0 0,0 0 1 0 0,-1-1-1 0 0,1 0 1 0 0,0 0-1 0 0,0 0 0 0 0,0 0 1 0 0,0 0-1 0 0,0-1 1 0 0,0 1-1 0 0,0-1 1 0 0,1 0-1 0 0,-1 0 0 0 0,0 0 1 0 0,-4-5-1 0 0,-23-13 32 0 0,10 11-48 0 0,-1 1 1 0 0,0 0-1 0 0,0 2 1 0 0,-1 0 0 0 0,0 2-1 0 0,0 0 1 0 0,0 2-1 0 0,0 0 1 0 0,-39 3-1 0 0,22 1 17 0 0,1 3 0 0 0,0 1 0 0 0,0 2 0 0 0,-69 23-1 0 0,90-24 16 0 0,1 2-1 0 0,-19 11 0 0 0,33-19-25 0 0,-1 1 12 0 0,-17 11 113 0 0,17-12-71 0 0,-1 0-4 0 0,1-1 0 0 0,-1 1 0 0 0,0-1 0 0 0,1 0 0 0 0,-1 0-1 0 0,1 0 1 0 0,-1 0 0 0 0,-4-1 0 0 0,4 0 55 0 0,0-1-12 0 0,-24-9-78 0 0,7 2 44 0 0,0 1 1 0 0,0 1-1 0 0,0 1 1 0 0,-1 1-1 0 0,-32-4 0 0 0,9 6-26 0 0,11 4-27 0 0,1 3 1 0 0,0 0-1 0 0,0 2 1 0 0,0 1-1 0 0,1 2 1 0 0,0 1-1 0 0,-41 20 1 0 0,69-29-12 0 0,3 0 9 0 0,0 0-1 0 0,-1 0 0 0 0,1 0 0 0 0,-1-1 0 0 0,1 1 0 0 0,-1 0 0 0 0,1-1 0 0 0,-1 1 0 0 0,1-1 0 0 0,-1 0 0 0 0,0 0 0 0 0,1 1 0 0 0,-1-1 0 0 0,0 0 0 0 0,1 0 0 0 0,-1-1 0 0 0,0 1 1 0 0,1 0-1 0 0,-1 0 0 0 0,1-1 0 0 0,-3 0 0 0 0,1 0 46 0 0,0-1-19 0 0,0-1-27 0 0,-15-8 9 0 0,0 6-14 0 0,-10 2 0 0 0,8 4 23 0 0,1 1-1 0 0,-1 0 0 0 0,1 1 0 0 0,-1 1 0 0 0,1 1 0 0 0,0 1 0 0 0,1 0 0 0 0,0 2 0 0 0,0 0 0 0 0,0 1 0 0 0,1 0 0 0 0,0 2 0 0 0,1 0 1 0 0,0 1-1 0 0,1 0 0 0 0,0 1 0 0 0,-13 16 0 0 0,26-26 27 0 0,-1 2 85 0 0,0-1-1 0 0,-1 1 1 0 0,1-1 0 0 0,-1 1 0 0 0,0-1-1 0 0,0-1 1 0 0,-1 1 0 0 0,1 0 0 0 0,-7 3-1 0 0,-3 3-520 0 0,1 2 0 0 0,-20 19 0 0 0,27-24-197 0 0,1-1-1 0 0,0 1 0 0 0,0 1 1 0 0,0-1-1 0 0,1 1 1 0 0,0-1-1 0 0,1 1 0 0 0,-3 9 1 0 0,0 6-2281 0 0,0 0-2053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18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3320 0 0,'0'0'4497'0'0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6:46.1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3916 0 0,'0'0'3225'0'0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0.0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238 70 3904 0 0,'-3'-25'1296'0'0,"3"20"-298"0"0,-2 1-245 0 0,0 0-533 0 0,0 0-1 0 0,0 1 0 0 0,0-1 1 0 0,-1 1-1 0 0,0-1 0 0 0,1 1 1 0 0,-6-5-1 0 0,5 6 344 0 0,-2 2-392 0 0,0-1-112 0 0,0 1 1 0 0,1 0-1 0 0,-1 1 0 0 0,1-1 0 0 0,-1 1 1 0 0,0 0-1 0 0,1 0 0 0 0,0 0 0 0 0,-1 1 0 0 0,1-1 1 0 0,0 1-1 0 0,0 0 0 0 0,0 0 0 0 0,0 1 1 0 0,0-1-1 0 0,-7 7 0 0 0,-2 6 10 0 0,0 1 0 0 0,1 0 0 0 0,1 1 0 0 0,1 1-1 0 0,0 0 1 0 0,1 0 0 0 0,1 1 0 0 0,1 0 0 0 0,0 0 0 0 0,1 1 0 0 0,-4 33 0 0 0,8-42-49 0 0,2-10-19 0 0,-1 1 0 0 0,1-1 1 0 0,0 1-1 0 0,0-1 0 0 0,-1 1 0 0 0,1-1 1 0 0,0 1-1 0 0,1-1 0 0 0,-1 1 0 0 0,0-1 1 0 0,0 1-1 0 0,1 2 0 0 0,3 9 2 0 0,5 26-18 0 0,-5-33 7 0 0,0-1-1 0 0,-2-1 3 0 0,1-1-1 0 0,0 1 1 0 0,-1-1 0 0 0,1 1-1 0 0,0-1 1 0 0,1 0 0 0 0,-1 0-1 0 0,1 0 1 0 0,-1 0-1 0 0,1-1 1 0 0,0 0 0 0 0,0 1-1 0 0,0-1 1 0 0,8 2 0 0 0,-9-3-19 0 0,4-1 10 0 0,2-1 31 0 0,0 0 1 0 0,-1 0 0 0 0,1-1-1 0 0,0-1 1 0 0,-1 1 0 0 0,1-1-1 0 0,-1-1 1 0 0,0 1 0 0 0,0-2-1 0 0,0 1 1 0 0,11-9 0 0 0,-12 6 58 0 0,0 0 1 0 0,0 0-1 0 0,0-1 1 0 0,-1 0-1 0 0,0 0 1 0 0,-1 0-1 0 0,1-1 1 0 0,-2 0-1 0 0,1 0 1 0 0,-1 0-1 0 0,-1-1 1 0 0,0 1-1 0 0,0-1 1 0 0,-1 0-1 0 0,2-17 1 0 0,-3 13-40 0 0,0 1 1 0 0,-1-1 0 0 0,-1 0-1 0 0,0 1 1 0 0,-1 0 0 0 0,-1-1-1 0 0,0 1 1 0 0,-1 0 0 0 0,0 0-1 0 0,-12-24 1 0 0,15 34-50 0 0,-1 1-1 0 0,0-1 1 0 0,0 1-1 0 0,0-1 1 0 0,0 1-1 0 0,0 0 1 0 0,0-1 0 0 0,-1 1-1 0 0,1 0 1 0 0,-1 0-1 0 0,1 1 1 0 0,-1-1-1 0 0,0 1 1 0 0,-4-3-1 0 0,5 3 2 0 0,-2-1-86 0 0,-2 3 9 0 0,-19 1-62 0 0,14 2-32 0 0,3 2 26 0 0,-1 0 0 0 0,1 1 0 0 0,1 0 0 0 0,0 1 0 0 0,0 0 0 0 0,0 0 0 0 0,1 0 0 0 0,0 1 0 0 0,-9 17 0 0 0,11-16-511 0 0,-1 1-1 0 0,2-1 1 0 0,-1 1 0 0 0,2 0 0 0 0,-1 1 0 0 0,0 14 0 0 0,1-2-1531 0 0,1-18-1537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0.3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36 2708 0 0,'16'-19'5477'0'0,"-18"16"-5005"0"0,2 2-429 0 0,0 0 0 0 0,-1 0 0 0 0,1 1 0 0 0,-1-1 0 0 0,1 0 0 0 0,0 0 0 0 0,-1 1 0 0 0,0-1 1 0 0,1 0-1 0 0,-1 1 0 0 0,1-1 0 0 0,-1 1 0 0 0,0-1 0 0 0,1 1 0 0 0,-1-1 0 0 0,0 1 0 0 0,0-1 0 0 0,1 1 0 0 0,-1 0 1 0 0,0-1-1 0 0,0 1 0 0 0,0 0 0 0 0,0 0 0 0 0,1 0 0 0 0,-1 0 0 0 0,0-1 0 0 0,0 1 0 0 0,0 0 0 0 0,0 0 0 0 0,1 1 1 0 0,-1-1-1 0 0,0 0 0 0 0,0 0 0 0 0,0 0 0 0 0,0 1 0 0 0,1-1 0 0 0,-1 0 0 0 0,0 1 0 0 0,-1 0 0 0 0,-3 0 159 0 0,-1 4-97 0 0,6-5-95 0 0,-1 0 0 0 0,1 0 0 0 0,-1 0 0 0 0,1 0 0 0 0,0 1 0 0 0,-1-1 0 0 0,1 0 0 0 0,-1 0-1 0 0,1 1 1 0 0,-1-1 0 0 0,1 0 0 0 0,0 1 0 0 0,-1-1 0 0 0,1 0 0 0 0,0 1 0 0 0,-1-1-1 0 0,1 1 1 0 0,0-1 0 0 0,0 0 0 0 0,-1 1 0 0 0,1-1 0 0 0,0 1 0 0 0,0-1 0 0 0,0 1 0 0 0,0-1-1 0 0,0 1 1 0 0,0-1 0 0 0,-1 1 0 0 0,1-1 0 0 0,0 1 0 0 0,1 0 0 0 0,4 18 418 0 0,-2-21-331 0 0,11-6-6 0 0,-10 6 153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0.9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1 111 3156 0 0,'1'-3'1128'0'0,"4"-10"-94"0"0,-3 10-167 0 0,-1-1-170 0 0,0 2-562 0 0,1-4 144 0 0,1 0 0 0 0,0 0 1 0 0,0 0-1 0 0,0 0 0 0 0,1 0 1 0 0,-1 0-1 0 0,1 1 1 0 0,1 0-1 0 0,-1 0 0 0 0,1 0 1 0 0,5-4-1 0 0,-7 6-88 0 0,-2 3-171 0 0,1 0 0 0 0,-1 0 0 0 0,1-1 1 0 0,-1 1-1 0 0,0 0 0 0 0,1-1 0 0 0,-1 0 1 0 0,0 1-1 0 0,0-1 0 0 0,1 0 0 0 0,-1 1 1 0 0,1-3-1 0 0,1 1 23 0 0,2 0 83 0 0,-1 2-25 0 0,0 0-88 0 0,-1 0 0 0 0,1 1 1 0 0,-1-1-1 0 0,0 1 0 0 0,1-1 0 0 0,-1 1 1 0 0,0 0-1 0 0,0 0 0 0 0,0 1 0 0 0,0-1 0 0 0,0 0 1 0 0,0 1-1 0 0,0 0 0 0 0,0 0 0 0 0,0 0 1 0 0,-1 0-1 0 0,1 0 0 0 0,-1 1 0 0 0,1-1 0 0 0,-1 1 1 0 0,0-1-1 0 0,0 1 0 0 0,3 6 0 0 0,15 44 8 0 0,-19-45-16 0 0,1 0-2 0 0,0 1 1 0 0,-1 0 0 0 0,0-1 0 0 0,0 1-1 0 0,-1 0 1 0 0,-1-1 0 0 0,0 10 0 0 0,0-7-6 0 0,-2 25-3 0 0,1-17 5 0 0,-7 0 2 0 0,6-8 1 0 0,-1 0 0 0 0,0-1 0 0 0,0 1 1 0 0,-8 11-1 0 0,4-9-8 0 0,6-9 8 0 0,0 0 0 0 0,-1 0-1 0 0,0-1 1 0 0,0 1 0 0 0,0-1 0 0 0,-7 7-1 0 0,5-6-2 0 0,3-2-15 0 0,-2 0-18 0 0,3-2 22 0 0,-1 1 0 0 0,1 0 0 0 0,-1-1 0 0 0,1 1 0 0 0,-1-1 0 0 0,1 1 0 0 0,-1-1 0 0 0,1 0 0 0 0,-1 0 0 0 0,0 0 0 0 0,1 0 0 0 0,-1 0 0 0 0,1 0 0 0 0,-1 0 0 0 0,1 0 0 0 0,-1-1 0 0 0,0 1 0 0 0,1 0 0 0 0,-1-1 0 0 0,1 0 0 0 0,0 1-1 0 0,-1-1 1 0 0,1 0 0 0 0,-1 0 0 0 0,1 1 0 0 0,0-1 0 0 0,0 0 0 0 0,-1 0 0 0 0,1-1 0 0 0,0 1 0 0 0,0 0 0 0 0,0 0 0 0 0,0 0 0 0 0,0-1 0 0 0,1 1 0 0 0,-1-1 0 0 0,0 1 0 0 0,0 0 0 0 0,1-1 0 0 0,-1-2 0 0 0,-1-2-24 0 0,0 0 4 0 0,0-1 1 0 0,1 0-1 0 0,-1 1 1 0 0,2-1-1 0 0,-1-8 1 0 0,0-17 30 0 0,3 20 21 0 0,3 0 29 0 0,14-25 112 0 0,-17 33-71 0 0,1 2 21 0 0,-1 1-85 0 0,0-1 0 0 0,0 1 1 0 0,0 0-1 0 0,1 0 0 0 0,-1 0 0 0 0,0 0 0 0 0,0 1 1 0 0,1-1-1 0 0,-1 0 0 0 0,0 1 0 0 0,1 0 0 0 0,-1-1 1 0 0,0 1-1 0 0,1 0 0 0 0,-1 0 0 0 0,1 0 0 0 0,-1 1 0 0 0,0-1 1 0 0,1 1-1 0 0,-1-1 0 0 0,0 1 0 0 0,4 1 0 0 0,20 18 109 0 0,36 38-1 0 0,-1-1-822 0 0,-44-47 223 0 0,-12-9 359 0 0,-2 1-273 0 0,3-2-55 0 0,-2 1 194 0 0,1-1 0 0 0,-1 0-1 0 0,1 0 1 0 0,0 0 0 0 0,-1 0-1 0 0,1-1 1 0 0,-1 0 0 0 0,1 0-1 0 0,-1 0 1 0 0,0-1 0 0 0,1 1-1 0 0,-1-1 1 0 0,0 0 0 0 0,0 0-1 0 0,0-1 1 0 0,0 1 0 0 0,4-5 0 0 0,26-30-2518 0 0,-21 18-177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1.1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135 26 3408 0 0,'0'0'1993'0'0,"-2"-3"-1268"0"0,2 2-657 0 0,0 0 0 0 0,0 0 1 0 0,-1 1-1 0 0,1-1 0 0 0,0 0 1 0 0,-1 0-1 0 0,1 1 0 0 0,0-1 1 0 0,-1 0-1 0 0,1 1 0 0 0,-1-1 0 0 0,1 0 1 0 0,-1 1-1 0 0,1-1 0 0 0,-1 0 1 0 0,0 1-1 0 0,1-1 0 0 0,-1 1 0 0 0,0 0 1 0 0,1-1-1 0 0,-1 1 0 0 0,0-1 1 0 0,0 1-1 0 0,1 0 0 0 0,-1 0 0 0 0,0-1 1 0 0,0 1-1 0 0,0 0 0 0 0,0 0 1 0 0,-1 0-1 0 0,1 0-15 0 0,0 1 1 0 0,-1 0-1 0 0,1 0 0 0 0,0 0 1 0 0,0 0-1 0 0,-1 0 0 0 0,1 0 1 0 0,0 0-1 0 0,0 0 0 0 0,0 0 1 0 0,0 0-1 0 0,0 1 0 0 0,1-1 1 0 0,-1 0-1 0 0,-1 3 0 0 0,-3 6 96 0 0,1 0-1 0 0,0 0 1 0 0,1 1-1 0 0,-4 16 1 0 0,4-12-81 0 0,1 1 1 0 0,1 0-1 0 0,1 0 1 0 0,0-1-1 0 0,1 1 1 0 0,0 0-1 0 0,6 23 1 0 0,-6-35-78 0 0,7 13-59 0 0,-6-14 54 0 0,-1 1-40 0 0,7 1-18 0 0,-8-5 74 0 0,0 1 0 0 0,1-1 0 0 0,-1 0 0 0 0,0 1 0 0 0,1-1 0 0 0,-1 0 0 0 0,0 1 0 0 0,1-1 0 0 0,-1 0-1 0 0,0 1 1 0 0,1-1 0 0 0,-1 0 0 0 0,0 0 0 0 0,1 0 0 0 0,-1 1 0 0 0,1-1 0 0 0,-1 0 0 0 0,1 0 0 0 0,-1 0 0 0 0,0 0 0 0 0,1 0 0 0 0,-1 0-1 0 0,1 0 1 0 0,-1 0 0 0 0,1 0 0 0 0,-1 0 0 0 0,1 0 0 0 0,-1 0 0 0 0,1 0 0 0 0,-1 0 0 0 0,0 0 0 0 0,1 0 0 0 0,0-1 0 0 0,15-4 30 0 0,-12 4 32 0 0,-4 0-59 0 0,0 1 0 0 0,0 0 0 0 0,0-1 1 0 0,0 1-1 0 0,0-1 0 0 0,0 1 0 0 0,0 0 1 0 0,0-1-1 0 0,1 1 0 0 0,-1-1 0 0 0,0 1 1 0 0,0 0-1 0 0,0-1 0 0 0,0 1 0 0 0,1-1 1 0 0,-1 1-1 0 0,0 0 0 0 0,1-1 0 0 0,-1 1 1 0 0,0 0-1 0 0,0 0 0 0 0,1-1 0 0 0,-1 1 1 0 0,0 0-1 0 0,1 0 0 0 0,0-1 0 0 0,0 0 12 0 0,0 1 0 0 0,0-1 0 0 0,-1 1 0 0 0,1-1 0 0 0,0 0 0 0 0,0 0 0 0 0,-1 1 0 0 0,1-1 0 0 0,0 0 0 0 0,-1 0 0 0 0,1 0 0 0 0,-1 0 0 0 0,1 0 0 0 0,-1 0 0 0 0,1 0 0 0 0,-1-1 0 0 0,3-8 27 0 0,-1 0 0 0 0,-1 1 0 0 0,0-1 0 0 0,0 0 0 0 0,-1 0 0 0 0,0 1 0 0 0,0-1 0 0 0,-1 0 0 0 0,-1 0 0 0 0,0 1 0 0 0,0-1 0 0 0,0 1 0 0 0,-2-1 0 0 0,1 1 0 0 0,-1 0 0 0 0,-9-16 0 0 0,10 20-395 0 0,0 0 0 0 0,-1 1-1 0 0,1-1 1 0 0,-1 1-1 0 0,0 0 1 0 0,0 0 0 0 0,0 0-1 0 0,-1 0 1 0 0,0 1-1 0 0,1-1 1 0 0,-1 1 0 0 0,0 0-1 0 0,0 1 1 0 0,-1-1-1 0 0,1 1 1 0 0,0 0 0 0 0,-1 1-1 0 0,-8-2 1 0 0,-14-1-4443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2.3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120 641 3588 0 0,'0'0'7064'0'0,"-2"-4"-6759"0"0,-8-10-60 0 0,8 11-60 0 0,2-4-37 0 0,-1-103 187 0 0,-24-182-1 0 0,17 239-319 0 0,-8-28-56 0 0,15 77 39 0 0,-5-15-36 0 0,5 15 17 0 0,1 3-93 0 0,0 0 108 0 0,-1 0 1 0 0,1 1-1 0 0,0-1 0 0 0,-1 0 0 0 0,1 0 0 0 0,-1 1 0 0 0,1-1 1 0 0,-1 0-1 0 0,0 0 0 0 0,1 1 0 0 0,-1-1 0 0 0,0 1 0 0 0,1-1 1 0 0,-1 1-1 0 0,0-1 0 0 0,0 1 0 0 0,1-1 0 0 0,-3 0 0 0 0,-10 45-66 0 0,12-39-70 0 0,0-1 130 0 0,-18 67 186 0 0,18-67-199 0 0,3-8-128 0 0,9-34 598 0 0,29-65 0 0 0,-38 100-347 0 0,-2 3-94 0 0,0-1 0 0 0,1 1-1 0 0,-1 0 1 0 0,0 0 0 0 0,1 0-1 0 0,-1 0 1 0 0,0 0-1 0 0,1 0 1 0 0,-1 0 0 0 0,0 0-1 0 0,0-1 1 0 0,1 1-1 0 0,-1 0 1 0 0,0 0 0 0 0,0 0-1 0 0,1-1 1 0 0,-1 1-1 0 0,0 0 1 0 0,0 0 0 0 0,0-1-1 0 0,1 1 1 0 0,-1 0 0 0 0,0 0-1 0 0,0-1 1 0 0,0 1-1 0 0,0 0 1 0 0,0-1 0 0 0,1 1-1 0 0,-1 0 1 0 0,0-1-1 0 0,0 1 3 0 0,0-1 0 0 0,0 1 0 0 0,0-1 0 0 0,0 1 0 0 0,1-1 0 0 0,-1 1 0 0 0,0 0 0 0 0,0-1 0 0 0,1 1 0 0 0,-1 0 0 0 0,0-1 0 0 0,1 1 0 0 0,-1 0 0 0 0,0-1 0 0 0,1 1 0 0 0,-1 0 0 0 0,0-1 0 0 0,1 1 0 0 0,-1 0 0 0 0,1 0 0 0 0,-1-1 0 0 0,0 1 0 0 0,1 0 0 0 0,-1 0 0 0 0,1 0 0 0 0,-1 0 0 0 0,1 0 0 0 0,-1 0 0 0 0,1 0 0 0 0,-1 0 0 0 0,1 0 0 0 0,-1 0 0 0 0,0 0 0 0 0,1 0 0 0 0,0 0 0 0 0,17 2-3 0 0,-13-1 17 0 0,0 1 5 0 0,76 40-1058 0 0,-26-18-5540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2.8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5525 0 0,'0'0'6529'0'0,"2"6"-6333"0"0,139 339 496 0 0,-36-116-3292 0 0,-83-184-1235 0 0,-20-40 1445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3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166 386 2936 0 0,'-5'-13'908'0'0,"-2"-3"160"0"0,1 0-1 0 0,1-1 1 0 0,-3-18 0 0 0,7 27-892 0 0,0 0 0 0 0,1 0 0 0 0,0 1 0 0 0,1-1 0 0 0,0 0 0 0 0,0 0 0 0 0,1 0 0 0 0,4-14 0 0 0,-1 11-75 0 0,-1 0-1 0 0,1 0 1 0 0,1 0 0 0 0,0 1 0 0 0,0 0 0 0 0,1 0 0 0 0,1 1-1 0 0,-1 0 1 0 0,1 0 0 0 0,1 0 0 0 0,0 1 0 0 0,14-10-1 0 0,-10 9-28 0 0,1 0-1 0 0,0 2 1 0 0,0-1-1 0 0,1 2 1 0 0,0-1-1 0 0,0 2 0 0 0,0 0 1 0 0,19-3-1 0 0,-26 7-80 0 0,-1 0-1 0 0,0 0 0 0 0,0 0 1 0 0,1 1-1 0 0,-1 0 0 0 0,0 1 0 0 0,0-1 1 0 0,1 2-1 0 0,-1-1 0 0 0,0 1 1 0 0,0 0-1 0 0,0 0 0 0 0,-1 0 0 0 0,1 1 1 0 0,0 1-1 0 0,-1-1 0 0 0,0 1 1 0 0,0 0-1 0 0,0 0 0 0 0,9 9 1 0 0,-9-7-54 0 0,-1 0 1 0 0,0 1-1 0 0,-1-1 1 0 0,0 1-1 0 0,0 0 1 0 0,0 1-1 0 0,-1-1 1 0 0,0 1-1 0 0,0-1 1 0 0,-1 1-1 0 0,0 0 1 0 0,0 0-1 0 0,-1 0 1 0 0,0 0-1 0 0,0 0 1 0 0,-1 0-1 0 0,-1 15 1 0 0,-3 4 19 0 0,0-1 0 0 0,-2 0 0 0 0,-1 0 1 0 0,-1-1-1 0 0,-1 0 0 0 0,-1 0 0 0 0,-1-1 1 0 0,-22 34-1 0 0,17-32 58 0 0,-2 0-1 0 0,-1-2 1 0 0,-1 0 0 0 0,-1-1-1 0 0,-1-1 1 0 0,-2-1 0 0 0,-25 19-1 0 0,39-33 6 0 0,-1 0 0 0 0,0-1 0 0 0,0 0 0 0 0,0-1 0 0 0,-1 0 0 0 0,1-1 0 0 0,-1 0 0 0 0,-1 0-1 0 0,1-2 1 0 0,0 0 0 0 0,-1 0 0 0 0,-12 0 0 0 0,19-2-61 0 0,-1 0 1 0 0,1-1-1 0 0,-1 0 0 0 0,1 0 1 0 0,-1 0-1 0 0,1-1 0 0 0,0 0 1 0 0,0 0-1 0 0,0-1 0 0 0,0 1 1 0 0,0-1-1 0 0,1-1 0 0 0,-1 1 1 0 0,1-1-1 0 0,0 0 0 0 0,0 0 1 0 0,0 0-1 0 0,0-1 0 0 0,1 0 1 0 0,0 0-1 0 0,0 0 0 0 0,0 0 1 0 0,0-1-1 0 0,-4-9 0 0 0,5 7-194 0 0,0-1 0 0 0,1 0-1 0 0,0 0 1 0 0,-2-9 0 0 0,4 16 238 0 0,1-11-540 0 0,2 1-6 0 0,1 1 0 0 0,0 0 0 0 0,1 0-1 0 0,0 1 1 0 0,0-1 0 0 0,1 1 0 0 0,9-11 0 0 0,2 3-2660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3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106 75 3440 0 0,'-2'-3'1086'0'0,"2"2"-1034"0"0,-17-27 2313 0 0,16 27-2285 0 0,0-1 0 0 0,1 1 0 0 0,-1 0 0 0 0,0 0-1 0 0,0 0 1 0 0,0 0 0 0 0,0 0 0 0 0,0 0 0 0 0,0 0 0 0 0,0 0-1 0 0,0 0 1 0 0,-1 0 0 0 0,1 0 0 0 0,0 1 0 0 0,0-1 0 0 0,-1 0 0 0 0,1 1-1 0 0,0 0 1 0 0,-1-1 0 0 0,1 1 0 0 0,-1 0 0 0 0,1-1 0 0 0,-3 1-1 0 0,-14 6 32 0 0,13-4-12 0 0,3 1-1 0 0,-2 3-67 0 0,0 0-1 0 0,0 0 1 0 0,1 0 0 0 0,0 1-1 0 0,1-1 1 0 0,-1 1 0 0 0,1 0-1 0 0,0 0 1 0 0,1 0 0 0 0,0 0-1 0 0,-1 9 1 0 0,2 17 12 0 0,0-27-61 0 0,0-1-38 0 0,4 16-2 0 0,-4-15-29 0 0,10 12 32 0 0,-8-14-67 0 0,18 5-469 0 0,-16-10 546 0 0,3-3 110 0 0,0-1 0 0 0,0 1 0 0 0,-1-1 0 0 0,1 0 0 0 0,-1-1 0 0 0,-1 1 0 0 0,1-1 0 0 0,-1 0 0 0 0,0-1 0 0 0,0 1 0 0 0,-1-1 0 0 0,1 0 0 0 0,-2 0 0 0 0,1 0 0 0 0,-1-1 0 0 0,0 1 0 0 0,0-1 0 0 0,-1 0 1 0 0,0 0-1 0 0,-1 0 0 0 0,0 0 0 0 0,1-8 0 0 0,-3 11 31 0 0,-2-16-14 0 0,2 16-10 0 0,-1 1-39 0 0,2 3-56 0 0,0 0 37 0 0,-1-1 0 0 0,0 0-1 0 0,1 0 1 0 0,-1 0 0 0 0,0 0-1 0 0,0 1 1 0 0,0-1 0 0 0,-1 0 0 0 0,1 1-1 0 0,0-1 1 0 0,0 1 0 0 0,-1-1 0 0 0,1 1-1 0 0,-1 0 1 0 0,1 0 0 0 0,-1-1 0 0 0,0 1-1 0 0,-2-1 39 0 0,-1 3-22 0 0,-12 1-9 0 0,13-2-13 0 0,1 2-29 0 0,-29 26-694 0 0,29-25 284 0 0,-4 11-184 0 0,4-9-3037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4.2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21 3276 0 0,'0'0'3851'0'0,"-2"-3"-3261"0"0,-3-11-90 0 0,4 10-52 0 0,-3 5-10 0 0,-49 28 705 0 0,51-27-1035 0 0,-2 1-23 0 0,-24 27 126 0 0,26-27-106 0 0,3 1-83 0 0,3 14-39 0 0,1-11-27 0 0,2-4 21 0 0,-1 0-15 0 0,0 0 0 0 0,1 0 0 0 0,-1 0 0 0 0,1-1 0 0 0,7 2 0 0 0,23 4-116 0 0,-32-6 145 0 0,-1-1-4 0 0,1 0 19 0 0,15 4 7 0 0,-15-3-16 0 0,-1-1 8 0 0,12 5-10 0 0,-12-4-32 0 0,-1 0-63 0 0,-1-1 104 0 0,-1 0 0 0 0,0-1 0 0 0,0 1 0 0 0,0 0 0 0 0,0 0 0 0 0,0 0 0 0 0,0 0 0 0 0,0 1 0 0 0,0-1 0 0 0,0 0 0 0 0,-1 0 0 0 0,1 0 0 0 0,0 1 0 0 0,-1-1 0 0 0,1 0 0 0 0,-1 1 0 0 0,1-1 0 0 0,-1 0 0 0 0,0 1 0 0 0,1-1 0 0 0,-1 1 0 0 0,0-1 0 0 0,0 1 0 0 0,0-1 0 0 0,0 0 0 0 0,0 1 0 0 0,-1-1 0 0 0,1 1 0 0 0,0-1 0 0 0,-1 0 0 0 0,1 1 0 0 0,-1-1 0 0 0,1 1 0 0 0,-1-1 0 0 0,0 1 0 0 0,-6 6-9 0 0,0-1 1 0 0,0 0-1 0 0,-1-1 0 0 0,1 0 0 0 0,-1 0 0 0 0,-17 9 0 0 0,22-13-48 0 0,-2-1-42 0 0,-39 3-1417 0 0,40-5 1018 0 0,4 1 473 0 0,0 0 0 0 0,0-1 1 0 0,0 1-1 0 0,0 0 0 0 0,0 0 0 0 0,0-1 0 0 0,0 1 0 0 0,0 0 0 0 0,0 0 1 0 0,-1-1-1 0 0,1 1 0 0 0,0 0 0 0 0,0 0 0 0 0,0-1 0 0 0,0 1 0 0 0,0 0 1 0 0,0 0-1 0 0,-1 0 0 0 0,1-1 0 0 0,0 1 0 0 0,0 0 0 0 0,0 0 0 0 0,0 0 1 0 0,-1 0-1 0 0,1-1 0 0 0,0 1 0 0 0,0 0 0 0 0,-1 0 0 0 0,1 0 0 0 0,0 0 1 0 0,0 0-1 0 0,-1 0 0 0 0,1 0 0 0 0,-1-1-98 0 0,1 1-1 0 0,-1 0 1 0 0,1 0 0 0 0,-1-1-1 0 0,1 1 1 0 0,0 0 0 0 0,-1 0-1 0 0,1-1 1 0 0,-1 1 0 0 0,1 0-1 0 0,0-1 1 0 0,-1 1 0 0 0,1-1-1 0 0,0 1 1 0 0,-1 0 0 0 0,1-1-1 0 0,0 1 1 0 0,0-1 0 0 0,-1 1-1 0 0,1-1 1 0 0,0 1 0 0 0,0-1-1 0 0,0 1 1 0 0,0-1 0 0 0,0 1-1 0 0,-1-1 1 0 0,1 1 0 0 0,0-1-1 0 0,0 1 1 0 0,0-1 0 0 0,1 0-1 0 0,-3-25-3436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4.4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 3392 0 0,'2'-3'1344'0'0,"-2"3"-1112"0"0,1-1-1 0 0,-1 1 0 0 0,0-1 0 0 0,1 0 0 0 0,-1 1 0 0 0,0-1 0 0 0,1 1 0 0 0,-1-1 1 0 0,1 1-1 0 0,-1-1 0 0 0,1 1 0 0 0,-1 0 0 0 0,1-1 0 0 0,-1 1 0 0 0,1-1 0 0 0,0 1 0 0 0,-1 0 1 0 0,1 0-1 0 0,-1-1 0 0 0,1 1 0 0 0,0 0 0 0 0,-1 0 0 0 0,1 0 0 0 0,0 0 0 0 0,-1 0 1 0 0,1 0-1 0 0,0 0 0 0 0,-1 0 0 0 0,2 0 0 0 0,6 3-763 0 0,-4-1 698 0 0,-2 2-32 0 0,84 147-196 0 0,-58-113-1765 0 0,-26-35 984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4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10 2560 0 0,'0'0'2492'0'0,"-23"-9"89"0"0,-1 13-4409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4.9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11 2708 0 0,'0'0'4313'0'0,"-1"-4"-3262"0"0,1-3 3838 0 0,9 25-3349 0 0,15 43-2125 0 0,-18-44 1090 0 0,66 149-1260 0 0,-42-112-2053 0 0,3 0-3430 0 0,-21-37 1658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5.2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21 166 2340 0 0,'0'0'2563'0'0,"-3"-2"-1604"0"0,-11-4-219 0 0,11 5 769 0 0,3-3-1150 0 0,1-1-253 0 0,1 1 1 0 0,-1-1-1 0 0,1 1 0 0 0,0 0 1 0 0,0 0-1 0 0,0 0 0 0 0,1 0 1 0 0,-1 0-1 0 0,1 0 0 0 0,0 1 1 0 0,0-1-1 0 0,0 1 0 0 0,5-4 1 0 0,55-41 408 0 0,-35 28-243 0 0,-25 17-109 0 0,0 1-20 0 0,1-2-238 0 0,20-11 983 0 0,-23 15-862 0 0,-1-1-1 0 0,1 1 1 0 0,0 0 0 0 0,0 0 0 0 0,0 0-1 0 0,0 0 1 0 0,-1 0 0 0 0,1 0-1 0 0,0 0 1 0 0,0 0 0 0 0,0 0 0 0 0,0 1-1 0 0,-1-1 1 0 0,1 0 0 0 0,0 1 0 0 0,0-1-1 0 0,0 0 1 0 0,-1 1 0 0 0,1-1 0 0 0,0 1-1 0 0,-1-1 1 0 0,1 1 0 0 0,0-1 0 0 0,-1 1-1 0 0,1-1 1 0 0,-1 1 0 0 0,1 0 0 0 0,-1-1-1 0 0,1 1 1 0 0,-1 0 0 0 0,1 0 0 0 0,-1-1-1 0 0,0 1 1 0 0,1 0 0 0 0,-1 0 0 0 0,0 0-1 0 0,0 1 1 0 0,15 38 258 0 0,-13-36-258 0 0,-1 0-31 0 0,6 13-99 0 0,-6-12-98 0 0,1-1-134 0 0,4 13-147 0 0,-4-13-122 0 0,5 13-2055 0 0,-5-11-1352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5.4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22 4192 0 0,'0'0'3153'0'0,"-10"-21"-1325"0"0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5.7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0 107 3512 0 0,'0'0'3997'0'0,"2"-3"-3098"0"0,7-8-118 0 0,-7 8 428 0 0,2 5-787 0 0,7 4-250 0 0,1 1 1 0 0,-1 1 0 0 0,0 0 0 0 0,0 0 0 0 0,-1 1-1 0 0,0 0 1 0 0,-1 1 0 0 0,15 19 0 0 0,-3-5 130 0 0,46 59 1139 0 0,-65-80-243 0 0,1-2-986 0 0,-2 0-198 0 0,-1-1-1 0 0,0 0 1 0 0,1 1-1 0 0,-1-1 1 0 0,0 0 0 0 0,1 0-1 0 0,-1 1 1 0 0,1-1-1 0 0,-1 0 1 0 0,1 0-1 0 0,-1 0 1 0 0,1 1-1 0 0,-1-1 1 0 0,1 0 0 0 0,-1 0-1 0 0,1 0 1 0 0,-1 0-1 0 0,0 0 1 0 0,1 0-1 0 0,-1 0 1 0 0,1 0 0 0 0,-1 0-1 0 0,1 0 1 0 0,-1 0-1 0 0,1-1 1 0 0,-1 1-1 0 0,1 0 1 0 0,-1 0 0 0 0,1-1-1 0 0,4-12 206 0 0,-5 12-242 0 0,1-3 90 0 0,-1-3-56 0 0,-10-121-1814 0 0,-1 8-7313 0 0,9 94 3825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06:07:06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1 149 3160 0 0,'3'4'1236'0'0,"7"10"-149"0"0,-7-11-177 0 0,0 0-120 0 0,9 7-134 0 0,-10-8-150 0 0,2-1-199 0 0,1 1-207 0 0,0-1 1 0 0,0-1-1 0 0,0 1 0 0 0,0-1 1 0 0,0 0-1 0 0,1 0 0 0 0,-1 0 1 0 0,0-1-1 0 0,0 0 0 0 0,0 0 0 0 0,0 0 1 0 0,0 0-1 0 0,-1-1 0 0 0,1 0 1 0 0,0 0-1 0 0,-1 0 0 0 0,1-1 0 0 0,3-2 1 0 0,-2 1-63 0 0,-1 0 1 0 0,1 0-1 0 0,-1 0 0 0 0,0-1 1 0 0,-1 1-1 0 0,1-1 1 0 0,-1 0-1 0 0,0-1 0 0 0,0 1 1 0 0,-1-1-1 0 0,0 1 0 0 0,1-1 1 0 0,-2 0-1 0 0,4-11 1 0 0,-5 13-1 0 0,-1-2-6 0 0,-1-34-22 0 0,-3 33-14 0 0,0 3 2 0 0,2-1-8 0 0,1 5 11 0 0,-1-1 0 0 0,1 0 0 0 0,0 0-1 0 0,-1 0 1 0 0,1 1 0 0 0,0-1 0 0 0,-1 0-1 0 0,1 0 1 0 0,0-1 0 0 0,0 1 0 0 0,-2-2-1 0 0,3 2 3 0 0,-4-1 38 0 0,-2 2-58 0 0,-22 3 6 0 0,24-1 22 0 0,0-1 0 0 0,0 1 0 0 0,0 0 0 0 0,1 0 0 0 0,-1 1 0 0 0,0-1 0 0 0,1 1 0 0 0,0-1 0 0 0,-1 1 0 0 0,1 0 0 0 0,0 1 0 0 0,1-1 0 0 0,-1 0 0 0 0,1 1 0 0 0,-1 0 0 0 0,1-1 0 0 0,-3 9 0 0 0,-1 0 81 0 0,2 0 0 0 0,-1 1 1 0 0,2-1-1 0 0,-3 18 0 0 0,5-24-27 0 0,1 0-1 0 0,0 0 0 0 0,0 0 1 0 0,0 0-1 0 0,1-1 1 0 0,0 1-1 0 0,0 0 0 0 0,3 7 1 0 0,-2-4 58 0 0,0-5-72 0 0,0 1 0 0 0,-1-1 0 0 0,2 1 0 0 0,-1-1 0 0 0,0 0 0 0 0,1 0 0 0 0,0 0 0 0 0,0 0 0 0 0,0 0 0 0 0,0-1 0 0 0,5 4 0 0 0,-5-4-21 0 0,0 1 24 0 0,1-1 0 0 0,0 0 0 0 0,0 0 0 0 0,0-1 0 0 0,1 1-1 0 0,-1-1 1 0 0,0 1 0 0 0,1-2 0 0 0,0 1 0 0 0,6 2 0 0 0,-6-3-43 0 0,4 0 23 0 0,0 0 1 0 0,0 0 0 0 0,1-1 0 0 0,-1-1 0 0 0,0 1 0 0 0,1-2 0 0 0,-1 1 0 0 0,0-1 0 0 0,0 0 0 0 0,0-1-1 0 0,13-6 1 0 0,-8 4-410 0 0,-1-1-1 0 0,-1-1 0 0 0,1 0 0 0 0,-1 0 1 0 0,0-1-1 0 0,20-18 0 0 0,-20 14-1635 0 0,0-1-1 0 0,19-26 1 0 0,-13 12-3534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9 5849 0 0,'0'0'2740'0'0,"-22"-8"-3872"0"0,-6 8-6285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63 3624 0 0,'-1'-3'1300'0'0,"-11"-37"2319"0"0,11 36-2620 0 0,0 0-639 0 0,-4-7 1235 0 0,5 19-915 0 0,8 31-533 0 0,-5-24 126 0 0,46 468 972 0 0,-43-393-1166 0 0,-4-64 283 0 0,0-26-369 0 0,-1-1 0 0 0,0 1-1 0 0,1 0 1 0 0,-1-1 0 0 0,0 1-1 0 0,0-1 1 0 0,0 0 0 0 0,1 1 0 0 0,-1-1-1 0 0,0 0 1 0 0,0 0 0 0 0,0 0-1 0 0,0 0 1 0 0,0 0 0 0 0,0 0-1 0 0,-1 0 1 0 0,1 0 0 0 0,0 0-1 0 0,0 0 1 0 0,-1 0 0 0 0,1 0 0 0 0,-1-1-1 0 0,1 1 1 0 0,0-1 0 0 0,12-42-153 0 0,-11 39 144 0 0,15-52-58 0 0,15-23 49 0 0,-30 77-40 0 0,-1 0 48 0 0,0 1 0 0 0,1 0 1 0 0,-1 0-1 0 0,1 0 0 0 0,0 1 0 0 0,-1-1 0 0 0,1 0 0 0 0,0 0 0 0 0,0 1 0 0 0,0-1 0 0 0,0 1 0 0 0,0 0 0 0 0,1 0 0 0 0,-1 0 0 0 0,4-2 1 0 0,-3 4 17 0 0,0 0 0 0 0,0 0 1 0 0,0 0-1 0 0,-1 0 0 0 0,1 0 1 0 0,0 0-1 0 0,0 1 1 0 0,-1-1-1 0 0,1 1 0 0 0,-1 0 1 0 0,0 0-1 0 0,1 0 0 0 0,-1 0 1 0 0,0 0-1 0 0,0 0 0 0 0,0 1 1 0 0,-1-1-1 0 0,3 5 1 0 0,32 56 7 0 0,-27-45-14 0 0,0-2-306 0 0,-1-1 1 0 0,2 0-1 0 0,0-1 1 0 0,1 0-1 0 0,0 0 1 0 0,1-1-1 0 0,21 18 1 0 0,-28-29 49 0 0,0 0 0 0 0,-1-1 0 0 0,1 1 0 0 0,0-1-1 0 0,0 0 1 0 0,0 0 0 0 0,0 0 0 0 0,1-1 0 0 0,-1 0 0 0 0,0 0 0 0 0,0 0 0 0 0,0-1 0 0 0,0 0-1 0 0,0 1 1 0 0,0-2 0 0 0,0 1 0 0 0,0-1 0 0 0,7-3 0 0 0,-5 1 227 0 0,1 0 1 0 0,-1-1-1 0 0,0-1 0 0 0,0 1 0 0 0,0-1 1 0 0,-1 0-1 0 0,1-1 0 0 0,-2 0 1 0 0,1 0-1 0 0,-1 0 0 0 0,0 0 1 0 0,0-1-1 0 0,-1 0 0 0 0,0 0 1 0 0,-1 0-1 0 0,5-16 0 0 0,6-34 1288 0 0,-13 51-1035 0 0,0 0-1 0 0,0 0 0 0 0,-1-1 1 0 0,0 1-1 0 0,0 0 0 0 0,-1-1 1 0 0,0 1-1 0 0,0 0 0 0 0,-1 0 1 0 0,0-1-1 0 0,0 1 0 0 0,-4-9 1 0 0,4 13-8 0 0,-10-13 70 0 0,10 13-207 0 0,-7-2 22 0 0,9 5-82 0 0,-1-1 0 0 0,1 1-1 0 0,0-1 1 0 0,-1 1 0 0 0,1 0-1 0 0,0-1 1 0 0,-1 1 0 0 0,1 0 0 0 0,-1 0-1 0 0,1-1 1 0 0,-1 1 0 0 0,1 0 0 0 0,-1 0-1 0 0,1 0 1 0 0,-1-1 0 0 0,1 1-1 0 0,-1 0 1 0 0,1 0 0 0 0,-1 0 0 0 0,1 0-1 0 0,-1 0 1 0 0,1 0 0 0 0,-1 0-1 0 0,1 0 1 0 0,-1 0 0 0 0,1 0 0 0 0,-1 1-1 0 0,1-1 1 0 0,-1 0 0 0 0,1 0 0 0 0,-1 0-1 0 0,0 1 1 0 0,-14 6 121 0 0,11-5-42 0 0,4-1-88 0 0,0-1-1 0 0,0 1 1 0 0,0-1 0 0 0,0 1 0 0 0,0-1-1 0 0,0 1 1 0 0,0-1 0 0 0,-1 1 0 0 0,1-1-1 0 0,0 1 1 0 0,0-1 0 0 0,0 1 0 0 0,-1-1-1 0 0,1 1 1 0 0,0-1 0 0 0,0 1 0 0 0,-1-1-1 0 0,1 1 1 0 0,-1-1 0 0 0,1 1 0 0 0,0-1-1 0 0,-2 1 1 0 0,1 0 1 0 0,1 0 1 0 0,-1 0-1 0 0,0 0 1 0 0,0 0-1 0 0,0 0 1 0 0,0 0 0 0 0,1 0-1 0 0,-1 0 1 0 0,0 0-1 0 0,1 0 1 0 0,-1 0-1 0 0,1 1 1 0 0,-1 1-1 0 0,-2 8-13 0 0,0 1 1 0 0,1-1-1 0 0,0 1 1 0 0,1 0-1 0 0,0 0 1 0 0,1-1-1 0 0,0 1 0 0 0,1 0 1 0 0,1 0-1 0 0,-1 0 1 0 0,2-1-1 0 0,0 1 1 0 0,6 16-1 0 0,-8-26-3 0 0,-1-1 1 0 0,1 1-1 0 0,-1 0 0 0 0,1-1 1 0 0,0 0-1 0 0,0 1 0 0 0,0-1 0 0 0,0 1 1 0 0,0-1-1 0 0,0 0 0 0 0,0 0 1 0 0,0 1-1 0 0,0-1 0 0 0,1 0 1 0 0,-1 0-1 0 0,0 0 0 0 0,1 0 1 0 0,-1-1-1 0 0,1 1 0 0 0,-1 0 0 0 0,1-1 1 0 0,-1 1-1 0 0,1-1 0 0 0,0 1 1 0 0,-1-1-1 0 0,3 1 0 0 0,-1-2 3 0 0,0 1 0 0 0,0-1-1 0 0,0 1 1 0 0,-1-1-1 0 0,1 0 1 0 0,0 0-1 0 0,0 0 1 0 0,-1 0 0 0 0,1 0-1 0 0,-1-1 1 0 0,4-2-1 0 0,-1-1 28 0 0,-1 1-1 0 0,1-1 0 0 0,-1-1 1 0 0,0 1-1 0 0,-1-1 1 0 0,1 1-1 0 0,-1-1 0 0 0,0 0 1 0 0,-1 0-1 0 0,0 0 1 0 0,1-1-1 0 0,0-6 0 0 0,8-27 289 0 0,-10 37-175 0 0,0-1-16 0 0,4-6 238 0 0,1 18-221 0 0,5 35-189 0 0,-5-17 61 0 0,-4-21-15 0 0,0-1-1 0 0,0 1 1 0 0,0-1 0 0 0,1 1-1 0 0,0-1 1 0 0,3 4 0 0 0,-4-4-6 0 0,1-1-51 0 0,-3-3 60 0 0,0 0 1 0 0,1 0 0 0 0,-1 0 0 0 0,0 0-1 0 0,1 0 1 0 0,-1 0 0 0 0,1 0-1 0 0,-1 0 1 0 0,0 0 0 0 0,1 0-1 0 0,-1 1 1 0 0,0-1 0 0 0,1 0 0 0 0,-1 0-1 0 0,0 0 1 0 0,1 0 0 0 0,-1 1-1 0 0,0-1 1 0 0,1 0 0 0 0,-1 0 0 0 0,0 1-1 0 0,0-1 1 0 0,1 0 0 0 0,-1 1-1 0 0,0-1 1 0 0,0 0 0 0 0,0 1-1 0 0,1 0 1 0 0,-1-1-11 0 0,1 1 1 0 0,-1 0-1 0 0,0-1 0 0 0,1 1 0 0 0,-1-1 1 0 0,1 1-1 0 0,-1 0 0 0 0,1-1 0 0 0,0 1 1 0 0,-1-1-1 0 0,1 0 0 0 0,-1 1 1 0 0,1-1-1 0 0,0 1 0 0 0,-1-1 0 0 0,1 0 1 0 0,0 1-1 0 0,-1-1 0 0 0,1 0 0 0 0,0 0 1 0 0,0 0-1 0 0,-1 0 0 0 0,2 1 0 0 0,15 1-126 0 0,-13-1-14 0 0,0-2-18 0 0,1 0 124 0 0,0 0-1 0 0,0-1 0 0 0,0 0 0 0 0,0 0 0 0 0,0 0 1 0 0,-1 0-1 0 0,1-1 0 0 0,-1 0 0 0 0,1 0 1 0 0,-1 0-1 0 0,0 0 0 0 0,6-7 0 0 0,-2 0 27 0 0,-1 1 0 0 0,1-2 0 0 0,-2 1 0 0 0,0-1-1 0 0,0 0 1 0 0,-1 0 0 0 0,8-24 0 0 0,-8 15 201 0 0,-1 0-1 0 0,0 0 1 0 0,-2 0 0 0 0,1-37 0 0 0,-3 51-136 0 0,0-15 243 0 0,-1-1 0 0 0,0 1 0 0 0,-2 0 0 0 0,-7-30 0 0 0,1 18 150 0 0,8 30-263 0 0,-1 6-3 0 0,0 4-160 0 0,0 0 0 0 0,0 1-1 0 0,0-1 1 0 0,1 0 0 0 0,0 1 0 0 0,0 0-1 0 0,1 10 1 0 0,4 63 12 0 0,-2-50-35 0 0,2-1-1 0 0,0 0 0 0 0,2 0 1 0 0,2 0-1 0 0,0-1 0 0 0,18 40 1 0 0,-25-67-79 0 0,1 0 0 0 0,-1 0 0 0 0,1 0 0 0 0,-1-1 0 0 0,1 1 0 0 0,-1 0 0 0 0,1-1 0 0 0,0 1 0 0 0,0-1 0 0 0,0 0 0 0 0,0 0 0 0 0,0 0 0 0 0,0 0 0 0 0,0 0-1 0 0,4 1 1 0 0,-4-1 93 0 0,2 1-481 0 0,0-3-84 0 0,-1 1 191 0 0,-1-1 1 0 0,1 1-1 0 0,0-1 1 0 0,-1 0-1 0 0,1 1 1 0 0,-1-1-1 0 0,1 0 1 0 0,-1-1-1 0 0,0 1 1 0 0,1 0-1 0 0,-1-1 1 0 0,0 1-1 0 0,0-1 1 0 0,0 0-1 0 0,0 0 1 0 0,3-3-1 0 0,5-10-3698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78 2836 0 0,'0'0'1272'0'0,"-5"1"-160"0"0,-13 2-122 0 0,13-3 2575 0 0,9-1-3275 0 0,38-16-194 0 0,1 2 1 0 0,62-12-1 0 0,-77 20-712 0 0,29-8-4990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1 122 3228 0 0,'0'0'3259'0'0,"1"4"-2701"0"0,5 12-56 0 0,-5-13 253 0 0,-1-2-737 0 0,1-1 0 0 0,-1 1 0 0 0,0-1-1 0 0,1 0 1 0 0,-1 1 0 0 0,0-1 0 0 0,0 0 0 0 0,1 1-1 0 0,-1-1 1 0 0,1 0 0 0 0,-1 1 0 0 0,0-1 0 0 0,1 0-1 0 0,-1 0 1 0 0,1 1 0 0 0,-1-1 0 0 0,0 0 0 0 0,1 0 0 0 0,-1 0-1 0 0,1 0 1 0 0,-1 0 0 0 0,1 0 0 0 0,-1 1 0 0 0,1-1-1 0 0,0 0 6 0 0,-1 0-1 0 0,1 0 0 0 0,-1 0 0 0 0,1 0 0 0 0,-1 0 1 0 0,1 0-1 0 0,-1 0 0 0 0,1 0 0 0 0,-1 0 0 0 0,1 1 0 0 0,-1-1 1 0 0,0 0-1 0 0,1 0 0 0 0,-1 1 0 0 0,1-1 0 0 0,-1 0 1 0 0,0 0-1 0 0,1 1 0 0 0,-1-1 0 0 0,0 1 0 0 0,1-1 1 0 0,-1 0-1 0 0,0 1 0 0 0,1 0 0 0 0,3 0 152 0 0,2-1-90 0 0,0 1 0 0 0,0 0-1 0 0,0-1 1 0 0,-1 0 0 0 0,1-1-1 0 0,0 1 1 0 0,0-1 0 0 0,0 0-1 0 0,-1-1 1 0 0,1 1 0 0 0,0-1-1 0 0,-1 0 1 0 0,0-1 0 0 0,1 1 0 0 0,-1-1-1 0 0,0 0 1 0 0,0-1 0 0 0,0 1-1 0 0,-1-1 1 0 0,1 0 0 0 0,-1 0-1 0 0,6-7 1 0 0,-5 5-11 0 0,-1 1-1 0 0,0-1 1 0 0,0 1-1 0 0,-1-1 1 0 0,1 0 0 0 0,-2 0-1 0 0,1-1 1 0 0,3-9-1 0 0,-2-2-60 0 0,-3 13-14 0 0,-2 3-5 0 0,2 1 5 0 0,-1 0 1 0 0,0 0 0 0 0,0 0-1 0 0,0 0 1 0 0,-1 0-1 0 0,1 0 1 0 0,0 0 0 0 0,0 0-1 0 0,0 0 1 0 0,-1 0 0 0 0,1 0-1 0 0,0 0 1 0 0,-1 1-1 0 0,1-1 1 0 0,-1 0 0 0 0,1 0-1 0 0,-1 0 1 0 0,1 1 0 0 0,-1-1-1 0 0,0 0 1 0 0,1 0-1 0 0,-2 0 1 0 0,-4 2 18 0 0,-1 0 0 0 0,1 0-1 0 0,0 1 1 0 0,0 0 0 0 0,0 0 0 0 0,1 0-1 0 0,-1 1 1 0 0,0 0 0 0 0,1 0 0 0 0,0 0-1 0 0,0 1 1 0 0,0-1 0 0 0,0 1 0 0 0,0 1-1 0 0,-4 4 1 0 0,-2 3 102 0 0,1-1 1 0 0,0 1-1 0 0,1 1 0 0 0,1 0 0 0 0,-10 17 1 0 0,16-25-61 0 0,0 1 0 0 0,0 0 1 0 0,1 0-1 0 0,0 0 1 0 0,0 0-1 0 0,0 0 0 0 0,0 6 1 0 0,1-12-60 0 0,0 3 20 0 0,1-1 0 0 0,-1 0 0 0 0,1 1 0 0 0,0-1 0 0 0,-1 1 0 0 0,1-1 0 0 0,0 0 1 0 0,0 0-1 0 0,1 1 0 0 0,-1-1 0 0 0,0 0 0 0 0,1 0 0 0 0,-1 0 0 0 0,1-1 0 0 0,0 1 0 0 0,0 0 0 0 0,0 0 0 0 0,3 1 0 0 0,-4-2-14 0 0,2 2 6 0 0,1-1 0 0 0,0 0 0 0 0,0 1 0 0 0,0-2 0 0 0,0 1 1 0 0,0 0-1 0 0,0-1 0 0 0,0 0 0 0 0,0 0 0 0 0,0 0 0 0 0,1 0 1 0 0,-1-1-1 0 0,7 0 0 0 0,-7 1-10 0 0,8-1-104 0 0,-1 0 0 0 0,1 0 0 0 0,0-1-1 0 0,-1 0 1 0 0,1-1 0 0 0,-1-1-1 0 0,1 1 1 0 0,-1-2 0 0 0,15-6 0 0 0,-6 1-953 0 0,-1 0 0 0 0,-1-2 1 0 0,34-24-1 0 0,-28 16-2174 0 0,-2-2-2304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12 4664 0 0,'0'0'5025'0'0,"-1"-3"-3862"0"0,1 3-1039 0 0,0-1-1 0 0,-1 1 0 0 0,1-1 1 0 0,0 1-1 0 0,0 0 0 0 0,0-1 0 0 0,-1 1 1 0 0,1-1-1 0 0,0 1 0 0 0,0 0 1 0 0,-1-1-1 0 0,1 1 0 0 0,0 0 1 0 0,-1-1-1 0 0,1 1 0 0 0,0 0 0 0 0,-1-1 1 0 0,1 1-1 0 0,0 0 0 0 0,-1 0 1 0 0,1 0-1 0 0,-1-1 0 0 0,1 1 1 0 0,0 0-1 0 0,-1 0 0 0 0,0 0 1 0 0,0 1-50 0 0,1 0 0 0 0,-1 0 0 0 0,0 0 0 0 0,0 0 0 0 0,1 1 0 0 0,-1-1 0 0 0,1 0 1 0 0,-1 0-1 0 0,1 1 0 0 0,0-1 0 0 0,-1 0 0 0 0,1 1 0 0 0,0-1 0 0 0,0 0 1 0 0,0 1-1 0 0,0-1 0 0 0,0 0 0 0 0,1 3 0 0 0,24 619-316 0 0,-24-601-745 0 0,1 0 0 0 0,1-1 0 0 0,1 1 1 0 0,7 21-1 0 0,-9-39-126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6 220 3484 0 0,'-3'-27'1261'0'0,"2"14"-692"0"0,0-1-1 0 0,0 0 1 0 0,3-19-1 0 0,-1 27-472 0 0,0 1 0 0 0,0 0 0 0 0,0 0 0 0 0,1 0 0 0 0,0 0 0 0 0,0 0 0 0 0,1 0-1 0 0,-1 0 1 0 0,1 1 0 0 0,0-1 0 0 0,0 1 0 0 0,6-6 0 0 0,-5 5-62 0 0,0 1-1 0 0,1 0 0 0 0,0 0 1 0 0,-1 0-1 0 0,1 0 1 0 0,1 1-1 0 0,-1 0 0 0 0,0 0 1 0 0,1 0-1 0 0,-1 1 1 0 0,1 0-1 0 0,0 0 0 0 0,0 0 1 0 0,0 1-1 0 0,0 0 1 0 0,11-1-1 0 0,-10 1 11 0 0,1 1 0 0 0,0 0-1 0 0,0 1 1 0 0,-1 0 0 0 0,1 0 0 0 0,0 1-1 0 0,-1 0 1 0 0,1 0 0 0 0,-1 0 0 0 0,0 1-1 0 0,0 0 1 0 0,0 1 0 0 0,0-1 0 0 0,-1 2-1 0 0,1-1 1 0 0,-1 0 0 0 0,8 9 0 0 0,-10-10 3 0 0,0 1 0 0 0,-1 0 0 0 0,0 0 0 0 0,0 0 0 0 0,0 0 0 0 0,-1 1 0 0 0,1-1 0 0 0,-1 1 0 0 0,3 9 0 0 0,-4-12-35 0 0,0 3 10 0 0,0 1 0 0 0,0-1 0 0 0,-1 1 0 0 0,1 0 0 0 0,-1-1 0 0 0,-1 1-1 0 0,1-1 1 0 0,-1 1 0 0 0,0-1 0 0 0,0 1 0 0 0,-1-1 0 0 0,1 0 0 0 0,-1 1 0 0 0,0-1 0 0 0,-1 0 0 0 0,1 0-1 0 0,-6 7 1 0 0,-3 3-194 0 0,0-2 0 0 0,-1 1-1 0 0,0-2 1 0 0,-1 1 0 0 0,0-2-1 0 0,-1 0 1 0 0,0 0 0 0 0,-1-2-1 0 0,0 0 1 0 0,-19 9 0 0 0,30-16-721 0 0,-1-3-1470 0 0,-13-2 397 0 0,13 2-1375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4128 0 0,'2'-3'1811'0'0,"6"-6"4105"0"0,-4 16-4064 0 0,-3 28-2689 0 0,-1-25 1466 0 0,0 60-662 0 0,4-1 0 0 0,3 0 1 0 0,28 124-1 0 0,-33-185-153 0 0,0-1 0 0 0,1 1 0 0 0,0-1 0 0 0,1 0-1 0 0,-1 0 1 0 0,1 0 0 0 0,1 0 0 0 0,-1-1 0 0 0,7 7 0 0 0,-8-9-166 0 0,1-1 0 0 0,1 1 0 0 0,-1-1 0 0 0,0 0 0 0 0,1 0 0 0 0,0 0 0 0 0,-1-1 0 0 0,1 1 0 0 0,0-1 0 0 0,0 0 0 0 0,1-1 0 0 0,-1 1 0 0 0,6 0 0 0 0,0-2-2066 0 0,18-5-1703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 43 2872 0 0,'0'0'1331'0'0,"0"-5"-203"0"0,-2-13-219 0 0,1 14-168 0 0,-1 1-96 0 0,2 2-552 0 0,-1 0 0 0 0,0 0 1 0 0,0 0-1 0 0,0 0 0 0 0,0 1 0 0 0,0-1 0 0 0,0 0 0 0 0,0 0 1 0 0,0 1-1 0 0,0-1 0 0 0,0 0 0 0 0,0 1 0 0 0,0-1 1 0 0,0 1-1 0 0,0 0 0 0 0,-1-1 0 0 0,1 1 0 0 0,0 0 0 0 0,0 0 1 0 0,-1 0-1 0 0,1 0 0 0 0,0 0 0 0 0,-2 0 0 0 0,0 0 8 0 0,0 1 0 0 0,0 0 0 0 0,1 0 0 0 0,-1 0 0 0 0,0 0 0 0 0,1 1 0 0 0,-1-1 0 0 0,1 1 0 0 0,-5 3 0 0 0,-1 2 48 0 0,0 1 0 0 0,0 0-1 0 0,0 1 1 0 0,-6 9 0 0 0,7-7-92 0 0,1 0 0 0 0,0 0 0 0 0,1 0 0 0 0,0 1 0 0 0,1 0 0 0 0,0 0 0 0 0,1 0 0 0 0,-3 14 0 0 0,6-22-61 0 0,0 0 1 0 0,0 1-1 0 0,0-1 0 0 0,0 0 0 0 0,0 0 1 0 0,1 0-1 0 0,0 0 0 0 0,0 0 0 0 0,0 0 1 0 0,4 7-1 0 0,-4-8-45 0 0,2 0-12 0 0,8 9 1 0 0,-8-9 3 0 0,2-2 0 0 0,1-1 55 0 0,0 0-1 0 0,1 0 0 0 0,-1 0 0 0 0,0-1 1 0 0,1 0-1 0 0,-1 0 0 0 0,0-1 0 0 0,0 0 0 0 0,0 0 1 0 0,0 0-1 0 0,-1-1 0 0 0,1 1 0 0 0,0-2 1 0 0,-1 1-1 0 0,0 0 0 0 0,0-1 0 0 0,0 0 1 0 0,7-8-1 0 0,0 1 211 0 0,-1-2 1 0 0,0 1 0 0 0,-1-2-1 0 0,0 1 1 0 0,-2-1-1 0 0,9-16 1 0 0,-16 27-25 0 0,8-11 664 0 0,-10 28-916 0 0,0-1 0 0 0,2 1 1 0 0,-1 0-1 0 0,2 0 0 0 0,0-1 0 0 0,4 15 0 0 0,-5-25-41 0 0,0 0 0 0 0,1-1 0 0 0,-1 0 0 0 0,1 1 0 0 0,0-1 0 0 0,0 0 0 0 0,-1 1 0 0 0,2-1 0 0 0,-1 0 0 0 0,0-1 0 0 0,0 1 0 0 0,0 0 0 0 0,1 0 0 0 0,-1-1 0 0 0,1 0 0 0 0,4 2 0 0 0,-4-1 34 0 0,3 0-408 0 0,-1-1 0 0 0,2 1 0 0 0,-1-1 0 0 0,0 0 0 0 0,0-1 0 0 0,0 1 0 0 0,0-1 0 0 0,1 0-1 0 0,-1-1 1 0 0,0 1 0 0 0,0-1 0 0 0,0-1 0 0 0,0 1 0 0 0,11-5 0 0 0,7-1-4072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183 9 3756 0 0,'-3'-1'1320'0'0,"2"0"-1122"0"0,0 0 0 0 0,-1 0 0 0 0,1 0 1 0 0,-1 0-1 0 0,1 1 0 0 0,-1-1 0 0 0,0 1 0 0 0,1-1 1 0 0,-1 1-1 0 0,0 0 0 0 0,1-1 0 0 0,-1 1 0 0 0,0 0 1 0 0,1 0-1 0 0,-1 0 0 0 0,0 0 0 0 0,1 1 0 0 0,-1-1 1 0 0,0 0-1 0 0,-2 2 0 0 0,0-1 18 0 0,-1 1 0 0 0,0 1 0 0 0,1-1 0 0 0,0 1 0 0 0,-1-1 0 0 0,1 1 0 0 0,-4 4 0 0 0,-3 3-22 0 0,1 0 0 0 0,1 1 1 0 0,-1 0-1 0 0,-11 19 0 0 0,15-20-116 0 0,0 0 0 0 0,1 0 0 0 0,0 1 0 0 0,0 0 0 0 0,1 0 0 0 0,-5 18-1 0 0,8-21-61 0 0,0 0 0 0 0,0 0-1 0 0,0-1 1 0 0,1 1-1 0 0,0 0 1 0 0,2 8-1 0 0,-2-14-50 0 0,0 1 1 0 0,1-1-1 0 0,-1 0 0 0 0,1 0 1 0 0,0 0-1 0 0,0 1 0 0 0,0-1 1 0 0,0 0-1 0 0,0 0 0 0 0,0 0 1 0 0,1 0-1 0 0,-1-1 0 0 0,1 1 1 0 0,-1 0-1 0 0,1-1 0 0 0,0 1 1 0 0,-1 0-1 0 0,1-1 0 0 0,0 0 1 0 0,0 0-1 0 0,0 1 0 0 0,0-1 1 0 0,0 0-1 0 0,1-1 0 0 0,-1 1 1 0 0,0 0-1 0 0,4 0 0 0 0,3 0-130 0 0,-1 0 0 0 0,0-1 0 0 0,0 0-1 0 0,0 0 1 0 0,1-1 0 0 0,-1 0-1 0 0,0 0 1 0 0,0-1 0 0 0,0 0 0 0 0,13-6-1 0 0,-9 3-62 0 0,0-1 0 0 0,0 0-1 0 0,-1 0 1 0 0,0-2 0 0 0,0 1-1 0 0,15-15 1 0 0,-12 7 224 0 0,1-1 0 0 0,16-24 0 0 0,-22 27 381 0 0,-7 10-81 0 0,6-6 464 0 0,-5 7 247 0 0,-4 4-229 0 0,-2 8-992 0 0,2-6 242 0 0,2-1-39 0 0,4 9 9 0 0,-4-9-7 0 0,19 3-125 0 0,-16-5 58 0 0,19-10-42 0 0,-14 3 171 0 0,-1-1 0 0 0,0 0 0 0 0,0 0 0 0 0,0-1 1 0 0,-1 0-1 0 0,0-1 0 0 0,-1 1 0 0 0,0-1 1 0 0,10-19-1 0 0,-15 25 29 0 0,5-20 115 0 0,-7 19-150 0 0,-4-13-19 0 0,4 13 26 0 0,-14 3 120 0 0,14 1-147 0 0,-1-1 0 0 0,0 1 0 0 0,1 0 0 0 0,-1 0 0 0 0,0 0 0 0 0,1 0 0 0 0,-1 0 0 0 0,0 0 0 0 0,1 0 0 0 0,-1 1 0 0 0,1-1 0 0 0,-1 1 0 0 0,0-1 0 0 0,1 1 0 0 0,-1 0 0 0 0,1-1 0 0 0,-1 1 0 0 0,1 0 0 0 0,0 0 0 0 0,-1 0 0 0 0,1 0 0 0 0,-2 2-1 0 0,-3 3 62 0 0,-1-1-1 0 0,2 1 1 0 0,-1 1-1 0 0,0-1 1 0 0,1 1-1 0 0,1 0 0 0 0,-1 0 1 0 0,1 0-1 0 0,0 1 1 0 0,0 0-1 0 0,1-1 1 0 0,0 1-1 0 0,1 1 0 0 0,0-1 1 0 0,-2 17-1 0 0,4-21-63 0 0,0 0-1 0 0,0 1 0 0 0,1-1 1 0 0,-1 1-1 0 0,1-1 0 0 0,0 0 1 0 0,3 6-1 0 0,-4-8-27 0 0,1-1 0 0 0,0 1-1 0 0,0 0 1 0 0,0-1 0 0 0,0 1-1 0 0,0-1 1 0 0,0 0 0 0 0,1 1 0 0 0,-1-1-1 0 0,0 0 1 0 0,1 0 0 0 0,-1 1 0 0 0,1-1-1 0 0,-1 0 1 0 0,1-1 0 0 0,0 1-1 0 0,-1 0 1 0 0,1 0 0 0 0,0-1 0 0 0,0 1-1 0 0,3 0 1 0 0,7 0-191 0 0,0 0 0 0 0,0-1 0 0 0,0-1-1 0 0,0 0 1 0 0,0 0 0 0 0,0-1 0 0 0,0-1 0 0 0,0 0 0 0 0,0-1 0 0 0,-1 0 0 0 0,15-7-1 0 0,7-5-2102 0 0,-1-2-1 0 0,49-35 0 0 0,-48 28-2523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44 590 3300 0 0,'0'0'5868'0'0,"-1"3"-4790"0"0,-7 13 5097 0 0,11-19-6073 0 0,6-10-99 0 0,0 0-1 0 0,-2-1 1 0 0,1 0 0 0 0,-2 0 0 0 0,0-1-1 0 0,0 1 1 0 0,-2-1 0 0 0,1 0 0 0 0,-2-1-1 0 0,0 1 1 0 0,1-31 0 0 0,-3 7-28 0 0,-1 1 0 0 0,-2-1 0 0 0,-12-69 0 0 0,13 102 26 0 0,-3-19 9 0 0,-2 0 1 0 0,0 0-1 0 0,-15-33 0 0 0,21 55-9 0 0,-1 0 0 0 0,0 1 0 0 0,0-1 0 0 0,0 1-1 0 0,0 0 1 0 0,0-1 0 0 0,-1 1 0 0 0,1 0 0 0 0,-1 0 0 0 0,0 0-1 0 0,1 0 1 0 0,-3-2 0 0 0,2-2 28 0 0,2 6-27 0 0,0 0 0 0 0,0 0 0 0 0,0 1-1 0 0,0-1 1 0 0,0 0 0 0 0,0 0 0 0 0,0 1 0 0 0,0-1 0 0 0,0 0-1 0 0,0 0 1 0 0,0 0 0 0 0,-1 0 0 0 0,1 1 0 0 0,0-1 0 0 0,0 0-1 0 0,0 0 1 0 0,0 0 0 0 0,0 0 0 0 0,-1 1 0 0 0,1-1-1 0 0,0 0 1 0 0,0 0 0 0 0,0 0 0 0 0,-1 0 0 0 0,1 0 0 0 0,0 0-1 0 0,0 0 1 0 0,0 0 0 0 0,-1 0 0 0 0,1 0 0 0 0,0 1 0 0 0,0-1-1 0 0,-1 0 1 0 0,1 0 0 0 0,0 0 0 0 0,0-1 0 0 0,-1 2 0 0 0,0-1 0 0 0,1 0 1 0 0,-1 0-1 0 0,1 0 0 0 0,-1 0 1 0 0,0 0-1 0 0,1 1 1 0 0,-1-1-1 0 0,1 0 0 0 0,-1 0 1 0 0,1 1-1 0 0,-1-1 0 0 0,1 0 1 0 0,-1 1-1 0 0,1-1 0 0 0,-1 1 1 0 0,1-1-1 0 0,-1 1 1 0 0,1-1-1 0 0,0 1 0 0 0,-1-1 1 0 0,1 1-1 0 0,0-1 0 0 0,0 1 1 0 0,-1-1-1 0 0,1 1 0 0 0,0-1 1 0 0,0 2-1 0 0,-6 21 31 0 0,2 0-1 0 0,1 0 0 0 0,1 0 1 0 0,1 1-1 0 0,1-1 0 0 0,1 0 1 0 0,7 44-1 0 0,-1-32-217 0 0,1 0 0 0 0,1-1 0 0 0,2 0 0 0 0,24 52-1 0 0,-31-77-101 0 0,1-1-1 0 0,0 1 1 0 0,0-1-1 0 0,1 0 1 0 0,-1 0-1 0 0,2-1 1 0 0,-1 0-1 0 0,1 0 1 0 0,0-1-1 0 0,1 1 1 0 0,-1-1-1 0 0,13 6 1 0 0,-17-10 175 0 0,0-1 0 0 0,0 0 1 0 0,0 0-1 0 0,0-1 0 0 0,1 1 0 0 0,-1-1 1 0 0,0 1-1 0 0,0-1 0 0 0,1 0 0 0 0,-1 0 1 0 0,0 0-1 0 0,0-1 0 0 0,1 1 0 0 0,-1-1 1 0 0,3-1-1 0 0,-3 1 73 0 0,5 0-46 0 0,-1-1 1 0 0,0-1-1 0 0,0 1 0 0 0,0-1 0 0 0,0-1 1 0 0,-1 1-1 0 0,1-1 0 0 0,-1 0 0 0 0,0-1 1 0 0,0 1-1 0 0,0-1 0 0 0,-1 0 1 0 0,6-7-1 0 0,1-3 157 0 0,0 0 1 0 0,-1 0-1 0 0,15-29 0 0 0,4-27 952 0 0,-22 50-666 0 0,-7 17-250 0 0,0 3-26 0 0,-1 0-1 0 0,0 1 0 0 0,1-1 1 0 0,-1 0-1 0 0,0 0 0 0 0,0 0 0 0 0,0 0 1 0 0,1 0-1 0 0,-1 0 0 0 0,0 0 1 0 0,0 0-1 0 0,0 0 0 0 0,-1 0 1 0 0,1 0-1 0 0,0 0 0 0 0,0 0 1 0 0,-1-1-1 0 0,-4 6-4 0 0,1 0 0 0 0,-1 0 0 0 0,1 1 0 0 0,0-1 0 0 0,0 1 0 0 0,0 0 0 0 0,1 0 0 0 0,0 1 0 0 0,0-1 0 0 0,0 1 0 0 0,-3 9 0 0 0,-1 5 64 0 0,-9 38-1 0 0,14-48-115 0 0,0 0 1 0 0,1 1-1 0 0,0-1 0 0 0,1 14 0 0 0,0-23-26 0 0,1 4-6 0 0,0-1-12 0 0,5 13-10 0 0,-5-13-21 0 0,0-4 47 0 0,-1 0-1 0 0,0 0 0 0 0,0 0 1 0 0,1 0-1 0 0,-1 0 0 0 0,0 0 1 0 0,1 0-1 0 0,-1 0 1 0 0,0 0-1 0 0,0 0 0 0 0,1 0 1 0 0,-1 0-1 0 0,0 0 0 0 0,0 0 1 0 0,1 0-1 0 0,-1 1 1 0 0,0-1-1 0 0,0 0 0 0 0,1 0 1 0 0,-1 0-1 0 0,0 0 0 0 0,0 1 1 0 0,0-1-1 0 0,1 0 0 0 0,-1 0 1 0 0,0 0-1 0 0,0 1 1 0 0,0-1-1 0 0,0 0 0 0 0,0 0 1 0 0,1 1-1 0 0,-1-1 0 0 0,0 1 1 0 0,0-1-3 0 0,0 1 1 0 0,1-1-1 0 0,-1 0 1 0 0,0 1 0 0 0,0-1-1 0 0,1 1 1 0 0,-1-1-1 0 0,0 0 1 0 0,1 1-1 0 0,-1-1 1 0 0,0 1-1 0 0,1-1 1 0 0,-1 0 0 0 0,1 0-1 0 0,-1 1 1 0 0,1-1-1 0 0,-1 0 1 0 0,1 0-1 0 0,-1 1 1 0 0,1-1-1 0 0,-1 0 1 0 0,1 0 0 0 0,-1 0-1 0 0,1 0 1 0 0,-1 0-1 0 0,1 0 1 0 0,-1 0-1 0 0,1 0 1 0 0,-1 0-1 0 0,1 0 1 0 0,-1 0 0 0 0,1 0-1 0 0,-1 0 1 0 0,1-1-1 0 0,4 1 23 0 0,0-1 0 0 0,0 0-1 0 0,0 0 1 0 0,0-1 0 0 0,0 1-1 0 0,-1-1 1 0 0,1 0 0 0 0,0-1-1 0 0,-1 1 1 0 0,0-1 0 0 0,0 0-1 0 0,8-6 1 0 0,-8 5 97 0 0,-1 0 0 0 0,1 0 0 0 0,0-1-1 0 0,-1 0 1 0 0,0 1 0 0 0,0-1 0 0 0,0-1 0 0 0,-1 1 0 0 0,0 0 0 0 0,0-1 0 0 0,0 1 0 0 0,-1-1-1 0 0,1 1 1 0 0,-1-1 0 0 0,-1 0 0 0 0,1 1 0 0 0,-1-1 0 0 0,0 0 0 0 0,0 0 0 0 0,-2-10-1 0 0,-2-3-53 0 0,3 15-6 0 0,-4-2 2 0 0,5 5-83 0 0,0 0 0 0 0,0 1-1 0 0,0-1 1 0 0,0 1 0 0 0,0-1-1 0 0,-1 0 1 0 0,1 1 0 0 0,0-1 0 0 0,-1 1-1 0 0,1-1 1 0 0,0 1 0 0 0,-1-1-1 0 0,1 1 1 0 0,0-1 0 0 0,-1 1-1 0 0,1-1 1 0 0,-1 1 0 0 0,1 0 0 0 0,-1-1-1 0 0,1 1 1 0 0,-1 0 0 0 0,0-1-1 0 0,1 1 1 0 0,-1 0 0 0 0,1 0-1 0 0,-2-1 1 0 0,-1 1-229 0 0,1 0-1 0 0,-1 1 1 0 0,0-1-1 0 0,0 1 1 0 0,0-1-1 0 0,0 1 1 0 0,0 0-1 0 0,0 0 1 0 0,1 0-1 0 0,-1 0 1 0 0,0 1-1 0 0,1-1 1 0 0,-1 1 0 0 0,1-1-1 0 0,0 1 1 0 0,-1 0-1 0 0,-1 3 1 0 0,2-3-1080 0 0,-8 14-3210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 3604 0 0,'2'-2'1646'0'0,"-1"1"-1437"0"0,-1 0 0 0 0,1 1-1 0 0,0-1 1 0 0,0 0-1 0 0,-1 1 1 0 0,1-1-1 0 0,0 1 1 0 0,0-1-1 0 0,0 1 1 0 0,0 0-1 0 0,0-1 1 0 0,0 1-1 0 0,0 0 1 0 0,0-1-1 0 0,0 1 1 0 0,0 0-1 0 0,0 0 1 0 0,0 0 0 0 0,0 0-1 0 0,0 0 1 0 0,0 0-1 0 0,0 0 1 0 0,0 0-1 0 0,1 1 1 0 0,0 0-47 0 0,0 0 1 0 0,0 0-1 0 0,0 0 1 0 0,0 0-1 0 0,-1 1 1 0 0,1-1-1 0 0,0 0 1 0 0,-1 1-1 0 0,1 0 0 0 0,-1-1 1 0 0,2 3-1 0 0,5 8-92 0 0,-1 0 0 0 0,-1 0 0 0 0,6 15 0 0 0,-6-15 366 0 0,60 152-1951 0 0,-49-137-182 0 0,-4-18-3350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184 1 3424 0 0,'0'0'2779'0'0,"-5"0"-1706"0"0,2 0-941 0 0,0 0 1 0 0,1 0-1 0 0,-1 1 1 0 0,0-1-1 0 0,0 1 1 0 0,1 0-1 0 0,-1 0 1 0 0,0 0-1 0 0,1 0 1 0 0,-1 0-1 0 0,1 1 1 0 0,-1-1-1 0 0,1 1 1 0 0,-1-1-1 0 0,1 1 0 0 0,0 0 1 0 0,0 0-1 0 0,0 0 1 0 0,0 0-1 0 0,0 1 1 0 0,-1 1-1 0 0,-15 21-72 0 0,2 0 0 0 0,0 1 0 0 0,2 0 0 0 0,1 1 0 0 0,1 1 0 0 0,1 0 0 0 0,-10 44 0 0 0,18-48-1335 0 0,4-18 903 0 0,-1-1-995 0 0,1-1-22 0 0,4 13-914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21 206 3752 0 0,'0'0'6732'0'0,"-2"2"-6374"0"0,2-2-336 0 0,0 1 0 0 0,-1-1 0 0 0,1 1 0 0 0,0-1 0 0 0,-1 1 0 0 0,1-1 0 0 0,0 1 0 0 0,0-1 0 0 0,-1 1 0 0 0,1-1 0 0 0,0 1 0 0 0,0-1 0 0 0,0 1 0 0 0,0-1 0 0 0,-1 1 0 0 0,1-1 0 0 0,0 1 0 0 0,0-1 0 0 0,0 1 0 0 0,0-1 0 0 0,0 1 0 0 0,1 0 0 0 0,-1-1 0 0 0,0 1 0 0 0,0-1 0 0 0,0 1 0 0 0,0-1 0 0 0,0 1 0 0 0,1-1 0 0 0,-1 1 0 0 0,0-1 0 0 0,1 1 0 0 0,-1-1 0 0 0,0 0 0 0 0,1 1 0 0 0,-1-1 0 0 0,0 1 0 0 0,1-1 0 0 0,-1 0 0 0 0,1 1 0 0 0,-1-1 0 0 0,1 0 0 0 0,-1 0 0 0 0,1 1 0 0 0,-1-1 0 0 0,1 0 0 0 0,-1 0 0 0 0,1 1 0 0 0,2 1 8 0 0,1-3-20 0 0,0 0-1 0 0,0 1 1 0 0,0-1-1 0 0,0 0 1 0 0,0-1-1 0 0,0 1 0 0 0,-1-1 1 0 0,1 1-1 0 0,-1-1 1 0 0,1 0-1 0 0,-1-1 1 0 0,6-3-1 0 0,36-37 144 0 0,-41 39-123 0 0,3-3 79 0 0,0-1-1 0 0,-1 0 0 0 0,0 0 0 0 0,0 0 0 0 0,-1 0 0 0 0,0-1 0 0 0,0 0 1 0 0,-1 0-1 0 0,-1 0 0 0 0,4-12 0 0 0,-6 17 58 0 0,-1-1-59 0 0,-2-15 5 0 0,2 19-104 0 0,0 0 0 0 0,0 0-1 0 0,-1 0 1 0 0,1 0 0 0 0,0 0-1 0 0,-1-1 1 0 0,1 1 0 0 0,-1 0 0 0 0,1 0-1 0 0,-1 0 1 0 0,1 0 0 0 0,-1 0-1 0 0,0 0 1 0 0,0 0 0 0 0,1 0 0 0 0,-1 1-1 0 0,0-1 1 0 0,0 0 0 0 0,0 0-1 0 0,0 1 1 0 0,0-1 0 0 0,0 0 0 0 0,0 1-1 0 0,-2-1 1 0 0,-28-4 46 0 0,24 7-46 0 0,3 1 4 0 0,1-2 7 0 0,-1 0 0 0 0,0 1 0 0 0,1-1 0 0 0,-1 1 0 0 0,1 0 0 0 0,0 0 0 0 0,-1 0 0 0 0,1 1 0 0 0,0-1 0 0 0,0 1 1 0 0,-4 5-1 0 0,0-1 53 0 0,-2 2 30 0 0,2-1 0 0 0,-1 1 1 0 0,1 1-1 0 0,0-1 0 0 0,1 1 1 0 0,0 1-1 0 0,1-1 0 0 0,0 1 1 0 0,1 0-1 0 0,0 0 0 0 0,1 0 0 0 0,-4 21 1 0 0,6-31-98 0 0,1 1 1 0 0,0 0-1 0 0,-1-1 0 0 0,1 1 1 0 0,0 0-1 0 0,0-1 1 0 0,0 1-1 0 0,0 0 1 0 0,1-1-1 0 0,-1 1 0 0 0,0-1 1 0 0,1 1-1 0 0,-1 0 1 0 0,1-1-1 0 0,-1 1 0 0 0,2 1 1 0 0,0 1 7 0 0,-2-2-16 0 0,1 0-1 0 0,-1 0 1 0 0,1-1-1 0 0,-1 1 1 0 0,1-1-1 0 0,0 1 1 0 0,0-1-1 0 0,-1 1 0 0 0,1-1 1 0 0,0 1-1 0 0,1-1 1 0 0,-1 1-1 0 0,0-1 1 0 0,0 0-1 0 0,0 0 1 0 0,1 0-1 0 0,2 2 1 0 0,0 0-29 0 0,1 1-88 0 0,1-1 0 0 0,-1 0 1 0 0,0 0-1 0 0,1-1 0 0 0,0 0 1 0 0,-1 0-1 0 0,1 0 1 0 0,0 0-1 0 0,0-1 0 0 0,0 0 1 0 0,0-1-1 0 0,0 1 0 0 0,0-1 1 0 0,0 0-1 0 0,0 0 0 0 0,11-3 1 0 0,-4 1-258 0 0,0 0 0 0 0,0-1 1 0 0,0 0-1 0 0,0-1 0 0 0,-1-1 1 0 0,0 0-1 0 0,15-8 0 0 0,-10 3-2277 0 0,30-24 0 0 0,-22 12-2689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91 629 4672 0 0,'0'0'8488'0'0,"-5"1"-7948"0"0,-12 0-95 0 0,13-1 1690 0 0,0-8-1978 0 0,4 8-151 0 0,-1 0 0 0 0,1-1 1 0 0,0 1-1 0 0,-1-1 0 0 0,1 1 1 0 0,0 0-1 0 0,-1-1 0 0 0,1 1 1 0 0,0-1-1 0 0,0 1 0 0 0,0-1 0 0 0,-1 1 1 0 0,1-1-1 0 0,0 1 0 0 0,0-1 1 0 0,0 1-1 0 0,0-1 0 0 0,0 1 1 0 0,0-1-1 0 0,0 1 0 0 0,0-1 0 0 0,0 1 1 0 0,0-1-1 0 0,0 1 0 0 0,0-1 1 0 0,0 1-1 0 0,1-1 0 0 0,-1 1 1 0 0,0-1-1 0 0,1 0 0 0 0,10-40-53 0 0,-1-1-1 0 0,-2-1 1 0 0,-2 1-1 0 0,-2-1 1 0 0,-1 0 0 0 0,-3-1-1 0 0,-2 1 1 0 0,-1 0-1 0 0,-2 1 1 0 0,-2-1-1 0 0,-23-74 1 0 0,27 109 39 0 0,-2-2 0 0 0,3 7-8 0 0,-2 6-10 0 0,0 0 24 0 0,1 1 1 0 0,0 0 0 0 0,0 0 0 0 0,0 0-1 0 0,0 0 1 0 0,0 1 0 0 0,1-1-1 0 0,0 1 1 0 0,0-1 0 0 0,0 1-1 0 0,0 0 1 0 0,1 0 0 0 0,0 0-1 0 0,0 0 1 0 0,-1 10 0 0 0,0 14 13 0 0,1 45 1 0 0,2-57-5 0 0,1 39 24 0 0,13 86 0 0 0,-10-115-39 0 0,1-1-1 0 0,1 0 0 0 0,1 0 1 0 0,1-1-1 0 0,18 33 0 0 0,-23-51-40 0 0,0 1 0 0 0,1-1 0 0 0,0 1 0 0 0,1-1 0 0 0,-1-1 0 0 0,1 1 0 0 0,1-1 0 0 0,-1 0 0 0 0,1 0 0 0 0,0-1 0 0 0,1 0 0 0 0,-1 0 0 0 0,1-1 0 0 0,9 4 0 0 0,-14-7 5 0 0,1 0 1 0 0,0 0-1 0 0,-1-1 1 0 0,1 0 0 0 0,0 1-1 0 0,-1-1 1 0 0,1 0-1 0 0,0-1 1 0 0,0 1 0 0 0,-1-1-1 0 0,1 0 1 0 0,0 1-1 0 0,5-4 1 0 0,0 1-57 0 0,1-1-1 0 0,-1 0 1 0 0,13-9 0 0 0,-15 8 43 0 0,1-1 0 0 0,-1 0 0 0 0,-1 0 1 0 0,1 0-1 0 0,-1-1 0 0 0,0 0 0 0 0,0-1 0 0 0,-1 1 0 0 0,5-11 1 0 0,-1 2-40 0 0,-2 0 0 0 0,0 0 0 0 0,6-26 0 0 0,-11 38 94 0 0,-1 0 23 0 0,3-14-10 0 0,-3 14 251 0 0,6 24-109 0 0,-4-3-97 0 0,0-3-29 0 0,-1 0 1 0 0,2 0-1 0 0,0-1 0 0 0,0 1 0 0 0,2-1 0 0 0,10 20 0 0 0,-13-26-15 0 0,1-1-165 0 0,0 0 0 0 0,0-1 0 0 0,0 1 0 0 0,0-1 0 0 0,1 0 0 0 0,0 0 0 0 0,0 0 0 0 0,0-1 0 0 0,11 8-1 0 0,-12-10-497 0 0,0-1-141 0 0,-1 0 675 0 0,17 1-1719 0 0,-1-10-2833 0 0,-4-3 186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63 3348 0 0,'-3'-2'1166'0'0,"-7"-3"-209"0"0,0 0-1 0 0,-1 0 1 0 0,-17-4-1 0 0,23 8-688 0 0,1 2-29 0 0,-1-1-162 0 0,1 1 0 0 0,0 0-1 0 0,0 0 1 0 0,0 0-1 0 0,0 1 1 0 0,0-1-1 0 0,0 1 1 0 0,0 0-1 0 0,0 0 1 0 0,0 1-1 0 0,1-1 1 0 0,-1 1-1 0 0,-5 5 1 0 0,-23 42 268 0 0,30-47-323 0 0,-4 17-16 0 0,5-17 72 0 0,3 5-57 0 0,-2-8-19 0 0,0 1 0 0 0,0-1 1 0 0,0 1-1 0 0,0-1 0 0 0,0 1 1 0 0,0-1-1 0 0,0 0 0 0 0,0 1 1 0 0,0-1-1 0 0,0 1 0 0 0,0-1 1 0 0,0 0-1 0 0,1 1 0 0 0,-1-1 1 0 0,0 1-1 0 0,0-1 0 0 0,0 0 1 0 0,0 1-1 0 0,1-1 0 0 0,-1 0 1 0 0,0 1-1 0 0,0-1 0 0 0,1 0 1 0 0,-1 1-1 0 0,0-1 0 0 0,1 0 1 0 0,-1 0-1 0 0,0 1 0 0 0,1-1 1 0 0,-1 0-1 0 0,0 0 0 0 0,1 1 1 0 0,-1-1-1 0 0,1 0 0 0 0,-1 0 1 0 0,1 0-1 0 0,9-3 79 0 0,0-1-1 0 0,0 0 1 0 0,-1 0 0 0 0,1-1-1 0 0,-1 0 1 0 0,0-1 0 0 0,0 0-1 0 0,-1 0 1 0 0,0-1 0 0 0,12-12-1 0 0,-17 15-41 0 0,1 1 0 0 0,-1 0-1 0 0,1-1 1 0 0,-1 0 0 0 0,0 0-1 0 0,0 0 1 0 0,-1 0 0 0 0,1-1-1 0 0,-1 1 1 0 0,0 0 0 0 0,0-1-1 0 0,-1 0 1 0 0,1 1 0 0 0,-1-1-1 0 0,0 0 1 0 0,0 0 0 0 0,0 0-1 0 0,-1 0 1 0 0,0-5 0 0 0,-4 12-171 0 0,1 0 62 0 0,0 1-1 0 0,0 0 1 0 0,0-1-1 0 0,0 1 1 0 0,0 0-1 0 0,1 1 1 0 0,-1-1-1 0 0,1 0 0 0 0,0 1 1 0 0,0-1-1 0 0,0 1 1 0 0,0 0-1 0 0,-2 7 1 0 0,1 1-903 0 0,0 1 0 0 0,0-1 1 0 0,0 17-1 0 0,2-24-1640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 3564 0 0,'18'-68'9436'0'0,"-18"68"-9424"0"0,0 1 1 0 0,0-1-1 0 0,0 1 1 0 0,0-1-1 0 0,0 0 0 0 0,0 1 1 0 0,0-1-1 0 0,0 1 1 0 0,0-1-1 0 0,0 0 0 0 0,0 1 1 0 0,0-1-1 0 0,1 1 1 0 0,-1-1-1 0 0,0 0 1 0 0,0 1-1 0 0,0-1 0 0 0,1 0 1 0 0,-1 1-1 0 0,0-1 1 0 0,0 0-1 0 0,1 0 0 0 0,-1 1 1 0 0,0-1-1 0 0,1 0 1 0 0,-1 0-1 0 0,1 1 1 0 0,0 0 2 0 0,0-1 1 0 0,-1 1 0 0 0,1 0 0 0 0,0 0 0 0 0,0-1 0 0 0,0 1 0 0 0,-1 0 0 0 0,1 0 0 0 0,-1 0 0 0 0,1 0 0 0 0,0 0-1 0 0,-1 0 1 0 0,0 0 0 0 0,1 0 0 0 0,-1 0 0 0 0,0 0 0 0 0,1 2 0 0 0,21 82 198 0 0,87 273-1275 0 0,-106-350 576 0 0,0 0 1 0 0,1 0-1 0 0,0-1 1 0 0,8 12-1 0 0,13 4-5053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50 3568 0 0,'-4'-1'300'0'0,"-1"0"0"0"0,1 0-1 0 0,0 0 1 0 0,-1 1 0 0 0,1 0-1 0 0,-1-1 1 0 0,1 2 0 0 0,0-1 0 0 0,-1 0-1 0 0,1 1 1 0 0,-1 0 0 0 0,1 0-1 0 0,0 0 1 0 0,0 1 0 0 0,-1-1-1 0 0,1 1 1 0 0,-4 3 0 0 0,1-2-126 0 0,0 1 0 0 0,0 0 1 0 0,0 1-1 0 0,1-1 0 0 0,-1 1 1 0 0,1 1-1 0 0,1-1 0 0 0,-1 1 1 0 0,1 0-1 0 0,0 0 0 0 0,0 1 1 0 0,1 0-1 0 0,-1 0 0 0 0,1 0 1 0 0,1 0-1 0 0,0 0 0 0 0,-3 9 0 0 0,4-10-122 0 0,1 1-1 0 0,0-1 1 0 0,0 1 0 0 0,1-1-1 0 0,0 1 1 0 0,0-1-1 0 0,2 12 1 0 0,-2-16-44 0 0,1 1 1 0 0,-1-1-1 0 0,1 0 0 0 0,0 0 1 0 0,0 1-1 0 0,-1-1 1 0 0,2 0-1 0 0,-1 0 0 0 0,0 0 1 0 0,0 0-1 0 0,1 0 1 0 0,-1 0-1 0 0,1-1 1 0 0,-1 1-1 0 0,1 0 0 0 0,0-1 1 0 0,0 1-1 0 0,0-1 1 0 0,-1 0-1 0 0,1 0 0 0 0,1 0 1 0 0,-1 1-1 0 0,0-2 1 0 0,0 1-1 0 0,0 0 1 0 0,0 0-1 0 0,1-1 0 0 0,-1 1 1 0 0,3-1-1 0 0,10 1-197 0 0,1-1 0 0 0,-1 0 0 0 0,0-2 0 0 0,1 1 0 0 0,-1-2 0 0 0,0 0 0 0 0,0-1 0 0 0,25-10 0 0 0,-16 4-588 0 0,0-1 0 0 0,-1-1 0 0 0,0 0 0 0 0,31-25 0 0 0,-48 32 546 0 0,0 0 0 0 0,0-1-1 0 0,-1 0 1 0 0,5-8 0 0 0,-5 8 197 0 0,-2 3 169 0 0,-2 0 20 0 0,5-10 49 0 0,-5 10 2277 0 0,-5 4-2315 0 0,-12 2-34 0 0,12-2 130 0 0,4 0-259 0 0,-2 19 118 0 0,2-20-120 0 0,-1 1 1 0 0,1-1-1 0 0,1 0 1 0 0,-1 1 0 0 0,0-1-1 0 0,0 1 1 0 0,0-1-1 0 0,0 1 1 0 0,0-1-1 0 0,0 0 1 0 0,0 1-1 0 0,0-1 1 0 0,1 1-1 0 0,-1-1 1 0 0,0 0-1 0 0,0 1 1 0 0,1-1-1 0 0,-1 1 1 0 0,0-1-1 0 0,0 0 1 0 0,1 0-1 0 0,-1 1 1 0 0,0-1-1 0 0,1 0 1 0 0,-1 1 0 0 0,1-1-1 0 0,-1 0 1 0 0,0 0-1 0 0,1 0 1 0 0,-1 0-1 0 0,1 1 1 0 0,-1-1-1 0 0,0 0 1 0 0,1 0-1 0 0,-1 0 1 0 0,1 0-1 0 0,-1 0 1 0 0,1 0-1 0 0,-1 0 1 0 0,0 0-1 0 0,1 0 1 0 0,-1 0-1 0 0,1 0 1 0 0,-1 0 0 0 0,1 0-1 0 0,-1-1 1 0 0,0 1-1 0 0,1 0 1 0 0,-1 0-1 0 0,1 0 1 0 0,-1-1-1 0 0,0 1 1 0 0,1 0-1 0 0,6-3 38 0 0,-1-1 0 0 0,0 1-1 0 0,0-1 1 0 0,0 0 0 0 0,-1 0-1 0 0,1-1 1 0 0,-1 0 0 0 0,0 0-1 0 0,0 0 1 0 0,0 0 0 0 0,-1-1-1 0 0,6-9 1 0 0,-9 12 81 0 0,6-13 90 0 0,-5 13-175 0 0,0-1 147 0 0,-2 0-110 0 0,0-15-6 0 0,0 15 5 0 0,-2 1 8 0 0,1 2-66 0 0,0-1 0 0 0,0 1 0 0 0,0 0 0 0 0,0-1 0 0 0,0 1 0 0 0,0 0 0 0 0,0 0 0 0 0,-1 0 0 0 0,1 0 0 0 0,0 0 0 0 0,-1 0 0 0 0,1 0 0 0 0,-1 0 0 0 0,1 1 0 0 0,-1-1 0 0 0,-2 0 0 0 0,0 0 56 0 0,-14 9 143 0 0,16-6-176 0 0,-1-1 1 0 0,1 1-1 0 0,0 0 1 0 0,0 0-1 0 0,0 0 1 0 0,0 0-1 0 0,0 0 0 0 0,0 1 1 0 0,0-1-1 0 0,1 1 1 0 0,-1-1-1 0 0,1 1 1 0 0,-2 3-1 0 0,2-4-20 0 0,-1 2 25 0 0,1 0-1 0 0,-1 0 0 0 0,1 1 1 0 0,0-1-1 0 0,0 0 0 0 0,0 1 0 0 0,0-1 1 0 0,1 1-1 0 0,0 5 0 0 0,0-4-1 0 0,0-2-28 0 0,0 1 1 0 0,0-1 0 0 0,1 1-1 0 0,-1-1 1 0 0,1 0 0 0 0,0 0-1 0 0,1 1 1 0 0,-1-1-1 0 0,1 0 1 0 0,0 0 0 0 0,0 0-1 0 0,0-1 1 0 0,0 1 0 0 0,1 0-1 0 0,-1-1 1 0 0,1 0-1 0 0,0 1 1 0 0,0-1 0 0 0,1 0-1 0 0,-1 0 1 0 0,0-1 0 0 0,1 1-1 0 0,0-1 1 0 0,7 4 0 0 0,-8-5-24 0 0,1 0 0 0 0,-1 0 0 0 0,1-1 0 0 0,-1 1 1 0 0,1-1-1 0 0,-1 0 0 0 0,1 0 0 0 0,0 0 0 0 0,-1 0 0 0 0,1-1 1 0 0,-1 1-1 0 0,1-1 0 0 0,5-2 0 0 0,41-19-683 0 0,-50 22 693 0 0,34-19-3304 0 0,62-46 0 0 0,-58 35-2008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6 483 4492 0 0,'-6'-16'2615'0'0,"6"16"-2429"0"0,0-1 0 0 0,1 1 0 0 0,-1-1 0 0 0,0 0-1 0 0,0 1 1 0 0,1-1 0 0 0,-1 1 0 0 0,0-1-1 0 0,1 1 1 0 0,-1-1 0 0 0,0 1 0 0 0,1-1-1 0 0,-1 1 1 0 0,1-1 0 0 0,-1 1 0 0 0,1-1 0 0 0,-1 1-1 0 0,1 0 1 0 0,-1-1 0 0 0,1 1 0 0 0,0-1-1 0 0,2 0-48 0 0,2 1-10 0 0,2 2-78 0 0,1-1 0 0 0,0-1-1 0 0,0 0 1 0 0,0 0-1 0 0,0 0 1 0 0,-1-1-1 0 0,1 0 1 0 0,0 0-1 0 0,0-1 1 0 0,-1 0 0 0 0,8-4-1 0 0,-10 4-44 0 0,-1 0 1 0 0,0-1-1 0 0,0 1 1 0 0,0-1-1 0 0,0 0 0 0 0,0-1 1 0 0,0 1-1 0 0,4-6 0 0 0,-2 3 0 0 0,-2 2-11 0 0,-1 0 0 0 0,1 0-1 0 0,-1-1 1 0 0,0 1 0 0 0,-1-1 0 0 0,1 0 0 0 0,-1 1 0 0 0,0-1 0 0 0,3-9 0 0 0,-4 10-14 0 0,3-10 43 0 0,-2 1 1 0 0,1-1-1 0 0,-2 0 1 0 0,0 0-1 0 0,-1 0 1 0 0,0 0-1 0 0,-1 0 1 0 0,0 0-1 0 0,-1 1 1 0 0,-4-15-1 0 0,2 13 41 0 0,0 0 0 0 0,-1 0 0 0 0,-1 1 0 0 0,0 0-1 0 0,-1 0 1 0 0,0 1 0 0 0,-1-1 0 0 0,-1 2 0 0 0,0-1 0 0 0,-11-11 0 0 0,-2 8 269 0 0,18 13-294 0 0,0 3-6 0 0,-15-1-15 0 0,18 1-13 0 0,1 0-1 0 0,-1 0 1 0 0,0 0 0 0 0,0 1 0 0 0,0-1-1 0 0,0 0 1 0 0,0 0 0 0 0,1 1 0 0 0,-1-1-1 0 0,0 1 1 0 0,0-1 0 0 0,1 0 0 0 0,-1 1 0 0 0,0-1-1 0 0,1 1 1 0 0,-1 0 0 0 0,0-1 0 0 0,1 1-1 0 0,-1 0 1 0 0,1-1 0 0 0,-1 1 0 0 0,1 0-1 0 0,-1 0 1 0 0,0 0 0 0 0,-3 8 31 0 0,0 11-28 0 0,1 0-1 0 0,1-1 1 0 0,1 1-1 0 0,1 0 1 0 0,0 0 0 0 0,6 34-1 0 0,31 124 104 0 0,-30-150-120 0 0,89 298 54 0 0,-52-189-340 0 0,36 189 0 0 0,-77-307-757 0 0,-2 0-1 0 0,0 0 1 0 0,-2 34-1 0 0,0-49-519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37 346 3536 0 0,'-36'-22'4741'0'0,"44"6"-4317"0"0,-5 13-386 0 0,1-1 0 0 0,-1 1 0 0 0,1 0 0 0 0,0 1-1 0 0,0-1 1 0 0,0 1 0 0 0,0 0 0 0 0,0-1-1 0 0,0 2 1 0 0,9-4 0 0 0,-6 3-21 0 0,207-90 681 0 0,-39 20-190 0 0,-171 70-454 0 0,1 0-1 0 0,9-4 186 0 0,-19 13 432 0 0,-18 19-325 0 0,14-16-317 0 0,1 1-1 0 0,1 1 1 0 0,0-1-1 0 0,0 1 0 0 0,1 1 1 0 0,0-1-1 0 0,1 1 1 0 0,1 0-1 0 0,0 0 1 0 0,1 0-1 0 0,0 1 1 0 0,1-1-1 0 0,-1 25 1 0 0,3-36-47 0 0,0 0 0 0 0,1 0 0 0 0,-1 0 0 0 0,0-1 0 0 0,1 1 0 0 0,-1 0 0 0 0,1 0 0 0 0,0 0 0 0 0,-1-1 0 0 0,1 1 0 0 0,0 0 0 0 0,0-1 0 0 0,0 1 0 0 0,0-1 0 0 0,1 1 1 0 0,-1-1-1 0 0,0 1 0 0 0,1-1 0 0 0,-1 0 0 0 0,0 0 0 0 0,1 0 0 0 0,0 0 0 0 0,-1 0 0 0 0,1 0 0 0 0,0 0 0 0 0,-1 0 0 0 0,1-1 0 0 0,0 1 0 0 0,0 0 0 0 0,-1-1 0 0 0,1 0 0 0 0,0 1 0 0 0,0-1 0 0 0,0 0 0 0 0,0 0 0 0 0,0 0 0 0 0,0 0 1 0 0,-1-1-1 0 0,1 1 0 0 0,3-1 0 0 0,4 0-17 0 0,1-1 0 0 0,-1-1 0 0 0,1 1 0 0 0,-1-1 0 0 0,0-1 1 0 0,9-4-1 0 0,-10 4 81 0 0,0-1 0 0 0,0 0 1 0 0,0-1-1 0 0,0 1 0 0 0,-1-1 1 0 0,0-1-1 0 0,0 0 0 0 0,0 0 0 0 0,-1 0 1 0 0,0 0-1 0 0,-1-1 0 0 0,6-10 1 0 0,-9 15-11 0 0,-1 0-1 0 0,0 0 1 0 0,1 0 0 0 0,-1 0 0 0 0,-1-1-1 0 0,1 1 1 0 0,0 0 0 0 0,-1 0 0 0 0,0 0 0 0 0,1-1-1 0 0,-1 1 1 0 0,-1 0 0 0 0,1 0 0 0 0,0-1 0 0 0,-1 1-1 0 0,0 0 1 0 0,1 0 0 0 0,-1 0 0 0 0,-3-6 0 0 0,1 3 20 0 0,0 1 1 0 0,0-1 0 0 0,-1 1 0 0 0,0 0 0 0 0,0 0 0 0 0,0 0 0 0 0,-9-7 0 0 0,9 9-17 0 0,0-1 1 0 0,-1 1-1 0 0,0 0 1 0 0,1 1-1 0 0,-11-5 1 0 0,10 5-28 0 0,1 0 18 0 0,0 1-24 0 0,-12-5 15 0 0,12 5-21 0 0,-13-7-1577 0 0,197-44-299 0 0,-31 11 1988 0 0,-144 40-45 0 0,-4 0-23 0 0,1 0 0 0 0,-1 1 0 0 0,0-1 0 0 0,1 1-1 0 0,-1 0 1 0 0,1 0 0 0 0,-1-1 0 0 0,1 1 0 0 0,-1 0 0 0 0,1 0 0 0 0,-1 0-1 0 0,1 0 1 0 0,-1 1 0 0 0,3-1 0 0 0,-4 3-18 0 0,0-1-1 0 0,1 1 1 0 0,-1-1 0 0 0,0 1 0 0 0,-1-1-1 0 0,1 1 1 0 0,0-1 0 0 0,-1 1 0 0 0,1-1-1 0 0,-1 1 1 0 0,0-1 0 0 0,-2 4-1 0 0,-20 33 250 0 0,-6 10-58 0 0,28-47-210 0 0,-3 4 9 0 0,1 0 1 0 0,0 0 0 0 0,1 0 0 0 0,-1 1 0 0 0,1 0 0 0 0,1-1 0 0 0,-1 1 0 0 0,1 0 0 0 0,0 13 0 0 0,1-16 19 0 0,0-2-48 0 0,0 0 0 0 0,0 0 0 0 0,1 1 0 0 0,-1-1 0 0 0,0 0-1 0 0,1 0 1 0 0,0 0 0 0 0,-1 0 0 0 0,1 0 0 0 0,0 0 0 0 0,0 0 0 0 0,0 0-1 0 0,0-1 1 0 0,0 1 0 0 0,1 0 0 0 0,-1 0 0 0 0,0-1 0 0 0,1 1-1 0 0,-1-1 1 0 0,1 1 0 0 0,0-1 0 0 0,-1 0 0 0 0,1 0 0 0 0,0 0 0 0 0,0 0-1 0 0,0 0 1 0 0,0 0 0 0 0,3 1 0 0 0,1-1 4 0 0,1 0 1 0 0,0-1-1 0 0,-1 0 1 0 0,1 0-1 0 0,-1 0 1 0 0,1-1-1 0 0,-1 0 1 0 0,1 0-1 0 0,-1-1 0 0 0,1 0 1 0 0,-1 0-1 0 0,6-3 1 0 0,0-1 136 0 0,-1-1 0 0 0,0-1 1 0 0,17-14-1 0 0,-24 18-17 0 0,0 0 1 0 0,0 0-1 0 0,0 0 0 0 0,-1-1 1 0 0,0 1-1 0 0,0-1 0 0 0,0 0 1 0 0,0 0-1 0 0,-1 0 1 0 0,0-1-1 0 0,0 1 0 0 0,2-10 1 0 0,-1-1 46 0 0,-2 13 25 0 0,-2-3 110 0 0,0 2-274 0 0,0-1-1 0 0,0 0 0 0 0,-1 1 1 0 0,1-1-1 0 0,-1 1 0 0 0,0 0 1 0 0,0-1-1 0 0,-1 1 1 0 0,1 0-1 0 0,-7-7 0 0 0,7 9-25 0 0,-3 1-40 0 0,-13-5-38 0 0,13 5-68 0 0,0 1-104 0 0,-15 3-118 0 0,14-2-90 0 0,3 1-76 0 0,1-1 217 0 0,0 0 0 0 0,0 0 0 0 0,0 0 0 0 0,1 0 0 0 0,-1 1 0 0 0,0-1 0 0 0,1 1 0 0 0,-1-1-1 0 0,1 1 1 0 0,0-1 0 0 0,0 1 0 0 0,-1 0 0 0 0,1 0 0 0 0,0 0 0 0 0,-1 2 0 0 0,1-1-2270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84 561 3408 0 0,'2'-3'1595'0'0,"17"-29"2772"0"0,-17 29-2147 0 0,-5 2-1963 0 0,1 0-231 0 0,1 1 0 0 0,0 0 0 0 0,0-1 1 0 0,0 1-1 0 0,0 0 0 0 0,-1-1 0 0 0,1 1 0 0 0,0 0 0 0 0,0 0 0 0 0,0 0 0 0 0,-1 0 0 0 0,1 0 1 0 0,0 0-1 0 0,0 1 0 0 0,-1-1 0 0 0,1 0 0 0 0,0 1 0 0 0,0-1 0 0 0,0 1 0 0 0,0-1 1 0 0,0 1-1 0 0,0-1 0 0 0,-1 1 0 0 0,1 0 0 0 0,0-1 0 0 0,1 1 0 0 0,-1 0 0 0 0,0 0 0 0 0,0 0 1 0 0,0 0-1 0 0,0 0 0 0 0,1 0 0 0 0,-1 0 0 0 0,0 1 0 0 0,-7 7 23 0 0,1 0 1 0 0,0 0-1 0 0,0 1 0 0 0,1 0 1 0 0,1 0-1 0 0,0 0 0 0 0,0 1 0 0 0,1-1 1 0 0,0 1-1 0 0,-2 13 0 0 0,5-22-72 0 0,1 1 0 0 0,-1-1 0 0 0,1 1 0 0 0,0 0 0 0 0,0-1 0 0 0,1 1 0 0 0,-1 0 0 0 0,0-1-1 0 0,1 1 1 0 0,0-1 0 0 0,-1 1 0 0 0,1-1 0 0 0,0 1 0 0 0,0-1 0 0 0,1 0 0 0 0,-1 1 0 0 0,0-1 0 0 0,1 0 0 0 0,-1 0 0 0 0,1 0-1 0 0,0 0 1 0 0,0 0 0 0 0,0 0 0 0 0,0-1 0 0 0,0 1 0 0 0,0 0 0 0 0,0-1 0 0 0,0 0 0 0 0,1 1 0 0 0,-1-1 0 0 0,3 1-1 0 0,-2-1-217 0 0,2-3-1 0 0,2-1 203 0 0,0-1-1 0 0,0 0 0 0 0,-1 0 1 0 0,1-1-1 0 0,-1 0 1 0 0,0 0-1 0 0,0 0 0 0 0,0-1 1 0 0,-1 0-1 0 0,0 0 1 0 0,0 0-1 0 0,-1 0 0 0 0,0-1 1 0 0,0 0-1 0 0,0 0 1 0 0,-1 0-1 0 0,5-14 0 0 0,1-4 289 0 0,-2-1 0 0 0,0 0-1 0 0,-2 0 1 0 0,3-31-1 0 0,-5 12 137 0 0,-2 1 1 0 0,-2 0-1 0 0,-7-50 0 0 0,-32-127 2485 0 0,39 218-2517 0 0,1 3-351 0 0,0 0 0 0 0,0 1 0 0 0,0-1 1 0 0,0 0-1 0 0,0 0 0 0 0,0 1 0 0 0,0-1 0 0 0,0 0 1 0 0,0 0-1 0 0,0 1 0 0 0,0-1 0 0 0,0 0 0 0 0,0 0 1 0 0,0 0-1 0 0,0 1 0 0 0,-1-1 0 0 0,1 0 0 0 0,0 0 0 0 0,0 1 1 0 0,0-1-1 0 0,0 0 0 0 0,0 0 0 0 0,-1 0 0 0 0,1 0 1 0 0,0 1-1 0 0,0-1 0 0 0,0 0 0 0 0,-1 0 0 0 0,1 0 0 0 0,0 0 1 0 0,0 0-1 0 0,-1 0 0 0 0,1 1 0 0 0,0-1 0 0 0,-1 0 1 0 0,0 0 0 0 0,1 1 0 0 0,-1-1-1 0 0,1 0 1 0 0,0 1 0 0 0,-1-1 0 0 0,1 0-1 0 0,-1 1 1 0 0,1-1 0 0 0,-1 1 0 0 0,1-1-1 0 0,0 0 1 0 0,-1 1 0 0 0,1-1 0 0 0,0 1-1 0 0,0 0 1 0 0,-1-1 0 0 0,1 1 0 0 0,0-1-1 0 0,0 1 1 0 0,0-1 0 0 0,0 1 0 0 0,0-1-1 0 0,0 1 1 0 0,-1 0 0 0 0,1-1 0 0 0,0 1-1 0 0,1-1 1 0 0,-1 1 0 0 0,0 0 0 0 0,0-1-1 0 0,0 1 1 0 0,0-1 0 0 0,1 1 0 0 0,29 295 132 0 0,-4-73-1624 0 0,5 315-3291 0 0,-28-306-911 0 0,-3-134 8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41 228 3568 0 0,'-26'-224'8740'0'0,"26"220"-7167"0"0,-9 21-807 0 0,7-2-638 0 0,0 0 0 0 0,1 0 1 0 0,1 0-1 0 0,0 0 1 0 0,3 21-1 0 0,0 3-26 0 0,45 634 476 0 0,-37-594-1020 0 0,-7-88 172 0 0,6-5-46 0 0,50-155-1048 0 0,-59 165 1320 0 0,1 0-2 0 0,-2 1 30 0 0,1 1 0 0 0,0 0 0 0 0,0 0 0 0 0,1 0 0 0 0,-1 0 0 0 0,0 0 0 0 0,1 0 0 0 0,-1 0 0 0 0,1 0 0 0 0,-1 1 0 0 0,1-1 0 0 0,0 0 0 0 0,2-1 0 0 0,-1 2-104 0 0,22 24 211 0 0,6 23-82 0 0,-27-39-20 0 0,1 0 1 0 0,0 0 0 0 0,0-1 0 0 0,1 1-1 0 0,0-1 1 0 0,0-1 0 0 0,0 1-1 0 0,1-1 1 0 0,0 0 0 0 0,0 0 0 0 0,0-1-1 0 0,16 7 1 0 0,-20-10-59 0 0,2-1-44 0 0,2-1 48 0 0,0 1 0 0 0,0-1 0 0 0,0 0 0 0 0,0-1 0 0 0,0 0 0 0 0,0 0 0 0 0,-1 0 0 0 0,1-1 0 0 0,-1 0 0 0 0,7-3 0 0 0,-7 1 0 0 0,1 0 0 0 0,-1 0-1 0 0,0-1 1 0 0,-1 1 0 0 0,1-1-1 0 0,-1-1 1 0 0,0 1 0 0 0,0-1-1 0 0,-1 1 1 0 0,0-1 0 0 0,6-15-1 0 0,2-16 97 0 0,-11 31-14 0 0,0 4 44 0 0,-1-1-11 0 0,3-10-12 0 0,-2 10 211 0 0,-3 7-225 0 0,-1 3-13 0 0,-1 0 0 0 0,2 0 1 0 0,-1 0-1 0 0,1 1 0 0 0,0-1 1 0 0,0 1-1 0 0,1-1 0 0 0,0 1 1 0 0,-1 10-1 0 0,1 60-268 0 0,1-74 206 0 0,1 1 0 0 0,0-1 0 0 0,-1 1 1 0 0,1-1-1 0 0,0 1 0 0 0,1-1 0 0 0,-1 0 0 0 0,1 0 1 0 0,2 5-1 0 0,-2-5 18 0 0,-1 0-114 0 0,0-3 141 0 0,-1 0 0 0 0,0 0 0 0 0,1 0 0 0 0,-1 0-1 0 0,0 0 1 0 0,1 0 0 0 0,-1 0 0 0 0,0 0 0 0 0,1 0-1 0 0,-1 0 1 0 0,0 0 0 0 0,0 0 0 0 0,1 1 0 0 0,-1-1-1 0 0,0 0 1 0 0,0 0 0 0 0,1 0 0 0 0,-1 1 0 0 0,0-1-1 0 0,0 0 1 0 0,1 0 0 0 0,-1 1 0 0 0,0-1 0 0 0,0 0-1 0 0,0 0 1 0 0,0 1 0 0 0,1-1 0 0 0,-1 0 0 0 0,0 0-1 0 0,0 1 1 0 0,0 0-2 0 0,0-1-1 0 0,1 1 1 0 0,-1-1 0 0 0,0 1-1 0 0,0-1 1 0 0,1 1 0 0 0,-1-1-1 0 0,0 0 1 0 0,1 1 0 0 0,-1-1-1 0 0,1 1 1 0 0,-1-1 0 0 0,0 0-1 0 0,1 1 1 0 0,-1-1 0 0 0,1 0-1 0 0,-1 0 1 0 0,1 1 0 0 0,-1-1-1 0 0,1 0 1 0 0,-1 0-1 0 0,1 0 1 0 0,-1 0 0 0 0,1 0-1 0 0,-1 1 1 0 0,1-1 0 0 0,-1 0-1 0 0,1 0 1 0 0,-1 0 0 0 0,1 0-1 0 0,-1-1 1 0 0,1 1 0 0 0,0 0-1 0 0,3 0 57 0 0,1-1-1 0 0,-1 1 0 0 0,1-1 0 0 0,-1 0 0 0 0,1-1 1 0 0,-1 1-1 0 0,0-1 0 0 0,0 0 0 0 0,0 0 0 0 0,0 0 1 0 0,0 0-1 0 0,0-1 0 0 0,0 1 0 0 0,-1-1 1 0 0,6-5-1 0 0,-9 7-44 0 0,6-4 151 0 0,-1-1 0 0 0,0-1 0 0 0,0 1 0 0 0,-1-1 0 0 0,0 0 0 0 0,0 0 0 0 0,-1 0 1 0 0,0 0-1 0 0,4-13 0 0 0,-5 14-79 0 0,0-1 41 0 0,0-1-1 0 0,0 0 1 0 0,-1 1 0 0 0,0-1 0 0 0,0 0-1 0 0,0 1 1 0 0,-1-1 0 0 0,0 0 0 0 0,-1 0-1 0 0,0 0 1 0 0,0 1 0 0 0,-1-1 0 0 0,-2-7-1 0 0,3 13-109 0 0,0 0 0 0 0,0 0 0 0 0,-1 1 0 0 0,1-1 0 0 0,-1 1 0 0 0,1-1 0 0 0,-1 1 0 0 0,1-1 0 0 0,-1 1 0 0 0,0 0 0 0 0,1-1 0 0 0,-1 1 0 0 0,-2-1 0 0 0,1 1-120 0 0,-1 3-99 0 0,-2 1-73 0 0,0 1-1 0 0,1-1 1 0 0,0 1 0 0 0,-1 0-1 0 0,1 1 1 0 0,1-1 0 0 0,-1 1-1 0 0,1 0 1 0 0,0 0 0 0 0,0 0-1 0 0,0 1 1 0 0,1-1 0 0 0,0 1 0 0 0,0 0-1 0 0,-4 11 1 0 0,-1 9-2705 0 0,6-22 460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 5120 0 0,'1'-4'1676'0'0,"5"-8"4263"0"0,-3 21-3920 0 0,0 35-2794 0 0,-3-28 1422 0 0,7 42-639 0 0,1-1 1 0 0,24 79-1 0 0,19 20-3298 0 0,-39-132 2033 0 0,1 3-4935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0 144 3056 0 0,'0'0'4672'0'0,"1"-4"-4227"0"0,0 1-394 0 0,0 0 0 0 0,1 1 0 0 0,-1-1 0 0 0,1 1 0 0 0,-1-1 0 0 0,1 1 0 0 0,0 0 1 0 0,0 0-1 0 0,0 0 0 0 0,0 0 0 0 0,1 0 0 0 0,-1 0 0 0 0,0 0 0 0 0,1 1 0 0 0,-1-1 0 0 0,1 1 1 0 0,0 0-1 0 0,4-2 0 0 0,66-22 113 0 0,-46 17-132 0 0,-10 3-45 0 0,116-44-3711 0 0,-129 47 2693 0 0,0 0-633 0 0,17-7-1204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78 115 3048 0 0,'0'0'2113'0'0,"-2"4"-1617"0"0,2-4-430 0 0,-16 38 1404 0 0,16-36-1438 0 0,0-1 0 0 0,-1 1 0 0 0,1 0 0 0 0,0-1 0 0 0,0 1 0 0 0,0 0 0 0 0,1 0 1 0 0,-1-1-1 0 0,0 1 0 0 0,1 0 0 0 0,-1-1 0 0 0,1 1 0 0 0,-1-1 0 0 0,1 1 0 0 0,0 0 0 0 0,-1-1 0 0 0,1 1 0 0 0,0-1 0 0 0,0 0 0 0 0,0 1 0 0 0,0-1 0 0 0,2 2 0 0 0,0-1 15 0 0,0-4-21 0 0,2 0 60 0 0,-1 0 0 0 0,1-1 0 0 0,-1 0 1 0 0,0 0-1 0 0,0 0 0 0 0,-1-1 0 0 0,1 1 1 0 0,0-1-1 0 0,-1 0 0 0 0,0 0 0 0 0,3-6 0 0 0,-3 6 15 0 0,-1-1-1 0 0,1 0 0 0 0,-1 0 1 0 0,0 1-1 0 0,-1-1 0 0 0,0 0 0 0 0,1-1 1 0 0,-1 1-1 0 0,-1 0 0 0 0,1 0 0 0 0,-1 0 1 0 0,0-1-1 0 0,0 1 0 0 0,-1 0 1 0 0,1 0-1 0 0,-1 0 0 0 0,0 0 0 0 0,-1 0 1 0 0,1 0-1 0 0,-1 0 0 0 0,0 0 0 0 0,-5-8 1 0 0,6 11-65 0 0,0 0 1 0 0,0 0 0 0 0,0 1 0 0 0,0-1-1 0 0,-1 0 1 0 0,1 1 0 0 0,0-1 0 0 0,-1 1-1 0 0,1 0 1 0 0,-1-1 0 0 0,0 1 0 0 0,1 0-1 0 0,-1 0 1 0 0,0 0 0 0 0,0 0 0 0 0,0 0-1 0 0,0 1 1 0 0,0-1 0 0 0,0 1 0 0 0,0-1-1 0 0,0 1 1 0 0,0-1 0 0 0,0 1 0 0 0,0 0-1 0 0,0 0 1 0 0,0 0 0 0 0,0 0 0 0 0,0 1-1 0 0,0-1 1 0 0,0 0 0 0 0,0 1 0 0 0,0 0-1 0 0,0-1 1 0 0,0 1 0 0 0,0 0-1 0 0,1 0 1 0 0,-1 0 0 0 0,0 0 0 0 0,0 0-1 0 0,1 0 1 0 0,-1 1 0 0 0,1-1 0 0 0,-1 0-1 0 0,-1 3 1 0 0,-2 2 9 0 0,0 0-1 0 0,0 0 0 0 0,1 1 1 0 0,-1-1-1 0 0,2 1 0 0 0,-1 0 1 0 0,1 1-1 0 0,0-1 0 0 0,0 0 1 0 0,1 1-1 0 0,0-1 0 0 0,0 1 1 0 0,0 13-1 0 0,2-9-23 0 0,1 0 0 0 0,0-1 0 0 0,1 1 0 0 0,0 0 0 0 0,1-1 0 0 0,1 0 0 0 0,8 20 0 0 0,-9-25-76 0 0,0 0 1 0 0,0 0-1 0 0,0-1 1 0 0,1 1-1 0 0,0-1 1 0 0,0 0-1 0 0,1 0 1 0 0,-1 0-1 0 0,1-1 1 0 0,0 0-1 0 0,0 0 1 0 0,0 0-1 0 0,1 0 1 0 0,0-1-1 0 0,-1 0 1 0 0,1 0-1 0 0,12 4 1 0 0,40 1-1107 0 0,-51-9 941 0 0,-1 1 0 0 0,1-1 0 0 0,-1 0 1 0 0,1-1-1 0 0,-1 1 0 0 0,1-1 0 0 0,-1-1 0 0 0,0 1 0 0 0,0-1 0 0 0,0 0 0 0 0,0-1 1 0 0,6-3-1 0 0,-2-1-616 0 0,-1 0 1 0 0,1 0 0 0 0,-1-1 0 0 0,-1 0 0 0 0,9-12-1 0 0,1-5-2959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94 4132 0 0,'-2'-10'842'0'0,"-1"-1"0"0"0,0 1-1 0 0,0 0 1 0 0,-1 0-1 0 0,0 0 1 0 0,-1 1-1 0 0,-7-12 1 0 0,10 18 977 0 0,-2 5-1378 0 0,-11 6-3 0 0,14-7-426 0 0,1-1 1 0 0,0 0 0 0 0,-1 0-1 0 0,1 0 1 0 0,0 0 0 0 0,0 0-1 0 0,-1 1 1 0 0,1-1 0 0 0,0 0-1 0 0,0 0 1 0 0,-1 0 0 0 0,1 1-1 0 0,0-1 1 0 0,0 0 0 0 0,0 0-1 0 0,0 1 1 0 0,-1-1 0 0 0,1 0-1 0 0,0 0 1 0 0,0 1 0 0 0,0-1-1 0 0,0 0 1 0 0,0 1 0 0 0,0-1-1 0 0,0 0 1 0 0,0 0 0 0 0,0 1-1 0 0,0-1 1 0 0,0 0 0 0 0,0 1-1 0 0,-3 21 245 0 0,1-1 0 0 0,1 1 0 0 0,4 38 0 0 0,14 74-31 0 0,-9-74-288 0 0,48 396-3285 0 0,-25-151-3362 0 0,-23-212 1658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33 4788 0 0,'-1'-3'1852'0'0,"-6"-15"2167"0"0,-1 7 1920 0 0,6 33-5808 0 0,1 0 1 0 0,1 1-1 0 0,1-1 1 0 0,1 0-1 0 0,6 26 1 0 0,-1 7-39 0 0,10 143-1774 0 0,-8 213 0 0 0,-17-303-3487 0 0,7-104 3986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13 151 2596 0 0,'0'0'2762'0'0,"-2"-2"-1772"0"0,-7-6-190 0 0,7 6 531 0 0,3-2-767 0 0,1-2-389 0 0,0 0 0 0 0,0 1-1 0 0,0-1 1 0 0,1 1-1 0 0,0 0 1 0 0,0 0 0 0 0,0 0-1 0 0,1 0 1 0 0,-1 0-1 0 0,1 1 1 0 0,0-1-1 0 0,1 1 1 0 0,-1 0 0 0 0,1 1-1 0 0,10-7 1 0 0,2-1-35 0 0,0 2 0 0 0,1 0 0 0 0,23-8 0 0 0,-31 14-107 0 0,30 0-4 0 0,-35 5-30 0 0,-3-2-2 0 0,0 1 0 0 0,0-1 0 0 0,0 1 0 0 0,0 0 0 0 0,0 0 0 0 0,0 0 0 0 0,0 0 0 0 0,0 0 0 0 0,0 0 0 0 0,0 0 0 0 0,0 1 0 0 0,-1-1 0 0 0,1 0 0 0 0,-1 1 0 0 0,1 0 0 0 0,-1-1 0 0 0,1 1 0 0 0,-1 0 0 0 0,2 2 0 0 0,-2-2 4 0 0,0 1-4 0 0,0-1 1 0 0,0 1-1 0 0,0 0 1 0 0,0-1-1 0 0,0 1 0 0 0,-1 0 1 0 0,1-1-1 0 0,-1 1 0 0 0,0 0 1 0 0,0 0-1 0 0,0 0 0 0 0,0-1 1 0 0,0 1-1 0 0,-1 3 0 0 0,-9 36-156 0 0,5-30 195 0 0,0 1 1 0 0,-1-1 0 0 0,-1 0-1 0 0,0 0 1 0 0,0 0-1 0 0,-1-1 1 0 0,-17 17 0 0 0,2-5 63 0 0,-51 40 1 0 0,71-60-312 0 0,-1-1-1 0 0,1 1 1 0 0,-1-1 0 0 0,1 0 0 0 0,-1 0-1 0 0,0 0 1 0 0,0-1 0 0 0,0 1 0 0 0,0-1 0 0 0,-7 1-1 0 0,11-2 123 0 0,-1 1-1 0 0,1-1 0 0 0,-1 0 0 0 0,1 0 1 0 0,-1 0-1 0 0,0-1 0 0 0,1 1 1 0 0,-1 0-1 0 0,1 0 0 0 0,-1 0 1 0 0,1 0-1 0 0,-1 0 0 0 0,1-1 0 0 0,-1 1 1 0 0,1 0-1 0 0,0 0 0 0 0,-1-1 1 0 0,1 1-1 0 0,-1 0 0 0 0,1-1 1 0 0,-1 1-1 0 0,1 0 0 0 0,0-1 0 0 0,-1 1 1 0 0,1-1-1 0 0,0 1 0 0 0,0-1 1 0 0,-1 1-1 0 0,1-1 0 0 0,0 1 1 0 0,0-1-1 0 0,-1 1 0 0 0,1-1 0 0 0,0 1 1 0 0,0-1-1 0 0,0 1 0 0 0,0-1 1 0 0,0 1-1 0 0,0-1 0 0 0,0 0 1 0 0,5-19-2728 0 0,-5 18 2808 0 0,9-20-3818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3836 0 0,'2'-5'1539'0'0,"17"-43"1859"0"0,-17 44-2498 0 0,-1 0-121 0 0,4-4-348 0 0,-4 17 299 0 0,-5 37 996 0 0,1 9-689 0 0,3 7-1916 0 0,10 63-1 0 0,-8-104 578 0 0,2 0 0 0 0,0-1 0 0 0,2 0 0 0 0,0 0 0 0 0,1 0-1 0 0,18 36 1 0 0,-21-50-125 0 0,0 0 0 0 0,0 1 0 0 0,1-2-1 0 0,8 11 1 0 0,-10-13-148 0 0,0-1-1 0 0,1 0 1 0 0,-1 1 0 0 0,0-1 0 0 0,1 0-1 0 0,-1-1 1 0 0,7 3 0 0 0,13 4-3149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28 2984 0 0,'0'0'1288'0'0,"-2"-4"-221"0"0,1 3-874 0 0,0 0-93 0 0,0 1 1 0 0,0-1-1 0 0,0 0 1 0 0,0 0-1 0 0,0-1 0 0 0,0 1 1 0 0,1 0-1 0 0,-1 0 0 0 0,0 0 1 0 0,1 0-1 0 0,-1-1 0 0 0,0-1 555 0 0,-20-3 228 0 0,17 5-516 0 0,2 2-301 0 0,0-1-1 0 0,-1 1 0 0 0,1 0 1 0 0,0-1-1 0 0,0 1 0 0 0,0 0 1 0 0,0 0-1 0 0,0 1 0 0 0,0-1 1 0 0,0 0-1 0 0,0 1 0 0 0,1-1 1 0 0,-1 1-1 0 0,-2 2 0 0 0,-23 32 581 0 0,0 32-270 0 0,26-64-359 0 0,1 1-37 0 0,-1 15-11 0 0,0-15-8 0 0,2-1-33 0 0,3 10-16 0 0,-3-10-2 0 0,1-2-17 0 0,6 8 19 0 0,-6-7 35 0 0,2-3-7 0 0,14 2 56 0 0,-14-1 30 0 0,14-8 66 0 0,-14 5-26 0 0,-1 0 0 0 0,1 0 0 0 0,-1 0 0 0 0,0 0 1 0 0,0 0-1 0 0,0-1 0 0 0,0 0 0 0 0,4-4 0 0 0,-4 5-51 0 0,0-1 191 0 0,7-13 216 0 0,-9 15-269 0 0,0 0 0 0 0,0 0 1 0 0,0-1-1 0 0,0 1 1 0 0,0 0-1 0 0,0 0 0 0 0,0-1 1 0 0,-1 1-1 0 0,1-1 1 0 0,0 1-1 0 0,-1-1 0 0 0,1 1 1 0 0,0-3-1 0 0,-1 4-150 0 0,0 0-1 0 0,0 1 1 0 0,0-1-1 0 0,0 0 0 0 0,0 0 1 0 0,0 1-1 0 0,0-1 1 0 0,0 0-1 0 0,1 0 1 0 0,-1 1-1 0 0,0-1 1 0 0,0 0-1 0 0,0 0 0 0 0,1 0 1 0 0,-1 1-1 0 0,0-1 1 0 0,0 0-1 0 0,0 0 1 0 0,1 0-1 0 0,-1 0 1 0 0,0 0-1 0 0,0 0 1 0 0,1 1-1 0 0,-1-1 0 0 0,0 0 1 0 0,0 0-1 0 0,1 0 1 0 0,-1 0-1 0 0,0 0 1 0 0,0 0-1 0 0,1 0 1 0 0,-1 0-1 0 0,1 0 0 0 0,-1 0-4 0 0,1 0-1 0 0,0 0 0 0 0,-1 0 0 0 0,1 0 0 0 0,0 0 1 0 0,-1 0-1 0 0,1 1 0 0 0,0-1 0 0 0,-1 0 0 0 0,1 1 1 0 0,-1-1-1 0 0,1 0 0 0 0,0 1 0 0 0,-1-1 0 0 0,1 0 0 0 0,-1 1 1 0 0,1-1-1 0 0,-1 1 0 0 0,1-1 0 0 0,-1 1 0 0 0,0-1 1 0 0,1 1-1 0 0,-1 0 0 0 0,1-1 0 0 0,-1 1 0 0 0,0 0 1 0 0,6 15-738 0 0,0 0-1 0 0,16 27 1 0 0,-21-40 166 0 0,18 10-2955 0 0,-13-13 2279 0 0,15-1-939 0 0,-16 1-1527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76 3736 0 0,'-3'-24'1320'0'0,"2"19"-203"0"0,-1 3-163 0 0,1 1-829 0 0,0 0 0 0 0,0 0 0 0 0,-1 0 0 0 0,1 1 1 0 0,0-1-1 0 0,0 0 0 0 0,-1 0 0 0 0,1 1 0 0 0,0-1 0 0 0,-1 1 1 0 0,1-1-1 0 0,0 1 0 0 0,-1 0 0 0 0,1-1 0 0 0,-1 1 0 0 0,1 0 1 0 0,-1 0-1 0 0,1 0 0 0 0,0 0 0 0 0,-1 0 0 0 0,1 1 0 0 0,-1-1 1 0 0,1 0-1 0 0,-3 1 0 0 0,1 1 27 0 0,-1 0 1 0 0,0 0-1 0 0,1 0 1 0 0,-1 0-1 0 0,1 0 1 0 0,0 1-1 0 0,0 0 1 0 0,-5 5-1 0 0,-1 1 25 0 0,1 2 1 0 0,0-1-1 0 0,1 1 0 0 0,-9 18 0 0 0,14-24-157 0 0,0-1 0 0 0,0 1 1 0 0,0-1-1 0 0,1 1 0 0 0,-1 0 1 0 0,1-1-1 0 0,1 1 0 0 0,-1 0 1 0 0,1 0-1 0 0,0 0 1 0 0,0 0-1 0 0,0 0 0 0 0,0 0 1 0 0,1-1-1 0 0,0 1 0 0 0,0 0 1 0 0,3 8-1 0 0,-1-9-92 0 0,0 0 1 0 0,0 0-1 0 0,1 0 1 0 0,-1 0-1 0 0,1-1 1 0 0,0 1-1 0 0,0-1 1 0 0,0 0-1 0 0,0 0 1 0 0,0-1-1 0 0,1 1 0 0 0,-1-1 1 0 0,9 3-1 0 0,-2-2-163 0 0,1 0-1 0 0,0-1 1 0 0,0 0-1 0 0,23 0 0 0 0,-23-2 132 0 0,-1-1 0 0 0,0 0-1 0 0,0 0 1 0 0,16-5 0 0 0,-5 1-96 0 0,-9 1 251 0 0,0 0 1 0 0,0-1-1 0 0,-1-1 1 0 0,0 0-1 0 0,0 0 1 0 0,21-16-1 0 0,-29 20 204 0 0,-1-1-17 0 0,27-18 744 0 0,-27 19-610 0 0,1 1-406 0 0,10-3-29 0 0,-10 3-5 0 0,0 0-357 0 0,12-2 298 0 0,-12 2 11 0 0,13-8-93 0 0,-9 4 194 0 0,-1-1 0 0 0,0 1-1 0 0,0-1 1 0 0,-1 0-1 0 0,0-1 1 0 0,0 1-1 0 0,0-1 1 0 0,-1-1 0 0 0,0 1-1 0 0,-1-1 1 0 0,1 1-1 0 0,-2-1 1 0 0,1-1-1 0 0,-1 1 1 0 0,3-12 0 0 0,-4 15 31 0 0,1-16 45 0 0,-2 17-34 0 0,-2 1 25 0 0,0 2-33 0 0,1 0 0 0 0,-1 0 0 0 0,1 0 1 0 0,0 0-1 0 0,-1 0 0 0 0,0 1 0 0 0,1-1 1 0 0,-1 0-1 0 0,1 0 0 0 0,-1 1 1 0 0,0-1-1 0 0,0 0 0 0 0,1 1 0 0 0,-1-1 1 0 0,0 1-1 0 0,0-1 0 0 0,0 1 0 0 0,1-1 1 0 0,-1 1-1 0 0,0 0 0 0 0,0-1 0 0 0,0 1 1 0 0,0 0-1 0 0,0 0 0 0 0,0 0 0 0 0,0-1 1 0 0,0 1-1 0 0,0 0 0 0 0,0 0 0 0 0,0 1 1 0 0,0-1-1 0 0,0 0 0 0 0,0 0 0 0 0,0 0 1 0 0,0 1-1 0 0,1-1 0 0 0,-1 0 0 0 0,0 1 1 0 0,0-1-1 0 0,0 1 0 0 0,0-1 0 0 0,-1 2 1 0 0,-5 2 44 0 0,1 0-1 0 0,0 1 1 0 0,0 0 0 0 0,0 1 0 0 0,1-1 0 0 0,0 1 0 0 0,0 0-1 0 0,0 0 1 0 0,1 0 0 0 0,0 1 0 0 0,-4 7 0 0 0,5-7 7 0 0,0 0 0 0 0,1 1 0 0 0,0-1 1 0 0,0 1-1 0 0,1-1 0 0 0,-2 16 0 0 0,4-19-61 0 0,-1 1 0 0 0,0-1 0 0 0,1 0 0 0 0,0 0-1 0 0,0 0 1 0 0,0 0 0 0 0,1 0 0 0 0,-1 0 0 0 0,1-1 0 0 0,0 1-1 0 0,0 0 1 0 0,0-1 0 0 0,1 1 0 0 0,2 2 0 0 0,-2-3-9 0 0,0-1 0 0 0,0 0 0 0 0,0 1 0 0 0,0-1 0 0 0,1-1 0 0 0,-1 1 0 0 0,1 0 0 0 0,-1-1 0 0 0,1 0 0 0 0,0 0 0 0 0,-1 0 0 0 0,1 0 0 0 0,0 0 0 0 0,6-1 0 0 0,-7 0-5 0 0,5 2-92 0 0,1-2-1 0 0,-1 1 0 0 0,1-2 0 0 0,0 1 1 0 0,-1-1-1 0 0,1 0 0 0 0,-1 0 1 0 0,14-5-1 0 0,-1-2-863 0 0,39-17-1 0 0,-46 17-462 0 0,0 0 0 0 0,-1-1 0 0 0,22-19 0 0 0,-13 8-3359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189 239 4168 0 0,'10'-15'1551'0'0,"-1"-1"0"0"0,-1 0 0 0 0,0 0 0 0 0,-1 0-1 0 0,9-33 1 0 0,-15 45-1014 0 0,0-21 200 0 0,-1 20-460 0 0,-2 1-66 0 0,1 3-194 0 0,0 0-1 0 0,1-1 1 0 0,-1 1-1 0 0,0 0 1 0 0,0 0-1 0 0,0-1 0 0 0,0 1 1 0 0,0 0-1 0 0,0 0 1 0 0,0 0-1 0 0,-1 0 1 0 0,1 1-1 0 0,0-1 0 0 0,-1 0 1 0 0,1 0-1 0 0,0 1 1 0 0,-1-1-1 0 0,1 1 1 0 0,-1-1-1 0 0,1 1 0 0 0,-1 0 1 0 0,1-1-1 0 0,-1 1 1 0 0,1 0-1 0 0,-1 0 1 0 0,1 0-1 0 0,-1 0 1 0 0,1 0-1 0 0,-1 0 0 0 0,1 1 1 0 0,-1-1-1 0 0,1 1 1 0 0,-2 0-1 0 0,-11 5-30 0 0,1 1 0 0 0,0 0 0 0 0,1 1 0 0 0,-1 1 0 0 0,2 0 0 0 0,-1 0 0 0 0,1 2 0 0 0,1-1 0 0 0,0 1 0 0 0,0 0 0 0 0,1 1 0 0 0,1 0 0 0 0,0 1 1 0 0,0 0-1 0 0,1 0 0 0 0,1 1 0 0 0,1-1 0 0 0,-1 1 0 0 0,2 0 0 0 0,0 1 0 0 0,-3 26 0 0 0,6-38-68 0 0,1 1-1 0 0,0 0 1 0 0,0-1 0 0 0,0 1 0 0 0,1-1 0 0 0,-1 1 0 0 0,1-1 0 0 0,0 1-1 0 0,0-1 1 0 0,0 1 0 0 0,0-1 0 0 0,1 1 0 0 0,0-1 0 0 0,-1 0-1 0 0,1 0 1 0 0,0 0 0 0 0,3 3 0 0 0,-3-3-127 0 0,2-3-1 0 0,1 0 172 0 0,0 0 0 0 0,-1 0 0 0 0,1 0 0 0 0,0-1 0 0 0,-1 0 0 0 0,1 0 1 0 0,0 0-1 0 0,-1 0 0 0 0,0-1 0 0 0,1 0 0 0 0,-1 0 0 0 0,0 0 0 0 0,0 0 0 0 0,6-5 1 0 0,2-2 99 0 0,0 0 0 0 0,0-1 1 0 0,17-20-1 0 0,54-71 1114 0 0,-81 99-1046 0 0,0 0-29 0 0,-1 1-95 0 0,-1 1 0 0 0,0-1 1 0 0,1 1-1 0 0,-1 0 0 0 0,0-1 0 0 0,1 1 1 0 0,-1 0-1 0 0,1-1 0 0 0,-1 1 0 0 0,1 0 1 0 0,-1 0-1 0 0,1-1 0 0 0,-1 1 1 0 0,1 0-1 0 0,-1 0 0 0 0,1 0 0 0 0,-1 0 1 0 0,1 0-1 0 0,-1 0 0 0 0,1 0 1 0 0,-1 0-1 0 0,1 0 0 0 0,-1 0 0 0 0,1 0 1 0 0,-1 0-1 0 0,1 0 0 0 0,0 0 0 0 0,-1 0 1 0 0,1 0-1 0 0,-1 1 0 0 0,1-1 1 0 0,-1 0-1 0 0,0 0 0 0 0,1 1 0 0 0,-1-1 1 0 0,1 0-1 0 0,0 1 0 0 0,15 24 77 0 0,9 47-83 0 0,-21-60 22 0 0,61 251-321 0 0,-49-170-384 0 0,-5 1-1 0 0,1 116 1 0 0,-11-207 671 0 0,-1 1 0 0 0,0 0 0 0 0,-1 0 0 0 0,1-1 0 0 0,0 1 0 0 0,-1 0 0 0 0,0 0 0 0 0,0-1 0 0 0,0 1 1 0 0,-1 0-1 0 0,1-1 0 0 0,-1 0 0 0 0,1 1 0 0 0,-1-1 0 0 0,0 0 0 0 0,-1 0 0 0 0,-2 4 0 0 0,3-5 44 0 0,-3-2 18 0 0,-1 0-44 0 0,1-1 0 0 0,-1 1-1 0 0,1-1 1 0 0,-1-1-1 0 0,1 1 1 0 0,0-1 0 0 0,0 0-1 0 0,0 0 1 0 0,0 0-1 0 0,0-1 1 0 0,-5-3 0 0 0,0-1 16 0 0,0-1 0 0 0,1 0 1 0 0,0 0-1 0 0,-14-17 0 0 0,9 8 3 0 0,1-1 0 0 0,1 0 1 0 0,1-1-1 0 0,1 0 0 0 0,-12-32 0 0 0,17 39-62 0 0,1-1 1 0 0,1 0 0 0 0,0 0-1 0 0,1-1 1 0 0,0 1-1 0 0,1 0 1 0 0,1-1-1 0 0,0 1 1 0 0,1-1 0 0 0,3-18-1 0 0,0 15-78 0 0,1 0 0 0 0,0 0-1 0 0,1 1 1 0 0,1-1-1 0 0,0 2 1 0 0,2-1 0 0 0,10-15-1 0 0,16-15-318 0 0,2 1 0 0 0,2 3-1 0 0,83-70 1 0 0,-67 63 327 0 0,-21 17 61 0 0,-2 5 291 0 0,-1-2-1 0 0,49-61 0 0 0,-78 87 783 0 0,-22-1-562 0 0,19 4-445 0 0,0 0-1 0 0,0 0 1 0 0,0 0 0 0 0,0 0-1 0 0,0 0 1 0 0,0 1 0 0 0,0-1-1 0 0,0 0 1 0 0,-1 1 0 0 0,1-1-1 0 0,0 0 1 0 0,0 1 0 0 0,1-1-1 0 0,-1 1 1 0 0,0 0 0 0 0,0-1-1 0 0,0 1 1 0 0,0 0 0 0 0,0 0-1 0 0,1-1 1 0 0,-2 2 0 0 0,-7 5 56 0 0,0-1 0 0 0,0 2 1 0 0,0-1-1 0 0,1 1 0 0 0,0 0 0 0 0,0 1 1 0 0,1 0-1 0 0,1 0 0 0 0,-10 18 1 0 0,14-24-108 0 0,0 0 1 0 0,0 1 0 0 0,1-1-1 0 0,-1 1 1 0 0,1-1 0 0 0,0 1 0 0 0,0 0-1 0 0,1-1 1 0 0,-1 1 0 0 0,1 0-1 0 0,0 0 1 0 0,0-1 0 0 0,0 1 0 0 0,0 0-1 0 0,1 0 1 0 0,-1-1 0 0 0,1 1-1 0 0,0 0 1 0 0,0-1 0 0 0,2 5 0 0 0,-1-5-46 0 0,-1-1 0 0 0,1 1 0 0 0,-1-1 0 0 0,1 1 0 0 0,0-1 0 0 0,0 0 0 0 0,0 0 0 0 0,0 0 0 0 0,0 0 0 0 0,0 0 1 0 0,1 0-1 0 0,-1-1 0 0 0,1 1 0 0 0,-1-1 0 0 0,1 0 0 0 0,0 1 0 0 0,-1-1 0 0 0,1 0 0 0 0,0-1 0 0 0,0 1 0 0 0,0 0 1 0 0,-1-1-1 0 0,1 0 0 0 0,0 1 0 0 0,0-1 0 0 0,3-1 0 0 0,13 0 13 0 0,-15 1 104 0 0,18-12 618 0 0,-21 10-608 0 0,0 0 0 0 0,0 1 0 0 0,0-1 0 0 0,-1 0 0 0 0,1 0 0 0 0,0 0 0 0 0,-1 0 0 0 0,0 0 0 0 0,0-1 0 0 0,1 1 0 0 0,-1 0 0 0 0,0 0 0 0 0,0 0 0 0 0,-1 0 0 0 0,1 0 0 0 0,0 0 0 0 0,-1 0 0 0 0,1 0 0 0 0,-1 0 0 0 0,0 0 0 0 0,0 0 0 0 0,0 0 0 0 0,0 0 0 0 0,0 1 0 0 0,-2-4 0 0 0,-3-9 201 0 0,1 3-175 0 0,1 5-56 0 0,2 0 1 0 0,-1 0 0 0 0,1-1-1 0 0,-1 1 1 0 0,-1-14-1 0 0,4 17-67 0 0,0 1-1 0 0,0 0 1 0 0,0-1-1 0 0,0 1 1 0 0,0-1-1 0 0,1 1 0 0 0,-1 0 1 0 0,1-1-1 0 0,0 1 1 0 0,-1 0-1 0 0,1 0 0 0 0,0-1 1 0 0,0 1-1 0 0,1 0 1 0 0,-1 0-1 0 0,0 0 0 0 0,1 0 1 0 0,-1 0-1 0 0,1 1 1 0 0,0-1-1 0 0,-1 0 1 0 0,1 1-1 0 0,3-3 0 0 0,8-4-202 0 0,0 0-1 0 0,0 1 1 0 0,0 0-1 0 0,1 1 1 0 0,-1 0-1 0 0,24-5 0 0 0,1-1 125 0 0,-34 10 1185 0 0,2 6-809 0 0,-6-4-231 0 0,1 0-1 0 0,-1 0 1 0 0,1 0 0 0 0,-1 0-1 0 0,0 0 1 0 0,1 0-1 0 0,-1 0 1 0 0,0 1 0 0 0,1-1-1 0 0,-1 0 1 0 0,1 0 0 0 0,-1 0-1 0 0,0 0 1 0 0,1 1-1 0 0,-1-1 1 0 0,0 0 0 0 0,0 0-1 0 0,1 0 1 0 0,-1 1 0 0 0,0-1-1 0 0,1 0 1 0 0,-1 1 0 0 0,0-1-1 0 0,0 0 1 0 0,0 1-1 0 0,1-1 1 0 0,-1 0 0 0 0,0 1-1 0 0,0-1 1 0 0,0 0 0 0 0,0 1-1 0 0,0-1 1 0 0,0 0 0 0 0,0 1-1 0 0,1-1 1 0 0,-1 1-1 0 0,0 0 1 0 0,-14 25 433 0 0,8-14-406 0 0,0 0 0 0 0,1 0 0 0 0,0 1 0 0 0,-4 15-1 0 0,9-25-126 0 0,1 2-74 0 0,-1-2 49 0 0,1 0 0 0 0,-1 0 0 0 0,1 0-1 0 0,0 0 1 0 0,0 0 0 0 0,0 0 0 0 0,1 0-1 0 0,-1 0 1 0 0,1 0 0 0 0,0-1 0 0 0,-1 1-1 0 0,1 0 1 0 0,0-1 0 0 0,0 0 0 0 0,1 1-1 0 0,-1-1 1 0 0,0 0 0 0 0,1 0 0 0 0,0-1-1 0 0,-1 1 1 0 0,1 0 0 0 0,0-1 0 0 0,0 0-1 0 0,0 1 1 0 0,0-1 0 0 0,0 0 0 0 0,0 0-1 0 0,0-1 1 0 0,0 1 0 0 0,0-1 0 0 0,0 0-1 0 0,0 1 1 0 0,1-1 0 0 0,-1-1 0 0 0,5 0-1 0 0,0 1 175 0 0,0-1 0 0 0,0 0-1 0 0,0 0 1 0 0,0-1 0 0 0,0 0-1 0 0,0-1 1 0 0,0 0 0 0 0,-1 0 0 0 0,1 0-1 0 0,-1-1 1 0 0,0 0 0 0 0,11-9-1 0 0,-13 10 159 0 0,-1-1 0 0 0,0 1 0 0 0,0-1 0 0 0,0 0-1 0 0,0 0 1 0 0,4-6 0 0 0,-7 8-128 0 0,0 1 0 0 0,0-1 0 0 0,1 0 0 0 0,-1 0 0 0 0,0 0 0 0 0,-1 0 1 0 0,1-1-1 0 0,0 1 0 0 0,-1 0 0 0 0,1 0 0 0 0,-1 0 0 0 0,0-1 0 0 0,1 1 0 0 0,-1 0 0 0 0,0 0 0 0 0,-1-1 0 0 0,1-1 0 0 0,-1 1-67 0 0,1 0-1 0 0,-1 0 0 0 0,0 0 1 0 0,0 0-1 0 0,0 1 1 0 0,-1-1-1 0 0,1 0 1 0 0,-1 1-1 0 0,1-1 0 0 0,-1 1 1 0 0,0-1-1 0 0,0 1 1 0 0,0 0-1 0 0,0 0 0 0 0,0 0 1 0 0,-1 0-1 0 0,1 0 1 0 0,0 0-1 0 0,-1 0 1 0 0,0 1-1 0 0,1 0 0 0 0,-1-1 1 0 0,0 1-1 0 0,0 0 1 0 0,0 0-1 0 0,0 1 1 0 0,0-1-1 0 0,0 0 0 0 0,0 1 1 0 0,0 0-1 0 0,0 0 1 0 0,0 0-1 0 0,0 0 0 0 0,0 0 1 0 0,0 1-1 0 0,0-1 1 0 0,0 1-1 0 0,1 0 1 0 0,-6 1-1 0 0,-23 13-178 0 0,28-13-27 0 0,2 1-199 0 0,0-3 318 0 0,1 1-1 0 0,-1 0 0 0 0,1-1 1 0 0,-1 1-1 0 0,1 0 0 0 0,-1 0 1 0 0,1-1-1 0 0,0 1 0 0 0,-1 0 1 0 0,1 0-1 0 0,0 0 0 0 0,0-1 1 0 0,0 1-1 0 0,-1 0 0 0 0,1 0 1 0 0,0 0-1 0 0,0 0 0 0 0,0 0 1 0 0,1 1-1 0 0,1 0-168 0 0,1 0 1 0 0,0 0-1 0 0,-1-1 0 0 0,1 1 1 0 0,0-1-1 0 0,0 1 0 0 0,0-1 1 0 0,1 0-1 0 0,-1 0 0 0 0,0 0 1 0 0,0-1-1 0 0,0 1 0 0 0,1-1 0 0 0,-1 0 1 0 0,6 0-1 0 0,49-7-4132 0 0,-29 0 76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85 557 3872 0 0,'3'-6'1013'0'0,"0"0"-1"0"0,-1 0 1 0 0,1 0-1 0 0,1-12 1 0 0,-3 14-142 0 0,-2 2-726 0 0,1 0 0 0 0,-1 1 0 0 0,0-1 1 0 0,0 0-1 0 0,0 1 0 0 0,0-1 1 0 0,-1 1-1 0 0,1 0 0 0 0,0-1 0 0 0,-1 1 1 0 0,1 0-1 0 0,0 0 0 0 0,-1 0 0 0 0,0 0 1 0 0,1 0-1 0 0,-1 0 0 0 0,1 0 1 0 0,-1 0-1 0 0,-3 0 0 0 0,2-1 252 0 0,-16 8 188 0 0,16-5-545 0 0,1 1 0 0 0,-1-1-1 0 0,1 1 1 0 0,0 0 0 0 0,-1 0 0 0 0,1 0-1 0 0,0 0 1 0 0,0 0 0 0 0,1 0-1 0 0,-1 0 1 0 0,0 1 0 0 0,1-1 0 0 0,-1 0-1 0 0,1 1 1 0 0,-2 5 0 0 0,2-7-25 0 0,-1 5 3 0 0,-1-1 1 0 0,1 1-1 0 0,0 0 1 0 0,1 0-1 0 0,-1 0 1 0 0,1 0-1 0 0,1 0 1 0 0,-1 11-1 0 0,0-12-41 0 0,1 2-62 0 0,0 0 0 0 0,0 0 0 0 0,0 0 0 0 0,1 0 0 0 0,0 0 0 0 0,0 0 0 0 0,3 8 0 0 0,-2-9 9 0 0,-1 0-70 0 0,0-1 0 0 0,1 1-1 0 0,0-1 1 0 0,0 1 0 0 0,1-1 0 0 0,0 0-1 0 0,-1 0 1 0 0,2 0 0 0 0,3 5-1 0 0,-6-9 109 0 0,-1 0-1 0 0,1 0 1 0 0,0 0-1 0 0,-1 0 0 0 0,1 0 1 0 0,0-1-1 0 0,0 1 1 0 0,0 0-1 0 0,-1 0 0 0 0,1-1 1 0 0,0 1-1 0 0,0 0 1 0 0,0-1-1 0 0,0 1 0 0 0,2 0 1 0 0,1 0-82 0 0,-1 1-233 0 0,2-1 59 0 0,0-1 241 0 0,1 0 0 0 0,-1-1 0 0 0,0 1 0 0 0,0-1 0 0 0,1 0 0 0 0,-1-1 0 0 0,0 1 0 0 0,0-1 0 0 0,0 0 0 0 0,-1 0 0 0 0,1 0 0 0 0,0-1 0 0 0,-1 0 0 0 0,0 0 0 0 0,7-5 0 0 0,-2 0 122 0 0,0-1-1 0 0,0 0 0 0 0,-1 0 1 0 0,0-1-1 0 0,0 0 1 0 0,6-13-1 0 0,-3 2 216 0 0,-1 0 0 0 0,-2-1 0 0 0,0 0 1 0 0,-1-1-1 0 0,-1 1 0 0 0,-1-1 0 0 0,-1 0 0 0 0,-1-1 1 0 0,-2 1-1 0 0,0 0 0 0 0,-3-32 0 0 0,-2 8 279 0 0,-2-1 0 0 0,-2 1 0 0 0,-3 1 0 0 0,-23-68 0 0 0,23 90-337 0 0,9 20 194 0 0,-1 9-294 0 0,1 0-107 0 0,0 2 0 0 0,1-1-1 0 0,0 0 1 0 0,-1 0 0 0 0,2 0-1 0 0,-1 1 1 0 0,1-1-1 0 0,0 0 1 0 0,0 1 0 0 0,1-1-1 0 0,2 11 1 0 0,22 83-55 0 0,-12-50-78 0 0,85 478-5062 0 0,-56-135-1925 0 0,-33-292 1832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81 4012 0 0,'-1'-2'1430'0'0,"-15"-25"3400"0"0,14 24-2782 0 0,5 21-1294 0 0,-1-9-542 0 0,1 1-1 0 0,0-1 1 0 0,0 0 0 0 0,1 0 0 0 0,0-1-1 0 0,1 1 1 0 0,-1-1 0 0 0,10 11 0 0 0,-5-4-57 0 0,-3-5-101 0 0,1-1 1 0 0,-1 0-1 0 0,2 0 1 0 0,-1-1-1 0 0,1 1 0 0 0,0-1 1 0 0,1-1-1 0 0,0 0 1 0 0,0 0-1 0 0,1-1 1 0 0,12 7-1 0 0,-19-12-17 0 0,2 0-12 0 0,37-1 60 0 0,-38-1-84 0 0,0-2-19 0 0,0 1 15 0 0,0-1-1 0 0,-1 0 1 0 0,1 0 0 0 0,-1-1-1 0 0,0 1 1 0 0,1-1-1 0 0,-1 0 1 0 0,-1 1 0 0 0,1-1-1 0 0,-1 0 1 0 0,1-1 0 0 0,1-6-1 0 0,-1 6-7 0 0,5-39-143 0 0,-6 12 263 0 0,-2-46 0 0 0,-1 73-25 0 0,1 0 42 0 0,-5-40 367 0 0,5 41-1 0 0,-3 6-439 0 0,1 2-34 0 0,0 0 1 0 0,0 0-1 0 0,0 0 0 0 0,1 0 1 0 0,-1 1-1 0 0,1-1 1 0 0,0 0-1 0 0,0 1 0 0 0,1-1 1 0 0,-1 0-1 0 0,1 1 0 0 0,0-1 1 0 0,0 1-1 0 0,1-1 0 0 0,-1 1 1 0 0,3 8-1 0 0,2 13 68 0 0,14 43-1 0 0,-13-51-81 0 0,16 46-7 0 0,-3 1 1 0 0,21 132-1 0 0,-40-185-5 0 0,0 0 0 0 0,-1 0 0 0 0,0 0 0 0 0,-1 0 0 0 0,0 0-1 0 0,-1 0 1 0 0,-7 19 0 0 0,10-29 8 0 0,-1-1 0 0 0,1 0 0 0 0,0 1 0 0 0,-1-1 0 0 0,0 1 0 0 0,1-1 0 0 0,-1 0-1 0 0,0 1 1 0 0,1-1 0 0 0,-1 0 0 0 0,0 0 0 0 0,0 0 0 0 0,-2 2 0 0 0,-4 4 2 0 0,-6 5-3 0 0,9-8-1 0 0,0 0-1 0 0,0-1 1 0 0,-1 0 0 0 0,1 0-1 0 0,-10 5 1 0 0,-5-6 15 0 0,14-2-1 0 0,-3 0 26 0 0,1 0 1 0 0,-1-1-1 0 0,0 0 0 0 0,1 0 0 0 0,-1 0 1 0 0,1-1-1 0 0,0 0 0 0 0,-1 0 0 0 0,1-1 1 0 0,0 0-1 0 0,0 0 0 0 0,1-1 1 0 0,-1 0-1 0 0,1 0 0 0 0,-1 0 0 0 0,1-1 1 0 0,1 0-1 0 0,-1 0 0 0 0,1-1 1 0 0,0 1-1 0 0,0-1 0 0 0,-6-10 0 0 0,9 12-16 0 0,0 0-1 0 0,1 0 0 0 0,-1 0 1 0 0,1 0-1 0 0,0-1 0 0 0,0 1 1 0 0,1 0-1 0 0,-1-1 0 0 0,1 1 1 0 0,0-1-1 0 0,0 1 0 0 0,0 0 0 0 0,1-1 1 0 0,0 1-1 0 0,0 0 0 0 0,2-9 1 0 0,-2 8-27 0 0,0 0-2 0 0,21-23-7 0 0,3 0 29 0 0,-13 21 16 0 0,53-37 117 0 0,-62 42-51 0 0,-1 1-48 0 0,-1-1-1 0 0,1 0 0 0 0,-1 1 0 0 0,1-1 0 0 0,0 1 0 0 0,0 0 0 0 0,-1-1 0 0 0,1 1 0 0 0,0 0 0 0 0,0 0 1 0 0,0 0-1 0 0,4-1 0 0 0,0 0-4114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7:03:34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448 224 15863,'0'9'0,"-1"-1"0,0 1 0,0 0 0,0-1 0,-1 1 0,-1-1 0,1 1 0,-1-1 0,0 0 0,-1 0 0,0 0 0,0 0 0,0 0 0,-1-1 0,0 0 0,0 0 0,-1 0 0,0 0 0,0-1 0,0 0 0,-1 0 0,1-1 0,-1 1 0,-1-1 0,1-1 0,-1 1 0,1-1 0,-1 0 0,0-1 0,0 1 0,-1-2 0,1 1 0,-1-1 0,1 0 0,-1 0 0,0-1 0,1 0 0,-1-1 0,0 0 0,0 0 0,1 0 0,-1-1 0,0 0 0,1-1 0,-1 0 0,1 0 0,-1-1 0,1 1 0,0-2 0,0 1 0,0-1 0,0 0 0,0-1 0,1 1 0,0-1 0,0-1 0,0 1 0,0-1 0,1 0 0,0 0 0,0-1 0,1 0 0,-1 0 0,1 0 0,1 0 0,-1-1 0,1 0 0,0 0 0,1 0 0,-1 0 0,2 0 0,-1-1 0,1 1 0,0-1 0,0 1 0,1-1 0,0 0 0,1 1 0,0-1 0,0 0 0,0 0 0,1 1 0,0-1 0,1 0 0,0 1 0,0-1 0,1 1 0,-1-1 0,2 1 0,-1 0 0,1 0 0,0 1 0,1-1 0,-1 1 0,1-1 0,1 1 0,-1 1 0,1-1 0,0 1 0,0 0 0,1 0 0,0 0 0,0 1 0,0 0 0,0 0 0,1 1 0,0 0 0,0 0 0,0 0 0,0 1 0,0 0 0,1 1 0,-1-1 0,1 1 0,-1 1 0,1 0 0,0 0 0,-1 0 0,1 1 0,0 0 0,0 1 0,-1 0 0,1 0 0,0 0 0,-1 1 0,1 1 0,-1-1 0,1 1 0,-1 0 0,0 1 0,0 0 0,-1 0 0,1 0 0,-1 1 0,1 0 0,-1 0 0,-1 1 0,1 0 0,-1 0 0,0 0 0,0 1 0,0-1 0,-1 1 0,0 1 0,0-1 0,-1 1 0,0-1 0,0 1 0,0 0 0,-1 0 0,0 1 0,-1-1 0,1 1 0,-1-1 0,-1 1 0,0 0 0,0-1 0,0 1 0,-1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46 3276 0 0,'0'0'1204'0'0,"2"-4"-93"0"0,12-34 2208 0 0,-13 35-1883 0 0,-5 22-1298 0 0,-31 91 271 0 0,-1 7-170 0 0,30-89-204 0 0,2 2 1 0 0,1-1 0 0 0,1 0 0 0 0,2 1 0 0 0,4 38-1 0 0,-2-54 47 0 0,8 35-72 0 0,-8-43-12 0 0,4 10 10 0 0,10 21-13 0 0,-7-15 4 0 0,12 38 0 0 0,-19-51-7 0 0,0-1 0 0 0,0 1 0 0 0,-1 0 0 0 0,0 1 1 0 0,-1-1-1 0 0,0 0 0 0 0,0 0 0 0 0,-3 12 0 0 0,-4 8 9 0 0,-18 47-1 0 0,18-59-11 0 0,0 1 0 0 0,1 0 0 0 0,1 0 0 0 0,1 1 0 0 0,0-1-1 0 0,2 1 1 0 0,0 0 0 0 0,1 0 0 0 0,1 0 0 0 0,2 19 0 0 0,1-19-15 0 0,1-1 1 0 0,1 0-1 0 0,1 0 1 0 0,0 0-1 0 0,1-1 1 0 0,13 24-1 0 0,0-9 80 0 0,0 0 0 0 0,36 41 0 0 0,-52-69-50 0 0,4 5-5 0 0,0 0 1 0 0,-1 0 0 0 0,1 1 0 0 0,-2 0 0 0 0,1 0 0 0 0,-2 0 0 0 0,1 1-1 0 0,-1 0 1 0 0,-1 0 0 0 0,0 1 0 0 0,-1-1 0 0 0,3 17 0 0 0,-3-10-1 0 0,-2 1-1 0 0,0 0 1 0 0,-1 0 0 0 0,-1 0 0 0 0,-1 0 0 0 0,-5 28-1 0 0,3-27-13 0 0,-1 10 14 0 0,1-1-1 0 0,1 1 1 0 0,2 0-1 0 0,3 37 1 0 0,0-49 14 0 0,1 0 1 0 0,1-1-1 0 0,0 1 1 0 0,1-1 0 0 0,1 0-1 0 0,0 0 1 0 0,2 0-1 0 0,11 20 1 0 0,75 92-8 0 0,-38-55 63 0 0,-50-65-72 0 0,-1 1 0 0 0,0 0-1 0 0,0 0 1 0 0,0 0-1 0 0,-1 0 1 0 0,-1 1 0 0 0,0 0-1 0 0,-1 0 1 0 0,0 0-1 0 0,0 0 1 0 0,-1 0 0 0 0,0 0-1 0 0,-2 17 1 0 0,-3 9 0 0 0,-1 0 0 0 0,-17 59 0 0 0,20-86 0 0 0,-3 6-9 0 0,2 0 1 0 0,0 1-1 0 0,1-1 0 0 0,-1 31 0 0 0,3-36 11 0 0,0 0 0 0 0,1 0 0 0 0,0 0 0 0 0,1 0-1 0 0,0 0 1 0 0,1-1 0 0 0,0 1 0 0 0,0-1-1 0 0,1 0 1 0 0,1 0 0 0 0,-1 0 0 0 0,8 10 0 0 0,-5-8-53 0 0,20 34 95 0 0,-6-11 35 0 0,30 67 0 0 0,-46-89-60 0 0,0 1 0 0 0,-1 0-1 0 0,-1 0 1 0 0,0 1 0 0 0,-1-1 0 0 0,0 1-1 0 0,-1-1 1 0 0,-2 27 0 0 0,-27 134 50 0 0,16-120-69 0 0,-6 88 1 0 0,17-123 6 0 0,1 0 0 0 0,1-1 1 0 0,1 1-1 0 0,1-1 0 0 0,0 0 0 0 0,1 0 1 0 0,2 0-1 0 0,10 26 0 0 0,29 43-133 0 0,-33-68 127 0 0,-1-1 0 0 0,-1 1 0 0 0,-1 1 0 0 0,12 39 0 0 0,-18-41 26 0 0,-1-1-1 0 0,0 1 1 0 0,-2-1 0 0 0,0 1 0 0 0,-4 32 0 0 0,-23 91 91 0 0,23-125-111 0 0,-13 57 34 0 0,3 0-1 0 0,-5 103 1 0 0,18-149-10 0 0,2 0-1 0 0,0 0 1 0 0,2-1 0 0 0,1 1-1 0 0,1-1 1 0 0,1 0 0 0 0,2 0-1 0 0,1 0 1 0 0,21 45 0 0 0,40 51-63 0 0,-68-119-72 0 0,0-1 113 0 0,0 1 2 0 0,-1 0 1 0 0,0 0-1 0 0,1 0 1 0 0,-1-1-1 0 0,-1 1 1 0 0,1 0-1 0 0,-1 0 1 0 0,1 0-1 0 0,-1 0 1 0 0,0 0-1 0 0,-1 0 1 0 0,1 0-1 0 0,-2 6 1 0 0,-2 3 68 0 0,0-1 0 0 0,-1 1 1 0 0,-9 14-1 0 0,-2 5-17 0 0,0 1 0 0 0,2 0-1 0 0,2 1 1 0 0,-8 37-1 0 0,16-52-13 0 0,2 0 0 0 0,0 0 0 0 0,1 0 0 0 0,1 0 0 0 0,0 1 0 0 0,2-1 0 0 0,0 0 0 0 0,2 0 0 0 0,7 28 0 0 0,16 36 297 0 0,-14-43-238 0 0,-1 0 0 0 0,-1 1 0 0 0,9 83 0 0 0,-24 137 552 0 0,-1-22-4679 0 0,5-234 2572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1050 2140 0 0,'0'0'1332'0'0,"2"2"-276"0"0,13 13-661 0 0,1 0 1 0 0,0-2 0 0 0,1 0-1 0 0,0-1 1 0 0,1-1 0 0 0,1 0-1 0 0,-1-1 1 0 0,2-1-1 0 0,-1-1 1 0 0,1-1 0 0 0,0-1-1 0 0,1 0 1 0 0,32 3 0 0 0,-9-3-361 0 0,-1-2 0 0 0,2-2 0 0 0,-1-2 1 0 0,0-2-1 0 0,69-12 0 0 0,22-10 87 0 0,-130 24-131 0 0,-1-1 1 0 0,1 2 0 0 0,0-1 0 0 0,0 0 0 0 0,0 1 0 0 0,0 0-1 0 0,-1 0 1 0 0,9 3 0 0 0,-8-2 19 0 0,1 1-3 0 0,0 1 0 0 0,0-1 0 0 0,-1 1 0 0 0,1 0 0 0 0,-1 0 0 0 0,0 1 0 0 0,0 0 0 0 0,-1 0 0 0 0,1 0 0 0 0,4 8 0 0 0,-1-4-22 0 0,-1-1-5 0 0,0 0 1 0 0,1 0 0 0 0,0 0-1 0 0,1-1 1 0 0,9 6-1 0 0,-8-7 36 0 0,0-1-1 0 0,-1 0 1 0 0,2-1-1 0 0,-1 0 1 0 0,1-1-1 0 0,-1 0 1 0 0,1 0-1 0 0,0-1 0 0 0,12 1 1 0 0,8-1 12 0 0,0-2 0 0 0,0 0 0 0 0,0-3 0 0 0,0 0 0 0 0,35-9 0 0 0,150-50 54 0 0,-143 38-26 0 0,106-21 1 0 0,-144 42-51 0 0,0 2 0 0 0,0 1 0 0 0,0 1 0 0 0,0 2 0 0 0,51 11 0 0 0,35 3-14 0 0,-48-13 29 0 0,1-3 0 0 0,-1-3 0 0 0,0-3 0 0 0,75-15 0 0 0,-42-3-21 0 0,-1-3 0 0 0,109-45 1 0 0,-203 68-4 0 0,20-9-26 0 0,52-12 1 0 0,-71 21 26 0 0,1 1 0 0 0,-1 1-1 0 0,1 0 1 0 0,0 1 0 0 0,0 0 0 0 0,-1 1-1 0 0,25 5 1 0 0,-30-4-2 0 0,47 11 21 0 0,0-3 0 0 0,0-2 1 0 0,80 2-1 0 0,-105-11-22 0 0,0-2 0 0 0,0-1 0 0 0,0-2 0 0 0,-1 0-1 0 0,40-16 1 0 0,129-65 27 0 0,-96 39-85 0 0,-88 41 63 0 0,1 1 1 0 0,0 1-1 0 0,0 0 1 0 0,1 1-1 0 0,0 1 1 0 0,-1 0-1 0 0,1 0 1 0 0,0 2-1 0 0,0 0 1 0 0,0 1-1 0 0,0 0 1 0 0,0 1-1 0 0,23 5 1 0 0,71 10 45 0 0,-72-15-46 0 0,0-1 1 0 0,0-3-1 0 0,0-1 0 0 0,-1-1 1 0 0,61-18-1 0 0,-25 1 5 0 0,129-58 1 0 0,-178 67-8 0 0,50-20 37 0 0,-31 18-8 0 0,-35 15-20 0 0,-4 0-10 0 0,1-1-1 0 0,-1 1 1 0 0,1 0 0 0 0,-1 0 0 0 0,1 0-1 0 0,-1 0 1 0 0,1 1 0 0 0,-1 0-1 0 0,1-1 1 0 0,-1 1 0 0 0,0 1-1 0 0,6 1 1 0 0,0 1-3 0 0,102 39 58 0 0,-92-34-77 0 0,0-1 0 0 0,1-1 1 0 0,0 0-1 0 0,1-2 1 0 0,-1 0-1 0 0,26 2 1 0 0,-14-6 48 0 0,-1 0 0 0 0,1-2 0 0 0,-1-1 1 0 0,1-2-1 0 0,59-15 0 0 0,144-61 22 0 0,-136 42-28 0 0,-98 38-19 0 0,8-4-14 0 0,1 1 0 0 0,-1 0 0 0 0,1 1-1 0 0,17-2 1 0 0,-1 4 28 0 0,0 1-1 0 0,-1 0 1 0 0,1 2-1 0 0,-1 2 0 0 0,0 0 1 0 0,0 1-1 0 0,-1 2 1 0 0,30 12-1 0 0,-12-4-11 0 0,0-1 0 0 0,2-3-1 0 0,0-1 1 0 0,0-2 0 0 0,71 4 0 0 0,-58-11-1 0 0,0-2 1 0 0,0-3 0 0 0,111-21-1 0 0,-53 0-7 0 0,120-21 8 0 0,-190 40-13 0 0,0 1-1 0 0,0 2 0 0 0,58 5 1 0 0,256 30 41 0 0,-167-25 50 0 0,1-8 1 0 0,229-31-1 0 0,-114-14-98 0 0,-27 2-67 0 0,-234 39 69 0 0,0 2 0 0 0,-1 2 0 0 0,1 2 1 0 0,76 13-1 0 0,-49 1 18 0 0,0 3 0 0 0,77 31 1 0 0,-74-23 1 0 0,1-3 1 0 0,109 18 0 0 0,-126-34 21 0 0,0-1 1 0 0,0-4-1 0 0,113-7 0 0 0,-84-7-28 0 0,-1-3 0 0 0,110-33 0 0 0,166-83-108 0 0,-304 104 82 0 0,2 3-1 0 0,76-18 1 0 0,-117 36 22 0 0,0 1 0 0 0,0 1 0 0 0,1 1 0 0 0,-1 1-1 0 0,1 1 1 0 0,-1 1 0 0 0,1 1 0 0 0,-1 1 0 0 0,0 1 0 0 0,29 8-1 0 0,114 49 59 0 0,50 14 99 0 0,-175-64-120 0 0,0-2-1 0 0,1-1 1 0 0,64 3-1 0 0,-54-10 4 0 0,-1-2 0 0 0,1-2 0 0 0,-1-3 0 0 0,0-2 0 0 0,0-2 0 0 0,-1-2 0 0 0,-1-2 0 0 0,0-2 0 0 0,-1-3 0 0 0,76-41 0 0 0,-116 56-37 0 0,160-82-29 0 0,-146 77 26 0 0,0 0 0 0 0,0 2 1 0 0,1 1-1 0 0,0 0 0 0 0,0 2 0 0 0,24-2 0 0 0,-19 6 22 0 0,1 2-1 0 0,-1 0 1 0 0,0 2-1 0 0,0 1 1 0 0,30 10-1 0 0,31 6 11 0 0,-25-9-19 0 0,1-2-1 0 0,0-3 0 0 0,1-3 0 0 0,101-6 0 0 0,-75-10 5 0 0,1-4-1 0 0,126-40 0 0 0,167-84-16 0 0,-339 121 6 0 0,82-20-1 0 0,-104 33 42 0 0,-1 2 1 0 0,2 1-1 0 0,-1 1 1 0 0,0 1-1 0 0,37 3 1 0 0,6 5 108 0 0,184 14-223 0 0,-178-18 109 0 0,107-10-1 0 0,24-19 3 0 0,233-61 0 0 0,-88 20-171 0 0,-282 60 160 0 0,0 2 1 0 0,0 4 0 0 0,84 9 0 0 0,-7 9-140 0 0,169 43 1 0 0,-197-31 149 0 0,228 52 121 0 0,-272-68-132 0 0,1-3 0 0 0,133-1 0 0 0,-94-13-25 0 0,-1-6-1 0 0,-1-5 1 0 0,181-47-1 0 0,-219 42 2 0 0,2 4 0 0 0,132-14 0 0 0,-190 30-9 0 0,0 0 1 0 0,0 1-1 0 0,-1 1 1 0 0,1 1-1 0 0,27 8 0 0 0,73 33-1 0 0,-21-7-24 0 0,-54-24 38 0 0,0-3 0 0 0,1-1 0 0 0,0-2 0 0 0,0-2 0 0 0,1-1 0 0 0,-1-3 0 0 0,54-4 0 0 0,43-15 161 0 0,-45 5-378 0 0,-90 13 229 0 0,1 0-25 0 0,46 2 6 0 0,-46-1-8 0 0,0 1-4 0 0,102 50 8 0 0,-72-33 6 0 0,1-1 0 0 0,1-2 0 0 0,0-2 0 0 0,45 12 0 0 0,-50-20 31 0 0,0 0 0 0 0,0-2 0 0 0,0-2 0 0 0,0-1 0 0 0,1-1 0 0 0,62-9 0 0 0,4-12 208 0 0,-95 19-149 0 0,1 1-9 0 0,13-3-45 0 0,-13 3 24 0 0,17-6 79 0 0,-18 8-137 0 0,1 0-12 0 0,18 9 18 0 0,27 34 51 0 0,-31-27-51 0 0,1-1 0 0 0,39 26 0 0 0,-47-35-6 0 0,1-1 0 0 0,0 0 0 0 0,1-1 0 0 0,-1 0 0 0 0,1-1 0 0 0,22 4 0 0 0,-19-5 3 0 0,1-1 0 0 0,-1-1 1 0 0,1 0-1 0 0,0-1 0 0 0,-1-1 1 0 0,1-1-1 0 0,18-4 0 0 0,-26 4-3 0 0,0-1-1 0 0,-1 0 1 0 0,0-1 0 0 0,0 0-1 0 0,0-1 1 0 0,0 1 0 0 0,-1-2-1 0 0,0 1 1 0 0,0-1 0 0 0,0 0 0 0 0,-1-1-1 0 0,1 0 1 0 0,-2 0 0 0 0,12-15-1 0 0,6-16 27 0 0,-22 35 91 0 0,11-17-198 0 0,-12 19 79 0 0,-1 0 1 0 0,1 0 0 0 0,-1 0 0 0 0,1 0-1 0 0,-1 1 1 0 0,1-1 0 0 0,-1 0 0 0 0,1 0-1 0 0,0 1 1 0 0,-1-1 0 0 0,1 1 0 0 0,0-1-1 0 0,0 0 1 0 0,0 1 0 0 0,1-1 0 0 0,11 34-43 0 0,-9-26 53 0 0,8 12 2 0 0,8 5-31 0 0,-15-22 7 0 0,-1 0 2 0 0,0 1-6 0 0,0-1 0 0 0,-1 1 0 0 0,1-1 1 0 0,0 0-1 0 0,0 0 0 0 0,7 2 1 0 0,-7-3 1 0 0,-1 0-39 0 0,2 0-11 0 0,5 0 34 0 0,0 0 0 0 0,0-1 0 0 0,0 0 0 0 0,0 0 0 0 0,12-3 1 0 0,-18 2 33 0 0,-1-1-4 0 0,-1 1 0 0 0,0 0 1 0 0,1-1-1 0 0,-1 1 0 0 0,0-1 1 0 0,0 0-1 0 0,0 0 0 0 0,0 0 0 0 0,0 0 1 0 0,-1 0-1 0 0,1 0 0 0 0,2-4 1 0 0,-2 3-25 0 0,-8-2 14 0 0,6 5 7 0 0,-1 0 0 0 0,1-1 0 0 0,0 1 0 0 0,0 0 1 0 0,-1-1-1 0 0,1 1 0 0 0,0 0 0 0 0,0-1 0 0 0,-1 1 0 0 0,1 0 0 0 0,0 0 0 0 0,-1-1 0 0 0,1 1 0 0 0,0 0 0 0 0,-1 0 0 0 0,1 0 0 0 0,-1-1 0 0 0,1 1 0 0 0,0 0 0 0 0,-1 0 0 0 0,1 0 0 0 0,-1 0 1 0 0,1 0-1 0 0,0 0 0 0 0,-1 0 0 0 0,1 0 0 0 0,-1 0 0 0 0,1 0 0 0 0,0 0 0 0 0,-1 0 0 0 0,1 0 0 0 0,-1 0 0 0 0,1 0 0 0 0,0 1 0 0 0,-1-1 0 0 0,-5 4 9 0 0,1 1-1 0 0,0 0 1 0 0,0 0 0 0 0,0 0-1 0 0,1 1 1 0 0,0-1 0 0 0,0 1-1 0 0,0 0 1 0 0,1 1-1 0 0,-1-1 1 0 0,2 0 0 0 0,-1 1-1 0 0,1 0 1 0 0,0-1 0 0 0,0 1-1 0 0,1 0 1 0 0,-2 11-1 0 0,3-5 14 0 0,-1 0 0 0 0,1 1 0 0 0,1-1 0 0 0,1 0-1 0 0,0 0 1 0 0,0-1 0 0 0,1 1 0 0 0,8 20 0 0 0,-7-23-10 0 0,1 0 1 0 0,0 0 0 0 0,0 0-1 0 0,1-1 1 0 0,1 0 0 0 0,13 16-1 0 0,-18-23-14 0 0,8 8 22 0 0,-3-1-132 0 0,9 23-74 0 0,-15-28 170 0 0,-2-1-34 0 0,-36 104 362 0 0,23-49-226 0 0,10-37 10 0 0,1 1-52 0 0,3-16-26 0 0,0 13-10 0 0,1-1 1 0 0,1 1 0 0 0,0 0-1 0 0,1-1 1 0 0,1 0 0 0 0,1 1-1 0 0,1-1 1 0 0,0-1 0 0 0,10 19-1 0 0,-11-27 13 0 0,0-1 0 0 0,1 0 0 0 0,-1-1 0 0 0,8 8 0 0 0,-9-11-33 0 0,-2-2 0 0 0,-1 0 7 0 0,1-1-1 0 0,0 1 1 0 0,-1-1-1 0 0,0 1 1 0 0,1 0 0 0 0,-1 0-1 0 0,0 0 1 0 0,0 0-1 0 0,2 3 1 0 0,9 36-10 0 0,-12-36 17 0 0,0 1-1 0 0,-14 138 44 0 0,1-36-2 0 0,12-94-28 0 0,0 1 0 0 0,1 0-1 0 0,0-1 1 0 0,1 1 0 0 0,1-1 0 0 0,0 1 0 0 0,1-1-1 0 0,1 0 1 0 0,10 26 0 0 0,-10-28-36 0 0,0-1-1 0 0,1 0 1 0 0,1 0 0 0 0,0 0-1 0 0,1-1 1 0 0,11 16 0 0 0,5 1-14 0 0,-19-22 31 0 0,31 25-42 0 0,-30-26 39 0 0,2 3-8 0 0,0-1 0 0 0,0 1 0 0 0,-1 0 0 0 0,0 1 0 0 0,7 10 0 0 0,-11-14 15 0 0,0 1 0 0 0,0 0 0 0 0,-1 0-1 0 0,1 0 1 0 0,-1 0 0 0 0,0 0 0 0 0,-1 0-1 0 0,1 0 1 0 0,-1 0 0 0 0,0 0 0 0 0,0 0-1 0 0,-1 0 1 0 0,0 5 0 0 0,-9 56 31 0 0,-9 33-58 0 0,-9 53-20 0 0,22-107 36 0 0,5-41 9 0 0,2 11-19 0 0,5 53 264 0 0,-5-63-297 0 0,0-1 1 0 0,5 13 31 0 0,-4-13 14 0 0,-1-3 12 0 0,0 0 1 0 0,0-1-1 0 0,1 1 1 0 0,-1 0-1 0 0,0 1 1 0 0,0-1 0 0 0,0 0-1 0 0,0 0 1 0 0,0 0-1 0 0,-1 1 1 0 0,1-1 0 0 0,0 0-1 0 0,-1 1 1 0 0,1-1-1 0 0,0 2 1 0 0,10 12-145 0 0,0 7 83 0 0,-10-18 63 0 0,-2 16 0 0 0,0 0-1 0 0,-1 0 1 0 0,-8 32 0 0 0,5-31 11 0 0,1 0-1 0 0,1 1 1 0 0,0 35 0 0 0,3-46 2 0 0,1 1 0 0 0,1-1-1 0 0,5 23 1 0 0,2-9-30 0 0,21 41 1 0 0,-3-14 21 0 0,-25-48 15 0 0,-1 0-37 0 0,4 13 27 0 0,-4-13 18 0 0,0 1 16 0 0,-2 17 99 0 0,0-1-1 0 0,-1 0 1 0 0,-2 0 0 0 0,0 0 0 0 0,-1-1 0 0 0,-11 31 0 0 0,-9 36 63 0 0,-18 149 19 0 0,43-232-246 0 0,0 1 41 0 0,-1 16 62 0 0,0-16-98 0 0,2-1-30 0 0,0 13 5 0 0,-1-13 20 0 0,1 0 9 0 0,6 10-21 0 0,-2-5 54 0 0,0 0 0 0 0,-1 0-1 0 0,0 0 1 0 0,3 15-1 0 0,-9-15 3 0 0,0 0-1 0 0,-1 0 0 0 0,0-1 0 0 0,0 1 0 0 0,-7 11 1 0 0,5-11-7 0 0,-12 28 36 0 0,1-5 23 0 0,2 0-1 0 0,1 1 1 0 0,1 0-1 0 0,-14 70 0 0 0,21-72-119 0 0,3-13 31 0 0,5-1 29 0 0,-4-11-26 0 0,1 0 1 0 0,1-1-1 0 0,-1 1 0 0 0,1 0 1 0 0,0-1-1 0 0,0 1 1 0 0,1-1-1 0 0,0 1 0 0 0,0-1 1 0 0,0 0-1 0 0,0 0 1 0 0,1 0-1 0 0,0 0 0 0 0,0 0 1 0 0,0 0-1 0 0,1-1 1 0 0,-1 1-1 0 0,1-1 0 0 0,5 4 1 0 0,-7-6-12 0 0,2-1 14 0 0,12 6-19 0 0,-12-6-46 0 0,33 16-61 0 0,-35-14 106 0 0,-1 2 17 0 0,0 1 0 0 0,0-1 0 0 0,0 1-1 0 0,0-1 1 0 0,-1 1 0 0 0,0-1 0 0 0,0 1-1 0 0,-1 0 1 0 0,1-1 0 0 0,-1 1 0 0 0,-3 9 0 0 0,0 8-65 0 0,-6 35 132 0 0,8-45-78 0 0,-3 67 51 0 0,5-72-5 0 0,0 21-52 0 0,1-1 0 0 0,2 0 0 0 0,6 32-1 0 0,-4-33 20 0 0,0 0-1 0 0,2-1 1 0 0,19 45-1 0 0,-15-43-5 0 0,30 60-121 0 0,-23-51 366 0 0,25 73 0 0 0,-40-98-185 0 0,-1 0-1 0 0,0 0 0 0 0,-1 0 1 0 0,0 0-1 0 0,-1 0 1 0 0,-3 24-1 0 0,1 8 9 0 0,5 156-94 0 0,-3-196 61 0 0,1 1-10 0 0,1 15-16 0 0,3 8 26 0 0,-4-23-19 0 0,0-1 4 0 0,5 11-37 0 0,-4-11-66 0 0,10 14 182 0 0,-3-6-83 0 0,1 9-5 0 0,-8-18-3 0 0,-1 2-18 0 0,1 0 11 0 0,1 18-13 0 0,-3-15 26 0 0,-1 0 0 0 0,1-1 0 0 0,-1 1 1 0 0,0 0-1 0 0,-1-1 0 0 0,0 0 0 0 0,-5 14 0 0 0,-4 10 59 0 0,-6 19 7 0 0,7-21-56 0 0,1 1 0 0 0,1 0 0 0 0,2 1 1 0 0,-4 32-1 0 0,3 36-32 0 0,7-95-12 0 0,0 1 14 0 0,0 16 7 0 0,0-16 13 0 0,1-1-30 0 0,2 15-13 0 0,-2-15 10 0 0,0 1 8 0 0,6 12 65 0 0,-5-13-43 0 0,-1-2-9 0 0,0-1 1 0 0,0 1-1 0 0,1-1 0 0 0,-1 1 1 0 0,0 0-1 0 0,0 0 0 0 0,-1-1 1 0 0,1 1-1 0 0,1 4 0 0 0,2 2 2 0 0,-1 0 0 0 0,0 1-1 0 0,0-1 1 0 0,0 1-1 0 0,-1 0 1 0 0,0 0 0 0 0,-1 0-1 0 0,0 0 1 0 0,0 13 0 0 0,-3 4 24 0 0,-7 47-1 0 0,2-27-61 0 0,7-42 24 0 0,-1 1 9 0 0,1 16 2 0 0,-1-16-7 0 0,1 1 14 0 0,0 15 33 0 0,0-16 119 0 0,1 0-163 0 0,4 44-13 0 0,-5-45-11 0 0,1 1 17 0 0,3 11-1 0 0,-3-12 11 0 0,0 0-24 0 0,1 5 31 0 0,1-1 0 0 0,0 1 0 0 0,0-1 1 0 0,1 1-1 0 0,0-1 0 0 0,7 11 0 0 0,-9-17 2 0 0,-1-1 0 0 0,-1-1-1 0 0,1 0 0 0 0,-1 0 1 0 0,0 1-1 0 0,1-1 0 0 0,-1 0 1 0 0,0 1-1 0 0,1-1 0 0 0,-1 0 1 0 0,0 1-1 0 0,1-1 0 0 0,-1 1 1 0 0,0-1-1 0 0,0 1 1 0 0,0-1-1 0 0,1 0 0 0 0,-1 1 1 0 0,0-1-1 0 0,0 1 0 0 0,0-1 1 0 0,0 1-1 0 0,0-1 0 0 0,0 2 1 0 0,0-2-4 0 0,0 1 1 0 0,0-1-1 0 0,0 0 0 0 0,0 1 1 0 0,0-1-1 0 0,1 1 0 0 0,-1-1 1 0 0,0 1-1 0 0,0-1 0 0 0,0 1 1 0 0,0-1-1 0 0,1 1 1 0 0,-1-1-1 0 0,0 0 0 0 0,0 1 1 0 0,1-1-1 0 0,-1 1 0 0 0,0-1 1 0 0,1 0-1 0 0,-1 1 0 0 0,0-1 1 0 0,1 0-1 0 0,0 1 1 0 0,0 3-54 0 0,10 33 12 0 0,-3 1 0 0 0,6 50 0 0 0,5 33 421 0 0,4 18 709 0 0,-12-74-908 0 0,-11-61-139 0 0,1 1-21 0 0,1 15-6 0 0,-2-15 33 0 0,1-1 64 0 0,4 37-120 0 0,-5-37-53 0 0,1 1 100 0 0,2 12 11 0 0,-3-13 2 0 0,3 18 720 0 0,0 0 120 0 0,-4-2-947 0 0,1-16 36 0 0,-10 15-223 0 0,8-18 250 0 0,1 0 0 0 0,0 0 1 0 0,-1 0-1 0 0,1-1 0 0 0,0 1 1 0 0,0 0-1 0 0,0 1 0 0 0,0-1 1 0 0,0 0-1 0 0,0 0 0 0 0,0 0 1 0 0,0 0-1 0 0,1 1 0 0 0,-2 2 1 0 0,-9 9-79 0 0,10-13 47 0 0,0 0 0 0 0,1 1 0 0 0,-1-1 0 0 0,0 0 0 0 0,1 1 0 0 0,-1-1 0 0 0,0 1 0 0 0,1-1 0 0 0,-1 1 0 0 0,1-1 0 0 0,-1 1 0 0 0,1 0 0 0 0,-1-1 0 0 0,1 1 0 0 0,-1 0 0 0 0,1-1 0 0 0,-1 1 0 0 0,1 0 0 0 0,-1 0 0 0 0,1 0-118 0 0,0 0 0 0 0,0 0 0 0 0,-1 0-1 0 0,1-1 1 0 0,-1 1 0 0 0,1 0 0 0 0,-1 0 0 0 0,1-1 0 0 0,-1 1 0 0 0,1 0 0 0 0,-1-1 0 0 0,1 1-1 0 0,-1 0 1 0 0,0-1 0 0 0,0 1 0 0 0,1-1 0 0 0,-1 1 0 0 0,0-1 0 0 0,0 1 0 0 0,1-1 0 0 0,-1 0-1 0 0,0 1 1 0 0,0-1 0 0 0,0 0 0 0 0,0 0 0 0 0,0 0 0 0 0,1 0 0 0 0,-3 1 0 0 0,-43-29-7757 0 0,25 14 1169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25 4152 0 0,'0'0'13322'0'0,"2"4"-13220"0"0,5 9-41 0 0,-1 0 0 0 0,0 1 0 0 0,-1 0 0 0 0,-1 1 0 0 0,0-1 1 0 0,3 25-1 0 0,3 9-97 0 0,1 0 248 0 0,-11-45-206 0 0,1 1-36 0 0,3 12-4 0 0,2 2 188 0 0,-7-26 389 0 0,-8-33-238 0 0,-47-130-204 0 0,55 167-84 0 0,-1-1 3 0 0,-17-50-70 0 0,18 52 126 0 0,1 8-28 0 0,7 31 7 0 0,1 1 0 0 0,2-1 0 0 0,1 0 0 0 0,20 42 0 0 0,-22-59 319 0 0,13 12-13075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 4728 0 0,'0'0'3111'0'0,"-3"-2"-1849"0"0,2 2-1004 0 0,1-1 0 0 0,-1 1 1 0 0,1 0-1 0 0,-1-1 0 0 0,1 1 0 0 0,-1 0 0 0 0,1-1 1 0 0,-1 1-1 0 0,0 0 0 0 0,1 0 0 0 0,-1-1 1 0 0,0 1-1 0 0,1 0 0 0 0,-1 0 0 0 0,0 0 1 0 0,1 0-1 0 0,-1 0 0 0 0,0 0 0 0 0,1 0 0 0 0,-1 0 1 0 0,0 0-1 0 0,1 0 0 0 0,-1 0 0 0 0,0 1 1 0 0,1-1-1 0 0,-1 0 0 0 0,0 1 0 0 0,-12 2 333 0 0,16 20 309 0 0,-2-18-687 0 0,59 234 2202 0 0,-58-235-2305 0 0,5 18 1503 0 0,-2-11-3556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48 4616 0 0,'0'0'1799'0'0,"0"-4"-316"0"0,-1 0-899 0 0,0-1 0 0 0,-1 1 0 0 0,1 0 0 0 0,-1-1 0 0 0,0 1 0 0 0,-3-5 0 0 0,3 6 126 0 0,-2 2-477 0 0,1 0-174 0 0,0 0-1 0 0,0 0 0 0 0,0 1 1 0 0,0-1-1 0 0,0 1 0 0 0,0 0 1 0 0,0 0-1 0 0,0 0 0 0 0,0 0 1 0 0,0 1-1 0 0,0-1 1 0 0,0 1-1 0 0,0 0 0 0 0,0-1 1 0 0,0 1-1 0 0,-4 2 0 0 0,2 0 25 0 0,0 0 0 0 0,1 0 0 0 0,-1 0 0 0 0,1 1 0 0 0,0-1-1 0 0,0 1 1 0 0,0 0 0 0 0,0 0 0 0 0,-4 7 0 0 0,4-5-11 0 0,-1 1-1 0 0,1 0 1 0 0,1 1 0 0 0,-1-1 0 0 0,1 1-1 0 0,1-1 1 0 0,-1 1 0 0 0,1 0 0 0 0,1 0 0 0 0,-1 0-1 0 0,1 0 1 0 0,1 0 0 0 0,-1 0 0 0 0,2 0-1 0 0,0 14 1 0 0,0-18-50 0 0,12 46 149 0 0,-11-45-161 0 0,0-1-1 0 0,0 0 0 0 0,0 0 1 0 0,1 0-1 0 0,-1 0 0 0 0,1-1 0 0 0,0 1 1 0 0,0 0-1 0 0,0-1 0 0 0,1 0 1 0 0,-1 0-1 0 0,1 0 0 0 0,3 2 0 0 0,-2-1 2 0 0,1-1-1 0 0,-1-1 0 0 0,0 1 0 0 0,1-1 0 0 0,0 0 0 0 0,-1 0 0 0 0,1-1 1 0 0,0 1-1 0 0,0-1 0 0 0,11 0 0 0 0,-12-1-9 0 0,-1-1 0 0 0,1 1 0 0 0,-1-1 0 0 0,0 0 0 0 0,1-1 0 0 0,-1 1 0 0 0,8-4 0 0 0,-4 1-7 0 0,-1 1 8 0 0,-1 0-1 0 0,1-1 0 0 0,-1 0 0 0 0,1 0 0 0 0,-1-1 0 0 0,0 0 0 0 0,-1 0 0 0 0,1 0 0 0 0,-1 0 0 0 0,0-1 0 0 0,0 0 0 0 0,-1 0 0 0 0,0-1 0 0 0,0 1 0 0 0,0-1 0 0 0,-1 0 0 0 0,0 0 0 0 0,3-9 0 0 0,-5 11-30 0 0,-1 1-1 0 0,1 0 0 0 0,-1-1 1 0 0,0 1-1 0 0,0-1 0 0 0,0 1 0 0 0,-1 0 1 0 0,0-1-1 0 0,0 1 0 0 0,0 0 0 0 0,0 0 1 0 0,-1-1-1 0 0,1 1 0 0 0,-1 0 0 0 0,0 0 1 0 0,0 1-1 0 0,-1-1 0 0 0,1 0 0 0 0,-1 1 1 0 0,1-1-1 0 0,-1 1 0 0 0,-4-3 0 0 0,2 1-277 0 0,0 2-1 0 0,-1-1 0 0 0,1 1 0 0 0,-1-1 1 0 0,0 2-1 0 0,0-1 0 0 0,0 1 0 0 0,0-1 1 0 0,0 2-1 0 0,0-1 0 0 0,-1 1 0 0 0,1 0 0 0 0,-10-1 1 0 0,5 2-509 0 0,0 0 1 0 0,1 1 0 0 0,-1 0-1 0 0,1 1 1 0 0,-1 0 0 0 0,1 0-1 0 0,-13 6 1 0 0,-7 4-3985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221 169 4128 0 0,'-5'-9'666'0'0,"0"0"0"0"0,0 0 0 0 0,-1 1-1 0 0,0 0 1 0 0,-1 0 0 0 0,0 0-1 0 0,0 1 1 0 0,-1 0 0 0 0,-12-9 0 0 0,18 15-408 0 0,-18-3 126 0 0,18 5-343 0 0,-1-1 1 0 0,0 1 0 0 0,1-1 0 0 0,-1 1-1 0 0,1 0 1 0 0,-1 0 0 0 0,1 0-1 0 0,-1 0 1 0 0,1 0 0 0 0,0 1-1 0 0,0-1 1 0 0,-1 1 0 0 0,1-1 0 0 0,0 1-1 0 0,-2 3 1 0 0,3-5-35 0 0,-6 8 86 0 0,-1-1 1 0 0,1 1 0 0 0,1 1-1 0 0,0-1 1 0 0,0 1 0 0 0,0 0-1 0 0,1 0 1 0 0,1 1 0 0 0,0-1-1 0 0,0 1 1 0 0,0 0 0 0 0,-2 15-1 0 0,3-15-26 0 0,1 1 0 0 0,1-1-1 0 0,-1 21 1 0 0,1-25-44 0 0,1-1-11 0 0,1 0 1 0 0,-1-1 0 0 0,1 1 0 0 0,0-1-1 0 0,0 0 1 0 0,1 1 0 0 0,-1-1 0 0 0,1 0 0 0 0,0 0-1 0 0,4 8 1 0 0,-4-8-6 0 0,0-1-12 0 0,1-1 1 0 0,-1 1-1 0 0,0-1 1 0 0,1 1-1 0 0,-1-1 0 0 0,1 0 1 0 0,-1 0-1 0 0,1 0 1 0 0,0 0-1 0 0,0 0 1 0 0,0-1-1 0 0,0 0 0 0 0,0 1 1 0 0,5 0-1 0 0,-4 0-13 0 0,1-1-15 0 0,-1 0 1 0 0,1 0-1 0 0,-1-1 0 0 0,1 1 0 0 0,0-1 0 0 0,-1 0 0 0 0,1 0 1 0 0,0-1-1 0 0,-1 1 0 0 0,1-1 0 0 0,4-1 0 0 0,1-1-27 0 0,-1 0-1 0 0,1 0 1 0 0,17-9-1 0 0,-15 5 144 0 0,0-1-1 0 0,0 0 0 0 0,0-1 1 0 0,-1-1-1 0 0,-1 0 1 0 0,1 0-1 0 0,-2-1 0 0 0,1 0 1 0 0,-2 0-1 0 0,1-1 1 0 0,11-24-1 0 0,-17 30-97 0 0,0-1 0 0 0,0 1 0 0 0,-1-1 0 0 0,0 0 0 0 0,0 0 0 0 0,0 0-1 0 0,-1-1 1 0 0,0 1 0 0 0,-1 0 0 0 0,1 0 0 0 0,-1-1 0 0 0,-1 1 0 0 0,1 0 0 0 0,-1 0 0 0 0,-1 0 0 0 0,1 0 0 0 0,-1 0 0 0 0,-1 0-1 0 0,1 0 1 0 0,-1 0 0 0 0,0 1 0 0 0,0-1 0 0 0,-1 1 0 0 0,0 0 0 0 0,-8-9 0 0 0,9 12-195 0 0,0-1 1 0 0,0 1-1 0 0,0 0 1 0 0,-1 1-1 0 0,1-1 1 0 0,-1 1-1 0 0,0-1 1 0 0,0 1-1 0 0,0 0 1 0 0,0 1-1 0 0,0-1 1 0 0,0 1-1 0 0,-8-2 1 0 0,6 2-499 0 0,1 0 1 0 0,-1 1 0 0 0,1 0 0 0 0,-1 0-1 0 0,1 0 1 0 0,-8 2 0 0 0,-14 4-4999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77 3656 0 0,'1'-3'1768'0'0,"2"-12"-296"0"0,-2 12 830 0 0,-2-2-1404 0 0,-1-12-205 0 0,2 13 245 0 0,-6-2-450 0 0,6 5-467 0 0,0 1 0 0 0,0-1-1 0 0,0 1 1 0 0,0 0 0 0 0,0-1 0 0 0,0 1 0 0 0,-1-1 0 0 0,1 1 0 0 0,0 0-1 0 0,0-1 1 0 0,0 1 0 0 0,-1 0 0 0 0,1-1 0 0 0,0 1 0 0 0,-1 0 0 0 0,1-1-1 0 0,0 1 1 0 0,0 0 0 0 0,-1 0 0 0 0,1-1 0 0 0,-1 1 0 0 0,1 0 0 0 0,0 0-1 0 0,-1 0 1 0 0,1-1 0 0 0,0 1 0 0 0,-1 0 0 0 0,1 0 0 0 0,-1 0-1 0 0,1 0 1 0 0,-1 0 0 0 0,1 0 0 0 0,0 0 0 0 0,-1 0 0 0 0,1 0 0 0 0,-1 0-1 0 0,1 0 1 0 0,0 0 0 0 0,-1 0 0 0 0,0 1 0 0 0,-7 1 72 0 0,0 0 0 0 0,0 1 0 0 0,0 0 0 0 0,1 1 1 0 0,-1 0-1 0 0,1 0 0 0 0,0 1 0 0 0,0-1 0 0 0,-10 10 0 0 0,5-2-10 0 0,-1 0 0 0 0,1 1 1 0 0,1 0-1 0 0,1 0 0 0 0,0 2 0 0 0,0-1 0 0 0,2 1 0 0 0,-1 0 0 0 0,2 1 0 0 0,0 0 0 0 0,1 0 0 0 0,-4 18 0 0 0,10-30-77 0 0,-1-1 0 0 0,1 1 0 0 0,0 0 0 0 0,0 0 0 0 0,0-1 0 0 0,1 1-1 0 0,-1 0 1 0 0,1-1 0 0 0,0 1 0 0 0,0-1 0 0 0,0 1 0 0 0,1-1 0 0 0,2 7-1 0 0,-2-7-5 0 0,-1 0-26 0 0,1-1 0 0 0,0 1-1 0 0,-1 0 1 0 0,1-1-1 0 0,0 0 1 0 0,1 1 0 0 0,-1-1-1 0 0,0 0 1 0 0,1 0-1 0 0,-1 0 1 0 0,1 0 0 0 0,0-1-1 0 0,-1 1 1 0 0,1-1-1 0 0,5 2 1 0 0,-5-1 8 0 0,1-1-24 0 0,0 0 0 0 0,0 0 0 0 0,0 0-1 0 0,1 0 1 0 0,-1-1 0 0 0,0 0 0 0 0,0 0 0 0 0,1 0 0 0 0,-1 0 0 0 0,0-1 0 0 0,0 1 0 0 0,7-3 0 0 0,47-17-281 0 0,-43 13 327 0 0,0 0 0 0 0,-1-1-1 0 0,0-1 1 0 0,0 0 0 0 0,21-20-1 0 0,-27 22 40 0 0,0-1 0 0 0,-1 0-1 0 0,0 0 1 0 0,0-1-1 0 0,-1 0 1 0 0,0 0-1 0 0,-1 0 1 0 0,0-1-1 0 0,5-13 1 0 0,-8 17-50 0 0,-1 0 0 0 0,-1 0 0 0 0,1 0 1 0 0,-1 0-1 0 0,0-1 0 0 0,0 1 0 0 0,-1 0 0 0 0,0 0 1 0 0,0 0-1 0 0,0 0 0 0 0,-1 0 0 0 0,0 1 0 0 0,0-1 1 0 0,0 0-1 0 0,-1 1 0 0 0,0-1 0 0 0,0 1 1 0 0,0 0-1 0 0,0 0 0 0 0,-1 0 0 0 0,0 1 0 0 0,-8-8 1 0 0,7 8-169 0 0,-1 0 0 0 0,0 0 0 0 0,0 0 1 0 0,0 1-1 0 0,0 0 0 0 0,-1 0 1 0 0,1 1-1 0 0,-1-1 0 0 0,0 2 0 0 0,1-1 1 0 0,-9 0-1 0 0,6 1-539 0 0,-1 0-1 0 0,1 1 1 0 0,0 1 0 0 0,0 0-1 0 0,0 0 1 0 0,0 0 0 0 0,0 1-1 0 0,-11 4 1 0 0,-11 6-4865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96 4332 0 0,'2'-21'1719'0'0,"-1"16"-254"0"0,-2 1-176 0 0,1 4-1283 0 0,-1-3 266 0 0,0-1 1 0 0,1 1 0 0 0,-1 0 0 0 0,-1 0 0 0 0,1-1 0 0 0,0 1-1 0 0,-1 0 1 0 0,1 0 0 0 0,-1 0 0 0 0,0 1 0 0 0,0-1-1 0 0,0 0 1 0 0,-1 1 0 0 0,1-1 0 0 0,0 1 0 0 0,-6-4 0 0 0,3 4-172 0 0,1 0 1 0 0,0 0 0 0 0,-1 1-1 0 0,1-1 1 0 0,-1 1-1 0 0,1 0 1 0 0,-1 1 0 0 0,0-1-1 0 0,1 1 1 0 0,-1 0 0 0 0,0 0-1 0 0,0 0 1 0 0,1 1 0 0 0,-1-1-1 0 0,-5 3 1 0 0,1-1-8 0 0,1 1 0 0 0,-1 1-1 0 0,0-1 1 0 0,1 2 0 0 0,0-1 0 0 0,0 1 0 0 0,-11 9 0 0 0,8-6-26 0 0,2 1-1 0 0,-1 0 1 0 0,1 1 0 0 0,0 0 0 0 0,1 0 0 0 0,0 1 0 0 0,1 0 0 0 0,0 0 0 0 0,0 0-1 0 0,2 1 1 0 0,-8 18 0 0 0,12-23-40 0 0,-1-1 0 0 0,1 1 0 0 0,0-1 0 0 0,0 1 0 0 0,1 0 0 0 0,0-1 0 0 0,0 1 0 0 0,1 0 0 0 0,0-1 0 0 0,0 1 0 0 0,4 12 0 0 0,-4-15-33 0 0,0 0 0 0 0,1 0 0 0 0,-1 0 1 0 0,1 0-1 0 0,0-1 0 0 0,1 1 0 0 0,-1-1 0 0 0,0 1 1 0 0,1-1-1 0 0,0 0 0 0 0,0 0 0 0 0,0 0 1 0 0,0 0-1 0 0,0 0 0 0 0,1-1 0 0 0,6 5 1 0 0,-1-4-90 0 0,0 1-1 0 0,0-1 1 0 0,0 0 0 0 0,1-1 0 0 0,18 3 0 0 0,-17-4 61 0 0,-1-1 0 0 0,1 0 0 0 0,-1 0-1 0 0,1-1 1 0 0,-1-1 0 0 0,0 1 0 0 0,1-2-1 0 0,-1 1 1 0 0,0-2 0 0 0,10-3 0 0 0,-6 0 49 0 0,0 0 0 0 0,0 0-1 0 0,-1-2 1 0 0,1 1 0 0 0,18-18 0 0 0,-26 21-1 0 0,-1-1 0 0 0,1 0 0 0 0,-1 0 0 0 0,0 0 0 0 0,-1-1 0 0 0,1 1 0 0 0,-1-1 0 0 0,-1 0 0 0 0,1-1 0 0 0,-1 1 0 0 0,0-1 0 0 0,-1 1 0 0 0,0-1 0 0 0,2-11 0 0 0,-4 14-69 0 0,1 0 1 0 0,-1 0 0 0 0,0 0-1 0 0,-1 0 1 0 0,1 0-1 0 0,-1 0 1 0 0,0 0-1 0 0,0 0 1 0 0,-1 0 0 0 0,1 0-1 0 0,-1 0 1 0 0,0 0-1 0 0,-1 1 1 0 0,1-1-1 0 0,-1 1 1 0 0,0 0 0 0 0,0 0-1 0 0,0 0 1 0 0,0 0-1 0 0,-1 0 1 0 0,0 0-1 0 0,-7-5 1 0 0,1 4-519 0 0,1-1 0 0 0,-1 1 0 0 0,-1 1 0 0 0,1-1 0 0 0,-1 2 0 0 0,1 0 0 0 0,-1 0 0 0 0,0 1 0 0 0,0 0 0 0 0,0 1-1 0 0,-1 0 1 0 0,1 1 0 0 0,0 0 0 0 0,0 0 0 0 0,0 2 0 0 0,-15 2 0 0 0,-12 4-4719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295 114 4232 0 0,'1'-5'1723'0'0,"-1"1"-1302"0"0,0 0 0 0 0,0-1 1 0 0,-1 1-1 0 0,1 0 0 0 0,-1 0 1 0 0,0 0-1 0 0,0-1 0 0 0,0 1 1 0 0,-1 0-1 0 0,1 0 0 0 0,-1 0 1 0 0,-3-4-1 0 0,3 5-348 0 0,0 1 0 0 0,1 0 0 0 0,-1 0 1 0 0,-1 0-1 0 0,1 0 0 0 0,0 0 0 0 0,0 0 0 0 0,-1 1 1 0 0,1-1-1 0 0,-1 1 0 0 0,1 0 0 0 0,-1 0 0 0 0,1-1 1 0 0,-1 2-1 0 0,0-1 0 0 0,0 0 0 0 0,1 0 0 0 0,-1 1 1 0 0,0 0-1 0 0,0 0 0 0 0,0-1 0 0 0,0 2 0 0 0,-4-1 1 0 0,-4 1-3 0 0,1 1 0 0 0,-1 0 1 0 0,1 1-1 0 0,0 0 0 0 0,0 0 1 0 0,0 1-1 0 0,0 0 0 0 0,1 1 1 0 0,-1 0-1 0 0,1 1 0 0 0,0 0 1 0 0,1 0-1 0 0,0 1 0 0 0,0 0 1 0 0,0 0-1 0 0,1 1 0 0 0,0 0 1 0 0,0 0-1 0 0,1 1 0 0 0,0-1 1 0 0,0 2-1 0 0,1-1 0 0 0,1 0 1 0 0,-7 20-1 0 0,9-23-58 0 0,0 0 1 0 0,1 0-1 0 0,0 0 1 0 0,1 0-1 0 0,-1 0 1 0 0,1 0-1 0 0,0 0 1 0 0,1 1-1 0 0,0-1 0 0 0,-1 0 1 0 0,4 9-1 0 0,-3-12-32 0 0,1 1-1 0 0,0 0 1 0 0,0-1-1 0 0,0 0 0 0 0,0 1 1 0 0,0-1-1 0 0,1 0 1 0 0,-1 0-1 0 0,1 0 0 0 0,0 0 1 0 0,0-1-1 0 0,0 1 1 0 0,0-1-1 0 0,0 0 0 0 0,1 0 1 0 0,3 2-1 0 0,-4-2-21 0 0,4 0-16 0 0,1 1 0 0 0,0-1 0 0 0,-1 0 0 0 0,1-1 0 0 0,0 1-1 0 0,0-2 1 0 0,0 1 0 0 0,0-1 0 0 0,0 0 0 0 0,0-1 0 0 0,0 0-1 0 0,0 0 1 0 0,0-1 0 0 0,8-3 0 0 0,-1 1 90 0 0,0-1 0 0 0,-1-1 0 0 0,1-1 0 0 0,-2 0 0 0 0,1-1-1 0 0,-1 0 1 0 0,24-19 0 0 0,-31 21 13 0 0,1 0-1 0 0,-1 0 1 0 0,0-1-1 0 0,0 0 1 0 0,0 0-1 0 0,-1 0 1 0 0,-1-1-1 0 0,1 0 1 0 0,-1 0-1 0 0,0 0 1 0 0,-1 0-1 0 0,0-1 1 0 0,0 1 0 0 0,2-15-1 0 0,-4 18-60 0 0,-1 1-1 0 0,0 0 0 0 0,1-1 1 0 0,-2 1-1 0 0,1 0 1 0 0,0-1-1 0 0,-1 1 1 0 0,0 0-1 0 0,0 0 1 0 0,0-1-1 0 0,0 1 1 0 0,-1 0-1 0 0,0 0 1 0 0,0 0-1 0 0,0 0 1 0 0,0 1-1 0 0,-5-6 1 0 0,3 4-101 0 0,0 1 0 0 0,0 0 0 0 0,-1 1 0 0 0,0-1-1 0 0,0 1 1 0 0,0 0 0 0 0,0 0 0 0 0,-1 0 0 0 0,1 1 0 0 0,-1-1 0 0 0,-8-1 0 0 0,0 1-667 0 0,0 0-1 0 0,0 1 1 0 0,0 0 0 0 0,-1 2-1 0 0,1-1 1 0 0,0 2 0 0 0,-1 0-1 0 0,1 0 1 0 0,-20 6-1 0 0,-4 4-4518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68 4232 0 0,'-2'-2'1566'0'0,"-4"-9"-255"0"0,5 8-133 0 0,-4 2-60 0 0,-1-1-889 0 0,-1 1 0 0 0,1-1 1 0 0,-1 2-1 0 0,1-1 0 0 0,-1 1 0 0 0,1 0 1 0 0,-1 0-1 0 0,0 1 0 0 0,1 0 0 0 0,-1 0 1 0 0,1 0-1 0 0,-10 4 0 0 0,7-1-74 0 0,-1 0-1 0 0,0 1 1 0 0,1 0-1 0 0,0 1 1 0 0,0 0 0 0 0,1 0-1 0 0,-12 11 1 0 0,10-8-100 0 0,1 1 0 0 0,1 0 0 0 0,-1 0 0 0 0,1 1 0 0 0,1 0 0 0 0,0 0 0 0 0,1 0 0 0 0,0 1 0 0 0,0 0 0 0 0,2 1 0 0 0,-1-1 0 0 0,1 1 0 0 0,-1 14 0 0 0,4-24-45 0 0,1 1 0 0 0,-1 0-1 0 0,1 0 1 0 0,0 0 0 0 0,1-1 0 0 0,-1 1 0 0 0,1 0-1 0 0,-1 0 1 0 0,1-1 0 0 0,0 1 0 0 0,1 0 0 0 0,-1-1-1 0 0,0 1 1 0 0,1-1 0 0 0,0 0 0 0 0,0 1 0 0 0,0-1-1 0 0,5 5 1 0 0,-2-3-16 0 0,0 0 0 0 0,0-1-1 0 0,1 0 1 0 0,-1 0 0 0 0,1-1 0 0 0,0 0-1 0 0,0 0 1 0 0,8 3 0 0 0,-8-4-8 0 0,0-1 0 0 0,0 0 0 0 0,1 0 0 0 0,-1 0 0 0 0,1 0 0 0 0,-1-1 0 0 0,1 0 0 0 0,12-2 0 0 0,-4-1 38 0 0,0 0 1 0 0,23-7-1 0 0,-21 4 142 0 0,0-1-1 0 0,-1-1 0 0 0,-1 0 0 0 0,1-1 1 0 0,-1-1-1 0 0,19-16 0 0 0,-27 21-86 0 0,0-1-1 0 0,-1 0 0 0 0,0-1 1 0 0,-1 1-1 0 0,1-1 0 0 0,-1 0 1 0 0,0 0-1 0 0,-1-1 0 0 0,0 0 1 0 0,0 1-1 0 0,-1-2 0 0 0,0 1 1 0 0,0 0-1 0 0,2-15 1 0 0,-4 18-132 0 0,-1 0 1 0 0,0 0 0 0 0,0 0-1 0 0,-1 0 1 0 0,1-1 0 0 0,-1 1 0 0 0,-1 0-1 0 0,1 0 1 0 0,0 0 0 0 0,-1 1-1 0 0,0-1 1 0 0,0 0 0 0 0,-1 0 0 0 0,1 1-1 0 0,-1 0 1 0 0,0-1 0 0 0,0 1-1 0 0,-1 0 1 0 0,1 1 0 0 0,-1-1 0 0 0,0 0-1 0 0,0 1 1 0 0,-8-5 0 0 0,0 0-577 0 0,-1 0 0 0 0,0 1 1 0 0,0 1-1 0 0,-1 0 0 0 0,0 1 0 0 0,-26-6 1 0 0,-28 0-3478 0 0,-10 4-2894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0 114 3968 0 0,'0'0'4011'0'0,"2"4"-3571"0"0,4 14-89 0 0,-5-14-59 0 0,0-2-259 0 0,-1-1 0 0 0,1 1 0 0 0,0-1 1 0 0,0 1-1 0 0,0-1 0 0 0,0 0 0 0 0,0 1 0 0 0,0-1 0 0 0,0 0 0 0 0,1 0 0 0 0,1 2 0 0 0,-2-3-2 0 0,3 6 42 0 0,0-1 0 0 0,1 0-1 0 0,-1 0 1 0 0,1-1 0 0 0,1 1-1 0 0,-1-1 1 0 0,0 0 0 0 0,1-1-1 0 0,0 1 1 0 0,11 4 0 0 0,-4-2-3 0 0,-5-3-58 0 0,-1 0 0 0 0,0-1 0 0 0,1 0 0 0 0,0 0 0 0 0,-1 0 0 0 0,1-1 0 0 0,0-1 0 0 0,0 1 0 0 0,0-1 0 0 0,0-1 0 0 0,-1 1 0 0 0,1-1 0 0 0,0-1 0 0 0,0 1 0 0 0,11-5 0 0 0,-15 4-6 0 0,-1 2-19 0 0,-1-1 7 0 0,1 0 0 0 0,-1 1 0 0 0,1-1 0 0 0,-1 1 0 0 0,1 0 0 0 0,-1 0 0 0 0,1 0 0 0 0,-1 0 0 0 0,1 0 0 0 0,0 0 0 0 0,-1 1 0 0 0,4 0 0 0 0,-5 0 8 0 0,3-1 4 0 0,29 23 93 0 0,-10-8 40 0 0,0-1-1 0 0,0-2 1 0 0,33 13 0 0 0,-45-21-125 0 0,1 0-1 0 0,-1-2 1 0 0,1 1-1 0 0,0-1 1 0 0,0-1-1 0 0,-1 0 0 0 0,1-1 1 0 0,19-1-1 0 0,-24 0-9 0 0,0-1-1 0 0,0 1 0 0 0,-1-1 0 0 0,1 0 0 0 0,0-1 0 0 0,-1 0 0 0 0,0 0 1 0 0,1 0-1 0 0,-1 0 0 0 0,-1-1 0 0 0,1 0 0 0 0,5-5 0 0 0,-3 2-1 0 0,-5 5 31 0 0,6-3-44 0 0,2-5 66 0 0,-9 9-67 0 0,0 0 0 0 0,1 0 1 0 0,-1 0-1 0 0,0 1 1 0 0,0-1-1 0 0,0 0 0 0 0,1 1 1 0 0,-1-1-1 0 0,0 1 1 0 0,1 0-1 0 0,-1 0 0 0 0,4 0 1 0 0,36 16 31 0 0,-6 0-15 0 0,-6-4 7 0 0,16 8 6 0 0,-43-19-22 0 0,14 3 25 0 0,5 0-24 0 0,1-1 1 0 0,0-1-1 0 0,-1-1 1 0 0,1-1-1 0 0,34-4 1 0 0,-51 3-7 0 0,-2 1-7 0 0,47-8 23 0 0,-35 6-11 0 0,9-1 2 0 0,-21 3-3 0 0,1 0 6 0 0,17 2 1 0 0,0 1 0 0 0,-1 1 0 0 0,0 2 0 0 0,0 0 1 0 0,0 1-1 0 0,0 1 0 0 0,24 13 0 0 0,45 16 10 0 0,-74-32-5 0 0,4 0 0 0 0,-8-4 8 0 0,1 2-39 0 0,0-1-1 0 0,1-1 1 0 0,-1 0 0 0 0,0-1 0 0 0,1 0 0 0 0,-1-1 0 0 0,1-1 0 0 0,-1 0 0 0 0,23-7-1 0 0,-23 6 73 0 0,116-43-173 0 0,-99 34 168 0 0,-1 1 1 0 0,1 1-1 0 0,40-7 1 0 0,-49 15-29 0 0,0 1 0 0 0,-1 1 1 0 0,1 1-1 0 0,0 0 0 0 0,31 8 0 0 0,-21-4 31 0 0,42 7-104 0 0,-37-8-20 0 0,0-2-1 0 0,0-1 0 0 0,0-1 0 0 0,0-2 0 0 0,-1-2 0 0 0,1-1 1 0 0,-1-2-1 0 0,58-19 0 0 0,10-12-4 0 0,-57 19 91 0 0,1 3 1 0 0,69-16-1 0 0,-103 31-63 0 0,6 0 65 0 0,0 0 0 0 0,0 2 0 0 0,0 0 0 0 0,0 1 0 0 0,0 1 0 0 0,25 8 0 0 0,-21-5-11 0 0,57 16 15 0 0,-57-14-30 0 0,-1-1-1 0 0,1-1 0 0 0,1-1 1 0 0,-1-2-1 0 0,1 0 1 0 0,0-1-1 0 0,42-3 0 0 0,39-13-148 0 0,-63 6 257 0 0,1 3 1 0 0,57 0-1 0 0,-74 7-55 0 0,1 2-1 0 0,-1 0 0 0 0,0 2 0 0 0,38 13 0 0 0,-33-9-16 0 0,62 12 0 0 0,-63-19-37 0 0,1-1-1 0 0,-1-2 1 0 0,1-1 0 0 0,59-9 0 0 0,122-39-29 0 0,-135 28 54 0 0,94-12-1 0 0,-59 24-19 0 0,1 5-1 0 0,0 5 0 0 0,157 21 1 0 0,-211-19-274 0 0,0-2 0 0 0,0-3 0 0 0,111-17 0 0 0,-69 6 279 0 0,-36 3 48 0 0,-43 6-30 0 0,1 1-1 0 0,0 1 1 0 0,45 3-1 0 0,2 3-115 0 0,-9 5 167 0 0,84 23-1 0 0,-88-17 54 0 0,75 9 0 0 0,-77-20-103 0 0,-1-2-1 0 0,84-8 1 0 0,107-26 22 0 0,-96 10 920 0 0,-130 19-831 0 0,-4 0-67 0 0,1 1 1 0 0,0 1-1 0 0,0 0 0 0 0,0 1 1 0 0,-1 1-1 0 0,20 2 0 0 0,-9 4-54 0 0,187 39-4 0 0,-173-41 49 0 0,0-2 0 0 0,0-1 0 0 0,0-2 0 0 0,45-6 0 0 0,153-33 56 0 0,-30 4-35 0 0,-152 31-101 0 0,1 4 0 0 0,-1 1 0 0 0,0 3 0 0 0,59 13 0 0 0,-42-7 0 0 0,122 3 1 0 0,255-55-941 0 0,-152 7 1068 0 0,-226 30-93 0 0,1 3-1 0 0,0 3 1 0 0,-1 3 0 0 0,1 4-1 0 0,86 20 1 0 0,-96-15-9 0 0,1-3 1 0 0,1-2 0 0 0,0-3 0 0 0,0-3 0 0 0,93-10 0 0 0,-76-2-1 0 0,0-3 0 0 0,-1-4 0 0 0,143-51 1 0 0,-191 57-29 0 0,1 0-1 0 0,-1 2 1 0 0,46-5 0 0 0,-59 12 48 0 0,-1 0 0 0 0,0 2 0 0 0,1 1 0 0 0,-1 0 0 0 0,0 1 1 0 0,0 1-1 0 0,30 9 0 0 0,1 3 14 0 0,-4 1 19 0 0,2-2-1 0 0,0-2 0 0 0,0-2 0 0 0,83 5 1 0 0,-79-16-27 0 0,0-2 1 0 0,75-13-1 0 0,98-34 103 0 0,-35 7-30 0 0,-130 33 21 0 0,1 2 1 0 0,1 3 0 0 0,-1 2 0 0 0,1 4 0 0 0,91 11-1 0 0,-52 1-52 0 0,302 31-175 0 0,-315-40 127 0 0,0-3 0 0 0,141-17 0 0 0,-90-9-58 0 0,70-7 98 0 0,-182 30-54 0 0,-1 1 0 0 0,0 2 0 0 0,0 0 0 0 0,0 2 0 0 0,0 1 0 0 0,26 7-1 0 0,62 22-23 0 0,137 34-16 0 0,-209-59 21 0 0,1-2 0 0 0,-1-1 0 0 0,2-2 0 0 0,44-4 0 0 0,-10-5 78 0 0,0-3 1 0 0,-1-3 0 0 0,-1-4-1 0 0,76-26 1 0 0,-120 31-36 0 0,0 2 0 0 0,1 1 1 0 0,65-6-1 0 0,-80 13-42 0 0,0 1 0 0 0,-1 1 0 0 0,1 0 0 0 0,-1 1 0 0 0,0 1 0 0 0,1 1 0 0 0,-1 0 0 0 0,-1 2 0 0 0,23 9 0 0 0,59 34 94 0 0,32 13-80 0 0,-109-54 4 0 0,1-1 1 0 0,0 0-1 0 0,0-2 1 0 0,35 4-1 0 0,-4-5 34 0 0,1-3-1 0 0,97-10 1 0 0,104-32 524 0 0,12-1 278 0 0,-245 39-827 0 0,0 2 1 0 0,0 0-1 0 0,0 2 0 0 0,0 0 0 0 0,-1 2 0 0 0,1 0 0 0 0,0 1 0 0 0,-1 1 1 0 0,0 2-1 0 0,0 0 0 0 0,0 1 0 0 0,-1 0 0 0 0,28 18 0 0 0,19 17-141 0 0,85 48-172 0 0,-133-82 306 0 0,0 0 0 0 0,1-2 1 0 0,-1-1-1 0 0,2 0 0 0 0,-1-1 0 0 0,33 3 0 0 0,-20-6 7 0 0,-1-2-1 0 0,1-1 1 0 0,-1-2 0 0 0,0-1-1 0 0,33-8 1 0 0,151-52 79 0 0,10-2-36 0 0,-201 61-14 0 0,1 1 1 0 0,-1 2 0 0 0,1 1-1 0 0,-1 0 1 0 0,34 5 0 0 0,-8 3 80 0 0,80 23 1 0 0,-70-14-129 0 0,0-2-1 0 0,0-3 1 0 0,1-3-1 0 0,0-2 1 0 0,1-3 0 0 0,-1-3-1 0 0,1-3 1 0 0,-1-2-1 0 0,62-14 1 0 0,-4-11 149 0 0,-77 18-165 0 0,1 1 0 0 0,0 2 0 0 0,82-5 0 0 0,-119 14 31 0 0,0 0 0 0 0,0 1-1 0 0,0 0 1 0 0,1 0-1 0 0,-1 0 1 0 0,10 4 0 0 0,-2 0 2 0 0,93 32-9 0 0,-66-22-10 0 0,-12-7 33 0 0,0-1 1 0 0,0-1-1 0 0,0-2 1 0 0,1-1 0 0 0,0-2-1 0 0,-1 0 1 0 0,1-2 0 0 0,0-2-1 0 0,59-12 1 0 0,-15-5 331 0 0,-1-4 0 0 0,116-54 1 0 0,-174 71-383 0 0,0 1 0 0 0,1 0 0 0 0,-1 1 0 0 0,1 0 0 0 0,28-2 0 0 0,-36 7 32 0 0,0 1 0 0 0,0 0 0 0 0,0 1 0 0 0,0 0 0 0 0,-1 1 1 0 0,1-1-1 0 0,-1 2 0 0 0,1-1 0 0 0,-1 1 0 0 0,0 0 0 0 0,-1 1 0 0 0,9 6 0 0 0,17 8-4 0 0,-6-8 7 0 0,0-1-1 0 0,0-1 1 0 0,1-1 0 0 0,0-1 0 0 0,29 2-1 0 0,-19-3 6 0 0,15 1 161 0 0,18-2 114 0 0,-67-4-257 0 0,24 0 98 0 0,-3-2 64 0 0,18-1 23 0 0,44-9-14 0 0,-79 10-204 0 0,21-3 95 0 0,39 0-1 0 0,-57 4-61 0 0,1 0-1 0 0,-1 1 0 0 0,0 1 0 0 0,0 0 1 0 0,1 1-1 0 0,-1 0 0 0 0,15 6 1 0 0,14 11-61 0 0,-28-13-269 0 0,1 0 1 0 0,0-1 0 0 0,0 0 0 0 0,0-2 0 0 0,1 1 0 0 0,-1-1 0 0 0,1-1 0 0 0,0-1 0 0 0,20 2 0 0 0,-32-4 168 0 0,48-1-1971 0 0,-10-6-2735 0 0,-16-2-1356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204 109 3960 0 0,'0'0'1417'0'0,"1"-4"-225"0"0,-1-3-204 0 0,-1-1-1 0 0,1 1 0 0 0,-1 0 1 0 0,0 0-1 0 0,-4-12 0 0 0,4 16-539 0 0,-1-1-166 0 0,0-1 1 0 0,-1 1 0 0 0,1 0 0 0 0,-1 0 0 0 0,0 0 0 0 0,1 0 0 0 0,-2 0 0 0 0,1 0 0 0 0,-4-3-1 0 0,4 5-16 0 0,-2 2-210 0 0,2 0-44 0 0,-1 0 0 0 0,1 1 0 0 0,-1 0 0 0 0,0-1 0 0 0,1 1 0 0 0,-1 1 0 0 0,1-1 0 0 0,0 0 0 0 0,-1 1 0 0 0,1-1 0 0 0,0 1 0 0 0,0 0 0 0 0,0 0 0 0 0,0 1 0 0 0,0-1 0 0 0,0 0 0 0 0,1 1 0 0 0,-4 4 0 0 0,-4 4-6 0 0,0 0 1 0 0,1 1-1 0 0,1 0 0 0 0,0 1 1 0 0,0 0-1 0 0,1 0 1 0 0,1 1-1 0 0,0 0 0 0 0,1 0 1 0 0,1 0-1 0 0,-5 24 1 0 0,8-26-3 0 0,0 1 0 0 0,1-1 0 0 0,0 0 0 0 0,2 15 0 0 0,0-20 6 0 0,0-1 0 0 0,0 1 0 0 0,0 0 0 0 0,1-1 0 0 0,5 10 0 0 0,-3-7-10 0 0,0-1 1 0 0,0 1 0 0 0,1-2 0 0 0,0 1 0 0 0,12 11 0 0 0,-15-16 0 0 0,0-1 0 0 0,0 1 0 0 0,0 0 0 0 0,1-1 0 0 0,-1 0 0 0 0,1 0 0 0 0,0 0 0 0 0,-1 0 0 0 0,1-1 0 0 0,0 1 0 0 0,0-1 0 0 0,0 0 0 0 0,0 0 0 0 0,0-1 0 0 0,1 1 0 0 0,-1-1 0 0 0,0 0 0 0 0,5 0 0 0 0,-3-1 1 0 0,1 0 0 0 0,0 0 0 0 0,-1 0-1 0 0,1-1 1 0 0,-1 0 0 0 0,1 0 0 0 0,-1-1 0 0 0,0 0-1 0 0,0 0 1 0 0,0 0 0 0 0,-1-1 0 0 0,1 0 0 0 0,-1 0 0 0 0,0 0-1 0 0,0-1 1 0 0,0 1 0 0 0,0-1 0 0 0,-1 0 0 0 0,0-1-1 0 0,5-7 1 0 0,-7 10 5 0 0,3-4 17 0 0,-1 0 0 0 0,0 0 0 0 0,-1 0 0 0 0,1 0 0 0 0,-1-1 1 0 0,-1 1-1 0 0,1-1 0 0 0,2-15 0 0 0,-5-38 6 0 0,-1 56-91 0 0,1 0 0 0 0,-1 0 0 0 0,0 0 0 0 0,0 0 1 0 0,0 0-1 0 0,-1 0 0 0 0,0 1 0 0 0,0-1 1 0 0,0 1-1 0 0,0-1 0 0 0,-1 1 0 0 0,0 0 1 0 0,0-1-1 0 0,0 2 0 0 0,0-1 0 0 0,0 0 0 0 0,-1 1 1 0 0,0-1-1 0 0,0 1 0 0 0,0 0 0 0 0,0 0 1 0 0,0 1-1 0 0,-7-4 0 0 0,4 3-632 0 0,-1 0 0 0 0,0 1 0 0 0,0 0 0 0 0,0 0 0 0 0,0 1 0 0 0,0 0 0 0 0,0 0 0 0 0,-1 0-1 0 0,1 2 1 0 0,0-1 0 0 0,0 1 0 0 0,-13 2 0 0 0,-13 6-5590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47 5473 0 0,'2'-21'1652'0'0,"-1"17"1745"0"0,-3 1-2734 0 0,-3-12-146 0 0,4 12 465 0 0,-4 4-762 0 0,-3 2-163 0 0,0 0 0 0 0,1 1 0 0 0,-1 0 0 0 0,1 0 0 0 0,0 1-1 0 0,1 0 1 0 0,-1 0 0 0 0,1 0 0 0 0,-11 12 0 0 0,9-8-27 0 0,-1 1 0 0 0,2 1 0 0 0,-1-1 0 0 0,1 1 0 0 0,1 0 0 0 0,0 1 0 0 0,1 0 0 0 0,0-1 0 0 0,0 2 0 0 0,2-1 0 0 0,-1 0 0 0 0,2 1 0 0 0,-2 14 0 0 0,4-23-21 0 0,0-1-1 0 0,0 0 0 0 0,1 1 0 0 0,0-1 1 0 0,0 0-1 0 0,0 1 0 0 0,0-1 0 0 0,0 0 1 0 0,0 0-1 0 0,1 0 0 0 0,0 0 0 0 0,-1 0 1 0 0,4 3-1 0 0,-3-4-10 0 0,0 1 9 0 0,-1-1 0 0 0,1 0 0 0 0,0 0 1 0 0,0-1-1 0 0,1 1 0 0 0,-1 0 0 0 0,0-1 0 0 0,0 1 0 0 0,1-1 0 0 0,-1 0 0 0 0,1 0 0 0 0,-1 0 0 0 0,1 0 0 0 0,0 0 0 0 0,4 1 0 0 0,-5-2-4 0 0,2 1 4 0 0,0 0 0 0 0,0-1 0 0 0,0 0 1 0 0,0 0-1 0 0,0 0 0 0 0,0 0 0 0 0,0 0 0 0 0,0-1 1 0 0,0 1-1 0 0,0-1 0 0 0,6-2 0 0 0,-7 2-3 0 0,6-2 39 0 0,-1 0 1 0 0,0 0 0 0 0,0-1 0 0 0,0 0-1 0 0,0 0 1 0 0,-1-1 0 0 0,1 0-1 0 0,-1 0 1 0 0,-1-1 0 0 0,1 1 0 0 0,-1-2-1 0 0,0 1 1 0 0,7-9 0 0 0,-10 11-8 0 0,0-1 0 0 0,0 1 1 0 0,0-1-1 0 0,0 1 0 0 0,-1-1 0 0 0,0 0 1 0 0,0 0-1 0 0,0 0 0 0 0,-1 0 1 0 0,0 0-1 0 0,0-1 0 0 0,0 1 1 0 0,0 0-1 0 0,-1-1 0 0 0,0 1 0 0 0,0 0 1 0 0,0-1-1 0 0,-1 1 0 0 0,0 0 1 0 0,0 0-1 0 0,0 0 0 0 0,-3-7 0 0 0,2 8-197 0 0,0-1 1 0 0,-1 1-1 0 0,0-1 0 0 0,0 1 0 0 0,-1 0 0 0 0,1 0 0 0 0,-1 0 0 0 0,1 1 0 0 0,-1-1 0 0 0,0 1 0 0 0,-1 0 0 0 0,1 0 0 0 0,-1 0 0 0 0,1 1 0 0 0,-1-1 0 0 0,0 1 0 0 0,0 0 0 0 0,0 1 0 0 0,0-1 0 0 0,0 1 0 0 0,0 0 0 0 0,-7-1 0 0 0,-5 1-1152 0 0,1 0 0 0 0,0 1 0 0 0,0 0 0 0 0,-18 4 0 0 0,-7 2-4039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37 4648 0 0,'0'0'2991'0'0,"-2"-4"-1753"0"0,-15-26 2970 0 0,16 27-2581 0 0,-1 6-1510 0 0,-4 10-12 0 0,5-10-1 0 0,2 18 35 0 0,1-1 1 0 0,0 0-1 0 0,2 0 0 0 0,11 37 1 0 0,-4-19 2 0 0,8 30-46 0 0,-18-65-50 0 0,0 1 46 0 0,1 4-408 0 0,3 12 1969 0 0,-5-14-4865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72 4028 0 0,'0'0'2058'0'0,"0"-4"-239"0"0,-2-13-188 0 0,1 13 1021 0 0,1 0-1487 0 0,-5-34 3888 0 0,4 34-2804 0 0,3 8-2141 0 0,105 273-440 0 0,-99-248-1065 0 0,-7-24 225 0 0,-1 0-389 0 0,-2 9 247 0 0,-5 13-6198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75 4808 0 0,'0'-5'1633'0'0,"-1"2"-1409"0"0,1 0 0 0 0,-1 0-1 0 0,1 1 1 0 0,-1-1 0 0 0,0 0-1 0 0,0 0 1 0 0,0 1 0 0 0,0-1 0 0 0,-1 1-1 0 0,1-1 1 0 0,-1 1 0 0 0,1 0-1 0 0,-1-1 1 0 0,0 1 0 0 0,0 0-1 0 0,0 0 1 0 0,0 0 0 0 0,-1 0 0 0 0,1 1-1 0 0,0-1 1 0 0,-1 1 0 0 0,-4-3-1 0 0,-10-1 149 0 0,13 4-105 0 0,-2 1-53 0 0,-2 1-163 0 0,0 0 1 0 0,0 1-1 0 0,0 0 0 0 0,0 0 0 0 0,0 0 1 0 0,0 1-1 0 0,0 1 0 0 0,1-1 0 0 0,0 1 1 0 0,0 0-1 0 0,0 1 0 0 0,0-1 0 0 0,1 1 0 0 0,-1 1 1 0 0,1-1-1 0 0,-6 8 0 0 0,5-4 8 0 0,-1 0 1 0 0,1 0-1 0 0,1 1 0 0 0,0 0 0 0 0,0 0 0 0 0,1 1 1 0 0,0 0-1 0 0,1-1 0 0 0,0 2 0 0 0,-4 21 0 0 0,7-29-36 0 0,1-1 0 0 0,0 0-1 0 0,0 0 1 0 0,0 1 0 0 0,0-1-1 0 0,1 0 1 0 0,-1 1 0 0 0,1-1 0 0 0,0 0-1 0 0,0 0 1 0 0,0 0 0 0 0,1 0-1 0 0,-1 0 1 0 0,3 5 0 0 0,-2-6 7 0 0,-2-1-29 0 0,1 1-1 0 0,-1-1 1 0 0,1 0 0 0 0,0 0-1 0 0,0 0 1 0 0,0 0 0 0 0,-1 0 0 0 0,1 0-1 0 0,0 0 1 0 0,0 0 0 0 0,1 0-1 0 0,-1 0 1 0 0,0-1 0 0 0,0 1 0 0 0,0 0-1 0 0,0-1 1 0 0,3 2 0 0 0,-1-1-1 0 0,-1 0-2 0 0,-1 0 0 0 0,0 0 0 0 0,1 0 0 0 0,-1 0 0 0 0,1 0 0 0 0,-1-1 1 0 0,1 1-1 0 0,0 0 0 0 0,-1-1 0 0 0,1 1 0 0 0,0-1 0 0 0,-1 0 0 0 0,1 0 0 0 0,0 1 0 0 0,2-1 0 0 0,2 0-5 0 0,-4 1 4 0 0,1-1 0 0 0,-1 1 0 0 0,1-1 0 0 0,0 1 1 0 0,0-1-1 0 0,-1 0 0 0 0,1 0 0 0 0,0 0 0 0 0,-1-1 1 0 0,1 1-1 0 0,0 0 0 0 0,2-2 0 0 0,5 0-6 0 0,5 0 3 0 0,0-1-1 0 0,0-1 1 0 0,-1-1-1 0 0,1 1 0 0 0,-1-2 1 0 0,0 0-1 0 0,24-15 1 0 0,-29 15 10 0 0,0 0 0 0 0,0 0 0 0 0,-1-1 0 0 0,1 0 0 0 0,-2-1 0 0 0,1 0 1 0 0,-1 0-1 0 0,0-1 0 0 0,0 0 0 0 0,9-18 0 0 0,-14 23-46 0 0,0 0 0 0 0,0 0-1 0 0,0 0 1 0 0,-1-1 0 0 0,1 1 0 0 0,-1-1 0 0 0,0 1 0 0 0,-1-1 0 0 0,1 1-1 0 0,-1-1 1 0 0,0 0 0 0 0,0 1 0 0 0,0-1 0 0 0,-1 1 0 0 0,1-1-1 0 0,-1 1 1 0 0,0-1 0 0 0,-1 1 0 0 0,1-1 0 0 0,-1 1 0 0 0,0 0-1 0 0,0 0 1 0 0,0 0 0 0 0,0 0 0 0 0,-4-4 0 0 0,5 6-30 0 0,0 1 1 0 0,0 0 0 0 0,0 0-1 0 0,0 0 1 0 0,0 0-1 0 0,0 0 1 0 0,0 0 0 0 0,0 0-1 0 0,0 1 1 0 0,0-1-1 0 0,-1 0 1 0 0,1 1-1 0 0,0-1 1 0 0,-1 1 0 0 0,1-1-1 0 0,0 1 1 0 0,-2-1-1 0 0,-2 0-229 0 0,2 0-63 0 0,0 0-1 0 0,-1 0 1 0 0,1 0-1 0 0,-1 0 1 0 0,0 1-1 0 0,1-1 1 0 0,-1 1-1 0 0,0 0 1 0 0,1 0-1 0 0,-1 1 1 0 0,1-1-1 0 0,-1 1 1 0 0,1 0-1 0 0,-1-1 0 0 0,1 2 1 0 0,-4 0-1 0 0,-16 7-4969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370 140 4440 0 0,'-2'-5'280'0'0,"-1"-1"-1"0"0,-1 1 1 0 0,1 0-1 0 0,-1 0 0 0 0,0 0 1 0 0,0 1-1 0 0,0-1 1 0 0,0 1-1 0 0,-1 0 0 0 0,0 0 1 0 0,0 0-1 0 0,0 1 0 0 0,0 0 1 0 0,-1 0-1 0 0,1 0 1 0 0,-1 1-1 0 0,0-1 0 0 0,0 1 1 0 0,0 1-1 0 0,0-1 1 0 0,0 1-1 0 0,-10-1 0 0 0,9 2-196 0 0,-1 0 0 0 0,1 0-1 0 0,0 1 1 0 0,0 0 0 0 0,0 0 0 0 0,0 1-1 0 0,0-1 1 0 0,0 2 0 0 0,0-1-1 0 0,0 1 1 0 0,-9 5 0 0 0,2 0 24 0 0,1 0-1 0 0,-1 1 1 0 0,-20 19 0 0 0,27-21-65 0 0,-1 1 1 0 0,1-1-1 0 0,0 2 0 0 0,1-1 1 0 0,0 1-1 0 0,0 0 1 0 0,1 0-1 0 0,0 0 0 0 0,1 1 1 0 0,0 0-1 0 0,0 0 1 0 0,1 0-1 0 0,0 0 0 0 0,-2 17 1 0 0,5-25-37 0 0,0 0-1 0 0,0 0 1 0 0,0 0 0 0 0,0 0 0 0 0,0 0 0 0 0,0-1-1 0 0,0 1 1 0 0,0 0 0 0 0,1 0 0 0 0,-1 0 0 0 0,1 0-1 0 0,0 2 1 0 0,1 1 7 0 0,-2-4-10 0 0,0 1 0 0 0,0-1 0 0 0,1 0 0 0 0,-1 1 0 0 0,1-1 0 0 0,-1 0 0 0 0,1 0 0 0 0,-1 1 0 0 0,1-1 1 0 0,0 0-1 0 0,-1 0 0 0 0,1 0 0 0 0,0 0 0 0 0,0 0 0 0 0,0 0 0 0 0,0 0 0 0 0,0 0 0 0 0,2 1 0 0 0,0 1 1 0 0,-3-2-9 0 0,1 0 1 0 0,0 0-1 0 0,0 0 1 0 0,0 0-1 0 0,0 0 1 0 0,0 0-1 0 0,1 0 0 0 0,-1 0 1 0 0,0 0-1 0 0,0 0 1 0 0,1 0-1 0 0,-1-1 1 0 0,0 1-1 0 0,1-1 1 0 0,-1 1-1 0 0,0-1 1 0 0,3 1-1 0 0,0 0-16 0 0,-2 0 11 0 0,-1 0-1 0 0,1 0 1 0 0,0 0-1 0 0,0-1 0 0 0,-1 1 1 0 0,1 0-1 0 0,0-1 1 0 0,0 1-1 0 0,0-1 1 0 0,0 0-1 0 0,0 0 0 0 0,0 0 1 0 0,0 0-1 0 0,0 0 1 0 0,2 0-1 0 0,2-1-24 0 0,4 1 4 0 0,0 0-1 0 0,0-1 0 0 0,0 0 1 0 0,0 0-1 0 0,0-1 1 0 0,0-1-1 0 0,0 1 1 0 0,0-2-1 0 0,10-4 1 0 0,-8 3 11 0 0,5-2 98 0 0,-1 0-1 0 0,1-1 0 0 0,-2-1 0 0 0,1 0 0 0 0,-1-1 0 0 0,-1-1 0 0 0,16-14 0 0 0,-22 17-10 0 0,0 0-1 0 0,-1 0 1 0 0,0-1 0 0 0,0 0 0 0 0,-1 0-1 0 0,0-1 1 0 0,-1 1 0 0 0,0-1 0 0 0,0-1-1 0 0,-1 1 1 0 0,-1-1 0 0 0,4-13 0 0 0,-6 18-48 0 0,0 0 0 0 0,-1 0 0 0 0,0 0 0 0 0,0 0-1 0 0,0 0 1 0 0,-1 0 0 0 0,0 0 0 0 0,-1-6 0 0 0,1 9-57 0 0,0 0 1 0 0,0 1-1 0 0,0-1 0 0 0,0 0 0 0 0,0 1 0 0 0,0-1 0 0 0,-1 1 0 0 0,1-1 0 0 0,-1 1 0 0 0,0 0 0 0 0,0 0 0 0 0,0 0 1 0 0,0 0-1 0 0,0 0 0 0 0,0 0 0 0 0,0 0 0 0 0,-1 1 0 0 0,1-1 0 0 0,0 1 0 0 0,-4-2 0 0 0,0 1-190 0 0,0 0-1 0 0,0 1 1 0 0,0-1-1 0 0,0 1 0 0 0,0 0 1 0 0,0 1-1 0 0,0-1 1 0 0,0 1-1 0 0,0 1 0 0 0,-1-1 1 0 0,1 1-1 0 0,0 0 1 0 0,0 0-1 0 0,-6 3 1 0 0,6-2-540 0 0,0 1 0 0 0,0 0 0 0 0,0 0 0 0 0,0 0 0 0 0,-6 6 0 0 0,-10 9-4445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72 3532 0 0,'0'-4'2034'0'0,"1"-16"-429"0"0,-1 16-329 0 0,-2 0-215 0 0,1 0-843 0 0,-1 1 0 0 0,0 0 0 0 0,-1 0 0 0 0,1 0 1 0 0,0 0-1 0 0,-1 0 0 0 0,0 0 0 0 0,1 1 0 0 0,-1-1 0 0 0,0 1 0 0 0,-1 0 0 0 0,-3-3 0 0 0,4 4 66 0 0,-3 1-48 0 0,-2 1-185 0 0,0 0 0 0 0,0 1 1 0 0,1 0-1 0 0,-1 0 0 0 0,0 0 1 0 0,1 1-1 0 0,-1 0 1 0 0,1 1-1 0 0,0-1 0 0 0,0 2 1 0 0,-7 4-1 0 0,5 0-28 0 0,0-1 0 0 0,1 1 0 0 0,0 1 0 0 0,0-1 0 0 0,1 2 0 0 0,0-1 0 0 0,1 1 0 0 0,0-1 0 0 0,1 2 0 0 0,0-1 0 0 0,1 1 0 0 0,0-1 0 0 0,-3 16 0 0 0,6-23-27 0 0,1 0 0 0 0,-1 1 1 0 0,1-1-1 0 0,-1 1 1 0 0,1-1-1 0 0,1 1 1 0 0,-1-1-1 0 0,1 1 1 0 0,-1-1-1 0 0,1 0 0 0 0,0 1 1 0 0,1-1-1 0 0,-1 0 1 0 0,1 0-1 0 0,0 0 1 0 0,0 0-1 0 0,0 0 0 0 0,0 0 1 0 0,1 0-1 0 0,0-1 1 0 0,0 1-1 0 0,0-1 1 0 0,0 0-1 0 0,0 0 0 0 0,1 0 1 0 0,-1 0-1 0 0,1-1 1 0 0,-1 1-1 0 0,1-1 1 0 0,0 0-1 0 0,0 0 0 0 0,0 0 1 0 0,8 2-1 0 0,4 0-8 0 0,1 1 0 0 0,-1-2-1 0 0,1 0 1 0 0,0-1 0 0 0,0-1-1 0 0,0 0 1 0 0,21-3 0 0 0,-26 1 153 0 0,-1 0 1 0 0,1-1 0 0 0,-1 0 0 0 0,0-1 0 0 0,0-1 0 0 0,0 0 0 0 0,0 0-1 0 0,-1-1 1 0 0,14-8 0 0 0,-17 9-42 0 0,-1-1 0 0 0,1 0 0 0 0,-1 0 0 0 0,0-1 1 0 0,-1 1-1 0 0,1-1 0 0 0,-1 0 0 0 0,0-1 0 0 0,-1 1 0 0 0,0-1 0 0 0,0 0 0 0 0,0 0 0 0 0,4-13 0 0 0,-6 15-78 0 0,-1 0 0 0 0,-1 0 0 0 0,1 0 0 0 0,-1 0 0 0 0,0 0 0 0 0,0 0 0 0 0,0 0 0 0 0,0 0 0 0 0,-1 0 0 0 0,0 1 0 0 0,0-1 0 0 0,-1 0 0 0 0,1 0 0 0 0,-1 1 0 0 0,0-1 0 0 0,0 1 0 0 0,0-1 0 0 0,-4-4 0 0 0,0 0-35 0 0,0 1-1 0 0,0 0 1 0 0,-1 1 0 0 0,0-1-1 0 0,0 1 1 0 0,-1 1 0 0 0,-13-11 0 0 0,13 13-45 0 0,0-1 0 0 0,0 2 0 0 0,0-1 0 0 0,-1 1 0 0 0,1 0 0 0 0,-1 0 0 0 0,0 1 0 0 0,1 1 0 0 0,-1-1 0 0 0,0 1 1 0 0,0 1-1 0 0,0 0 0 0 0,0 0 0 0 0,-17 3 0 0 0,19-2-232 0 0,0 1 0 0 0,1 0 0 0 0,-1 0 0 0 0,1 0 0 0 0,0 1 0 0 0,0 0-1 0 0,0 0 1 0 0,-11 8 0 0 0,13-7-302 0 0,-1 0 0 0 0,1 0 0 0 0,0 1 0 0 0,0-1 0 0 0,0 1-1 0 0,1 0 1 0 0,0 0 0 0 0,0 0 0 0 0,0 0 0 0 0,0 0 0 0 0,-1 7 0 0 0,-3 11-5495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78 4996 0 0,'0'0'2994'0'0,"1"-4"-1811"0"0,-1 3-1022 0 0,0-1 1 0 0,0 1-1 0 0,0-1 1 0 0,0 0-1 0 0,0 1 1 0 0,0-1-1 0 0,0 1 0 0 0,-1-1 1 0 0,1 0-1 0 0,0 1 1 0 0,-1-1-1 0 0,0 1 1 0 0,1-1-1 0 0,-1 1 1 0 0,0-1-1 0 0,0 1 0 0 0,1 0 1 0 0,-1-1-1 0 0,-2-1 1 0 0,1 1 172 0 0,-2 3-65 0 0,-3 2-188 0 0,0 0-1 0 0,1 1 0 0 0,0-1 1 0 0,0 1-1 0 0,0 0 0 0 0,0 1 1 0 0,0 0-1 0 0,1 0 0 0 0,0 0 1 0 0,0 0-1 0 0,0 1 1 0 0,1 0-1 0 0,0 0 0 0 0,0 0 1 0 0,0 0-1 0 0,-4 11 0 0 0,5-8-42 0 0,-1-1 0 0 0,1 1-1 0 0,0-1 1 0 0,1 1 0 0 0,0 0-1 0 0,0 0 1 0 0,1 0 0 0 0,0 0 0 0 0,0 0-1 0 0,1 0 1 0 0,1 0 0 0 0,0 0-1 0 0,0 0 1 0 0,3 11 0 0 0,-3-17-32 0 0,0 3 7 0 0,0-1 0 0 0,1 0 0 0 0,0 1 1 0 0,0-1-1 0 0,0 0 0 0 0,1 0 0 0 0,-1 0 0 0 0,1 0 1 0 0,1-1-1 0 0,-1 1 0 0 0,1-1 0 0 0,-1 0 0 0 0,1 0 0 0 0,0 0 1 0 0,1 0-1 0 0,-1-1 0 0 0,8 5 0 0 0,-5-5 13 0 0,-1-1 0 0 0,1 1-1 0 0,-1-2 1 0 0,1 1 0 0 0,0-1 0 0 0,0 0 0 0 0,-1 0 0 0 0,1 0-1 0 0,0-1 1 0 0,10-1 0 0 0,-7-1 73 0 0,0 0 1 0 0,0 0-1 0 0,-1-1 0 0 0,1-1 1 0 0,-1 1-1 0 0,0-1 0 0 0,15-9 1 0 0,-15 7-22 0 0,0-1 0 0 0,0 1 0 0 0,-1-2 0 0 0,1 1 0 0 0,-2-1 0 0 0,1 0 0 0 0,-1 0 0 0 0,-1-1 0 0 0,1 0 0 0 0,-2 0 0 0 0,1-1 0 0 0,-1 0 0 0 0,0 0 0 0 0,-1 0 0 0 0,4-14 0 0 0,-7 18-234 0 0,1 1 0 0 0,-1-1-1 0 0,0 0 1 0 0,-1 0 0 0 0,1 0 0 0 0,-1 0-1 0 0,0 0 1 0 0,-1 0 0 0 0,1 0-1 0 0,-1 0 1 0 0,-1 0 0 0 0,1 0 0 0 0,-1 0-1 0 0,0 1 1 0 0,0-1 0 0 0,0 1 0 0 0,-1-1-1 0 0,0 1 1 0 0,0 0 0 0 0,0 0 0 0 0,-1 0-1 0 0,0 0 1 0 0,0 1 0 0 0,0-1-1 0 0,0 1 1 0 0,-1 0 0 0 0,0 1 0 0 0,1-1-1 0 0,-10-4 1 0 0,4 2-863 0 0,-1 1 0 0 0,1 1 0 0 0,-1 0 0 0 0,-1 0 0 0 0,-14-3 0 0 0,-23-1-5646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77 4952 0 0,'-1'-5'1747'0'0,"-14"-54"6683"0"0,12 50-8406 0 0,2 5 1373 0 0,6 21-1124 0 0,60 181-2238 0 0,-16-71-6695 0 0,-36-94 2502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51 4244 0 0,'-1'-5'1683'0'0,"-4"-13"-243"0"0,4 13 1089 0 0,-3-14-593 0 0,3 15 1138 0 0,35 170-3219 0 0,40 144-9262 0 0,-59-253 4093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29 3984 0 0,'0'0'1725'0'0,"-1"-3"-373"0"0,0 1-1160 0 0,0 1-1 0 0,1-1 0 0 0,-1 1 1 0 0,0-1-1 0 0,0 1 0 0 0,0 0 1 0 0,0-1-1 0 0,0 1 0 0 0,0 0 1 0 0,0 0-1 0 0,-1-1 1 0 0,1 1-1 0 0,0 0 0 0 0,-1 0 1 0 0,1 1-1 0 0,-1-1 0 0 0,1 0 1 0 0,-3-1-1 0 0,0 1 194 0 0,-1 3-83 0 0,-3 2-256 0 0,0 1 1 0 0,1 0-1 0 0,0 0 0 0 0,0 0 1 0 0,0 1-1 0 0,1 0 1 0 0,-1 1-1 0 0,2 0 1 0 0,-1 0-1 0 0,1 0 1 0 0,0 0-1 0 0,0 1 0 0 0,1 0 1 0 0,0 0-1 0 0,0 0 1 0 0,1 0-1 0 0,0 0 1 0 0,1 1-1 0 0,0 0 0 0 0,0-1 1 0 0,0 1-1 0 0,1 17 1 0 0,1-17-45 0 0,0 1 0 0 0,1-1 0 0 0,0 0 0 0 0,1 0 1 0 0,0 0-1 0 0,0 0 0 0 0,1 0 0 0 0,0 0 0 0 0,0 0 0 0 0,1-1 1 0 0,7 11-1 0 0,-10-17-22 0 0,1 0 0 0 0,0 0 0 0 0,0-1 0 0 0,0 1 0 0 0,0 0 0 0 0,0-1 0 0 0,1 1 0 0 0,-1-1 0 0 0,0 0 0 0 0,1 0 0 0 0,-1 0 0 0 0,0 0 0 0 0,1 0 0 0 0,0 0 0 0 0,-1-1 0 0 0,1 1 0 0 0,-1-1 0 0 0,1 0 0 0 0,0 0 0 0 0,-1 0 0 0 0,1 0 0 0 0,3-1-1 0 0,2 0 9 0 0,0 0-1 0 0,0-1 0 0 0,0-1 0 0 0,11-4 1 0 0,-18 7 14 0 0,6-4 69 0 0,1 0-1 0 0,-1 0 0 0 0,0-1 1 0 0,0 1-1 0 0,0-2 0 0 0,0 1 0 0 0,-1-1 1 0 0,0 0-1 0 0,0 0 0 0 0,-1-1 0 0 0,1 0 1 0 0,-2 0-1 0 0,1 0 0 0 0,-1 0 1 0 0,0-1-1 0 0,0 0 0 0 0,-1 1 0 0 0,0-1 1 0 0,0-1-1 0 0,-1 1 0 0 0,2-17 1 0 0,-3 20-55 0 0,-1 1 1 0 0,0-1-1 0 0,0 0 1 0 0,0 0 0 0 0,0 1-1 0 0,-1-1 1 0 0,0 0 0 0 0,0 1-1 0 0,0-1 1 0 0,0 1-1 0 0,-1-1 1 0 0,0 1 0 0 0,0 0-1 0 0,0-1 1 0 0,0 1 0 0 0,-1 0-1 0 0,-4-5 1 0 0,3 4-95 0 0,-1 0 0 0 0,1 0 0 0 0,-1 0 0 0 0,-1 1 1 0 0,1 0-1 0 0,-1 0 0 0 0,1 1 0 0 0,-1-1 0 0 0,-12-4 0 0 0,15 7-10 0 0,1 0-1 0 0,-1 0 0 0 0,1 0 1 0 0,-1 1-1 0 0,0-1 1 0 0,1 1-1 0 0,-1-1 0 0 0,0 1 1 0 0,-2 0-1 0 0,-3 0-128 0 0,6 0 118 0 0,-1-1-1 0 0,1 1 1 0 0,-1 0 0 0 0,0 0-1 0 0,1 0 1 0 0,-1 0-1 0 0,1 0 1 0 0,-1 0-1 0 0,1 1 1 0 0,-1-1-1 0 0,1 1 1 0 0,-1 0-1 0 0,-3 1 1 0 0,-2 2-218 0 0,0-2-298 0 0,1 0 0 0 0,0 1 1 0 0,0 0-1 0 0,0 0 0 0 0,1 0 0 0 0,-1 1 0 0 0,1 0 1 0 0,-7 6-1 0 0,-5 6-4023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99 120 3760 0 0,'3'-4'1771'0'0,"25"-60"4420"0"0,-27 61-5345 0 0,1 0-143 0 0,-2 3-640 0 0,0-1 0 0 0,1 1 0 0 0,-1 0 0 0 0,0-1 0 0 0,0 1 0 0 0,1 0 0 0 0,-1-1 0 0 0,0 1 0 0 0,0 0 0 0 0,0-1 0 0 0,0 1 0 0 0,0 0 0 0 0,1-1 0 0 0,-1 1 0 0 0,0-1 0 0 0,0 1 0 0 0,0 0 0 0 0,0-1 0 0 0,0 1 0 0 0,0-1 0 0 0,0 1 0 0 0,0-1 0 0 0,0 1-1 0 0,0 0 1 0 0,-1-1 0 0 0,1 1 0 0 0,0-1 0 0 0,0 1 0 0 0,0 0 0 0 0,0-1 0 0 0,-1 1 0 0 0,1 0 0 0 0,0-1 0 0 0,0 1 0 0 0,-1-1 0 0 0,-13 9 375 0 0,-18 28-480 0 0,18-13 67 0 0,1 2-1 0 0,1-1 1 0 0,1 2-1 0 0,2 0 1 0 0,0 0 0 0 0,-9 52-1 0 0,17-69-38 0 0,1-1 0 0 0,0 1-1 0 0,1-1 1 0 0,0 0 0 0 0,0 1-1 0 0,3 7 1 0 0,-4-13-3 0 0,1-1 0 0 0,0 0-1 0 0,0 1 1 0 0,1-1 0 0 0,-1 0-1 0 0,0 1 1 0 0,1-1 0 0 0,-1 0-1 0 0,1 0 1 0 0,0 0 0 0 0,0-1-1 0 0,0 1 1 0 0,0 0 0 0 0,0-1-1 0 0,0 1 1 0 0,0-1 0 0 0,0 0-1 0 0,3 2 1 0 0,-3-2-1 0 0,0 0-7 0 0,1 0-1 0 0,-1 0 0 0 0,1-1 0 0 0,0 1 0 0 0,-1 0 0 0 0,1-1 1 0 0,0 0-1 0 0,-1 0 0 0 0,1 1 0 0 0,0-2 0 0 0,-1 1 0 0 0,1 0 1 0 0,-1 0-1 0 0,5-2 0 0 0,32-12 17 0 0,-28 9 54 0 0,-1 0 1 0 0,0-1 0 0 0,0-1-1 0 0,-1 0 1 0 0,0 0 0 0 0,0-1-1 0 0,-1 0 1 0 0,1 0-1 0 0,-2-1 1 0 0,1 0 0 0 0,-2 0-1 0 0,1-1 1 0 0,-1 0 0 0 0,6-14-1 0 0,-9 18-135 0 0,0 0 1 0 0,-1 0-1 0 0,0-1 0 0 0,0 1 0 0 0,-1-1 0 0 0,0 1 1 0 0,0-1-1 0 0,0 0 0 0 0,-1 0 0 0 0,0 1 0 0 0,-1-1 1 0 0,1 0-1 0 0,-1 1 0 0 0,0-1 0 0 0,-1 1 1 0 0,0-1-1 0 0,0 1 0 0 0,0-1 0 0 0,-1 1 0 0 0,1 0 1 0 0,-2 0-1 0 0,1 0 0 0 0,-1 1 0 0 0,0-1 0 0 0,-8-9 1 0 0,3 7-569 0 0,0-1 0 0 0,-1 2 0 0 0,0-1 0 0 0,0 1 0 0 0,0 1 0 0 0,-1 0 0 0 0,0 0 0 0 0,0 1 0 0 0,0 1 0 0 0,-16-5 0 0 0,-35-9-5677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49 4792 0 0,'-5'-2'1415'0'0,"-1"-1"-1194"0"0,0 0 0 0 0,0 1 0 0 0,0 0 0 0 0,0 0 0 0 0,0 0 0 0 0,-1 1 0 0 0,1 0 0 0 0,0 0 0 0 0,-1 1 0 0 0,1-1 0 0 0,-1 2 1 0 0,1-1-1 0 0,-1 0 0 0 0,1 1 0 0 0,0 1 0 0 0,-1-1 0 0 0,1 1 0 0 0,0 0 0 0 0,0 0 0 0 0,0 0 0 0 0,0 1 0 0 0,1 0 0 0 0,-1 1 0 0 0,1-1 1 0 0,-1 1-1 0 0,1 0 0 0 0,0 0 0 0 0,-7 8 0 0 0,8-6-177 0 0,-1-1 1 0 0,2 1-1 0 0,-1 0 1 0 0,0 0-1 0 0,1 0 1 0 0,0 0-1 0 0,1 0 1 0 0,0 1-1 0 0,-1-1 1 0 0,0 9-1 0 0,1 0 17 0 0,0 0-1 0 0,1 0 1 0 0,2 20-1 0 0,-1-31-39 0 0,0 1-1 0 0,1 0 0 0 0,0-1 1 0 0,-1 1-1 0 0,1-1 1 0 0,1 1-1 0 0,-1-1 0 0 0,1 1 1 0 0,0-1-1 0 0,0 0 1 0 0,4 6-1 0 0,-4-6 15 0 0,0 1 7 0 0,1-1 0 0 0,-1 0-1 0 0,1 0 1 0 0,0-1 0 0 0,0 1-1 0 0,0 0 1 0 0,1-1 0 0 0,-1 0-1 0 0,1 0 1 0 0,0 0 0 0 0,0 0-1 0 0,0-1 1 0 0,0 1 0 0 0,1-1-1 0 0,-1 0 1 0 0,0 0 0 0 0,7 1-1 0 0,-5-2 31 0 0,0 0-1 0 0,0 0 1 0 0,0-1-1 0 0,0 0 0 0 0,1 0 1 0 0,-1 0-1 0 0,0-1 1 0 0,0 0-1 0 0,0 0 0 0 0,0 0 1 0 0,0-1-1 0 0,7-3 1 0 0,-5 2-11 0 0,0-1 0 0 0,0 0 1 0 0,0 0-1 0 0,-1-1 0 0 0,0 0 1 0 0,0 0-1 0 0,0 0 0 0 0,-1-1 1 0 0,1 0-1 0 0,-2-1 1 0 0,1 1-1 0 0,0-1 0 0 0,-1 0 1 0 0,-1 0-1 0 0,1-1 0 0 0,-1 0 1 0 0,0 1-1 0 0,-1-1 0 0 0,4-12 1 0 0,-6 14-138 0 0,0-1 0 0 0,0 1 0 0 0,-1 0 0 0 0,0-1 0 0 0,0 1 0 0 0,0-1 1 0 0,-1 1-1 0 0,0 0 0 0 0,0-1 0 0 0,0 1 0 0 0,-1 0 0 0 0,0 0 0 0 0,0 0 0 0 0,-1 0 0 0 0,0 0 0 0 0,0 1 0 0 0,0-1 1 0 0,-1 1-1 0 0,1-1 0 0 0,-1 1 0 0 0,-1 1 0 0 0,1-1 0 0 0,-8-6 0 0 0,2 3-625 0 0,0 1 0 0 0,0 0 0 0 0,-1 1 0 0 0,0 0-1 0 0,0 1 1 0 0,0 0 0 0 0,-1 1 0 0 0,1 0 0 0 0,-1 0 0 0 0,0 2-1 0 0,-19-3 1 0 0,-24 1-5558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306 96 3904 0 0,'-5'-9'571'0'0,"1"1"0"0"0,-1 0 0 0 0,-1 0 0 0 0,0 0 0 0 0,0 1 0 0 0,0 0 0 0 0,-1 0 0 0 0,0 1 0 0 0,-16-12 0 0 0,20 16-510 0 0,-1 1 0 0 0,0-1 0 0 0,1 1 1 0 0,-1 0-1 0 0,0 0 0 0 0,0 0 0 0 0,0 1 0 0 0,0 0 1 0 0,0-1-1 0 0,0 1 0 0 0,0 1 0 0 0,0-1 1 0 0,0 0-1 0 0,0 1 0 0 0,0 0 0 0 0,1 0 1 0 0,-1 0-1 0 0,0 0 0 0 0,0 1 0 0 0,-3 2 1 0 0,-1 0-31 0 0,0 1 1 0 0,1 0-1 0 0,0 0 1 0 0,0 1 0 0 0,0-1-1 0 0,1 2 1 0 0,0-1-1 0 0,0 1 1 0 0,1 0-1 0 0,-1 0 1 0 0,2 1 0 0 0,-1-1-1 0 0,-5 12 1 0 0,2 1 45 0 0,0-1 1 0 0,1 1-1 0 0,1 0 1 0 0,-5 30-1 0 0,10-42-48 0 0,-1 0 0 0 0,1 0 0 0 0,1 1 0 0 0,-1-1 0 0 0,1 0 0 0 0,1 0 0 0 0,0 0 0 0 0,0 0 0 0 0,0 0 0 0 0,1 0-1 0 0,0 0 1 0 0,1 0 0 0 0,0 0 0 0 0,0-1 0 0 0,0 1 0 0 0,8 10 0 0 0,-10-17-14 0 0,0 1 1 0 0,-1-1-1 0 0,1 0 0 0 0,1 0 1 0 0,-1 0-1 0 0,0 0 0 0 0,0 0 1 0 0,0 0-1 0 0,0 0 0 0 0,1 0 1 0 0,-1 0-1 0 0,0-1 0 0 0,1 1 0 0 0,-1 0 1 0 0,3 0-1 0 0,1 1 35 0 0,-4-1-35 0 0,0-1 0 0 0,1 1 0 0 0,-1 0 0 0 0,1-1-1 0 0,-1 1 1 0 0,0-1 0 0 0,1 1 0 0 0,-1-1 0 0 0,1 1-1 0 0,-1-1 1 0 0,1 0 0 0 0,-1 0 0 0 0,1 0-1 0 0,-1 0 1 0 0,1 0 0 0 0,-1 0 0 0 0,3-1 0 0 0,0 1 24 0 0,3 0-4 0 0,0-1 0 0 0,0 1 0 0 0,0-1-1 0 0,0 0 1 0 0,0-1 0 0 0,-1 1 0 0 0,1-1 0 0 0,-1-1 0 0 0,1 1 0 0 0,10-7 0 0 0,1-1 116 0 0,-1-1 0 0 0,17-14 0 0 0,-25 18-71 0 0,0-1 0 0 0,-1 0 1 0 0,0 0-1 0 0,0-1 0 0 0,-1 0 0 0 0,0 0 0 0 0,-1-1 0 0 0,0 0 0 0 0,-1 0 0 0 0,1 0 0 0 0,-2 0 1 0 0,4-12-1 0 0,-7 18-92 0 0,0 0 0 0 0,-1 0 0 0 0,1 0 0 0 0,-1 0 0 0 0,0 0 0 0 0,0 0 0 0 0,0 0 0 0 0,-1 0 0 0 0,1 0 0 0 0,-1 0 0 0 0,0 0 0 0 0,0 0 0 0 0,-1 0 0 0 0,1 0 0 0 0,-1 1 0 0 0,1-1 0 0 0,-1 1 0 0 0,-1-1 0 0 0,1 1 0 0 0,0 0 0 0 0,-1-1 0 0 0,1 1 0 0 0,-7-4 0 0 0,3 1-246 0 0,-1 0-1 0 0,-1 0 0 0 0,1 1 1 0 0,-1 0-1 0 0,0 1 0 0 0,0 0 0 0 0,-1 0 1 0 0,1 1-1 0 0,-11-3 0 0 0,1 2-671 0 0,1 1 0 0 0,-1 1 0 0 0,0 0 0 0 0,0 2 0 0 0,0 0 0 0 0,-28 4 0 0 0,-27 5-4346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 0 2336 0 0,'-5'1'1372'0'0,"-8"3"-1001"0"0,0 1 0 0 0,1 0 0 0 0,0 1 0 0 0,0 0 0 0 0,0 1 0 0 0,1 0 0 0 0,0 1 0 0 0,0 0 0 0 0,1 1 0 0 0,-13 13 0 0 0,8-7-189 0 0,2 1 1 0 0,0 0-1 0 0,1 1 1 0 0,0 0 0 0 0,1 1-1 0 0,-11 25 1 0 0,20-37-135 0 0,-1 1 0 0 0,1-1 0 0 0,0 0 0 0 0,1 1 0 0 0,0-1 0 0 0,0 1 0 0 0,0 0 0 0 0,1-1 0 0 0,0 1 1 0 0,0 0-1 0 0,1-1 0 0 0,-1 1 0 0 0,1-1 0 0 0,1 1 0 0 0,0-1 0 0 0,-1 1 0 0 0,2-1 0 0 0,-1 0 0 0 0,1 0 0 0 0,5 8 0 0 0,-8-12-37 0 0,1-1-1 0 0,0 0 0 0 0,0 0 0 0 0,0 1 1 0 0,0-1-1 0 0,0 0 0 0 0,0 0 1 0 0,0 0-1 0 0,0 0 0 0 0,0 0 1 0 0,0 0-1 0 0,1-1 0 0 0,-1 1 0 0 0,0 0 1 0 0,1-1-1 0 0,1 2 0 0 0,2 0 21 0 0,-2-1-13 0 0,0 1 1 0 0,0-1-1 0 0,1 0 1 0 0,-1 0-1 0 0,1 0 1 0 0,-1 0-1 0 0,1 0 1 0 0,-1-1-1 0 0,1 1 1 0 0,0-1 0 0 0,-1 0-1 0 0,1 0 1 0 0,-1-1-1 0 0,1 1 1 0 0,4-2-1 0 0,3 0 95 0 0,-1-1 0 0 0,1 0 0 0 0,14-7 0 0 0,-14 4 62 0 0,0 1 0 0 0,0-2 0 0 0,-1 1 0 0 0,0-1 0 0 0,0-1 0 0 0,0 0 0 0 0,-1 0 0 0 0,-1-1 0 0 0,1 0 0 0 0,-1-1 0 0 0,-1 0 0 0 0,0 0 0 0 0,11-20 0 0 0,-18 28-154 0 0,1 1-1 0 0,0-1 1 0 0,0 0-1 0 0,-1 0 1 0 0,1 1 0 0 0,-1-1-1 0 0,0 0 1 0 0,1 0-1 0 0,-1 0 1 0 0,0 1 0 0 0,0-1-1 0 0,0-2 1 0 0,0-2 20 0 0,0 5-37 0 0,0-1-1 0 0,0 0 1 0 0,0 0-1 0 0,0 0 1 0 0,0 1-1 0 0,0-1 1 0 0,0 0-1 0 0,-1 0 1 0 0,1 0-1 0 0,-1 1 1 0 0,1-1-1 0 0,-1 0 1 0 0,1 1-1 0 0,-1-1 0 0 0,0 1 1 0 0,0-1-1 0 0,-2-2 1 0 0,0-1-17 0 0,1 1-72 0 0,-1-1 0 0 0,-1 1-1 0 0,1 0 1 0 0,0 0-1 0 0,-1 0 1 0 0,0 0 0 0 0,0 0-1 0 0,0 1 1 0 0,0 0 0 0 0,0 0-1 0 0,-1 0 1 0 0,0 0 0 0 0,-6-2-1 0 0,-5-2-623 0 0,-1 1-1 0 0,-26-6 0 0 0,13 5-763 0 0,1 2 0 0 0,-2 2 1 0 0,-34 0-1 0 0,5 2-3111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464 130 3224 0 0,'-3'-6'370'0'0,"-3"-8"289"0"0,-1 0-1 0 0,-1 1 0 0 0,0-1 0 0 0,-10-11 1 0 0,14 21-549 0 0,1 1-1 0 0,0-1 1 0 0,-1 1 0 0 0,0-1 0 0 0,0 1 0 0 0,0 0 0 0 0,0 1-1 0 0,-1-1 1 0 0,1 1 0 0 0,-1-1 0 0 0,1 2 0 0 0,-1-1 0 0 0,0 0-1 0 0,0 1 1 0 0,1 0 0 0 0,-1 0 0 0 0,-9-1 0 0 0,3 2-15 0 0,0 1 1 0 0,1 0 0 0 0,-1 0-1 0 0,0 1 1 0 0,1 0 0 0 0,0 1-1 0 0,-1 0 1 0 0,1 1 0 0 0,0 0-1 0 0,1 0 1 0 0,-1 1-1 0 0,1 0 1 0 0,0 1 0 0 0,0 0-1 0 0,-12 11 1 0 0,4 0 21 0 0,1 0-1 0 0,1 2 1 0 0,1 0 0 0 0,0 0 0 0 0,1 1-1 0 0,1 1 1 0 0,1 0 0 0 0,1 1 0 0 0,1 0-1 0 0,1 0 1 0 0,-6 28 0 0 0,13-44-76 0 0,0 0 1 0 0,1 1-1 0 0,-1-1 1 0 0,2 0-1 0 0,-1 0 1 0 0,1 0-1 0 0,0 1 1 0 0,0-1-1 0 0,2 7 0 0 0,-2-12-28 0 0,-1 0 0 0 0,0 0-1 0 0,1 1 1 0 0,-1-1-1 0 0,1 0 1 0 0,-1 0-1 0 0,1 0 1 0 0,0 1-1 0 0,-1-1 1 0 0,1 0-1 0 0,0 0 1 0 0,0 0 0 0 0,0 0-1 0 0,0 0 1 0 0,0-1-1 0 0,0 1 1 0 0,0 0-1 0 0,0 0 1 0 0,2 1-1 0 0,0-1 31 0 0,-2 0-31 0 0,0 0 0 0 0,0 0 1 0 0,0 0-1 0 0,0 0 0 0 0,0 0 0 0 0,0-1 1 0 0,0 1-1 0 0,0 0 0 0 0,1-1 0 0 0,-1 1 1 0 0,0 0-1 0 0,0-1 0 0 0,1 0 0 0 0,-1 1 1 0 0,0-1-1 0 0,1 0 0 0 0,-1 0 0 0 0,2 0 1 0 0,1 1 28 0 0,-2-1-24 0 0,0 1 0 0 0,0 0 0 0 0,0-1 0 0 0,0 0 0 0 0,0 1 0 0 0,0-1 0 0 0,0 0 0 0 0,0 0 0 0 0,0 0 0 0 0,0-1 0 0 0,0 1 0 0 0,0 0 0 0 0,0-1 0 0 0,0 1 0 0 0,4-2 0 0 0,1-1 33 0 0,6 0 26 0 0,1-2 1 0 0,-1 0-1 0 0,0 0 1 0 0,0-1-1 0 0,0-1 1 0 0,-1 0-1 0 0,0-1 1 0 0,-1 0-1 0 0,1-1 1 0 0,10-11-1 0 0,-11 10-19 0 0,0-2 0 0 0,0 1-1 0 0,-1-2 1 0 0,-1 1 0 0 0,0-1 0 0 0,-1 0-1 0 0,0-1 1 0 0,10-25 0 0 0,-16 33-99 0 0,-1 1 0 0 0,1-1 0 0 0,-1 1 1 0 0,0-1-1 0 0,0 0 0 0 0,-1 0 0 0 0,0 1 0 0 0,0-1 0 0 0,0 0 0 0 0,-1 0 0 0 0,0 1 1 0 0,0-1-1 0 0,0 0 0 0 0,-1 1 0 0 0,1-1 0 0 0,-1 1 0 0 0,-1-1 0 0 0,1 1 0 0 0,-1 0 1 0 0,0 0-1 0 0,0 0 0 0 0,0 1 0 0 0,-1-1 0 0 0,0 1 0 0 0,0-1 0 0 0,-6-4 1 0 0,1 2-533 0 0,0 0 0 0 0,0 1 0 0 0,0 0 1 0 0,-1 1-1 0 0,0 0 0 0 0,0 0 1 0 0,0 1-1 0 0,-1 0 0 0 0,1 1 0 0 0,-1 0 1 0 0,0 1-1 0 0,-21-2 0 0 0,-16 3-5247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20 4660 0 0,'0'0'5118'0'0,"-1"-4"-3876"0"0,-1-11 500 0 0,6 27 1006 0 0,7 30-1732 0 0,31 183-5031 0 0,-24-77-2935 0 0,-13-101 1429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4 4620 0 0,'0'0'11801'0'0,"3"-1"-11366"0"0,-3 0-415 0 0,1 1 1 0 0,-1 0 0 0 0,1 0 0 0 0,-1-1 0 0 0,1 1 0 0 0,-1 0 0 0 0,1 0 0 0 0,-1 0 0 0 0,1 0 0 0 0,-1 0 0 0 0,1 0 0 0 0,0 0 0 0 0,-1 0 0 0 0,1 0 0 0 0,-1 0 0 0 0,1 0 0 0 0,-1 0 0 0 0,1 0-1 0 0,-1 0 1 0 0,1 0 0 0 0,-1 1 0 0 0,1-1 0 0 0,-1 0 0 0 0,1 0 0 0 0,-1 1 0 0 0,0-1 0 0 0,1 0 0 0 0,-1 1 0 0 0,1-1 0 0 0,-1 0 0 0 0,0 1 0 0 0,1-1 0 0 0,-1 0 0 0 0,0 1 0 0 0,1 0 0 0 0,11 26 283 0 0,1 39-174 0 0,-13-61-102 0 0,5 35-600 0 0,-2 1 0 0 0,-3-1 0 0 0,0 1 0 0 0,-13 74 0 0 0,2-55-3428 0 0,-20 61-1 0 0,12-58-3170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303 127 4252 0 0,'1'-3'621'0'0,"0"0"-1"0"0,-1-1 1 0 0,1 1 0 0 0,-1 0-1 0 0,1 0 1 0 0,-1 0-1 0 0,0-1 1 0 0,0 1-1 0 0,-1 0 1 0 0,1 0-1 0 0,0-1 1 0 0,-1 1-1 0 0,-1-3 1 0 0,-9-9-38 0 0,9 12-73 0 0,-3 3-50 0 0,-3 0-403 0 0,0 1 0 0 0,0 0-1 0 0,0 0 1 0 0,0 0-1 0 0,0 1 1 0 0,1 0 0 0 0,-1 1-1 0 0,0 0 1 0 0,1 0-1 0 0,0 1 1 0 0,0-1 0 0 0,0 2-1 0 0,0-1 1 0 0,1 1-1 0 0,0 0 1 0 0,0 0 0 0 0,0 1-1 0 0,0-1 1 0 0,-5 8-1 0 0,0 0-33 0 0,1 0-1 0 0,0 1 0 0 0,1 0 0 0 0,0 1 0 0 0,1 0 0 0 0,1 0 0 0 0,0 0 1 0 0,-5 21-1 0 0,10-32-19 0 0,1 1-1 0 0,0-1 1 0 0,0 1 0 0 0,0-1-1 0 0,1 1 1 0 0,0 0 0 0 0,0-1 0 0 0,0 1-1 0 0,0 0 1 0 0,0-1 0 0 0,1 1-1 0 0,0-1 1 0 0,0 1 0 0 0,1-1 0 0 0,-1 1-1 0 0,1-1 1 0 0,0 0 0 0 0,0 1 0 0 0,0-1-1 0 0,0 0 1 0 0,1-1 0 0 0,3 6-1 0 0,-3-8-2 0 0,-1 1-1 0 0,0-1 1 0 0,1 1-1 0 0,-1-1 1 0 0,1 0-1 0 0,-1 0 1 0 0,1 0-1 0 0,0 0 0 0 0,-1 0 1 0 0,1-1-1 0 0,0 1 1 0 0,0-1-1 0 0,-1 0 1 0 0,1 1-1 0 0,5-2 1 0 0,-6 1 0 0 0,4 0 6 0 0,-1-1 0 0 0,0 1-1 0 0,0-1 1 0 0,1 0 0 0 0,-1-1-1 0 0,0 1 1 0 0,0-1 0 0 0,0 0-1 0 0,-1 0 1 0 0,1-1-1 0 0,0 0 1 0 0,-1 1 0 0 0,6-6-1 0 0,-3 2 4 0 0,1 0 0 0 0,-2 0 0 0 0,1-1 0 0 0,-1 0 0 0 0,0 0 0 0 0,7-11 0 0 0,-9 13-93 0 0,-1-1-1 0 0,0-1 1 0 0,0 1-1 0 0,-1 0 0 0 0,0-1 1 0 0,0 1-1 0 0,0-1 1 0 0,-1 1-1 0 0,0-1 0 0 0,0 0 1 0 0,-1 0-1 0 0,0 0 1 0 0,0 1-1 0 0,0-1 0 0 0,-1 0 1 0 0,0 0-1 0 0,0 1 0 0 0,-1-1 1 0 0,0 1-1 0 0,0-1 1 0 0,-1 1-1 0 0,1 0 0 0 0,-1-1 1 0 0,-1 1-1 0 0,1 1 1 0 0,-1-1-1 0 0,0 0 0 0 0,-6-6 1 0 0,-1 0-607 0 0,-1 1 1 0 0,0 0 0 0 0,0 1 0 0 0,-1 0 0 0 0,0 1-1 0 0,0 0 1 0 0,-1 1 0 0 0,-1 1 0 0 0,1 0 0 0 0,-1 1-1 0 0,-17-5 1 0 0,-25-4-4555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251 1 6105 0 0,'0'0'7483'0'0,"-4"0"-7037"0"0,-13 2-90 0 0,13-2-67 0 0,3 2-248 0 0,0-1 1 0 0,0 1 0 0 0,0-1 0 0 0,0 1-1 0 0,0-1 1 0 0,-1 0 0 0 0,1 1 0 0 0,0-1 0 0 0,-1 0-1 0 0,-2 1 1 0 0,-3 7 14 0 0,0-1 0 0 0,0 1 0 0 0,1 1-1 0 0,0-1 1 0 0,0 1 0 0 0,1 0 0 0 0,-4 11 0 0 0,-1 6-63 0 0,-7 34 1 0 0,15-55 9 0 0,1-1 0 0 0,0 0-1 0 0,0 1 1 0 0,1 0 0 0 0,-1-1-1 0 0,1 1 1 0 0,1-1 0 0 0,-1 1 0 0 0,1-1-1 0 0,0 1 1 0 0,0-1 0 0 0,0 1 0 0 0,1-1-1 0 0,0 0 1 0 0,0 0 0 0 0,0 0-1 0 0,1 0 1 0 0,0 0 0 0 0,0 0 0 0 0,0 0-1 0 0,5 5 1 0 0,-7-9-8 0 0,0 0 0 0 0,0 0 0 0 0,0 0 0 0 0,0 0 0 0 0,1 0 0 0 0,-1 0-1 0 0,0-1 1 0 0,0 1 0 0 0,0 0 0 0 0,1-1 0 0 0,-1 1 0 0 0,0-1 0 0 0,1 1 0 0 0,-1-1 0 0 0,1 0 0 0 0,-1 1 0 0 0,2-1 0 0 0,1 0-12 0 0,2 2-1 0 0,-1-1 0 0 0,1 0 0 0 0,0 0-1 0 0,0 0 1 0 0,-1-1 0 0 0,1 0 0 0 0,0 0 0 0 0,0-1-1 0 0,0 1 1 0 0,-1-1 0 0 0,1-1 0 0 0,9-2 0 0 0,-1-1 36 0 0,1-1 0 0 0,-1 0 0 0 0,16-10 0 0 0,-22 12 40 0 0,-1-1-1 0 0,0 0 0 0 0,-1 0 1 0 0,1 0-1 0 0,10-12 1 0 0,-6-1 13 0 0,-10 14-77 0 0,0 1-1 0 0,0 0 1 0 0,0-1 0 0 0,0 0 0 0 0,-1 1-1 0 0,0-1 1 0 0,0 1 0 0 0,0-1-1 0 0,0 0 1 0 0,0 1 0 0 0,0-1-1 0 0,-1 1 1 0 0,0-1 0 0 0,0 1-1 0 0,0-1 1 0 0,0 1 0 0 0,-1-1-1 0 0,1 1 1 0 0,-1 0 0 0 0,0 0-1 0 0,1 0 1 0 0,-4-4 0 0 0,-2 0-237 0 0,0-1-1 0 0,-1 1 1 0 0,1 0 0 0 0,-1 1 0 0 0,-1 0-1 0 0,1 0 1 0 0,-1 1 0 0 0,0 0 0 0 0,-1 0 0 0 0,1 1-1 0 0,-1 1 1 0 0,0-1 0 0 0,0 2 0 0 0,-13-3 0 0 0,-6 0-1476 0 0,0 1 1 0 0,-1 2 0 0 0,-55 2 0 0 0,11 6-3352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416 100 3656 0 0,'1'-7'893'0'0,"-1"0"0"0"0,0 0 0 0 0,-1 0-1 0 0,1 0 1 0 0,-1 0 0 0 0,-3-10-1 0 0,3 15-728 0 0,0-1 0 0 0,0 0 0 0 0,0 1 0 0 0,-1-1 0 0 0,1 1 0 0 0,-1-1 0 0 0,0 1 0 0 0,1 0 0 0 0,-1 0 0 0 0,0 0 0 0 0,0 0 0 0 0,0 0 0 0 0,-1 0 0 0 0,1 0 0 0 0,0 1 0 0 0,-4-3 0 0 0,3 3 210 0 0,-3 1-20 0 0,-1 1-276 0 0,-1 1 0 0 0,1-1 0 0 0,-1 1 1 0 0,1 0-1 0 0,-1 1 0 0 0,1 0 0 0 0,0 0 1 0 0,0 1-1 0 0,0-1 0 0 0,1 1 1 0 0,0 1-1 0 0,-10 7 0 0 0,7-3-44 0 0,0 0 0 0 0,0 0-1 0 0,1 1 1 0 0,0 1 0 0 0,1-1 0 0 0,0 1-1 0 0,-7 16 1 0 0,9-19-27 0 0,1 1 0 0 0,0 0 1 0 0,0 0-1 0 0,1 0 0 0 0,0 1 0 0 0,1-1 0 0 0,0 1 1 0 0,0-1-1 0 0,1 1 0 0 0,1 0 0 0 0,-1 0 1 0 0,2 0-1 0 0,-1-1 0 0 0,1 1 0 0 0,4 16 0 0 0,-4-25 1 0 0,0 1-1 0 0,0-1 0 0 0,1 0 0 0 0,-1 0 0 0 0,0 0 0 0 0,1 0 1 0 0,-1 0-1 0 0,1 0 0 0 0,-1 0 0 0 0,1 0 0 0 0,-1 0 1 0 0,1-1-1 0 0,-1 1 0 0 0,1 0 0 0 0,0-1 0 0 0,-1 0 1 0 0,1 1-1 0 0,0-1 0 0 0,0 0 0 0 0,-1 0 0 0 0,1 0 1 0 0,2 0-1 0 0,1 0 9 0 0,-1 0 1 0 0,1 0-1 0 0,0-1 1 0 0,-1 0-1 0 0,1 0 1 0 0,-1 0-1 0 0,1 0 1 0 0,-1-1-1 0 0,1 0 1 0 0,-1 0-1 0 0,8-4 1 0 0,39-31 296 0 0,-16 1-112 0 0,-33 34-186 0 0,0-1 0 0 0,-1 1 0 0 0,1-1 0 0 0,0 1 0 0 0,-1-1 0 0 0,0 1 0 0 0,1-1 1 0 0,-1 0-1 0 0,0 0 0 0 0,0 1 0 0 0,-1-1 0 0 0,1 0 0 0 0,-1 0 0 0 0,1 0 0 0 0,-1 0 0 0 0,0-4 0 0 0,-1 2-62 0 0,-1-1-1 0 0,1 1 0 0 0,-1 0 1 0 0,0 0-1 0 0,0 0 0 0 0,-1 0 0 0 0,0 0 1 0 0,1 1-1 0 0,-1-1 0 0 0,-1 1 0 0 0,1 0 1 0 0,-1 0-1 0 0,-5-5 0 0 0,1 2-191 0 0,-1 0-1 0 0,0 1 0 0 0,0 1 1 0 0,0-1-1 0 0,-1 1 0 0 0,-14-5 1 0 0,-4 1-1238 0 0,-1 1 1 0 0,-1 1 0 0 0,1 1-1 0 0,-38-1 1 0 0,-7 3-4714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41 3680 0 0,'0'0'2185'0'0,"0"-5"-392"0"0,1-14-287 0 0,-1 15 2252 0 0,-1 1-3271 0 0,1 2-465 0 0,0 1-1 0 0,0-1 0 0 0,-1 1 0 0 0,1 0 1 0 0,0-1-1 0 0,0 1 0 0 0,0-1 1 0 0,0 1-1 0 0,-1 0 0 0 0,1-1 1 0 0,0 1-1 0 0,0-1 0 0 0,-1 1 1 0 0,1 0-1 0 0,0-1 0 0 0,-1 1 0 0 0,1 0 1 0 0,0 0-1 0 0,-1-1 0 0 0,1 1 1 0 0,-1 0-1 0 0,1 0 0 0 0,0-1 1 0 0,-1 1-1 0 0,1 0 0 0 0,-1 0 1 0 0,1 0-1 0 0,-1 0 0 0 0,1 0 1 0 0,-1 0-1 0 0,1 0 0 0 0,0 0 0 0 0,-1 0 1 0 0,1 0-1 0 0,-1 0 0 0 0,1 0 1 0 0,-1 0-1 0 0,1 0 0 0 0,-1 0 1 0 0,1 0-1 0 0,0 0 0 0 0,-1 0 1 0 0,1 1-1 0 0,-1-1 0 0 0,1 0 0 0 0,0 0 1 0 0,-1 1-1 0 0,1-1 0 0 0,-1 0 1 0 0,1 0-1 0 0,0 1 0 0 0,0-1 1 0 0,-1 0-1 0 0,1 1 0 0 0,0-1 1 0 0,-1 1-1 0 0,1-1 0 0 0,0 0 1 0 0,0 1-1 0 0,-15 31-98 0 0,13-29 132 0 0,-5 21-36 0 0,0-1-1 0 0,2 1 1 0 0,0 1 0 0 0,2-1 0 0 0,0 0-1 0 0,2 1 1 0 0,1 0 0 0 0,1-1 0 0 0,1 1-1 0 0,1-1 1 0 0,7 29 0 0 0,-9-49 9 0 0,1 0 1 0 0,0 0-1 0 0,-1-1 0 0 0,1 1 1 0 0,1-1-1 0 0,-1 1 1 0 0,0-1-1 0 0,1 0 1 0 0,0 0-1 0 0,0 0 1 0 0,5 5-1 0 0,-6-7-31 0 0,0 0 0 0 0,0 0 1 0 0,0 0-1 0 0,0 0 0 0 0,-1 0 0 0 0,1-1 1 0 0,0 1-1 0 0,1-1 0 0 0,-1 1 0 0 0,0-1 0 0 0,0 0 1 0 0,0 0-1 0 0,0 1 0 0 0,0-2 0 0 0,0 1 0 0 0,0 0 1 0 0,0 0-1 0 0,0-1 0 0 0,3 0 0 0 0,34-14-194 0 0,-28 9 216 0 0,-1 0 1 0 0,1-1 0 0 0,-1-1-1 0 0,-1 0 1 0 0,0 0-1 0 0,0-1 1 0 0,0 0 0 0 0,-1 0-1 0 0,0-1 1 0 0,-1 0-1 0 0,0-1 1 0 0,-1 0 0 0 0,0 0-1 0 0,4-12 1 0 0,-4-4 0 0 0,-6 19-130 0 0,-1 1-1 0 0,1 0 1 0 0,-1 0 0 0 0,-1 0 0 0 0,1 0-1 0 0,-1 0 1 0 0,-1 0 0 0 0,1 0 0 0 0,-1 1 0 0 0,0-1-1 0 0,-1 1 1 0 0,1 0 0 0 0,-1-1 0 0 0,0 2 0 0 0,-1-1-1 0 0,0 0 1 0 0,0 1 0 0 0,0 0 0 0 0,0 0-1 0 0,-1 1 1 0 0,0-1 0 0 0,0 1 0 0 0,0 1 0 0 0,0-1-1 0 0,-8-2 1 0 0,-21-10-1060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397 86 3508 0 0,'-7'-10'941'0'0,"0"1"0"0"0,0 0 0 0 0,0 1-1 0 0,-10-9 1 0 0,13 14-733 0 0,1 0-1 0 0,-1 1 1 0 0,0-1-1 0 0,0 1 1 0 0,0 0-1 0 0,0 0 1 0 0,0 0 0 0 0,-1 0-1 0 0,1 1 1 0 0,0 0-1 0 0,-1 0 1 0 0,-5-1-1 0 0,9 2-185 0 0,-1 0-1 0 0,1 0 0 0 0,-1 0 0 0 0,1 0 0 0 0,-1 0 1 0 0,1 1-1 0 0,-1-1 0 0 0,1 0 0 0 0,0 1 0 0 0,-1-1 1 0 0,1 1-1 0 0,-1-1 0 0 0,1 1 0 0 0,0 0 0 0 0,-1 0 1 0 0,1 0-1 0 0,-2 1 0 0 0,-1 1 39 0 0,-2 1 10 0 0,0 0-1 0 0,1 0 0 0 0,-1 1 1 0 0,1-1-1 0 0,0 1 0 0 0,1 0 1 0 0,-1 1-1 0 0,1-1 1 0 0,0 1-1 0 0,0 0 0 0 0,1 0 1 0 0,-1 0-1 0 0,1 0 0 0 0,-3 12 1 0 0,-1 2 52 0 0,2 1 0 0 0,0 0 1 0 0,-3 29-1 0 0,6-33-74 0 0,1 0 1 0 0,1 1 0 0 0,3 31-1 0 0,-2-41-28 0 0,0 0-1 0 0,1 0 1 0 0,0 0 0 0 0,1 0-1 0 0,-1 0 1 0 0,2 0-1 0 0,-1-1 1 0 0,1 0-1 0 0,8 13 1 0 0,6-4 19 0 0,-13-14-33 0 0,-4-1-3 0 0,0 0-1 0 0,0 0 1 0 0,0-1-1 0 0,0 1 1 0 0,0 0-1 0 0,0-1 1 0 0,0 1-1 0 0,0-1 1 0 0,0 0-1 0 0,0 1 1 0 0,0-1-1 0 0,0 0 1 0 0,1 1-1 0 0,-1-1 1 0 0,0 0-1 0 0,0 0 1 0 0,0 0-1 0 0,1 0 0 0 0,1-1 1 0 0,0 1 7 0 0,2 0 21 0 0,0 0 0 0 0,0 0 0 0 0,0 0 0 0 0,0-1-1 0 0,0 1 1 0 0,-1-1 0 0 0,1-1 0 0 0,0 1 0 0 0,0-1 0 0 0,-1 1-1 0 0,1-1 1 0 0,-1-1 0 0 0,1 1 0 0 0,-1 0 0 0 0,0-1 0 0 0,6-5-1 0 0,2-3 83 0 0,-1 1 0 0 0,0-1 0 0 0,16-21 0 0 0,-22 26-104 0 0,-1 0-1 0 0,1-1 0 0 0,-1 0 1 0 0,0 1-1 0 0,-1-1 0 0 0,1-1 1 0 0,-1 1-1 0 0,-1 0 0 0 0,1-1 0 0 0,-1 1 1 0 0,-1-1-1 0 0,1 0 0 0 0,-1 0 1 0 0,-1 0-1 0 0,0 1 0 0 0,0-1 1 0 0,0 0-1 0 0,-1 0 0 0 0,0 0 1 0 0,0 0-1 0 0,-1 1 0 0 0,0-1 1 0 0,-1 1-1 0 0,1-1 0 0 0,-1 1 0 0 0,-1 0 1 0 0,0 0-1 0 0,0 0 0 0 0,0 1 1 0 0,0-1-1 0 0,-1 1 0 0 0,0 0 1 0 0,-7-6-1 0 0,2 3-278 0 0,0 0 0 0 0,0 1 0 0 0,-1 0 0 0 0,1 1 0 0 0,-2 1 0 0 0,1 0 0 0 0,-1 0 0 0 0,0 1 0 0 0,0 0 0 0 0,-19-4 0 0 0,6 3-921 0 0,1 2 0 0 0,-2 0 1 0 0,1 2-1 0 0,-37 1 1 0 0,-17 6-4483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87 4472 0 0,'-4'-4'499'0'0,"0"1"0"0"0,-1-1 0 0 0,1 1 0 0 0,-1 0 0 0 0,0 0-1 0 0,0 1 1 0 0,0-1 0 0 0,0 1 0 0 0,-9-3 0 0 0,9 5-66 0 0,1 2-81 0 0,1 0-294 0 0,1 0 0 0 0,-1 1 0 0 0,0-1 0 0 0,1 1 1 0 0,-1 0-1 0 0,1-1 0 0 0,0 1 0 0 0,0 0 0 0 0,0 0 1 0 0,0 1-1 0 0,0-1 0 0 0,1 0 0 0 0,-1 0 0 0 0,1 1 1 0 0,0-1-1 0 0,0 1 0 0 0,-1 6 0 0 0,1 0 14 0 0,1 1 1 0 0,-1-1-1 0 0,2 1 0 0 0,0 0 1 0 0,3 18-1 0 0,-1-13-37 0 0,1-1 0 0 0,0 0 0 0 0,2 0 0 0 0,-1-1 0 0 0,2 1 0 0 0,13 23 0 0 0,-15-31-12 0 0,1 1 0 0 0,-1-1 0 0 0,1 0 0 0 0,0-1 1 0 0,0 1-1 0 0,1-1 0 0 0,0-1 0 0 0,0 1 0 0 0,1-1 0 0 0,-1 0 0 0 0,1-1 0 0 0,14 6 0 0 0,-16-8-4 0 0,-1-1 0 0 0,1 1-1 0 0,0-2 1 0 0,-1 1-1 0 0,1-1 1 0 0,0 1-1 0 0,0-2 1 0 0,0 1 0 0 0,-1-1-1 0 0,1 1 1 0 0,0-2-1 0 0,-1 1 1 0 0,1-1-1 0 0,-1 1 1 0 0,1-1 0 0 0,-1-1-1 0 0,5-2 1 0 0,3-2 78 0 0,-1-1 0 0 0,0 0 0 0 0,0 0 0 0 0,-1-1 1 0 0,14-15-1 0 0,-16 15 22 0 0,-1 0 1 0 0,0-1-1 0 0,-1 0 0 0 0,0-1 1 0 0,0 0-1 0 0,-1 0 1 0 0,0 0-1 0 0,-1 0 1 0 0,0-1-1 0 0,-1 0 0 0 0,3-16 1 0 0,-6 22-131 0 0,0 0 1 0 0,0 0 0 0 0,-1-1 0 0 0,0 1-1 0 0,0 0 1 0 0,0-1 0 0 0,-1 1 0 0 0,0 0-1 0 0,0 0 1 0 0,-1 0 0 0 0,0 0-1 0 0,0 0 1 0 0,0 0 0 0 0,-1 0 0 0 0,0 1-1 0 0,0-1 1 0 0,0 1 0 0 0,0-1 0 0 0,-1 1-1 0 0,0 1 1 0 0,0-1 0 0 0,-1 0 0 0 0,1 1-1 0 0,-7-5 1 0 0,2 3-428 0 0,0 1-1 0 0,-1 0 1 0 0,1 0-1 0 0,-1 1 1 0 0,0 0-1 0 0,-1 1 1 0 0,1 0-1 0 0,-1 0 1 0 0,1 1-1 0 0,-1 1 1 0 0,0 0-1 0 0,1 0 1 0 0,-1 1 0 0 0,0 0-1 0 0,0 1 1 0 0,0 0-1 0 0,1 1 1 0 0,-21 6-1 0 0,-31 12-5556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3224 0 0,'0'0'3923'0'0,"1"-3"-3155"0"0,4-14 4642 0 0,-4 13-4922 0 0,5-7 609 0 0,1 21 996 0 0,-5-6-1861 0 0,-2-4-214 0 0,1 1 0 0 0,-1 0 1 0 0,1-1-1 0 0,0 1 0 0 0,-1 0 1 0 0,0 0-1 0 0,1-1 0 0 0,-1 1 0 0 0,0 0 1 0 0,1 0-1 0 0,-1 0 0 0 0,0 0 1 0 0,0 0-1 0 0,0-1 0 0 0,1 1 0 0 0,-1 0 1 0 0,0 2-1 0 0,2 15 262 0 0,67 286 2596 0 0,-68-300-2687 0 0,8 29 584 0 0,-6-25-612 0 0,-2-4 349 0 0,2 2 16 0 0,-1 4-1372 0 0,1-5-3639 0 0,4 3 3503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4296 0 0,'0'0'1699'0'0,"1"-4"-217"0"0,1-18 3798 0 0,0 9-1887 0 0,3 35-2249 0 0,2 26-595 0 0,30 212 2537 0 0,-27-206-2412 0 0,3 16 559 0 0,-13-66-1205 0 0,2-1-2246 0 0,2 9 1316 0 0,-2-9-188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92 3944 0 0,'0'0'3595'0'0,"0"-5"-2285"0"0,-1 0-980 0 0,1 0-1 0 0,-2 0 1 0 0,1 0-1 0 0,0 0 1 0 0,-1 0-1 0 0,0 0 1 0 0,0 0-1 0 0,0 1 1 0 0,-1-1-1 0 0,0 1 0 0 0,0-1 1 0 0,0 1-1 0 0,0 0 1 0 0,-1 0-1 0 0,-6-6 1 0 0,7 8-50 0 0,-1 1-38 0 0,1 0-185 0 0,0 0-1 0 0,0 0 1 0 0,0 1 0 0 0,-1 0 0 0 0,1-1 0 0 0,0 1 0 0 0,0 0 0 0 0,0 0 0 0 0,-1 1-1 0 0,1-1 1 0 0,0 1 0 0 0,0 0 0 0 0,0-1 0 0 0,0 1 0 0 0,0 1 0 0 0,0-1 0 0 0,0 0-1 0 0,0 1 1 0 0,1-1 0 0 0,-6 4 0 0 0,2 1 6 0 0,0-1 0 0 0,1 1 0 0 0,-1 0 0 0 0,1 1 0 0 0,0-1 0 0 0,1 1 0 0 0,0 0 0 0 0,-6 10 0 0 0,8-11-48 0 0,-4 3-10 0 0,2 1 1 0 0,0-1 0 0 0,0 1 0 0 0,0 0 0 0 0,1 0 0 0 0,1 0 0 0 0,0 0 0 0 0,-1 19 0 0 0,2-11-24 0 0,2-1 0 0 0,0 1 0 0 0,1 0 0 0 0,0 0 0 0 0,2-1 1 0 0,0 0-1 0 0,8 20 0 0 0,-10-31 14 0 0,0-1 0 0 0,0 0 0 0 0,0 1-1 0 0,1-1 1 0 0,0 0 0 0 0,0-1 0 0 0,0 1 0 0 0,1-1 0 0 0,0 1 0 0 0,0-1 0 0 0,0 0 0 0 0,0 0 0 0 0,0-1 0 0 0,1 1-1 0 0,0-1 1 0 0,0 0 0 0 0,0 0 0 0 0,0 0 0 0 0,0-1 0 0 0,0 0 0 0 0,7 2 0 0 0,-9-3 28 0 0,3-2 8 0 0,3 0 5 0 0,0-1 0 0 0,1 0 1 0 0,-1-1-1 0 0,0 1 1 0 0,-1-2-1 0 0,1 1 0 0 0,0-2 1 0 0,-1 1-1 0 0,13-9 0 0 0,-14 6-26 0 0,1 0 0 0 0,-1 0-1 0 0,0 0 1 0 0,-1-1 0 0 0,1 0-1 0 0,-2-1 1 0 0,1 1 0 0 0,-1-1-1 0 0,0 0 1 0 0,-1 0 0 0 0,0-1-1 0 0,-1 1 1 0 0,0-1 0 0 0,0 0 0 0 0,-1 0-1 0 0,0 0 1 0 0,0-12 0 0 0,-1 13-189 0 0,-1 0 0 0 0,0 0 1 0 0,0 0-1 0 0,-1 0 0 0 0,-1 0 1 0 0,1 0-1 0 0,-1 0 0 0 0,-1 0 1 0 0,0 1-1 0 0,0-1 0 0 0,0 1 1 0 0,-1 0-1 0 0,0 0 0 0 0,-1 0 1 0 0,0 1-1 0 0,0-1 0 0 0,-1 1 1 0 0,0 0-1 0 0,-12-11 0 0 0,11 13-575 0 0,0 0 0 0 0,-1 0-1 0 0,0 1 1 0 0,0 0 0 0 0,0 0 0 0 0,0 1-1 0 0,-1 0 1 0 0,1 0 0 0 0,-15-1 0 0 0,-6 0-4982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50 866 2964 0 0,'-3'-2'1530'0'0,"-25"-18"2161"0"0,25 18-2375 0 0,3 1-1236 0 0,-1 1-1 0 0,1 0 1 0 0,-1-1-1 0 0,1 1 1 0 0,-1 0 0 0 0,1-1-1 0 0,-1 1 1 0 0,1 0 0 0 0,-1 0-1 0 0,0-1 1 0 0,1 1 0 0 0,-1 0-1 0 0,1 0 1 0 0,-1 0 0 0 0,0 0-1 0 0,1 0 1 0 0,-1 0 0 0 0,0 0-1 0 0,1 0 1 0 0,-1 0 0 0 0,0 0-1 0 0,1 0 1 0 0,-1 0-1 0 0,0 1 1 0 0,5 11 439 0 0,20 18-350 0 0,-15-21-118 0 0,1-1 0 0 0,1 1 0 0 0,0-2-1 0 0,0 0 1 0 0,0 0 0 0 0,1-1 0 0 0,0 0-1 0 0,22 7 1 0 0,-14-8-24 0 0,-1 0 0 0 0,1-2 0 0 0,0 0 0 0 0,0-1 0 0 0,22-1 0 0 0,13-4-46 0 0,-1-3 0 0 0,0-2 0 0 0,65-18-1 0 0,-86 18 38 0 0,16-5-35 0 0,1 2 1 0 0,0 2-1 0 0,0 3 1 0 0,92-1-1 0 0,-96 8-33 0 0,311-40 142 0 0,-185 16 38 0 0,-60 15-186 0 0,152 9 0 0 0,47-4 35 0 0,-235 0 38 0 0,144 13-1 0 0,-173-6-38 0 0,74 4 45 0 0,1-5 0 0 0,0-6 0 0 0,151-22 0 0 0,-180 14-41 0 0,0 3 0 0 0,0 4 0 0 0,169 15-1 0 0,-162-1 23 0 0,0-5-1 0 0,-1-4 0 0 0,1-4 0 0 0,129-21 1 0 0,-131 4 92 0 0,-43 8-190 0 0,96-10 1 0 0,-99 24 145 0 0,-1 1 1 0 0,85 17 0 0 0,-75-10-34 0 0,-21-6-24 0 0,1-1 1 0 0,-1-1-1 0 0,69-8 1 0 0,117-28-81 0 0,-76 8-41 0 0,-85 21 131 0 0,0 2 0 0 0,1 3 0 0 0,109 15 0 0 0,-100-8 51 0 0,-23-4-52 0 0,-1-2 0 0 0,1-2 0 0 0,0-3 0 0 0,66-14 0 0 0,198-64-74 0 0,-290 74 89 0 0,5-2-2 0 0,1 1-1 0 0,1 1 1 0 0,-1 2 0 0 0,1 2-1 0 0,38-1 1 0 0,-26 3-34 0 0,25 4-9 0 0,222 2-388 0 0,-228-7 304 0 0,-1-2 0 0 0,103-23 0 0 0,-126 18 59 0 0,1 2 0 0 0,78-6 1 0 0,-106 16 64 0 0,-1 0 0 0 0,0 0 0 0 0,1 1 1 0 0,-1 1-1 0 0,0 0 0 0 0,-1 0 0 0 0,1 1 1 0 0,20 13-1 0 0,8 7 75 0 0,-29-17-79 0 0,1 0-1 0 0,0-1 1 0 0,1 0-1 0 0,0 0 1 0 0,0-2-1 0 0,0 1 0 0 0,1-2 1 0 0,-1 0-1 0 0,1 0 1 0 0,21 1-1 0 0,-7-4-21 0 0,-1-2 0 0 0,0 0 0 0 0,1-2 0 0 0,-1-1 0 0 0,40-12 0 0 0,134-55 353 0 0,-186 66-335 0 0,0 0 0 0 0,0 1 0 0 0,1 1 0 0 0,-1 0 0 0 0,1 2 0 0 0,0-1 0 0 0,20 2 0 0 0,-4 2 22 0 0,0 1 0 0 0,48 11 0 0 0,-47-6 13 0 0,15 4-51 0 0,0-3-1 0 0,0-1 1 0 0,69 1 0 0 0,408-39-258 0 0,-365 19 273 0 0,-97 15-44 0 0,0 3-1 0 0,106 25 1 0 0,-96-16-23 0 0,138 12 1 0 0,-109-29 79 0 0,1-4 0 0 0,116-22 1 0 0,-125 12 17 0 0,0 5 1 0 0,174 3-1 0 0,-209 11-41 0 0,443 19-488 0 0,-409-25 413 0 0,-1-3 0 0 0,1-5 0 0 0,127-29 0 0 0,-159 26 128 0 0,2 2 0 0 0,-1 4 0 0 0,124 0 0 0 0,479-7 495 0 0,-356-1-598 0 0,-57 0 197 0 0,-180 17 82 0 0,124 19-1 0 0,-124-11-449 0 0,120 2 1 0 0,137-42-476 0 0,-170 12 629 0 0,-98 15 104 0 0,8-1 21 0 0,-13 6 59 0 0,128 16 271 0 0,-100-8-281 0 0,99 0-1 0 0,-125-13-104 0 0,-1-3-1 0 0,0-3 0 0 0,0-2 0 0 0,-1-2 0 0 0,0-3 1 0 0,90-39-1 0 0,-119 43 5 0 0,-12 5-15 0 0,1 1 0 0 0,-1 0 0 0 0,31-6-1 0 0,2 0-9 0 0,-39 13 21 0 0,-2-1 0 0 0,7 0 15 0 0,0 1 1 0 0,0 0 0 0 0,-1 1-1 0 0,1 0 1 0 0,0 1-1 0 0,-1 0 1 0 0,0 1 0 0 0,0 1-1 0 0,15 7 1 0 0,20 6 51 0 0,-24-12-83 0 0,0-2 0 0 0,1 0 0 0 0,36 0 0 0 0,-28-2 10 0 0,-1-2-1 0 0,58-6 1 0 0,-60 2 4 0 0,50-11 140 0 0,155-49 0 0 0,-205 54-88 0 0,-28 10-44 0 0,23-6 38 0 0,-4 5 7 0 0,-5 1-27 0 0,-1 0 0 0 0,1 1-1 0 0,0 1 1 0 0,21 5-1 0 0,71 22 47 0 0,-73-19-84 0 0,9 2 36 0 0,1-3-1 0 0,0-2 1 0 0,1-1-1 0 0,0-3 1 0 0,73-4 0 0 0,-40-5 27 0 0,0-5 0 0 0,107-27 0 0 0,-102 17-52 0 0,204-45 89 0 0,-225 55 38 0 0,0 4-1 0 0,107-1 0 0 0,-45 11-48 0 0,195 2-106 0 0,-219-8 51 0 0,118-19 0 0 0,-218 21-23 0 0,73-9-550 0 0,-2-4-1 0 0,119-38 1 0 0,-109 24 1072 0 0,113-22 0 0 0,-191 49-445 0 0,1 1-15 0 0,8 0-39 0 0,0 2 0 0 0,-1-1 0 0 0,1 2 0 0 0,0 0 0 0 0,-1 0 0 0 0,0 1-1 0 0,0 1 1 0 0,0 0 0 0 0,11 7 0 0 0,27 9 128 0 0,-20-11-73 0 0,0-1 1 0 0,0-2-1 0 0,1-1 0 0 0,0-1 0 0 0,0-2 0 0 0,40 0 1 0 0,-28-5-148 0 0,0-1 0 0 0,0-1 0 0 0,81-21 0 0 0,-3-16-470 0 0,-80 26 386 0 0,67-17 0 0 0,-103 32 141 0 0,16 2 12 0 0,1 2 0 0 0,-1 0 1 0 0,0 1-1 0 0,0 2 0 0 0,31 13 1 0 0,18 4 43 0 0,-36-15-13 0 0,55 5-1 0 0,-67-12 102 0 0,1-1 0 0 0,0-1 0 0 0,0 0 0 0 0,0-2 0 0 0,-1-1 0 0 0,44-11 0 0 0,4-13 701 0 0,-66 26-674 0 0,0-1-79 0 0,16-3 49 0 0,-15 3-4 0 0,0 2-18 0 0,16 3-159 0 0,0 1-1 0 0,0 1 1 0 0,0 0-1 0 0,25 11 1 0 0,13 3-3161 0 0,-54-17 1274 0 0,0-3-1551 0 0,22 0-2456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31 3696 0 0,'-11'-21'2100'0'0,"6"11"3176"0"0,-34 276-3763 0 0,36-228-1469 0 0,2-1 0 0 0,1 1 0 0 0,2-1 0 0 0,2 1 0 0 0,10 45 0 0 0,-10-67-64 0 0,2-1 0 0 0,0 0 0 0 0,0 0 0 0 0,2 0 0 0 0,0 0 0 0 0,0-1-1 0 0,1-1 1 0 0,1 0 0 0 0,1 0 0 0 0,0-1 0 0 0,0 0 0 0 0,23 18 0 0 0,2 6 187 0 0,-33-33-125 0 0,2 12-53 0 0,-4-13 12 0 0,0 1 0 0 0,0-1-1 0 0,-1 0 1 0 0,1 1 0 0 0,0-1 0 0 0,-1 1 0 0 0,0-1 0 0 0,0 0 0 0 0,0 1 0 0 0,0-1-1 0 0,0 1 1 0 0,0-1 0 0 0,0 1 0 0 0,-1-1 0 0 0,0 3 0 0 0,-49 142 441 0 0,-1 3-175 0 0,41-114-208 0 0,2 0 1 0 0,2 0-1 0 0,0 1 1 0 0,1 61-1 0 0,5-79-22 0 0,2 0 0 0 0,0 1 0 0 0,1-1 0 0 0,1 0 0 0 0,1-1 0 0 0,0 1 0 0 0,1-1 0 0 0,2 0 0 0 0,-1 0 0 0 0,18 27 0 0 0,-2-13-13 0 0,1-2 0 0 0,2 0 0 0 0,32 28 0 0 0,8 10-108 0 0,-64-66 77 0 0,0 1 0 0 0,0 0 0 0 0,0 1-1 0 0,0-1 1 0 0,0 0 0 0 0,0 1 0 0 0,-1-1 0 0 0,2 7-1 0 0,-2-8 5 0 0,0 2-16 0 0,-1 2 22 0 0,-1 8 5 0 0,0 0 0 0 0,-1 0 0 0 0,0 0 0 0 0,-1 0 0 0 0,0-1 0 0 0,-8 18 0 0 0,0 4 36 0 0,-11 62 51 0 0,4 1 0 0 0,5 1 0 0 0,-1 181 0 0 0,16-230-16 0 0,3 0 0 0 0,1 0 0 0 0,21 76 0 0 0,-4-48-138 0 0,48 107 0 0 0,-46-134 55 0 0,-18-36 49 0 0,0 0 0 0 0,-2 0 0 0 0,0 0-1 0 0,0 1 1 0 0,-2 0 0 0 0,0 0-1 0 0,0 0 1 0 0,-2 0 0 0 0,0 0 0 0 0,-2 22-1 0 0,-43 178 780 0 0,27-151-507 0 0,-13 106-1 0 0,28-149-263 0 0,1 0 0 0 0,1 0-1 0 0,1 0 1 0 0,1 0-1 0 0,1 0 1 0 0,0 0-1 0 0,2-1 1 0 0,14 41 0 0 0,2-15-169 0 0,2-1 1 0 0,49 73 0 0 0,-49-85-121 0 0,-21-31 233 0 0,-1 1 90 0 0,4 9-113 0 0,-4-9-23 0 0,0 0 6 0 0,-1 4 47 0 0,0 1 0 0 0,-1-1 0 0 0,0 1 0 0 0,-3 13 0 0 0,-11 45-103 0 0,-3 26-8 0 0,14-59 76 0 0,-7 45-36 0 0,1 101 0 0 0,11-154 68 0 0,1 0 0 0 0,0-1-1 0 0,2 1 1 0 0,1-1 0 0 0,2 1-1 0 0,0-1 1 0 0,20 45 0 0 0,13-4-35 0 0,-33-56 73 0 0,1 1-1 0 0,-2 0 1 0 0,1 0-1 0 0,-1 1 0 0 0,-1 0 1 0 0,0 0-1 0 0,-1 0 0 0 0,3 13 1 0 0,-6-11-41 0 0,-1-1 0 0 0,0 0 1 0 0,-1 1-1 0 0,-1-1 0 0 0,0 0 0 0 0,0 0 1 0 0,-1 0-1 0 0,-10 23 0 0 0,5-11 8 0 0,2-3-4 0 0,0 0 1 0 0,2 1 0 0 0,0 0-1 0 0,2-1 1 0 0,0 1-1 0 0,1 0 1 0 0,2 0-1 0 0,3 26 1 0 0,3-13-8 0 0,1 0 1 0 0,2 0-1 0 0,2-1 0 0 0,21 45 1 0 0,-17-46-147 0 0,-15-31 81 0 0,1 0-31 0 0,1 3 10 0 0,0 0 0 0 0,-1 0-1 0 0,0 0 1 0 0,1 0 0 0 0,-2 0-1 0 0,1 1 1 0 0,-1-1 0 0 0,0 1-1 0 0,0 9 1 0 0,-2-12 112 0 0,-6 16 0 0 0,2-1-36 0 0,4-15 55 0 0,1 18 30 0 0,0-18-3 0 0,2 1 16 0 0,20 50 64 0 0,-13-33-113 0 0,0 0 0 0 0,6 27-1 0 0,-8-21-81 0 0,6 52-1 0 0,-1-13-9 0 0,-7-48 70 0 0,-4-14-19 0 0,0-1 7 0 0,13 61-34 0 0,-13-60 68 0 0,-1 0-24 0 0,1 113 392 0 0,-1-113-326 0 0,1 0-14 0 0,2 22 186 0 0,2-1-1 0 0,0 0 1 0 0,2 0 0 0 0,1 0 0 0 0,21 46 0 0 0,16 50 1370 0 0,-44-118-1521 0 0,0 0 33 0 0,10 36-95 0 0,-10-36-129 0 0,-1-1-418 0 0,3 12 242 0 0,-2-12-54 0 0,-5 14-12559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4560 0 0,'0'0'10850'0'0,"2"-2"-10602"0"0,27-14 588 0 0,-25 15-768 0 0,1 1-24 0 0,14 0-30 0 0,-14 0-18 0 0,-1 1-9 0 0,-2 0 13 0 0,1 0-13 0 0,-1-1-1 0 0,1 1 1 0 0,0 0 0 0 0,-1 0 0 0 0,1 0-1 0 0,-1 0 1 0 0,1 0 0 0 0,-1 1 0 0 0,0-1-1 0 0,0 1 1 0 0,1-1 0 0 0,-1 1-1 0 0,0 0 1 0 0,0 0 0 0 0,-1 0 0 0 0,1 0-1 0 0,0 0 1 0 0,-1 0 0 0 0,1 1 0 0 0,-1-1-1 0 0,0 1 1 0 0,0-1 0 0 0,1 1 0 0 0,-2-1-1 0 0,1 1 1 0 0,0-1 0 0 0,0 5-1 0 0,-1 1 17 0 0,1-3-10 0 0,-1 0 1 0 0,-1 0-1 0 0,1 0 0 0 0,-1 0 1 0 0,0 0-1 0 0,0 0 1 0 0,0 0-1 0 0,-1 0 0 0 0,1 0 1 0 0,-1 0-1 0 0,0-1 1 0 0,-1 1-1 0 0,1-1 0 0 0,-7 8 1 0 0,-31 49 90 0 0,38-59-156 0 0,6-3-680 0 0,4-4 691 0 0,0 1 0 0 0,0-1 0 0 0,0 0 0 0 0,-1-1-1 0 0,0 0 1 0 0,0 0 0 0 0,10-12 0 0 0,34-53 356 0 0,-41 55-101 0 0,-8 13-34 0 0,8-18 414 0 0,-4 13-400 0 0,-6 19-81 0 0,0-9-114 0 0,0 2 10 0 0,0 0-6 0 0,0 14-17 0 0,0-14 12 0 0,1 1-38 0 0,0 3-197 0 0,1 1 0 0 0,0-1 0 0 0,0 0 0 0 0,1 0 0 0 0,0 0 0 0 0,1 0 0 0 0,-1 0-1 0 0,7 8 1 0 0,-8-13-255 0 0,2-1-11 0 0,37 13-1347 0 0,-36-15 1482 0 0,0 0 48 0 0,0-1 252 0 0,1 0 0 0 0,0 0 1 0 0,-1 0-1 0 0,1-1 0 0 0,-1 0 0 0 0,1 0 0 0 0,-1-1 0 0 0,0 1 0 0 0,0-1 0 0 0,0 0 0 0 0,8-7 1 0 0,-10 7 201 0 0,-1 0 68 0 0,28-49 2368 0 0,-29 49-604 0 0,-1 7-1802 0 0,1 52-625 0 0,-9 82-1 0 0,-8-6-7066 0 0,10-94 1933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56 4616 0 0,'0'0'1529'0'0,"-4"-1"-201"0"0,-22-6 3148 0 0,25 6-4266 0 0,-1 1 0 0 0,1 0 0 0 0,-1-1 1 0 0,1 1-1 0 0,0-1 0 0 0,-1 0 1 0 0,1 1-1 0 0,0-1 0 0 0,0 0 1 0 0,0 0-1 0 0,0 1 0 0 0,-1-1 1 0 0,1 0-1 0 0,0 0 0 0 0,0 0 1 0 0,1-1-1 0 0,-1 1 0 0 0,0 0 0 0 0,-1-2 1 0 0,3 3-201 0 0,-1-1 0 0 0,0 0-1 0 0,1 0 1 0 0,-1 1 0 0 0,1-1 0 0 0,-1 0 0 0 0,1 1 0 0 0,0-1 0 0 0,-1 1 0 0 0,1-1 0 0 0,-1 0 0 0 0,1 1-1 0 0,0 0 1 0 0,0-1 0 0 0,-1 1 0 0 0,1-1 0 0 0,0 1 0 0 0,0 0 0 0 0,-1-1 0 0 0,1 1 0 0 0,0 0-1 0 0,0 0 1 0 0,0 0 0 0 0,0 0 0 0 0,-1 0 0 0 0,3 0 0 0 0,21-2 86 0 0,-21 2-107 0 0,-1 1 0 0 0,1 0 1 0 0,0 0-1 0 0,-1 0 0 0 0,1 0 1 0 0,-1 1-1 0 0,0-1 0 0 0,1 1 1 0 0,-1-1-1 0 0,0 1 0 0 0,0 0 1 0 0,0 0-1 0 0,2 2 1 0 0,-3-3 13 0 0,2 1-57 0 0,-1 2 13 0 0,5 13-12 0 0,-6-13 6 0 0,-1 1 1 0 0,0 2 25 0 0,0 0 0 0 0,-1 0 0 0 0,0 0 0 0 0,0 0 0 0 0,-1 0 0 0 0,1 0-1 0 0,-2 0 1 0 0,1-1 0 0 0,-1 1 0 0 0,-6 11 0 0 0,-8 11 7 0 0,15-26-10 0 0,-3 5 42 0 0,5-2-871 0 0,20-26 702 0 0,-1 0 0 0 0,0-1 0 0 0,-2-1-1 0 0,0-1 1 0 0,-2-1 0 0 0,17-31 0 0 0,-31 51 323 0 0,4-10 428 0 0,-7 15 170 0 0,-4 4-698 0 0,4-3-37 0 0,1 3-19 0 0,-3 15 6 0 0,3-15 39 0 0,1 0-222 0 0,-1-1-9 0 0,1 1 0 0 0,0 0 0 0 0,1-1 0 0 0,-1 1 0 0 0,1-1 0 0 0,-1 1 1 0 0,2-1-1 0 0,-1 0 0 0 0,0 1 0 0 0,1-1 0 0 0,0 0 0 0 0,-1 0 0 0 0,2 0 0 0 0,-1 0 0 0 0,0 0 0 0 0,1 0 1 0 0,0-1-1 0 0,0 1 0 0 0,0-1 0 0 0,0 0 0 0 0,1 0 0 0 0,-1 0 0 0 0,1 0 0 0 0,-1 0 0 0 0,1-1 1 0 0,6 3-1 0 0,29 9-1079 0 0,-35-13 1046 0 0,1 0-81 0 0,17 0 97 0 0,-17 0 83 0 0,0-2-10 0 0,14-4 85 0 0,-14 4 69 0 0,-1-1 63 0 0,33-17 950 0 0,-34 17-352 0 0,-2 2-662 0 0,-1-1-1 0 0,1 1 1 0 0,0 0-1 0 0,-1-1 1 0 0,1 1-1 0 0,0-1 1 0 0,-1 1-1 0 0,1-1 1 0 0,-1 1 0 0 0,1-1-1 0 0,0 1 1 0 0,-1-1-1 0 0,0 0 1 0 0,1 1-1 0 0,-1-1 1 0 0,1 1 0 0 0,0-3-1 0 0,-1 2 57 0 0,1 0-1 0 0,-1 0 1 0 0,1 0 0 0 0,-1 0 0 0 0,1 0-1 0 0,0 1 1 0 0,0-1 0 0 0,-1 0-1 0 0,1 0 1 0 0,0 0 0 0 0,0 1-1 0 0,0-1 1 0 0,0 0 0 0 0,0 1 0 0 0,0-1-1 0 0,0 1 1 0 0,0-1 0 0 0,0 1-1 0 0,0-1 1 0 0,0 1 0 0 0,0 0 0 0 0,0-1-1 0 0,3 1 1 0 0,15 2-41 0 0,-14-2-17 0 0,-3 3 10 0 0,1 2-38 0 0,0-1 0 0 0,0 0 1 0 0,-1 1-1 0 0,1 0 0 0 0,-1 0 1 0 0,-1 0-1 0 0,1 0 0 0 0,-1 0 0 0 0,1 0 1 0 0,-2 0-1 0 0,1 0 0 0 0,0 0 0 0 0,-1 1 1 0 0,0-1-1 0 0,0 0 0 0 0,-1 0 1 0 0,1 0-1 0 0,-1 1 0 0 0,0-1 0 0 0,-3 7 1 0 0,2-5 4 0 0,-1 1 0 0 0,0-1 0 0 0,-1 1 1 0 0,1-1-1 0 0,-1 0 0 0 0,-1 0 1 0 0,1-1-1 0 0,-1 1 0 0 0,0-1 0 0 0,-1 0 1 0 0,1 0-1 0 0,-1-1 0 0 0,-9 7 1 0 0,12-10 14 0 0,0-1 23 0 0,-1 1-37 0 0,1-1 0 0 0,-1 0-1 0 0,0 0 1 0 0,0-1 0 0 0,1 1 0 0 0,-1-1 0 0 0,0 0 0 0 0,-4 0-1 0 0,4 0-35 0 0,-8-20-145 0 0,12 18 158 0 0,0 0 0 0 0,-1 1-1 0 0,1-1 1 0 0,1 0 0 0 0,-1 1 0 0 0,0-1-1 0 0,0 0 1 0 0,0 1 0 0 0,1-1 0 0 0,-1 1 0 0 0,1-1-1 0 0,-1 1 1 0 0,1-1 0 0 0,0 1 0 0 0,0-1-1 0 0,0 1 1 0 0,1-3 0 0 0,1 1 65 0 0,1 4-43 0 0,3 0-23 0 0,0 1-1 0 0,-1 0 1 0 0,1 0 0 0 0,0 0-1 0 0,0 1 1 0 0,-1 0-1 0 0,11 6 1 0 0,-4-1-191 0 0,0-1-1 0 0,1-1 1 0 0,20 6 0 0 0,-14-7-613 0 0,1-1 1 0 0,25 2 0 0 0,21-4-5024 0 0,-30-4 880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94 4104 0 0,'1'-4'1620'0'0,"-1"2"-1191"0"0,0-1-1 0 0,1 1 1 0 0,-1-1 0 0 0,1 1-1 0 0,0 0 1 0 0,-1 0 0 0 0,1 0-1 0 0,0-1 1 0 0,1 1 0 0 0,-1 0-1 0 0,0 0 1 0 0,1 0 0 0 0,-1 0-1 0 0,3-1 1 0 0,10-5-604 0 0,-10 7 293 0 0,1 2-17 0 0,2 0-31 0 0,0 0-1 0 0,0 1 1 0 0,0 0 0 0 0,0 0 0 0 0,11 6 0 0 0,-15-7-46 0 0,-1 0 0 0 0,1 1 1 0 0,-1-1-1 0 0,0 1 0 0 0,1 0 1 0 0,-1 0-1 0 0,0 0 0 0 0,0 0 1 0 0,-1 0-1 0 0,1 0 1 0 0,0 0-1 0 0,-1 0 0 0 0,1 1 1 0 0,-1-1-1 0 0,0 1 0 0 0,1-1 1 0 0,-1 1-1 0 0,0 0 0 0 0,-1-1 1 0 0,1 1-1 0 0,0 3 1 0 0,-1 1-7 0 0,0 1 1 0 0,0-1 0 0 0,-1 0 0 0 0,0 0 0 0 0,0 1 0 0 0,-1-1 0 0 0,0 0 0 0 0,0 0 0 0 0,-1-1 0 0 0,0 1 0 0 0,0 0 0 0 0,0-1 0 0 0,-1 0 0 0 0,0 0 0 0 0,0 0 0 0 0,-1 0 0 0 0,0-1-1 0 0,0 1 1 0 0,0-1 0 0 0,0-1 0 0 0,-10 8 0 0 0,11-9-66 0 0,0 1 50 0 0,0-1 1 0 0,0 1 0 0 0,-1-1 0 0 0,0 0 0 0 0,1 0-1 0 0,-1 0 1 0 0,-8 3 0 0 0,15-10-200 0 0,17-24-149 0 0,1 0 1 0 0,24-24-1 0 0,9-12 306 0 0,10-31 790 0 0,-52 77-264 0 0,-9 15 953 0 0,-5 7-1397 0 0,0-1 0 0 0,0 1 0 0 0,1 0 1 0 0,0 0-1 0 0,0 1 0 0 0,-3 7 0 0 0,1-2-324 0 0,0 0-1 0 0,1 0 0 0 0,0 0 1 0 0,0 1-1 0 0,2-1 0 0 0,-1 1 0 0 0,1-1 1 0 0,1 1-1 0 0,-1-1 0 0 0,2 1 1 0 0,0-1-1 0 0,3 18 0 0 0,-2-22 7 0 0,-1-1 1 0 0,2 1-1 0 0,-1 0 1 0 0,1 0-1 0 0,0-1 0 0 0,0 0 1 0 0,0 1-1 0 0,1-1 0 0 0,4 5 1 0 0,-6-7-13 0 0,2-1 18 0 0,-3-1 257 0 0,1 1-1 0 0,0-1 0 0 0,0 0 0 0 0,0 0 0 0 0,0 0 0 0 0,0 0 1 0 0,0 0-1 0 0,0-1 0 0 0,0 1 0 0 0,0 0 0 0 0,1-1 0 0 0,-1 0 1 0 0,0 1-1 0 0,0-1 0 0 0,1 0 0 0 0,-1 0 0 0 0,0 0 0 0 0,0-1 1 0 0,0 1-1 0 0,1-1 0 0 0,-1 1 0 0 0,0-1 0 0 0,2 0 0 0 0,58-51 2040 0 0,-59 50-1615 0 0,-3 1-373 0 0,1 0-1 0 0,-1 0 1 0 0,0 0 0 0 0,1 0 0 0 0,-1 1 0 0 0,1-1 0 0 0,0 0 0 0 0,-1 0 0 0 0,1 0-1 0 0,0 1 1 0 0,-1-1 0 0 0,1 0 0 0 0,0 0 0 0 0,0 1 0 0 0,1-1 0 0 0,6-6 577 0 0,-2 2-503 0 0,0 0-1 0 0,1 1 0 0 0,0-1 0 0 0,0 2 1 0 0,7-4-1 0 0,-10 6-121 0 0,1 6-99 0 0,-4-5 113 0 0,-1 0-1 0 0,0 0 1 0 0,1 0 0 0 0,-1 0-1 0 0,0 1 1 0 0,1-1 0 0 0,-1 0-1 0 0,0 0 1 0 0,1 0 0 0 0,-1 0-1 0 0,0 1 1 0 0,1-1 0 0 0,-1 0-1 0 0,0 0 1 0 0,0 1-1 0 0,1-1 1 0 0,-1 0 0 0 0,0 0-1 0 0,0 1 1 0 0,0-1 0 0 0,1 0-1 0 0,-1 1 1 0 0,0-1 0 0 0,0 0-1 0 0,0 1 1 0 0,0-1 0 0 0,0 0-1 0 0,0 1 1 0 0,1-1 0 0 0,-1 1-1 0 0,0-1 1 0 0,0 0 0 0 0,0 1-1 0 0,0-1 1 0 0,0 0-1 0 0,0 1 1 0 0,-1 0 0 0 0,-10 57 530 0 0,11-53-498 0 0,3-2-1 0 0,5 6 1 0 0,1-1 1 0 0,0 1 0 0 0,14 8-1 0 0,12 12-8 0 0,-33-28-25 0 0,-1 0 0 0 0,0 0 1 0 0,0 0-1 0 0,0 0 1 0 0,0 1-1 0 0,-1-1 0 0 0,1 0 1 0 0,0 1-1 0 0,0-1 1 0 0,-1 1-1 0 0,1-1 1 0 0,-1 0-1 0 0,1 1 0 0 0,-1-1 1 0 0,0 1-1 0 0,0 0 1 0 0,1-1-1 0 0,-1 1 1 0 0,0-1-1 0 0,0 1 0 0 0,0-1 1 0 0,-1 1-1 0 0,1 2 1 0 0,-1-2-31 0 0,-4 6-100 0 0,-9 1-242 0 0,-1 1 0 0 0,1-2 0 0 0,-2 0 0 0 0,1-1 1 0 0,-1 0-1 0 0,-33 8 0 0 0,2-4-2772 0 0,-63 7 0 0 0,70-14-1108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46 3252 0 0,'2'-2'1454'0'0,"30"-15"2828"0"0,-29 15-3486 0 0,1 1-128 0 0,12-3-130 0 0,-12 3 296 0 0,1 1-517 0 0,4 2-36 0 0,1 0 1 0 0,-1 0-1 0 0,0 1 0 0 0,17 8 0 0 0,-23-10-123 0 0,10 16 77 0 0,-12-16-228 0 0,0 0 1 0 0,-1 0-1 0 0,1 0 1 0 0,0-1-1 0 0,-1 1 0 0 0,1 0 1 0 0,-1 0-1 0 0,1 0 1 0 0,-1 0-1 0 0,0 0 0 0 0,1 0 1 0 0,-1 0-1 0 0,0 0 1 0 0,0 0-1 0 0,0 0 0 0 0,1 2 1 0 0,-1 0 11 0 0,1 0 25 0 0,-1 2-47 0 0,-1 3 10 0 0,-1 0 0 0 0,1 0-1 0 0,-2 0 1 0 0,1 0 0 0 0,-1 0 0 0 0,0 0 0 0 0,0-1-1 0 0,-1 0 1 0 0,0 1 0 0 0,-1-1 0 0 0,0-1 0 0 0,0 1-1 0 0,0-1 1 0 0,-6 6 0 0 0,8-9 120 0 0,1 0-221 0 0,-1 1-705 0 0,5-5 258 0 0,16-14 26 0 0,25-29 265 0 0,15-41 266 0 0,-29 40 726 0 0,-27 42-558 0 0,-1 0-39 0 0,5-9-29 0 0,-4 9 336 0 0,-5 6-421 0 0,-1 1-146 0 0,0 0 1 0 0,1 1-1 0 0,0 0 1 0 0,0 0-1 0 0,0 0 1 0 0,0 0-1 0 0,1 1 1 0 0,0-1-1 0 0,0 1 1 0 0,0-1-1 0 0,1 1 1 0 0,-1-1-1 0 0,2 1 1 0 0,-1 0-1 0 0,1 0 1 0 0,-1 0-1 0 0,1-1 1 0 0,1 1-1 0 0,-1 0 1 0 0,1 0-1 0 0,0 0 1 0 0,1-1-1 0 0,-1 1 1 0 0,4 7-1 0 0,-1-4-245 0 0,1 0 0 0 0,0-1 0 0 0,0 1 0 0 0,0-1 0 0 0,1-1 0 0 0,0 1 0 0 0,8 6 0 0 0,-12-11 200 0 0,2-2 32 0 0,8 6 56 0 0,-9-6 94 0 0,-1-1-15 0 0,-1-1 1 0 0,1 1-1 0 0,-1-1 0 0 0,1 1 1 0 0,-1 0-1 0 0,1 0 1 0 0,-1 0-1 0 0,1 0 0 0 0,-1 0 1 0 0,1 0-1 0 0,-1 0 1 0 0,3 1-1 0 0,0-1 9 0 0,1 0 34 0 0,27-25 446 0 0,-29 23-397 0 0,42-38 802 0 0,-42 37-397 0 0,-2 3-440 0 0,0-1 0 0 0,0 0 0 0 0,1 1 0 0 0,-1-1 0 0 0,0 0 0 0 0,1 1 0 0 0,-1 0 0 0 0,0-1 0 0 0,1 1 0 0 0,-1 0-1 0 0,1 0 1 0 0,-1 0 0 0 0,0-1 0 0 0,3 2 0 0 0,3 9 10 0 0,-6-8 45 0 0,0 2-75 0 0,4 32 166 0 0,-5-32-167 0 0,1-1-11 0 0,-1-2-143 0 0,3 10 958 0 0,-9-18 848 0 0,4 4-1645 0 0,0 4-36 0 0,0 0 1 0 0,0 1 0 0 0,0-1 0 0 0,0 0 0 0 0,0 1 0 0 0,1-1 0 0 0,-1 1 0 0 0,1-1-1 0 0,-1 1 1 0 0,1 0 0 0 0,-1 0 0 0 0,1 0 0 0 0,0 0 0 0 0,-2 3 0 0 0,3-5-24 0 0,-2 3 29 0 0,1 2 10 0 0,1 38 8 0 0,1-39-22 0 0,2-1 16 0 0,6 8 3 0 0,-6-9-10 0 0,1 0-3 0 0,12 4-17 0 0,-7-4-18 0 0,15 0-1 0 0,11-4 4 0 0,-29-1 12 0 0,-2 0 0 0 0,3 1 62 0 0,1-1 1 0 0,0-1-1 0 0,-1 1 1 0 0,0-1-1 0 0,0 0 0 0 0,0-1 1 0 0,0 0-1 0 0,-1 0 1 0 0,8-8-1 0 0,-11 11 18 0 0,6-8 253 0 0,-19 26-216 0 0,0 11-586 0 0,0 0 1 0 0,-9 52 0 0 0,5 15-7281 0 0,11-69 1464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67 3948 0 0,'-2'-2'1258'0'0,"-10"-29"2736"0"0,11 27-2893 0 0,3 1-854 0 0,-2 1-187 0 0,1 0 0 0 0,0 0-1 0 0,0 0 1 0 0,0 1 0 0 0,0-1-1 0 0,1 0 1 0 0,-1 1 0 0 0,0-1 0 0 0,1 1-1 0 0,-1-1 1 0 0,1 1 0 0 0,0-1-1 0 0,-1 1 1 0 0,3-1 0 0 0,-1 0 276 0 0,2 3-178 0 0,13 1-17 0 0,-15-2-116 0 0,-1 1-1 0 0,1 0 0 0 0,-1 0 1 0 0,1 0-1 0 0,-1 0 1 0 0,1 1-1 0 0,-1-1 1 0 0,0 0-1 0 0,0 1 0 0 0,0 0 1 0 0,0-1-1 0 0,0 1 1 0 0,3 3-1 0 0,-2-2 7 0 0,-1-1 13 0 0,-1 2 4 0 0,6 14-15 0 0,-5-14-5 0 0,-2 1 0 0 0,0 2-24 0 0,0-3 4 0 0,0 0 0 0 0,0 0 0 0 0,0 0 0 0 0,-1 0 0 0 0,0 0 0 0 0,-1 6 0 0 0,-4 5-23 0 0,0-1 0 0 0,-13 20-1 0 0,12-22-15 0 0,5-9-13 0 0,6-4-2082 0 0,4-3 1999 0 0,-1 1-1 0 0,0-1 1 0 0,-1-1 0 0 0,1 1-1 0 0,-1-1 1 0 0,0-1-1 0 0,0 1 1 0 0,0-1-1 0 0,7-9 1 0 0,50-71 825 0 0,-58 80-708 0 0,6-12 1059 0 0,-14 14-568 0 0,-9 8-533 0 0,8-2 85 0 0,-4 15 69 0 0,6-16-129 0 0,1 1 1 0 0,-1 0 0 0 0,1 0 0 0 0,0 0 0 0 0,0 0 0 0 0,0 0 0 0 0,0 0 0 0 0,0 0 0 0 0,1 0 0 0 0,-1 1 0 0 0,1-1 0 0 0,-1 3 0 0 0,1-3-55 0 0,0 1-1 0 0,0 0 0 0 0,0-1 0 0 0,0 1 1 0 0,0-1-1 0 0,1 1 0 0 0,-1-1 0 0 0,1 1 0 0 0,0-1 1 0 0,0 0-1 0 0,0 1 0 0 0,0-1 0 0 0,0 0 1 0 0,0 1-1 0 0,1-1 0 0 0,-1 0 0 0 0,4 3 1 0 0,-2-1-25 0 0,1-1 1 0 0,-1-1-1 0 0,1 1 1 0 0,0-1 0 0 0,0 1-1 0 0,0-1 1 0 0,1 0 0 0 0,7 2-1 0 0,-8-3-17 0 0,1 0 75 0 0,14 3 52 0 0,-14-3 58 0 0,0-1 52 0 0,14 2 6 0 0,-14-1 312 0 0,0-2-177 0 0,14-1 9 0 0,-14 2 268 0 0,-1-1-286 0 0,1-1-189 0 0,0 1 0 0 0,0 0 0 0 0,0 0 0 0 0,0 0 0 0 0,0 1 0 0 0,0 0 0 0 0,0 0 0 0 0,1 0 0 0 0,-1 0 0 0 0,0 1 1 0 0,0 0-1 0 0,0 0 0 0 0,0 0 0 0 0,0 1 0 0 0,-1 0 0 0 0,1 0 0 0 0,0 0 0 0 0,-1 0 0 0 0,1 1 0 0 0,-1 0 0 0 0,0 0 0 0 0,0 0 1 0 0,0 0-1 0 0,0 1 0 0 0,5 6 0 0 0,-8-10-54 0 0,1 3 2 0 0,1 0-1 0 0,-1 0 1 0 0,1 0-1 0 0,-1 0 0 0 0,0 0 1 0 0,0 0-1 0 0,-1 1 1 0 0,1-1-1 0 0,-1 1 1 0 0,1-1-1 0 0,-1 1 1 0 0,0-1-1 0 0,0 1 0 0 0,-1 0 1 0 0,1 0-1 0 0,-1-1 1 0 0,0 8-1 0 0,-1-7-73 0 0,-1 0 0 0 0,1 0-1 0 0,-1-1 1 0 0,0 1 0 0 0,0-1 0 0 0,0 1-1 0 0,-1-1 1 0 0,1 0 0 0 0,-1 0 0 0 0,0 0-1 0 0,1 0 1 0 0,-1 0 0 0 0,-1-1 0 0 0,-5 5-1 0 0,4-4-452 0 0,1-1-1 0 0,-1 0 0 0 0,0 0 1 0 0,0 0-1 0 0,0 0 1 0 0,0-1-1 0 0,-6 2 0 0 0,6-3-2015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65 3328 0 0,'22'-11'2581'0'0,"7"1"-865"0"0,5-1-608 0 0,5 2-652 0 0,3 1-576 0 0,-17 4-268 0 0,1 1-408 0 0,-3-3-440 0 0,25 4-5373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1 152 3680 0 0,'0'-4'1311'0'0,"3"-14"-227"0"0,-2 13-193 0 0,0 5-843 0 0,-1 0 0 0 0,1 0 0 0 0,-1 0 0 0 0,1-1 1 0 0,-1 1-1 0 0,1 0 0 0 0,-1 0 0 0 0,1 0 0 0 0,-1-1 0 0 0,1 1 0 0 0,-1 0 1 0 0,0-1-1 0 0,1 1 0 0 0,-1 0 0 0 0,1-1 0 0 0,-1 1 0 0 0,0-1 0 0 0,1 1 0 0 0,-1 0 1 0 0,0-1-1 0 0,1 1 0 0 0,-1-1 0 0 0,12-12 728 0 0,-2 8-605 0 0,0 1 0 0 0,0 0 0 0 0,0 1-1 0 0,1 0 1 0 0,0 0 0 0 0,-1 1-1 0 0,1 0 1 0 0,0 1 0 0 0,0 0-1 0 0,0 1 1 0 0,0 0 0 0 0,0 1-1 0 0,-1 0 1 0 0,21 5 0 0 0,-27-4-78 0 0,-1 1-10 0 0,14 10 106 0 0,-17-9-174 0 0,-1 0 0 0 0,1-1 1 0 0,-1 1-1 0 0,0-1 0 0 0,0 1 0 0 0,-1-1 0 0 0,1 1 0 0 0,-1-1 1 0 0,0 1-1 0 0,0-1 0 0 0,0 0 0 0 0,0 0 0 0 0,0 0 1 0 0,-1 0-1 0 0,1-1 0 0 0,-1 1 0 0 0,0-1 0 0 0,0 1 0 0 0,0-1 1 0 0,-4 3-1 0 0,4-3 23 0 0,-23 15 110 0 0,20-13-289 0 0,20-15-152 0 0,15-15 371 0 0,-1-2 1 0 0,-1-1 0 0 0,40-55-1 0 0,-65 81 78 0 0,9-9 706 0 0,-21 27-854 0 0,1 0-1 0 0,0 0 1 0 0,2 1 0 0 0,0 0-1 0 0,-7 24 1 0 0,13-36-253 0 0,1 2-73 0 0,-1-2 151 0 0,1-1 0 0 0,0 1-1 0 0,1 0 1 0 0,-1 0 0 0 0,1-1-1 0 0,-1 1 1 0 0,1 0 0 0 0,0-1 0 0 0,0 1-1 0 0,1-1 1 0 0,-1 1 0 0 0,1-1-1 0 0,0 0 1 0 0,0 0 0 0 0,0 1 0 0 0,0-1-1 0 0,0 0 1 0 0,1-1 0 0 0,-1 1-1 0 0,6 4 1 0 0,-2-3-413 0 0,1 0 1 0 0,0-1-1 0 0,0 1 0 0 0,0-1 1 0 0,0-1-1 0 0,0 1 0 0 0,1-1 1 0 0,-1-1-1 0 0,1 1 0 0 0,7 0 1 0 0,11-4-2153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176 53 2608 0 0,'11'-8'533'0'0,"-5"4"362"0"0,0 0 1 0 0,-1 0 0 0 0,0-1 0 0 0,1 1 0 0 0,-1-1-1 0 0,-1 0 1 0 0,6-8 0 0 0,-14 12-621 0 0,0 1-208 0 0,-1 0 1 0 0,1 0 0 0 0,0 0-1 0 0,-1 1 1 0 0,1 0 0 0 0,0 0-1 0 0,0 0 1 0 0,-1 0 0 0 0,1 0-1 0 0,0 1 1 0 0,0 0 0 0 0,0 0 0 0 0,1 0-1 0 0,-1 0 1 0 0,0 1 0 0 0,1-1-1 0 0,-1 1 1 0 0,1 0 0 0 0,-4 4-1 0 0,-5 6 83 0 0,0 0-1 0 0,2 1 1 0 0,-14 20-1 0 0,21-29-111 0 0,0 1 0 0 0,0-1-1 0 0,1 1 1 0 0,0-1 0 0 0,0 1 0 0 0,-1 9-1 0 0,1-10-14 0 0,2-1 28 0 0,0 1-15 0 0,0-2-59 0 0,0 1-1 0 0,0-1 1 0 0,0 0-1 0 0,1 1 1 0 0,0-1-1 0 0,-1 0 1 0 0,1 0-1 0 0,0 1 1 0 0,1-1-1 0 0,-1 0 1 0 0,1 0-1 0 0,-1 0 1 0 0,1 0-1 0 0,0 0 1 0 0,0-1-1 0 0,0 1 1 0 0,0-1-1 0 0,0 1 1 0 0,1-1-1 0 0,-1 0 0 0 0,1 0 1 0 0,4 3-1 0 0,-4-3-30 0 0,2-1 8 0 0,14 4 27 0 0,-14-4 50 0 0,1-1 38 0 0,2-1 30 0 0,0 0-1 0 0,0-1 1 0 0,0 1-1 0 0,0-2 1 0 0,12-4 0 0 0,-17 5 25 0 0,-1-1 84 0 0,7-11-154 0 0,-9 13-53 0 0,1 1-1 0 0,-1-1 1 0 0,1 0-1 0 0,-1 0 0 0 0,1 0 1 0 0,-1 0-1 0 0,0-1 1 0 0,0 1-1 0 0,1 0 0 0 0,-1 0 1 0 0,0 0-1 0 0,0 0 1 0 0,0 0-1 0 0,0 0 1 0 0,0 0-1 0 0,0 0 0 0 0,-1 0 1 0 0,1 0-1 0 0,-1-2 1 0 0,1 0-2 0 0,-1 1-19 0 0,0 0-1 0 0,0 0 0 0 0,0 0 1 0 0,0 0-1 0 0,0 0 0 0 0,0 0 1 0 0,-1 0-1 0 0,1 1 1 0 0,0-1-1 0 0,-1 0 0 0 0,0 1 1 0 0,1-1-1 0 0,-1 1 0 0 0,0 0 1 0 0,0-1-1 0 0,0 1 0 0 0,-3-1 1 0 0,4 1-5 0 0,0 0-1 0 0,0 1 1 0 0,0-1 0 0 0,0 0-1 0 0,0 1 1 0 0,0-1 0 0 0,0 1 0 0 0,0 0-1 0 0,0-1 1 0 0,-1 1 0 0 0,1 0-1 0 0,0 0 1 0 0,0 0 0 0 0,0 0 0 0 0,0 0-1 0 0,-1 0 1 0 0,1 0 0 0 0,0 0-1 0 0,-2 0 1 0 0,1 1-71 0 0,-5-1-135 0 0,0 0 0 0 0,-1 0-1 0 0,1 1 1 0 0,0 0 0 0 0,0 0-1 0 0,1 1 1 0 0,-1 0 0 0 0,0 0-1 0 0,-9 5 1 0 0,0 1-1641 0 0,1 0 0 0 0,-21 14 1 0 0,17-7-2521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94 3524 0 0,'2'-4'1237'0'0,"-1"-1"-836"0"0,1 0 0 0 0,-1 1 1 0 0,1-1-1 0 0,0 1 0 0 0,1-1 0 0 0,-1 1 0 0 0,1 0 0 0 0,0 0 0 0 0,0 0 1 0 0,0 1-1 0 0,4-5 0 0 0,-2 4-194 0 0,1 0 1 0 0,-1 1-1 0 0,1 0 0 0 0,-1 0 1 0 0,1 0-1 0 0,0 0 0 0 0,0 1 1 0 0,0 0-1 0 0,1 0 1 0 0,-1 1-1 0 0,0 0 0 0 0,8-1 1 0 0,-12 2-146 0 0,2-1 17 0 0,1 1 0 0 0,-1 0 1 0 0,1 0-1 0 0,-1 0 0 0 0,1 1 0 0 0,-1-1 0 0 0,1 1 0 0 0,-1 0 1 0 0,0 1-1 0 0,0-1 0 0 0,1 1 0 0 0,-1 0 0 0 0,0 0 0 0 0,0 0 1 0 0,0 0-1 0 0,-1 1 0 0 0,1-1 0 0 0,5 6 0 0 0,-7-6-38 0 0,2 10 39 0 0,-4-12-78 0 0,1 1 0 0 0,-1 0 0 0 0,1 0 0 0 0,-1-1 0 0 0,0 1 0 0 0,1 0-1 0 0,-1 0 1 0 0,0 0 0 0 0,0-1 0 0 0,1 1 0 0 0,-1 0 0 0 0,0 0 0 0 0,0 0 0 0 0,0 0 0 0 0,0-1 0 0 0,0 1 0 0 0,0 0-1 0 0,0 0 1 0 0,-1 0 0 0 0,1 0 0 0 0,0-1 0 0 0,-1 2 0 0 0,-1 8 11 0 0,-1-1 0 0 0,0 0 0 0 0,0 0 0 0 0,-1-1 0 0 0,0 1 1 0 0,-1-1-1 0 0,0 0 0 0 0,0 0 0 0 0,-1 0 0 0 0,-10 11 0 0 0,14-17-11 0 0,-5 5 104 0 0,5-1-1521 0 0,10-10 1356 0 0,-1 0-1 0 0,1-1 0 0 0,-1 1 1 0 0,0-2-1 0 0,0 1 1 0 0,-1-1-1 0 0,0 0 1 0 0,0 0-1 0 0,6-8 1 0 0,48-71 275 0 0,-51 70-19 0 0,-7 12 88 0 0,-1 2-253 0 0,-1 1 1 0 0,1-1-1 0 0,-1 1 1 0 0,0-1 0 0 0,0 0-1 0 0,1 1 1 0 0,-1-1-1 0 0,0 1 1 0 0,0-1-1 0 0,0 0 1 0 0,1 0-1 0 0,-1 1 1 0 0,0-1-1 0 0,0 0 1 0 0,0 1-1 0 0,0-1 1 0 0,0 0-1 0 0,0 1 1 0 0,-1-1-1 0 0,1 0 1 0 0,0 1 0 0 0,0-1-1 0 0,-1 0 1 0 0,-4 4-24 0 0,0 1 0 0 0,1 1 0 0 0,-1-1 0 0 0,1 1 0 0 0,0-1 0 0 0,0 1 1 0 0,0 0-1 0 0,1 1 0 0 0,-6 10 0 0 0,6-11-194 0 0,1 0 1 0 0,0 1 0 0 0,0-1-1 0 0,1 1 1 0 0,-1-1-1 0 0,1 1 1 0 0,0 0-1 0 0,1-1 1 0 0,-1 1-1 0 0,1 0 1 0 0,0 0-1 0 0,1-1 1 0 0,-1 1-1 0 0,1 0 1 0 0,0-1 0 0 0,1 1-1 0 0,-1 0 1 0 0,1-1-1 0 0,0 0 1 0 0,0 1-1 0 0,1-1 1 0 0,0 0-1 0 0,4 6 1 0 0,1 0-405 0 0,-5-9 46 0 0,0 1 69 0 0,-1-2 422 0 0,0 0 0 0 0,0 0 0 0 0,0 0 1 0 0,0 0-1 0 0,0 0 0 0 0,0 0 0 0 0,0 0 0 0 0,0-1 1 0 0,1 1-1 0 0,-1-1 0 0 0,0 0 0 0 0,1 1 1 0 0,-1-1-1 0 0,0 0 0 0 0,0 0 0 0 0,1-1 0 0 0,-1 1 1 0 0,0 0-1 0 0,1-1 0 0 0,-1 0 0 0 0,0 1 0 0 0,0-1 1 0 0,4-2-1 0 0,-3 1 185 0 0,-1 1-102 0 0,-1 0 0 0 0,1 0 0 0 0,-1 0-1 0 0,1 0 1 0 0,-1 0 0 0 0,0-1 0 0 0,0 1 0 0 0,1-1-1 0 0,-1 1 1 0 0,1-3 0 0 0,15-15 446 0 0,16-12 582 0 0,2 12 29 0 0,-31 17-744 0 0,0 1 20 0 0,12-1 8 0 0,-11 1-7 0 0,-1 2 21 0 0,0 1-276 0 0,0-1-1 0 0,0 0 1 0 0,0 1-1 0 0,0 0 1 0 0,-1 0 0 0 0,1 0-1 0 0,0 1 1 0 0,-1-1 0 0 0,0 1-1 0 0,1 0 1 0 0,-1-1-1 0 0,0 2 1 0 0,0-1 0 0 0,2 4-1 0 0,0 0-43 0 0,-1 1 0 0 0,1 0-1 0 0,-2 0 1 0 0,1 1 0 0 0,-1-1-1 0 0,0 1 1 0 0,2 16 0 0 0,-4-17-262 0 0,-1-1 0 0 0,-1 0 0 0 0,1 0 0 0 0,-1 1 0 0 0,-1-1 0 0 0,1 0 0 0 0,-1 0 0 0 0,-1 0 1 0 0,1 0-1 0 0,-1-1 0 0 0,-7 13 0 0 0,6-12-772 0 0,-1-1 0 0 0,0 1 0 0 0,-1-1-1 0 0,1 0 1 0 0,-1 0 0 0 0,-9 6 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88 5076 0 0,'26'-33'5499'0'0,"-23"30"-4594"0"0,1 1-177 0 0,10-4-462 0 0,1 1-1 0 0,-1 0 1 0 0,1 1-1 0 0,21-4 1 0 0,68-5-4348 0 0,-53 8-300 0 0,-23 2-650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2 114 2848 0 0,'-1'-7'806'0'0,"1"0"-1"0"0,0 0 1 0 0,0 0 0 0 0,0 0-1 0 0,1 0 1 0 0,0 0-1 0 0,3-11 1 0 0,-3 16-715 0 0,0-1 1 0 0,0 1 0 0 0,0-1-1 0 0,1 1 1 0 0,-1-1-1 0 0,1 1 1 0 0,-1 0 0 0 0,1 0-1 0 0,0 0 1 0 0,0 0-1 0 0,0 0 1 0 0,0 0 0 0 0,0 1-1 0 0,0-1 1 0 0,1 0-1 0 0,-1 1 1 0 0,1 0 0 0 0,-1 0-1 0 0,1 0 1 0 0,-1 0-1 0 0,1 0 1 0 0,4-1 0 0 0,-1 1-31 0 0,1 0 0 0 0,0 0 0 0 0,0 0 0 0 0,-1 1 0 0 0,1 0 0 0 0,0 0 0 0 0,0 1 0 0 0,0 0 0 0 0,-1 0 0 0 0,1 1 0 0 0,0-1 0 0 0,-1 1 0 0 0,1 1 0 0 0,-1-1 0 0 0,8 6 0 0 0,-12-7-56 0 0,0 0-1 0 0,0 0 1 0 0,0 1 0 0 0,0-1 0 0 0,-1 1-1 0 0,1-1 1 0 0,-1 1 0 0 0,1 0 0 0 0,-1 0-1 0 0,1-1 1 0 0,-1 1 0 0 0,0 0 0 0 0,0 0-1 0 0,0 0 1 0 0,0 0 0 0 0,0 1 0 0 0,-1-1-1 0 0,1 0 1 0 0,-1 0 0 0 0,1 0 0 0 0,-1 1 0 0 0,0-1-1 0 0,0 0 1 0 0,0 1 0 0 0,0-1 0 0 0,0 0-1 0 0,0 0 1 0 0,-1 3 0 0 0,-1 4-15 0 0,-1 0 0 0 0,0 0-1 0 0,0 0 1 0 0,-9 15 0 0 0,8-13-76 0 0,-1-1 0 0 0,-1 0 0 0 0,0-1 0 0 0,-1 0 0 0 0,-12 15 0 0 0,24-19-306 0 0,-5-4 381 0 0,0-1-1 0 0,0 1 1 0 0,0-1 0 0 0,0 1-1 0 0,1-1 1 0 0,-1 0-1 0 0,0 1 1 0 0,0-1 0 0 0,0 1-1 0 0,1-1 1 0 0,-1 0-1 0 0,0 1 1 0 0,1-1 0 0 0,-1 0-1 0 0,0 1 1 0 0,1-1-1 0 0,-1 0 1 0 0,0 0 0 0 0,1 1-1 0 0,-1-1 1 0 0,0 0-1 0 0,1 0 1 0 0,-1 0 0 0 0,1 1-1 0 0,-1-1 1 0 0,1 0-1 0 0,-1 0 1 0 0,0 0 0 0 0,1 0-1 0 0,-1 0 1 0 0,1 0-1 0 0,-1 0 1 0 0,1 0 0 0 0,10-5-85 0 0,0 0 1 0 0,0-1 0 0 0,-1 0-1 0 0,0-1 1 0 0,0 0-1 0 0,-1-1 1 0 0,0 0 0 0 0,0 0-1 0 0,10-13 1 0 0,-5 3 290 0 0,-1 0 1 0 0,-1-1 0 0 0,0-1-1 0 0,8-21 1 0 0,-18 37-26 0 0,-1 1-4 0 0,-1 3-133 0 0,0-1 0 0 0,0 1 0 0 0,1-1 0 0 0,-1 1-1 0 0,0-1 1 0 0,0 1 0 0 0,0-1 0 0 0,0 1 0 0 0,0-1-1 0 0,0 1 1 0 0,0-1 0 0 0,0 1 0 0 0,0-1 0 0 0,0 1-1 0 0,0-1 1 0 0,0 1 0 0 0,0-1 0 0 0,0 1 0 0 0,0-1-1 0 0,0 1 1 0 0,0-1 0 0 0,-1 1 0 0 0,1-1 0 0 0,0 1-1 0 0,0-1 1 0 0,-1 1 0 0 0,1-1 0 0 0,-1 0 0 0 0,-14 0 415 0 0,15 1-497 0 0,-2 1 61 0 0,0 0 1 0 0,1 0 0 0 0,-1 1 0 0 0,0-1 0 0 0,1 0 0 0 0,0 1 0 0 0,-1-1 0 0 0,1 1 0 0 0,0-1 0 0 0,0 1 0 0 0,-1-1 0 0 0,1 1 0 0 0,1 0 0 0 0,-1 0 0 0 0,0 0 0 0 0,0 0 0 0 0,1-1 0 0 0,-2 4 0 0 0,1 0-15 0 0,-1-1 0 0 0,1 0 0 0 0,0 0 1 0 0,0 1-1 0 0,0-1 0 0 0,1 0 0 0 0,-1 1 1 0 0,1-1-1 0 0,0 1 0 0 0,1-1 1 0 0,-1 1-1 0 0,1-1 0 0 0,-1 0 0 0 0,4 8 1 0 0,-1-2-169 0 0,1-1 0 0 0,0-1 1 0 0,1 1-1 0 0,0-1 1 0 0,6 9-1 0 0,-6-12-48 0 0,-1 0 0 0 0,1 0 0 0 0,0 0-1 0 0,1-1 1 0 0,-1 0 0 0 0,1 0 0 0 0,-1 0 0 0 0,1-1 0 0 0,0 0-1 0 0,0 0 1 0 0,1 0 0 0 0,-1-1 0 0 0,11 3 0 0 0,-8-3-392 0 0,0-1 0 0 0,0 0 0 0 0,0-1 0 0 0,0 0 0 0 0,0 0 0 0 0,0-1 0 0 0,0 0 0 0 0,0-1 0 0 0,16-4 0 0 0,-21 4-2277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3:34.1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59 3276 0 0,'6'-15'643'0'0,"-5"12"1170"0"0,-3 1-1304 0 0,1 1-387 0 0,0 0 1 0 0,0 0 0 0 0,-1 0 0 0 0,1 0 0 0 0,0 1 0 0 0,-1-1 0 0 0,1 0 0 0 0,0 1 0 0 0,-1-1 0 0 0,1 1-1 0 0,-1-1 1 0 0,1 1 0 0 0,-1 0 0 0 0,1-1 0 0 0,0 1 0 0 0,-1 0 0 0 0,1 0 0 0 0,-1 0 0 0 0,1 0 0 0 0,-4 1-1 0 0,1-1 451 0 0,-2 8-149 0 0,-6 2 288 0 0,-5 24-64 0 0,16-30-545 0 0,1 1-10 0 0,0 2-72 0 0,0 0-1 0 0,0 0 1 0 0,1 0-1 0 0,0-1 1 0 0,0 1-1 0 0,1 0 0 0 0,0-1 1 0 0,0 1-1 0 0,1-1 1 0 0,5 11-1 0 0,4-1-16 0 0,0 0-161 0 0,19 33 0 0 0,-22-26 31 0 0,-7-19 107 0 0,-3-1 4 0 0,-3 9 6 0 0,3-8 31 0 0,-3-3 23 0 0,-13 7 47 0 0,13-6 36 0 0,-2-2 17 0 0,-66-5 739 0 0,69 4-640 0 0,-1-1-27 0 0,-12-6-56 0 0,12 6 190 0 0,6-3-283 0 0,5-15-24 0 0,-7 19-42 0 0,1-1 1 0 0,-1 1-1 0 0,1 0 1 0 0,0 0-1 0 0,-1 0 1 0 0,1 0 0 0 0,0-1-1 0 0,0 1 1 0 0,0 0-1 0 0,0 1 1 0 0,0-1 0 0 0,0 0-1 0 0,0 0 1 0 0,0 0-1 0 0,0 0 1 0 0,0 1-1 0 0,1-1 1 0 0,-1 1 0 0 0,0-1-1 0 0,2 0 1 0 0,1-1 6 0 0,62-35 71 0 0,-48 28-54 0 0,-1-1 0 0 0,1-1 0 0 0,29-24 1 0 0,-44 31-60 0 0,0 1 1 0 0,0-1 0 0 0,0 0 0 0 0,0 0 0 0 0,-1 0 0 0 0,0 0-1 0 0,0 0 1 0 0,0 0 0 0 0,2-9 0 0 0,-3 10-31 0 0,0 2 7 0 0,-1 0 1 0 0,1-1-1 0 0,-1 1 1 0 0,1 0-1 0 0,-1-1 1 0 0,0 1-1 0 0,0 0 1 0 0,1-1-1 0 0,-1 1 1 0 0,0 0-1 0 0,0-1 1 0 0,0 1-1 0 0,-1-1 1 0 0,1 1-1 0 0,0 0 1 0 0,-1-2-1 0 0,0-2-191 0 0,1 4 111 0 0,0-1 0 0 0,-1 0 0 0 0,1 0 0 0 0,0 1 0 0 0,-1-1 0 0 0,0 0 0 0 0,1 0 0 0 0,-1 1 0 0 0,0-1 0 0 0,0 0 0 0 0,1 1 0 0 0,-1-1 0 0 0,0 1 0 0 0,-1 0 0 0 0,1-1 0 0 0,0 1 0 0 0,-2-2 0 0 0,-1-1-453 0 0,-13-14-2780 0 0,-3 4-2378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7:59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13 3216 0 0,'-15'-13'13029'0'0,"26"30"-12524"0"0,1 7-353 0 0,-1 0 0 0 0,-1 0 0 0 0,-1 1 0 0 0,10 44 0 0 0,-18-65-314 0 0,4 20-422 0 0,-4-19 141 0 0,-1-1-625 0 0,2 12 470 0 0,-1-12-38 0 0,3 0-2841 0 0,-4-3 3368 0 0,1-1 0 0 0,-1 0 0 0 0,1 1-1 0 0,-1-1 1 0 0,1 1 0 0 0,-1-1 0 0 0,1 0 0 0 0,0 0 0 0 0,-1 1 0 0 0,1-1 0 0 0,0 0 0 0 0,-1 0-1 0 0,1 0 1 0 0,0 0 0 0 0,-1 0 0 0 0,1 0 0 0 0,0 0 0 0 0,-1 0 0 0 0,1 0 0 0 0,0 0 0 0 0,-1 0-1 0 0,1 0 1 0 0,-1 0 0 0 0,1-1 0 0 0,0 1 0 0 0,-1 0 0 0 0,1-1 0 0 0,0 1 0 0 0,-1 0 0 0 0,1-1-1 0 0,-1 1 1 0 0,1 0 0 0 0,-1-1 0 0 0,1 1 0 0 0,0-2 0 0 0,2 0-618 0 0,-1-1 74 0 0,25-69 148 0 0,-26 68 912 0 0,0-1 27 0 0,1-17-18 0 0,-2 16-24 0 0,1 1 70 0 0,2-41 1548 0 0,-3 42-1050 0 0,0 0-492 0 0,0 3-402 0 0,0 1 0 0 0,0-1-1 0 0,0 0 1 0 0,0 1 0 0 0,0-1-1 0 0,0 1 1 0 0,0-1 0 0 0,0 1 0 0 0,0-1-1 0 0,0 0 1 0 0,0 1 0 0 0,0-1-1 0 0,-1 1 1 0 0,1-1 0 0 0,0 1 0 0 0,0-1-1 0 0,-1 1 1 0 0,1-1 0 0 0,0 1-1 0 0,-1-1 1 0 0,1 1 0 0 0,0 0-1 0 0,-1-1 1 0 0,1 1 0 0 0,-1 0 0 0 0,1-1-1 0 0,-1 1 1 0 0,0-1 0 0 0,-15 5 860 0 0,15-4-1079 0 0,-2 3 172 0 0,-1 0 0 0 0,1 0 0 0 0,0 0 0 0 0,1 1 0 0 0,-1-1 0 0 0,0 1 0 0 0,1-1 0 0 0,0 1 0 0 0,0 0 0 0 0,0 0 0 0 0,0 0 0 0 0,-1 5 0 0 0,-41 64 71 0 0,25-45-192 0 0,-6 10-1298 0 0,23-35 878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7:59.2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54 2492 0 0,'1'-4'1644'0'0,"3"-13"-255"0"0,-3 12 1565 0 0,-1-22 895 0 0,-4 28-3652 0 0,1 1-165 0 0,-1 0 1 0 0,1 0-1 0 0,1 0 0 0 0,-1 0 0 0 0,0 0 1 0 0,0 0-1 0 0,1 1 0 0 0,0-1 0 0 0,-1 1 1 0 0,1 0-1 0 0,0 0 0 0 0,0 0 1 0 0,0 0-1 0 0,1 0 0 0 0,-1 0 0 0 0,1 0 1 0 0,-2 5-1 0 0,-5 15-46 0 0,-8 43 0 0 0,5 15-1530 0 0,11-77 1024 0 0,1 1-84 0 0,2 15-161 0 0,-2-15-172 0 0,9 13-3798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7:59.4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3260 0 0,'0'0'5515'0'0,"6"2"-5100"0"0,35 8-104 0 0,0-3 0 0 0,1-1 0 0 0,65 1 0 0 0,-37-3-410 0 0,162 3-6002 0 0,-190-7 1907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3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4 3000 0 0,'5'-3'11342'0'0,"-4"3"-11211"0"0,-1 31 912 0 0,-5 46-1110 0 0,-1-19-177 0 0,-24 97 0 0 0,28-151-186 0 0,-3 19-662 0 0,4-19 454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3.9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88 2432 0 0,'-2'-2'1114'0'0,"-20"-23"6108"0"0,24 21-7038 0 0,-1 2-148 0 0,0 0-1 0 0,1 0 1 0 0,-1 0-1 0 0,1 0 1 0 0,-1 1-1 0 0,1-1 1 0 0,0 0-1 0 0,0 1 1 0 0,-1-1-1 0 0,1 1 1 0 0,0 0-1 0 0,0 0 1 0 0,0-1-1 0 0,1 1 1 0 0,-1 0-1 0 0,0 1 1 0 0,4-2-1 0 0,50-7 331 0 0,-23 5-301 0 0,118-13-1868 0 0,-131 18 79 0 0,-8-1-2021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4.1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3316 0 0,'-2'3'1422'0'0,"0"-1"-1233"0"0,1 0 0 0 0,0 0 0 0 0,0 0 0 0 0,0 0 1 0 0,0 0-1 0 0,0 0 0 0 0,0 0 0 0 0,0 0 0 0 0,1 1 0 0 0,-1-1 0 0 0,1 0 1 0 0,0 0-1 0 0,0 1 0 0 0,0-1 0 0 0,0 0 0 0 0,0 1 0 0 0,0-1 1 0 0,0 0-1 0 0,1 1 0 0 0,-1-1 0 0 0,1 0 0 0 0,0 0 0 0 0,-1 0 0 0 0,1 1 1 0 0,0-1-1 0 0,2 2 0 0 0,0 0-56 0 0,1 0-1 0 0,-1 0 1 0 0,1-1 0 0 0,0 1-1 0 0,0-1 1 0 0,1 0 0 0 0,-1 0-1 0 0,1 0 1 0 0,-1 0 0 0 0,1-1-1 0 0,0 0 1 0 0,6 2 0 0 0,10 3 1 0 0,0-1 0 0 0,0-1-1 0 0,1-1 1 0 0,0 0 0 0 0,-1-2 0 0 0,1-1 0 0 0,26-1 0 0 0,-19-2-1284 0 0,43-8 0 0 0,-41 3-1816 0 0,35-13 1 0 0,-41 11-1405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4.6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61 309 2852 0 0,'0'-4'1308'0'0,"1"-16"5190"0"0,1 18-6298 0 0,-1 1-181 0 0,-1 0 0 0 0,0 1-1 0 0,1-1 1 0 0,-1 1-1 0 0,1-1 1 0 0,-1 1-1 0 0,1-1 1 0 0,0 1 0 0 0,-1-1-1 0 0,1 1 1 0 0,0 0-1 0 0,-1-1 1 0 0,1 1 0 0 0,0 0-1 0 0,-1-1 1 0 0,1 1-1 0 0,0 0 1 0 0,-1 0 0 0 0,1 0-1 0 0,0 0 1 0 0,0 0-1 0 0,-1 0 1 0 0,1 0 0 0 0,0 0-1 0 0,-1 0 1 0 0,1 0-1 0 0,0 0 1 0 0,0 0 0 0 0,-1 0-1 0 0,1 1 1 0 0,0-1-1 0 0,-1 0 1 0 0,1 0 0 0 0,0 1-1 0 0,0 0 1 0 0,2 0 136 0 0,2 0-24 0 0,4 1-80 0 0,1-1 0 0 0,-1 0-1 0 0,1-1 1 0 0,-1 0 0 0 0,0 0 0 0 0,1-1 0 0 0,-1 0 0 0 0,10-3 0 0 0,-11 2-104 0 0,1-1 1 0 0,0 0-1 0 0,-1 0 1 0 0,0-1 0 0 0,0 0-1 0 0,0 0 1 0 0,0-1-1 0 0,-1 1 1 0 0,1-2-1 0 0,-1 1 1 0 0,10-12-1 0 0,-13 13 31 0 0,-1 1 1 0 0,1-1-1 0 0,-1 1 0 0 0,0-1 0 0 0,-1 0 0 0 0,1 0 0 0 0,-1-1 0 0 0,1 1 0 0 0,-1-1 0 0 0,-1 1 0 0 0,1-1 1 0 0,-1 1-1 0 0,2-8 0 0 0,5-32 61 0 0,-9 38-30 0 0,1 1 16 0 0,0-1-1 0 0,-1 1 1 0 0,0 0-1 0 0,0 0 1 0 0,-1 0-1 0 0,1-1 1 0 0,-5-7-1 0 0,3 4 26 0 0,2 6-15 0 0,-1 0-1 0 0,1 1 1 0 0,-1-1 0 0 0,0 0 0 0 0,0 1-1 0 0,0-1 1 0 0,0 1 0 0 0,0 0 0 0 0,0 0 0 0 0,-1 0-1 0 0,1 0 1 0 0,-5-3 0 0 0,3 3 20 0 0,2 0-6 0 0,0 1-1 0 0,0 0 1 0 0,-1 1 0 0 0,1-1-1 0 0,0 0 1 0 0,-1 1 0 0 0,1-1-1 0 0,0 1 1 0 0,-1 0 0 0 0,1 0-1 0 0,-1 0 1 0 0,1 0 0 0 0,-1 0-1 0 0,1 0 1 0 0,0 1 0 0 0,-1-1-1 0 0,1 1 1 0 0,-4 1 0 0 0,4-2-34 0 0,-3 2 38 0 0,-1 0 0 0 0,1 0 0 0 0,0 0 0 0 0,1 1 0 0 0,-1-1 0 0 0,0 1 0 0 0,1 0 0 0 0,-1 0 1 0 0,1 1-1 0 0,0-1 0 0 0,0 1 0 0 0,0 0 0 0 0,-4 6 0 0 0,0 1 32 0 0,0 1 0 0 0,1-1-1 0 0,-10 23 1 0 0,-3 15 48 0 0,2 0 0 0 0,3 1 0 0 0,-12 65 0 0 0,-11 157-9 0 0,36-260-350 0 0,-9 113-229 0 0,12-39-6935 0 0,-1-82 4915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4.8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62 4512 0 0,'0'0'4664'0'0,"3"-3"-4193"0"0,0 1-409 0 0,0-1 0 0 0,1 1 0 0 0,-1 0 1 0 0,1 0-1 0 0,-1 1 0 0 0,1-1 0 0 0,-1 1 0 0 0,1-1 0 0 0,0 1 0 0 0,0 0 1 0 0,0 1-1 0 0,0-1 0 0 0,0 1 0 0 0,0-1 0 0 0,-1 1 0 0 0,7 1 1 0 0,11-2-10 0 0,143-16-1611 0 0,-58 3-3213 0 0,-65 8 383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5.5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0 408 4208 0 0,'0'0'8640'0'0,"3"2"-8457"0"0,1 0-99 0 0,0 0 0 0 0,1 0 0 0 0,-1 0-1 0 0,1-1 1 0 0,-1 1 0 0 0,1-1 0 0 0,-1 0-1 0 0,1 0 1 0 0,0-1 0 0 0,-1 0 0 0 0,1 1 0 0 0,8-2-1 0 0,2-1-52 0 0,-1 0-1 0 0,1-1 0 0 0,17-5 0 0 0,-21 4-54 0 0,-1 0 0 0 0,1-1-1 0 0,-1 0 1 0 0,0 0-1 0 0,0-1 1 0 0,0-1 0 0 0,-1 0-1 0 0,0 0 1 0 0,-1-1-1 0 0,1 0 1 0 0,-1 0 0 0 0,-1-1-1 0 0,0 0 1 0 0,0 0 0 0 0,0-1-1 0 0,-2 0 1 0 0,1 0-1 0 0,-1 0 1 0 0,0-1 0 0 0,-1 1-1 0 0,-1-1 1 0 0,1 0-1 0 0,-2-1 1 0 0,0 1 0 0 0,0 0-1 0 0,-1-1 1 0 0,0 1-1 0 0,-1-1 1 0 0,0 1 0 0 0,-1-1-1 0 0,0 1 1 0 0,-6-21 0 0 0,5 22 135 0 0,0 1 0 0 0,-1 0 0 0 0,0 0 1 0 0,-1 0-1 0 0,0 0 0 0 0,-7-13 0 0 0,10 21-88 0 0,0 0-1 0 0,0 0 0 0 0,0 0 0 0 0,0 0 0 0 0,0 0 1 0 0,0 1-1 0 0,0-1 0 0 0,0 0 0 0 0,0 1 0 0 0,0-1 1 0 0,-1 0-1 0 0,1 1 0 0 0,0-1 0 0 0,0 1 0 0 0,-1 0 1 0 0,1-1-1 0 0,0 1 0 0 0,0 0 0 0 0,-1 0 0 0 0,1 0 1 0 0,0 0-1 0 0,-1 0 0 0 0,1 0 0 0 0,0 0 0 0 0,-1 0 1 0 0,-1 1-1 0 0,-1 0 10 0 0,1 0 0 0 0,0 1 0 0 0,-1-1 0 0 0,1 0 0 0 0,0 1 0 0 0,0 0 0 0 0,0 0 0 0 0,-4 3 0 0 0,-1 3 14 0 0,1 0-1 0 0,-1 0 0 0 0,1 1 0 0 0,1 0 0 0 0,0 1 0 0 0,0-1 0 0 0,1 1 0 0 0,-7 18 1 0 0,-26 90 192 0 0,31-92-191 0 0,-21 80 78 0 0,-13 110 0 0 0,31-144-661 0 0,4 0-1 0 0,5 108 0 0 0,2-163-81 0 0,-1-10 169 0 0,0 1 1 0 0,1 0-1 0 0,0 0 1 0 0,0-1 0 0 0,1 1-1 0 0,4 13 1 0 0,-5-19-596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5.7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93 3588 0 0,'-4'-2'1406'0'0,"4"2"-1247"0"0,-1 0 0 0 0,1 0 1 0 0,-1-1-1 0 0,1 1 0 0 0,-1 0 1 0 0,1 0-1 0 0,-1-1 0 0 0,1 1 1 0 0,-1 0-1 0 0,1-1 0 0 0,-1 1 1 0 0,1-1-1 0 0,0 1 0 0 0,-1 0 1 0 0,1-1-1 0 0,-1 1 0 0 0,1-1 1 0 0,0 1-1 0 0,0-1 0 0 0,-1 1 1 0 0,1-1-1 0 0,0 1 0 0 0,0-1 1 0 0,0 1-1 0 0,-1-1 0 0 0,1 0 1 0 0,0 1-1 0 0,0-1 0 0 0,0 1 1 0 0,0-1-1 0 0,0 1 0 0 0,0-1 1 0 0,0 0-1 0 0,0 1 0 0 0,1-1 1 0 0,-1 1-1 0 0,0-1 0 0 0,0 0 1 0 0,6-8-590 0 0,3 4 642 0 0,90-13-359 0 0,144-7 0 0 0,-86 12-6445 0 0,-132 10 2528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6.9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139 278 2252 0 0,'0'0'1156'0'0,"-4"2"-230"0"0,-3 2-959 0 0,-10 8 3541 0 0,16-7-1919 0 0,12 0-1595 0 0,-9-5 44 0 0,0-1-1 0 0,1 1 1 0 0,-1 0 0 0 0,0-1-1 0 0,0 1 1 0 0,1-1-1 0 0,-1 0 1 0 0,0 0 0 0 0,0 1-1 0 0,0-1 1 0 0,0-1-1 0 0,0 1 1 0 0,4-3-1 0 0,26-21 488 0 0,-26 19-483 0 0,0 0-1 0 0,0 0 1 0 0,-1-1 0 0 0,0 0-1 0 0,0 0 1 0 0,-1 0 0 0 0,7-14-1 0 0,-10 17-38 0 0,-1-1 2 0 0,1-15 2 0 0,0 15 3 0 0,-3 1-10 0 0,1-1 6 0 0,-2 0 0 0 0,1 0 0 0 0,-1 0 0 0 0,1 1-1 0 0,-6-7 1 0 0,5 8 14 0 0,-1 2 14 0 0,-12-6 9 0 0,12 6 22 0 0,-2 1 71 0 0,-2 2-87 0 0,-1 0 1 0 0,1 0 0 0 0,0 0 0 0 0,0 1-1 0 0,0 0 1 0 0,0 1 0 0 0,1 0 0 0 0,-1 0-1 0 0,1 1 1 0 0,0 0 0 0 0,0 0-1 0 0,1 0 1 0 0,-7 8 0 0 0,4-4-8 0 0,1 0 0 0 0,1 0 0 0 0,-1 1 0 0 0,1 0 1 0 0,1 1-1 0 0,0-1 0 0 0,1 1 0 0 0,-7 20 0 0 0,11-27-38 0 0,0-1 0 0 0,1 1 0 0 0,-1 0 0 0 0,1 0 0 0 0,0 0 0 0 0,0 0 0 0 0,0-1 0 0 0,1 1 0 0 0,-1 0 1 0 0,1 0-1 0 0,1 4 0 0 0,0-3-8 0 0,-1-1-20 0 0,1 0-1 0 0,-1-1 1 0 0,1 1 0 0 0,0-1-1 0 0,0 1 1 0 0,0-1 0 0 0,0 0 0 0 0,0 0-1 0 0,1 0 1 0 0,0 0 0 0 0,5 4-1 0 0,-6-5 5 0 0,2 1-60 0 0,-1 0 1 0 0,1-1-1 0 0,0 0 1 0 0,-1 0-1 0 0,1 0 1 0 0,0 0-1 0 0,0-1 1 0 0,0 1-1 0 0,1-1 1 0 0,6 1-1 0 0,-7-1 31 0 0,3 0-73 0 0,0 1 0 0 0,0-1 0 0 0,0-1 0 0 0,0 1 1 0 0,0-1-1 0 0,12-2 0 0 0,-13 2 71 0 0,5-1-86 0 0,0 0 0 0 0,0-1-1 0 0,0 0 1 0 0,0-1 0 0 0,-1 0 0 0 0,1-1-1 0 0,-1 0 1 0 0,0 0 0 0 0,17-11 0 0 0,-12 5-4 0 0,0-1 0 0 0,-1 0 1 0 0,-1-1-1 0 0,23-24 1 0 0,-30 28 199 0 0,0 0 0 0 0,0 0 0 0 0,0 0 0 0 0,-1-1 0 0 0,0 0 0 0 0,-1 0 0 0 0,0 0-1 0 0,4-14 1 0 0,-7 20 153 0 0,2-20 540 0 0,-6 17-565 0 0,3 5-167 0 0,0 1 0 0 0,0-1-1 0 0,0 1 1 0 0,0-1 0 0 0,0 0 0 0 0,0 1-1 0 0,0-1 1 0 0,0 1 0 0 0,0-1 0 0 0,0 1-1 0 0,0-1 1 0 0,0 1 0 0 0,-1-1 0 0 0,1 1-1 0 0,0-1 1 0 0,0 1 0 0 0,-1 0 0 0 0,1-1-1 0 0,0 1 1 0 0,-1-1 0 0 0,1 1 0 0 0,-1 0-1 0 0,1-1 1 0 0,0 1 0 0 0,-1 0 0 0 0,1-1-1 0 0,-1 1 1 0 0,1 0 0 0 0,-1 0 0 0 0,1-1-1 0 0,-1 1 1 0 0,1 0 0 0 0,-1 0 0 0 0,-4 0-3 0 0,1 1 0 0 0,0 0 0 0 0,0 0 0 0 0,0 0 1 0 0,0 1-1 0 0,0-1 0 0 0,0 1 0 0 0,0 0 0 0 0,0 0 1 0 0,1 0-1 0 0,-1 1 0 0 0,1-1 0 0 0,0 1 0 0 0,-4 3 1 0 0,-1 3 8 0 0,0 1 1 0 0,1 0 0 0 0,0 0 0 0 0,1 0 0 0 0,0 1 0 0 0,0 0-1 0 0,-6 18 1 0 0,11-25 9 0 0,0 0-21 0 0,1 2-19 0 0,-1 0 0 0 0,1 0 0 0 0,1 0 0 0 0,-1 0-1 0 0,3 7 1 0 0,-2-8 42 0 0,-1-5-35 0 0,1 1 0 0 0,-1 0 0 0 0,1 0 0 0 0,-1-1-1 0 0,1 1 1 0 0,0 0 0 0 0,0-1 0 0 0,-1 1 0 0 0,1-1 0 0 0,0 1 0 0 0,0-1 0 0 0,-1 1 0 0 0,1-1 0 0 0,0 0 0 0 0,0 1 0 0 0,0-1 0 0 0,0 0 0 0 0,0 1 0 0 0,-1-1 0 0 0,1 0 0 0 0,0 0 0 0 0,0 0 0 0 0,0 0 0 0 0,0 0 0 0 0,1 0 0 0 0,17 0 56 0 0,-14 0-54 0 0,0-1 28 0 0,1-1-17 0 0,1-1 0 0 0,0 0 0 0 0,-1 0 0 0 0,0-1 0 0 0,0 0 0 0 0,0 0-1 0 0,0 0 1 0 0,-1-1 0 0 0,10-9 0 0 0,-13 11 13 0 0,-2 2-22 0 0,1 0-1 0 0,-1-1 1 0 0,0 1 0 0 0,1 0-1 0 0,-1 0 1 0 0,1-1-1 0 0,0 1 1 0 0,-1 0-1 0 0,1 0 1 0 0,0 0-1 0 0,0 0 1 0 0,1-2-1 0 0,0 2 12 0 0,0-3 68 0 0,3-6 17 0 0,-4 9-47 0 0,-7 10 309 0 0,5-5-384 0 0,1 1-96 0 0,0-3 113 0 0,0 1-16 0 0,0 1-1 0 0,0-1 1 0 0,0 0-1 0 0,0 1 1 0 0,1-1 0 0 0,0 0-1 0 0,-1 1 1 0 0,1-1 0 0 0,0 0-1 0 0,1 0 1 0 0,-1 0 0 0 0,0 1-1 0 0,1-2 1 0 0,0 1 0 0 0,0 0-1 0 0,0 0 1 0 0,0 0 0 0 0,0-1-1 0 0,1 1 1 0 0,-1-1-1 0 0,1 0 1 0 0,-1 0 0 0 0,1 0-1 0 0,0 0 1 0 0,3 2 0 0 0,-1-2 2 0 0,1-1 1 0 0,0 1-1 0 0,-1-1 1 0 0,1 0-1 0 0,0 0 0 0 0,0-1 1 0 0,-1 0-1 0 0,1 0 1 0 0,0 0-1 0 0,0-1 1 0 0,-1 0-1 0 0,1 0 1 0 0,0 0-1 0 0,-1-1 1 0 0,1 0-1 0 0,-1 0 1 0 0,0 0-1 0 0,1 0 1 0 0,6-6-1 0 0,0 1 58 0 0,-2 0-1 0 0,1-1 1 0 0,-1 0-1 0 0,0-1 1 0 0,-1 0 0 0 0,0-1-1 0 0,13-16 1 0 0,-16 15 40 0 0,0 0 0 0 0,-1 0 0 0 0,0 0 0 0 0,0-1 0 0 0,-1 0 0 0 0,-1 0 0 0 0,3-18 0 0 0,6-74 1169 0 0,-12 99-1036 0 0,1 1-24 0 0,0-14-32 0 0,-1 13 39 0 0,-1-1-11 0 0,1 5-166 0 0,0 1 0 0 0,0-1 0 0 0,0 1 0 0 0,0-1 0 0 0,0 1 0 0 0,0-1 0 0 0,0 1 1 0 0,0-1-1 0 0,0 1 0 0 0,0-1 0 0 0,0 1 0 0 0,0-1 0 0 0,0 1 0 0 0,0-1 0 0 0,-1 1 0 0 0,1 0 0 0 0,0-1 0 0 0,0 1 0 0 0,-1-1 0 0 0,1 1 0 0 0,0-1 0 0 0,0 1 0 0 0,-1 0 0 0 0,1-1 0 0 0,0 1 0 0 0,-1 0 0 0 0,1-1 0 0 0,-1 1 0 0 0,-3 3 9 0 0,0 1 1 0 0,1-1-1 0 0,-1 1 1 0 0,1 0-1 0 0,0 1 1 0 0,1-1-1 0 0,-1 0 1 0 0,1 1-1 0 0,-1-1 1 0 0,1 1-1 0 0,1 0 1 0 0,-3 10-1 0 0,-12 64-90 0 0,14-68 48 0 0,0 5 14 0 0,1 3 9 0 0,2-1 2 0 0,0-8-161 0 0,-1-1 0 0 0,1 1 0 0 0,1-1 0 0 0,0 1 1 0 0,0-1-1 0 0,1 0 0 0 0,0 0 0 0 0,0 0 0 0 0,1-1 0 0 0,0 1 1 0 0,1-1-1 0 0,0 0 0 0 0,11 15 0 0 0,-14-22-74 0 0,0 1-1 0 0,-1-1 1 0 0,1 0-1 0 0,1 1 1 0 0,-1-1-1 0 0,0 0 0 0 0,0 0 1 0 0,0 0-1 0 0,1 0 1 0 0,-1-1-1 0 0,0 1 1 0 0,1-1-1 0 0,-1 1 1 0 0,0-1-1 0 0,1 0 1 0 0,2 0-1 0 0,-2 0 191 0 0,-2 1-136 0 0,0-1 0 0 0,0 0 1 0 0,-1 0-1 0 0,1 0 0 0 0,0 0 0 0 0,0 0 0 0 0,0 0 0 0 0,0 0 0 0 0,0-1 0 0 0,0 1 0 0 0,0 0 1 0 0,-1 0-1 0 0,1-1 0 0 0,0 1 0 0 0,0 0 0 0 0,0-1 0 0 0,-1 1 0 0 0,1-1 0 0 0,0 1 1 0 0,1-2-1 0 0,0 1-764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7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36 3020 0 0,'-22'-1'1697'0'0,"17"1"-265"0"0,1 0-261 0 0,-16-1-198 0 0,15 1 2077 0 0,13 0-2855 0 0,38 1 27 0 0,144-13-1520 0 0,-59-5-4522 0 0,-95 12 1218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7.8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 1 3576 0 0,'0'0'5712'0'0,"-3"2"-5195"0"0,-2 3-319 0 0,1 0 0 0 0,-1 1 1 0 0,1-1-1 0 0,0 1 0 0 0,1 0 1 0 0,-1 1-1 0 0,1-1 0 0 0,0 0 0 0 0,1 1 1 0 0,-3 7-1 0 0,0 6 10 0 0,0 0 0 0 0,-2 24 0 0 0,6-40-138 0 0,2 1-17 0 0,0 16 7 0 0,-1-15-18 0 0,1-3-10 0 0,1 0-24 0 0,-1 0 0 0 0,1 0 0 0 0,0 0 0 0 0,0 0 0 0 0,0 0 0 0 0,0-1 0 0 0,5 5 0 0 0,-5-5-11 0 0,3-2 0 0 0,1 0-6 0 0,-1 0 1 0 0,0-1 0 0 0,0 0-1 0 0,0 0 1 0 0,0 0 0 0 0,1-1 0 0 0,-2 1-1 0 0,1-1 1 0 0,0 0 0 0 0,0-1 0 0 0,-1 1-1 0 0,1-1 1 0 0,-1 0 0 0 0,0 0 0 0 0,1 0-1 0 0,-2-1 1 0 0,1 1 0 0 0,0-1 0 0 0,-1 0-1 0 0,1 0 1 0 0,-1-1 0 0 0,3-5 0 0 0,27-55 282 0 0,-32 61-179 0 0,1 0-3 0 0,11-30 370 0 0,-12 31 505 0 0,-1 8-891 0 0,-3 32-355 0 0,3 55 1 0 0,0-88 38 0 0,1 1 0 0 0,0-1 1 0 0,0 1-1 0 0,0-1 0 0 0,1 0 0 0 0,2 6 0 0 0,0-2-259 0 0,-3-4-292 0 0,1-1-106 0 0,5 10 45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8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74 3244 0 0,'2'-3'1140'0'0,"21"-22"1707"0"0,-20 23-2395 0 0,1 1-46 0 0,1 0-296 0 0,0 0 1 0 0,1 0-1 0 0,-1 1 1 0 0,0-1-1 0 0,1 1 1 0 0,-1 1-1 0 0,1-1 1 0 0,-1 1 0 0 0,0 0-1 0 0,0 0 1 0 0,1 1-1 0 0,-1-1 1 0 0,0 1-1 0 0,0 0 1 0 0,0 0-1 0 0,-1 1 1 0 0,1 0-1 0 0,0 0 1 0 0,-1 0-1 0 0,0 0 1 0 0,0 0-1 0 0,0 1 1 0 0,0 0 0 0 0,0 0-1 0 0,-1 0 1 0 0,0 0-1 0 0,5 7 1 0 0,-8-10-109 0 0,3 3 65 0 0,0 0-1 0 0,-1-1 0 0 0,0 1 1 0 0,1 0-1 0 0,-2 0 0 0 0,1 0 0 0 0,0 1 1 0 0,-1-1-1 0 0,0 0 0 0 0,0 1 1 0 0,0-1-1 0 0,0 0 0 0 0,-1 1 1 0 0,1-1-1 0 0,-1 1 0 0 0,0-1 1 0 0,-1 1-1 0 0,1-1 0 0 0,-3 9 0 0 0,0-6 132 0 0,0-1 0 0 0,-1 1 0 0 0,1-1 0 0 0,-1 0 0 0 0,-1 0 0 0 0,1 0 0 0 0,-1-1-1 0 0,-10 10 1 0 0,13-13 111 0 0,-2-1-2 0 0,2 1-191 0 0,-1-1-1 0 0,0 0 1 0 0,0-1 0 0 0,0 1-1 0 0,0-1 1 0 0,0 1-1 0 0,0-1 1 0 0,0 0-1 0 0,0 0 1 0 0,0 0 0 0 0,-5-1-1 0 0,4 0 107 0 0,2-13 168 0 0,1 11-401 0 0,1 1 0 0 0,-1 0 1 0 0,1 0-1 0 0,0-1 0 0 0,-1 1 1 0 0,1 0-1 0 0,1-1 0 0 0,-1 1 1 0 0,0 0-1 0 0,0 0 0 0 0,1-1 1 0 0,-1 1-1 0 0,1 0 0 0 0,0 0 1 0 0,0 0-1 0 0,2-4 0 0 0,7-15-409 0 0,2 0 0 0 0,0 1 1 0 0,2 1-1 0 0,24-29 0 0 0,-25 34-1330 0 0,-1 2 1 0 0,2 0-1 0 0,26-19 1 0 0,-36 29 370 0 0,-1 0-920 0 0,15-6-1612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8.6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46 2328 0 0,'0'0'1836'0'0,"0"4"-1247"0"0,-1 41 1023 0 0,1-40-820 0 0,0-1-430 0 0,4 14-35 0 0,-3-14 442 0 0,7 1-536 0 0,-8-5-220 0 0,1 0 0 0 0,-1 1-1 0 0,0-1 1 0 0,0 0 0 0 0,1 1 0 0 0,-1-1-1 0 0,0 0 1 0 0,1 1 0 0 0,-1-1 0 0 0,1 0-1 0 0,-1 0 1 0 0,0 1 0 0 0,1-1 0 0 0,-1 0-1 0 0,1 0 1 0 0,-1 0 0 0 0,0 0 0 0 0,1 1-1 0 0,-1-1 1 0 0,1 0 0 0 0,-1 0 0 0 0,1 0-1 0 0,-1 0 1 0 0,1 0 0 0 0,-1 0 0 0 0,1 0-1 0 0,-1 0 1 0 0,1-1 0 0 0,-1 1 0 0 0,0 0-1 0 0,1 0 1 0 0,0 0 0 0 0,5-2-15 0 0,0-1 1 0 0,0 0-1 0 0,0 0 0 0 0,0 0 1 0 0,0 0-1 0 0,-1-1 1 0 0,1 0-1 0 0,-1 0 0 0 0,0-1 1 0 0,0 1-1 0 0,-1-1 0 0 0,1 0 1 0 0,-1 0-1 0 0,0-1 1 0 0,-1 1-1 0 0,1-1 0 0 0,-1 0 1 0 0,3-7-1 0 0,-5 10 15 0 0,4-16 146 0 0,-4 15 37 0 0,-4-2 60 0 0,3 5-237 0 0,0 1 0 0 0,0-1 1 0 0,0 1-1 0 0,0-1 0 0 0,0 1 0 0 0,0-1 1 0 0,0 1-1 0 0,-1-1 0 0 0,1 1 0 0 0,0-1 1 0 0,0 1-1 0 0,0-1 0 0 0,-1 1 0 0 0,1-1 1 0 0,0 1-1 0 0,0 0 0 0 0,-1-1 0 0 0,1 1 1 0 0,0-1-1 0 0,-1 1 0 0 0,1 0 0 0 0,-1-1 1 0 0,1 1-1 0 0,0 0 0 0 0,-1-1 0 0 0,1 1 1 0 0,-1 0-1 0 0,1 0 0 0 0,-1 0 0 0 0,1-1 1 0 0,-1 1-1 0 0,1 0 0 0 0,-1 0 0 0 0,0 0 1 0 0,-5 1 67 0 0,-1 0 0 0 0,1 0 0 0 0,-1 1 1 0 0,1 0-1 0 0,0 0 0 0 0,0 1 0 0 0,0 0 0 0 0,0 0 1 0 0,0 0-1 0 0,1 1 0 0 0,0 0 0 0 0,-1 0 1 0 0,1 0-1 0 0,0 1 0 0 0,1-1 0 0 0,-1 1 1 0 0,1 0-1 0 0,0 0 0 0 0,1 1 0 0 0,-1-1 0 0 0,1 1 1 0 0,0 0-1 0 0,-2 6 0 0 0,1-5-42 0 0,2 1-1 0 0,-1-1 0 0 0,1 1 1 0 0,0 0-1 0 0,1-1 1 0 0,-1 1-1 0 0,2 0 1 0 0,-1 0-1 0 0,1 0 0 0 0,1 10 1 0 0,9 20-50 0 0,-6-31-27 0 0,0-2-1 0 0,-2-2-57 0 0,1 0-1 0 0,-1 0 1 0 0,1 1 0 0 0,-1-1 0 0 0,1-1-1 0 0,0 1 1 0 0,0 0 0 0 0,0-1 0 0 0,1 1-1 0 0,-1-1 1 0 0,5 2 0 0 0,-5-2 1 0 0,1 0-95 0 0,1 0 0 0 0,-1-1 0 0 0,0 0 0 0 0,0 0 0 0 0,1 0 0 0 0,-1 0 1 0 0,0-1-1 0 0,1 0 0 0 0,-1 0 0 0 0,1 0 0 0 0,6-1 0 0 0,48-12-2340 0 0,-9-6-899 0 0,-22 7-259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8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195 1 3060 0 0,'-5'0'1184'0'0,"-1"0"-914"0"0,0 0 0 0 0,0 0 0 0 0,0 1 0 0 0,0-1 1 0 0,-1 1-1 0 0,1 1 0 0 0,0-1 0 0 0,1 1 0 0 0,-1 0 0 0 0,0 1 0 0 0,1-1 0 0 0,-1 1 0 0 0,1 0 0 0 0,0 1 0 0 0,-1-1 0 0 0,2 1 0 0 0,-6 4 0 0 0,8-6-224 0 0,1 1 1 0 0,-1-1 0 0 0,0 0-1 0 0,1 0 1 0 0,-1 1-1 0 0,1-1 1 0 0,0 1 0 0 0,0-1-1 0 0,0 1 1 0 0,0 0-1 0 0,0-1 1 0 0,1 1-1 0 0,-1 0 1 0 0,1 0 0 0 0,0-1-1 0 0,-1 1 1 0 0,1 0-1 0 0,1 0 1 0 0,-1-1 0 0 0,0 1-1 0 0,1 0 1 0 0,0 4-1 0 0,2 2-10 0 0,1 0 0 0 0,0 0 0 0 0,0 0 0 0 0,10 16 0 0 0,-1-7 14 0 0,2 1 0 0 0,29 27 1 0 0,-2 0-113 0 0,-40-43 5 0 0,-2-3-55 0 0,0 1 118 0 0,1 1 0 0 0,-1-1 1 0 0,0 0-1 0 0,0 0 0 0 0,0 0 1 0 0,0 1-1 0 0,0-1 0 0 0,0 0 1 0 0,0 0-1 0 0,0 1 0 0 0,0-1 1 0 0,0 0-1 0 0,-1 0 0 0 0,1 0 1 0 0,0 1-1 0 0,-1-1 1 0 0,1 0-1 0 0,-1 0 0 0 0,0 0 1 0 0,1 0-1 0 0,-1 0 0 0 0,0 0 1 0 0,1 0-1 0 0,-1 0 0 0 0,0 0 1 0 0,0 0-1 0 0,0-1 0 0 0,0 1 1 0 0,0 0-1 0 0,0 0 0 0 0,0-1 1 0 0,0 1-1 0 0,0-1 0 0 0,0 1 1 0 0,-1-1-1 0 0,1 1 0 0 0,0-1 1 0 0,0 0-1 0 0,0 0 0 0 0,-1 1 1 0 0,1-1-1 0 0,-2 0 0 0 0,-60 10-121 0 0,53-9-79 0 0,-16 0-62 0 0,5-4-718 0 0,-38-11-4071 0 0,54 12 1121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09.7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27 364 3624 0 0,'0'0'4595'0'0,"-3"2"-3611"0"0,2-1-891 0 0,0-1 1 0 0,0 1-1 0 0,0 0 1 0 0,0 0-1 0 0,0 0 0 0 0,0 0 1 0 0,0 0-1 0 0,0 0 1 0 0,1 0-1 0 0,-1 0 1 0 0,0 1-1 0 0,0-1 0 0 0,1 0 1 0 0,-1 0-1 0 0,1 1 1 0 0,-1-1-1 0 0,1 0 1 0 0,0 1-1 0 0,0-1 0 0 0,-1 0 1 0 0,1 1-1 0 0,0-1 1 0 0,0 1-1 0 0,0-1 1 0 0,0 0-1 0 0,1 1 0 0 0,-1-1 1 0 0,0 0-1 0 0,0 1 1 0 0,1-1-1 0 0,-1 0 1 0 0,1 1-1 0 0,-1-1 0 0 0,1 0 1 0 0,0 0-1 0 0,0 0 1 0 0,0 2-1 0 0,2 0 63 0 0,1-1-38 0 0,4 1-100 0 0,0-1 1 0 0,0 0 0 0 0,0-1 0 0 0,0 1-1 0 0,0-1 1 0 0,1-1 0 0 0,-1 0 0 0 0,0 0-1 0 0,0 0 1 0 0,1-1 0 0 0,-1 0 0 0 0,0-1-1 0 0,0 0 1 0 0,0 0 0 0 0,0-1 0 0 0,-1 0 0 0 0,1 0-1 0 0,-1-1 1 0 0,10-5 0 0 0,-9 4-48 0 0,1-1 1 0 0,-1 1 0 0 0,-1-1-1 0 0,1-1 1 0 0,-1 1 0 0 0,0-1-1 0 0,0-1 1 0 0,-1 1 0 0 0,0-1-1 0 0,0 0 1 0 0,-1 0 0 0 0,0-1-1 0 0,0 0 1 0 0,-1 1 0 0 0,-1-2-1 0 0,6-16 1 0 0,-7 14 67 0 0,-1-1 1 0 0,0 1-1 0 0,-1 0 0 0 0,0 0 1 0 0,0-1-1 0 0,-2 1 0 0 0,0 0 1 0 0,0 0-1 0 0,-1 0 0 0 0,0 0 1 0 0,-1 0-1 0 0,0 1 0 0 0,-1 0 1 0 0,-1 0-1 0 0,0 0 0 0 0,0 0 1 0 0,-11-13-1 0 0,14 21 7 0 0,0 0 0 0 0,0 0 0 0 0,0 0 1 0 0,0 0-1 0 0,-1 1 0 0 0,1 0 0 0 0,-1-1 0 0 0,0 1 1 0 0,1 0-1 0 0,-7-2 0 0 0,8 4-26 0 0,0 0 1 0 0,0 0-1 0 0,0 0 1 0 0,0 0-1 0 0,0 0 0 0 0,1 0 1 0 0,-1 0-1 0 0,0 1 1 0 0,0-1-1 0 0,0 1 0 0 0,0-1 1 0 0,1 1-1 0 0,-1 0 1 0 0,0-1-1 0 0,1 1 0 0 0,-1 0 1 0 0,0 0-1 0 0,1 0 1 0 0,-1 1-1 0 0,1-1 0 0 0,0 0 1 0 0,-1 0-1 0 0,1 1 1 0 0,-1 1-1 0 0,-27 37 57 0 0,17-16-6 0 0,2 1 0 0 0,0 0 0 0 0,2 0 0 0 0,0 1-1 0 0,2 0 1 0 0,-3 27 0 0 0,-8 165 121 0 0,14-147-223 0 0,-27 339-4929 0 0,27-392 4633 0 0,3-16-85 0 0,-1 0 0 0 0,1-1-1 0 0,-1 1 1 0 0,1-1-1 0 0,-1 0 1 0 0,0 1-1 0 0,0-1 1 0 0,0 1-1 0 0,1-1 1 0 0,-1 0-1 0 0,0 0 1 0 0,-1 1-1 0 0,1-1 1 0 0,0 0-1 0 0,-1 1 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0.3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24 169 3896 0 0,'-2'-3'1310'0'0,"-19"-32"3593"0"0,22 31-4610 0 0,6-13-65 0 0,-6 16-215 0 0,-1 0 1 0 0,1 0-1 0 0,-1 0 1 0 0,1 1-1 0 0,0-1 1 0 0,0 0-1 0 0,-1 1 1 0 0,1-1-1 0 0,0 0 1 0 0,0 1-1 0 0,0-1 1 0 0,-1 1 0 0 0,1-1-1 0 0,0 1 1 0 0,0 0-1 0 0,0-1 1 0 0,0 1-1 0 0,0 0 1 0 0,0 0-1 0 0,0 0 1 0 0,0-1-1 0 0,0 1 1 0 0,1 0-1 0 0,21-6 53 0 0,0 1 0 0 0,0 1 0 0 0,0 1 0 0 0,1 1 0 0 0,32 1-1 0 0,4-1-8 0 0,-29 0-3 0 0,42-1-803 0 0,-1-4 0 0 0,127-27 0 0 0,-195 33 734 0 0,0 0 1 0 0,0-1 0 0 0,-1 1-1 0 0,1-1 1 0 0,0 0 0 0 0,0 0-1 0 0,-1 0 1 0 0,4-3-1 0 0,-6 4 15 0 0,1-1 812 0 0,-24-4-315 0 0,18 7-313 0 0,-6 3-106 0 0,0 0 1 0 0,1 0-1 0 0,-1 1 0 0 0,1 0 1 0 0,1 0-1 0 0,-1 1 1 0 0,1 1-1 0 0,0-1 1 0 0,0 1-1 0 0,1 0 1 0 0,0 1-1 0 0,0 0 1 0 0,1 0-1 0 0,0 1 1 0 0,-9 15-1 0 0,-15 46 395 0 0,30-66-403 0 0,0 1-15 0 0,0 14-19 0 0,0-15-3 0 0,1 0-2 0 0,7 12-13 0 0,-6-12 1 0 0,-1-4-18 0 0,-1 0-1 0 0,0-1 1 0 0,1 1 0 0 0,-1 0-1 0 0,0 0 1 0 0,1 0-1 0 0,-1 0 1 0 0,1 1-1 0 0,-1-1 1 0 0,0 0-1 0 0,1 0 1 0 0,-1 0-1 0 0,0 0 1 0 0,1 0-1 0 0,-1 0 1 0 0,0 1-1 0 0,1-1 1 0 0,-1 0-1 0 0,0 0 1 0 0,1 0-1 0 0,-1 1 1 0 0,0-1-1 0 0,0 0 1 0 0,1 0-1 0 0,-1 1 1 0 0,0-1-1 0 0,0 0 1 0 0,1 1-1 0 0,-1-1 1 0 0,1 1 2 0 0,-1 0 0 0 0,1 0 1 0 0,-1-1-1 0 0,1 1 0 0 0,-1 0 0 0 0,1-1 1 0 0,0 1-1 0 0,0-1 0 0 0,-1 1 0 0 0,1-1 1 0 0,0 1-1 0 0,0-1 0 0 0,0 0 1 0 0,-1 1-1 0 0,1-1 0 0 0,0 0 0 0 0,0 1 1 0 0,0-1-1 0 0,0 0 0 0 0,1 0 0 0 0,4 1 33 0 0,1-1-1 0 0,-1 1 1 0 0,0-1 0 0 0,1-1-1 0 0,-1 1 1 0 0,0-1-1 0 0,1 0 1 0 0,-1-1-1 0 0,0 1 1 0 0,0-1-1 0 0,8-4 1 0 0,-6 2 100 0 0,0-1 1 0 0,0 0 0 0 0,-1-1 0 0 0,0 0 0 0 0,0 0 0 0 0,0 0 0 0 0,-1-1 0 0 0,1 0-1 0 0,6-11 1 0 0,13-39 127 0 0,-25 51-251 0 0,1 1-1 0 0,0-1 0 0 0,-1 0 0 0 0,0 0 1 0 0,-1 0-1 0 0,1 0 0 0 0,-1 0 0 0 0,0 0 0 0 0,0 0 1 0 0,-1 0-1 0 0,0 0 0 0 0,0 1 0 0 0,0-1 1 0 0,-1 0-1 0 0,0 0 0 0 0,-4-7 0 0 0,5 10-52 0 0,-3 1 62 0 0,2 1-80 0 0,-1 0-1 0 0,1-1 0 0 0,0 1 0 0 0,-1 0 0 0 0,1 1 0 0 0,-1-1 1 0 0,1 0-1 0 0,-1 1 0 0 0,1 0 0 0 0,-1-1 0 0 0,1 1 1 0 0,-1 0-1 0 0,1 0 0 0 0,-1 0 0 0 0,0 1 0 0 0,1-1 0 0 0,-1 1 1 0 0,1-1-1 0 0,-1 1 0 0 0,1 0 0 0 0,0 0 0 0 0,-4 1 1 0 0,-49 36-1656 0 0,45-31 403 0 0,1 1 0 0 0,0 0 1 0 0,-15 18-1 0 0,22-23-1111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1.1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90 3692 0 0,'14'-13'1580'0'0,"-12"10"-234"0"0,1 0-251 0 0,9-10 4062 0 0,-13 16-4837 0 0,-49 166 961 0 0,37-90-1407 0 0,13-74-150 0 0,0 0 18 0 0,11 35-1088 0 0,-9-37 1003 0 0,0-3-258 0 0,-1 1 549 0 0,0 0-1 0 0,1-1 0 0 0,-1 1 0 0 0,1-1 0 0 0,-1 0 0 0 0,0 0 1 0 0,1 1-1 0 0,-1-1 0 0 0,1 0 0 0 0,-1 0 0 0 0,1 0 0 0 0,-1 0 1 0 0,0-1-1 0 0,3 1 0 0 0,6-7-123 0 0,1 0 1 0 0,-2 0-1 0 0,1-1 1 0 0,-1 0-1 0 0,0-1 1 0 0,0 0-1 0 0,-1-1 0 0 0,12-18 1 0 0,54-99-141 0 0,-50 82 540 0 0,17-35 976 0 0,-40 77-510 0 0,-1-1-537 0 0,0 4-140 0 0,0-1 0 0 0,0 1 0 0 0,0-1 0 0 0,0 1 0 0 0,1 0 0 0 0,-1-1-1 0 0,0 1 1 0 0,0 0 0 0 0,0-1 0 0 0,0 1 0 0 0,0-1 0 0 0,-1 1 0 0 0,1 0-1 0 0,0-1 1 0 0,0 1 0 0 0,0-1 0 0 0,0 1 0 0 0,0 0 0 0 0,0-1 0 0 0,-1 1-1 0 0,1 0 1 0 0,0-1 0 0 0,0 1 0 0 0,-1 0 0 0 0,1-1 0 0 0,0 1 0 0 0,0 0-1 0 0,-1 0 1 0 0,1-1 0 0 0,0 1 0 0 0,-1 0 0 0 0,1 0 0 0 0,0 0 0 0 0,-1-1-1 0 0,1 1 1 0 0,0 0 0 0 0,-1 0 0 0 0,1 0 0 0 0,0 0 0 0 0,-1 0 0 0 0,1 0-1 0 0,-1 0 1 0 0,1 0 0 0 0,-1 0 0 0 0,-14 17 411 0 0,-13 40-15 0 0,20-35-353 0 0,0 0 0 0 0,2 1-1 0 0,0 0 1 0 0,2 0 0 0 0,-4 38 0 0 0,6 5-150 0 0,2-62 17 0 0,0-1 1 0 0,0 1-1 0 0,1-1 1 0 0,-1 1 0 0 0,1 0-1 0 0,0-1 1 0 0,0 1 0 0 0,0-1-1 0 0,0 0 1 0 0,1 1 0 0 0,-1-1-1 0 0,1 0 1 0 0,0 0 0 0 0,0 0-1 0 0,0 0 1 0 0,0 0 0 0 0,1 0-1 0 0,-1-1 1 0 0,1 1 0 0 0,0-1-1 0 0,-1 0 1 0 0,1 0 0 0 0,0 0-1 0 0,0 0 1 0 0,5 2 0 0 0,-5-2-346 0 0,4-2-24 0 0,1-1 270 0 0,0 1 0 0 0,1-1 0 0 0,-1-1 0 0 0,0 1 0 0 0,0-1 0 0 0,1-1 1 0 0,-2 0-1 0 0,1 0 0 0 0,0 0 0 0 0,-1-1 0 0 0,10-6 0 0 0,-4 1 56 0 0,0-1-1 0 0,-1 0 0 0 0,-1-1 0 0 0,1 0 0 0 0,14-21 1 0 0,-12 12 611 0 0,22-42 1 0 0,-35 58-227 0 0,0 0 2 0 0,1-35 933 0 0,-3 36-618 0 0,-2 3-545 0 0,1 0 0 0 0,0 0 0 0 0,-1 1 0 0 0,1-1 0 0 0,0 1 0 0 0,-1-1 0 0 0,1 1 0 0 0,0 0 0 0 0,-1 0 0 0 0,1 0 0 0 0,0 1 0 0 0,0-1 0 0 0,0 0 0 0 0,0 1 0 0 0,0-1 0 0 0,1 1 0 0 0,-1 0 0 0 0,-3 3 0 0 0,-26 40 420 0 0,4 21-177 0 0,26-62-260 0 0,0 1 4 0 0,6 38 80 0 0,-4-39-106 0 0,16 9-84 0 0,-12-12 75 0 0,-1 1 0 0 0,0-1-1 0 0,1 0 1 0 0,-1 0 0 0 0,0-1-1 0 0,1 1 1 0 0,-1-1-1 0 0,1 0 1 0 0,-1 0 0 0 0,1 0-1 0 0,-1-1 1 0 0,1 1 0 0 0,-1-1-1 0 0,0 0 1 0 0,1-1 0 0 0,-1 1-1 0 0,0-1 1 0 0,7-3-1 0 0,-5 2 32 0 0,1 0-1 0 0,-1-1 0 0 0,0 0 1 0 0,0 0-1 0 0,0 0 0 0 0,0-1 0 0 0,-1 0 1 0 0,0 0-1 0 0,0 0 0 0 0,0-1 1 0 0,0 1-1 0 0,-1-1 0 0 0,0 0 0 0 0,4-10 1 0 0,-6 13-71 0 0,-1 1 0 0 0,0 0 0 0 0,0-1-1 0 0,0 0 1 0 0,0 1 0 0 0,-1-1 0 0 0,1 1 0 0 0,-1-1 0 0 0,1 0 0 0 0,-1 1 0 0 0,0-1 0 0 0,0 0 0 0 0,0 0 0 0 0,-1 1 0 0 0,1-1 0 0 0,0 0 0 0 0,-1 1-1 0 0,0-1 1 0 0,0 1 0 0 0,0-1 0 0 0,0 1 0 0 0,0-1 0 0 0,0 1 0 0 0,0 0 0 0 0,-4-4 0 0 0,2 2-524 0 0,-1 0 0 0 0,1 0 0 0 0,-1 1 0 0 0,0 0 1 0 0,0 0-1 0 0,-1 0 0 0 0,1 0 0 0 0,-1 0 0 0 0,1 1 0 0 0,-8-3 0 0 0,6 3-3669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2.1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53 4028 0 0,'0'0'1521'0'0,"1"-4"-269"0"0,3-18 4627 0 0,-4 23-5875 0 0,0-1 0 0 0,0 1-1 0 0,0-1 1 0 0,0 1 0 0 0,0-1 0 0 0,0 1 0 0 0,0-1 0 0 0,-1 1 0 0 0,1-1 0 0 0,0 1-1 0 0,0-1 1 0 0,0 1 0 0 0,0-1 0 0 0,-1 1 0 0 0,1-1 0 0 0,0 1 0 0 0,-1-1 0 0 0,1 1-1 0 0,0-1 1 0 0,-1 0 0 0 0,1 1 0 0 0,-1 0 0 0 0,0-1 5 0 0,1 1 0 0 0,-1 0 1 0 0,0-1-1 0 0,1 1 0 0 0,-1 0 0 0 0,1 0 0 0 0,-1 0 1 0 0,1-1-1 0 0,-1 1 0 0 0,1 0 0 0 0,0 0 0 0 0,-1 0 1 0 0,1 0-1 0 0,0 0 0 0 0,0 0 0 0 0,0 0 0 0 0,0 0 1 0 0,0 1-1 0 0,-8 91 390 0 0,7-89-363 0 0,1 0-10 0 0,1 1 0 0 0,-1 0 0 0 0,1 0 0 0 0,-1 0 0 0 0,2 0 0 0 0,-1 0 0 0 0,3 8 0 0 0,-2-10 64 0 0,1-1-52 0 0,9 6-7 0 0,-9-6-25 0 0,2-3-90 0 0,0 0 96 0 0,0 0 0 0 0,-1 0-1 0 0,1-1 1 0 0,0 0 0 0 0,-1 0 0 0 0,1 0-1 0 0,-1-1 1 0 0,0 1 0 0 0,0-1 0 0 0,0 0 0 0 0,0 0-1 0 0,0-1 1 0 0,-1 1 0 0 0,1-1 0 0 0,4-7 0 0 0,18-24-53 0 0,-5 7 176 0 0,-21 47-165 0 0,0-14 74 0 0,0 0-69 0 0,-2 14-12 0 0,1-14 11 0 0,1-1-3 0 0,-2 15-14 0 0,1-14 45 0 0,1 0 68 0 0,1 13-76 0 0,0-13-22 0 0,4 16-110 0 0,-4-20 133 0 0,-1 0 0 0 0,1 0 0 0 0,-1 0 0 0 0,1 0 0 0 0,-1 0 1 0 0,1 0-1 0 0,0 0 0 0 0,-1-1 0 0 0,1 1 0 0 0,0 0 0 0 0,0 0 1 0 0,0-1-1 0 0,-1 1 0 0 0,1-1 0 0 0,0 1 0 0 0,0-1 0 0 0,0 1 1 0 0,0-1-1 0 0,0 1 0 0 0,0-1 0 0 0,2 1 0 0 0,14 4-81 0 0,-13-4 27 0 0,-4-1 55 0 0,1-1 0 0 0,-1 1 0 0 0,1 0 0 0 0,-1-1 0 0 0,0 1 0 0 0,1 0 0 0 0,0 0 0 0 0,-1-1-1 0 0,1 1 1 0 0,-1 0 0 0 0,1 0 0 0 0,-1 0 0 0 0,1 0 0 0 0,-1 0 0 0 0,1 0 0 0 0,-1-1 0 0 0,1 1 0 0 0,0 1 0 0 0,-1-1-1 0 0,1 0 1 0 0,-1 0 0 0 0,1 0 0 0 0,0 0 0 0 0,19-1 150 0 0,-13-1-109 0 0,0 0-1 0 0,0 0 0 0 0,0 0 0 0 0,-1-1 1 0 0,1 0-1 0 0,-1-1 0 0 0,0 1 0 0 0,0-1 1 0 0,0 0-1 0 0,0-1 0 0 0,-1 1 0 0 0,0-1 1 0 0,1 0-1 0 0,-2-1 0 0 0,1 1 1 0 0,-1-1-1 0 0,0 0 0 0 0,0 0 0 0 0,5-12 1 0 0,4-14 161 0 0,-8 12-141 0 0,-4 19-53 0 0,0-1 0 0 0,-1 0 0 0 0,1 1 0 0 0,0-1 0 0 0,-1 0 0 0 0,0 1 0 0 0,1-1 0 0 0,-1 0 0 0 0,0 0 0 0 0,0 1 0 0 0,0-1 0 0 0,0 0 0 0 0,0-2 0 0 0,-4-11 7 0 0,4 12-21 0 0,-5-27-9 0 0,4 28-9 0 0,1 1 1 0 0,-1-1-1 0 0,1 0 0 0 0,-1 1 1 0 0,0-1-1 0 0,1 1 1 0 0,-1 0-1 0 0,0-1 0 0 0,0 1 1 0 0,0 0-1 0 0,0-1 1 0 0,0 1-1 0 0,0 0 1 0 0,0 0-1 0 0,-1 0 0 0 0,1 0 1 0 0,0 0-1 0 0,-1 0 1 0 0,-2-1-1 0 0,0 1-172 0 0,0 0 0 0 0,-1 0 1 0 0,1 1-1 0 0,0-1 0 0 0,-1 1 0 0 0,1 0 1 0 0,-1 0-1 0 0,1 1 0 0 0,0 0 1 0 0,-1-1-1 0 0,1 1 0 0 0,0 1 0 0 0,0-1 1 0 0,-8 4-1 0 0,-32 22-6242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2.4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4444 0 0,'0'0'8654'0'0,"2"3"-8259"0"0,-1 0-302 0 0,0 0-1 0 0,1 1 0 0 0,-1-1 1 0 0,0 0-1 0 0,-1 1 0 0 0,1-1 1 0 0,0 0-1 0 0,-1 1 0 0 0,0 5 1 0 0,0-5 20 0 0,-2 12-106 0 0,0 1-1 0 0,1-1 1 0 0,2 21-1 0 0,0-11-681 0 0,-1-22 223 0 0,-1 8-173 0 0,0-1-2845 0 0,8 4-997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2.8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145 47 3016 0 0,'0'-4'1164'0'0,"-15"-25"1851"0"0,13 26-2541 0 0,-21-3 910 0 0,7 7-1095 0 0,11-1-73 0 0,1 2-24 0 0,-50 30 360 0 0,51-29-484 0 0,3-3-65 0 0,0 0 0 0 0,0 1 0 0 0,0-1 0 0 0,0 0 1 0 0,0 1-1 0 0,0-1 0 0 0,0 1 0 0 0,-1-1 1 0 0,1 0-1 0 0,0 1 0 0 0,0-1 0 0 0,0 0 0 0 0,-1 0 1 0 0,1 1-1 0 0,0-1 0 0 0,0 0 0 0 0,-1 1 1 0 0,1-1-1 0 0,0 0 0 0 0,0 0 0 0 0,-1 0 0 0 0,1 1 1 0 0,0-1-1 0 0,-1 0 0 0 0,1 0 0 0 0,0 0 0 0 0,-1 0 1 0 0,0 1 2 0 0,0-1 0 0 0,0 1 0 0 0,0-1 0 0 0,0 1 0 0 0,0-1 0 0 0,1 1 0 0 0,-1 0 0 0 0,0-1 0 0 0,1 1 0 0 0,-1 0 1 0 0,0 0-1 0 0,1-1 0 0 0,-1 1 0 0 0,1 0 0 0 0,-2 1 0 0 0,2-1-3 0 0,-1-1 0 0 0,1 1 1 0 0,0 0-1 0 0,-1-1 0 0 0,1 1 0 0 0,0 0 0 0 0,-1-1 0 0 0,1 1 1 0 0,0 0-1 0 0,0-1 0 0 0,0 1 0 0 0,-1 0 0 0 0,1 0 1 0 0,0-1-1 0 0,0 1 0 0 0,0 0 0 0 0,0 0 0 0 0,0-1 1 0 0,0 1-1 0 0,1 0 0 0 0,-1 0 0 0 0,0-1 0 0 0,0 1 1 0 0,0 0-1 0 0,1 0 0 0 0,-1-1 0 0 0,0 1 0 0 0,1 0 0 0 0,-1-1 1 0 0,1 1-1 0 0,-1-1 0 0 0,1 1 0 0 0,-1 0 0 0 0,1-1 1 0 0,-1 1-1 0 0,1-1 0 0 0,-1 1 0 0 0,1-1 0 0 0,0 0 1 0 0,-1 1-1 0 0,1-1 0 0 0,0 0 0 0 0,-1 1 0 0 0,1-1 1 0 0,0 0-1 0 0,0 0 0 0 0,-1 0 0 0 0,1 1 0 0 0,0-1 0 0 0,0 0 1 0 0,-1 0-1 0 0,1 0 0 0 0,0 0 0 0 0,0 0 0 0 0,0-1 1 0 0,6 1 199 0 0,0 0 0 0 0,0 0 0 0 0,-1-1 0 0 0,1 0 0 0 0,-1-1 0 0 0,1 0 0 0 0,-1 0 0 0 0,9-3 0 0 0,-12 3 19 0 0,-1 0-1 0 0,1 0 1 0 0,0 0-1 0 0,-1-1 1 0 0,0 1 0 0 0,1-1-1 0 0,-1 1 1 0 0,0-1-1 0 0,0 0 1 0 0,0 0-1 0 0,1-3 1 0 0,-3 1-234 0 0,0 1 1 0 0,0-1-1 0 0,-1 1 0 0 0,1-1 0 0 0,-1 1 1 0 0,-2-7-1 0 0,2 8-349 0 0,-3 3-1970 0 0,-13-2 1617 0 0,13 1-57 0 0,-21 26-3793 0 0,23-22 3557 0 0,1 0-1592 0 0,-1 15-154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3.2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2800 0 0,'0'0'1353'0'0,"4"1"-162"0"0,15 2-203 0 0,-15-2 567 0 0,14 7-246 0 0,-14-6-706 0 0,-2 0-409 0 0,0 1 1 0 0,-1-1-1 0 0,1 1 1 0 0,-1-1-1 0 0,0 1 1 0 0,1-1-1 0 0,-1 1 1 0 0,-1 0-1 0 0,1 0 1 0 0,0 0-1 0 0,0 3 0 0 0,0-2 141 0 0,-1 1-53 0 0,-12 80 1270 0 0,11-82-1440 0 0,0 1 6 0 0,-2 3-164 0 0,-5 17 1270 0 0,8-24-1211 0 0,0 0 1 0 0,0-1-1 0 0,0 1 0 0 0,0 0 1 0 0,0 0-1 0 0,0 0 1 0 0,0 0-1 0 0,0 0 0 0 0,0 0 1 0 0,0 0-1 0 0,0 0 1 0 0,0 1-1 0 0,0-1 0 0 0,0 0 1 0 0,0 0-1 0 0,1 0 1 0 0,-1 0-1 0 0,0 0 0 0 0,0 0 1 0 0,0 0-1 0 0,0 0 0 0 0,0 0 1 0 0,0 0-1 0 0,0 0 1 0 0,0 0-1 0 0,0 0 0 0 0,0 0 1 0 0,0 0-1 0 0,0 0 1 0 0,0 0-1 0 0,0 0 0 0 0,0 0 1 0 0,0 0-1 0 0,0 0 1 0 0,0 0-1 0 0,0 0 0 0 0,0 0 1 0 0,0 0-1 0 0,0 0 1 0 0,0 1-1 0 0,10-17-24 0 0,1-4 41 0 0,2 2 0 0 0,0-1 0 0 0,30-31 1 0 0,-36 44-33 0 0,0 1 0 0 0,0 0 1 0 0,1 0-1 0 0,-1 1 0 0 0,1 0 1 0 0,0 1-1 0 0,0-1 0 0 0,1 2 1 0 0,-1-1-1 0 0,15-2 0 0 0,-19 5 10 0 0,2 0 55 0 0,-6 0-64 0 0,3 0 13 0 0,-1 0 0 0 0,1 0 0 0 0,-1 0 0 0 0,1 0 0 0 0,-1 1 0 0 0,1-1 0 0 0,-1 1 0 0 0,0-1 0 0 0,1 1 0 0 0,-1 0 0 0 0,0 0 0 0 0,1 0 0 0 0,-1 0 0 0 0,0 0 0 0 0,0 1 0 0 0,0-1 0 0 0,0 1 1 0 0,0-1-1 0 0,0 1 0 0 0,-1 0 0 0 0,1 0 0 0 0,0 0 0 0 0,-1 0 0 0 0,0 0 0 0 0,1 0 0 0 0,-1 0 0 0 0,0 0 0 0 0,0 0 0 0 0,0 1 0 0 0,0-1 0 0 0,0 0 0 0 0,-1 1 0 0 0,1-1 0 0 0,-1 1 0 0 0,1 3 0 0 0,-4 19-423 0 0,-1 1 0 0 0,-7 26 0 0 0,10-48-128 0 0,0 0-148 0 0,-1 13-2 0 0,2-12-58 0 0,0-5 713 0 0,0 0 1 0 0,0 0 0 0 0,1 0 0 0 0,-1 0-1 0 0,0 0 1 0 0,0 0 0 0 0,1 0 0 0 0,-1 0-1 0 0,0 0 1 0 0,0 0 0 0 0,1 0 0 0 0,-1 0 0 0 0,0 1-1 0 0,0-1 1 0 0,0 0 0 0 0,1 0 0 0 0,-1 0-1 0 0,0 0 1 0 0,0 1 0 0 0,0-1 0 0 0,0 0-1 0 0,1 0 1 0 0,-1 0 0 0 0,0 1 0 0 0,0-1-1 0 0,0 0 1 0 0,0 0 0 0 0,0 0 0 0 0,0 1 0 0 0,0-1-1 0 0,0 0 1 0 0,0 0 0 0 0,0 1 0 0 0,0-1-1 0 0,1 1-71 0 0,-1 0 0 0 0,0-1 0 0 0,0 1 0 0 0,0-1 0 0 0,1 1 0 0 0,-1 0-1 0 0,0-1 1 0 0,1 1 0 0 0,-1-1 0 0 0,0 1 0 0 0,1-1 0 0 0,-1 1 0 0 0,1-1 0 0 0,-1 1-1 0 0,1-1 1 0 0,-1 1 0 0 0,1-1 0 0 0,-1 0 0 0 0,1 1 0 0 0,-1-1 0 0 0,1 0-1 0 0,0 1 1 0 0,-1-1 0 0 0,1 0 0 0 0,-1 0 0 0 0,2 0 0 0 0,44 5-4871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3.8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77 2848 0 0,'7'-7'1344'0'0,"0"-1"-1"0"0,-1 1 0 0 0,0-1 1 0 0,8-13-1 0 0,-13 17-89 0 0,-1 4-1234 0 0,-1 0 0 0 0,1 0-1 0 0,0 0 1 0 0,0 0 0 0 0,-1 0 0 0 0,1 0 0 0 0,0 0 0 0 0,0 0 0 0 0,0-1-1 0 0,-1 1 1 0 0,1 0 0 0 0,0 0 0 0 0,0 0 0 0 0,0 0 0 0 0,-1-1-1 0 0,1 1 1 0 0,0 0 0 0 0,0 0 0 0 0,0-1 0 0 0,0 1 0 0 0,-1 0-1 0 0,1 0 1 0 0,0 0 0 0 0,0-1 0 0 0,0 1 0 0 0,0 0 0 0 0,0 0-1 0 0,0-1 1 0 0,0 1 0 0 0,0 0 0 0 0,0-1 0 0 0,0 1 0 0 0,0 0-1 0 0,0-1 1 0 0,0 1 15 0 0,0-1-1 0 0,0 1 1 0 0,0-1 0 0 0,0 0-1 0 0,-1 1 1 0 0,1-1 0 0 0,0 1-1 0 0,0-1 1 0 0,0 1-1 0 0,-1-1 1 0 0,1 1 0 0 0,0-1-1 0 0,0 1 1 0 0,-1-1 0 0 0,1 1-1 0 0,-1-1 1 0 0,1 1-1 0 0,0 0 1 0 0,-1-1 0 0 0,1 1-1 0 0,-1-1 1 0 0,1 1-1 0 0,-1 0 1 0 0,1 0 0 0 0,-1-1-1 0 0,1 1 1 0 0,-1 0 0 0 0,1 0-1 0 0,-2-1 1 0 0,-3 1 57 0 0,-1-1-1 0 0,0 1 1 0 0,0 0 0 0 0,1 0-1 0 0,-1 1 1 0 0,0 0 0 0 0,1 0 0 0 0,-1 0-1 0 0,0 1 1 0 0,1-1 0 0 0,0 1-1 0 0,-1 1 1 0 0,1-1 0 0 0,0 1 0 0 0,0 0-1 0 0,0 0 1 0 0,1 0 0 0 0,-1 1-1 0 0,1-1 1 0 0,-7 8 0 0 0,-5 5-25 0 0,1 1 0 0 0,1 1 0 0 0,-20 32 1 0 0,23-28-70 0 0,10-19 15 0 0,-2 20-130 0 0,5-20 1 0 0,5 7-47 0 0,-6-8 0 0 0,3-1 1 0 0,3-1 133 0 0,-1 1 0 0 0,1-1 0 0 0,0-1-1 0 0,0 1 1 0 0,-1-1 0 0 0,1-1 0 0 0,0 1 0 0 0,-1-1 0 0 0,1 0-1 0 0,-1 0 1 0 0,0-1 0 0 0,1 0 0 0 0,-1 0 0 0 0,-1 0-1 0 0,8-6 1 0 0,2-2 402 0 0,-1 0 0 0 0,0 0 0 0 0,-1-2 0 0 0,-1 0 0 0 0,15-18 0 0 0,-8 6 323 0 0,-17 23 200 0 0,-2 7-787 0 0,-3 91 7 0 0,4-1 1 0 0,20 139-1 0 0,2 116-433 0 0,-23-349 311 0 0,1 11-84 0 0,-1 1 0 0 0,-1-1-1 0 0,0 0 1 0 0,-1 1 0 0 0,0-1 0 0 0,0 0 0 0 0,-1 0 0 0 0,-9 20 0 0 0,11-30 88 0 0,0-1 1 0 0,1 0 0 0 0,-1 0 0 0 0,0 0 0 0 0,0 0 0 0 0,0 0 0 0 0,0 0 0 0 0,0 0 0 0 0,0 0 0 0 0,-1 0 0 0 0,1-1 0 0 0,0 1-1 0 0,0 0 1 0 0,0-1 0 0 0,-1 1 0 0 0,1-1 0 0 0,0 1 0 0 0,-1-1 0 0 0,1 0 0 0 0,-1 0 0 0 0,1 1 0 0 0,0-1 0 0 0,-1 0-1 0 0,1 0 1 0 0,-1 0 0 0 0,-1-1 0 0 0,-33-9 165 0 0,19 1-97 0 0,1 0 1 0 0,0-2 0 0 0,1 1 0 0 0,0-2 0 0 0,1 0 0 0 0,1 0 0 0 0,-1-2 0 0 0,-17-23 0 0 0,22 26-47 0 0,2 0 0 0 0,-1 0 0 0 0,1-1 0 0 0,1 1 0 0 0,0-2 0 0 0,1 1 0 0 0,0-1 0 0 0,1 0 0 0 0,0 0 0 0 0,1 0 0 0 0,0 0 0 0 0,0-23 0 0 0,3 25-131 0 0,2-1 1 0 0,0 1-1 0 0,0 0 1 0 0,1-1-1 0 0,0 1 1 0 0,1 0-1 0 0,0 0 1 0 0,1 1-1 0 0,0 0 1 0 0,1-1 0 0 0,0 2-1 0 0,1-1 1 0 0,0 1-1 0 0,0 0 1 0 0,1 0-1 0 0,0 1 1 0 0,13-11-1 0 0,16-11-1483 0 0,1 2-1 0 0,78-43 1 0 0,-103 63 1110 0 0,62-33-4542 0 0,-37 23-418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5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69 2864 0 0,'0'0'1631'0'0,"1"-4"-187"0"0,26-49 3931 0 0,-25 51-4627 0 0,20-8 200 0 0,-18 12-784 0 0,2 1-121 0 0,-5-3-27 0 0,1 0-1 0 0,-1 1 1 0 0,0-1 0 0 0,0 1-1 0 0,1 0 1 0 0,-1-1-1 0 0,0 1 1 0 0,0 0-1 0 0,0 0 1 0 0,1 0 0 0 0,-1 0-1 0 0,0 0 1 0 0,0 0-1 0 0,-1 0 1 0 0,1 0-1 0 0,1 2 1 0 0,0 2 8 0 0,0 1 1 0 0,0-1-1 0 0,0 1 1 0 0,-1 0-1 0 0,0-1 1 0 0,0 1-1 0 0,-1 0 0 0 0,0 10 1 0 0,0 1-25 0 0,-1 0-1 0 0,-1 0 1 0 0,-1 0-1 0 0,-1 0 1 0 0,0-1-1 0 0,-1 0 1 0 0,-7 17 0 0 0,11-29-14 0 0,0-2 19 0 0,0 1 0 0 0,0-1 0 0 0,-1 1 0 0 0,1-1 0 0 0,0 1 0 0 0,-1-1 0 0 0,1 0 0 0 0,-1 0 1 0 0,0 0-1 0 0,0 0 0 0 0,0 0 0 0 0,0 0 0 0 0,0 0 0 0 0,-3 1 0 0 0,5-7 4 0 0,0-7-19 0 0,1 1-1 0 0,1-1 1 0 0,-1 1 0 0 0,2 0 0 0 0,-1-1-1 0 0,2 1 1 0 0,-1 0 0 0 0,1 1 0 0 0,1-1-1 0 0,7-12 1 0 0,-7 13 11 0 0,1 0 0 0 0,-1 0-1 0 0,2 0 1 0 0,-1 1 0 0 0,1 0 0 0 0,0 1-1 0 0,1 0 1 0 0,0 0 0 0 0,0 0-1 0 0,0 1 1 0 0,1 0 0 0 0,0 1-1 0 0,0 0 1 0 0,18-7 0 0 0,-22 10 26 0 0,0 2-9 0 0,38 4 8 0 0,-40-1-23 0 0,0-2 0 0 0,-2 0 1 0 0,1 0 0 0 0,0 0-1 0 0,0 1 1 0 0,0-1-1 0 0,0 1 1 0 0,-1-1-1 0 0,1 1 1 0 0,-1-1-1 0 0,1 1 1 0 0,-1 0-1 0 0,0 0 1 0 0,1 0-1 0 0,-1 0 1 0 0,0 0-1 0 0,1 4 1 0 0,1 0-26 0 0,-1 1 0 0 0,0-1 0 0 0,-1 1 0 0 0,1 0 0 0 0,-1 7 1 0 0,1 24-425 0 0,-6 53 0 0 0,3-76 9 0 0,1-11 17 0 0,0 0-36 0 0,1 15-249 0 0,-1-19 525 0 0,0 1 1 0 0,0 0-1 0 0,0-1 1 0 0,0 1-1 0 0,0 0 1 0 0,0-1-1 0 0,1 1 1 0 0,-1 0 0 0 0,0-1-1 0 0,0 1 1 0 0,1 0-1 0 0,-1-1 1 0 0,0 1-1 0 0,0-1 1 0 0,1 1 0 0 0,-1 0-1 0 0,1-1 1 0 0,-1 1-1 0 0,1-1 1 0 0,-1 1-1 0 0,1-1 1 0 0,-1 1-1 0 0,1-1 1 0 0,-1 0 0 0 0,1 1-1 0 0,0-1 1 0 0,-1 0-1 0 0,1 1 1 0 0,-1-1-1 0 0,1 0 1 0 0,0 0 0 0 0,-1 0-1 0 0,1 1 1 0 0,0-1-1 0 0,-1 0 1 0 0,1 0-1 0 0,0 0 1 0 0,-1 0-1 0 0,2 0 1 0 0,23-7-3364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5.4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36 2788 0 0,'8'-10'1511'0'0,"10"-15"4693"0"0,-23 26-6081 0 0,-13 1-31 0 0,17-1-87 0 0,0-1 0 0 0,0 0 1 0 0,1 1-1 0 0,-1-1 0 0 0,0 0 0 0 0,0 1 0 0 0,0-1 0 0 0,1 1 0 0 0,-1 0 0 0 0,0-1 0 0 0,0 1 0 0 0,1-1 0 0 0,-1 1 0 0 0,1 0 1 0 0,-1 0-1 0 0,1-1 0 0 0,-1 1 0 0 0,1 0 0 0 0,-1 0 0 0 0,1 0 0 0 0,-1 0 0 0 0,1-1 0 0 0,-1 3 0 0 0,-7 8-9 0 0,1 1 0 0 0,0 0 0 0 0,0 0 0 0 0,1 1 0 0 0,1 0 0 0 0,0 0 0 0 0,-6 27 0 0 0,10-36-16 0 0,1 18-112 0 0,0-18 106 0 0,2-1 6 0 0,-1-1-18 0 0,1 1 0 0 0,0-1 0 0 0,-1 0 0 0 0,1 0 0 0 0,0 0 0 0 0,0 0 0 0 0,0 0 0 0 0,1 0 0 0 0,-1 0 0 0 0,3 1 0 0 0,-2-1-204 0 0,1-2 218 0 0,2 0 44 0 0,-1 0 1 0 0,1 0 0 0 0,-1-1-1 0 0,0 1 1 0 0,1-1 0 0 0,-1 0 0 0 0,0-1-1 0 0,0 1 1 0 0,0-1 0 0 0,10-5 0 0 0,-10 4 61 0 0,1-1 1 0 0,-1 1 0 0 0,-1-1 0 0 0,1 0 0 0 0,0-1 0 0 0,-1 1 0 0 0,0-1 0 0 0,0 0-1 0 0,0 0 1 0 0,-1 0 0 0 0,0 0 0 0 0,0-1 0 0 0,0 1 0 0 0,-1-1 0 0 0,1 0 0 0 0,1-7-1 0 0,-3 9 37 0 0,-1-1-138 0 0,-1-14 119 0 0,0 15 24 0 0,0-1-32 0 0,-19-28 62 0 0,18 31-188 0 0,-2 0-75 0 0,-14-6-78 0 0,14 6-113 0 0,4 2 290 0 0,-1 0-1 0 0,1 0 1 0 0,-1 0 0 0 0,1 0 0 0 0,0 1 0 0 0,-1-1 0 0 0,1 0-1 0 0,0 0 1 0 0,-1 0 0 0 0,1 0 0 0 0,-1 0 0 0 0,1 0 0 0 0,0 0 0 0 0,-1 0-1 0 0,1 0 1 0 0,0 0 0 0 0,-1 0 0 0 0,1-1 0 0 0,-1 1 0 0 0,1 0-1 0 0,0 0 1 0 0,-1 0 0 0 0,1 0 0 0 0,0-1 0 0 0,-1 1 0 0 0,0 0 0 0 0,1-1-108 0 0,-1 0 0 0 0,0 1 0 0 0,0 0 0 0 0,0-1 0 0 0,0 1 0 0 0,0-1 0 0 0,0 1 0 0 0,0 0 0 0 0,1 0 0 0 0,-1 0 0 0 0,0-1 0 0 0,0 1 1 0 0,0 0-1 0 0,0 0 0 0 0,0 0 0 0 0,-1 1 0 0 0,-3-1-274 0 0,-2 0 217 0 0,-4 3-5198 0 0,-5 3 2130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6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47 3384 0 0,'79'-3'6068'0'0,"-75"3"-5674"0"0,19 7 483 0 0,-3 8-316 0 0,-11-3-513 0 0,-7-9-132 0 0,-1 1 152 0 0,8 33 250 0 0,-9-33-284 0 0,-1 1-39 0 0,-17 51 270 0 0,17-53-164 0 0,-1 0 40 0 0,-3 5-430 0 0,-5 6 2185 0 0,9-13-1874 0 0,1-1 1 0 0,0 0-1 0 0,-1 0 1 0 0,1 0-1 0 0,0 0 1 0 0,-1 0 0 0 0,1 0-1 0 0,0 0 1 0 0,0 0-1 0 0,-1 0 1 0 0,1 0-1 0 0,0 0 1 0 0,-1 0 0 0 0,1 0-1 0 0,0 0 1 0 0,-1-1-1 0 0,1 1 1 0 0,0 0-1 0 0,0 0 1 0 0,-1 0 0 0 0,1 0-1 0 0,0 0 1 0 0,0-1-1 0 0,-1 1 1 0 0,1 0-1 0 0,0 0 1 0 0,0 0 0 0 0,-1-1-1 0 0,1 1 1 0 0,0 0-1 0 0,0 0 1 0 0,0-1 0 0 0,0 1-1 0 0,-1 0 1 0 0,1-1-1 0 0,0 1 1 0 0,0 0-1 0 0,0 0 1 0 0,0-1 0 0 0,0 1-1 0 0,0 0 1 0 0,0-1-1 0 0,0 1 1 0 0,0 0-1 0 0,0-1 1 0 0,0 1 0 0 0,0 0-1 0 0,0-1 1 0 0,0-1-3 0 0,1 0 0 0 0,0 0 1 0 0,-1 0-1 0 0,1 0 1 0 0,0 1-1 0 0,0-1 0 0 0,0 0 1 0 0,0 0-1 0 0,0 1 1 0 0,0-1-1 0 0,0 0 0 0 0,0 1 1 0 0,3-3-1 0 0,20-21 69 0 0,-22 23-94 0 0,10-11-337 0 0,1 1 1 0 0,14-10-1 0 0,3-3-1423 0 0,-27 22 1152 0 0,6-3-225 0 0,2-3-2162 0 0,9-2-1529 0 0,14-3 5911 0 0,-1 0 2374 0 0,-30 12-2045 0 0,2 3-1527 0 0,18 3 91 0 0,-21-2-222 0 0,0 0-1 0 0,0 1 1 0 0,-1 0-1 0 0,1-1 0 0 0,-1 1 1 0 0,1 0-1 0 0,-1 0 1 0 0,0 0-1 0 0,1 6 0 0 0,-1-6 49 0 0,0 2-38 0 0,2 12-9 0 0,-2-13-4 0 0,-1 1-9 0 0,1 13 5 0 0,-1-13 2 0 0,-2 14 37 0 0,1-15 24 0 0,-2 16 22 0 0,2-16 251 0 0,-4 13 470 0 0,8-28-835 0 0,1 0 0 0 0,1 1 0 0 0,-1-1 0 0 0,2 1 0 0 0,-1 0 0 0 0,1 1 0 0 0,1-1 0 0 0,0 1 0 0 0,0 1 0 0 0,1-1 0 0 0,0 1 0 0 0,0 0 0 0 0,1 1 0 0 0,15-10 0 0 0,-21 15-19 0 0,1 0 1 0 0,13-4 49 0 0,-13 4 107 0 0,0 2-194 0 0,-2 0 36 0 0,1 1 1 0 0,-1-1-1 0 0,0 0 1 0 0,1 1-1 0 0,-1 0 1 0 0,0-1-1 0 0,0 1 1 0 0,0 0-1 0 0,0 0 1 0 0,0 0-1 0 0,0 0 1 0 0,0 1-1 0 0,0-1 0 0 0,2 2 1 0 0,-2-1 20 0 0,0 3-29 0 0,4 12-28 0 0,-5-13 2 0 0,-1 2 10 0 0,-2 9-22 0 0,0 0 0 0 0,-1 0 0 0 0,0 0-1 0 0,-1-1 1 0 0,-9 21 0 0 0,8-23 6 0 0,4-9 14 0 0,-1 0 13 0 0,-4 8 12 0 0,5-9 22 0 0,3-4 101 0 0,15-15-117 0 0,22-30 0 0 0,-28 32 37 0 0,0 1 0 0 0,2 0-1 0 0,0 1 1 0 0,0 0 0 0 0,24-17 0 0 0,-31 25 17 0 0,0 1-19 0 0,-1-1 0 0 0,1 1 0 0 0,0 0 0 0 0,0 1 0 0 0,0-1 0 0 0,1 1 0 0 0,-1 1 0 0 0,1-1 0 0 0,0 1 0 0 0,10-2 0 0 0,-16 4-33 0 0,1 0 0 0 0,-1 1 0 0 0,0-1 0 0 0,0 1 0 0 0,0-1 0 0 0,0 1 0 0 0,0-1-1 0 0,-1 1 1 0 0,1 0 0 0 0,0-1 0 0 0,0 1 0 0 0,0 0 0 0 0,-1 0 0 0 0,1 0 0 0 0,0 0 0 0 0,0-1 0 0 0,-1 1 0 0 0,1 0 0 0 0,-1 0 0 0 0,1 2 0 0 0,0 4-12 0 0,0 0 0 0 0,-1 1 0 0 0,1-1 0 0 0,-2 0 0 0 0,1 0 0 0 0,-1 0 0 0 0,0 0 0 0 0,-4 11 0 0 0,-1 12-332 0 0,3 12-668 0 0,2-38 545 0 0,3 1-125 0 0,-1-2 193 0 0,0 0 0 0 0,0-1 0 0 0,1 1-1 0 0,-1 0 1 0 0,1-1 0 0 0,0 1 0 0 0,-1-1 0 0 0,1 0 0 0 0,1 1 0 0 0,-1-1 0 0 0,0 0 0 0 0,0 0 0 0 0,1 0 0 0 0,-1-1 0 0 0,1 1 0 0 0,-1-1-1 0 0,6 3 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7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183 286 3544 0 0,'0'0'1330'0'0,"1"-4"-195"0"0,-1 2-977 0 0,0 0 1 0 0,0 0-1 0 0,0-1 0 0 0,0 1 0 0 0,0 0 0 0 0,-1 0 0 0 0,1 0 1 0 0,-1 0-1 0 0,1 0 0 0 0,-1 0 0 0 0,0 0 0 0 0,0 0 0 0 0,0 0 1 0 0,0 0-1 0 0,0 0 0 0 0,0 0 0 0 0,0 0 0 0 0,-1 1 1 0 0,1-1-1 0 0,-1 1 0 0 0,1-1 0 0 0,-1 1 0 0 0,0-1 0 0 0,-2-1 1 0 0,1 2 213 0 0,-2 1-206 0 0,0 0-122 0 0,0 0 0 0 0,0 1 0 0 0,1 0-1 0 0,-1 0 1 0 0,0 0 0 0 0,1 0-1 0 0,-1 1 1 0 0,1 0 0 0 0,-1 0 0 0 0,1 0-1 0 0,0 0 1 0 0,0 1 0 0 0,0-1 0 0 0,-7 7-1 0 0,6-3-17 0 0,-31 35 104 0 0,16-11-187 0 0,17-25 38 0 0,-2 9-101 0 0,-4 23-582 0 0,9-33 507 0 0,4 2-58 0 0,-4-5 239 0 0,0-1 0 0 0,0 1 0 0 0,0-1 0 0 0,0 1 0 0 0,0-1 0 0 0,1 1 0 0 0,-1-1 0 0 0,0 1 0 0 0,0-1 0 0 0,0 1 0 0 0,1-1 0 0 0,-1 1 0 0 0,0-1 0 0 0,1 1 0 0 0,-1-1 0 0 0,0 1 0 0 0,1-1 0 0 0,-1 0 0 0 0,1 1 0 0 0,-1-1 0 0 0,1 0 0 0 0,-1 1 0 0 0,0-1 0 0 0,2 1 0 0 0,2 0 21 0 0,0 0 1 0 0,0 0 0 0 0,1-1-1 0 0,-1 1 1 0 0,0-1-1 0 0,0 0 1 0 0,0 0 0 0 0,1 0-1 0 0,-1-1 1 0 0,0 0 0 0 0,0 1-1 0 0,0-2 1 0 0,0 1 0 0 0,0 0-1 0 0,0-1 1 0 0,0 1 0 0 0,0-1-1 0 0,0 0 1 0 0,6-5 0 0 0,1-2 243 0 0,-1 1 1 0 0,1-1-1 0 0,-2-1 1 0 0,1 1-1 0 0,9-15 1 0 0,-17 22-34 0 0,-2 2-206 0 0,0 1 0 0 0,0-1-1 0 0,0 0 1 0 0,0 1 0 0 0,0-1 0 0 0,1 1 0 0 0,-1-1 0 0 0,0 0 0 0 0,0 1 0 0 0,1-1 0 0 0,-1 1-1 0 0,0-1 1 0 0,0 0 0 0 0,1 1 0 0 0,-1-1 0 0 0,0 0 0 0 0,1 0 0 0 0,-1 1 0 0 0,0-1 0 0 0,1 0-1 0 0,-1 0 1 0 0,1 1 0 0 0,-1-1 0 0 0,0 0 0 0 0,1 0 0 0 0,-1 0 0 0 0,1 0 0 0 0,-1 0 0 0 0,1 0 0 0 0,-1 0-1 0 0,0 1 1 0 0,1-1 0 0 0,-1 0 0 0 0,1-1 0 0 0,-1 1 0 0 0,1 0 0 0 0,-1 0 0 0 0,1 0 0 0 0,-1 0-1 0 0,0 0 1 0 0,1 0 0 0 0,-1 0 0 0 0,1-1 0 0 0,-1 1 0 0 0,0 0 0 0 0,1 0 0 0 0,-1-1 0 0 0,0 1-1 0 0,1 0 1 0 0,-1 0 0 0 0,0-1 0 0 0,1 1 0 0 0,-1-1 0 0 0,0 1 0 0 0,1 0 0 0 0,-1-1 0 0 0,0 1 0 0 0,0 0-1 0 0,0-1 1 0 0,0 1 0 0 0,1-1 0 0 0,-1 1 0 0 0,0-1 0 0 0,0 1 0 0 0,0 0 0 0 0,0-1 0 0 0,0 0-1 0 0,2 4-13 0 0,-2 1-60 0 0,3 14 46 0 0,-2-14-2 0 0,1 0-46 0 0,6 14-36 0 0,-6-14-53 0 0,0-1-72 0 0,10 8-70 0 0,-9-9 92 0 0,1 0 6 0 0,11 4-15 0 0,-11-4 50 0 0,1-2 17 0 0,4-2 104 0 0,0 1 0 0 0,-1-1 0 0 0,1-1 0 0 0,-1 1 0 0 0,0-1 0 0 0,0-1 0 0 0,0 0-1 0 0,0 0 1 0 0,0 0 0 0 0,-1-1 0 0 0,0 0 0 0 0,0-1 0 0 0,0 1 0 0 0,-1-1 0 0 0,0-1 0 0 0,0 1 0 0 0,0-1-1 0 0,-1 0 1 0 0,6-10 0 0 0,0-3 357 0 0,-1-1 0 0 0,-1 0 0 0 0,-1 0 0 0 0,-1-1 0 0 0,0 0 0 0 0,-2 0-1 0 0,-1-1 1 0 0,3-33 0 0 0,-10 9 823 0 0,1 36-888 0 0,1 7 11 0 0,0 0-38 0 0,1 3-204 0 0,0 1 0 0 0,0-1 0 0 0,0 1 1 0 0,0-1-1 0 0,0 1 0 0 0,0-1 0 0 0,0 1 0 0 0,-1-1 1 0 0,1 0-1 0 0,0 1 0 0 0,0-1 0 0 0,0 1 1 0 0,-1-1-1 0 0,1 1 0 0 0,0-1 0 0 0,-1 1 1 0 0,1 0-1 0 0,0-1 0 0 0,-1 1 0 0 0,1-1 0 0 0,-1 1 1 0 0,1 0-1 0 0,0-1 0 0 0,-1 1 0 0 0,1 0 1 0 0,-1-1-1 0 0,1 1 0 0 0,-1 0 0 0 0,1 0 0 0 0,-1 0 1 0 0,1-1-1 0 0,-1 1 0 0 0,0 0 0 0 0,1 0 1 0 0,-1 0-1 0 0,1 0 0 0 0,-1 0 0 0 0,1 0 1 0 0,-1 0-1 0 0,1 0 0 0 0,-1 0 0 0 0,0 0 0 0 0,1 0 1 0 0,-1 1-1 0 0,1-1 0 0 0,-1 0 0 0 0,1 0 1 0 0,-1 0-1 0 0,1 1 0 0 0,-1-1 0 0 0,1 0 1 0 0,-1 1-1 0 0,1-1 0 0 0,0 0 0 0 0,-1 1 0 0 0,1-1 1 0 0,-1 1-1 0 0,1-1 0 0 0,0 0 0 0 0,-1 1 1 0 0,1 0-1 0 0,-5 7 15 0 0,-7 85 56 0 0,0 155-1 0 0,7-87-817 0 0,-9 22-2290 0 0,-1-61-3209 0 0,9-78 417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8.5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315 484 4320 0 0,'0'0'1457'0'0,"0"-5"-297"0"0,1-13-143 0 0,0 13-120 0 0,-2 0-137 0 0,1-2-387 0 0,-1-1-1 0 0,0 0 1 0 0,-1 1 0 0 0,0-1 0 0 0,0 1-1 0 0,0-1 1 0 0,-1 1 0 0 0,0 0 0 0 0,-7-12 0 0 0,7 16-232 0 0,-1 2-18 0 0,-4 0-98 0 0,0 0 1 0 0,0 1-1 0 0,0-1 1 0 0,0 2-1 0 0,0-1 1 0 0,0 1-1 0 0,0 0 1 0 0,0 1-1 0 0,0 0 1 0 0,0 0-1 0 0,0 1 1 0 0,1 0-1 0 0,-1 0 1 0 0,1 1-1 0 0,-9 6 1 0 0,2-2 2 0 0,0 1 1 0 0,0 1-1 0 0,1 0 1 0 0,0 1-1 0 0,1 1 0 0 0,-19 23 1 0 0,13-12-27 0 0,11-11-11 0 0,2 2-46 0 0,-1 2 35 0 0,5-11-13 0 0,1 0-13 0 0,0-3 36 0 0,0 0-1 0 0,0 1 0 0 0,0-1 0 0 0,1 0 1 0 0,-1 1-1 0 0,1-1 0 0 0,-1 0 1 0 0,1 0-1 0 0,0 1 0 0 0,-1-1 0 0 0,1 0 1 0 0,1 0-1 0 0,-1 0 0 0 0,0 0 1 0 0,0 0-1 0 0,1 0 0 0 0,-1 0 0 0 0,1-1 1 0 0,-1 1-1 0 0,1 0 0 0 0,0-1 1 0 0,0 1-1 0 0,0-1 0 0 0,0 0 0 0 0,0 0 1 0 0,0 1-1 0 0,0-1 0 0 0,2 0 1 0 0,7 1 11 0 0,0-1 1 0 0,0 0-1 0 0,0 0 1 0 0,0-2-1 0 0,0 1 1 0 0,0-1 0 0 0,0-1-1 0 0,0 0 1 0 0,0 0-1 0 0,-1-1 1 0 0,1-1-1 0 0,-1 0 1 0 0,0 0 0 0 0,0-1-1 0 0,0 0 1 0 0,-1-1-1 0 0,0 0 1 0 0,10-7-1 0 0,-4 1-3 0 0,1-1 0 0 0,-2 0-1 0 0,1-1 1 0 0,-2-1-1 0 0,0 0 1 0 0,-1-1 0 0 0,0 0-1 0 0,-1-1 1 0 0,12-26 0 0 0,-7 1 142 0 0,-2-1 1 0 0,-1 0 0 0 0,-3-1 0 0 0,-1 0-1 0 0,-3 0 1 0 0,2-52 0 0 0,-8 92-114 0 0,-1 0-4 0 0,0 0-14 0 0,0-14 73 0 0,-4 19-67 0 0,-13 1-2 0 0,18-2-12 0 0,-1 0-1 0 0,1 0 0 0 0,0 0 1 0 0,-1 0-1 0 0,1 0 0 0 0,0 1 1 0 0,-1-1-1 0 0,1 0 1 0 0,0 0-1 0 0,0 0 0 0 0,-1 0 1 0 0,1 0-1 0 0,0 0 0 0 0,-1 1 1 0 0,1-1-1 0 0,0 0 0 0 0,0 0 1 0 0,-1 0-1 0 0,1 1 0 0 0,0-1 1 0 0,0 0-1 0 0,0 0 1 0 0,-1 1-1 0 0,1-1 0 0 0,0 0 1 0 0,0 1-1 0 0,0-1 0 0 0,0 0 1 0 0,-1 1-1 0 0,-9 20 12 0 0,0 0-1 0 0,1 1 1 0 0,1 0 0 0 0,1 1-1 0 0,1-1 1 0 0,-4 40-1 0 0,6-35-5 0 0,2 1 0 0 0,1 0 0 0 0,1 0 0 0 0,2-1 0 0 0,6 40 0 0 0,-7-62-43 0 0,0 0 0 0 0,0 0 0 0 0,1 1 0 0 0,0-1 0 0 0,0 0 0 0 0,0 0 0 0 0,0-1 0 0 0,1 1 0 0 0,0 0 0 0 0,0-1 0 0 0,0 0 0 0 0,0 1 0 0 0,1-1 0 0 0,0-1 0 0 0,-1 1 0 0 0,1 0 0 0 0,1-1 0 0 0,-1 0 0 0 0,1 0 0 0 0,-1 0 0 0 0,1-1 0 0 0,0 1 0 0 0,0-1 0 0 0,0 0 0 0 0,0 0 0 0 0,0-1 0 0 0,8 2 0 0 0,-6-3 20 0 0,-1 0 0 0 0,1 0 0 0 0,0 0 1 0 0,0-1-1 0 0,-1 0 0 0 0,1 0 0 0 0,-1 0 0 0 0,1-1 1 0 0,-1 0-1 0 0,1-1 0 0 0,-1 1 0 0 0,0-1 1 0 0,0 0-1 0 0,0-1 0 0 0,-1 0 0 0 0,9-6 1 0 0,-12 9 10 0 0,5-5 62 0 0,-1 0 0 0 0,0 1 0 0 0,0-2-1 0 0,0 1 1 0 0,0-1 0 0 0,-1 0 0 0 0,0 0 0 0 0,-1 0 0 0 0,0-1 0 0 0,0 0 0 0 0,0 1-1 0 0,-1-2 1 0 0,0 1 0 0 0,3-14 0 0 0,-6 18 162 0 0,2-15 627 0 0,-5 23-810 0 0,0 1 0 0 0,0-1 0 0 0,1 0 0 0 0,0 1 0 0 0,-1 0 0 0 0,2-1 0 0 0,-1 1 0 0 0,0 0 0 0 0,1 0 0 0 0,0 0 0 0 0,0 0 0 0 0,1 0 0 0 0,-1 0 0 0 0,1 6-1 0 0,0-2-190 0 0,1 1 0 0 0,0-1 0 0 0,0 0 0 0 0,1 0 0 0 0,0 0 0 0 0,1 0 0 0 0,6 15 0 0 0,-8-22-31 0 0,1 0 1 0 0,0-1 0 0 0,-1 1 0 0 0,1 0-1 0 0,0-1 1 0 0,0 1 0 0 0,0-1-1 0 0,0 0 1 0 0,0 0 0 0 0,0 1 0 0 0,0-1-1 0 0,1-1 1 0 0,-1 1 0 0 0,0 0 0 0 0,1 0-1 0 0,-1-1 1 0 0,0 0 0 0 0,3 1-1 0 0,-3-1 238 0 0,2 1-526 0 0,-1-1-1 0 0,1 0 0 0 0,0 0 1 0 0,-1 0-1 0 0,1 0 1 0 0,-1-1-1 0 0,1 0 0 0 0,0 1 1 0 0,-1-1-1 0 0,1 0 0 0 0,-1-1 1 0 0,6-2-1 0 0,-6 3-145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8.9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207 41 2368 0 0,'-4'-1'1392'0'0,"-59"-20"2621"0"0,58 20-3619 0 0,-1 1-84 0 0,-9 1-53 0 0,-1 1-1 0 0,1 0 0 0 0,0 2 1 0 0,-19 5-1 0 0,31-8-173 0 0,-18 12 98 0 0,21-13-176 0 0,-1 0 0 0 0,0 0 1 0 0,1 1-1 0 0,-1-1 0 0 0,1 0 1 0 0,-1 1-1 0 0,1-1 0 0 0,-1 1 0 0 0,1-1 1 0 0,-1 0-1 0 0,1 1 0 0 0,-1-1 0 0 0,1 1 1 0 0,0 0-1 0 0,-1-1 0 0 0,1 1 0 0 0,0-1 1 0 0,-1 1-1 0 0,1-1 0 0 0,0 1 1 0 0,0 0-1 0 0,0-1 0 0 0,-1 1 0 0 0,1 0 1 0 0,0-1-1 0 0,0 1 0 0 0,0 0 0 0 0,0-1 1 0 0,0 1-1 0 0,0 0 0 0 0,0-1 1 0 0,1 1-1 0 0,-1-1 0 0 0,0 1 0 0 0,0 0 1 0 0,0-1-1 0 0,1 1 0 0 0,-1-1 0 0 0,0 1 1 0 0,1 0-1 0 0,-1-1 0 0 0,0 1 0 0 0,1-1 1 0 0,-1 1-1 0 0,1-1 0 0 0,-1 1 1 0 0,1-1-1 0 0,-1 0 0 0 0,1 1 0 0 0,-1-1 1 0 0,1 1-1 0 0,-1-1 0 0 0,1 0 0 0 0,-1 0 1 0 0,1 1-1 0 0,0-1 0 0 0,-1 0 0 0 0,1 0 1 0 0,0 0-1 0 0,0 1 0 0 0,11-1 238 0 0,0 0 0 0 0,0-1 0 0 0,-1 0 0 0 0,1-1 0 0 0,-1 0 0 0 0,1-1 0 0 0,-1-1 0 0 0,0 1 0 0 0,0-2 0 0 0,0 1 0 0 0,0-2 0 0 0,10-6 0 0 0,-18 11-31 0 0,-3 0-174 0 0,1 0 1 0 0,0 1 0 0 0,0-1 0 0 0,0 0-1 0 0,0 1 1 0 0,-1-1 0 0 0,1 0 0 0 0,0 0-1 0 0,-1 0 1 0 0,1 0 0 0 0,0 0 0 0 0,-1 0-1 0 0,0 0 1 0 0,1 0 0 0 0,-1 0-1 0 0,1 0 1 0 0,-1-1 0 0 0,-1 1-38 0 0,1 0-1 0 0,-1-1 1 0 0,0 1-1 0 0,0 0 1 0 0,0 0 0 0 0,0 0-1 0 0,0 0 1 0 0,-1 0-1 0 0,1 0 1 0 0,0 0 0 0 0,0 1-1 0 0,-1-1 1 0 0,1 0-1 0 0,0 1 1 0 0,-1-1 0 0 0,1 1-1 0 0,-1-1 1 0 0,1 1-1 0 0,-2-1 1 0 0,-1 0 2 0 0,4 2-7 0 0,-1 0 1 0 0,0-1-1 0 0,1 1 1 0 0,-1-1-1 0 0,0 1 1 0 0,1-1 0 0 0,-1 0-1 0 0,0 1 1 0 0,0-1-1 0 0,1 0 1 0 0,-1 1-1 0 0,0-1 1 0 0,0 0 0 0 0,0 0-1 0 0,0 0 1 0 0,1 0-1 0 0,-1 0 1 0 0,-1 0-1 0 0,-17 4-226 0 0,18-4 224 0 0,-3 1-210 0 0,1 0 0 0 0,-1 1 1 0 0,0-1-1 0 0,0 1 0 0 0,1 0 0 0 0,-1 0 0 0 0,1 0 0 0 0,0 1 0 0 0,0-1 0 0 0,0 1 1 0 0,0 0-1 0 0,0 0 0 0 0,0 0 0 0 0,-2 3 0 0 0,4-4 272 0 0,-3 14-1519 0 0,3-14 1222 0 0,1-1 1 0 0,1 0-1 0 0,-1 0 0 0 0,0 0 1 0 0,0 0-1 0 0,0 0 0 0 0,1 1 1 0 0,-1-1-1 0 0,0 0 0 0 0,1 0 1 0 0,-1 0-1 0 0,1 0 0 0 0,0 0 1 0 0,-1 0-1 0 0,1 0 1 0 0,0 0-1 0 0,-1-1 0 0 0,1 1 1 0 0,0 0-1 0 0,0 0 0 0 0,1 0 1 0 0,12 11-3906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9.3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184 9 3872 0 0,'0'0'6676'0'0,"-3"-2"-6380"0"0,2 1-264 0 0,0 1 0 0 0,-1-1 1 0 0,1 0-1 0 0,0 1 0 0 0,0-1 1 0 0,0 1-1 0 0,-1-1 0 0 0,1 1 1 0 0,0 0-1 0 0,0-1 1 0 0,-1 1-1 0 0,1 0 0 0 0,0 0 1 0 0,-1 0-1 0 0,1 0 0 0 0,0 0 1 0 0,-1 0-1 0 0,1 0 0 0 0,0 1 1 0 0,0-1-1 0 0,-1 0 0 0 0,1 1 1 0 0,0-1-1 0 0,-2 2 0 0 0,-1-1 138 0 0,4 0-162 0 0,0-1 1 0 0,0 1 0 0 0,-1-1-1 0 0,1 1 1 0 0,0-1-1 0 0,-1 0 1 0 0,1 1 0 0 0,0-1-1 0 0,-1 0 1 0 0,1 1-1 0 0,0-1 1 0 0,-1 0 0 0 0,1 1-1 0 0,-1-1 1 0 0,1 0-1 0 0,-1 0 1 0 0,1 0-1 0 0,-1 1 1 0 0,1-1 0 0 0,-1 0-1 0 0,1 0 1 0 0,-1 0-1 0 0,1 0 1 0 0,-2 0 0 0 0,2 0-4 0 0,-1 0 1 0 0,1 0 0 0 0,-1 0 0 0 0,1 0 0 0 0,-1 0-1 0 0,1 1 1 0 0,-1-1 0 0 0,1 0 0 0 0,0 0-1 0 0,-1 0 1 0 0,1 1 0 0 0,-1-1 0 0 0,1 0 0 0 0,-1 0-1 0 0,1 1 1 0 0,0-1 0 0 0,-1 0 0 0 0,1 1-1 0 0,-1-1 1 0 0,1 0 0 0 0,0 1 0 0 0,-1-1 0 0 0,1 1-1 0 0,0 0 1 0 0,-1 1 7 0 0,-1-1 0 0 0,1 0-1 0 0,0 1 1 0 0,0-1 0 0 0,0 0 0 0 0,-1 1-1 0 0,1-1 1 0 0,-1 0 0 0 0,-2 2-1 0 0,1 0 47 0 0,2-2-53 0 0,-1 0 1 0 0,1 0-1 0 0,0 0 0 0 0,0 0 1 0 0,1 0-1 0 0,-1 0 0 0 0,0 0 1 0 0,0 1-1 0 0,0-1 0 0 0,1 0 1 0 0,-1 1-1 0 0,1-1 0 0 0,-1 0 0 0 0,1 1 1 0 0,0-1-1 0 0,-1 1 0 0 0,1-1 1 0 0,0 0-1 0 0,0 1 0 0 0,0-1 1 0 0,0 1-1 0 0,0-1 0 0 0,0 1 1 0 0,1 1-1 0 0,-1 1-7 0 0,1 0 0 0 0,-1 0 0 0 0,1 0 0 0 0,0-1 0 0 0,1 1 0 0 0,-1 0 0 0 0,0-1 0 0 0,4 7 0 0 0,63 75 1 0 0,-67-82 94 0 0,4 5-119 0 0,-4-8 23 0 0,-1 0 1 0 0,1 1-1 0 0,-1-1 0 0 0,0 0 1 0 0,1 1-1 0 0,-1-1 0 0 0,0 0 1 0 0,1 1-1 0 0,-1-1 0 0 0,0 0 1 0 0,0 1-1 0 0,1-1 1 0 0,-1 1-1 0 0,0-1 0 0 0,0 1 1 0 0,0-1-1 0 0,0 0 0 0 0,1 1 1 0 0,-1-1-1 0 0,0 1 0 0 0,0-1 1 0 0,0 1-1 0 0,0-1 0 0 0,0 1 1 0 0,0-1-1 0 0,0 1 0 0 0,0-1 1 0 0,-1 1-1 0 0,1-1 0 0 0,0 2 1 0 0,-1 0-4 0 0,0 1 0 0 0,0 0 0 0 0,-1-1 0 0 0,1 1 0 0 0,0-1 0 0 0,-1 0 0 0 0,0 1 0 0 0,0-1 0 0 0,1 0 0 0 0,-1 0 0 0 0,-1 0 0 0 0,1 0 0 0 0,0 0 0 0 0,0-1 0 0 0,-1 1 1 0 0,1-1-1 0 0,-1 1 0 0 0,1-1 0 0 0,-1 0 0 0 0,0 0 0 0 0,1 0 0 0 0,-1 0 0 0 0,0-1 0 0 0,-2 1 0 0 0,-11 3-106 0 0,0-2-1 0 0,-29 2 1 0 0,43-4 91 0 0,-3 0-266 0 0,0 0-102 0 0,-15-2-99 0 0,15 2-127 0 0,0-5-1633 0 0,-4-2 1602 0 0,9 2-2952 0 0,10-11-155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9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 3432 0 0,'0'0'1610'0'0,"4"-3"-204"0"0,-2 1-1592 0 0,22-15 4738 0 0,-24 17-4469 0 0,1-1 0 0 0,-1 1 1 0 0,0 0-1 0 0,1 0 1 0 0,-1 0-1 0 0,0 0 0 0 0,1 0 1 0 0,-1 0-1 0 0,0 0 1 0 0,1-1-1 0 0,-1 1 0 0 0,0 0 1 0 0,1 0-1 0 0,-1 0 1 0 0,0 0-1 0 0,1 1 0 0 0,-1-1 1 0 0,0 0-1 0 0,1 0 0 0 0,-1 0 1 0 0,0 0-1 0 0,1 0 1 0 0,-1 0-1 0 0,0 0 0 0 0,0 1 1 0 0,1-1-1 0 0,-1 0 1 0 0,0 0-1 0 0,1 1 0 0 0,-1 17 218 0 0,-9 29-51 0 0,1 0 0 0 0,3 0 0 0 0,1 60 0 0 0,11-29-787 0 0,-6-74 199 0 0,1 0-128 0 0,0-1 166 0 0,0 1 1 0 0,0-1 0 0 0,1 0 0 0 0,-1 0 0 0 0,1 0 0 0 0,-1-1 0 0 0,1 1 0 0 0,5 3 0 0 0,-5-4-858 0 0,2-3-1640 0 0,16-2 362 0 0,-16 3-1719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19.8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49 3028 0 0,'0'0'1419'0'0,"-3"-1"-239"0"0,-10-3-302 0 0,10 3 812 0 0,6-1-1324 0 0,8-3-207 0 0,1 1-1 0 0,0 1 1 0 0,0-1-1 0 0,0 2 1 0 0,0 0-1 0 0,22-1 0 0 0,4-1-276 0 0,97-9-5914 0 0,-128 12 2552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0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76 1944 0 0,'0'0'4047'0'0,"2"-3"-3370"0"0,9-5-89 0 0,-8 6 363 0 0,1 1-621 0 0,38-6 526 0 0,-37 7-666 0 0,-1 0-63 0 0,38 8 209 0 0,-37-6-185 0 0,-4-2-124 0 0,0 0 0 0 0,0 1 0 0 0,0-1 0 0 0,0 1 0 0 0,0 0 0 0 0,0-1 1 0 0,0 1-1 0 0,0 0 0 0 0,0-1 0 0 0,0 1 0 0 0,0 0 0 0 0,0 0 0 0 0,0 0 0 0 0,0 0 0 0 0,-1 0 0 0 0,1 0 0 0 0,0 0 1 0 0,0 2-1 0 0,8 14 139 0 0,-7-14-77 0 0,-2 2-60 0 0,0 0-1 0 0,-1-1 1 0 0,1 1 0 0 0,-1 0 0 0 0,0-1-1 0 0,0 1 1 0 0,0-1 0 0 0,-1 1 0 0 0,0-1-1 0 0,0 0 1 0 0,0 0 0 0 0,0 0-1 0 0,0 0 1 0 0,-1 0 0 0 0,0 0 0 0 0,0 0-1 0 0,0-1 1 0 0,0 0 0 0 0,-1 1 0 0 0,1-1-1 0 0,-6 4 1 0 0,6-5 100 0 0,1-2-101 0 0,1 1 0 0 0,-1 0 0 0 0,1 0 0 0 0,0 0 0 0 0,-1-1 0 0 0,1 1 0 0 0,0 0 0 0 0,0 1 0 0 0,0-1-1 0 0,0 0 1 0 0,-2 2 0 0 0,3-2-1 0 0,-4 1 212 0 0,3-1-145 0 0,1 0 0 0 0,-1-1-1 0 0,0 1 1 0 0,0-1 0 0 0,0 1 0 0 0,0-1-1 0 0,0 0 1 0 0,0 1 0 0 0,0-1 0 0 0,-1 0-1 0 0,1 0 1 0 0,0 1 0 0 0,0-1 0 0 0,0 0-1 0 0,0 0 1 0 0,-2-1 0 0 0,2 2-61 0 0,1-1 0 0 0,-1 0 0 0 0,1 0 0 0 0,-1 0 0 0 0,0 0 0 0 0,1 0 0 0 0,-1 0 0 0 0,1 0 0 0 0,-1 0 0 0 0,0 0 0 0 0,1 0 0 0 0,-1 0-1 0 0,1-1 1 0 0,-1 1 0 0 0,0 0 0 0 0,1 0 0 0 0,-1-1 0 0 0,1 1 0 0 0,-1 0 0 0 0,1 0 0 0 0,-1-1 0 0 0,1 1 0 0 0,-1-1 0 0 0,1 1 0 0 0,-1 0 0 0 0,1-1 0 0 0,0 1 0 0 0,-1-1 0 0 0,1 1 0 0 0,0-1 0 0 0,-1 1 0 0 0,1-1 0 0 0,0 0 0 0 0,0 1 0 0 0,-1-1 0 0 0,1 0 0 0 0,2-7 0 0 0,0 1 0 0 0,0-1 0 0 0,1 1 0 0 0,0 0 0 0 0,0 0 0 0 0,1 1 0 0 0,0-1-1 0 0,0 1 1 0 0,0 0 0 0 0,1 0 0 0 0,0 0 0 0 0,0 0 0 0 0,1 1 0 0 0,0 0 0 0 0,0 0 0 0 0,12-8 0 0 0,4-1-640 0 0,0 1 0 0 0,1 0-1 0 0,40-14 1 0 0,-6 9-2105 0 0,-53 17 1895 0 0,1 1-89 0 0,38-6-4344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0.5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1 2280 0 0,'0'0'8737'0'0,"0"4"-8276"0"0,-2 6-213 0 0,-1-1 0 0 0,0 1 0 0 0,0 0 0 0 0,-7 13 0 0 0,4-10-137 0 0,0 0 0 0 0,2 1 1 0 0,-1 0-1 0 0,-2 15 0 0 0,2 13-164 0 0,5-38-105 0 0,1 1-117 0 0,0-3 94 0 0,-1 1 0 0 0,1-1 0 0 0,-1 0 0 0 0,1 1 0 0 0,0-1 0 0 0,-1 0 0 0 0,1 0 0 0 0,0 0 0 0 0,1 1 0 0 0,-1-1 0 0 0,0 0 0 0 0,0 0 0 0 0,1-1 0 0 0,0 1 0 0 0,-1 0 0 0 0,1 0 0 0 0,0-1 0 0 0,0 1 0 0 0,-1-1 0 0 0,1 0 0 0 0,1 1 0 0 0,-1-1 0 0 0,0 0 0 0 0,0 0 0 0 0,0 0 0 0 0,5 1 0 0 0,-3-1-295 0 0,17-1-2857 0 0,2-2-719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0.8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250 113 2172 0 0,'-4'-3'1376'0'0,"-1"-3"-1093"0"0,0 1-1 0 0,-1 0 0 0 0,1 1 0 0 0,-1-1 1 0 0,0 1-1 0 0,0 0 0 0 0,-1 1 0 0 0,1-1 1 0 0,-1 1-1 0 0,0 0 0 0 0,1 1 1 0 0,-1 0-1 0 0,0 0 0 0 0,-1 0 0 0 0,1 1 1 0 0,0 0-1 0 0,0 1 0 0 0,-14 0 0 0 0,14 0-221 0 0,1 0 0 0 0,0 1 0 0 0,-1 0 0 0 0,1 0 0 0 0,0 0 0 0 0,0 1-1 0 0,0 0 1 0 0,0 0 0 0 0,0 0 0 0 0,0 1 0 0 0,0 0 0 0 0,1 0-1 0 0,0 1 1 0 0,-1 0 0 0 0,-8 8 0 0 0,12-10-28 0 0,-1 20 50 0 0,12-4-86 0 0,-6-15 4 0 0,0 0 0 0 0,-1-1 0 0 0,1 1 0 0 0,0-1-1 0 0,0 0 1 0 0,1 0 0 0 0,-1 0 0 0 0,0 0 0 0 0,1-1 0 0 0,-1 1 0 0 0,1-1-1 0 0,-1 0 1 0 0,1 0 0 0 0,0 0 0 0 0,-1 0 0 0 0,1-1 0 0 0,0 1-1 0 0,5-1 1 0 0,-2 0 72 0 0,1 0 0 0 0,-1-1 0 0 0,0 0 0 0 0,0 0 0 0 0,0 0 0 0 0,0-1 0 0 0,0 0 0 0 0,0 0 0 0 0,0-1 0 0 0,-1 0 0 0 0,1 0 0 0 0,-1-1 0 0 0,0 1 0 0 0,0-1 0 0 0,0-1 0 0 0,0 1 0 0 0,-1-1 0 0 0,0 0 0 0 0,7-8 0 0 0,-11 11-134 0 0,0 0 0 0 0,0 1 0 0 0,0-1 0 0 0,0 0 0 0 0,0 0 0 0 0,0 1 0 0 0,-1-1 0 0 0,1 0 0 0 0,-1 0 0 0 0,1 0 0 0 0,-1 0 0 0 0,0 0 0 0 0,0 0 0 0 0,0 0 0 0 0,0 0 0 0 0,0 0 0 0 0,0 0 0 0 0,-1 0 0 0 0,1 1 0 0 0,0-1 0 0 0,-1 0 0 0 0,0 0 0 0 0,1 0-1 0 0,-1 0 1 0 0,0 1 0 0 0,0-1 0 0 0,0 0 0 0 0,0 1 0 0 0,0-1 0 0 0,-1 0 0 0 0,-1-1 0 0 0,-2-2-658 0 0,0 0-1 0 0,0 0 1 0 0,-1 1-1 0 0,0 0 1 0 0,0 0 0 0 0,-10-5-1 0 0,-5 0-3725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1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8 158 3004 0 0,'23'-112'7293'0'0,"-22"108"-6648"0"0,0 0-66 0 0,5-27 1132 0 0,-4 25-210 0 0,-6 27-1084 0 0,-11 141 129 0 0,17 179-267 0 0,-2-337-245 0 0,0 0-43 0 0,4 6 33 0 0,3-18 1 0 0,11-34 4 0 0,-9 21-44 0 0,-2 7 31 0 0,-1 0-1 0 0,2 1 0 0 0,0 0 1 0 0,0 1-1 0 0,1 0 0 0 0,19-20 1 0 0,-14 18-5 0 0,-2 3-2 0 0,-1 6-19 0 0,26-6-65 0 0,-33 10 88 0 0,1 3 3 0 0,-1-2-10 0 0,0 1 4 0 0,0 0-1 0 0,0 0 0 0 0,0 0 0 0 0,-1 1 0 0 0,1 0 0 0 0,0-1 0 0 0,-1 1 0 0 0,1 0 0 0 0,-1 0 1 0 0,0 1-1 0 0,5 4 0 0 0,16 18 110 0 0,-20-18-123 0 0,-2-2 9 0 0,1 4-29 0 0,3 15-89 0 0,-5 5 92 0 0,-2-23-13 0 0,-1 1 0 0 0,1-1-1 0 0,-1 0 1 0 0,0 1-1 0 0,-1-1 1 0 0,1 0 0 0 0,-1 0-1 0 0,0-1 1 0 0,-1 1-1 0 0,0-1 1 0 0,1 1 0 0 0,-2-1-1 0 0,1 0 1 0 0,-1-1-1 0 0,1 1 1 0 0,-9 5 0 0 0,6-5-177 0 0,0 0 1 0 0,0-1-1 0 0,0 0 1 0 0,0 0-1 0 0,-1-1 0 0 0,0 0 1 0 0,0 0-1 0 0,0 0 1 0 0,0-1-1 0 0,0-1 1 0 0,0 1-1 0 0,0-1 1 0 0,-15-1-1 0 0,-21-5-1126 0 0,40 4 1065 0 0,0 0 0 0 0,0 0 0 0 0,0 0 0 0 0,0-1 0 0 0,0 1 0 0 0,0-1 0 0 0,1 0 0 0 0,-1 0 0 0 0,1 0 0 0 0,0-1-1 0 0,-1 1 1 0 0,-2-4 0 0 0,1 2-189 0 0,4 3 208 0 0,-1-1 0 0 0,1 1 0 0 0,-1-1-1 0 0,1 1 1 0 0,0-1 0 0 0,-1 1 0 0 0,1-1 0 0 0,0 1 0 0 0,0-1 0 0 0,0 0-1 0 0,0 0 1 0 0,-1-3 0 0 0,-9-20-3762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2.8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34 143 3748 0 0,'0'0'3555'0'0,"0"-4"-2795"0"0,0 4-654 0 0,0-1 0 0 0,0 1 0 0 0,0-1 0 0 0,0 0 0 0 0,0 1 0 0 0,0-1 0 0 0,0 1 0 0 0,0-1 0 0 0,0 0 0 0 0,0 1 0 0 0,0-1 0 0 0,-1 1 0 0 0,1-1 0 0 0,0 1 0 0 0,0-1 0 0 0,-1 1 0 0 0,1-1 0 0 0,0 1-1 0 0,-1-1 1 0 0,1 1 0 0 0,0-1 0 0 0,-1 1 0 0 0,1-1 0 0 0,-2 0 0 0 0,-5 13 487 0 0,-5 34-472 0 0,11-42-69 0 0,-6 46 106 0 0,7-46-144 0 0,6 20 46 0 0,-4-22-57 0 0,0 0 0 0 0,-1 0 1 0 0,1 0-1 0 0,0 0 1 0 0,0-1-1 0 0,0 1 0 0 0,0-1 1 0 0,1 1-1 0 0,-1-1 0 0 0,0 0 1 0 0,0 1-1 0 0,1-1 0 0 0,-1-1 1 0 0,1 1-1 0 0,-1 0 0 0 0,1 0 1 0 0,-1-1-1 0 0,5 1 1 0 0,-2-1 0 0 0,0 0 1 0 0,0-1-1 0 0,0 1 1 0 0,0-1-1 0 0,0 0 1 0 0,0 0-1 0 0,0-1 1 0 0,0 0 0 0 0,6-2-1 0 0,-2-1 86 0 0,0 0-1 0 0,0 0 1 0 0,-1-1-1 0 0,1 0 1 0 0,-1 0 0 0 0,-1-1-1 0 0,0 0 1 0 0,0 0-1 0 0,0-1 1 0 0,9-13 0 0 0,3-13 423 0 0,-17 30-351 0 0,0 1-105 0 0,5-4 155 0 0,-8 19-38 0 0,0-9-218 0 0,0 1 58 0 0,1 1-30 0 0,-2 14-77 0 0,1-14 64 0 0,2 0 13 0 0,0 5-57 0 0,0-1 0 0 0,1 0-1 0 0,1 0 1 0 0,5 16 0 0 0,-6-22-64 0 0,1 0-22 0 0,0-1 113 0 0,1 1 1 0 0,-1 0 0 0 0,1-1 0 0 0,0 0 0 0 0,0 0-1 0 0,0 0 1 0 0,0 0 0 0 0,0-1 0 0 0,0 1 0 0 0,1-1-1 0 0,-1 0 1 0 0,0 0 0 0 0,1-1 0 0 0,-1 1 0 0 0,1-1-1 0 0,-1 0 1 0 0,1 0 0 0 0,-1-1 0 0 0,0 1 0 0 0,1-1-1 0 0,-1 0 1 0 0,0 0 0 0 0,1 0 0 0 0,-1-1 0 0 0,0 1-1 0 0,0-1 1 0 0,0 0 0 0 0,6-5 0 0 0,0 1 110 0 0,-2-1 0 0 0,1 0 0 0 0,-1 0 1 0 0,0-1-1 0 0,0 0 0 0 0,-1 0 0 0 0,0-1 1 0 0,-1 0-1 0 0,0 0 0 0 0,0-1 0 0 0,-1 0 0 0 0,0 0 1 0 0,-1 0-1 0 0,0 0 0 0 0,-1-1 0 0 0,0 1 1 0 0,3-18-1 0 0,-1-19 588 0 0,-5 43-466 0 0,0-1-5 0 0,-1-15-10 0 0,1 15 187 0 0,-2 2-161 0 0,2 2-184 0 0,0 1 0 0 0,0-1 0 0 0,0 1-1 0 0,0-1 1 0 0,0 1 0 0 0,0-1-1 0 0,-1 1 1 0 0,1-1 0 0 0,0 1 0 0 0,0-1-1 0 0,-1 1 1 0 0,1-1 0 0 0,0 1-1 0 0,0-1 1 0 0,-1 1 0 0 0,1-1 0 0 0,-1 1-1 0 0,1 0 1 0 0,0-1 0 0 0,-1 1 0 0 0,1 0-1 0 0,-1-1 1 0 0,1 1 0 0 0,-1 0-1 0 0,1-1 1 0 0,-1 1 0 0 0,1 0 0 0 0,-1 0-1 0 0,1 0 1 0 0,-1-1 0 0 0,1 1-1 0 0,-1 0 1 0 0,1 0 0 0 0,-1 0 0 0 0,0 0-1 0 0,1 0 1 0 0,-1 0 0 0 0,1 0 0 0 0,-1 0-1 0 0,1 0 1 0 0,-1 1 0 0 0,1-1-1 0 0,-1 0 1 0 0,1 0 0 0 0,-1 0 0 0 0,1 1-1 0 0,-1-1 1 0 0,1 0 0 0 0,-1 0-1 0 0,1 1 1 0 0,-1-1 0 0 0,1 0 0 0 0,-1 1-1 0 0,1-1 1 0 0,0 1 0 0 0,-1-1 0 0 0,1 1-1 0 0,0-1 1 0 0,-1 0 0 0 0,1 1-1 0 0,0-1 1 0 0,0 1 0 0 0,-1-1 0 0 0,1 1-1 0 0,0 0 1 0 0,-3 4 18 0 0,1 0 1 0 0,-1 0-1 0 0,1 0 1 0 0,1 0-1 0 0,-1 1 1 0 0,1-1-1 0 0,-1 7 1 0 0,-6 50 127 0 0,7-46-425 0 0,0 0-1 0 0,1 1 1 0 0,0-1 0 0 0,2 0 0 0 0,0 0 0 0 0,0 0 0 0 0,2-1 0 0 0,0 1-1 0 0,8 19 1 0 0,1-13-1209 0 0,12 8-5179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3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28 2392 0 0,'-4'-2'1456'0'0,"2"2"-1460"0"0,-21-14 4062 0 0,22 14-4013 0 0,1 0-1 0 0,0-1 0 0 0,0 1 1 0 0,0 0-1 0 0,0 0 0 0 0,0 0 1 0 0,-1 0-1 0 0,1 0 0 0 0,0 0 1 0 0,0 0-1 0 0,0-1 0 0 0,0 1 0 0 0,0 0 1 0 0,0 0-1 0 0,0 0 0 0 0,0 0 1 0 0,0 0-1 0 0,0-1 0 0 0,0 1 1 0 0,0 0-1 0 0,0 0 0 0 0,0 0 1 0 0,0 0-1 0 0,0-1 0 0 0,0 1 0 0 0,0 0 1 0 0,0 0-1 0 0,0 0 0 0 0,0 0 1 0 0,0 0-1 0 0,0-1 0 0 0,0 1 1 0 0,0 0-1 0 0,0 0 0 0 0,0 0 1 0 0,0 0-1 0 0,0-1 0 0 0,0 1 1 0 0,0 0-1 0 0,0 0 0 0 0,0 0 0 0 0,1 0 1 0 0,-1 0-1 0 0,0 0 0 0 0,0 0 1 0 0,0-1-1 0 0,0 1 0 0 0,0 0 1 0 0,1 0-1 0 0,21-3 45 0 0,42 4 294 0 0,68 0-1193 0 0,-57-4-4574 0 0,-67 3 1028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3.3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0 3840 0 0,'0'0'9682'0'0,"-3"4"-9287"0"0,0 1-262 0 0,-1 0 0 0 0,1 1 1 0 0,-1 0-1 0 0,2-1 0 0 0,-1 1 1 0 0,1 0-1 0 0,-1 1 0 0 0,2-1 1 0 0,-3 10-1 0 0,0 10 58 0 0,-2 35 0 0 0,6-44-989 0 0,1 1 0 0 0,4 19 0 0 0,-4-33 151 0 0,0-4 618 0 0,-1 0-1 0 0,0 0 1 0 0,1 0-1 0 0,-1 0 0 0 0,0 0 1 0 0,1 0-1 0 0,-1 0 1 0 0,0 0-1 0 0,1 0 1 0 0,-1 0-1 0 0,0 1 1 0 0,1-1-1 0 0,-1 0 1 0 0,0 0-1 0 0,1 0 0 0 0,-1 1 1 0 0,0-1-1 0 0,0 0 1 0 0,1 0-1 0 0,-1 0 1 0 0,0 1-1 0 0,0-1 1 0 0,1 0-1 0 0,-1 0 1 0 0,0 1-1 0 0,0-1 0 0 0,0 0 1 0 0,0 1-1 0 0,1-1 1 0 0,-1 1-1 0 0,6 5-653 0 0,4-5-2583 0 0,-5 0 2809 0 0,-3-1 253 0 0,0 0 0 0 0,-1 0 1 0 0,1 0-1 0 0,0 0 0 0 0,-1 0 1 0 0,1 0-1 0 0,0 0 0 0 0,-1 0 1 0 0,1-1-1 0 0,0 1 0 0 0,-1 0 0 0 0,1-1 1 0 0,-1 0-1 0 0,1 1 0 0 0,1-2 1 0 0,15-7-3767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3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175 46 3076 0 0,'-3'-2'1202'0'0,"-2"0"-958"0"0,0-1-1 0 0,0 1 1 0 0,0 1-1 0 0,0-1 0 0 0,0 1 1 0 0,0-1-1 0 0,0 2 0 0 0,0-1 1 0 0,-1 0-1 0 0,1 1 1 0 0,0 0-1 0 0,0 0 0 0 0,-1 1 1 0 0,1 0-1 0 0,0 0 1 0 0,0 0-1 0 0,0 0 0 0 0,0 1 1 0 0,0 0-1 0 0,0 0 0 0 0,0 0 1 0 0,1 0-1 0 0,-7 5 1 0 0,9-6-207 0 0,-23 18 292 0 0,23-18-306 0 0,1 1 0 0 0,-1-1 0 0 0,1 0 0 0 0,0 0-1 0 0,0 1 1 0 0,0-1 0 0 0,0 1 0 0 0,0-1 0 0 0,0 1-1 0 0,0-1 1 0 0,0 1 0 0 0,0 0 0 0 0,1-1 0 0 0,-1 1 0 0 0,1 0-1 0 0,-1-1 1 0 0,1 4 0 0 0,0-3-18 0 0,0 0-1 0 0,0 0 1 0 0,1 0 0 0 0,-1 0 0 0 0,1 0-1 0 0,-1 0 1 0 0,1 0 0 0 0,0 0 0 0 0,0 0-1 0 0,-1 0 1 0 0,2 0 0 0 0,-1 0 0 0 0,0 0-1 0 0,0-1 1 0 0,0 1 0 0 0,1-1-1 0 0,-1 1 1 0 0,1-1 0 0 0,0 1 0 0 0,-1-1-1 0 0,1 0 1 0 0,0 0 0 0 0,-1 0 0 0 0,1 0-1 0 0,0 0 1 0 0,0 0 0 0 0,0 0 0 0 0,0-1-1 0 0,3 2 1 0 0,3-1 46 0 0,-1 0 0 0 0,1 0 0 0 0,0-1 0 0 0,-1 1-1 0 0,1-2 1 0 0,-1 1 0 0 0,1-1 0 0 0,-1 0 0 0 0,1-1 0 0 0,-1 1 0 0 0,1-2 0 0 0,-1 1-1 0 0,0-1 1 0 0,0 0 0 0 0,0 0 0 0 0,-1-1 0 0 0,1 0 0 0 0,8-7 0 0 0,-13 9-119 0 0,0 0 1 0 0,0 0 0 0 0,0-1-1 0 0,0 1 1 0 0,0-1 0 0 0,-1 1 0 0 0,1-1-1 0 0,-1 0 1 0 0,0 0 0 0 0,0 1-1 0 0,0-1 1 0 0,0 0 0 0 0,0 0-1 0 0,0 0 1 0 0,-1 0 0 0 0,1-5-1 0 0,-1 6-196 0 0,0-1 0 0 0,0 1 0 0 0,0 0 0 0 0,0 0 0 0 0,0 0 0 0 0,-1 0 0 0 0,1 0 0 0 0,-1-1 1 0 0,0 1-1 0 0,1 0 0 0 0,-1 0 0 0 0,0 0 0 0 0,0 1 0 0 0,0-1 0 0 0,0 0 0 0 0,-1 0 0 0 0,1 0 0 0 0,0 1 0 0 0,-1-1 0 0 0,1 1 0 0 0,-1-1 0 0 0,0 1 0 0 0,-2-2 0 0 0,-23-12-4222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4.8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88 63 3104 0 0,'2'-2'1762'0'0,"7"-9"-345"0"0,-7 8-292 0 0,-1 0-216 0 0,1 1-603 0 0,-1-1-1 0 0,0 1 1 0 0,0-1-1 0 0,0 0 1 0 0,0 1-1 0 0,-1-1 0 0 0,1 0 1 0 0,-1 0-1 0 0,1 1 1 0 0,-1-1-1 0 0,0-4 0 0 0,-1 6-271 0 0,0 0-1 0 0,0 0 0 0 0,-1 1 1 0 0,1-1-1 0 0,0 0 0 0 0,0 1 1 0 0,-1-1-1 0 0,1 1 0 0 0,0 0 0 0 0,-1-1 1 0 0,1 1-1 0 0,0 0 0 0 0,-1 0 1 0 0,1 0-1 0 0,0 0 0 0 0,-3 0 0 0 0,-1 3 28 0 0,0 1-1 0 0,-1 0 1 0 0,1 0-1 0 0,1 0 1 0 0,-1 0-1 0 0,1 1 0 0 0,-1 0 1 0 0,1 0-1 0 0,0 0 1 0 0,1 0-1 0 0,0 0 0 0 0,-5 11 1 0 0,6-12-48 0 0,-2 4 12 0 0,0 0-1 0 0,0 1 0 0 0,2-1 0 0 0,-1 0 0 0 0,1 1 0 0 0,-3 16 1 0 0,5-3-5 0 0,0-16 27 0 0,1-2 107 0 0,2 14-150 0 0,-2-13-43 0 0,-1-5 37 0 0,0 0 1 0 0,1 0-1 0 0,-1 0 1 0 0,0 0-1 0 0,1 0 1 0 0,-1 1-1 0 0,0-1 1 0 0,1 0-1 0 0,-1 0 1 0 0,0 0-1 0 0,0 0 1 0 0,1 1 0 0 0,-1-1-1 0 0,0 0 1 0 0,0 0-1 0 0,1 1 1 0 0,-1-1-1 0 0,0 0 1 0 0,0 0-1 0 0,0 1 1 0 0,1-1-1 0 0,-1 0 1 0 0,0 1-1 0 0,0-1 1 0 0,0 0-1 0 0,0 1 1 0 0,0-1 0 0 0,0 0-1 0 0,0 1 1 0 0,1 0 3 0 0,-1 0-1 0 0,0 0 1 0 0,1 0 0 0 0,-1-1 0 0 0,1 1 0 0 0,-1 0 0 0 0,1 0 0 0 0,0 0 0 0 0,-1-1 0 0 0,1 1 0 0 0,0 0 0 0 0,-1 0 0 0 0,1-1-1 0 0,0 1 1 0 0,0-1 0 0 0,1 2 0 0 0,1-1 45 0 0,1 1-1 0 0,0-1 0 0 0,0 0 1 0 0,-1 0-1 0 0,1 0 1 0 0,0-1-1 0 0,0 1 0 0 0,0-1 1 0 0,0 0-1 0 0,0 0 0 0 0,0-1 1 0 0,-1 1-1 0 0,1-1 1 0 0,0 1-1 0 0,0-1 0 0 0,0-1 1 0 0,5-1-1 0 0,-1-1 128 0 0,1 0-1 0 0,-1-1 1 0 0,0 0-1 0 0,0 0 1 0 0,14-12-1 0 0,-17 11-80 0 0,0-1 0 0 0,0 0 0 0 0,-1 0 0 0 0,0 0 0 0 0,0 0 0 0 0,0-1 0 0 0,-1 0 0 0 0,3-10 0 0 0,-5 14-84 0 0,-1-1-74 0 0,0 2 26 0 0,0 0 0 0 0,0 1 0 0 0,0-1 0 0 0,0 1 0 0 0,-1-1 0 0 0,1 1 0 0 0,-1-1 0 0 0,0 1 0 0 0,1-1 0 0 0,-1 1 0 0 0,0-1 0 0 0,-1 1 0 0 0,1 0 0 0 0,0-1 0 0 0,-1 1 0 0 0,1 0 0 0 0,-1 0 0 0 0,1 0 0 0 0,-1 0 0 0 0,0 0 0 0 0,0 1 0 0 0,0-1 0 0 0,0 1 0 0 0,0-1 0 0 0,-1 1 0 0 0,1-1 0 0 0,0 1 0 0 0,-1 0 0 0 0,1 0 0 0 0,0 0 0 0 0,-5 0 0 0 0,2-1-244 0 0,1 1 1 0 0,0 0-1 0 0,0 0 0 0 0,-1 0 1 0 0,1 1-1 0 0,-1-1 0 0 0,1 1 1 0 0,0 0-1 0 0,-1 1 0 0 0,1-1 1 0 0,-1 1-1 0 0,1 0 1 0 0,0 0-1 0 0,0 0 0 0 0,-1 0 1 0 0,1 1-1 0 0,0-1 0 0 0,-7 5 1 0 0,8-4-551 0 0,3 2-2329 0 0,-3 10 1046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5.2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 3736 0 0,'105'-9'6352'0'0,"-100"8"-6032"0"0,-1 2-72 0 0,12 3-31 0 0,-12-3 188 0 0,-4-1-397 0 0,0 0 0 0 0,0 1 1 0 0,0-1-1 0 0,0 0 1 0 0,1 1-1 0 0,-1-1 0 0 0,0 0 1 0 0,0 1-1 0 0,0-1 0 0 0,0 0 1 0 0,0 1-1 0 0,1-1 1 0 0,-1 0-1 0 0,0 0 0 0 0,0 1 1 0 0,0-1-1 0 0,1 0 0 0 0,-1 0 1 0 0,0 1-1 0 0,0-1 1 0 0,1 0-1 0 0,-1 0 0 0 0,0 0 1 0 0,1 1-1 0 0,-1-1 0 0 0,0 0 1 0 0,1 0-1 0 0,-1 0 1 0 0,0 0-1 0 0,1 0 0 0 0,-1 0 1 0 0,1 0 6 0 0,0 1-1 0 0,0-1 1 0 0,-1 0 0 0 0,1 0 0 0 0,0 1-1 0 0,-1-1 1 0 0,1 0 0 0 0,-1 1 0 0 0,1-1-1 0 0,0 1 1 0 0,-1-1 0 0 0,1 1 0 0 0,-1-1 0 0 0,1 1-1 0 0,-1-1 1 0 0,0 1 0 0 0,1-1 0 0 0,-1 1-1 0 0,1 0 1 0 0,-1-1 0 0 0,0 1 0 0 0,0 0 0 0 0,1-1-1 0 0,-1 2 1 0 0,1 5 59 0 0,0 1 0 0 0,-1-1-1 0 0,0 1 1 0 0,0 0 0 0 0,0-1 0 0 0,-1 1 0 0 0,-1-1-1 0 0,1 1 1 0 0,-1-1 0 0 0,0 0 0 0 0,-1 0 0 0 0,0 0-1 0 0,0 0 1 0 0,-6 10 0 0 0,7-14-8 0 0,2-2-57 0 0,0 0 0 0 0,-1 1 0 0 0,1-1 1 0 0,-1 0-1 0 0,1 0 0 0 0,-1 0 0 0 0,0 0 0 0 0,0 0 0 0 0,1 0 1 0 0,-1 0-1 0 0,0 0 0 0 0,0 0 0 0 0,0 0 0 0 0,0 0 0 0 0,-2 1 1 0 0,-10 11 1036 0 0,12-13-999 0 0,0 1 1 0 0,-1-1-1 0 0,1 0 0 0 0,0-1 0 0 0,-1 1 0 0 0,1 0 0 0 0,0 0 0 0 0,-1 0 0 0 0,1-1 0 0 0,0 1 0 0 0,-1-1 1 0 0,1 1-1 0 0,0-1 0 0 0,0 1 0 0 0,0-1 0 0 0,-2-1 0 0 0,3-6-10 0 0,1-1 0 0 0,0 1 0 0 0,0 0 0 0 0,1 0 0 0 0,0 0 0 0 0,0 0 1 0 0,1 0-1 0 0,0 1 0 0 0,1-1 0 0 0,-1 1 0 0 0,2 0 0 0 0,-1 0 0 0 0,8-10 0 0 0,-1 3-29 0 0,1 0 0 0 0,1 0 0 0 0,0 1 0 0 0,29-22 0 0 0,-39 33-12 0 0,0 0-1 0 0,0 0 1 0 0,1 1 0 0 0,-1-1 0 0 0,0 1 0 0 0,1 0-1 0 0,-1-1 1 0 0,1 1 0 0 0,-1 1 0 0 0,1-1-1 0 0,0 0 1 0 0,-1 1 0 0 0,1 0 0 0 0,0 0 0 0 0,-1 0-1 0 0,1 0 1 0 0,-1 1 0 0 0,1-1 0 0 0,0 1 0 0 0,-1 0-1 0 0,1 0 1 0 0,-1 0 0 0 0,1 1 0 0 0,3 1 0 0 0,-2 0 9 0 0,0 0 0 0 0,1 1 0 0 0,-1 0 0 0 0,-1 0 0 0 0,1 0 0 0 0,0 0 0 0 0,-1 1 1 0 0,0-1-1 0 0,0 1 0 0 0,0 0 0 0 0,-1 0 0 0 0,6 11 0 0 0,-5-5-162 0 0,-1-1 1 0 0,0 1-1 0 0,0 0 0 0 0,-1 0 0 0 0,0 0 1 0 0,-1 0-1 0 0,-1 22 0 0 0,0-22-208 0 0,-1 1 0 0 0,-1 0 0 0 0,0-1 0 0 0,0 0 0 0 0,-1 1-1 0 0,-1-1 1 0 0,-6 13 0 0 0,5-14-853 0 0,0 0 1 0 0,-1-1-1 0 0,0 0 0 0 0,-10 11 0 0 0,-1-2-4080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6.3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84 4268 0 0,'0'0'1449'0'0,"-3"-1"-271"0"0,1 1-1422 0 0,-10-3 2520 0 0,12 3-2182 0 0,0 0 0 0 0,0-1 0 0 0,0 1 0 0 0,0-1 0 0 0,0 1 0 0 0,0 0 0 0 0,0-1 0 0 0,0 1 0 0 0,0 0 0 0 0,0-1 0 0 0,0 1 0 0 0,0-1 0 0 0,0 1 0 0 0,0 0 0 0 0,1-1 0 0 0,-1 1 0 0 0,0 0 0 0 0,0-1 0 0 0,0 1 0 0 0,0 0 0 0 0,1-1 0 0 0,-1 1 0 0 0,0 0 0 0 0,0 0 0 0 0,1-1 1 0 0,-1 1-1 0 0,0 0 0 0 0,1 0 0 0 0,-1-1 0 0 0,0 1 0 0 0,1 0 0 0 0,0-1-62 0 0,0 0 0 0 0,0 1-1 0 0,0-1 1 0 0,0 0 0 0 0,0 1 0 0 0,0-1 0 0 0,1 1 0 0 0,-1-1 0 0 0,0 1 0 0 0,0 0 0 0 0,0 0 0 0 0,0-1 0 0 0,1 1-1 0 0,-1 0 1 0 0,0 0 0 0 0,0 0 0 0 0,1 0 0 0 0,1 1 0 0 0,-2-1 46 0 0,355-22 2257 0 0,-30 3-6089 0 0,-321 19 3233 0 0,0-1 0 0 0,-1 0-1 0 0,1-1 1 0 0,0 1 0 0 0,-1-1 0 0 0,1 0-1 0 0,-1 0 1 0 0,0 0 0 0 0,8-5 0 0 0,-9 5-1684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6.7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9 3060 0 0,'0'0'1125'0'0,"-3"-2"-289"0"0,-10-3 8 0 0,10 3 1559 0 0,-1 3-1964 0 0,-17 1 791 0 0,21-2-1210 0 0,-1 1-1 0 0,1-1 1 0 0,-1 0-1 0 0,1 0 1 0 0,0 1-1 0 0,-1-1 1 0 0,1 1 0 0 0,0-1-1 0 0,-1 0 1 0 0,1 1-1 0 0,0-1 1 0 0,0 1 0 0 0,-1-1-1 0 0,1 0 1 0 0,0 1-1 0 0,0-1 1 0 0,-1 1 0 0 0,1-1-1 0 0,0 1 1 0 0,0-1-1 0 0,0 1 1 0 0,0-1 0 0 0,0 1-1 0 0,0-1 1 0 0,0 1-1 0 0,0-1 1 0 0,0 1 0 0 0,0-1-1 0 0,0 1 1 0 0,0-1-1 0 0,1 1 1 0 0,-1-1 0 0 0,0 2-1 0 0,4 19 310 0 0,-4-20-362 0 0,1 3 116 0 0,9 6-9 0 0,-7-6-67 0 0,0 0 0 0 0,1 0-1 0 0,0 0 1 0 0,0-1 0 0 0,0 0 0 0 0,0 1 0 0 0,1-2 0 0 0,-1 1 0 0 0,7 3 0 0 0,51 11 78 0 0,-58-17-69 0 0,-2 1-13 0 0,-1 0 1 0 0,1-1-1 0 0,0 0 0 0 0,-1 1 0 0 0,1-1 0 0 0,-1 0 0 0 0,1 0 0 0 0,0 0 0 0 0,-1 0 0 0 0,1 0 0 0 0,2 0 1 0 0,-4 0-2 0 0,5 0 104 0 0,-1-1-80 0 0,9-2 352 0 0,-28 0-80 0 0,13 3-240 0 0,-1 0 0 0 0,1 1 1 0 0,-1-1-1 0 0,1 1 0 0 0,-1 0 0 0 0,1-1 1 0 0,-1 1-1 0 0,1 0 0 0 0,0 1 1 0 0,0-1-1 0 0,-1 0 0 0 0,1 1 0 0 0,-3 2 1 0 0,-27 26 504 0 0,29-26-550 0 0,-1 0 1 0 0,1 1-1 0 0,1-1 0 0 0,-1 0 0 0 0,1 1 1 0 0,0 0-1 0 0,0-1 0 0 0,0 1 0 0 0,0 0 1 0 0,1 0-1 0 0,0 0 0 0 0,0 0 0 0 0,0 0 1 0 0,1 1-1 0 0,0-1 0 0 0,0 0 0 0 0,0 0 1 0 0,0 0-1 0 0,1 0 0 0 0,0 0 0 0 0,0 0 1 0 0,0 0-1 0 0,1 0 0 0 0,0 0 0 0 0,0 0 1 0 0,0-1-1 0 0,0 1 0 0 0,7 8 0 0 0,-5-7-217 0 0,1 0-1 0 0,1-1 1 0 0,-1 1-1 0 0,1-1 0 0 0,0-1 1 0 0,0 1-1 0 0,1-1 1 0 0,-1 0-1 0 0,1 0 0 0 0,8 3 1 0 0,-1-2-1143 0 0,1 0 0 0 0,-1-1 0 0 0,1-1 0 0 0,18 2 0 0 0,-6-2-3465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8.2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435 185 3928 0 0,'2'-5'1426'0'0,"1"-3"-984"0"0,0 0-1 0 0,-1 0 1 0 0,0-1-1 0 0,0 1 1 0 0,-1 0-1 0 0,0-1 0 0 0,-1 1 1 0 0,0-1-1 0 0,0 1 1 0 0,-1 0-1 0 0,0-1 0 0 0,0 1 1 0 0,-1-1-1 0 0,0 1 1 0 0,0 0-1 0 0,-7-14 1 0 0,8 20-381 0 0,-1 0 0 0 0,0 0 0 0 0,1 0 1 0 0,-1 1-1 0 0,0-1 0 0 0,0 0 1 0 0,0 1-1 0 0,0 0 0 0 0,0-1 0 0 0,0 1 1 0 0,0 0-1 0 0,0 0 0 0 0,0 0 1 0 0,-1 0-1 0 0,1 0 0 0 0,0 1 1 0 0,-1-1-1 0 0,1 1 0 0 0,0-1 0 0 0,-1 1 1 0 0,1 0-1 0 0,-1 0 0 0 0,1 0 1 0 0,-4 1-1 0 0,-3 0 80 0 0,-1 0 0 0 0,1 1-1 0 0,-18 6 1 0 0,25-8-132 0 0,-12 6 96 0 0,-1 0-1 0 0,1 1 0 0 0,1 0 0 0 0,-1 1 0 0 0,1 1 0 0 0,-23 20 0 0 0,13-8 25 0 0,0 2-1 0 0,-25 32 0 0 0,35-39-122 0 0,1 0 0 0 0,1 0 0 0 0,1 2-1 0 0,0-1 1 0 0,1 1 0 0 0,0 0-1 0 0,2 1 1 0 0,0 0 0 0 0,2 0-1 0 0,-5 26 1 0 0,8-30-56 0 0,1-12 43 0 0,1 1 0 0 0,0-1 0 0 0,0 0 0 0 0,0 0 0 0 0,0 1 1 0 0,0-1-1 0 0,1 0 0 0 0,-1 0 0 0 0,1 0 0 0 0,2 6 0 0 0,-3-8 5 0 0,2 7 11 0 0,1 4-48 0 0,1 0 0 0 0,8 22 1 0 0,-10-29 28 0 0,1-1 0 0 0,-1 1 0 0 0,1-1 0 0 0,0 0 0 0 0,0 1-1 0 0,0-1 1 0 0,1-1 0 0 0,0 1 0 0 0,-1-1 0 0 0,1 1 0 0 0,0-1 0 0 0,7 4 0 0 0,-9-5 8 0 0,1 0 0 0 0,0 0-1 0 0,0-1 1 0 0,-1 1-1 0 0,1 0 0 0 0,0-1 1 0 0,0 0-1 0 0,1 1 1 0 0,-1-1-1 0 0,0 0 0 0 0,0-1 1 0 0,0 1-1 0 0,1-1 1 0 0,5 1-1 0 0,-2-1 5 0 0,-5 1-2 0 0,1-1 1 0 0,-1 0-1 0 0,0 0 0 0 0,1 0 0 0 0,-1 0 0 0 0,0-1 0 0 0,0 1 1 0 0,1-1-1 0 0,-1 1 0 0 0,0-1 0 0 0,3-1 0 0 0,4-1-1 0 0,1-1-1 0 0,0 0 1 0 0,-1 0 0 0 0,0-1-1 0 0,0 0 1 0 0,0 0-1 0 0,-1-1 1 0 0,0-1 0 0 0,0 1-1 0 0,0-1 1 0 0,-1-1-1 0 0,0 1 1 0 0,9-14 0 0 0,0 2 24 0 0,42-52 432 0 0,-56 68-363 0 0,1 0-20 0 0,-2 2-26 0 0,0 0 0 0 0,0 0 0 0 0,1 0 0 0 0,-1 0 0 0 0,0 0-1 0 0,0 0 1 0 0,0 0 0 0 0,0-1 0 0 0,0 1 0 0 0,1-3 0 0 0,-2 4-42 0 0,0 1-1 0 0,0-1 1 0 0,0 0-1 0 0,0 0 1 0 0,0 1-1 0 0,0-1 1 0 0,0 0-1 0 0,1 0 1 0 0,-1 1 0 0 0,0-1-1 0 0,0 0 1 0 0,0 0-1 0 0,0 0 1 0 0,0 1-1 0 0,1-1 1 0 0,-1 0-1 0 0,0 0 1 0 0,0 0-1 0 0,0 0 1 0 0,1 1-1 0 0,-1-1 1 0 0,0 0-1 0 0,0 0 1 0 0,0 0-1 0 0,1 0 1 0 0,-1 0 0 0 0,0 0-1 0 0,0 0 1 0 0,1 0-1 0 0,-1 0 1 0 0,0 0-1 0 0,0 0 1 0 0,1 0-1 0 0,-1 0 1 0 0,1 0-1 0 0,-1 0-1 0 0,1 0 0 0 0,-1 1 0 0 0,0-1 1 0 0,1 0-1 0 0,-1 0 0 0 0,1 0 0 0 0,-1 0 0 0 0,1 0 0 0 0,-1 0 0 0 0,1 1 0 0 0,-1-1 0 0 0,1 0 0 0 0,-1 0 0 0 0,0 1 0 0 0,1-1 0 0 0,-1 0 0 0 0,0 1 0 0 0,1-1 0 0 0,-1 0 1 0 0,0 1-1 0 0,1-1 0 0 0,-1 1 0 0 0,0-1 0 0 0,0 0 0 0 0,1 1 0 0 0,-1-1 0 0 0,0 1 0 0 0,0-1 0 0 0,0 1 0 0 0,0-1 0 0 0,1 1 0 0 0,-1-1 0 0 0,0 1 0 0 0,0-1 0 0 0,0 1 0 0 0,0 0 1 0 0,-5 285-749 0 0,-1-147-1203 0 0,8-56-531 0 0,1-47-5543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8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73 2588 0 0,'0'0'2786'0'0,"-4"-2"-1820"0"0,3 2-885 0 0,1 0 1 0 0,-1 0-1 0 0,0-1 1 0 0,1 1-1 0 0,-1 0 0 0 0,1 0 1 0 0,-1-1-1 0 0,0 1 1 0 0,1 0-1 0 0,-1-1 0 0 0,1 1 1 0 0,-1 0-1 0 0,1-1 1 0 0,-1 1-1 0 0,1-1 1 0 0,-1 1-1 0 0,1-1 0 0 0,-1 1 1 0 0,1-1-1 0 0,0 0 1 0 0,-1 1-1 0 0,1-1 0 0 0,0 1 1 0 0,0-1-1 0 0,-1 0 1 0 0,1 1-1 0 0,0-1 1 0 0,0 0-1 0 0,0 1 0 0 0,0-1 1 0 0,0 0-1 0 0,0 1 1 0 0,0-1-1 0 0,0 0 0 0 0,0 1 1 0 0,0-1-1 0 0,0 0 1 0 0,0 1-1 0 0,0-1 1 0 0,1 0-1 0 0,-1 1 0 0 0,0-1 1 0 0,1-1-1 0 0,5-2 85 0 0,49-9-129 0 0,0 2 1 0 0,1 3 0 0 0,76-2-1 0 0,-8 12-6265 0 0,-117-2 2258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9.6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236 108 3200 0 0,'0'0'1140'0'0,"1"-5"-92"0"0,5-13-145 0 0,-5 14-117 0 0,0-1-98 0 0,0-11-105 0 0,-1 12-67 0 0,-1 0-71 0 0,-3-11-66 0 0,3 11-37 0 0,-1 1-52 0 0,-1-1-175 0 0,1 1 0 0 0,-1 0 0 0 0,0 1-1 0 0,-1-1 1 0 0,1 0 0 0 0,0 1 0 0 0,-6-3-1 0 0,5 3 90 0 0,-1 1-22 0 0,-14 0-38 0 0,14 0-52 0 0,-1 2 0 0 0,-5 2-82 0 0,1 1 0 0 0,-1 0-1 0 0,1 0 1 0 0,0 1 0 0 0,0 0-1 0 0,0 1 1 0 0,1 0 0 0 0,0 1-1 0 0,0 0 1 0 0,1 0 0 0 0,-1 1-1 0 0,2 0 1 0 0,-1 0 0 0 0,1 1-1 0 0,0 0 1 0 0,-8 15-1 0 0,13-21-90 0 0,1 1 1 0 0,-4 12 19 0 0,4-13-7 0 0,1 2-3 0 0,1-3 49 0 0,-1 0 1 0 0,0 0-1 0 0,1 0 0 0 0,-1 0 1 0 0,1 1-1 0 0,0-1 0 0 0,-1 0 1 0 0,1 0-1 0 0,0 0 0 0 0,0 0 0 0 0,0-1 1 0 0,1 1-1 0 0,-1 0 0 0 0,3 2 1 0 0,-1-1-41 0 0,1-3-48 0 0,1 0 104 0 0,0 0 0 0 0,0 0 1 0 0,0-1-1 0 0,0 0 0 0 0,0 0 0 0 0,0 0 0 0 0,0 0 0 0 0,-1-1 0 0 0,1 0 0 0 0,-1 0 0 0 0,1 0 0 0 0,-1 0 0 0 0,7-5 0 0 0,0-2 142 0 0,-1 0-1 0 0,1-1 1 0 0,14-18-1 0 0,-23 26-22 0 0,1-2 24 0 0,0 1 0 0 0,-1 0 0 0 0,1 0 0 0 0,0 0 0 0 0,0 0 0 0 0,1 1 0 0 0,3-3 0 0 0,-4 9-103 0 0,-2 0 1 0 0,1 0-1 0 0,0 0 1 0 0,-1 0-1 0 0,0 0 1 0 0,0 1 0 0 0,0-1-1 0 0,0 0 1 0 0,-1 1-1 0 0,1-1 1 0 0,-2 9-1 0 0,1-4-149 0 0,1 0-1 0 0,-1 1 1 0 0,1-1 0 0 0,4 14-1 0 0,11 19-755 0 0,-14-38 631 0 0,0-3-36 0 0,1 1 167 0 0,-1-1-1 0 0,1 0 0 0 0,0-1 1 0 0,-1 1-1 0 0,1 0 0 0 0,0-1 1 0 0,0 1-1 0 0,-1-1 0 0 0,1 0 0 0 0,0 0 1 0 0,0 0-1 0 0,-1 0 0 0 0,1-1 1 0 0,0 1-1 0 0,0-1 0 0 0,-1 1 1 0 0,1-1-1 0 0,-1 0 0 0 0,1 0 1 0 0,0 0-1 0 0,-1 0 0 0 0,0-1 1 0 0,1 1-1 0 0,1-3 0 0 0,4-2-6 0 0,-1 0-1 0 0,0-1 0 0 0,0 0 1 0 0,-1 0-1 0 0,0 0 1 0 0,0-1-1 0 0,-1 0 0 0 0,5-9 1 0 0,35-78 999 0 0,-45 95-863 0 0,2-4 244 0 0,3-16 260 0 0,-5 16-28 0 0,1 0-364 0 0,0-2-263 0 0,0 1 345 0 0,-3 5 337 0 0,-12 3 62 0 0,12 1-504 0 0,-5 13-60 0 0,1 1 1 0 0,0 0-1 0 0,1 1 1 0 0,1-1-1 0 0,1 1 1 0 0,-1 19-1 0 0,4-33-123 0 0,0-1 4 0 0,2 13 4 0 0,-2-13 2 0 0,2-1 25 0 0,-1-2 32 0 0,1 1 0 0 0,-1-1 0 0 0,0 1 0 0 0,1-1 0 0 0,-1 0 0 0 0,1 0 0 0 0,-1 1 0 0 0,1-1 0 0 0,-1 0 0 0 0,1 0 0 0 0,0 0 0 0 0,0-1 0 0 0,-1 1 0 0 0,5 1 0 0 0,-3-1-3 0 0,1-2-14 0 0,2-1 42 0 0,0 0-1 0 0,-1 0 0 0 0,1 0 0 0 0,-1 0 1 0 0,1-1-1 0 0,-1 0 0 0 0,0 0 1 0 0,0-1-1 0 0,0 1 0 0 0,-1-1 0 0 0,1 0 1 0 0,-1 0-1 0 0,0-1 0 0 0,0 1 0 0 0,-1-1 1 0 0,1 0-1 0 0,4-8 0 0 0,-1 2 20 0 0,4-6 309 0 0,19-38 0 0 0,-29 52-180 0 0,8-11 805 0 0,-12 35-938 0 0,-5 51-46 0 0,8-65-66 0 0,0 0 0 0 0,0-1 1 0 0,1 1-1 0 0,0-1 0 0 0,0 1 1 0 0,1-1-1 0 0,0 0 0 0 0,0 1 1 0 0,4 8-1 0 0,-4-13-117 0 0,7 5-138 0 0,0 1-107 0 0,1-7-162 0 0,0-2 1 0 0,0 1-1 0 0,0-1 1 0 0,-1-1-1 0 0,1 0 0 0 0,0 0 1 0 0,-1-1-1 0 0,0 0 0 0 0,1-1 1 0 0,-1 0-1 0 0,-1 0 1 0 0,16-10-1 0 0,-3 0-3116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29.9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140 21 3040 0 0,'0'0'3791'0'0,"-1"-3"-3217"0"0,-4-11-59 0 0,3 11 1245 0 0,-2 3-1603 0 0,0 0 1 0 0,0 1-1 0 0,0 0 0 0 0,0 0 1 0 0,0 0-1 0 0,0 0 1 0 0,0 1-1 0 0,0-1 1 0 0,-7 5-1 0 0,8-4 15 0 0,1 0-145 0 0,1-1 1 0 0,0 1 0 0 0,0 0-1 0 0,-1-1 1 0 0,1 0-1 0 0,0 1 1 0 0,-1-1 0 0 0,1 0-1 0 0,-4 2 1 0 0,1 1-35 0 0,1 0-1 0 0,0 0 1 0 0,0 1 0 0 0,1-1 0 0 0,-1 1 0 0 0,1-1 0 0 0,0 1 0 0 0,0 0 0 0 0,-2 8-1 0 0,3-9-100 0 0,2 0-168 0 0,1 0 236 0 0,-1 0 0 0 0,0 0 0 0 0,1 0-1 0 0,0-1 1 0 0,0 1 0 0 0,0-1 0 0 0,0 1-1 0 0,1-1 1 0 0,-1 0 0 0 0,1 0-1 0 0,0 0 1 0 0,0 0 0 0 0,4 3 0 0 0,49 31 64 0 0,-56-37-24 0 0,3 2 18 0 0,1 0 31 0 0,1 1-84 0 0,21 17 526 0 0,-25-20-452 0 0,0 1 1 0 0,-1 0-1 0 0,1 0 1 0 0,0 1-1 0 0,-1-1 1 0 0,1 0-1 0 0,-1 0 1 0 0,1 0-1 0 0,-1 0 1 0 0,1 0-1 0 0,-1 1 1 0 0,0-1-1 0 0,1 0 1 0 0,-1 0-1 0 0,0 1 1 0 0,0-1-1 0 0,0 0 1 0 0,0 0-1 0 0,0 1 1 0 0,0-1 0 0 0,0 0-1 0 0,-1 0 1 0 0,1 1-1 0 0,0-1 1 0 0,-2 2-1 0 0,1 0 76 0 0,-14 8 45 0 0,7-7-258 0 0,1-1 0 0 0,0 0-1 0 0,0 0 1 0 0,-1-1-1 0 0,0 1 1 0 0,1-2-1 0 0,-1 1 1 0 0,0-1-1 0 0,0 0 1 0 0,-11-1-1 0 0,9 1-113 0 0,5-1-210 0 0,0 0-78 0 0,-4-1 611 0 0,-22-6-6304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0.2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21 3780 0 0,'3'-2'1865'0'0,"30"-15"4345"0"0,-30 15-4034 0 0,-2 7-1780 0 0,2 12-83 0 0,-2-13-58 0 0,-2 1-37 0 0,-20 151-576 0 0,23-133-494 0 0,-1-19 330 0 0,6 1-1782 0 0,-7-5 2216 0 0,0 0-1 0 0,1 1 1 0 0,-1-1 0 0 0,0 0-1 0 0,0 1 1 0 0,1-1-1 0 0,-1 0 1 0 0,0 1-1 0 0,1-1 1 0 0,-1 0 0 0 0,1 0-1 0 0,-1 1 1 0 0,0-1-1 0 0,1 0 1 0 0,-1 0-1 0 0,1 0 1 0 0,-1 0-1 0 0,0 0 1 0 0,1 0 0 0 0,-1 0-1 0 0,1 1 1 0 0,-1-1-1 0 0,1 0 1 0 0,-1 0-1 0 0,1-1 1 0 0,-1 1 0 0 0,0 0-1 0 0,1 0 1 0 0,-1 0-1 0 0,1 0 1 0 0,-1 0-1 0 0,1 0 1 0 0,-1-1-1 0 0,1 1 1 0 0,3-2-386 0 0,13-7-2940 0 0,-1-3-740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0.6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173 54 2772 0 0,'-5'-1'1152'0'0,"-2"-1"-872"0"0,-1 1 0 0 0,0 0-1 0 0,0 0 1 0 0,0 1 0 0 0,0 0-1 0 0,0 0 1 0 0,0 1-1 0 0,0 0 1 0 0,0 1 0 0 0,0-1-1 0 0,0 2 1 0 0,1-1 0 0 0,-1 1-1 0 0,1 0 1 0 0,-1 0 0 0 0,1 1-1 0 0,0 0 1 0 0,-7 6 0 0 0,12-8-230 0 0,1-2-56 0 0,0 0 0 0 0,1 0 0 0 0,-1 0 1 0 0,1 0-1 0 0,-1 1 0 0 0,1-1 0 0 0,-1 0 0 0 0,1 0 0 0 0,-1 0 0 0 0,1 1 0 0 0,-1-1 0 0 0,1 0 0 0 0,-1 1 1 0 0,1-1-1 0 0,-1 0 0 0 0,1 1 0 0 0,0-1 0 0 0,-1 1 0 0 0,1-1 0 0 0,0 0 0 0 0,-1 1 0 0 0,1-1 0 0 0,0 1 1 0 0,0-1-1 0 0,-1 1 0 0 0,1-1 0 0 0,0 1 0 0 0,0 0 0 0 0,0-1 0 0 0,0 1 0 0 0,-1-1 0 0 0,1 1 0 0 0,0 0 0 0 0,1 17-576 0 0,0-15 438 0 0,4-3 37 0 0,3-1 228 0 0,-1 0-1 0 0,0 0 0 0 0,1 0 1 0 0,-1-1-1 0 0,0 0 1 0 0,0-1-1 0 0,-1 1 1 0 0,14-8-1 0 0,-8 1 387 0 0,0 0 1 0 0,-1 0-1 0 0,0-1 0 0 0,16-18 0 0 0,-25 25-208 0 0,-1-1-158 0 0,0 4-132 0 0,-1-1 0 0 0,0 0 0 0 0,1 1-1 0 0,-1-1 1 0 0,0 0 0 0 0,0 1-1 0 0,0-1 1 0 0,0 0 0 0 0,0 1-1 0 0,1-1 1 0 0,-1 0 0 0 0,-1 0-1 0 0,1 1 1 0 0,0-1 0 0 0,0 0-1 0 0,0 1 1 0 0,0-1 0 0 0,0 0-1 0 0,-1 1 1 0 0,1-1 0 0 0,0 0 0 0 0,0 1-1 0 0,-1-1 1 0 0,1 0 0 0 0,-1 1-1 0 0,1-1 1 0 0,0 1 0 0 0,-1-1-1 0 0,1 1 1 0 0,-1-1 0 0 0,0 1-1 0 0,1-1 1 0 0,-1 1 0 0 0,1-1-1 0 0,-1 1 1 0 0,0 0 0 0 0,1-1-1 0 0,-1 1 1 0 0,0 0 0 0 0,-2-2-82 0 0,-20 13-1024 0 0,18-7 590 0 0,1 1 0 0 0,-1 0 0 0 0,1 0 0 0 0,0 1 0 0 0,0-1 0 0 0,-6 12 0 0 0,9-14-582 0 0,1 2-109 0 0,-2 15-887 0 0,1-15-1446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1.1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69 2808 0 0,'4'-2'1436'0'0,"11"-7"-209"0"0,-11 7-188 0 0,0 0-84 0 0,41-36 4335 0 0,-43 36-3938 0 0,-9-4-1176 0 0,7 6-166 0 0,0-1 0 0 0,0 1 0 0 0,0-1 0 0 0,-1 1 0 0 0,1 0 0 0 0,0-1 0 0 0,0 1 0 0 0,0 0 0 0 0,-1-1 0 0 0,1 1 0 0 0,0 0 0 0 0,-1-1 0 0 0,1 1 0 0 0,0 0 0 0 0,-1 0-1 0 0,1-1 1 0 0,0 1 0 0 0,-1 0 0 0 0,1 0 0 0 0,0 0 0 0 0,-1-1 0 0 0,1 1 0 0 0,-1 0 0 0 0,1 0 0 0 0,0 0 0 0 0,-1 0 0 0 0,1 0 0 0 0,-1 0 0 0 0,1 0 0 0 0,0 0 0 0 0,-1 0 0 0 0,1 0-1 0 0,-1 0 1 0 0,1 0 0 0 0,-1 0 0 0 0,-6 3 43 0 0,1-1 0 0 0,-1 1 0 0 0,1 0 0 0 0,0 0 0 0 0,0 1 0 0 0,0 0 0 0 0,0 0-1 0 0,1 0 1 0 0,0 1 0 0 0,-1 0 0 0 0,2 0 0 0 0,-7 7 0 0 0,4-3-198 0 0,1 0 0 0 0,0 1 0 0 0,0 0 0 0 0,1 0 0 0 0,0 1 1 0 0,-6 17-1 0 0,10-25 5 0 0,1-2 17 0 0,0 1 109 0 0,-1 0 0 0 0,1 0-1 0 0,0-1 1 0 0,0 1 0 0 0,0 0-1 0 0,0 0 1 0 0,0 0 0 0 0,0-1 0 0 0,1 3-1 0 0,-1 1-27 0 0,1-5 12 0 0,-1 0 29 0 0,0 0 0 0 0,1 0 0 0 0,-1 0-1 0 0,0 0 1 0 0,1 0 0 0 0,-1 0 0 0 0,0 0 0 0 0,0 0 0 0 0,1 0 0 0 0,-1 1 0 0 0,0-1 0 0 0,1 0 0 0 0,-1 0 0 0 0,0 0-1 0 0,0 1 1 0 0,0-1 0 0 0,1 0 0 0 0,-1 0 0 0 0,0 0 0 0 0,0 1 0 0 0,0-1 0 0 0,1 0 0 0 0,-1 1 0 0 0,0-1-1 0 0,0 0 1 0 0,0 0 0 0 0,0 1 0 0 0,0 0 0 0 0,1-1 8 0 0,-1 0 0 0 0,0 1 1 0 0,0-1-1 0 0,0 1 0 0 0,0-1 0 0 0,1 0 0 0 0,-1 1 0 0 0,0-1 0 0 0,1 0 0 0 0,-1 1 1 0 0,0-1-1 0 0,0 0 0 0 0,1 1 0 0 0,-1-1 0 0 0,0 0 0 0 0,1 1 0 0 0,-1-1 0 0 0,1 0 1 0 0,-1 0-1 0 0,0 0 0 0 0,1 1 0 0 0,-1-1 0 0 0,1 0 0 0 0,-1 0 0 0 0,1 0 0 0 0,-1 0 1 0 0,1 0-1 0 0,-1 0 0 0 0,0 0 0 0 0,1 0 0 0 0,-1 0 0 0 0,1 0 0 0 0,-1 0 1 0 0,1 0-1 0 0,16-2 90 0 0,-13 2 16 0 0,0-3 29 0 0,6-2-15 0 0,-1-1 0 0 0,0 0-1 0 0,0-1 1 0 0,-1 0-1 0 0,0 0 1 0 0,0-1 0 0 0,-1 0-1 0 0,0-1 1 0 0,6-8-1 0 0,-10 14 41 0 0,-1 0-2 0 0,4-4-180 0 0,8-8 860 0 0,-10 17-454 0 0,-2 11-407 0 0,-1-9 38 0 0,-2 1 8 0 0,0 14-7 0 0,1-14-36 0 0,1 0-27 0 0,-1-4 45 0 0,0 6-250 0 0,1 0-1 0 0,-1-1 1 0 0,2 1 0 0 0,-1 0 0 0 0,1-1-1 0 0,0 1 1 0 0,0-1 0 0 0,1 1 0 0 0,0-1 0 0 0,4 8-1 0 0,-5-12-504 0 0,2 1-63 0 0,-1 0 175 0 0,1 0 0 0 0,1 0 0 0 0,-1-1 0 0 0,0 1 0 0 0,0-1 0 0 0,1 0-1 0 0,4 1 1 0 0,-4-2-2241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1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48 2392 0 0,'3'-3'1482'0'0,"18"-29"2157"0"0,-18 29-2526 0 0,-1 1-607 0 0,-1 2-413 0 0,0-1-1 0 0,0 1 0 0 0,0-1 1 0 0,0 0-1 0 0,0 1 1 0 0,0 0-1 0 0,0-1 1 0 0,0 1-1 0 0,0 0 0 0 0,0 0 1 0 0,0-1-1 0 0,1 1 1 0 0,-1 0-1 0 0,0 0 1 0 0,0 0-1 0 0,0 0 0 0 0,0 0 1 0 0,0 1-1 0 0,0-1 1 0 0,0 0-1 0 0,0 0 1 0 0,0 1-1 0 0,0-1 0 0 0,0 1 1 0 0,0-1-1 0 0,1 1 1 0 0,2 1 233 0 0,-3 4-28 0 0,2 0-1 0 0,-1 0 1 0 0,1 0-1 0 0,5 9 1 0 0,-7-14-329 0 0,21 70 1034 0 0,-22-68-936 0 0,0 2-20 0 0,1 14-10 0 0,0-14 1 0 0,-2-1 7 0 0,0-1 7 0 0,0 0 1 0 0,1 0-1 0 0,-2 0 0 0 0,1 0 1 0 0,0 0-1 0 0,-1-1 1 0 0,1 1-1 0 0,-1 0 0 0 0,0-1 1 0 0,0 1-1 0 0,0-1 0 0 0,0 1 1 0 0,0-1-1 0 0,-3 2 0 0 0,3-2 222 0 0,-5-8-154 0 0,6 6-113 0 0,1 0-1 0 0,-1 0 1 0 0,1-1 0 0 0,0 1-1 0 0,-1 0 1 0 0,1 0-1 0 0,-1-1 1 0 0,1 1-1 0 0,-1 0 1 0 0,1-1-1 0 0,0 1 1 0 0,-1 0 0 0 0,1-1-1 0 0,0 1 1 0 0,-1-1-1 0 0,1 1 1 0 0,0 0-1 0 0,0-1 1 0 0,0 1-1 0 0,-1-1 1 0 0,1 1 0 0 0,0-1-1 0 0,0 1 1 0 0,0-1-1 0 0,0 1 1 0 0,0-1-1 0 0,0 1 1 0 0,0-2-1 0 0,-1-5 43 0 0,1 0 0 0 0,0 0 0 0 0,1 1 0 0 0,0-1-1 0 0,0 0 1 0 0,0 0 0 0 0,1 0 0 0 0,0 1 0 0 0,3-9 0 0 0,-1 8-37 0 0,-1 0 1 0 0,1 1 0 0 0,0-1 0 0 0,0 1-1 0 0,1 0 1 0 0,0 1 0 0 0,0-1 0 0 0,0 1-1 0 0,1 0 1 0 0,-1 0 0 0 0,1 0 0 0 0,1 1 0 0 0,-1 0-1 0 0,0 0 1 0 0,1 1 0 0 0,0 0 0 0 0,0 0-1 0 0,8-2 1 0 0,-11 4-6 0 0,1-1-16 0 0,-1 0 0 0 0,1 1 0 0 0,0 0 0 0 0,-1 0 0 0 0,1 0 0 0 0,0 1 0 0 0,0 0 0 0 0,0 0 0 0 0,6 0 1 0 0,26 7 7 0 0,-28-1 2 0 0,-2-1-1 0 0,-2-2-20 0 0,1 0 0 0 0,-1 0-1 0 0,0 1 1 0 0,0 0 0 0 0,0 0-1 0 0,0 0 1 0 0,-1 1 0 0 0,0-1-1 0 0,0 1 1 0 0,0 0 0 0 0,0 0-1 0 0,-1 1 1 0 0,1-1 0 0 0,-2 1 0 0 0,1-1-1 0 0,0 1 1 0 0,-1 0 0 0 0,0 0-1 0 0,-1 0 1 0 0,1 0 0 0 0,-1 1-1 0 0,0-1 1 0 0,0 7 0 0 0,-2-5-215 0 0,1 0 0 0 0,-1 0 0 0 0,0 0 0 0 0,-1-1 1 0 0,0 1-1 0 0,0-1 0 0 0,-1 1 0 0 0,0-1 0 0 0,0 0 0 0 0,0 0 1 0 0,-1 0-1 0 0,0 0 0 0 0,-1 0 0 0 0,0-1 0 0 0,0 0 0 0 0,0 0 1 0 0,-12 10-1 0 0,6-7-1185 0 0,-1 0 0 0 0,0-1 0 0 0,-15 7 0 0 0,-9 3-4812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3.1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111 110 2696 0 0,'-41'-83'8444'0'0,"39"80"-7708"0"0,1 0-47 0 0,-15-16 1690 0 0,16 19-2328 0 0,-1-1-1 0 0,1 1 1 0 0,-1 0-1 0 0,0 0 1 0 0,1 0-1 0 0,-1-1 1 0 0,1 1-1 0 0,-1 0 1 0 0,0 0 0 0 0,1 0-1 0 0,-1 0 1 0 0,0 0-1 0 0,1 0 1 0 0,-1 0-1 0 0,0 0 1 0 0,1 0-1 0 0,-1 1 1 0 0,0-1 0 0 0,1 0-1 0 0,-1 0 1 0 0,1 1-1 0 0,-1-1 1 0 0,0 0-1 0 0,1 0 1 0 0,-1 1-1 0 0,1-1 1 0 0,-1 1-1 0 0,1-1 1 0 0,-1 1 0 0 0,1-1-1 0 0,-1 1 1 0 0,1 0-1 0 0,-3 1 189 0 0,2 3-40 0 0,-6 17 57 0 0,1 0 1 0 0,1 1 0 0 0,1 0 0 0 0,1 0-1 0 0,1 0 1 0 0,1 0 0 0 0,2 0 0 0 0,3 36-1 0 0,6-4-39 0 0,-9-50-148 0 0,0-2-3 0 0,0 1-43 0 0,0 0 0 0 0,1 0 0 0 0,-1-1 0 0 0,1 1 0 0 0,0 0 0 0 0,0-1 0 0 0,0 1 0 0 0,0-1 0 0 0,1 0 0 0 0,3 5 0 0 0,-3-6 6 0 0,2-8-57 0 0,-4 6-18 0 0,-1 0 1 0 0,0-1-1 0 0,1 1 1 0 0,-1 0-1 0 0,0 0 1 0 0,1-1-1 0 0,-1 1 0 0 0,0 0 1 0 0,1 0-1 0 0,-1-1 1 0 0,0 1-1 0 0,1 0 1 0 0,-1-1-1 0 0,0 1 0 0 0,0 0 1 0 0,0-1-1 0 0,1 1 1 0 0,-1-1-1 0 0,0 1 1 0 0,0 0-1 0 0,0-1 1 0 0,0 1-1 0 0,0-1 0 0 0,0 1 1 0 0,0 0-1 0 0,1-1 1 0 0,-1 1-1 0 0,0-1 1 0 0,-1 1-1 0 0,1-1 0 0 0,0 1 1 0 0,0-1-1 0 0,0-39-811 0 0,7-59-1 0 0,1-8 911 0 0,-8 103 30 0 0,0-1 29 0 0,1-16-7 0 0,-1 16 130 0 0,0 0-149 0 0,0-14-2 0 0,0 14 119 0 0,2-14-160 0 0,-2 15 351 0 0,-12 45 146 0 0,-11 86 73 0 0,12-61-769 0 0,7-31 186 0 0,1 39 0 0 0,3-69-76 0 0,3 13-134 0 0,-2-15 142 0 0,0 2-124 0 0,4 0-578 0 0,2 2 363 0 0,-2-8-3095 0 0,-3-2 2880 0 0,1 0 0 0 0,-1 0 0 0 0,1-1 0 0 0,-1 1 0 0 0,0-1 0 0 0,2-5 1 0 0,-3 5-351 0 0,5-16-2491 0 0,-5 16 1342 0 0,4-16-1447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3.6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1 178 3320 0 0,'0'0'2557'0'0,"0"-5"-1571"0"0,1-18 5194 0 0,2 24-6056 0 0,0-1 0 0 0,0 1 0 0 0,-1 0 0 0 0,1-1 0 0 0,0 1 0 0 0,-1 0 0 0 0,1 1 0 0 0,0-1 0 0 0,-1 0 0 0 0,1 1 0 0 0,-1-1 0 0 0,0 1 0 0 0,0 0 0 0 0,4 3 0 0 0,31 36 837 0 0,-23-23-707 0 0,9 6-487 0 0,1-1 1 0 0,1-1-1 0 0,0-1 0 0 0,2-2 1 0 0,35 21-1 0 0,-59-38-254 0 0,6 2-153 0 0,-8-4 555 0 0,-1 0-1 0 0,1 1 0 0 0,-1-1 0 0 0,1 0 0 0 0,-1 1 0 0 0,1-1 0 0 0,-1 0 0 0 0,1 0 0 0 0,-1 0 0 0 0,1 1 0 0 0,-1-1 0 0 0,1 0 0 0 0,0 0 1 0 0,-1 0-1 0 0,1 0 0 0 0,-1 0 0 0 0,1 0 0 0 0,0 0 0 0 0,-1 0 0 0 0,1 0 0 0 0,-1 0 0 0 0,1 0 0 0 0,-1 0 0 0 0,1-1 0 0 0,0 1 0 0 0,-1 0 1 0 0,1 0-1 0 0,0-1 0 0 0,14-6-498 0 0,-11 5-76 0 0,0-25-1343 0 0,-3 19 1590 0 0,0 1 0 0 0,0-1 0 0 0,-1 1 0 0 0,0-16 0 0 0,-11-74 838 0 0,-1-22 1596 0 0,11 70-800 0 0,1 45-840 0 0,0-1-46 0 0,0-13-42 0 0,0 13 2340 0 0,1 7-2580 0 0,0-1-1 0 0,0 0 1 0 0,0 0 0 0 0,1 0-1 0 0,-1 1 1 0 0,-1-1-1 0 0,1 0 1 0 0,0 1 0 0 0,0-1-1 0 0,0 1 1 0 0,-1-1-1 0 0,1 1 1 0 0,-1-1 0 0 0,1 1-1 0 0,-1 1 1 0 0,7 32 368 0 0,-5-21-373 0 0,18 104 370 0 0,14 64-3992 0 0,-33-178 2764 0 0,6 13-989 0 0,-2-11-2601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3.9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65 4228 0 0,'0'-54'7318'0'0,"-2"43"-4905"0"0,-3 35-1787 0 0,-18 258-1044 0 0,21-242-1177 0 0,2-36 903 0 0,-1 10 107 0 0,6 16-7168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4.3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141 142 3408 0 0,'1'-4'1318'0'0,"-1"1"-1117"0"0,1-4 218 0 0,0 0 1 0 0,1 0-1 0 0,-1 0 1 0 0,1 0 0 0 0,1 0-1 0 0,-1 1 1 0 0,1-1 0 0 0,0 1-1 0 0,5-7 1 0 0,-3 7-291 0 0,2 0 0 0 0,-1 1 0 0 0,1 0 0 0 0,0 0 0 0 0,0 0 0 0 0,0 1 0 0 0,1 0 0 0 0,-1 0 1 0 0,1 1-1 0 0,0 0 0 0 0,0 1 0 0 0,0-1 0 0 0,0 2 0 0 0,1-1 0 0 0,-1 1 0 0 0,0 0 0 0 0,1 1 0 0 0,-1 0 0 0 0,16 2 0 0 0,42 16 387 0 0,-63-17-448 0 0,-2 1-59 0 0,-1-1-1 0 0,1 0 0 0 0,0 1 1 0 0,-1-1-1 0 0,1 0 0 0 0,0 0 1 0 0,0 0-1 0 0,0 0 0 0 0,0 0 1 0 0,0 0-1 0 0,0 0 0 0 0,1 1 1 0 0,-2-2 6 0 0,3 4 91 0 0,-6 15-89 0 0,1-13-12 0 0,-1 0-1 0 0,0 0 1 0 0,0 0 0 0 0,-1-1-1 0 0,0 1 1 0 0,0-1-1 0 0,0 0 1 0 0,-1 0 0 0 0,0 0-1 0 0,1-1 1 0 0,-11 8-1 0 0,-9 5 132 0 0,-24 24 1 0 0,45-38-29 0 0,3-3-103 0 0,0 1 0 0 0,0-1 1 0 0,0 1-1 0 0,0-1 1 0 0,0 0-1 0 0,0 1 0 0 0,0-1 1 0 0,0 1-1 0 0,0-1 1 0 0,-1 0-1 0 0,1 1 0 0 0,0-1 1 0 0,0 1-1 0 0,0-1 1 0 0,-1 0-1 0 0,1 1 0 0 0,0-1 1 0 0,0 0-1 0 0,-1 1 1 0 0,1-1-1 0 0,0 0 0 0 0,-1 0 1 0 0,1 1-1 0 0,0-1 1 0 0,-1 0-1 0 0,0 1 0 0 0,1-1 4 0 0,-1 0-1 0 0,1 0 0 0 0,-1 1 0 0 0,1-1 1 0 0,-1 1-1 0 0,1-1 0 0 0,-1 1 0 0 0,1-1 1 0 0,0 0-1 0 0,-1 1 0 0 0,1-1 0 0 0,0 1 0 0 0,-1 0 1 0 0,1-1-1 0 0,0 1 0 0 0,0-1 0 0 0,-1 1 1 0 0,1-1-1 0 0,0 1 0 0 0,0 0 0 0 0,0-1 1 0 0,0 1-1 0 0,0-1 0 0 0,0 1 0 0 0,0 0 0 0 0,0-1 1 0 0,0 1-1 0 0,0-1 0 0 0,0 1 0 0 0,0 0 1 0 0,1 0-1 0 0,0 4 12 0 0,0 0 0 0 0,0-1 0 0 0,1 1 0 0 0,-1 0 0 0 0,1-1 0 0 0,0 1 0 0 0,1-1 0 0 0,-1 0 0 0 0,1 0 0 0 0,0 0 0 0 0,0 0 0 0 0,0 0 0 0 0,0-1 0 0 0,1 1 0 0 0,6 4 0 0 0,9 7 36 0 0,-2-2 193 0 0,0 1 0 0 0,-1 1 0 0 0,14 18 0 0 0,-27-30-152 0 0,-2 2 13 0 0,-1-3-92 0 0,1 0-1 0 0,-1 1 1 0 0,1-1-1 0 0,-1 1 0 0 0,0-1 1 0 0,0 1-1 0 0,0-1 1 0 0,0 0-1 0 0,-1 1 0 0 0,1-1 1 0 0,-1 1-1 0 0,1-1 1 0 0,-1 0-1 0 0,0 1 0 0 0,0-1 1 0 0,0 0-1 0 0,0 0 1 0 0,0 0-1 0 0,0 1 0 0 0,-1-1 1 0 0,1-1-1 0 0,-1 1 1 0 0,0 0-1 0 0,1 0 0 0 0,-1 0 1 0 0,0-1-1 0 0,0 1 1 0 0,-2 1-1 0 0,-11 4-226 0 0,0-1 0 0 0,0 0 0 0 0,-1-1 1 0 0,1-1-1 0 0,-1 0 0 0 0,0-1 0 0 0,0-1 0 0 0,-28 1 0 0 0,-6-3-3944 0 0,-82-11 0 0 0,87 5-1085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8.0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4472 0 0,'0'0'4406'0'0,"1"3"-3321"0"0,6 13 1 0 0,-1 1 0 0 0,7 30 0 0 0,5 75-1281 0 0,-15-89-286 0 0,-2-28 170 0 0,0-1-47 0 0,2 15-24 0 0,-3-14-59 0 0,3 2-1017 0 0,1 2 994 0 0,0-7-2900 0 0,-3-2 3003 0 0,0 0 235 0 0,0 0 0 0 0,-1-1 1 0 0,1 1-1 0 0,0 0 1 0 0,0 0-1 0 0,-1 0 1 0 0,1-1-1 0 0,0 1 1 0 0,-1 0-1 0 0,1-1 1 0 0,0 1-1 0 0,-1-1 1 0 0,1 1-1 0 0,0-1 1 0 0,-1 1-1 0 0,1-1 0 0 0,-1 1 1 0 0,1-1-1 0 0,-1 1 1 0 0,1-1-1 0 0,-1 0 1 0 0,1-1-1 0 0,10-17-2352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8.4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154 182 3244 0 0,'0'-6'697'0'0,"2"-21"1190"0"0,-4-53 0 0 0,-1 11 1654 0 0,-15 82-3241 0 0,16-12-290 0 0,1 0-1 0 0,0-1 0 0 0,0 1 0 0 0,0 1 0 0 0,0-1 0 0 0,0 0 0 0 0,0 0 0 0 0,0 0 0 0 0,1 0 1 0 0,-1 1-1 0 0,0-1 0 0 0,1 0 0 0 0,-1 1 0 0 0,1-1 0 0 0,-1 1 0 0 0,1-1 0 0 0,-1 3 1 0 0,0 2 17 0 0,-111 241-1039 0 0,111-244 546 0 0,-2 14-3763 0 0,10-24 4249 0 0,-1 0 1 0 0,1-1 0 0 0,-1 1 0 0 0,0-2 0 0 0,-1 1 0 0 0,0-1 0 0 0,0 0 0 0 0,-1 0 0 0 0,0 0-1 0 0,-1 0 1 0 0,3-11 0 0 0,2-10 967 0 0,-1-1 0 0 0,4-52 1 0 0,-11 79-679 0 0,0 3-297 0 0,-1 1 0 0 0,1-1-1 0 0,0 0 1 0 0,0 1 0 0 0,0-1-1 0 0,-1 0 1 0 0,1 1 0 0 0,0-1 0 0 0,0 0-1 0 0,0 1 1 0 0,0-1 0 0 0,0 0-1 0 0,0 1 1 0 0,0-1 0 0 0,0 0-1 0 0,0 1 1 0 0,1-1 0 0 0,-1 0 0 0 0,0 1-1 0 0,0-1 1 0 0,1 0 0 0 0,-1 0 34 0 0,1 1 1 0 0,-1-1 0 0 0,0 0-1 0 0,0 1 1 0 0,1-1 0 0 0,-1 0-1 0 0,0 1 1 0 0,0-1 0 0 0,0 0-1 0 0,0 1 1 0 0,0-1 0 0 0,0 0-1 0 0,0 1 1 0 0,0-1 0 0 0,0 0-1 0 0,0 1 1 0 0,-1-1 0 0 0,1 0-1 0 0,0 1 1 0 0,0-1 0 0 0,-1 0-1 0 0,-2 1 89 0 0,2 0-130 0 0,0 0 0 0 0,0 0 0 0 0,0 1 0 0 0,0-1 0 0 0,0 0 0 0 0,0 0 0 0 0,0 0 1 0 0,0 1-1 0 0,1-1 0 0 0,-1 1 0 0 0,0-1 0 0 0,0 0 0 0 0,0 1 0 0 0,0 0 1 0 0,0-1-1 0 0,1 1 0 0 0,-1-1 0 0 0,0 1 0 0 0,1 0 0 0 0,-2 1 0 0 0,-3 11-42 0 0,-10 23-151 0 0,2 1 0 0 0,1 1 0 0 0,-8 48 0 0 0,20-83-389 0 0,0 2-205 0 0,0 0 412 0 0,1 3-49 0 0,-1 0-3622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8:38.6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0 110 4192 0 0,'0'0'6717'0'0,"4"-2"-6372"0"0,21-8-258 0 0,1 2-1 0 0,1 0 0 0 0,-1 2 1 0 0,33-4-1 0 0,0-1-245 0 0,76-14-1669 0 0,1 3-3638 0 0,-95 15 1273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49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12 3884 0 0,'0'0'1726'0'0,"0"-4"-297"0"0,1-3 2977 0 0,-2 10-1813 0 0,-5 25-1150 0 0,-7 46-1623 0 0,4-14 315 0 0,-22 113-57 0 0,30-169-444 0 0,-1 14-683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49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64 2144 0 0,'-5'-1'1352'0'0,"-12"-3"-236"0"0,13 3-197 0 0,-1 1-166 0 0,-15-3-126 0 0,15 2 417 0 0,1 1-559 0 0,-11-3 165 0 0,21-2 474 0 0,29-5-604 0 0,52-6-1267 0 0,90-4 0 0 0,-147 22-2028 0 0,-26-1 401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0.1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38 525 2568 0 0,'-31'39'2363'0'0,"29"-36"-1876"0"0,2-3-468 0 0,0 0 0 0 0,0 1 0 0 0,1-1 0 0 0,-1 0-1 0 0,0 0 1 0 0,0 1 0 0 0,0-1 0 0 0,0 0 0 0 0,0 1 0 0 0,0-1 0 0 0,0 0 0 0 0,0 1 0 0 0,0-1 0 0 0,0 0 0 0 0,0 0 0 0 0,0 1 0 0 0,0-1-1 0 0,0 0 1 0 0,0 1 0 0 0,0-1 0 0 0,0 0 0 0 0,0 1 0 0 0,0-1 0 0 0,-1 0 0 0 0,1 0 0 0 0,0 1 0 0 0,0-1 0 0 0,0 0 0 0 0,0 0 0 0 0,-1 1 0 0 0,1-1-1 0 0,0 0 1 0 0,-1 1 5 0 0,1-1 0 0 0,0 0-1 0 0,-1 1 1 0 0,1-1 0 0 0,0 1-1 0 0,-1-1 1 0 0,1 1 0 0 0,0-1-1 0 0,0 0 1 0 0,0 1 0 0 0,-1-1-1 0 0,1 1 1 0 0,0-1 0 0 0,0 1-1 0 0,0-1 1 0 0,0 1 0 0 0,0-1-1 0 0,0 1 1 0 0,0-1-1 0 0,0 1 1 0 0,0-1 0 0 0,0 1-1 0 0,0-1 1 0 0,0 1 0 0 0,1-1-1 0 0,-1 1 1 0 0,0-1 0 0 0,0 1-1 0 0,0-1 1 0 0,1 1 0 0 0,-1-1-1 0 0,0 0 1 0 0,1 1 0 0 0,-1-1-1 0 0,1 1 1 0 0,3 3 61 0 0,1-1-1 0 0,0 0 1 0 0,0 0 0 0 0,0 0 0 0 0,1-1-1 0 0,-1 1 1 0 0,1-1 0 0 0,-1 0 0 0 0,1-1-1 0 0,0 0 1 0 0,0 0 0 0 0,-1 0 0 0 0,1 0-1 0 0,11-1 1 0 0,5-1-55 0 0,0 0 0 0 0,1-1 0 0 0,21-6 0 0 0,-2-1-419 0 0,0-2 0 0 0,0-1 0 0 0,39-19 0 0 0,-61 22-32 0 0,-1-1 0 0 0,0 0 0 0 0,-1-2 0 0 0,0 0 0 0 0,0-1 0 0 0,-2-1 1 0 0,29-29-1 0 0,-41 38 696 0 0,0-1 1 0 0,0 1-1 0 0,-1-1 1 0 0,0 0-1 0 0,4-11 1 0 0,-6 15-187 0 0,0-1 419 0 0,0-2-59 0 0,3-11-10 0 0,-3 12 608 0 0,-1-1-783 0 0,0-13-6 0 0,0 14 897 0 0,10 6-1071 0 0,-10-2-75 0 0,1 1 0 0 0,-1-1 1 0 0,1 0-1 0 0,-1 1 0 0 0,1-1 0 0 0,0 0 1 0 0,-1 1-1 0 0,1-1 0 0 0,-1 0 0 0 0,1 0 1 0 0,-1 0-1 0 0,1 1 0 0 0,0-1 0 0 0,-1 0 1 0 0,1 0-1 0 0,0 0 0 0 0,-1 0 0 0 0,1 0 1 0 0,-1 0-1 0 0,1 0 0 0 0,0-1 0 0 0,-1 1 1 0 0,1 0-1 0 0,0 0 0 0 0,-1 0 0 0 0,1-1 1 0 0,0 1-1 0 0,12-5 44 0 0,0 0 1 0 0,0 0-1 0 0,0-1 1 0 0,-1-1-1 0 0,0 0 1 0 0,0-1-1 0 0,0 0 1 0 0,-1-1-1 0 0,-1 0 0 0 0,0-1 1 0 0,0 0-1 0 0,0 0 1 0 0,-2-1-1 0 0,1-1 1 0 0,-1 1-1 0 0,11-23 1 0 0,-16 28 28 0 0,-1-1 1 0 0,1 1-1 0 0,-1-1 1 0 0,-1 0 0 0 0,1 0-1 0 0,-1 0 1 0 0,0 1-1 0 0,-1-1 1 0 0,1 0 0 0 0,-2 0-1 0 0,1 0 1 0 0,-1 0-1 0 0,0 0 1 0 0,0 0 0 0 0,0 0-1 0 0,-1 0 1 0 0,-1 1-1 0 0,-3-9 1 0 0,5 12 121 0 0,-1 0 83 0 0,-9-10-147 0 0,8 10 37 0 0,-16 12-221 0 0,17-8 48 0 0,0-1 0 0 0,1 1-1 0 0,-1-1 1 0 0,0 1-1 0 0,0 0 1 0 0,0 0 0 0 0,1 0-1 0 0,-1 0 1 0 0,0 0 0 0 0,1 0-1 0 0,-1 0 1 0 0,-1 3 0 0 0,-11 12 76 0 0,2 2 1 0 0,0 0 0 0 0,1 0 0 0 0,1 1 0 0 0,-14 33 0 0 0,-27 103 162 0 0,50-152-233 0 0,-20 72-175 0 0,4 1 0 0 0,3 1 0 0 0,-7 123 0 0 0,25-141-7459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0.3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6 104 2808 0 0,'-1'0'161'0'0,"1"-1"0"0"0,-1 1 0 0 0,1 0 0 0 0,0-1 1 0 0,-1 1-1 0 0,1 0 0 0 0,0-1 0 0 0,-1 1 0 0 0,1-1 0 0 0,0 1 0 0 0,0-1 0 0 0,-1 1 0 0 0,1-1 0 0 0,0 1 0 0 0,0 0 0 0 0,0-1 0 0 0,0 1 0 0 0,0-1 0 0 0,0 1 0 0 0,-1-1 0 0 0,1 0 1 0 0,0 1-1 0 0,1-1 0 0 0,-1 1 0 0 0,0-1 0 0 0,0 1 0 0 0,0-1 0 0 0,0 1 0 0 0,0-1 0 0 0,15-9 1799 0 0,41-2-1888 0 0,-32 8 416 0 0,100-24-1928 0 0,-41 4-2887 0 0,-44 12-26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0.9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1 441 2988 0 0,'0'0'1269'0'0,"3"0"-200"0"0,35-6 1339 0 0,-34 6-2037 0 0,0-1-1 0 0,11-2-152 0 0,-1-1 0 0 0,0 0 0 0 0,-1-1 0 0 0,1 0 0 0 0,-1-1 0 0 0,0 0 0 0 0,18-13 0 0 0,-1-1-105 0 0,-1-3 0 0 0,-1 0 0 0 0,40-43 1 0 0,-55 51-45 0 0,-1 0 1 0 0,0-1 0 0 0,-2 0-1 0 0,1-1 1 0 0,-2 0 0 0 0,0-1 0 0 0,-1 0-1 0 0,5-20 1 0 0,-12 34-39 0 0,0 0 1 0 0,0 0-1 0 0,-1 0 1 0 0,1 0-1 0 0,-1 0 1 0 0,0 0-1 0 0,0 0 1 0 0,-1 0-1 0 0,1 0 0 0 0,-2-5 1 0 0,1 5 0 0 0,0 2-19 0 0,1 1 0 0 0,-1-1 0 0 0,1 1 0 0 0,-1-1-1 0 0,0 1 1 0 0,0 0 0 0 0,0-1 0 0 0,0 1 0 0 0,0 0 0 0 0,0 0 0 0 0,0 0-1 0 0,0 0 1 0 0,0 0 0 0 0,0 0 0 0 0,-1 0 0 0 0,1 0 0 0 0,0 0 0 0 0,-1 1-1 0 0,1-1 1 0 0,-1 0 0 0 0,1 1 0 0 0,-1-1 0 0 0,1 1 0 0 0,-1 0 0 0 0,1-1-1 0 0,-4 1 1 0 0,4 0 5 0 0,-9 1 98 0 0,-3 7-88 0 0,0 1 0 0 0,0 1-1 0 0,1 0 1 0 0,0 0-1 0 0,1 1 1 0 0,0 1 0 0 0,1 0-1 0 0,0 0 1 0 0,1 1-1 0 0,0 0 1 0 0,1 0 0 0 0,-7 19-1 0 0,-13 28-3 0 0,-30 96-1 0 0,20-35 21 0 0,-35 204-1 0 0,49-135-2414 0 0,24-184 1442 0 0,0 17-1725 0 0,0-19 191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1.1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96 3900 0 0,'-3'-2'1186'0'0,"0"1"-1076"0"0,-22-15 3686 0 0,25 16-3741 0 0,-1 0 0 0 0,1 0 0 0 0,0-1 0 0 0,0 1 0 0 0,0 0 0 0 0,-1-1 0 0 0,1 1 0 0 0,0 0 0 0 0,0-1 0 0 0,0 1 0 0 0,0 0 0 0 0,0-1 0 0 0,-1 1 1 0 0,1 0-1 0 0,0-1 0 0 0,0 1 0 0 0,0 0 0 0 0,0-1 0 0 0,0 1 0 0 0,0 0 0 0 0,0-1 0 0 0,0 1 0 0 0,0-1 0 0 0,0 1 0 0 0,1 0 0 0 0,-1-1 0 0 0,0 1 0 0 0,0 0 0 0 0,0-1 1 0 0,1 1-1 0 0,0-2-69 0 0,0 1 0 0 0,0 0 0 0 0,1 0 0 0 0,-1 0 0 0 0,0 1 0 0 0,1-1 0 0 0,-1 0 0 0 0,1 0 0 0 0,-1 1 0 0 0,1-1 0 0 0,-1 1 1 0 0,3-1-1 0 0,58-14 173 0 0,113-12 1 0 0,-2 15-7297 0 0,-143 11 3477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4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66 243 3792 0 0,'0'0'5952'0'0,"-1"4"-5746"0"0,1-2-131 0 0,0 1-1 0 0,0-1 1 0 0,0 0 0 0 0,0 0 0 0 0,0 1 0 0 0,1-1 0 0 0,-1 0 0 0 0,1 0 0 0 0,0 1 0 0 0,-1-1 0 0 0,1 0 0 0 0,1 3 0 0 0,0-2 102 0 0,2-5-152 0 0,12-6-13 0 0,-13 7-6 0 0,1-2 23 0 0,33-39 126 0 0,-35 39-140 0 0,0-1 26 0 0,1-1-35 0 0,8-32 32 0 0,-11 29-64 0 0,-3-6 24 0 0,1 8 16 0 0,-6-8-7 0 0,7 13-5 0 0,1 0 1 0 0,-1 0-1 0 0,0 0 0 0 0,0 0 0 0 0,0 0 1 0 0,0 0-1 0 0,0 0 0 0 0,0 1 1 0 0,0-1-1 0 0,0 0 0 0 0,0 0 0 0 0,0 1 1 0 0,-1-1-1 0 0,1 1 0 0 0,0-1 0 0 0,0 1 1 0 0,-1 0-1 0 0,1 0 0 0 0,0-1 1 0 0,0 1-1 0 0,-1 0 0 0 0,1 0 0 0 0,0 0 1 0 0,-1 0-1 0 0,1 0 0 0 0,0 1 1 0 0,-2-1-1 0 0,-1 1 6 0 0,1 0 1 0 0,0 0 0 0 0,0 0 0 0 0,0 0-1 0 0,0 1 1 0 0,0-1 0 0 0,0 1-1 0 0,0-1 1 0 0,1 1 0 0 0,-5 3-1 0 0,1 1 32 0 0,-1 0 0 0 0,1 0 0 0 0,1 0-1 0 0,-1 1 1 0 0,1 0 0 0 0,0 0-1 0 0,0 0 1 0 0,1 1 0 0 0,0-1 0 0 0,0 1-1 0 0,-3 13 1 0 0,5-17-31 0 0,1-1-1 0 0,0 1 1 0 0,0-1-1 0 0,0 1 1 0 0,1 0 0 0 0,-1 0-1 0 0,1-1 1 0 0,0 1-1 0 0,0 0 1 0 0,0 0 0 0 0,1-1-1 0 0,-1 1 1 0 0,1 0-1 0 0,0-1 1 0 0,1 6-1 0 0,8 15-2 0 0,7 1-12 0 0,-12-20-165 0 0,1 0 0 0 0,-1-1 0 0 0,1 1 1 0 0,0-1-1 0 0,0-1 0 0 0,0 1 0 0 0,0-1 0 0 0,0 0 1 0 0,1 0-1 0 0,0-1 0 0 0,-1 0 0 0 0,1 0 1 0 0,0-1-1 0 0,0 1 0 0 0,0-1 0 0 0,0-1 0 0 0,0 0 1 0 0,0 0-1 0 0,0 0 0 0 0,0-1 0 0 0,0 0 0 0 0,0 0 1 0 0,0 0-1 0 0,11-5 0 0 0,-6 2-53 0 0,1-1 0 0 0,-1 0-1 0 0,1-1 1 0 0,-2 0 0 0 0,1-1 0 0 0,-1 0 0 0 0,0-1-1 0 0,0 0 1 0 0,-1-1 0 0 0,0 0 0 0 0,-1 0-1 0 0,10-13 1 0 0,-8 6 589 0 0,-2 0-1 0 0,0 0 1 0 0,0-1-1 0 0,10-33 1 0 0,-18 46-67 0 0,4-18 1005 0 0,-9 16-1064 0 0,4 6-227 0 0,0-1-1 0 0,0 1 1 0 0,0 0-1 0 0,0-1 1 0 0,0 1-1 0 0,0 0 1 0 0,0-1-1 0 0,0 1 1 0 0,0 0-1 0 0,0-1 1 0 0,0 1-1 0 0,-1 0 1 0 0,1-1-1 0 0,0 1 1 0 0,0 0-1 0 0,0-1 1 0 0,-1 1-1 0 0,1 0 1 0 0,0 0-1 0 0,0-1 1 0 0,0 1-1 0 0,-1 0 1 0 0,1 0 0 0 0,0-1-1 0 0,-1 1 1 0 0,1 0-1 0 0,0 0 1 0 0,-1 0-1 0 0,1 0 1 0 0,0-1-1 0 0,-1 1 1 0 0,1 0-1 0 0,0 0 1 0 0,-1 0-1 0 0,1 0 1 0 0,0 0-1 0 0,-1 0 1 0 0,1 0-1 0 0,-1 0 1 0 0,-6 2 36 0 0,0 1 0 0 0,0 0 1 0 0,0 0-1 0 0,1 1 0 0 0,-1 0 0 0 0,1 0 1 0 0,0 0-1 0 0,0 1 0 0 0,0 0 1 0 0,1 0-1 0 0,-6 7 0 0 0,0 0-8 0 0,1 1 0 0 0,1 0-1 0 0,0 1 1 0 0,-13 25 0 0 0,9 3 81 0 0,12-38-87 0 0,2 0-42 0 0,5 13-22 0 0,-4-13-47 0 0,5-2 54 0 0,-6-1 21 0 0,-1 0 0 0 0,1-1 0 0 0,0 1 0 0 0,0-1 0 0 0,-1 1-1 0 0,1-1 1 0 0,0 1 0 0 0,0-1 0 0 0,0 1 0 0 0,0-1 0 0 0,0 0 0 0 0,-1 1 0 0 0,1-1 0 0 0,0 0 0 0 0,0 0 0 0 0,0 0-1 0 0,0 0 1 0 0,1 0 0 0 0,4 1 15 0 0,0-1-1 0 0,-1-1 0 0 0,1 1 1 0 0,0-1-1 0 0,-1 0 1 0 0,1 0-1 0 0,-1-1 1 0 0,1 1-1 0 0,-1-1 0 0 0,0 0 1 0 0,0-1-1 0 0,0 1 1 0 0,0-1-1 0 0,0 0 1 0 0,6-5-1 0 0,25-32 659 0 0,-34 37-510 0 0,0 0 22 0 0,4-10 4 0 0,-4 10 127 0 0,1-9 147 0 0,-5 25-337 0 0,1-10-107 0 0,-7 38-8 0 0,7-37-87 0 0,2 0 98 0 0,2 13 6 0 0,-2-13-19 0 0,5 3-141 0 0,-5-7 121 0 0,-1 1 1 0 0,0-1 0 0 0,0 0-1 0 0,0 1 1 0 0,1-1 0 0 0,-1 1-1 0 0,0-1 1 0 0,0 0 0 0 0,1 1-1 0 0,-1-1 1 0 0,0 0 0 0 0,1 1-1 0 0,-1-1 1 0 0,0 0 0 0 0,1 1-1 0 0,-1-1 1 0 0,1 0 0 0 0,-1 0-1 0 0,1 1 1 0 0,-1-1 0 0 0,0 0-1 0 0,1 0 1 0 0,-1 0-1 0 0,1 0 1 0 0,-1 0 0 0 0,1 0-1 0 0,-1 1 1 0 0,1-1 0 0 0,-1 0-1 0 0,1 0 1 0 0,-1-1 0 0 0,1 1-1 0 0,0 0 1 0 0,7-1-104 0 0,1-1 0 0 0,-1 0 0 0 0,0-1 0 0 0,0 0-1 0 0,0 0 1 0 0,0-1 0 0 0,0 0 0 0 0,-1 0 0 0 0,1-1 0 0 0,11-10 0 0 0,-5 3 132 0 0,-1 0 0 0 0,0-1 0 0 0,-1-1 0 0 0,13-18 0 0 0,-18 18 209 0 0,0 0 0 0 0,-1 0 0 0 0,0 0 0 0 0,-1-1 0 0 0,-1 0 0 0 0,0 0 0 0 0,-1-1 0 0 0,2-24 0 0 0,-5 38-186 0 0,1-27 429 0 0,-1 25-256 0 0,1-1-21 0 0,0-13-9 0 0,0 14 324 0 0,-3 4-504 0 0,1 1 0 0 0,-1 0 0 0 0,0 0-1 0 0,1 0 1 0 0,-1 0 0 0 0,1 0 0 0 0,-1 1 0 0 0,1-1 0 0 0,0 0 0 0 0,-1 1 0 0 0,0 1 0 0 0,2-2-1 0 0,-2-1 1 0 0,1 1-1 0 0,0 0 0 0 0,0 0 0 0 0,0 0 1 0 0,0 0-1 0 0,0 0 0 0 0,0 1 1 0 0,1-1-1 0 0,-1 0 0 0 0,0 0 1 0 0,1 1-1 0 0,-1-1 0 0 0,0 0 0 0 0,1 1 1 0 0,0-1-1 0 0,-1 1 0 0 0,1-1 1 0 0,0 2-1 0 0,-1 1 2 0 0,-5 10 14 0 0,2 1 0 0 0,0 0 0 0 0,-3 21 0 0 0,3-17-35 0 0,-7 51-552 0 0,9-52-629 0 0,2 1 0 0 0,0-1 0 0 0,6 36 0 0 0,-6-51-5 0 0,1-1 959 0 0,0-1 0 0 0,-1 0 0 0 0,1 1 0 0 0,-1-1 1 0 0,1 0-1 0 0,0 0 0 0 0,0 0 0 0 0,0 0 0 0 0,0 0 0 0 0,0 0 1 0 0,0 0-1 0 0,1 1 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5.0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49 3624 0 0,'0'0'5891'0'0,"3"-2"-5670"0"0,6-2-159 0 0,0 0 0 0 0,0 0 0 0 0,0 1 0 0 0,1 1 0 0 0,0-1 1 0 0,-1 2-1 0 0,1-1 0 0 0,0 1 0 0 0,13 0 0 0 0,15-2-132 0 0,10-4-577 0 0,50-5-4691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5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1 2440 0 0,'0'0'7730'0'0,"-1"2"-7491"0"0,-5 8-85 0 0,1 1 1 0 0,0-1-1 0 0,1 1 0 0 0,0 0 0 0 0,1 0 1 0 0,-4 21-1 0 0,6-28-65 0 0,1-2-86 0 0,-1-1 1 0 0,1 1 0 0 0,0-1-1 0 0,-1 1 1 0 0,1-1 0 0 0,0 1-1 0 0,0 0 1 0 0,0-1 0 0 0,1 1-1 0 0,-1-1 1 0 0,0 1 0 0 0,1 2-1 0 0,0-1 2 0 0,-1 3-3 0 0,6 0-18 0 0,-6-5 17 0 0,0-1-1 0 0,0 1 0 0 0,0 0 0 0 0,1-1 0 0 0,-1 1 0 0 0,0 0 0 0 0,1-1 0 0 0,-1 1 1 0 0,0 0-1 0 0,1-1 0 0 0,-1 1 0 0 0,1-1 0 0 0,-1 1 0 0 0,1 0 0 0 0,-1-1 0 0 0,1 0 1 0 0,-1 1-1 0 0,1-1 0 0 0,0 1 0 0 0,0 0 0 0 0,3 0-16 0 0,-1 0-1 0 0,1 0 1 0 0,0 0-1 0 0,0 0 1 0 0,0-1-1 0 0,-1 0 1 0 0,1 1-1 0 0,0-2 1 0 0,0 1-1 0 0,0 0 1 0 0,0-1-1 0 0,-1 1 1 0 0,1-1-1 0 0,0 0 1 0 0,0 0-1 0 0,-1-1 1 0 0,1 1-1 0 0,-1-1 1 0 0,1 1-1 0 0,-1-1 1 0 0,0 0-1 0 0,6-5 1 0 0,-3 2 101 0 0,0 0 1 0 0,0-1-1 0 0,-1 1 1 0 0,0-1-1 0 0,0 0 1 0 0,0 0-1 0 0,-1-1 0 0 0,0 0 1 0 0,0 1-1 0 0,3-10 1 0 0,-6 13 176 0 0,11-39 1289 0 0,-11 39-923 0 0,-2 5-600 0 0,-6 12 10 0 0,2 0 1 0 0,-1 1-1 0 0,2-1 0 0 0,-5 25 0 0 0,8-35-181 0 0,0 0-124 0 0,-2 13-198 0 0,3-12-97 0 0,0-1-1032 0 0,1 1 1123 0 0,0 3 7 0 0,-1 1-5598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6.0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0 102 3464 0 0,'2'-4'1216'0'0,"0"0"-783"0"0,0-1 0 0 0,0 0 0 0 0,1 1 0 0 0,0 0-1 0 0,0 0 1 0 0,0-1 0 0 0,1 2 0 0 0,-1-1-1 0 0,5-4 1 0 0,-5 7-225 0 0,1 0-44 0 0,-1 0-154 0 0,1 1 0 0 0,-1 0 0 0 0,0 0 0 0 0,1 0 0 0 0,-1 0 0 0 0,1 0 0 0 0,-1 1 0 0 0,0-1 0 0 0,1 1 0 0 0,-1 0 0 0 0,0 0 0 0 0,1 0 0 0 0,-1 1 0 0 0,0-1 0 0 0,0 1 0 0 0,4 2 0 0 0,-1 1 9 0 0,-1 0 0 0 0,1 0-1 0 0,-1 0 1 0 0,0 0 0 0 0,0 1-1 0 0,8 12 1 0 0,-11-15 54 0 0,-1 1-7 0 0,2 14 38 0 0,-2-13 63 0 0,-1-1 58 0 0,-2 4 31 0 0,1 0 0 0 0,-2-1 0 0 0,1 1 0 0 0,-1-1 0 0 0,-4 8 0 0 0,5-12 114 0 0,2-3-335 0 0,0 1 0 0 0,0-1 0 0 0,0 1 0 0 0,0-1 0 0 0,0 0 1 0 0,0 1-1 0 0,0-1 0 0 0,0 1 0 0 0,0-1 0 0 0,0 0 0 0 0,0 1 0 0 0,-1-1 0 0 0,1 1 0 0 0,0-1 1 0 0,0 0-1 0 0,0 1 0 0 0,-1-1 0 0 0,1 0 0 0 0,0 1 0 0 0,0-1 0 0 0,-1 0 0 0 0,1 1 1 0 0,0-1-1 0 0,-1 0 0 0 0,1 0 0 0 0,0 1 0 0 0,-1-1 0 0 0,1 0 0 0 0,-1 0 0 0 0,1 0 0 0 0,0 0 1 0 0,-1 1-1 0 0,1-1 0 0 0,-1 0 0 0 0,1 0 0 0 0,0 0 0 0 0,-1 0 0 0 0,1 0 0 0 0,-1 0 1 0 0,1 0-1 0 0,-1 0 0 0 0,1 0 0 0 0,0 0 0 0 0,-1 0 0 0 0,-15-6 1964 0 0,16 4-1993 0 0,0 1 1 0 0,0 0 0 0 0,0 0-1 0 0,0 0 1 0 0,0-1 0 0 0,0 1-1 0 0,0 0 1 0 0,1 0 0 0 0,-1 0-1 0 0,0-1 1 0 0,1 1 0 0 0,-1 0-1 0 0,1 0 1 0 0,-1 0 0 0 0,1 0-1 0 0,-1 0 1 0 0,1 0 0 0 0,1-1-1 0 0,5-11-92 0 0,2-1 0 0 0,0 2-1 0 0,0 0 1 0 0,1 0 0 0 0,1 0-1 0 0,20-17 1 0 0,-10 12-1617 0 0,1 1 0 0 0,43-24 0 0 0,-62 39 701 0 0,14-3-675 0 0,-14 2-1630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6.3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66 2844 0 0,'0'0'356'0'0,"-1"4"-2"0"0,-4 14-6 0 0,4-13-2 0 0,-1-1-21 0 0,1-2-324 0 0,-2 5 365 0 0,0-1 0 0 0,1 1 0 0 0,0 0-1 0 0,0 0 1 0 0,0 1 0 0 0,0 9 0 0 0,2-16-347 0 0,1 0 0 0 0,0-1 0 0 0,0 1 0 0 0,-1-1 0 0 0,1 1 0 0 0,0-1 0 0 0,0 1 0 0 0,0-1 0 0 0,-1 1 0 0 0,1-1 0 0 0,0 0 1 0 0,0 0-1 0 0,0 1 0 0 0,0-1 0 0 0,0 0 0 0 0,0 0 0 0 0,0 0 0 0 0,0 0 0 0 0,0 0 0 0 0,0 0 0 0 0,0 0 0 0 0,-1 0 0 0 0,1 0 0 0 0,0-1 0 0 0,0 1 1 0 0,0 0-1 0 0,0-1 0 0 0,0 1 0 0 0,1-1 0 0 0,29-16 632 0 0,-18 4-356 0 0,-1 0 0 0 0,0 0 0 0 0,-1-1 0 0 0,-1 0 0 0 0,12-21 0 0 0,-21 32-141 0 0,4-18 136 0 0,-4 17 134 0 0,-5-2-249 0 0,4 6-166 0 0,0-1 0 0 0,0 1 1 0 0,0 0-1 0 0,0-1 0 0 0,0 1 1 0 0,0 0-1 0 0,0-1 0 0 0,0 1 0 0 0,0-1 1 0 0,-1 1-1 0 0,1 0 0 0 0,0-1 1 0 0,0 1-1 0 0,0 0 0 0 0,-1-1 1 0 0,1 1-1 0 0,0 0 0 0 0,0 0 1 0 0,-1-1-1 0 0,1 1 0 0 0,0 0 1 0 0,-1 0-1 0 0,1-1 0 0 0,0 1 1 0 0,-1 0-1 0 0,1 0 0 0 0,0 0 1 0 0,-1 0-1 0 0,1-1 0 0 0,-1 1 1 0 0,1 0-1 0 0,0 0 0 0 0,-1 0 1 0 0,1 0-1 0 0,-1 0 0 0 0,-5 4 43 0 0,-1-1-1 0 0,1 1 0 0 0,1 1 0 0 0,-1-1 0 0 0,1 1 0 0 0,-1 0 0 0 0,1 0 0 0 0,1 1 0 0 0,-6 7 1 0 0,2-2-31 0 0,1 0 0 0 0,0 1 0 0 0,1-1 0 0 0,-6 15 0 0 0,11-23-54 0 0,0 1 0 0 0,0-1 0 0 0,1 0 0 0 0,-1 1 0 0 0,1-1 0 0 0,0 0-1 0 0,0 1 1 0 0,0-1 0 0 0,0 1 0 0 0,1-1 0 0 0,-1 0 0 0 0,1 1 0 0 0,0-1 0 0 0,0 0 0 0 0,0 0 0 0 0,1 0 0 0 0,-1 1-1 0 0,1-1 1 0 0,-1-1 0 0 0,1 1 0 0 0,0 0 0 0 0,0 0 0 0 0,0-1 0 0 0,1 1 0 0 0,-1-1 0 0 0,1 1 0 0 0,-1-1-1 0 0,1 0 1 0 0,0 0 0 0 0,-1 0 0 0 0,1-1 0 0 0,0 1 0 0 0,1-1 0 0 0,-1 1 0 0 0,0-1 0 0 0,0 0 0 0 0,0 0 0 0 0,1-1-1 0 0,-1 1 1 0 0,0-1 0 0 0,1 1 0 0 0,-1-1 0 0 0,6 0 0 0 0,9-2-442 0 0,0 0 1 0 0,0-1-1 0 0,0-1 1 0 0,-1-1-1 0 0,1 0 1 0 0,-1-1-1 0 0,17-9 1 0 0,-8 2-657 0 0,1-2 0 0 0,-2-1 1 0 0,40-32-1 0 0,-41 28-1177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6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197 53 3040 0 0,'0'-2'106'0'0,"1"1"-1"0"0,0-1 1 0 0,-1 1-1 0 0,1-1 0 0 0,-1 1 1 0 0,0-1-1 0 0,1 1 1 0 0,-1-1-1 0 0,0 0 0 0 0,0 1 1 0 0,0-1-1 0 0,0 1 1 0 0,0-1-1 0 0,0 0 1 0 0,-1 1-1 0 0,1-1 0 0 0,0 1 1 0 0,-1-1-1 0 0,1 0 1 0 0,-1 1-1 0 0,0-1 1 0 0,1 1-1 0 0,-1 0 0 0 0,0-1 1 0 0,0 1-1 0 0,0 0 1 0 0,0-1-1 0 0,0 1 1 0 0,0 0-1 0 0,-1 0 0 0 0,1 0 1 0 0,0 0-1 0 0,-3-2 1 0 0,1 2 270 0 0,-2 1-9 0 0,-1 0-258 0 0,-1 0 0 0 0,1 1-1 0 0,0-1 1 0 0,0 1 0 0 0,0 1 0 0 0,0-1 0 0 0,0 1 0 0 0,0 0-1 0 0,0 1 1 0 0,0-1 0 0 0,1 1 0 0 0,-8 5 0 0 0,8-5-67 0 0,1 1 1 0 0,0-1-1 0 0,0 1 1 0 0,0 0-1 0 0,0 0 1 0 0,1 0-1 0 0,-1 0 1 0 0,1 1-1 0 0,0-1 1 0 0,-2 6-1 0 0,3-6-21 0 0,1-1-1 0 0,0 1 0 0 0,0 0 0 0 0,1-1 0 0 0,-1 1 0 0 0,1 0 0 0 0,-1-1 0 0 0,1 1 1 0 0,1 0-1 0 0,-1 0 0 0 0,0-1 0 0 0,1 1 0 0 0,0-1 0 0 0,0 1 0 0 0,0 0 0 0 0,0-1 1 0 0,0 1-1 0 0,1-1 0 0 0,3 5 0 0 0,60 96 287 0 0,-58-81-320 0 0,-10-19-103 0 0,-1 0-106 0 0,1-1 1 0 0,-1 1-1 0 0,-1-1 1 0 0,1 0-1 0 0,0 0 0 0 0,-1-1 1 0 0,0 1-1 0 0,1-1 1 0 0,-1 0-1 0 0,0 0 0 0 0,0-1 1 0 0,0 1-1 0 0,-7 0 1 0 0,-13 1-2247 0 0,-2-1-1753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7.6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295 98 3876 0 0,'1'-5'370'0'0,"0"0"-1"0"0,0 0 0 0 0,0 0 0 0 0,-1 0 0 0 0,0-1 0 0 0,0 1 1 0 0,-1 0-1 0 0,1 0 0 0 0,-1 0 0 0 0,-2-5 0 0 0,3 8-276 0 0,-1 0 0 0 0,0 0 0 0 0,0 0 0 0 0,0 0 0 0 0,-1 0 0 0 0,1 0 0 0 0,0 0 0 0 0,-1 0 0 0 0,1 1 0 0 0,-1-1 0 0 0,1 0 0 0 0,-1 1 0 0 0,0-1 0 0 0,0 1 0 0 0,0 0 0 0 0,0-1 0 0 0,0 1 0 0 0,0 0 0 0 0,0 0 0 0 0,0 1 0 0 0,0-1 0 0 0,0 0 0 0 0,-1 1 0 0 0,1-1 0 0 0,0 1 0 0 0,-3-1 0 0 0,-5 1-3 0 0,0 1 0 0 0,0 0 0 0 0,0 0-1 0 0,0 1 1 0 0,0 0 0 0 0,0 0 0 0 0,1 1 0 0 0,-1 1 0 0 0,1-1 0 0 0,0 2 0 0 0,0-1 0 0 0,0 1 0 0 0,1 1 0 0 0,0-1 0 0 0,0 1 0 0 0,-15 15 0 0 0,16-15-76 0 0,0 1 1 0 0,1 1-1 0 0,-1-1 0 0 0,1 1 1 0 0,1 0-1 0 0,0 1 0 0 0,0-1 0 0 0,-4 10 1 0 0,-8 31-15 0 0,17-33-11 0 0,1-8-2 0 0,0-4-23 0 0,10 17-74 0 0,-6-20 88 0 0,0-1 40 0 0,0 1 1 0 0,0-1 0 0 0,0 0-1 0 0,0-1 1 0 0,0 1-1 0 0,0-1 1 0 0,0 0 0 0 0,0 0-1 0 0,0 0 1 0 0,0-1 0 0 0,0 0-1 0 0,7-3 1 0 0,-4 0 90 0 0,-1 1 0 0 0,0-1 1 0 0,0 0-1 0 0,0-1 0 0 0,0 0 0 0 0,10-12 1 0 0,19-37 1071 0 0,-34 52-885 0 0,7-14 198 0 0,-7 14 585 0 0,-2 8-1080 0 0,6 149-206 0 0,-6-150-263 0 0,0-2 371 0 0,0-1-1 0 0,0 1 1 0 0,0-1 0 0 0,0 1 0 0 0,0-1-1 0 0,0 1 1 0 0,0-1 0 0 0,1 1 0 0 0,-1-1 0 0 0,0 1-1 0 0,1-1 1 0 0,0 3 0 0 0,0-3-90 0 0,0 3-913 0 0,6 15-5722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8.3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1 154 3448 0 0,'0'0'2666'0'0,"2"-3"-1730"0"0,1-1-622 0 0,1 0 0 0 0,-1 1 0 0 0,0 0 0 0 0,1 0 0 0 0,0 0 0 0 0,6-4 0 0 0,-7 6-10 0 0,3 0-54 0 0,1 0-180 0 0,1 1 0 0 0,0 0 0 0 0,0 0 0 0 0,0 1 0 0 0,0 0 0 0 0,-1 1 0 0 0,1-1 0 0 0,-1 1 0 0 0,15 6 0 0 0,-15-4-54 0 0,-1 0 0 0 0,1 0 0 0 0,-1 0 1 0 0,1 1-1 0 0,-2 0 0 0 0,1 0 1 0 0,0 1-1 0 0,-1 0 0 0 0,0 0 0 0 0,0 0 1 0 0,5 9-1 0 0,-9-11 9 0 0,0 1 3 0 0,-1 0 86 0 0,0 0 0 0 0,0 0-1 0 0,0 0 1 0 0,-1 0-1 0 0,0 0 1 0 0,0-1-1 0 0,0 1 1 0 0,0 0 0 0 0,-1 0-1 0 0,0-1 1 0 0,0 1-1 0 0,0-1 1 0 0,-1 1 0 0 0,1-1-1 0 0,-5 4 1 0 0,5-5 304 0 0,1-2-349 0 0,0-1 0 0 0,-1 1 1 0 0,1 0-1 0 0,0-1 0 0 0,0 1 1 0 0,-1 0-1 0 0,1 0 0 0 0,0 0 1 0 0,0 0-1 0 0,0 0 0 0 0,-1 2 0 0 0,1-2 4 0 0,-2 1 844 0 0,-5 0-399 0 0,8-2-495 0 0,-1 1-1 0 0,1-1 0 0 0,0 0 0 0 0,0 1 0 0 0,-1-1 0 0 0,1 0 0 0 0,0 0 0 0 0,-1 0 0 0 0,1 1 0 0 0,-1-1 0 0 0,1 0 0 0 0,0 0 0 0 0,-1 0 0 0 0,1 0 0 0 0,0 0 0 0 0,-1 0 0 0 0,1 0 0 0 0,-1 0 0 0 0,1 0 0 0 0,0 0 0 0 0,-1 0 0 0 0,1 0 0 0 0,-1 0 0 0 0,1 0 0 0 0,0 0 0 0 0,-1 0 0 0 0,1 0 0 0 0,-1 0 0 0 0,1 0 1 0 0,0-1-1 0 0,-1 1 0 0 0,1 0 0 0 0,0 0 0 0 0,-1 0 0 0 0,1-1 0 0 0,0 1 0 0 0,-1-1 0 0 0,0-2-9 0 0,0 0 1 0 0,0 0-1 0 0,0 0 1 0 0,0 0-1 0 0,0 0 1 0 0,1-1-1 0 0,0 1 1 0 0,-1 0-1 0 0,1 0 1 0 0,0-1 0 0 0,1 1-1 0 0,-1 0 1 0 0,1 0-1 0 0,-1-1 1 0 0,1 1-1 0 0,0 0 1 0 0,0 0-1 0 0,0 0 1 0 0,1 0-1 0 0,-1 0 1 0 0,3-3-1 0 0,2-5-245 0 0,1 0 0 0 0,0 0-1 0 0,1 1 1 0 0,15-16 0 0 0,-13 16-409 0 0,0 1-1 0 0,1 0 1 0 0,0 0 0 0 0,0 1 0 0 0,1 1 0 0 0,0 0 0 0 0,1 0-1 0 0,-1 1 1 0 0,1 1 0 0 0,0 0 0 0 0,18-4 0 0 0,-27 9 41 0 0,1 0 120 0 0,-2 0 437 0 0,0 1 0 0 0,-1-1-1 0 0,1 0 1 0 0,0 1 0 0 0,-1 0-1 0 0,1 0 1 0 0,-1 0 0 0 0,1 0 0 0 0,-1 0-1 0 0,0 0 1 0 0,1 1 0 0 0,-1-1-1 0 0,0 1 1 0 0,0-1 0 0 0,0 1-1 0 0,0 0 1 0 0,0 0 0 0 0,0 0-1 0 0,0 0 1 0 0,-1 0 0 0 0,3 4 0 0 0,-3-3 183 0 0,2 20 366 0 0,-3-18-346 0 0,-2 12-40 0 0,1-13 56 0 0,1 1-72 0 0,-1 13 71 0 0,1-13 404 0 0,3 1-484 0 0,-3-5-84 0 0,0-1-1 0 0,0 1 1 0 0,0-1 0 0 0,0 1-1 0 0,0-1 1 0 0,0 0-1 0 0,0 1 1 0 0,0-1 0 0 0,1 1-1 0 0,-1-1 1 0 0,0 0-1 0 0,0 1 1 0 0,0-1-1 0 0,0 1 1 0 0,1-1 0 0 0,-1 0-1 0 0,0 1 1 0 0,0-1-1 0 0,0 1 1 0 0,1-1-1 0 0,-1 0 1 0 0,0 0 0 0 0,1 1-1 0 0,-1-1 1 0 0,0 0-1 0 0,1 1 1 0 0,-1-1-1 0 0,1 0 1 0 0,-1 0 0 0 0,0 0-1 0 0,1 1 1 0 0,-1-1-1 0 0,1 0 1 0 0,-1 0-1 0 0,0 0 1 0 0,1 0 0 0 0,-1 0-1 0 0,1 0 1 0 0,9-2 108 0 0,-1 0-1 0 0,0-1 1 0 0,0-1 0 0 0,0 1 0 0 0,0-1 0 0 0,9-6 0 0 0,-4 1 72 0 0,-2-1 0 0 0,1 0 0 0 0,-1-1 0 0 0,-1 0 0 0 0,0 0 0 0 0,0-1 1 0 0,-1-1-1 0 0,-1 0 0 0 0,0 0 0 0 0,10-20 0 0 0,-18 29-118 0 0,0 0 45 0 0,-1 3-99 0 0,0 0 0 0 0,1 0 0 0 0,-1 0 0 0 0,0 0 0 0 0,0 0 0 0 0,1 0-1 0 0,-1 0 1 0 0,0 0 0 0 0,0 0 0 0 0,0 0 0 0 0,0 1 0 0 0,0-1 0 0 0,-1 0 0 0 0,1 0-1 0 0,0 0 1 0 0,0 0 0 0 0,-1 0 0 0 0,1 0 0 0 0,-1-1 0 0 0,-1 1-19 0 0,1 0 1 0 0,-1 0 0 0 0,0 0 0 0 0,0 0 0 0 0,0 0-1 0 0,0 0 1 0 0,0 1 0 0 0,0-1 0 0 0,0 1-1 0 0,0-1 1 0 0,0 1 0 0 0,0 0 0 0 0,0 0-1 0 0,0 0 1 0 0,0 0 0 0 0,0 0 0 0 0,0 0-1 0 0,0 1 1 0 0,-3 0 0 0 0,-1 1 34 0 0,0 1 0 0 0,0-1 0 0 0,0 1-1 0 0,0 0 1 0 0,0 0 0 0 0,-7 6 0 0 0,1 1 17 0 0,0 0-1 0 0,1 1 1 0 0,0 0-1 0 0,1 1 1 0 0,-11 15-1 0 0,18-24-41 0 0,0 0 0 0 0,1 0-1 0 0,0 1 1 0 0,0-1-1 0 0,0 1 1 0 0,0 0-1 0 0,1-1 1 0 0,-1 1-1 0 0,1 0 1 0 0,0 0-1 0 0,0 0 1 0 0,0 0-1 0 0,1 0 1 0 0,-1 0-1 0 0,1 0 1 0 0,0 0 0 0 0,0 0-1 0 0,0 0 1 0 0,2 7-1 0 0,-1-9-46 0 0,-1 0 1 0 0,1 0-1 0 0,0 0 0 0 0,-1 0 0 0 0,1-1 1 0 0,0 1-1 0 0,0 0 0 0 0,0-1 0 0 0,1 1 1 0 0,-1-1-1 0 0,0 1 0 0 0,1-1 0 0 0,-1 0 1 0 0,0 1-1 0 0,1-1 0 0 0,0 0 0 0 0,-1 0 1 0 0,1 0-1 0 0,0 0 0 0 0,-1 0 0 0 0,1-1 1 0 0,0 1-1 0 0,0 0 0 0 0,0-1 0 0 0,0 1 1 0 0,-1-1-1 0 0,3 0 0 0 0,4 1-549 0 0,-1 0-1 0 0,1-1 0 0 0,0 0 1 0 0,11-2-1 0 0,-17 2 437 0 0,48-11-3802 0 0,-27 3-247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9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81 4836 0 0,'-6'-77'6411'0'0,"6"73"-4425"0"0,-1 9-1878 0 0,-4 285 200 0 0,6-179-253 0 0,-1-95-24 0 0,0-4-11 0 0,1 0 0 0 0,0 0 0 0 0,1-1 0 0 0,4 18 0 0 0,5-7-127 0 0,-8-23 107 0 0,0 1 0 0 0,0-1 0 0 0,0 1 0 0 0,0-1 0 0 0,0 0 0 0 0,0 0 0 0 0,0 0 0 0 0,0 0 0 0 0,0-1 1 0 0,-1 1-1 0 0,1-1 0 0 0,-1 0 0 0 0,1 0 0 0 0,-1 0 0 0 0,1 0 0 0 0,2-4 0 0 0,33-44 25 0 0,-23 27-25 0 0,26-31-44 0 0,-40 53 39 0 0,-1 0-1 0 0,0 1 1 0 0,1-1 0 0 0,-1 0-1 0 0,1 0 1 0 0,0 1 0 0 0,-1-1 0 0 0,1 0-1 0 0,-1 1 1 0 0,1-1 0 0 0,0 0-1 0 0,0 1 1 0 0,-1-1 0 0 0,1 1 0 0 0,0-1-1 0 0,0 1 1 0 0,0 0 0 0 0,0-1-1 0 0,-1 1 1 0 0,1 0 0 0 0,0-1 0 0 0,0 1-1 0 0,0 0 1 0 0,0 0 0 0 0,0 0-1 0 0,0 0 1 0 0,0 0 0 0 0,0 0-1 0 0,0 0 1 0 0,0 0 0 0 0,-1 0 0 0 0,1 1-1 0 0,0-1 1 0 0,0 0 0 0 0,0 1-1 0 0,0-1 1 0 0,0 0 0 0 0,0 1 0 0 0,0 0-1 0 0,2 1 50 0 0,1-1-9 0 0,-2 11-56 0 0,1 0 1 0 0,1-1 0 0 0,0 1-1 0 0,7 14 1 0 0,-7-17 38 0 0,-2-3-15 0 0,1 1-113 0 0,0 1 1 0 0,1 0-1 0 0,0-1 1 0 0,10 14-1 0 0,-12-19 18 0 0,0 1 1 0 0,0-1-1 0 0,1 0 1 0 0,-1 0-1 0 0,1 1 1 0 0,0-2-1 0 0,0 1 1 0 0,-1 0 0 0 0,1-1-1 0 0,0 1 1 0 0,0-1-1 0 0,1 0 1 0 0,-1 0-1 0 0,0 0 1 0 0,0 0-1 0 0,0-1 1 0 0,7 1-1 0 0,0-1-10 0 0,0 0 1 0 0,-1-1-1 0 0,1 0 0 0 0,0-1 0 0 0,-1 0 1 0 0,1-1-1 0 0,-1 0 0 0 0,0 0 0 0 0,1-1 1 0 0,-2 0-1 0 0,1 0 0 0 0,0-1 0 0 0,-1-1 1 0 0,0 1-1 0 0,0-1 0 0 0,-1 0 0 0 0,1-1 1 0 0,-1 0-1 0 0,-1 0 0 0 0,1-1 0 0 0,-1 1 1 0 0,8-15-1 0 0,-12 17 145 0 0,1 0-1 0 0,-1 0 1 0 0,1-1 0 0 0,-2 1 0 0 0,1-1 0 0 0,1-6-1 0 0,-1 5 64 0 0,-1 3 179 0 0,-2 0-58 0 0,1 0-154 0 0,-1 0 0 0 0,0 0 0 0 0,0 0 0 0 0,0 0 0 0 0,0 1 0 0 0,-1-1 0 0 0,-3-7 0 0 0,3 8 83 0 0,-1 2 31 0 0,-11-4-8 0 0,11 4-5 0 0,-2 3-22 0 0,-4 1-109 0 0,1 1-1 0 0,0 1 0 0 0,0 0 0 0 0,0 0 1 0 0,0 0-1 0 0,1 1 0 0 0,0 0 1 0 0,0 1-1 0 0,0 0 0 0 0,1 0 0 0 0,0 0 1 0 0,0 0-1 0 0,1 1 0 0 0,-8 15 0 0 0,11-19-29 0 0,-5 15 3 0 0,6-15-8 0 0,5 15-168 0 0,-3-15 114 0 0,1-3-28 0 0,1 1 62 0 0,-1-1 0 0 0,0 0 0 0 0,0 0 1 0 0,0-1-1 0 0,1 1 0 0 0,-1 0 1 0 0,0-1-1 0 0,1 1 0 0 0,-1-1 0 0 0,0 0 1 0 0,1 0-1 0 0,-1 0 0 0 0,1 0 0 0 0,2 0 1 0 0,-4-1 20 0 0,4 1-2 0 0,-1-1 47 0 0,51-27 1262 0 0,-52 26-906 0 0,0 0 20 0 0,1 0-471 0 0,-3 0 124 0 0,0 1 0 0 0,0 0 0 0 0,0 0 0 0 0,0 0 0 0 0,1 1 0 0 0,-1-1 0 0 0,0 0 1 0 0,0 0-1 0 0,1 1 0 0 0,-1-1 0 0 0,1 1 0 0 0,-1-1 0 0 0,1 1 0 0 0,-1-1 0 0 0,1 1 0 0 0,-1 0 0 0 0,1 0 0 0 0,-1 0 1 0 0,1 0-1 0 0,-1 0 0 0 0,1 0 0 0 0,-1 0 0 0 0,1 0 0 0 0,-1 1 0 0 0,1-1 0 0 0,-1 1 0 0 0,0-1 0 0 0,4 2 0 0 0,-3 0-45 0 0,1 4-36 0 0,-1 1-1 0 0,0-1 0 0 0,0 0 1 0 0,1 12-1 0 0,-1-14-173 0 0,4 14-400 0 0,-5-14 122 0 0,5 11-1206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9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 4392 0 0,'0'0'2381'0'0,"2"-3"-1553"0"0,-2 3-768 0 0,0 0 0 0 0,0-1 0 0 0,0 1 0 0 0,0-1 1 0 0,0 1-1 0 0,0 0 0 0 0,0-1 0 0 0,0 1 0 0 0,1 0 1 0 0,-1-1-1 0 0,0 1 0 0 0,0 0 0 0 0,0 0 0 0 0,0-1 0 0 0,1 1 1 0 0,-1 0-1 0 0,0-1 0 0 0,0 1 0 0 0,1 0 0 0 0,-1 0 1 0 0,0 0-1 0 0,1-1 0 0 0,-1 1 0 0 0,0 0 0 0 0,1 0 1 0 0,-1 0-1 0 0,0 0 0 0 0,1-1 0 0 0,-1 1 0 0 0,0 0 0 0 0,1 0 1 0 0,0 0-1 0 0,4 11 904 0 0,-5-9-1145 0 0,1 2 285 0 0,0 0-11 0 0,1 14 6 0 0,-2-13-52 0 0,1 0-15 0 0,11 63-1659 0 0,-12-63 934 0 0,10 12-3766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09:59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157 38 2772 0 0,'12'-38'5805'0'0,"-17"39"-5719"0"0,1 0-1 0 0,-1 0 1 0 0,0 0 0 0 0,1 1 0 0 0,-1-1 0 0 0,1 1 0 0 0,0 0-1 0 0,0 0 1 0 0,-1 1 0 0 0,1-1 0 0 0,1 1 0 0 0,-1 0 0 0 0,0 0-1 0 0,1 0 1 0 0,-6 7 0 0 0,-5 6 147 0 0,-24 34-1 0 0,37-48-222 0 0,-7 10-39 0 0,1 0 0 0 0,0 0 0 0 0,-7 18 0 0 0,7-1-3382 0 0,6-26 880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0.1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 3452 0 0,'0'0'1783'0'0,"3"-2"-275"0"0,-3 1-1440 0 0,0 1 1 0 0,0 0 0 0 0,0-1-1 0 0,0 1 1 0 0,0 0 0 0 0,1-1-1 0 0,-1 1 1 0 0,0 0 0 0 0,0-1 0 0 0,0 1-1 0 0,1 0 1 0 0,-1 0 0 0 0,0-1-1 0 0,0 1 1 0 0,1 0 0 0 0,-1 0-1 0 0,0 0 1 0 0,1-1 0 0 0,-1 1 0 0 0,0 0-1 0 0,1 0 1 0 0,-1 0 0 0 0,0 0-1 0 0,1 0 1 0 0,-1 0 0 0 0,0 0-1 0 0,1 0 1 0 0,-1 0 0 0 0,0 0-1 0 0,1 0 1 0 0,-1 0 0 0 0,1 0 0 0 0,-1 0-1 0 0,1 0 1 0 0,-5 14 3450 0 0,-4 22-2886 0 0,8 14-1089 0 0,1-45 72 0 0,-1-1-149 0 0,2 12-163 0 0,-2-12-230 0 0,2-1-359 0 0,2 8 277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0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24 3880 0 0,'0'0'1348'0'0,"-19"-15"925"0"0,-2 6-937 0 0,-3 11-1296 0 0,9 11-1696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0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3392 0 0,'0'0'4501'0'0,"2"3"-3993"0"0,-1 13 178 0 0,0-1 0 0 0,-1 25 0 0 0,-1-35-569 0 0,1 0-11 0 0,-1 69 2201 0 0,5-75-2185 0 0,2-1 14 0 0,1-1-1 0 0,-2 0 0 0 0,1 0 1 0 0,0-1-1 0 0,-1 1 0 0 0,1-1 1 0 0,-1-1-1 0 0,5-4 0 0 0,37-30 834 0 0,-45 37-818 0 0,1 1-16 0 0,-2 0-123 0 0,-1 0-1 0 0,1 1 1 0 0,0-1-1 0 0,0 1 1 0 0,0-1-1 0 0,0 1 1 0 0,0-1 0 0 0,0 1-1 0 0,0 0 1 0 0,0-1-1 0 0,0 1 1 0 0,1 0-1 0 0,-1 0 1 0 0,0 0 0 0 0,0 0-1 0 0,0 0 1 0 0,0 0-1 0 0,0 0 1 0 0,0 0-1 0 0,0 1 1 0 0,0-1 0 0 0,0 0-1 0 0,0 1 1 0 0,0-1-1 0 0,2 1 1 0 0,-1 1 18 0 0,-1 2-34 0 0,3 14-8 0 0,-3-13 5 0 0,0-1-24 0 0,0 5-445 0 0,1-1 0 0 0,0 0-1 0 0,1 0 1 0 0,0 0 0 0 0,0 0 0 0 0,5 8 0 0 0,-6-13-423 0 0,3-1-169 0 0,-2-1 841 0 0,1 1-257 0 0,-1-1 1 0 0,1 0-1 0 0,-1 0 0 0 0,1 0 0 0 0,0-1 1 0 0,0 1-1 0 0,-1-1 0 0 0,1 0 1 0 0,0 0-1 0 0,0 0 0 0 0,-1 0 0 0 0,5-1 1 0 0,24-5-3523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1.2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89 2328 0 0,'5'-5'877'0'0,"-1"3"-492"0"0,-1-1-1 0 0,0 0 0 0 0,1 0 0 0 0,-2 0 1 0 0,1 0-1 0 0,0 0 0 0 0,-1 0 1 0 0,1-1-1 0 0,-1 0 0 0 0,0 1 0 0 0,0-1 1 0 0,0 0-1 0 0,-1 0 0 0 0,1 0 1 0 0,-1 0-1 0 0,1-8 0 0 0,-1 8 338 0 0,-4 2-432 0 0,-10-7-15 0 0,10 7 151 0 0,-3 2-242 0 0,0 1-153 0 0,-1 0-1 0 0,1 0 0 0 0,0 1 1 0 0,-1-1-1 0 0,1 2 1 0 0,0-1-1 0 0,0 1 1 0 0,0 0-1 0 0,0 0 1 0 0,1 0-1 0 0,-11 9 0 0 0,6-2 24 0 0,1 1-1 0 0,-1 0 1 0 0,2 0-1 0 0,0 1 1 0 0,-11 19-1 0 0,18-27-55 0 0,1 1 7 0 0,-1 14 8 0 0,1-17-35 0 0,0 0-1 0 0,1 0 0 0 0,-1 0 1 0 0,1-1-1 0 0,-1 1 1 0 0,1 0-1 0 0,0 0 0 0 0,0 0 1 0 0,0-1-1 0 0,0 1 1 0 0,0 0-1 0 0,0-1 1 0 0,0 1-1 0 0,1-1 0 0 0,-1 1 1 0 0,1-1-1 0 0,-1 0 1 0 0,1 0-1 0 0,-1 0 0 0 0,1 0 1 0 0,0 0-1 0 0,-1 0 1 0 0,1 0-1 0 0,0 0 1 0 0,0 0-1 0 0,0-1 0 0 0,0 1 1 0 0,0-1-1 0 0,0 1 1 0 0,-1-1-1 0 0,1 0 0 0 0,0 0 1 0 0,0 0-1 0 0,0 0 1 0 0,0 0-1 0 0,0 0 1 0 0,0-1-1 0 0,3 0 0 0 0,3-1 144 0 0,0-1 0 0 0,0 1 0 0 0,0-1 0 0 0,0-1 1 0 0,-1 1-1 0 0,0-2 0 0 0,0 1 0 0 0,0-1 0 0 0,0 1 0 0 0,-1-2 0 0 0,0 1 0 0 0,0-1 0 0 0,0 0 0 0 0,0 0 0 0 0,-1-1 0 0 0,0 1 0 0 0,-1-1 0 0 0,5-9 0 0 0,6-18 667 0 0,-13 31-178 0 0,-4 6-586 0 0,-1 2-23 0 0,1-1 0 0 0,0 1 0 0 0,1 0 0 0 0,-1-1 0 0 0,1 1 0 0 0,0 0 0 0 0,0 0 0 0 0,1 0 0 0 0,-1 0 0 0 0,1 0 0 0 0,0 0 1 0 0,0 0-1 0 0,2 8 0 0 0,2 16 78 0 0,10 32 0 0 0,-6-30-46 0 0,22 92 35 0 0,14 67-49 0 0,-37-150-45 0 0,-2 1 1 0 0,1 69-1 0 0,-6-98 20 0 0,-1-1 0 0 0,0 0 0 0 0,-1-1 0 0 0,0 1 0 0 0,-1 0 0 0 0,0 0 0 0 0,-1-1 0 0 0,0 0 0 0 0,0 1 0 0 0,-1-2 0 0 0,-9 14 0 0 0,14-22 11 0 0,-1 1 0 0 0,0-1 0 0 0,-1 1 1 0 0,1-1-1 0 0,0 0 0 0 0,0 0 0 0 0,0 1 0 0 0,-1-1 0 0 0,1 0 0 0 0,-1 0 0 0 0,1-1 0 0 0,-2 2 1 0 0,-2 1 16 0 0,4-3-13 0 0,0 1 1 0 0,0 0 0 0 0,0 0-1 0 0,0-1 1 0 0,0 1 0 0 0,0-1-1 0 0,0 1 1 0 0,0-1 0 0 0,0 1-1 0 0,0-1 1 0 0,0 0-1 0 0,0 0 1 0 0,0 1 0 0 0,0-1-1 0 0,0 0 1 0 0,-1 0 0 0 0,1 0-1 0 0,0 0 1 0 0,-2-1 0 0 0,0 1 28 0 0,-1 0-11 0 0,0 0-1 0 0,0-1 0 0 0,0 0 1 0 0,-1 0-1 0 0,1 0 1 0 0,1 0-1 0 0,-1-1 0 0 0,0 0 1 0 0,0 1-1 0 0,0-1 1 0 0,1-1-1 0 0,-1 1 0 0 0,1 0 1 0 0,0-1-1 0 0,0 0 1 0 0,0 0-1 0 0,-5-5 0 0 0,3 2-6 0 0,0 0-1 0 0,0 0 0 0 0,1-1 0 0 0,0 1 1 0 0,0-1-1 0 0,0 0 0 0 0,1 0 0 0 0,0 0 1 0 0,1-1-1 0 0,-1 1 0 0 0,-1-15 0 0 0,2 10-50 0 0,1 0-1 0 0,1 0 0 0 0,0 0 0 0 0,1 0 1 0 0,0 0-1 0 0,1 0 0 0 0,3-12 0 0 0,2 0-252 0 0,0 2 0 0 0,2-1 0 0 0,1 1 0 0 0,0 1 0 0 0,2 0 0 0 0,0 0 0 0 0,19-21 0 0 0,5 1-1503 0 0,1 3 0 0 0,3 1 0 0 0,1 1 0 0 0,58-38 0 0 0,-52 40-3060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2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440 559 4176 0 0,'-4'-4'293'0'0,"1"1"-1"0"0,-1 0 0 0 0,0 0 1 0 0,0 0-1 0 0,-1 1 0 0 0,1-1 1 0 0,0 1-1 0 0,-1 0 0 0 0,0 0 1 0 0,1 0-1 0 0,-1 1 0 0 0,0 0 1 0 0,0 0-1 0 0,0 0 0 0 0,0 0 1 0 0,0 1-1 0 0,0 0 1 0 0,0 0-1 0 0,0 0 0 0 0,0 1 1 0 0,0 0-1 0 0,-5 1 0 0 0,-7 2-146 0 0,1 0-1 0 0,-1 1 0 0 0,1 1 1 0 0,1 0-1 0 0,-22 13 0 0 0,18-9-102 0 0,0 2 0 0 0,1 0-1 0 0,0 1 1 0 0,0 1 0 0 0,2 1-1 0 0,0 0 1 0 0,0 1 0 0 0,2 1-1 0 0,-22 31 1 0 0,19-15 36 0 0,15-27-68 0 0,1-2 4 0 0,1 1-24 0 0,2 14-22 0 0,-1-14-53 0 0,3-3-68 0 0,1-1 81 0 0,-1 1 0 0 0,1 0 0 0 0,0-1 0 0 0,0 0 0 0 0,0 0 0 0 0,0 0 1 0 0,0-1-1 0 0,1 0 0 0 0,-1 0 0 0 0,0 0 0 0 0,0-1 0 0 0,6 0 0 0 0,0-2-15 0 0,0 0 1 0 0,0 0-1 0 0,0-1 0 0 0,-1-1 1 0 0,13-6-1 0 0,-5 0 26 0 0,0 0 0 0 0,-1-1 1 0 0,0-1-1 0 0,-1-1 0 0 0,26-28 1 0 0,-26 21 103 0 0,-1 0 1 0 0,0-2 0 0 0,-2 0-1 0 0,0-1 1 0 0,-2 0-1 0 0,-1 0 1 0 0,-1-1 0 0 0,-1-1-1 0 0,8-40 1 0 0,-7 12 462 0 0,-2 0-1 0 0,-2 0 1 0 0,-5-93-1 0 0,0 136-338 0 0,-1 1-1 0 0,0-1 0 0 0,-1 0 0 0 0,0 1 0 0 0,0-1 0 0 0,-1 1 0 0 0,-7-18 0 0 0,8 24-59 0 0,-12 3-36 0 0,13 1-70 0 0,0 0 0 0 0,0 0 0 0 0,1 0 0 0 0,-1 0-1 0 0,0 0 1 0 0,0 0 0 0 0,0 0 0 0 0,0 0 0 0 0,0 0 0 0 0,1 0-1 0 0,-1 0 1 0 0,0 1 0 0 0,0-1 0 0 0,0 0 0 0 0,1 1 0 0 0,-1-1-1 0 0,0 0 1 0 0,0 1 0 0 0,1-1 0 0 0,-1 1 0 0 0,0-1 0 0 0,1 1-1 0 0,-1 0 1 0 0,0-1 0 0 0,1 1 0 0 0,-2 1 0 0 0,-2 2 21 0 0,0 1 1 0 0,0 0 0 0 0,1 1-1 0 0,0-1 1 0 0,0 1 0 0 0,0-1-1 0 0,0 1 1 0 0,1 0 0 0 0,-3 8-1 0 0,-9 59-113 0 0,11-58 83 0 0,-6 60-268 0 0,4 0 0 0 0,3 1-1 0 0,14 143 1 0 0,-11-196-429 0 0,2 1 0 0 0,1-1 0 0 0,0 0 0 0 0,2 0 0 0 0,1-1 0 0 0,18 43 0 0 0,-20-56-868 0 0,-5-8 1390 0 0,1 0 0 0 0,-1 0 1 0 0,1 0-1 0 0,0 1 0 0 0,-1-1 1 0 0,1 0-1 0 0,0-1 0 0 0,0 1 0 0 0,0 0 1 0 0,-1 0-1 0 0,1 0 0 0 0,0 0 1 0 0,0-1-1 0 0,1 1 0 0 0,-1 0 0 0 0,2 0 1 0 0,11 7-3501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2.7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41 142 2908 0 0,'0'0'3487'0'0,"-3"3"-3129"0"0,-20 27 946 0 0,21-27-1082 0 0,1 0-66 0 0,0 0-114 0 0,0-1 0 0 0,0 1 0 0 0,1 0 0 0 0,-1-1 0 0 0,1 1-1 0 0,-1 0 1 0 0,1-1 0 0 0,0 1 0 0 0,0 0 0 0 0,0-1-1 0 0,0 1 1 0 0,1 0 0 0 0,0 2 0 0 0,4-4-6 0 0,-1 0-25 0 0,-3 0-3 0 0,1-1-1 0 0,-1 0 0 0 0,0 1 1 0 0,1-1-1 0 0,-1 0 0 0 0,1 0 1 0 0,-1 0-1 0 0,0 0 0 0 0,1 0 1 0 0,-1 0-1 0 0,1 0 0 0 0,-1 0 1 0 0,0-1-1 0 0,1 1 0 0 0,1-1 1 0 0,7-2 31 0 0,1 0 0 0 0,-1-1 0 0 0,0-1 1 0 0,-1 1-1 0 0,1-2 0 0 0,-1 1 0 0 0,0-1 1 0 0,0 0-1 0 0,0-1 0 0 0,-1 0 1 0 0,0-1-1 0 0,-1 0 0 0 0,9-11 0 0 0,-5 6 160 0 0,-8 10-114 0 0,0-1 0 0 0,0 1 0 0 0,0-1 0 0 0,-1 0 0 0 0,0 0 0 0 0,0 0-1 0 0,0 0 1 0 0,2-8 0 0 0,-3 11-26 0 0,-1 0-1 0 0,0-1 1 0 0,1 1-1 0 0,-1 0 1 0 0,0-1-1 0 0,0 1 1 0 0,0 0-1 0 0,0-1 1 0 0,-1 1-1 0 0,1 0 1 0 0,0-1-1 0 0,0 1 1 0 0,-1 0-1 0 0,1 0 1 0 0,-1-1-1 0 0,1 1 0 0 0,-1 0 1 0 0,1 0-1 0 0,-1 0 1 0 0,0 0-1 0 0,0-1 1 0 0,0 1-1 0 0,1 0 1 0 0,-1 0-1 0 0,0 1 1 0 0,0-1-1 0 0,0 0 1 0 0,0 0-1 0 0,-1 0 1 0 0,1 1-1 0 0,-2-2 1 0 0,2 2-41 0 0,1 1 0 0 0,-1-1 0 0 0,1 1 1 0 0,-1-1-1 0 0,0 0 0 0 0,1 0 0 0 0,-1 1 0 0 0,0-1 0 0 0,1 0 1 0 0,-1 0-1 0 0,0 0 0 0 0,0 0 0 0 0,1 0 0 0 0,-1 0 1 0 0,0 0-1 0 0,1 0 0 0 0,-1 0 0 0 0,0 0 0 0 0,0 0 0 0 0,1-1 1 0 0,-2 1-1 0 0,1 0-5 0 0,0-1 0 0 0,0 1 0 0 0,0 0 0 0 0,-1 0 0 0 0,1-1 1 0 0,0 1-1 0 0,0 0 0 0 0,-1 0 0 0 0,1 1 0 0 0,0-1 0 0 0,0 0 0 0 0,0 0 1 0 0,0 1-1 0 0,-1-1 0 0 0,1 0 0 0 0,0 1 0 0 0,0-1 0 0 0,0 1 0 0 0,-1 0 1 0 0,-9 4 52 0 0,1 0 0 0 0,0 0 1 0 0,0 1-1 0 0,0 0 0 0 0,1 1 0 0 0,0 0 1 0 0,0 1-1 0 0,1 0 0 0 0,0 0 1 0 0,0 0-1 0 0,1 1 0 0 0,0 0 1 0 0,1 1-1 0 0,0 0 0 0 0,0 0 1 0 0,1 0-1 0 0,0 0 0 0 0,-3 13 1 0 0,7-20-79 0 0,1 0 0 0 0,-1 0 1 0 0,1 0-1 0 0,0 0 1 0 0,0 1-1 0 0,0-1 1 0 0,0 0-1 0 0,1 0 0 0 0,-1 0 1 0 0,1 0-1 0 0,0 0 1 0 0,0 0-1 0 0,2 4 0 0 0,-2-4-19 0 0,0-1-27 0 0,-1-1 0 0 0,1 1 0 0 0,0-1 0 0 0,0 0 1 0 0,0 0-1 0 0,0 1 0 0 0,0-1 0 0 0,0 0 0 0 0,0 0 1 0 0,0 0-1 0 0,1 0 0 0 0,-1 0 0 0 0,0 0 0 0 0,1-1 1 0 0,-1 1-1 0 0,0 0 0 0 0,1-1 0 0 0,-1 1 1 0 0,1-1-1 0 0,-1 1 0 0 0,1-1 0 0 0,-1 0 0 0 0,1 1 1 0 0,2-1-1 0 0,1 0-246 0 0,1 1 1 0 0,0-2 0 0 0,0 1 0 0 0,0 0-1 0 0,0-1 1 0 0,7-2 0 0 0,10-4-350 0 0,-1-1-1 0 0,1 0 1 0 0,-2-2-1 0 0,1 0 1 0 0,-1-2-1 0 0,-1 0 1 0 0,26-21-1 0 0,-32 21 728 0 0,0 0 0 0 0,0-2 0 0 0,-1 1 1 0 0,-1-2-1 0 0,20-28 0 0 0,-30 39 121 0 0,0 1-1 0 0,0-1 1 0 0,-1 0-1 0 0,1 1 1 0 0,-1-1 0 0 0,0 0-1 0 0,0 0 1 0 0,1-7 0 0 0,-2 9-134 0 0,1-2 586 0 0,-2 4-636 0 0,1 0 0 0 0,0 0-1 0 0,0 0 1 0 0,-1 0 0 0 0,1-1-1 0 0,0 1 1 0 0,0 0 0 0 0,0 0 0 0 0,-1 0-1 0 0,1 0 1 0 0,0 0 0 0 0,0 0-1 0 0,0-1 1 0 0,-1 1 0 0 0,1 0 0 0 0,0 0-1 0 0,0 0 1 0 0,0-1 0 0 0,0 1-1 0 0,0 0 1 0 0,0 0 0 0 0,-1-1 0 0 0,1 1-1 0 0,0 0 1 0 0,0 0 0 0 0,0 0-1 0 0,0-1 1 0 0,0 1 0 0 0,0 0 0 0 0,0 0-1 0 0,0-1 1 0 0,0 1 0 0 0,0-1-1 0 0,0 1 9 0 0,0-1-1 0 0,0 1 0 0 0,0-1 1 0 0,0 1-1 0 0,0-1 0 0 0,0 1 0 0 0,0 0 1 0 0,0-1-1 0 0,-1 1 0 0 0,1-1 1 0 0,0 1-1 0 0,0-1 0 0 0,0 1 0 0 0,-1 0 1 0 0,1-1-1 0 0,0 1 0 0 0,0-1 1 0 0,-1 1-1 0 0,1 0 0 0 0,0-1 0 0 0,-1 1 1 0 0,1 0-1 0 0,-1 0 0 0 0,1-1 1 0 0,0 1-1 0 0,-1 0 0 0 0,1 0 0 0 0,-1-1 1 0 0,1 1-1 0 0,-1 0 0 0 0,1 0 1 0 0,0 0-1 0 0,-1 0 0 0 0,-15-2 156 0 0,12 2-27 0 0,1 1-13 0 0,0 0-105 0 0,0 0 0 0 0,-1 1 0 0 0,2-1 0 0 0,-1 1 0 0 0,0 0 1 0 0,0-1-1 0 0,0 1 0 0 0,1 1 0 0 0,-1-1 0 0 0,1 0 0 0 0,0 0 0 0 0,0 1 0 0 0,0 0 0 0 0,0-1 1 0 0,0 1-1 0 0,0 0 0 0 0,-2 6 0 0 0,2-5-26 0 0,2-3-1 0 0,-1-1-1 0 0,0 1 1 0 0,1 0 0 0 0,0 0-1 0 0,-1 0 1 0 0,1 1 0 0 0,0-1-1 0 0,-1 0 1 0 0,1 0 0 0 0,0 0-1 0 0,0 0 1 0 0,0 0 0 0 0,0 0-1 0 0,0 2 1 0 0,1 2-3 0 0,0 0 0 0 0,1 0 0 0 0,-1-1 0 0 0,1 1 0 0 0,0 0 0 0 0,0-1 1 0 0,5 7-1 0 0,3 3-8 0 0,1 0 0 0 0,0-1 1 0 0,1-1-1 0 0,24 20 1 0 0,2 3 21 0 0,-35-32-12 0 0,-2 0 5 0 0,4 10-18 0 0,-5-12 9 0 0,0 0 1 0 0,0 0-1 0 0,0 0 0 0 0,-1 0 0 0 0,1 0 1 0 0,0 0-1 0 0,-1 0 0 0 0,1 0 1 0 0,-1 0-1 0 0,1 0 0 0 0,-1-1 1 0 0,1 1-1 0 0,-1 0 0 0 0,1 0 0 0 0,-1 0 1 0 0,0-1-1 0 0,0 1 0 0 0,1 0 1 0 0,-3 1-1 0 0,0 1-33 0 0,-1-1 0 0 0,0 1 0 0 0,0 0 0 0 0,0-1 0 0 0,0 0 1 0 0,0 0-1 0 0,0 0 0 0 0,-1-1 0 0 0,1 0 0 0 0,-1 1 0 0 0,-7 0 0 0 0,5-1-8 0 0,-4 3-385 0 0,0-1 1 0 0,0 0-1 0 0,-1-1 0 0 0,1 0 0 0 0,-1-1 0 0 0,1 0 1 0 0,-14-2-1 0 0,8-3-1906 0 0,14 2 1604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3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139 60 3512 0 0,'0'-4'1180'0'0,"0"-13"-168"0"0,0 13-179 0 0,-2 1-59 0 0,-2-11-117 0 0,2 11-101 0 0,2 3-536 0 0,0 0-1 0 0,0 0 1 0 0,-1 0-1 0 0,1 0 1 0 0,0 0-1 0 0,0 0 1 0 0,0 0-1 0 0,-1-1 1 0 0,1 1-1 0 0,0 0 1 0 0,0 0-1 0 0,-1 0 1 0 0,1 0-1 0 0,0 0 1 0 0,0 0-1 0 0,0 0 1 0 0,-1-1-1 0 0,1 1 1 0 0,0 0-1 0 0,0 0 1 0 0,0 0-1 0 0,0 0 1 0 0,0-1-1 0 0,-1 1 1 0 0,1 0-1 0 0,0 0 0 0 0,0 0 1 0 0,0-1-1 0 0,0 1 1 0 0,0 0-1 0 0,0 0 1 0 0,0-1-1 0 0,0 1 1 0 0,0 0-1 0 0,-1-1 22 0 0,1 1-1 0 0,0-1 0 0 0,0 1 1 0 0,0-1-1 0 0,0 1 0 0 0,-1-1 1 0 0,1 1-1 0 0,0-1 0 0 0,-1 1 1 0 0,1 0-1 0 0,0-1 0 0 0,-1 1 0 0 0,1 0 1 0 0,0-1-1 0 0,-1 1 0 0 0,1 0 1 0 0,-1-1-1 0 0,1 1 0 0 0,0 0 1 0 0,-1 0-1 0 0,1-1 0 0 0,-1 1 0 0 0,1 0 1 0 0,-1 0-1 0 0,1 0 0 0 0,-1 0 1 0 0,1-1-1 0 0,-1 1 0 0 0,0 0 1 0 0,-3 0-2 0 0,0 0 1 0 0,1 0 0 0 0,-1 0 0 0 0,0 1 0 0 0,1-1-1 0 0,-1 1 1 0 0,0 0 0 0 0,1 0 0 0 0,-1 0 0 0 0,1 1-1 0 0,0-1 1 0 0,-1 1 0 0 0,1 0 0 0 0,0 0 0 0 0,0 0-1 0 0,0 0 1 0 0,0 0 0 0 0,0 1 0 0 0,-5 5-1 0 0,4-4-24 0 0,0 1 1 0 0,0 0-1 0 0,1 1 0 0 0,0-1 0 0 0,-1 0 0 0 0,2 1 0 0 0,-1 0 0 0 0,1 0 0 0 0,-1 0 0 0 0,2 0 0 0 0,-1 0 0 0 0,1 0 0 0 0,-1 7 0 0 0,1-9-63 0 0,0 6 91 0 0,1 1 0 0 0,-1-1 1 0 0,2 0-1 0 0,1 15 1 0 0,-1-22-175 0 0,-1 0 1 0 0,1 0 0 0 0,0 0-1 0 0,0 0 1 0 0,0 0 0 0 0,1 0 0 0 0,-1 0-1 0 0,1 0 1 0 0,-1 0 0 0 0,1-1-1 0 0,0 1 1 0 0,0 0 0 0 0,1-1 0 0 0,-1 0-1 0 0,0 1 1 0 0,1-1 0 0 0,-1 0-1 0 0,1 0 1 0 0,5 3 0 0 0,30 9-4875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4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1 196 3296 0 0,'0'0'2307'0'0,"1"-4"-1474"0"0,4-10-146 0 0,-4 11 755 0 0,2 1-1131 0 0,-2 1-272 0 0,1-1 1 0 0,0 1-1 0 0,0 0 0 0 0,0 0 0 0 0,0 0 1 0 0,-1 0-1 0 0,1 1 0 0 0,0-1 0 0 0,0 1 0 0 0,1-1 1 0 0,-1 1-1 0 0,0-1 0 0 0,0 1 0 0 0,0 0 1 0 0,0 0-1 0 0,0 0 0 0 0,0 0 0 0 0,0 1 0 0 0,0-1 1 0 0,0 1-1 0 0,0-1 0 0 0,0 1 0 0 0,4 1 1 0 0,18 7 123 0 0,-10-3-142 0 0,7 6 2 0 0,-10 0-22 0 0,-2-3 42 0 0,0 1 0 0 0,13 20 0 0 0,-20-27-30 0 0,-2 2 11 0 0,2 12 32 0 0,-1-13 49 0 0,-2 0 61 0 0,-1 1 78 0 0,0-1 0 0 0,0 1 0 0 0,0-1 1 0 0,0 1-1 0 0,-1-1 0 0 0,1 0 0 0 0,-1 0 0 0 0,0 0 0 0 0,-1-1 0 0 0,-5 6 1 0 0,6-7 1590 0 0,1-4-1624 0 0,-8-8-52 0 0,7 7-29 0 0,5-1-31 0 0,5-11-429 0 0,1 0 1 0 0,0 1 0 0 0,1 0-1 0 0,0 0 1 0 0,1 1 0 0 0,0 0-1 0 0,1 1 1 0 0,1 0-1 0 0,0 1 1 0 0,1 0 0 0 0,0 1-1 0 0,18-11 1 0 0,-8 12-831 0 0,-19 8 591 0 0,1 0 75 0 0,16-2 82 0 0,-16 3 70 0 0,-1 0 45 0 0,14 3 77 0 0,-14-2 24 0 0,-1 1 65 0 0,23 19-174 0 0,-24-18 259 0 0,7 15 148 0 0,-5-3-32 0 0,-3-11 480 0 0,4 2-262 0 0,-5-5-270 0 0,0-1 0 0 0,0 0 0 0 0,0 1-1 0 0,0-1 1 0 0,0 1 0 0 0,0-1 0 0 0,1 0-1 0 0,-1 1 1 0 0,0-1 0 0 0,0 1 0 0 0,0-1-1 0 0,0 0 1 0 0,1 1 0 0 0,-1-1 0 0 0,0 0-1 0 0,0 1 1 0 0,1-1 0 0 0,-1 0 0 0 0,0 0-1 0 0,1 1 1 0 0,-1-1 0 0 0,0 0 0 0 0,1 0-1 0 0,-1 1 1 0 0,0-1 0 0 0,1 0 0 0 0,-1 0-1 0 0,0 0 1 0 0,1 0 0 0 0,-1 0 0 0 0,1 1-1 0 0,-1-1 1 0 0,0 0 0 0 0,1 0 0 0 0,-1 0-1 0 0,1 0 1 0 0,-1 0 0 0 0,1 0 0 0 0,-1 0-1 0 0,19-2 140 0 0,-15 1 23 0 0,1-1 6 0 0,3-1-52 0 0,0-1 1 0 0,-1 1 0 0 0,1-2 0 0 0,-1 1 0 0 0,0-1 0 0 0,0 0 0 0 0,8-8 0 0 0,-6 0 54 0 0,0 0 0 0 0,-1 0 0 0 0,0-1 0 0 0,6-14 0 0 0,-13 25-77 0 0,0 2-88 0 0,-1 0 0 0 0,0 0 0 0 0,1 1 0 0 0,-1-1 0 0 0,0 0 0 0 0,0 0 0 0 0,0 0 0 0 0,1 0 0 0 0,-1 0 0 0 0,0 0 0 0 0,0 0 0 0 0,0 0 0 0 0,0 0 0 0 0,-1 0 0 0 0,1 0 0 0 0,0 0 0 0 0,0 0 0 0 0,-1 0 0 0 0,1 1 0 0 0,-1-3 0 0 0,-3 4-16 0 0,0-1 0 0 0,0 1 0 0 0,0 0 0 0 0,0 0-1 0 0,1 1 1 0 0,-1-1 0 0 0,0 1 0 0 0,0-1 0 0 0,1 1 0 0 0,-1 0-1 0 0,1 1 1 0 0,0-1 0 0 0,0 1 0 0 0,0-1 0 0 0,0 1-1 0 0,0 0 1 0 0,-4 6 0 0 0,-7 7-3 0 0,2 1 0 0 0,-11 19 0 0 0,20-29 1 0 0,0 0 0 0 0,0 0 0 0 0,0 0-1 0 0,1 0 1 0 0,-1 10 0 0 0,1-8-5 0 0,1-6-66 0 0,1 1 0 0 0,-1-1 0 0 0,1 0 0 0 0,0 1 0 0 0,0-1-1 0 0,1 1 1 0 0,-1-1 0 0 0,1 0 0 0 0,-1 1 0 0 0,1-1 0 0 0,0 0 0 0 0,1 0 0 0 0,-1 1 0 0 0,0-1 0 0 0,1 0 0 0 0,0 0 0 0 0,-1-1 0 0 0,1 1 0 0 0,0 0 0 0 0,1 0 0 0 0,-1-1 0 0 0,5 4 0 0 0,-2-3-105 0 0,0 0 0 0 0,0-1 0 0 0,1 0 0 0 0,-1 0 0 0 0,1-1 0 0 0,-1 1 0 0 0,1-1 0 0 0,0 0 0 0 0,-1-1 0 0 0,1 1 0 0 0,7-2 1 0 0,-2 1-33 0 0,1-1 0 0 0,0-1 0 0 0,-1 0 0 0 0,0-1 0 0 0,14-4 0 0 0,-11 1 314 0 0,1 1 0 0 0,-1-2 0 0 0,0 0 0 0 0,-1-1 1 0 0,0 0-1 0 0,0-1 0 0 0,0 0 0 0 0,-1-1 0 0 0,-1 0 1 0 0,0-1-1 0 0,0-1 0 0 0,-1 1 0 0 0,-1-2 0 0 0,0 1 1 0 0,0-1-1 0 0,-1-1 0 0 0,-1 0 0 0 0,0 0 1 0 0,-1 0-1 0 0,4-16 0 0 0,-8 23 187 0 0,0 1 0 0 0,-1 0 0 0 0,0-1 0 0 0,-1 1 0 0 0,0-12 0 0 0,0 11 113 0 0,0 6-398 0 0,1 1-1 0 0,-1-1 1 0 0,0 1-1 0 0,0-1 1 0 0,0 1 0 0 0,0 0-1 0 0,0-1 1 0 0,0 1-1 0 0,0-1 1 0 0,0 1-1 0 0,0-1 1 0 0,0 1 0 0 0,0-1-1 0 0,0 1 1 0 0,0 0-1 0 0,0-1 1 0 0,0 1 0 0 0,0-1-1 0 0,0 1 1 0 0,-1-1-1 0 0,1 1 1 0 0,0 0-1 0 0,0-1 1 0 0,-1 1 0 0 0,1 0-1 0 0,0-1 1 0 0,0 1-1 0 0,-1 0 1 0 0,1-1 0 0 0,0 1-1 0 0,-1 0 1 0 0,1-1-1 0 0,-1 1 1 0 0,1 0-1 0 0,0 0 1 0 0,-1 0 0 0 0,1-1-1 0 0,-1 1 1 0 0,1 0-1 0 0,0 0 1 0 0,-1 0-1 0 0,1 0 1 0 0,-1 0 0 0 0,1 0-1 0 0,-1 0 1 0 0,1 0-1 0 0,0 0 1 0 0,-1 0 0 0 0,1 0-1 0 0,-1 0 1 0 0,1 0-1 0 0,-1 0 1 0 0,1 0-1 0 0,-1 0 1 0 0,1 0 0 0 0,-1 1-1 0 0,0 0 4 0 0,-1 0 0 0 0,1 0 1 0 0,-1 0-1 0 0,1 1 0 0 0,-1-1 0 0 0,1 1 0 0 0,0-1 0 0 0,0 1 0 0 0,0-1 0 0 0,0 1 1 0 0,0-1-1 0 0,0 1 0 0 0,0 0 0 0 0,0 0 0 0 0,0 2 0 0 0,-10 61 119 0 0,6-1-137 0 0,6-51-3 0 0,0 12-151 0 0,1 0 1 0 0,1 1-1 0 0,1-1 0 0 0,14 46 0 0 0,-16-65-443 0 0,1-1-1 0 0,-1 0 1 0 0,1 0-1 0 0,0-1 1 0 0,0 1-1 0 0,1 0 1 0 0,7 7-1 0 0,-10-11 434 0 0,6 4-2590 0 0,12 4-1977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4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63 3200 0 0,'-5'-1'1212'0'0,"-12"-3"-142"0"0,12 3 2422 0 0,7-1-3234 0 0,2-1-237 0 0,0 0 0 0 0,0 0 0 0 0,1 1 0 0 0,-1-1 0 0 0,1 1 0 0 0,-1 0-1 0 0,1 0 1 0 0,0 1 0 0 0,-1 0 0 0 0,1-1 0 0 0,0 1 0 0 0,0 1 0 0 0,0-1 0 0 0,7 1-1 0 0,12-3-245 0 0,93-18-5823 0 0,-90 16 2816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4.7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57 128 2280 0 0,'0'0'1143'0'0,"-2"2"-234"0"0,-9 8 2784 0 0,13-7-3485 0 0,-2-2-184 0 0,1-1 0 0 0,-1 1 0 0 0,1 0 0 0 0,-1 0 1 0 0,1-1-1 0 0,-1 1 0 0 0,1 0 0 0 0,-1-1 0 0 0,1 1 1 0 0,0 0-1 0 0,-1-1 0 0 0,1 1 0 0 0,0-1 0 0 0,-1 1 0 0 0,1-1 1 0 0,0 1-1 0 0,1 0 0 0 0,23-5 371 0 0,-14 1-156 0 0,-1-1 0 0 0,1-1 0 0 0,-1 1 0 0 0,14-10 0 0 0,-19 10-190 0 0,0 1 0 0 0,0-1 0 0 0,-1 1 0 0 0,1-1 0 0 0,-1-1 1 0 0,0 1-1 0 0,0 0 0 0 0,0-1 0 0 0,-1 0 0 0 0,5-8 0 0 0,-7 9-57 0 0,-1 0 7 0 0,-3-28-67 0 0,3 31 66 0 0,-1 0 1 0 0,1-1-1 0 0,-1 1 1 0 0,1 0-1 0 0,-1 0 1 0 0,0 0 0 0 0,1-1-1 0 0,-1 1 1 0 0,0 0-1 0 0,0 0 1 0 0,0 0-1 0 0,0 0 1 0 0,0 1 0 0 0,0-1-1 0 0,0 0 1 0 0,0 0-1 0 0,-1 1 1 0 0,1-1-1 0 0,0 0 1 0 0,0 1 0 0 0,-1-1-1 0 0,1 1 1 0 0,-2-1-1 0 0,-1 0-1 0 0,-1 0-1 0 0,0 0 0 0 0,0 0 0 0 0,1 0 1 0 0,-1 1-1 0 0,0 0 0 0 0,0 0 1 0 0,0 0-1 0 0,0 1 0 0 0,1 0 0 0 0,-1 0 1 0 0,0 0-1 0 0,1 0 0 0 0,-1 1 1 0 0,0-1-1 0 0,1 1 0 0 0,0 0 0 0 0,-7 5 1 0 0,5-4 16 0 0,2 0-6 0 0,-1 0 1 0 0,0 0-1 0 0,1 0 0 0 0,0 0 1 0 0,-1 1-1 0 0,1 0 0 0 0,1 0 1 0 0,-1 0-1 0 0,-5 8 0 0 0,-10 22 49 0 0,17-26-55 0 0,1-1 4 0 0,0-3-3 0 0,0 0 0 0 0,1 0 0 0 0,-1 0 0 0 0,1 0 0 0 0,0 0 0 0 0,0 0 0 0 0,0 0 0 0 0,1 0 0 0 0,0 1 0 0 0,0 3 0 0 0,1-1-1 0 0,1 1-8 0 0,14 20 4 0 0,-11-24 5 0 0,-1-1-1 0 0,-2-1-68 0 0,0 0-1 0 0,0 0 1 0 0,0 0 0 0 0,0-1 0 0 0,1 1 0 0 0,-1-1 0 0 0,1 0 0 0 0,-1 0 0 0 0,1 0 0 0 0,-1-1 0 0 0,1 1-1 0 0,0-1 1 0 0,-1 0 0 0 0,1 0 0 0 0,4 0 0 0 0,55-9-1674 0 0,7-10-2089 0 0,-32 6-265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5.8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335 68 4340 0 0,'0'-5'373'0'0,"-1"0"0"0"0,0 0 0 0 0,0 0 0 0 0,-1 0 0 0 0,1 1 0 0 0,-1-1 0 0 0,0 1 0 0 0,0-1 0 0 0,0 1 0 0 0,-1-1 0 0 0,0 1 1 0 0,-3-5-1 0 0,3 7 21 0 0,-3 1 123 0 0,-1 1-379 0 0,0 0 1 0 0,0 1 0 0 0,0-1-1 0 0,-1 1 1 0 0,1 0-1 0 0,0 1 1 0 0,0 0-1 0 0,0 0 1 0 0,1 1 0 0 0,-1-1-1 0 0,-12 8 1 0 0,8-3-6 0 0,-1 1-1 0 0,1 1 1 0 0,0 0 0 0 0,0 0 0 0 0,-16 20 0 0 0,11-8-52 0 0,1 0 1 0 0,0 1 0 0 0,1 0-1 0 0,2 1 1 0 0,0 1 0 0 0,-11 34 0 0 0,20-52-137 0 0,1 0 1 0 0,0 1-1 0 0,0-1 1 0 0,1 1-1 0 0,-1 0 1 0 0,2 0-1 0 0,-1-1 1 0 0,1 1-1 0 0,0 0 1 0 0,0 0-1 0 0,1 0 1 0 0,-1-1-1 0 0,2 1 1 0 0,-1 0-1 0 0,1-1 1 0 0,0 1-1 0 0,0-1 1 0 0,7 12-1 0 0,-9-16 23 0 0,1-1-1 0 0,0 0 1 0 0,-1 0 0 0 0,1 0 0 0 0,0 0-1 0 0,0 0 1 0 0,0 0 0 0 0,0-1-1 0 0,0 1 1 0 0,0 0 0 0 0,0 0-1 0 0,0-1 1 0 0,0 1 0 0 0,0 0-1 0 0,0-1 1 0 0,0 1 0 0 0,0-1 0 0 0,3 1-1 0 0,-1 0-82 0 0,2 1 0 0 0,-1 0 0 0 0,1 0-1 0 0,0 0 1 0 0,-1-1-1 0 0,1 0 1 0 0,0 0 0 0 0,0 0-1 0 0,0-1 1 0 0,0 0-1 0 0,0 0 1 0 0,7-1 0 0 0,52-9-589 0 0,-48 6 674 0 0,0 0 1 0 0,0-1 0 0 0,0-1-1 0 0,-1-1 1 0 0,0 0 0 0 0,0-1-1 0 0,-1-1 1 0 0,0 0 0 0 0,0 0 0 0 0,-1-2-1 0 0,-1 0 1 0 0,1 0 0 0 0,-2-1-1 0 0,0 0 1 0 0,0-1 0 0 0,-1-1-1 0 0,-1 1 1 0 0,9-18 0 0 0,-11 9 567 0 0,-5 18 437 0 0,-5 2-793 0 0,-8-5-7 0 0,9 5-20 0 0,-2 4-27 0 0,-8 7-74 0 0,0 1 1 0 0,0 1 0 0 0,1-1-1 0 0,1 2 1 0 0,-1 0 0 0 0,2 0-1 0 0,0 0 1 0 0,-11 22 0 0 0,18-31-47 0 0,1 1 9 0 0,-4 10-20 0 0,4-13 1 0 0,1 0 1 0 0,0 0-1 0 0,0 0 1 0 0,-1 0-1 0 0,1 0 1 0 0,0 0-1 0 0,0 1 1 0 0,0-1-1 0 0,0 0 1 0 0,0 0-1 0 0,1 0 1 0 0,-1 0-1 0 0,0 0 1 0 0,0 0-1 0 0,1 0 1 0 0,-1 0-1 0 0,1 0 1 0 0,-1 0-1 0 0,1 1 1 0 0,0 0-2 0 0,0 0-7 0 0,0-1-1 0 0,0 0 1 0 0,0 0 0 0 0,0 0 0 0 0,0 1-1 0 0,0-1 1 0 0,0 0 0 0 0,1 0-1 0 0,-1 0 1 0 0,0-1 0 0 0,1 1 0 0 0,-1 0-1 0 0,0 0 1 0 0,1-1 0 0 0,-1 1-1 0 0,1-1 1 0 0,-1 1 0 0 0,1-1-1 0 0,-1 0 1 0 0,1 1 0 0 0,-1-1 0 0 0,1 0-1 0 0,-1 0 1 0 0,3 0 0 0 0,0 0 33 0 0,1-1 14 0 0,2 0 79 0 0,-1 0-1 0 0,0-1 0 0 0,1 0 1 0 0,-1 0-1 0 0,0 0 0 0 0,0-1 1 0 0,0 0-1 0 0,0 0 0 0 0,-1 0 1 0 0,1-1-1 0 0,-1 0 0 0 0,0 0 1 0 0,0 0-1 0 0,0-1 1 0 0,0 0-1 0 0,-1 0 0 0 0,0 0 1 0 0,0 0-1 0 0,5-9 0 0 0,-8 10 47 0 0,1 0-43 0 0,4-12-35 0 0,-5 12 112 0 0,-1-1-160 0 0,-3-16-21 0 0,-16 17-287 0 0,15 4-96 0 0,0 1-735 0 0,-14 2 342 0 0,14-2-224 0 0,-4 3-999 0 0,-2 0-1810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6.3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0 4444 0 0,'0'0'6973'0'0,"-4"1"-6710"0"0,1 1-233 0 0,1-1-1 0 0,-1 1 1 0 0,1 0 0 0 0,-1 0 0 0 0,1 0 0 0 0,0 0 0 0 0,0 0 0 0 0,0 1 0 0 0,0-1-1 0 0,0 0 1 0 0,0 1 0 0 0,0 0 0 0 0,1-1 0 0 0,0 1 0 0 0,-1 0 0 0 0,1 0 0 0 0,0 0 0 0 0,0 0-1 0 0,0 0 1 0 0,0 5 0 0 0,-7 62-29 0 0,8-65-26 0 0,1 0-2 0 0,0-2-21 0 0,1 1 0 0 0,-1 0-1 0 0,0-1 1 0 0,1 1 0 0 0,0-1-1 0 0,0 0 1 0 0,4 7 0 0 0,-3-8-44 0 0,0-1 22 0 0,2 0 65 0 0,-1-1 0 0 0,1 1 0 0 0,-1-1-1 0 0,1 0 1 0 0,-1 0 0 0 0,1-1 0 0 0,-1 1-1 0 0,1-1 1 0 0,-1 0 0 0 0,0-1 0 0 0,1 1-1 0 0,-1-1 1 0 0,0 1 0 0 0,0-1 0 0 0,0 0-1 0 0,0-1 1 0 0,0 1 0 0 0,0-1 0 0 0,-1 0-1 0 0,1 0 1 0 0,4-5 0 0 0,4-4 192 0 0,-1 0 0 0 0,-1-1 0 0 0,0 0 0 0 0,14-25 0 0 0,-23 36-66 0 0,4-13 641 0 0,-10 26-530 0 0,1-4-206 0 0,-2 6-20 0 0,-2 7 1 0 0,7-6-3 0 0,-7 53-797 0 0,8-62 317 0 0,1-2-75 0 0,0 0 218 0 0,0-1-1 0 0,0 0 0 0 0,0 0 0 0 0,1 0 0 0 0,-1 0 0 0 0,1-1 0 0 0,-1 1 0 0 0,1 0 1 0 0,0-1-1 0 0,0 1 0 0 0,-1-1 0 0 0,4 2 0 0 0,-2-1-859 0 0,1-3 32 0 0,11-2-738 0 0,-11 2-1334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6.7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1 125 3060 0 0,'2'-3'859'0'0,"18"-33"1862"0"0,-18 33-2258 0 0,1-1-77 0 0,-3 2-301 0 0,1 0-1 0 0,0 0 1 0 0,0 1 0 0 0,0-1 0 0 0,0 0-1 0 0,0 1 1 0 0,1-1 0 0 0,-1 0 0 0 0,0 1-1 0 0,1 0 1 0 0,-1-1 0 0 0,1 1 0 0 0,-1 0-1 0 0,1 0 1 0 0,2-2 0 0 0,-1 6-89 0 0,0-1 1 0 0,0 1 0 0 0,-1 0-1 0 0,1 0 1 0 0,-1 0-1 0 0,4 5 1 0 0,-5-5 39 0 0,4 18 76 0 0,-5 2-88 0 0,0-19 38 0 0,-16 34 1727 0 0,16-38-1786 0 0,0-1 0 0 0,0 1 0 0 0,0 0 0 0 0,0-1 0 0 0,-1 1 0 0 0,1 0 0 0 0,0-1-1 0 0,0 1 1 0 0,0 0 0 0 0,0-1 0 0 0,0 1 0 0 0,0 0 0 0 0,-1-1 0 0 0,1 1 0 0 0,0 0 0 0 0,0-1 0 0 0,0 1-1 0 0,-1 0 1 0 0,1-1 0 0 0,0 1 0 0 0,0 0 0 0 0,-1 0 0 0 0,1 0 0 0 0,0-1 0 0 0,-1 1 0 0 0,0 0 0 0 0,1-1-1 0 0,-1 1 0 0 0,1 0 0 0 0,0 0 0 0 0,-1-1 1 0 0,1 1-1 0 0,-1 0 0 0 0,1-1 0 0 0,0 1 0 0 0,-1-1 1 0 0,1 1-1 0 0,0 0 0 0 0,-1-1 0 0 0,1 1 0 0 0,0-1 1 0 0,0 1-1 0 0,0-1 0 0 0,-1 1 0 0 0,1-1 0 0 0,0 1 1 0 0,0-1-1 0 0,0 1 0 0 0,0-1 0 0 0,0 1 0 0 0,0-1 1 0 0,0 0-1 0 0,0 1 0 0 0,0-1 0 0 0,0 1 0 0 0,0-1 1 0 0,0 1-1 0 0,0-1 0 0 0,2-16 32 0 0,-1 12 29 0 0,0 0-33 0 0,4-10 81 0 0,1 0 0 0 0,1 0 0 0 0,0 0 0 0 0,16-22-1 0 0,-21 34-64 0 0,16-8 56 0 0,-14 9-24 0 0,17-1-68 0 0,-16 3-4 0 0,-1 1-2 0 0,1 0-17 0 0,11 4-57 0 0,-12-1 63 0 0,1 0 0 0 0,-1 1 0 0 0,0-1 0 0 0,0 1 0 0 0,5 10-1 0 0,-4-8-68 0 0,0 1 0 0 0,-1 0 0 0 0,0 0-1 0 0,-1 0 1 0 0,0 1 0 0 0,0-1-1 0 0,-1 1 1 0 0,0 0 0 0 0,0 0 0 0 0,-1 0-1 0 0,0 10 1 0 0,-1-10-941 0 0,0 0 0 0 0,-1-1 0 0 0,-1 1-1 0 0,1 0 1 0 0,-1 0 0 0 0,-5 13 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7.0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38 4516 0 0,'4'-20'1955'0'0,"0"2"4379"0"0,-4 40-4274 0 0,6 148-1425 0 0,0-31-2317 0 0,-11-45-4355 0 0,5-90 3188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7.2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15 145 3852 0 0,'-2'-2'1567'0'0,"-10"-8"1981"0"0,14 6-3175 0 0,1 0-372 0 0,0 0 0 0 0,1 0-1 0 0,0 0 1 0 0,-1 0 0 0 0,1 1-1 0 0,0-1 1 0 0,1 1 0 0 0,-1 0 0 0 0,1 0-1 0 0,-1 1 1 0 0,1 0 0 0 0,9-4-1 0 0,75-22-1158 0 0,-62 20 570 0 0,124-31-4345 0 0,-126 32 2303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7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235 0 3816 0 0,'0'0'1905'0'0,"-3"2"-1151"0"0,-11 5-282 0 0,1 0 1 0 0,0 1-1 0 0,0 0 0 0 0,1 1 0 0 0,0 0 1 0 0,1 1-1 0 0,-12 13 0 0 0,21-20-446 0 0,0 0 0 0 0,1 0 0 0 0,-1-1 0 0 0,1 1 0 0 0,0 1 0 0 0,-1-1 0 0 0,2 0 0 0 0,-1 0 0 0 0,0 0 0 0 0,0 0 0 0 0,1 1 0 0 0,0-1-1 0 0,0 0 1 0 0,0 7 0 0 0,0-7-16 0 0,0 7 32 0 0,1 0 0 0 0,0 1 0 0 0,3 13 0 0 0,-2-17-75 0 0,-1 1 1 0 0,0-1 0 0 0,0 1-1 0 0,-1-1 1 0 0,1 1-1 0 0,-2-1 1 0 0,0 9-1 0 0,0-15-48 0 0,1 1 0 0 0,-1 0-1 0 0,1-1 1 0 0,-1 1 0 0 0,0 0-1 0 0,0-1 1 0 0,0 1 0 0 0,0-1-1 0 0,0 1 1 0 0,0-1 0 0 0,0 1-1 0 0,0-1 1 0 0,0 0 0 0 0,-1 0-1 0 0,1 1 1 0 0,0-1 0 0 0,-3 1-1 0 0,-1 2-255 0 0,0 0-186 0 0,0 0 0 0 0,-1 0 0 0 0,1 0 0 0 0,-1-1 0 0 0,0 0 0 0 0,0 0 0 0 0,-11 3 0 0 0,-18 6-4012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9.1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245 65 3388 0 0,'-218'-15'8113'0'0,"212"15"-7576"0"0,1 0-5 0 0,-10 0 76 0 0,21 2 385 0 0,36 2-355 0 0,600-5 393 0 0,-328-4-768 0 0,96-8-948 0 0,-137-15-5210 0 0,-226 20 1342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09.4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6 2972 0 0,'-4'-1'1054'0'0,"-38"-4"2443"0"0,38 5-1723 0 0,5 0-1754 0 0,-1 0 0 0 0,1 0 1 0 0,-1 0-1 0 0,0 0 0 0 0,1 0 0 0 0,-1 0 1 0 0,1 0-1 0 0,-1 0 0 0 0,1 1 1 0 0,-1-1-1 0 0,0 0 0 0 0,1 0 0 0 0,-1 0 1 0 0,0 0-1 0 0,1 1 0 0 0,-1-1 0 0 0,0 0 1 0 0,1 0-1 0 0,-1 1 0 0 0,0-1 1 0 0,1 0-1 0 0,-1 1 0 0 0,0-1 0 0 0,1 0 1 0 0,-1 1-1 0 0,1 0 6 0 0,-1 0 0 0 0,1 0 0 0 0,0-1 0 0 0,0 1 0 0 0,-1 0 0 0 0,1 0-1 0 0,0-1 1 0 0,0 1 0 0 0,0-1 0 0 0,0 1 0 0 0,0-1 0 0 0,0 1 0 0 0,0-1 0 0 0,2 1 0 0 0,55 13 179 0 0,1-3 0 0 0,1-3-1 0 0,76 1 1 0 0,-132-9-209 0 0,1 0-55 0 0,18 0 908 0 0,-24 5-614 0 0,-2 3-152 0 0,-1 0 1 0 0,0 0-1 0 0,0 0 0 0 0,0-1 0 0 0,-1 0 1 0 0,0 0-1 0 0,-1 0 0 0 0,0 0 0 0 0,-11 10 1 0 0,-13 16 63 0 0,12-12-46 0 0,2 2-1 0 0,-24 42 0 0 0,34-53-719 0 0,0 1-1 0 0,-6 22 0 0 0,10-25-741 0 0,0 0 0 0 0,0 1 0 0 0,1 0 0 0 0,0 11 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5.5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52 126 3712 0 0,'-33'-98'7693'0'0,"32"94"-6971"0"0,1 3-692 0 0,0 1 1 0 0,0-1-1 0 0,0 0 0 0 0,0 1 0 0 0,0-1 0 0 0,0 0 1 0 0,-1 0-1 0 0,1 1 0 0 0,0-1 0 0 0,0 0 0 0 0,0 1 1 0 0,-1-1-1 0 0,1 0 0 0 0,0 1 0 0 0,0-1 0 0 0,-1 1 1 0 0,1-1-1 0 0,-1 0 0 0 0,1 1 0 0 0,-1-1 0 0 0,1 1 1 0 0,-2-1-1 0 0,-2-7 3165 0 0,2 15-3103 0 0,1 1-1 0 0,-1 0 1 0 0,1 0-1 0 0,1 0 1 0 0,-1 0-1 0 0,1-1 0 0 0,1 1 1 0 0,-1 0-1 0 0,1 0 1 0 0,3 11-1 0 0,1 12 60 0 0,24 248 146 0 0,-13-132-4673 0 0,-15-142 3343 0 0,-1-1-187 0 0,2 13-180 0 0,-1-12-279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5.7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65 3824 0 0,'0'-4'204'0'0,"4"-35"3149"0"0,-3 38-3247 0 0,-1 0 1 0 0,0 0-1 0 0,0 0 1 0 0,0 0-1 0 0,1 0 1 0 0,-1 0-1 0 0,0 0 1 0 0,1 0-1 0 0,-1 0 1 0 0,1 1-1 0 0,-1-1 0 0 0,1 0 1 0 0,-1 0-1 0 0,1 0 1 0 0,0 1-1 0 0,-1-1 1 0 0,1 0-1 0 0,0 1 1 0 0,0-1-1 0 0,0 0 1 0 0,-1 1-1 0 0,1-1 1 0 0,0 1-1 0 0,0-1 1 0 0,0 1-1 0 0,0 0 0 0 0,0-1 1 0 0,0 1-1 0 0,0 0 1 0 0,0 0-1 0 0,0 0 1 0 0,0 0-1 0 0,0-1 1 0 0,0 1-1 0 0,1 1 1 0 0,10 2 75 0 0,-1 1 0 0 0,0 0 0 0 0,-1 0 0 0 0,1 1 0 0 0,-1 1 1 0 0,0 0-1 0 0,0 0 0 0 0,0 1 0 0 0,-1 1 0 0 0,0-1 0 0 0,7 10 1 0 0,20 21 5 0 0,37 51 0 0 0,-32-37-293 0 0,42 41-1047 0 0,-71-80 169 0 0,1-1 0 0 0,1-1-1 0 0,0 0 1 0 0,25 14 0 0 0,-38-24 797 0 0,0 0 0 0 0,0 0 0 0 0,0-1 0 0 0,1 1 0 0 0,-1-1 0 0 0,0 1 0 0 0,0-1 0 0 0,1 1 0 0 0,-1-1 0 0 0,0 0 0 0 0,1 0 0 0 0,-1 1 0 0 0,0-1 0 0 0,3-1 0 0 0,0 1-666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5.9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348 16 4300 0 0,'0'0'1455'0'0,"-3"-3"-291"0"0,-10-9 1346 0 0,8 13-1862 0 0,2-1-505 0 0,2 0-106 0 0,-1 0 0 0 0,1 0 0 0 0,-1 0 1 0 0,1 0-1 0 0,0 0 0 0 0,-1 0 0 0 0,1 0 0 0 0,0 1 1 0 0,-1-1-1 0 0,1 0 0 0 0,0 1 0 0 0,0-1 0 0 0,-1 1 1 0 0,1 0-1 0 0,0-1 0 0 0,0 1 0 0 0,0 0 0 0 0,0 0 1 0 0,0-1-1 0 0,-2 3 0 0 0,-39 45 280 0 0,2 2 0 0 0,-67 110 1 0 0,46-64-1510 0 0,17-25-2464 0 0,43-68 2449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6.2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59 3512 0 0,'5'-7'1044'0'0,"-3"2"-581"0"0,1 1-1 0 0,0 0 1 0 0,-1 0-1 0 0,1 0 1 0 0,1 0 0 0 0,-1 0-1 0 0,1 1 1 0 0,-1-1-1 0 0,1 1 1 0 0,0 0-1 0 0,5-3 1 0 0,-7 5-382 0 0,0 1-21 0 0,-1-1 1 0 0,0 1 0 0 0,0 0 0 0 0,1-1-1 0 0,-1 1 1 0 0,0 0 0 0 0,1 0-1 0 0,-1 0 1 0 0,0 0 0 0 0,1 0 0 0 0,-1 0-1 0 0,0 0 1 0 0,0 0 0 0 0,1 1-1 0 0,-1-1 1 0 0,0 0 0 0 0,1 1 0 0 0,-1-1-1 0 0,0 1 1 0 0,0 0 0 0 0,0-1-1 0 0,0 1 1 0 0,0 0 0 0 0,1 0-1 0 0,-1 0 1 0 0,-1-1 0 0 0,1 1 0 0 0,0 0-1 0 0,0 0 1 0 0,0 0 0 0 0,0 1-1 0 0,1 1 1 0 0,11 21 248 0 0,0 0 0 0 0,-2 1 0 0 0,-1 0 0 0 0,12 43-1 0 0,18 119-402 0 0,-19-83-534 0 0,-11-59-91 0 0,8 39-1658 0 0,-2-31-2522 0 0,-9-32-79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7.6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0 251 2760 0 0,'0'0'1570'0'0,"0"-4"-244"0"0,1-14-253 0 0,0 13 2110 0 0,-1 1-2667 0 0,1-13-201 0 0,-1 12 1306 0 0,0 10-1441 0 0,0 13 29 0 0,-1 12-37 0 0,2 1-1 0 0,1-1 1 0 0,7 34-1 0 0,-8-59-167 0 0,-1 0 1 0 0,1 0-1 0 0,1 1 0 0 0,-1-1 0 0 0,1 0 1 0 0,0 0-1 0 0,0-1 0 0 0,4 8 0 0 0,-3-7 10 0 0,-1-1 6 0 0,7 0-39 0 0,-9-3 23 0 0,0-1 0 0 0,1 1-1 0 0,-1-1 1 0 0,0 0 0 0 0,1 1 0 0 0,-1-1 0 0 0,1 0 0 0 0,-1 1 0 0 0,1-1 0 0 0,-1 0 0 0 0,0 0-1 0 0,1 0 1 0 0,-1 1 0 0 0,1-1 0 0 0,-1 0 0 0 0,1 0 0 0 0,-1 0 0 0 0,1 0 0 0 0,-1 0-1 0 0,1 0 1 0 0,0 0 0 0 0,-1 0 0 0 0,1 0 0 0 0,-1 0 0 0 0,1 0 0 0 0,-1 0 0 0 0,1 0 0 0 0,-1 0-1 0 0,1-1 1 0 0,-1 1 0 0 0,1 0 0 0 0,0-1 0 0 0,4-2-3 0 0,0 0-1 0 0,-1-1 1 0 0,1 0 0 0 0,0 0 0 0 0,-1 0 0 0 0,0 0-1 0 0,0-1 1 0 0,0 1 0 0 0,-1-1 0 0 0,5-9 0 0 0,-1 1 1 0 0,-1 0 1 0 0,0 0 0 0 0,7-28-1 0 0,5-18 14 0 0,-8 21-64 0 0,-9 34 79 0 0,-8 84-67 0 0,8-67 10 0 0,0-1-1 0 0,1 1 1 0 0,1-1 0 0 0,0 0 0 0 0,1 0 0 0 0,0 0-1 0 0,0 0 1 0 0,11 18 0 0 0,-13-27-14 0 0,0-1 1 0 0,0 1-1 0 0,0-1 0 0 0,0 1 1 0 0,1-1-1 0 0,-1 0 0 0 0,1 0 1 0 0,-1 0-1 0 0,1 0 0 0 0,5 2 1 0 0,-5-2 2 0 0,0 0-127 0 0,2-1 13 0 0,13 2 28 0 0,-13-2 32 0 0,0-2 21 0 0,0 0 58 0 0,1 0 0 0 0,-1-1 0 0 0,0 0 0 0 0,0 0 1 0 0,1 0-1 0 0,-2 0 0 0 0,1-1 0 0 0,0 0 0 0 0,0 0 0 0 0,-1 0 0 0 0,0 0 0 0 0,1-1 1 0 0,4-6-1 0 0,-4 5 16 0 0,1 0-5 0 0,11-26-12 0 0,-10 16 26 0 0,0 0 1 0 0,-2 0 0 0 0,0-1-1 0 0,-1 1 1 0 0,5-31 0 0 0,-5 5 77 0 0,-2-46 0 0 0,-2 82-30 0 0,0 0-10 0 0,-1-15-13 0 0,1 15 13 0 0,0 1-58 0 0,-3-7 122 0 0,-1 10-34 0 0,-5 21 6 0 0,-3 32-35 0 0,9-19-84 0 0,2 0 0 0 0,1 0 1 0 0,1 0-1 0 0,2 0 1 0 0,8 33-1 0 0,-9-58-16 0 0,0 0 0 0 0,1 0 0 0 0,0-1 0 0 0,6 14 0 0 0,-4-13-9 0 0,-4-5 28 0 0,1 0 0 0 0,0 0-1 0 0,0-1 1 0 0,0 1 0 0 0,1-1-1 0 0,-1 0 1 0 0,0 1-1 0 0,1-1 1 0 0,0 0 0 0 0,-1 0-1 0 0,1-1 1 0 0,0 1-1 0 0,0-1 1 0 0,0 1 0 0 0,0-1-1 0 0,0 0 1 0 0,1 0-1 0 0,-1 0 1 0 0,0 0 0 0 0,0-1-1 0 0,1 0 1 0 0,3 1-1 0 0,-3-1 19 0 0,17-3-10 0 0,-14 1 19 0 0,0 0 0 0 0,0-1 0 0 0,0 0-1 0 0,-1 0 1 0 0,1-1 0 0 0,-1 0-1 0 0,0 0 1 0 0,0 0 0 0 0,0-1 0 0 0,-1 0-1 0 0,1 0 1 0 0,-1 0 0 0 0,0-1 0 0 0,-1 0-1 0 0,1 0 1 0 0,-1 0 0 0 0,0 0-1 0 0,-1-1 1 0 0,1 1 0 0 0,-1-1 0 0 0,3-11-1 0 0,-2 9 6 0 0,2-8-3 0 0,-1 1-1 0 0,0-1 0 0 0,-1 1 1 0 0,-1-1-1 0 0,2-28 1 0 0,-7-85 148 0 0,1 110-90 0 0,-2-4-4 0 0,3 20-25 0 0,0 0-9 0 0,0 2-14 0 0,-1 0-1 0 0,1 0 0 0 0,0 0 1 0 0,-1 0-1 0 0,1 0 1 0 0,-1 0-1 0 0,0 0 0 0 0,1 1 1 0 0,-1-1-1 0 0,0 0 1 0 0,0 0-1 0 0,0 1 1 0 0,-1-1-1 0 0,0-1 0 0 0,-1 1 20 0 0,-13 32 112 0 0,13-18-118 0 0,-1-1-1 0 0,2 1 1 0 0,0 0-1 0 0,0-1 1 0 0,1 1-1 0 0,0 16 1 0 0,8 64 68 0 0,-6-87-87 0 0,11 67 96 0 0,-5-47-268 0 0,1-1-1 0 0,13 29 1 0 0,-19-50-100 0 0,-2-3 257 0 0,0 0-1 0 0,1 0 0 0 0,-1 0 1 0 0,0 0-1 0 0,1 0 0 0 0,-1 0 1 0 0,1 0-1 0 0,-1 0 0 0 0,0 0 1 0 0,1 0-1 0 0,-1 1 0 0 0,0-1 1 0 0,1 0-1 0 0,-1 0 0 0 0,0 0 1 0 0,1 1-1 0 0,-1-1 0 0 0,0 0 1 0 0,0 0-1 0 0,1 1 0 0 0,-1-1 1 0 0,0 0-1 0 0,0 1 0 0 0,1-1 1 0 0,-1 0-1 0 0,0 1 0 0 0,0-1 1 0 0,0 1-1 0 0,1 0-59 0 0,-1-1 0 0 0,1 1 1 0 0,-1 0-1 0 0,1 0 0 0 0,-1-1 0 0 0,1 1 1 0 0,-1 0-1 0 0,1-1 0 0 0,-1 1 0 0 0,1-1 1 0 0,0 1-1 0 0,0-1 0 0 0,-1 1 0 0 0,1-1 1 0 0,0 1-1 0 0,0-1 0 0 0,-1 0 0 0 0,1 1 1 0 0,1-1-1 0 0,3 1-651 0 0,-1 0-1 0 0,1-1 1 0 0,-1 0 0 0 0,1 0 0 0 0,-1 0-1 0 0,1 0 1 0 0,6-2 0 0 0,-7 1-3217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7.8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92 2608 0 0,'0'0'4669'0'0,"18"-11"-4041"0"0,11 1-508 0 0,-9 3-88 0 0,3-1-140 0 0,2 0-156 0 0,0 0-216 0 0,7-3-208 0 0,-2 0-324 0 0,4 2-781 0 0,-2 0-1879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8.2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0 3680 0 0,'0'0'9763'0'0,"-1"5"-9564"0"0,-3 27-178 0 0,2 1 0 0 0,1 0 1 0 0,1-1-1 0 0,6 35 0 0 0,1-17-1816 0 0,-6-47 1136 0 0,1 1-181 0 0,5 10-306 0 0,-5-10-252 0 0,21 0-6472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8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261 108 2432 0 0,'-4'-3'866'0'0,"1"-1"-728"0"0,-1 0 0 0 0,0 1 1 0 0,-1 0-1 0 0,1 0 0 0 0,-1 0 0 0 0,1 0 1 0 0,-1 1-1 0 0,0-1 0 0 0,0 1 1 0 0,0 0-1 0 0,0 1 0 0 0,0-1 1 0 0,-1 1-1 0 0,1 0 0 0 0,0 1 0 0 0,-1-1 1 0 0,1 1-1 0 0,0 0 0 0 0,-1 0 1 0 0,1 1-1 0 0,-1 0 0 0 0,1 0 1 0 0,0 0-1 0 0,0 0 0 0 0,0 1 0 0 0,0 0 1 0 0,-6 3-1 0 0,3-2-53 0 0,0 0-1 0 0,1 1 1 0 0,-1 0 0 0 0,1 0 0 0 0,0 1-1 0 0,0 0 1 0 0,1 0 0 0 0,0 0 0 0 0,-1 1-1 0 0,-8 12 1 0 0,-8 24 80 0 0,21-38-115 0 0,2 1-8 0 0,-1 15-26 0 0,3-13-27 0 0,-1-4 4 0 0,1-1 0 0 0,-1 0-1 0 0,1 0 1 0 0,-1 0 0 0 0,1 0-1 0 0,0 0 1 0 0,0-1 0 0 0,0 1 0 0 0,0-1-1 0 0,0 1 1 0 0,0-1 0 0 0,0 1 0 0 0,0-1-1 0 0,1 0 1 0 0,-1 0 0 0 0,1 0 0 0 0,-1-1-1 0 0,1 1 1 0 0,-1 0 0 0 0,1-1-1 0 0,-1 0 1 0 0,4 1 0 0 0,-2-1 3 0 0,6 0 54 0 0,-1 0 0 0 0,1 0 0 0 0,-1-1 0 0 0,1 0 0 0 0,-1-1 0 0 0,0 0 1 0 0,0 0-1 0 0,0-1 0 0 0,0 0 0 0 0,0-1 0 0 0,12-6 0 0 0,-14 6-10 0 0,1-1 0 0 0,-1 0 0 0 0,0 0 0 0 0,-1 0 0 0 0,1-1 0 0 0,-1 0 0 0 0,0 0 0 0 0,-1-1 0 0 0,0 0 0 0 0,0 0 0 0 0,0 0 0 0 0,-1 0 0 0 0,0-1 0 0 0,0 0 0 0 0,-1 0 0 0 0,0 0 0 0 0,0 0 0 0 0,-1 0 0 0 0,0-1 0 0 0,0 1 0 0 0,0-10 0 0 0,-2 16-71 0 0,0 1 1 0 0,1-1-1 0 0,-1 0 1 0 0,0 1-1 0 0,0-1 1 0 0,0 0-1 0 0,-1 1 1 0 0,1-1 0 0 0,0 1-1 0 0,-1-1 1 0 0,1 0-1 0 0,-1 1 1 0 0,1-1-1 0 0,-1 1 1 0 0,-1-3 0 0 0,0 0-92 0 0,-3-5-364 0 0,1 6 275 0 0,-1 0 0 0 0,1 1-1 0 0,0 0 1 0 0,-1-1 0 0 0,1 2 0 0 0,-1-1 0 0 0,1 0 0 0 0,-1 1 0 0 0,0 0 0 0 0,0 0-1 0 0,0 0 1 0 0,1 1 0 0 0,-1-1 0 0 0,0 1 0 0 0,0 0 0 0 0,-6 1 0 0 0,-18 6-1615 0 0,-5 3-1298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19.7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37 3700 0 0,'1'-4'1640'0'0,"11"-23"2536"0"0,-12 27-4098 0 0,0-1 0 0 0,0 1 0 0 0,1 0 0 0 0,-1-1-1 0 0,0 1 1 0 0,0 0 0 0 0,0-1 0 0 0,1 1 0 0 0,-1 0 0 0 0,0 0-1 0 0,0-1 1 0 0,1 1 0 0 0,-1 0 0 0 0,0 0 0 0 0,1-1 0 0 0,-1 1-1 0 0,0 0 1 0 0,1 0 0 0 0,-1 0 0 0 0,0 0 0 0 0,1-1 0 0 0,-1 1-1 0 0,1 0 1 0 0,-1 0 0 0 0,0 0 0 0 0,1 0 0 0 0,-1 0 0 0 0,1 0-1 0 0,0 1-89 0 0,-1 0 0 0 0,1 0 0 0 0,0 0 0 0 0,-1 0 0 0 0,1-1 0 0 0,-1 1-1 0 0,1 1 1 0 0,-1-1 0 0 0,0 0 0 0 0,1 0 0 0 0,-1 0 0 0 0,0 0 0 0 0,0 0-1 0 0,0 0 1 0 0,0 0 0 0 0,0 2 0 0 0,4 47 160 0 0,-3-1 1 0 0,-7 66-1 0 0,-4-27-142 0 0,9-83 636 0 0,5-8-705 0 0,3-7 34 0 0,0 1 0 0 0,0-1 0 0 0,-1-1 0 0 0,0 1-1 0 0,-1-1 1 0 0,0 0 0 0 0,6-21 0 0 0,14-28-100 0 0,-11 31 116 0 0,-10 23 10 0 0,5-6-8 0 0,1 0 39 0 0,-8 9-9 0 0,2 0-15 0 0,-2 2-8 0 0,0 0 1 0 0,1 0-1 0 0,-1 0 0 0 0,1 0 0 0 0,-1 0 0 0 0,1 1 1 0 0,0-1-1 0 0,-1 1 0 0 0,1-1 0 0 0,-1 1 1 0 0,1 0-1 0 0,0 0 0 0 0,-1 0 0 0 0,5 1 0 0 0,-6 0 10 0 0,0-1-1 0 0,0 0 0 0 0,0 0 0 0 0,0 1 0 0 0,0-1 1 0 0,0 1-1 0 0,0-1 0 0 0,0 1 0 0 0,-1-1 0 0 0,1 1 0 0 0,0-1 1 0 0,0 1-1 0 0,-1 0 0 0 0,1-1 0 0 0,0 1 0 0 0,-1 0 1 0 0,1 0-1 0 0,0 0 0 0 0,-1-1 0 0 0,1 1 0 0 0,-1 0 0 0 0,0 0 1 0 0,1 1-1 0 0,0-1 10 0 0,4 8 6 0 0,1 0 0 0 0,-1 1-1 0 0,-1-1 1 0 0,1 1 0 0 0,-2 0-1 0 0,1 0 1 0 0,-2 1-1 0 0,1-1 1 0 0,1 21 0 0 0,-2-18-16 0 0,0-3-41 0 0,2 12-368 0 0,1 0 1 0 0,13 39-1 0 0,-17-59 294 0 0,0-1 0 0 0,0 1 1 0 0,1 0-1 0 0,-1-1 0 0 0,0 1 0 0 0,1-1 0 0 0,-1 1 0 0 0,1-1 0 0 0,0 0 1 0 0,-1 0-1 0 0,1 0 0 0 0,0 1 0 0 0,0-2 0 0 0,0 1 0 0 0,0 0 1 0 0,0 0-1 0 0,2 0 0 0 0,-2 0 25 0 0,1 0-644 0 0,4-1-74 0 0,3-1 473 0 0,1 0 1 0 0,0 0-1 0 0,-1-1 1 0 0,1-1-1 0 0,-1 0 1 0 0,0 0-1 0 0,1-1 1 0 0,-2 0 0 0 0,1-1-1 0 0,0 0 1 0 0,-1-1-1 0 0,17-13 1 0 0,-16 11 420 0 0,-1 0 1 0 0,0-1-1 0 0,0 0 1 0 0,-1-1-1 0 0,0 0 1 0 0,-1 0-1 0 0,9-16 1 0 0,-15 23-82 0 0,1 0 138 0 0,0 0-1 0 0,0 0 0 0 0,0 0 0 0 0,-1 0 1 0 0,1-1-1 0 0,-1 1 0 0 0,0 0 0 0 0,0-1 1 0 0,0 1-1 0 0,-1-1 0 0 0,1 1 0 0 0,-1-1 1 0 0,0 1-1 0 0,0-1 0 0 0,0 1 0 0 0,0-1 1 0 0,-1 1-1 0 0,1-1 0 0 0,-1 1 0 0 0,-1-6 1 0 0,0 6 326 0 0,-20-2-158 0 0,18 5-69 0 0,0 1-131 0 0,-1 2-69 0 0,-1 0-1 0 0,1 0 0 0 0,0 0 1 0 0,0 1-1 0 0,0-1 1 0 0,0 1-1 0 0,1 0 0 0 0,0 1 1 0 0,-6 6-1 0 0,-14 45-65 0 0,23-53 11 0 0,1 2 30 0 0,0 15-24 0 0,0-15-19 0 0,1-1-20 0 0,21 30-19 0 0,-19-31 75 0 0,1-2 14 0 0,37 6 528 0 0,-37-7-224 0 0,1-1 31 0 0,1-1-204 0 0,-1 0 1 0 0,0 0 0 0 0,1 0-1 0 0,-1-1 1 0 0,0 0-1 0 0,0 0 1 0 0,-1 0-1 0 0,1 0 1 0 0,-1-1-1 0 0,1 0 1 0 0,-1 0-1 0 0,5-6 1 0 0,-5 4-92 0 0,0 0 0 0 0,0 0 0 0 0,-1-1 0 0 0,0 1 0 0 0,0-1 0 0 0,-1 0 0 0 0,0 0 0 0 0,0 0 0 0 0,0 0 0 0 0,-1 0 0 0 0,0 0 0 0 0,0-15 0 0 0,-1 19-85 0 0,0 0 1 0 0,-1-1 0 0 0,1 1 0 0 0,-1 0-1 0 0,0 0 1 0 0,0 0 0 0 0,0 0 0 0 0,0-1 0 0 0,-1 1-1 0 0,1 1 1 0 0,-1-1 0 0 0,1 0 0 0 0,-1 0 0 0 0,-3-2-1 0 0,4 2-25 0 0,-2 0-55 0 0,1 1 0 0 0,-1-1 0 0 0,1 1-1 0 0,-1 0 1 0 0,0 0 0 0 0,0 0 0 0 0,0 0 0 0 0,0 0 0 0 0,0 1-1 0 0,0-1 1 0 0,0 1 0 0 0,-1 0 0 0 0,1 0 0 0 0,-1 0 0 0 0,-5-1-1 0 0,6 1 52 0 0,-3 0-189 0 0,1 0 0 0 0,-1 0 0 0 0,0 1 0 0 0,0 0 1 0 0,0 0-1 0 0,1 0 0 0 0,-1 0 0 0 0,0 1 0 0 0,-10 3 0 0 0,10-3 79 0 0,-1 0-545 0 0,-15 6-461 0 0,8 1-1620 0 0,-7 2-1224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0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62 3988 0 0,'51'-10'3357'0'0,"-46"9"-2607"0"0,0 1-118 0 0,3 0-420 0 0,-1 0 0 0 0,0 1 0 0 0,0-1 0 0 0,0 1 0 0 0,0 1 0 0 0,0-1 0 0 0,-1 1 1 0 0,14 6-1 0 0,-18-7-176 0 0,1 1 0 0 0,-1 0 0 0 0,0 0 1 0 0,0 0-1 0 0,0 0 0 0 0,0 0 1 0 0,0 0-1 0 0,0 0 0 0 0,0 0 0 0 0,-1 1 1 0 0,3 4-1 0 0,-3-5-15 0 0,1 1 67 0 0,0 2-19 0 0,10 40 150 0 0,-11-40-110 0 0,-1 0-6 0 0,0 15-79 0 0,0-15-12 0 0,-18 29 103 0 0,15-31 313 0 0,-1-4-354 0 0,4 1-61 0 0,-2 0 11 0 0,0 1 0 0 0,0-1 0 0 0,1 0 0 0 0,-1 0 0 0 0,0 0 0 0 0,1 0 0 0 0,-1-1 0 0 0,0 1-1 0 0,0 0 1 0 0,1-1 0 0 0,-3 0 0 0 0,3-1-5 0 0,0 0-1 0 0,0 1 1 0 0,0-1 0 0 0,0 0-1 0 0,1 0 1 0 0,-1 0 0 0 0,1 0-1 0 0,-1 0 1 0 0,1 0 0 0 0,0 0-1 0 0,0 0 1 0 0,0 0 0 0 0,0 0-1 0 0,0 0 1 0 0,0 0 0 0 0,1-3-1 0 0,0 0 0 0 0,0 0-1 0 0,0 0 1 0 0,0 0-1 0 0,1 0 1 0 0,0 0-1 0 0,2-5 1 0 0,11-17-22 0 0,-10 20-3 0 0,5-2-21 0 0,2 0 4 0 0,0 1 1 0 0,20-10-1 0 0,-28 16 0 0 0,2 2 21 0 0,-2 0-2 0 0,2-1-14 0 0,-1 1 1 0 0,0 0-1 0 0,0 0 1 0 0,0 0-1 0 0,1 1 0 0 0,-1-1 1 0 0,0 1-1 0 0,0 0 1 0 0,0 1-1 0 0,0-1 1 0 0,0 1-1 0 0,0 0 0 0 0,-1 0 1 0 0,1 1-1 0 0,-1-1 1 0 0,1 1-1 0 0,6 6 0 0 0,12 19-41 0 0,-21-25 33 0 0,-1 1 13 0 0,6 38-8 0 0,-7-37 9 0 0,-1-1-16 0 0,1-4 31 0 0,0 4-3 0 0,-1-1 1 0 0,0 0-1 0 0,0 0 0 0 0,0 0 0 0 0,0 0 1 0 0,0 0-1 0 0,0-1 0 0 0,-1 1 1 0 0,0 0-1 0 0,1-1 0 0 0,-5 5 0 0 0,4-10 5 0 0,-6-13-7 0 0,10 7-13 0 0,-1 0-1 0 0,1 1 1 0 0,1-1-1 0 0,-1 1 0 0 0,2-1 1 0 0,-1 1-1 0 0,1 0 1 0 0,0 0-1 0 0,8-10 1 0 0,-6 8-13 0 0,2 0 0 0 0,-1 0 1 0 0,1 1-1 0 0,1 0 0 0 0,0 0 0 0 0,0 1 1 0 0,1 0-1 0 0,16-10 0 0 0,-17 14 26 0 0,6-1-7 0 0,-14 5 12 0 0,1-1-1 0 0,-1 1 0 0 0,0 0 0 0 0,0-1 0 0 0,0 1 0 0 0,0 0 0 0 0,0 0 0 0 0,0 0 0 0 0,0 0 0 0 0,0 0 0 0 0,1 0 1 0 0,-1 0-1 0 0,0 0 0 0 0,0 0 0 0 0,0 0 0 0 0,1 1 0 0 0,11 0 2 0 0,-11 0-4 0 0,0 0 0 0 0,-1-1 0 0 0,1 1 0 0 0,-1 0 0 0 0,1 0 0 0 0,-1 0 0 0 0,1 0 0 0 0,-1 0 0 0 0,0 0 0 0 0,3 3 0 0 0,-2-1-2 0 0,1 0 1 0 0,-1 1-1 0 0,0-1 0 0 0,1 0 0 0 0,-2 1 1 0 0,1 0-1 0 0,0-1 0 0 0,-1 1 0 0 0,1 0 1 0 0,-1 0-1 0 0,0 0 0 0 0,-1 0 0 0 0,1 0 1 0 0,-1 0-1 0 0,1 0 0 0 0,-2 8 0 0 0,-8 57-1447 0 0,8-65 965 0 0,1 1-101 0 0,-3 14-231 0 0,2-14-251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0.7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 3588 0 0,'13'-16'7714'0'0,"-12"19"-7366"0"0,1 5-151 0 0,0-1 0 0 0,-1 1 0 0 0,0-1 0 0 0,-1 1 0 0 0,0 11 0 0 0,4 31 79 0 0,-2-41-465 0 0,0-1 0 0 0,0 1 1 0 0,1-1-1 0 0,0 0 0 0 0,0 0 0 0 0,1-1 1 0 0,0 1-1 0 0,1-1 0 0 0,-1 0 0 0 0,10 12 1 0 0,-11-17-534 0 0,6 0-702 0 0,-2 0 706 0 0,3-3-3225 0 0,12-6-242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1.0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245 56 1984 0 0,'-3'-3'1370'0'0,"1"1"-1208"0"0,-1-1 0 0 0,1 1 0 0 0,-1-1 0 0 0,1 1 1 0 0,-1 0-1 0 0,0 0 0 0 0,0 0 0 0 0,0 1 1 0 0,0-1-1 0 0,0 1 0 0 0,0-1 0 0 0,0 1 0 0 0,-1 0 1 0 0,1 0-1 0 0,0 1 0 0 0,-1-1 0 0 0,1 1 0 0 0,-1-1 1 0 0,1 1-1 0 0,-1 0 0 0 0,1 0 0 0 0,-1 1 1 0 0,1-1-1 0 0,0 1 0 0 0,-1 0 0 0 0,-5 2 0 0 0,-4 1-84 0 0,0 2 1 0 0,1 0-1 0 0,0 0 0 0 0,0 1 0 0 0,0 1 0 0 0,1 0 0 0 0,0 0 0 0 0,1 1 0 0 0,-1 0 0 0 0,-14 19 0 0 0,24-27-97 0 0,0 1 0 0 0,0-1 0 0 0,0 0 0 0 0,0 1 0 0 0,1-1 1 0 0,-1 1-1 0 0,0-1 0 0 0,1 1 0 0 0,-1-1 0 0 0,1 1 0 0 0,-1-1 0 0 0,1 1 0 0 0,0 0 0 0 0,-1-1 0 0 0,1 1 0 0 0,0-1 0 0 0,0 1 0 0 0,0 0 0 0 0,1-1 0 0 0,-1 1 0 0 0,0 0 1 0 0,0-1-1 0 0,1 1 0 0 0,-1-1 0 0 0,1 1 0 0 0,0-1 0 0 0,-1 1 0 0 0,1-1 0 0 0,0 1 0 0 0,0-1 0 0 0,0 0 0 0 0,0 1 0 0 0,0-1 0 0 0,0 0 0 0 0,3 2 0 0 0,-1 0-68 0 0,1-1 0 0 0,-1 0-1 0 0,1 1 1 0 0,0-2-1 0 0,-1 1 1 0 0,1 0 0 0 0,0-1-1 0 0,0 0 1 0 0,0 0-1 0 0,1 0 1 0 0,-1 0 0 0 0,0-1-1 0 0,0 1 1 0 0,7-1-1 0 0,1-1 275 0 0,0 0-1 0 0,1-1 1 0 0,-1-1 0 0 0,0 0-1 0 0,14-5 1 0 0,-21 6-69 0 0,1 0 0 0 0,-1-1 1 0 0,0 1-1 0 0,0-1 0 0 0,0 0 1 0 0,0-1-1 0 0,0 1 0 0 0,0-1 1 0 0,-1 0-1 0 0,0 0 0 0 0,0 0 0 0 0,0-1 1 0 0,0 0-1 0 0,-1 1 0 0 0,4-7 1 0 0,-4 5-44 0 0,-1 0-1 0 0,1 0 1 0 0,-1 0 0 0 0,0 0 0 0 0,-1 0 0 0 0,1 0 0 0 0,0-13 0 0 0,-2 16-101 0 0,0 0-1 0 0,0 0 0 0 0,-1 1 1 0 0,1-1-1 0 0,-1 0 0 0 0,0 0 0 0 0,1 1 1 0 0,-1-1-1 0 0,0 0 0 0 0,-1 1 1 0 0,1-1-1 0 0,0 1 0 0 0,-1 0 1 0 0,1-1-1 0 0,-1 1 0 0 0,0 0 1 0 0,0 0-1 0 0,-4-4 0 0 0,2 4-145 0 0,1 1-1 0 0,-1-1 1 0 0,1 1 0 0 0,-1 0-1 0 0,0 0 1 0 0,0 0 0 0 0,0 1-1 0 0,1-1 1 0 0,-1 1 0 0 0,0 0-1 0 0,0 0 1 0 0,0 0-1 0 0,0 0 1 0 0,-4 2 0 0 0,6-2 90 0 0,-2 0-235 0 0,0 0 1 0 0,0 0 0 0 0,0 1-1 0 0,1-1 1 0 0,-1 1 0 0 0,0 0 0 0 0,-6 2-1 0 0,0 1-506 0 0,-15 4-2820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2.0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200 378 4236 0 0,'-2'-50'3033'0'0,"1"46"-2411"0"0,0 0-127 0 0,-7-14-110 0 0,6 14-80 0 0,-8-1 89 0 0,10 4-381 0 0,-1 1 1 0 0,1-1 0 0 0,0 1-1 0 0,-1 0 1 0 0,1-1 0 0 0,-1 1-1 0 0,1-1 1 0 0,-1 1-1 0 0,1 0 1 0 0,-1-1 0 0 0,1 1-1 0 0,-1 0 1 0 0,1 0 0 0 0,-1 0-1 0 0,1-1 1 0 0,-1 1 0 0 0,1 0-1 0 0,-1 0 1 0 0,0 0-1 0 0,1 0 1 0 0,-1 0 0 0 0,1 0-1 0 0,-1 0 1 0 0,1 0 0 0 0,-1 0-1 0 0,0 0 1 0 0,1 0 0 0 0,-1 0-1 0 0,0 1 1 0 0,-6 1 52 0 0,-1 0-1 0 0,1 0 1 0 0,0 1 0 0 0,0 0 0 0 0,0 0-1 0 0,1 1 1 0 0,-1 0 0 0 0,1 0 0 0 0,0 1-1 0 0,0 0 1 0 0,0 0 0 0 0,-9 10 0 0 0,7-6-29 0 0,0 1 1 0 0,1 0-1 0 0,0 0 1 0 0,0 1 0 0 0,1 0-1 0 0,-9 23 1 0 0,14-31-64 0 0,0 0 0 0 0,0 0-1 0 0,0 1 1 0 0,0-1 0 0 0,1 0 0 0 0,-1 0 0 0 0,1 0 0 0 0,0 0-1 0 0,0 0 1 0 0,0 1 0 0 0,0-1 0 0 0,0 0 0 0 0,1 0-1 0 0,0 0 1 0 0,-1 0 0 0 0,1 0 0 0 0,0 0 0 0 0,1 0-1 0 0,-1 0 1 0 0,0 0 0 0 0,1 0 0 0 0,0 0 0 0 0,-1-1 0 0 0,1 1-1 0 0,0-1 1 0 0,1 1 0 0 0,-1-1 0 0 0,0 0 0 0 0,1 0-1 0 0,-1 0 1 0 0,1 0 0 0 0,-1 0 0 0 0,1-1 0 0 0,0 1-1 0 0,5 1 1 0 0,-5-1 23 0 0,2-2 14 0 0,1 0 34 0 0,-1 0 1 0 0,1-1-1 0 0,0 0 0 0 0,-1 1 0 0 0,0-2 1 0 0,1 1-1 0 0,-1-1 0 0 0,0 1 0 0 0,1-2 1 0 0,-1 1-1 0 0,0 0 0 0 0,-1-1 0 0 0,8-5 1 0 0,5-8 333 0 0,-1-1 1 0 0,-1 0 0 0 0,24-34-1 0 0,-37 48 181 0 0,-2 8-482 0 0,0-1-58 0 0,-1 4 27 0 0,1 1-1 0 0,1-1 1 0 0,0 0 0 0 0,0 1 0 0 0,3 11 0 0 0,-2-17-99 0 0,-1 1 1 0 0,1-1 0 0 0,-1 1 0 0 0,1-1 0 0 0,0 0 0 0 0,0 0 0 0 0,1 0 0 0 0,-1 0 0 0 0,1 0 0 0 0,-1 0 0 0 0,1-1 0 0 0,0 1 0 0 0,0-1 0 0 0,0 0 0 0 0,1 0 0 0 0,6 3 0 0 0,-3-1-152 0 0,0-1-1 0 0,0 0 1 0 0,1-1 0 0 0,-1 1-1 0 0,1-2 1 0 0,0 1-1 0 0,-1-1 1 0 0,1 0 0 0 0,0 0-1 0 0,0-1 1 0 0,0 0 0 0 0,0-1-1 0 0,0 0 1 0 0,-1 0-1 0 0,1-1 1 0 0,0 0 0 0 0,-1 0-1 0 0,1 0 1 0 0,-1-1-1 0 0,9-5 1 0 0,-7 2 90 0 0,0 0-1 0 0,-1-1 1 0 0,0 0 0 0 0,0 0 0 0 0,0-1-1 0 0,-1 0 1 0 0,0 0 0 0 0,-1-1-1 0 0,0 0 1 0 0,0 0 0 0 0,-1 0-1 0 0,0-1 1 0 0,-1 0 0 0 0,0 0-1 0 0,-1 0 1 0 0,1 0 0 0 0,1-16 0 0 0,1-5 605 0 0,-2 0 1 0 0,0-1-1 0 0,-3 1 1 0 0,-3-56-1 0 0,0 67-30 0 0,-1 1-1 0 0,0-1 1 0 0,-2 1-1 0 0,-10-30 0 0 0,14 47-314 0 0,0 0-1 0 0,1 0 0 0 0,-1 0 0 0 0,0 0 1 0 0,0 0-1 0 0,0 1 0 0 0,0-1 1 0 0,0 0-1 0 0,0 1 0 0 0,-1-1 1 0 0,-1-1-1 0 0,-20 10 221 0 0,23-7-363 0 0,-1 0 0 0 0,1 0-1 0 0,0 0 1 0 0,0 0 0 0 0,0 0-1 0 0,-1 0 1 0 0,1 0 0 0 0,0 0-1 0 0,0 0 1 0 0,-1 0 0 0 0,1 0 0 0 0,0 0-1 0 0,0 1 1 0 0,0-1 0 0 0,-1 0-1 0 0,1 0 1 0 0,0 0 0 0 0,0 0 0 0 0,0 1-1 0 0,0-1 1 0 0,-1 0 0 0 0,1 0-1 0 0,0 0 1 0 0,0 1 0 0 0,0-1-1 0 0,0 0 1 0 0,0 0 0 0 0,0 0 0 0 0,0 1-1 0 0,-1-1 1 0 0,1 0 0 0 0,0 0-1 0 0,0 1 1 0 0,0-1 0 0 0,0 0-1 0 0,0 0 1 0 0,0 1 0 0 0,-8 65 155 0 0,3 1 0 0 0,7 122 1 0 0,0-107-534 0 0,-2-63 24 0 0,4 72-1604 0 0,7-32-3261 0 0,-4-32-338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2.6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25 4232 0 0,'0'0'1336'0'0,"0"-4"-278"0"0,0-17 3930 0 0,-1 26-4584 0 0,-5 57 457 0 0,4 100 1 0 0,1-35-1405 0 0,1-101-268 0 0,0-22 300 0 0,0 1-797 0 0,0 0 924 0 0,0 3-14 0 0,0 1-5615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2.8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1 121 2508 0 0,'0'0'14'0'0,"0"-12"731"0"0,0 0 0 0 0,1 0 0 0 0,1 0 0 0 0,0 0 0 0 0,0 0 1 0 0,1 0-1 0 0,6-14 0 0 0,-8 23-228 0 0,8 0 195 0 0,-9 2-688 0 0,1 1 0 0 0,-1 0 0 0 0,0-1 0 0 0,1 1 0 0 0,-1 0 0 0 0,1-1 0 0 0,-1 1 0 0 0,1 0 0 0 0,-1 0 0 0 0,1 0 0 0 0,-1-1 0 0 0,1 1 0 0 0,0 0 0 0 0,-1 0 0 0 0,1 0 0 0 0,-1 0 0 0 0,1 0 0 0 0,-1 0 0 0 0,1 0 0 0 0,-1 0 0 0 0,1 0 0 0 0,-1 0 0 0 0,1 0 0 0 0,0 1 0 0 0,0-1 0 0 0,8 2 127 0 0,-1 1 0 0 0,0 0 0 0 0,1 0 0 0 0,-1 1 0 0 0,0 0 0 0 0,-1 0 0 0 0,1 0-1 0 0,9 8 1 0 0,58 55 347 0 0,-2-3-364 0 0,-61-56-529 0 0,-1 0-1 0 0,1-1 0 0 0,0 0 0 0 0,0-1 1 0 0,1-1-1 0 0,25 9 0 0 0,-34-13-389 0 0,1-1-28 0 0,-4 0 711 0 0,1 0-106 0 0,0 1-1 0 0,0-1 1 0 0,0 0-1 0 0,1 0 1 0 0,-1 0-1 0 0,0 0 1 0 0,0 0-1 0 0,0-1 1 0 0,0 1-1 0 0,0-1 1 0 0,0 1-1 0 0,0-1 1 0 0,0 0-1 0 0,0 1 1 0 0,0-1-1 0 0,0 0 1 0 0,0-1-1 0 0,-1 1 1 0 0,1 0-1 0 0,0 0 0 0 0,2-4 1 0 0,5-12-3021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3.0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76 2532 0 0,'-21'-73'5231'0'0,"20"70"-2597"0"0,1 7-2271 0 0,-1 19-78 0 0,2 0-1 0 0,1-1 1 0 0,6 30-1 0 0,22 74-50 0 0,-21-86-212 0 0,-1-9-1524 0 0,2 1-1 0 0,22 50 1 0 0,-20-65-1278 0 0,-9-14 1886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3.2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70 3228 0 0,'-1'-5'1498'0'0,"-13"-56"3460"0"0,12 57-3087 0 0,-1 6-1536 0 0,2-2-305 0 0,0 0-1 0 0,0 1 1 0 0,0-1 0 0 0,0 1 0 0 0,-1-1 0 0 0,1 1 0 0 0,0 0-1 0 0,0 0 1 0 0,0-1 0 0 0,1 1 0 0 0,-1 0 0 0 0,0 0 0 0 0,0 0 0 0 0,0 0-1 0 0,0 0 1 0 0,1 0 0 0 0,-1 0 0 0 0,1 0 0 0 0,-1 0 0 0 0,1 0-1 0 0,-1 1 1 0 0,1-1 0 0 0,-1 0 0 0 0,1 0 0 0 0,0 0 0 0 0,0 1-1 0 0,0-1 1 0 0,0 0 0 0 0,0 0 0 0 0,0 1 0 0 0,0-1 0 0 0,0 2 0 0 0,1 31 80 0 0,2-1 0 0 0,1 0 0 0 0,2 0 1 0 0,11 40-1 0 0,-6-38-3051 0 0,27 59 1 0 0,-34-87 177 0 0,5 6-1979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3.7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67 145 3536 0 0,'0'-5'1206'0'0,"0"3"-1081"0"0,0-5 242 0 0,0 1 1 0 0,0-1-1 0 0,1 1 0 0 0,0-1 0 0 0,0 1 0 0 0,0-1 0 0 0,1 1 1 0 0,0 0-1 0 0,0 0 0 0 0,4-8 0 0 0,-3 9-277 0 0,0 1-1 0 0,1-1 1 0 0,-1 1 0 0 0,1 0-1 0 0,0 0 1 0 0,0 1 0 0 0,0-1-1 0 0,1 1 1 0 0,-1 0 0 0 0,1 0-1 0 0,-1 0 1 0 0,1 1-1 0 0,0 0 1 0 0,0 0 0 0 0,0 0-1 0 0,1 0 1 0 0,-1 1 0 0 0,0 0-1 0 0,0 0 1 0 0,1 0 0 0 0,-1 1-1 0 0,1 0 1 0 0,-1 0-1 0 0,1 0 1 0 0,-1 1 0 0 0,9 1-1 0 0,-7-1-64 0 0,-1 1 0 0 0,0-1 0 0 0,0 1 0 0 0,0 0 0 0 0,0 0 0 0 0,0 1 0 0 0,-1 0 0 0 0,1 0 0 0 0,-1 0 0 0 0,1 0 0 0 0,-1 1 0 0 0,0 0 0 0 0,0 0 0 0 0,-1 1 0 0 0,0-1 0 0 0,1 1 0 0 0,-1 0-1 0 0,6 11 1 0 0,-9-14-1 0 0,-1 4-5 0 0,0-2-7 0 0,-1 1 0 0 0,1 0 0 0 0,-1 0 0 0 0,0 0 0 0 0,0-1 0 0 0,-1 1 0 0 0,1-1 0 0 0,-1 1 0 0 0,0-1 1 0 0,-1 1-1 0 0,1-1 0 0 0,-1 0 0 0 0,0 0 0 0 0,1 0 0 0 0,-7 5 0 0 0,-60 53-28 0 0,67-60 80 0 0,0 2 32 0 0,1-2-66 0 0,1 0-1 0 0,-1 1 0 0 0,0-1 0 0 0,1 0 1 0 0,-1 1-1 0 0,1-1 0 0 0,0 1 0 0 0,0-1 0 0 0,0 0 1 0 0,0 1-1 0 0,0-1 0 0 0,1 1 0 0 0,-1-1 0 0 0,1 1 1 0 0,-1-1-1 0 0,1 0 0 0 0,0 0 0 0 0,0 1 0 0 0,0-1 1 0 0,2 3-1 0 0,3 4 52 0 0,1 0 0 0 0,0-1 1 0 0,12 12-1 0 0,-15-15-82 0 0,21 20 147 0 0,-7-7-33 0 0,-1 0-1 0 0,24 33 0 0 0,-40-49-97 0 0,0 0-1 0 0,0 0 1 0 0,0 1-1 0 0,-1-1 0 0 0,1 0 1 0 0,-1 0-1 0 0,1 0 1 0 0,-1 1-1 0 0,0-1 0 0 0,0 0 1 0 0,0 1-1 0 0,0-1 1 0 0,-1 0-1 0 0,1 0 1 0 0,0 0-1 0 0,-1 1 0 0 0,0-1 1 0 0,1 0-1 0 0,-3 3 1 0 0,3-3-30 0 0,-2 1 19 0 0,1-1 1 0 0,0 0-1 0 0,-1 1 0 0 0,0-1 0 0 0,1 0 0 0 0,-1 0 0 0 0,0 0 0 0 0,0 0 1 0 0,0 0-1 0 0,0-1 0 0 0,-1 1 0 0 0,1-1 0 0 0,0 1 0 0 0,-1-1 1 0 0,1 0-1 0 0,-1 0 0 0 0,-4 2 0 0 0,5-2 9 0 0,-14 4-166 0 0,0 1 0 0 0,0-2 0 0 0,0-1 0 0 0,-1 0 0 0 0,-27 2 0 0 0,-86-6-5416 0 0,114 0 4310 0 0,-38-1-4918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5.9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 4976 0 0,'0'0'4672'0'0,"0"-4"-3604"0"0,2-12-262 0 0,-1 12 1788 0 0,1 4-2499 0 0,1 1 0 0 0,0-1 0 0 0,-1 1 0 0 0,1 0 0 0 0,-1 0-1 0 0,1 0 1 0 0,-1 0 0 0 0,1 0 0 0 0,-1 1 0 0 0,0-1 0 0 0,0 1 0 0 0,1-1 0 0 0,2 4 0 0 0,22 24 342 0 0,-11-6-496 0 0,-1 0-1 0 0,-1 0 1 0 0,12 30-1 0 0,7 11-2977 0 0,-31-61 2135 0 0,10 9-1134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6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72 3148 0 0,'-2'-23'1311'0'0,"1"19"-191"0"0,0-1-244 0 0,-3-13-208 0 0,3 13 316 0 0,-2-1-461 0 0,3 6-489 0 0,0-1 0 0 0,0 1 0 0 0,0 0 0 0 0,0-1 0 0 0,0 1-1 0 0,0-1 1 0 0,0 1 0 0 0,0-1 0 0 0,0 1 0 0 0,0 0 0 0 0,-1-1 0 0 0,1 1-1 0 0,0-1 1 0 0,0 1 0 0 0,0 0 0 0 0,-1-1 0 0 0,1 1 0 0 0,0 0-1 0 0,-1-1 1 0 0,1 1 0 0 0,0 0 0 0 0,-1 0 0 0 0,1-1 0 0 0,0 1-1 0 0,-1 0 1 0 0,1 0 0 0 0,0-1 0 0 0,-1 1 0 0 0,1 0 0 0 0,-1 0 0 0 0,1 0-1 0 0,0 0 1 0 0,-1 0 0 0 0,0 0 0 0 0,-3 3-17 0 0,0 1 0 0 0,0 0 0 0 0,1 0 0 0 0,-1 0 0 0 0,1 1-1 0 0,0-1 1 0 0,0 1 0 0 0,1 0 0 0 0,-1-1 0 0 0,-1 7 0 0 0,-23 64 190 0 0,16-42-133 0 0,-28 88-487 0 0,37-117 244 0 0,2 9 385 0 0,0-5-2484 0 0,12-12 871 0 0,-10 1 1386 0 0,1-1 0 0 0,-1 1 0 0 0,1-1 1 0 0,-1 1-1 0 0,0-1 0 0 0,0 0 1 0 0,-1 0-1 0 0,1 1 0 0 0,-1-1 0 0 0,0-1 1 0 0,1-4-1 0 0,2-4 315 0 0,1-1-1 0 0,-2 0 1 0 0,0 0 0 0 0,-1 0-1 0 0,0 0 1 0 0,-1-1 0 0 0,0 1-1 0 0,-2 0 1 0 0,-2-25 0 0 0,2 36-2 0 0,0-1-55 0 0,-8-8 592 0 0,2 13-391 0 0,0 14-476 0 0,0 14-313 0 0,1 1 0 0 0,2 0 0 0 0,1 0 0 0 0,2 0 0 0 0,0 0 0 0 0,7 53 0 0 0,-1-60-1705 0 0,-5-19 867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26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17 179 4560 0 0,'-4'-2'1481'0'0,"3"2"-1338"0"0,1 0-1 0 0,-1 0 1 0 0,0 0-1 0 0,1 0 1 0 0,-1-1-1 0 0,1 1 1 0 0,-1 0-1 0 0,1 0 1 0 0,-1-1-1 0 0,1 1 1 0 0,-1 0-1 0 0,1-1 1 0 0,-1 1-1 0 0,1-1 0 0 0,-1 1 1 0 0,1-1-1 0 0,0 1 1 0 0,-1 0-1 0 0,1-1 1 0 0,0 0-1 0 0,-1 1 1 0 0,1-1-1 0 0,0 1 1 0 0,-1-1-1 0 0,1 1 1 0 0,0-1-1 0 0,0 0 1 0 0,0 0-1 0 0,0 0-63 0 0,0 0 1 0 0,1-1-1 0 0,-1 1 0 0 0,1 0 0 0 0,0 0 0 0 0,-1 0 0 0 0,1-1 0 0 0,0 1 1 0 0,0 0-1 0 0,-1 0 0 0 0,1 0 0 0 0,0 0 0 0 0,0 1 0 0 0,2-2 0 0 0,4-3-17 0 0,0 0-1 0 0,1 1 0 0 0,0 0 1 0 0,0 1-1 0 0,0 0 0 0 0,0 0 1 0 0,1 1-1 0 0,11-3 0 0 0,6-1-76 0 0,130-36-1075 0 0,20-6-4685 0 0,-120 30 783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2.4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70 4204 0 0,'1'-5'1873'0'0,"7"-36"3117"0"0,-8 38-3107 0 0,1-1-1491 0 0,1-12-84 0 0,-2 21 140 0 0,-4 33 312 0 0,2-15-865 0 0,-5 70-949 0 0,-26 112-1 0 0,32-200 503 0 0,-1 14-639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2.6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76 2436 0 0,'0'0'1528'0'0,"-2"-2"-278"0"0,0 0-1301 0 0,-1 0 424 0 0,1 0 0 0 0,-1 0 0 0 0,1 0 0 0 0,-1 0 0 0 0,1 0 0 0 0,0-1 0 0 0,0 1 0 0 0,0-1 0 0 0,1 0 0 0 0,-1 1 0 0 0,1-1 0 0 0,-1 0 0 0 0,1 0 0 0 0,-2-5 0 0 0,6 5-330 0 0,0 1 0 0 0,0 0 0 0 0,0 0 0 0 0,0 0 0 0 0,0 1 0 0 0,0-1 0 0 0,0 1 0 0 0,1-1 0 0 0,5 0 0 0 0,0-1-78 0 0,-1 1-1 0 0,1 0 1 0 0,0 1-1 0 0,0 0 1 0 0,13 1-1 0 0,-15-1-51 0 0,23 1-648 0 0,-5 2-839 0 0,-17-2 1106 0 0,21 1-3163 0 0,-4 1-809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2.8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0 231 2880 0 0,'2'4'1059'0'0,"6"14"698"0"0,-1-18-1064 0 0,16 0-333 0 0,0-2 0 0 0,-1-1 0 0 0,1 0 0 0 0,0-2 1 0 0,-1 0-1 0 0,42-17 0 0 0,-7-2-380 0 0,78-46 1 0 0,-116 59-968 0 0,-1-1 0 0 0,0-1 1 0 0,-1-1-1 0 0,30-30 0 0 0,-25 20-2910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3.2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75 289 2548 0 0,'-45'-11'3539'0'0,"41"10"-2463"0"0,-1 1-715 0 0,-15 4 1283 0 0,22 3-1411 0 0,-2-6-222 0 0,0-1 0 0 0,0 1 0 0 0,0-1-1 0 0,0 1 1 0 0,0-1 0 0 0,0 1 0 0 0,0-1 0 0 0,0 1-1 0 0,0-1 1 0 0,0 1 0 0 0,0-1 0 0 0,0 1-1 0 0,0-1 1 0 0,0 1 0 0 0,1-1 0 0 0,-1 1-1 0 0,0-1 1 0 0,0 1 0 0 0,1-1 0 0 0,-1 1-1 0 0,0-1 1 0 0,1 0 0 0 0,-1 1 0 0 0,0-1 0 0 0,1 1-1 0 0,-1-1 1 0 0,1 0 0 0 0,-1 1 0 0 0,0-1-1 0 0,1 0 1 0 0,-1 0 0 0 0,1 1 0 0 0,-1-1-1 0 0,2 0 1 0 0,13 1 112 0 0,0-1-1 0 0,1 0 0 0 0,23-4 1 0 0,-23 0-93 0 0,0 0 1 0 0,-1-1 0 0 0,1-1-1 0 0,-2-1 1 0 0,1 0 0 0 0,-1-1-1 0 0,0 0 1 0 0,0-1 0 0 0,-1 0-1 0 0,0-1 1 0 0,-1-1 0 0 0,0 0-1 0 0,13-16 1 0 0,-22 23-31 0 0,0-1 0 0 0,-1 1 1 0 0,1-1-1 0 0,-1 1 0 0 0,0-1 0 0 0,0 0 1 0 0,0 0-1 0 0,-1 0 0 0 0,0 0 0 0 0,0 0 1 0 0,0-1-1 0 0,0 1 0 0 0,-1 0 0 0 0,0 0 1 0 0,0-1-1 0 0,-1 1 0 0 0,1 0 0 0 0,-1 0 0 0 0,0 0 1 0 0,0 0-1 0 0,-1 0 0 0 0,0 0 0 0 0,0 0 1 0 0,0 0-1 0 0,0 0 0 0 0,-1 1 0 0 0,0-1 1 0 0,0 1-1 0 0,0 0 0 0 0,0 0 0 0 0,0 0 1 0 0,-1 0-1 0 0,-6-4 0 0 0,8 6 15 0 0,1 2-1 0 0,-1-1 1 0 0,0 0-1 0 0,0 0 1 0 0,0 0-1 0 0,0 1 1 0 0,0-1-1 0 0,0 1 1 0 0,0 0-1 0 0,0-1 1 0 0,0 1 0 0 0,0 0-1 0 0,0 0 1 0 0,0 0-1 0 0,0 1 1 0 0,0-1-1 0 0,0 0 1 0 0,0 1-1 0 0,0-1 1 0 0,0 1 0 0 0,-4 2-1 0 0,4-3-19 0 0,-8 7 118 0 0,-3 7-72 0 0,0 1-1 0 0,2 1 1 0 0,0 0-1 0 0,0 1 1 0 0,2 0 0 0 0,0 1-1 0 0,1 0 1 0 0,1 0-1 0 0,1 1 1 0 0,-5 21 0 0 0,-6 37-95 0 0,-7 96 0 0 0,14-95 33 0 0,-13 198-2114 0 0,21-246 1314 0 0,6 5-3806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3.4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19 150 2508 0 0,'-19'-11'5877'0'0,"30"-15"-5357"0"0,25 9-368 0 0,-11 7-72 0 0,7-2-116 0 0,4 1-236 0 0,3 0-228 0 0,-1 0-380 0 0,1-4-272 0 0,2 2-901 0 0,4 0-2151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4.0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1 318 2936 0 0,'25'31'7098'0'0,"-13"-23"-7205"0"0,-9-6 342 0 0,-2-2-220 0 0,-1-1 1 0 0,1 1-1 0 0,-1 0 0 0 0,1-1 0 0 0,-1 1 0 0 0,1 0 1 0 0,-1 0-1 0 0,1-1 0 0 0,-1 1 0 0 0,1 0 0 0 0,0 0 1 0 0,-1 0-1 0 0,1 0 0 0 0,-1 0 0 0 0,1 0 0 0 0,0-1 1 0 0,-1 2-1 0 0,1-1 0 0 0,-1 0 0 0 0,1 0 0 0 0,1 0 1 0 0,17-1 201 0 0,-4-3-175 0 0,-1-1 1 0 0,1 0 0 0 0,-1-1 0 0 0,0-1-1 0 0,0-1 1 0 0,-1 1 0 0 0,0-2 0 0 0,13-11-1 0 0,-17 13-38 0 0,0 0-1 0 0,-1-1 0 0 0,0-1 1 0 0,0 1-1 0 0,-1-1 0 0 0,0-1 1 0 0,-1 1-1 0 0,0-1 0 0 0,0 0 1 0 0,-1-1-1 0 0,6-17 0 0 0,-9 19 16 0 0,4-33 10 0 0,-7 34-21 0 0,0 2 0 0 0,1 1-8 0 0,-1 1 1 0 0,1 0-1 0 0,-1-1 1 0 0,0 1-1 0 0,0-1 1 0 0,0 1-1 0 0,-1 0 1 0 0,1 0-1 0 0,-1 0 1 0 0,0 0-1 0 0,0 0 1 0 0,-1 0-1 0 0,1 0 1 0 0,-1 0-1 0 0,0 1 1 0 0,0 0-1 0 0,0-1 1 0 0,0 1-1 0 0,-1 0 1 0 0,1 1-1 0 0,-1-1 1 0 0,0 0-1 0 0,-4-1 1 0 0,7 3 6 0 0,-1 1 0 0 0,0 0 0 0 0,0 0 0 0 0,1 0 1 0 0,-1 0-1 0 0,0 0 0 0 0,0 0 0 0 0,1 0 0 0 0,-1 0 0 0 0,0 1 0 0 0,0-1 1 0 0,1 1-1 0 0,-1-1 0 0 0,0 1 0 0 0,1 0 0 0 0,-1 0 0 0 0,1-1 1 0 0,-1 1-1 0 0,-1 1 0 0 0,-24 21 178 0 0,17-12-148 0 0,0 2-1 0 0,1 0 1 0 0,0 0-1 0 0,1 0 1 0 0,0 1-1 0 0,1 0 1 0 0,0 1-1 0 0,-7 24 1 0 0,-1 16-57 0 0,-8 59 1 0 0,18-87-14 0 0,-5 31-192 0 0,2 1 1 0 0,3 0-1 0 0,3 1 1 0 0,2-1-1 0 0,3 0 1 0 0,15 91-1 0 0,-9-110-1782 0 0,-4-22-2197 0 0,0 1 228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4.2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27 145 2032 0 0,'-22'-8'1240'0'0,"18"6"1008"0"0,5-1-1797 0 0,0 1-411 0 0,0 0 0 0 0,0 0 0 0 0,0 0 0 0 0,0 0 0 0 0,0 0 0 0 0,0 1 0 0 0,1-1 0 0 0,-1 0 0 0 0,1 1 0 0 0,-1-1 0 0 0,1 1-1 0 0,0 0 1 0 0,0 0 0 0 0,-1-1 0 0 0,1 1 0 0 0,0 0 0 0 0,0 0 0 0 0,0 1 0 0 0,3-2 0 0 0,44-15 101 0 0,1 2-1 0 0,0 2 1 0 0,62-8 0 0 0,35-8-4142 0 0,-121 22 709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4.9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34 144 3228 0 0,'0'0'2940'0'0,"-1"-3"-2322"0"0,-5-8-110 0 0,4 9 1055 0 0,-1 3-1334 0 0,2 0-176 0 0,-1 0 0 0 0,0 0 0 0 0,1 0 0 0 0,-1 0 0 0 0,1 0 0 0 0,0 0 0 0 0,-1 1 0 0 0,1-1 0 0 0,0 0 0 0 0,0 1-1 0 0,0-1 1 0 0,0 1 0 0 0,0 0 0 0 0,-1 2 0 0 0,1-1 383 0 0,3 3-401 0 0,-2-5-33 0 0,0-1-1 0 0,0 1 0 0 0,-1-1 1 0 0,1 1-1 0 0,0-1 1 0 0,0 1-1 0 0,0-1 0 0 0,0 1 1 0 0,0-1-1 0 0,1 0 0 0 0,-1 1 1 0 0,0-1-1 0 0,0 1 1 0 0,0-1-1 0 0,0 1 0 0 0,0-1 1 0 0,1 0-1 0 0,-1 1 0 0 0,0-1 1 0 0,0 1-1 0 0,0-1 1 0 0,1 0-1 0 0,-1 1 0 0 0,0-1 1 0 0,1 0-1 0 0,-1 1 0 0 0,0-1 1 0 0,1 0-1 0 0,-1 0 1 0 0,1 1-1 0 0,-1-1 0 0 0,0 0 1 0 0,1 0-1 0 0,-1 0 0 0 0,1 1 1 0 0,-1-1-1 0 0,1 0 1 0 0,5 0 5 0 0,1 0 0 0 0,-1-1 0 0 0,0 1 0 0 0,1-1 0 0 0,-1-1 1 0 0,0 1-1 0 0,7-4 0 0 0,0 0-37 0 0,0 0 0 0 0,-1-1 0 0 0,1-1 1 0 0,17-12-1 0 0,-25 14-1 0 0,0 0 1 0 0,-1 0 0 0 0,1 0 0 0 0,-1-1 0 0 0,0 1-1 0 0,5-10 1 0 0,-7 11 3 0 0,0 1 0 0 0,0-1 0 0 0,0-1 0 0 0,-1 1 1 0 0,0 0-1 0 0,0 0 0 0 0,2-8 0 0 0,-3 10 30 0 0,1-3-1 0 0,-2 1-71 0 0,-3-12 54 0 0,3 12 36 0 0,-3 3-21 0 0,2 0 0 0 0,1 0 0 0 0,-1 1 0 0 0,0-1 0 0 0,0 1 0 0 0,0 0 1 0 0,0-1-1 0 0,0 1 0 0 0,0 0 0 0 0,0 0 0 0 0,0 0 0 0 0,0 1 0 0 0,0-1 0 0 0,0 0 0 0 0,0 1 0 0 0,0-1 1 0 0,0 1-1 0 0,0 0 0 0 0,0 0 0 0 0,1 0 0 0 0,-1-1 0 0 0,0 2 0 0 0,0-1 0 0 0,1 0 0 0 0,-2 2 1 0 0,-10 8 24 0 0,1 1 1 0 0,0 0-1 0 0,1 1 1 0 0,1 1-1 0 0,0 0 1 0 0,1 0-1 0 0,0 1 1 0 0,1 0-1 0 0,1 0 1 0 0,1 1-1 0 0,0-1 1 0 0,0 2-1 0 0,-4 28 1 0 0,9-42-22 0 0,1 0 1 0 0,0 0 0 0 0,0 1-1 0 0,0-1 1 0 0,0 0-1 0 0,0 0 1 0 0,1 0-1 0 0,-1 0 1 0 0,1 0-1 0 0,0 0 1 0 0,0 0 0 0 0,0 0-1 0 0,0 0 1 0 0,0 0-1 0 0,1 0 1 0 0,-1 0-1 0 0,1-1 1 0 0,0 1-1 0 0,0-1 1 0 0,0 1 0 0 0,0-1-1 0 0,0 0 1 0 0,5 3-1 0 0,-1-2-47 0 0,1 0-1 0 0,0 0 0 0 0,0-1 1 0 0,0 0-1 0 0,0-1 0 0 0,0 0 1 0 0,0 0-1 0 0,1 0 0 0 0,-1-1 1 0 0,0 0-1 0 0,0 0 0 0 0,1-1 0 0 0,-1 0 1 0 0,12-3-1 0 0,1-1-1082 0 0,-1-1 0 0 0,0-1-1 0 0,-1-1 1 0 0,24-13 0 0 0,-16 6-2844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5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198 228 3400 0 0,'0'-4'1094'0'0,"0"-12"-137"0"0,0 12-185 0 0,-1 0-156 0 0,-10-31 881 0 0,10 32-1274 0 0,-1 0-30 0 0,1 2-161 0 0,-1 0-1 0 0,1 0 1 0 0,0 0-1 0 0,0 1 1 0 0,-1-1-1 0 0,1 0 1 0 0,-1 0 0 0 0,1 1-1 0 0,-1-1 1 0 0,1 1-1 0 0,-1-1 1 0 0,1 1-1 0 0,-1 0 1 0 0,1-1-1 0 0,-1 1 1 0 0,0 0-1 0 0,1 0 1 0 0,-1 0 0 0 0,-3 1-1 0 0,2 0 0 0 0,-1 0-1 0 0,0 0 0 0 0,1 0 1 0 0,-1 1-1 0 0,1 0 0 0 0,-1-1 1 0 0,1 1-1 0 0,-5 4 1 0 0,-1 1-27 0 0,0 1 1 0 0,0 1-1 0 0,1 0 1 0 0,-1 0-1 0 0,-7 12 1 0 0,8-8-2 0 0,-1 1 0 0 0,2 0 0 0 0,0 0 0 0 0,0 1 0 0 0,-6 23 0 0 0,12-34 29 0 0,1 0-37 0 0,-1 13-12 0 0,0-13-28 0 0,4 3-262 0 0,-3-7 275 0 0,0 1-1 0 0,0 0 1 0 0,1-1 0 0 0,-1 1 0 0 0,0 0-1 0 0,0 0 1 0 0,0-1 0 0 0,0 1 0 0 0,1 0-1 0 0,-1-1 1 0 0,0 1 0 0 0,1-1 0 0 0,-1 1-1 0 0,0 0 1 0 0,1-1 0 0 0,-1 1 0 0 0,1-1-1 0 0,-1 1 1 0 0,1-1 0 0 0,-1 1 0 0 0,1-1-1 0 0,0 1 1 0 0,2 1 21 0 0,1-1 0 0 0,-1 0 0 0 0,1 0 0 0 0,-1-1 0 0 0,0 1 0 0 0,1-1 0 0 0,-1 0 0 0 0,1 1 0 0 0,-1-1-1 0 0,1-1 1 0 0,-1 1 0 0 0,1-1 0 0 0,-1 1 0 0 0,1-1 0 0 0,-1 0 0 0 0,0 0 0 0 0,1 0 0 0 0,-1-1 0 0 0,0 1 0 0 0,0-1 0 0 0,0 0 0 0 0,5-3 0 0 0,-2 0 109 0 0,1 0 0 0 0,-2 0-1 0 0,1-1 1 0 0,0 0 0 0 0,-1 0 0 0 0,0 0 0 0 0,0 0 0 0 0,-1-1 0 0 0,7-13 0 0 0,-10 17 27 0 0,6-14 79 0 0,-5 15-166 0 0,0-2 162 0 0,5-11 117 0 0,-7 32-312 0 0,0-12 1 0 0,0-1-13 0 0,2 73 27 0 0,-1-72-72 0 0,1-2 26 0 0,21 21-364 0 0,-21-23 263 0 0,3-1 13 0 0,2-1 73 0 0,-1 0 0 0 0,1 0 0 0 0,0-1 1 0 0,-1 0-1 0 0,1 0 0 0 0,-1-1 1 0 0,0 0-1 0 0,0 0 0 0 0,0 0 1 0 0,0-1-1 0 0,0 1 0 0 0,-1-2 1 0 0,0 1-1 0 0,0 0 0 0 0,0-1 1 0 0,0 0-1 0 0,7-11 0 0 0,-1 2 164 0 0,0-1 0 0 0,-1-1-1 0 0,-1 0 1 0 0,-1 0 0 0 0,13-34 0 0 0,-9 7 596 0 0,-2-1 0 0 0,5-51 0 0 0,-14 91-601 0 0,-1-4 5 0 0,-1-4 29 0 0,-4 17-155 0 0,0 1 1 0 0,0-1-1 0 0,0 1 1 0 0,1 0-1 0 0,0 0 1 0 0,0 1-1 0 0,0-1 1 0 0,1 1-1 0 0,0 0 1 0 0,0 0-1 0 0,1 0 1 0 0,-1 0-1 0 0,-1 15 1 0 0,-3 16-76 0 0,-4 50 0 0 0,11-84 83 0 0,-1 11 19 0 0,0 1 0 0 0,2 23-1 0 0,-1-32-187 0 0,1-1 0 0 0,0 0 1 0 0,0 1-1 0 0,0-1 0 0 0,1 1 0 0 0,-1-1 0 0 0,2 0 0 0 0,-1 0 1 0 0,1 0-1 0 0,-1 0 0 0 0,2-1 0 0 0,-1 1 0 0 0,1-1 0 0 0,6 8 1 0 0,-9-12-63 0 0,-1-1 1 0 0,1 1 0 0 0,1 0 0 0 0,-1-1 0 0 0,0 1 0 0 0,0 0-1 0 0,0-1 1 0 0,0 1 0 0 0,0-1 0 0 0,0 0 0 0 0,1 1 0 0 0,-1-1 0 0 0,0 0-1 0 0,0 0 1 0 0,1 0 0 0 0,-1 0 0 0 0,0 0 0 0 0,0 0 0 0 0,1 0 0 0 0,-1 0-1 0 0,0 0 1 0 0,2-1 0 0 0,17-3-4080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6.0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43 3592 0 0,'-20'6'4285'0'0,"40"0"-3905"0"0,28-10-224 0 0,-17 1-80 0 0,5-2-128 0 0,3-1 148 0 0,0 1-612 0 0,2-2-500 0 0,-4-3-56 0 0,0 3-869 0 0,-2-1-2007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6.7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 3064 0 0,'0'0'5703'0'0,"-1"4"-5549"0"0,-1 12-35 0 0,1-12-1 0 0,0 1-27 0 0,0 2-66 0 0,-2 14 73 0 0,0 1 0 0 0,1 41 0 0 0,5-46-68 0 0,-2-13-52 0 0,-1-4 19 0 0,1 0 1 0 0,-1 0 0 0 0,0 0 0 0 0,0 0 0 0 0,1 1 0 0 0,-1-1-1 0 0,0 0 1 0 0,0 0 0 0 0,1 0 0 0 0,-1 0 0 0 0,0 0 0 0 0,0 1-1 0 0,1-1 1 0 0,-1 0 0 0 0,0 0 0 0 0,0 0 0 0 0,0 1 0 0 0,0-1-1 0 0,1 0 1 0 0,-1 0 0 0 0,0 1 0 0 0,0-1 0 0 0,0 0 0 0 0,0 0-1 0 0,0 1 1 0 0,0-1 0 0 0,0 0 0 0 0,1 0 0 0 0,-1 1 0 0 0,0-1-1 0 0,0 0 1 0 0,0 1 0 0 0,0 0-4 0 0,0-1 0 0 0,0 1-1 0 0,0-1 1 0 0,0 0 0 0 0,0 1-1 0 0,0-1 1 0 0,0 1 0 0 0,0-1 0 0 0,1 1-1 0 0,-1-1 1 0 0,0 0 0 0 0,0 1-1 0 0,1-1 1 0 0,-1 1 0 0 0,0-1 0 0 0,0 0-1 0 0,1 1 1 0 0,-1-1 0 0 0,0 0-1 0 0,1 1 1 0 0,-1-1 0 0 0,1 0 0 0 0,-1 0-1 0 0,0 1 1 0 0,1-1 0 0 0,-1 0 0 0 0,1 0-1 0 0,-1 0 1 0 0,1 0 0 0 0,-1 0-1 0 0,0 1 1 0 0,1-1 0 0 0,-1 0 0 0 0,1 0-1 0 0,-1 0 1 0 0,1 0 0 0 0,-1 0-1 0 0,1 0 1 0 0,0-1 0 0 0,3 1-7 0 0,0 0-1 0 0,1-1 1 0 0,-1 0 0 0 0,0 0-1 0 0,0 0 1 0 0,1 0 0 0 0,-1-1-1 0 0,0 0 1 0 0,0 1 0 0 0,-1-2-1 0 0,1 1 1 0 0,0 0 0 0 0,-1-1-1 0 0,1 1 1 0 0,-1-1-1 0 0,0 0 1 0 0,0 0 0 0 0,0-1-1 0 0,0 1 1 0 0,3-5 0 0 0,2-3 291 0 0,-1-1 0 0 0,0 0 0 0 0,-1 0 0 0 0,7-19 1 0 0,-11 28-43 0 0,-2 2-150 0 0,1 0 0 0 0,-1 0 1 0 0,1 0-1 0 0,-1 0 1 0 0,1 0-1 0 0,-1 0 0 0 0,1 0 1 0 0,-1 0-1 0 0,0 0 1 0 0,0 0-1 0 0,1 0 0 0 0,-1-1 1 0 0,0-1-1 0 0,-6 18-76 0 0,1-1 0 0 0,0 1 0 0 0,-3 17 0 0 0,2 8 136 0 0,6-36-123 0 0,0 1-43 0 0,7 35-1272 0 0,-5-37 630 0 0,1-1-1699 0 0,11 5 977 0 0,-11-5-932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7.0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3 120 3536 0 0,'0'0'2354'0'0,"-1"-4"-1549"0"0,-1-12-191 0 0,2 12 304 0 0,1 1-645 0 0,1 0-223 0 0,-1 1 0 0 0,0 0 0 0 0,0 0 0 0 0,1 1 0 0 0,-1-1 0 0 0,1 0 0 0 0,0 0 0 0 0,0 1 0 0 0,-1-1 0 0 0,1 1 0 0 0,0-1 0 0 0,2 0 0 0 0,0 0 84 0 0,0 1-36 0 0,15-1-15 0 0,-15 1 17 0 0,2 2-45 0 0,-4-1-53 0 0,4 1 8 0 0,-1 0 1 0 0,0 0 0 0 0,0 0-1 0 0,0 0 1 0 0,1 1-1 0 0,-1 0 1 0 0,0 0 0 0 0,-1 0-1 0 0,1 1 1 0 0,0-1 0 0 0,-1 1-1 0 0,1 0 1 0 0,-1 1-1 0 0,0-1 1 0 0,0 1 0 0 0,5 6-1 0 0,-1 2-10 0 0,-6-9 17 0 0,2 20 16 0 0,-3-18-9 0 0,-2 0 40 0 0,0 2 123 0 0,0-1-1 0 0,-1 1 0 0 0,0-1 1 0 0,0 0-1 0 0,-1 0 1 0 0,1 0-1 0 0,-1 0 0 0 0,-1 0 1 0 0,1-1-1 0 0,-1 1 1 0 0,0-1-1 0 0,0 0 0 0 0,-7 6 1 0 0,1-2 296 0 0,8-6-15 0 0,-2-1-6 0 0,3-2-374 0 0,-1 1 0 0 0,1 0 0 0 0,-1-1 0 0 0,1 1 0 0 0,-1-1 0 0 0,1 1 0 0 0,-1-1 0 0 0,0 0 0 0 0,1 0 0 0 0,-1 0 0 0 0,0 0 0 0 0,1 0 0 0 0,-1 0 0 0 0,0 0-1 0 0,1 0 1 0 0,-1-1 0 0 0,1 1 0 0 0,-1 0 0 0 0,0-1 0 0 0,-1 0 0 0 0,0-1-17 0 0,2 0-72 0 0,1 0 1 0 0,0 1-1 0 0,0-1 1 0 0,0 0-1 0 0,1 0 0 0 0,-1 0 1 0 0,0 0-1 0 0,1 1 1 0 0,-1-1-1 0 0,1 0 1 0 0,-1 0-1 0 0,2-1 1 0 0,-2 2-6 0 0,3-9-97 0 0,-1 1 0 0 0,2-1-1 0 0,-1 1 1 0 0,1 0 0 0 0,0 0 0 0 0,1 0 0 0 0,10-13-1 0 0,0 2-684 0 0,29-29 0 0 0,-34 39-99 0 0,0 0 0 0 0,1 1 0 0 0,0 1 1 0 0,0 0-1 0 0,1 1 0 0 0,16-8 0 0 0,-25 13-396 0 0,0 1-916 0 0,16-5-1537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7.7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91 2220 0 0,'0'0'1150'0'0,"0"4"-240"0"0,0 12-162 0 0,0-12 746 0 0,0 0-1140 0 0,-1 14-46 0 0,1-14 566 0 0,4 3-696 0 0,-4-7-170 0 0,0 0 0 0 0,0 1 0 0 0,0-1 0 0 0,0 0 0 0 0,0 1 0 0 0,0-1 0 0 0,0 1 0 0 0,1-1 0 0 0,-1 0 0 0 0,0 1 1 0 0,0-1-1 0 0,0 0 0 0 0,0 1 0 0 0,1-1 0 0 0,-1 0 0 0 0,0 0 0 0 0,0 1 0 0 0,0-1 0 0 0,1 0 0 0 0,-1 1 0 0 0,0-1 0 0 0,1 0 0 0 0,-1 0 0 0 0,0 0 0 0 0,0 1 0 0 0,1-1 0 0 0,-1 0 0 0 0,1 0 0 0 0,-1 0 0 0 0,0 0 0 0 0,1 0 0 0 0,-1 1 0 0 0,0-1 0 0 0,1 0 0 0 0,-1 0 0 0 0,0 0 0 0 0,1 0 0 0 0,0 0 0 0 0,8-3 99 0 0,-1-1-1 0 0,1 0 1 0 0,-1 0-1 0 0,1 0 0 0 0,-1-1 1 0 0,-1 0-1 0 0,1-1 1 0 0,-1 0-1 0 0,0 0 0 0 0,0 0 1 0 0,0-1-1 0 0,-1 0 1 0 0,0 0-1 0 0,-1-1 0 0 0,0 0 1 0 0,6-10-1 0 0,-10 15 187 0 0,1-1-39 0 0,2-12-47 0 0,-2 12 220 0 0,-8-17-170 0 0,2 21-189 0 0,-1 2-33 0 0,0 0 0 0 0,0 0-1 0 0,1 0 1 0 0,-1 0-1 0 0,1 0 1 0 0,0 1 0 0 0,0 0-1 0 0,0 0 1 0 0,0 0 0 0 0,0 1-1 0 0,0-1 1 0 0,1 1-1 0 0,-5 6 1 0 0,-1 2 34 0 0,1 1-1 0 0,-13 26 1 0 0,17-31-42 0 0,1 0-1 0 0,0 0 0 0 0,0 0 1 0 0,1 0-1 0 0,-1 10 1 0 0,2-14-53 0 0,2 2 18 0 0,-1-3-14 0 0,1 0 0 0 0,-1 0-1 0 0,0-1 1 0 0,1 1 0 0 0,0 0 0 0 0,0 0 0 0 0,0-1 0 0 0,0 1-1 0 0,0-1 1 0 0,0 1 0 0 0,1-1 0 0 0,-1 1 0 0 0,1-1 0 0 0,0 0-1 0 0,0 1 1 0 0,0-1 0 0 0,0 0 0 0 0,0 0 0 0 0,0-1 0 0 0,0 1 0 0 0,0 0-1 0 0,1-1 1 0 0,-1 1 0 0 0,1-1 0 0 0,3 2 0 0 0,6-2-209 0 0,0 1 1 0 0,0-1-1 0 0,1-1 1 0 0,-1 0 0 0 0,0-1-1 0 0,0 0 1 0 0,1-1-1 0 0,-1-1 1 0 0,0 0-1 0 0,-1 0 1 0 0,1-1 0 0 0,-1 0-1 0 0,1-1 1 0 0,13-9-1 0 0,-5 3 29 0 0,0-1-1 0 0,-2 0 1 0 0,1-1-1 0 0,-2-2 0 0 0,0 1 1 0 0,0-2-1 0 0,15-19 1 0 0,-29 30 192 0 0,16-20-78 0 0,-13 9 813 0 0,-6 15-685 0 0,0 0 0 0 0,0 1 0 0 0,0-1 0 0 0,0 0 0 0 0,0 0 0 0 0,0 1 0 0 0,0-1 1 0 0,-1 0-1 0 0,1 0 0 0 0,0 1 0 0 0,0-1 0 0 0,-1 0 0 0 0,1 1 0 0 0,0-1 0 0 0,-1 0 0 0 0,1 1 0 0 0,-1-1 0 0 0,1 1 0 0 0,-1-1 0 0 0,1 1 0 0 0,-1-1 0 0 0,1 1 1 0 0,-1-1-1 0 0,1 1 0 0 0,-1-1 0 0 0,0 1 0 0 0,1-1 0 0 0,-1 1 0 0 0,0 0 0 0 0,0-1 0 0 0,-1 1 3 0 0,0 0-1 0 0,-1-1 1 0 0,1 1 0 0 0,0 0-1 0 0,0 0 1 0 0,0 1 0 0 0,-1-1 0 0 0,1 0-1 0 0,0 1 1 0 0,0-1 0 0 0,-2 2-1 0 0,-2-1 29 0 0,1 1 0 0 0,0 1 0 0 0,-1-1 0 0 0,1 1 0 0 0,0 0-1 0 0,0 0 1 0 0,1 1 0 0 0,-1 0 0 0 0,-6 6 0 0 0,-15 41 233 0 0,25-48-260 0 0,2 2-5 0 0,2 6 57 0 0,1 0 0 0 0,0 0 0 0 0,0-1 0 0 0,1 1 0 0 0,0-1 0 0 0,1-1 0 0 0,8 12 0 0 0,10 18-2 0 0,-22-36-73 0 0,-2-3-21 0 0,0 1 0 0 0,1 0 1 0 0,-1-1-1 0 0,1 1 0 0 0,-1-1 0 0 0,0 1 0 0 0,1 0 1 0 0,-1-1-1 0 0,0 1 0 0 0,0 0 0 0 0,1 0 0 0 0,-1-1 1 0 0,0 1-1 0 0,0 0 0 0 0,0-1 0 0 0,0 1 0 0 0,0 0 1 0 0,0 0-1 0 0,0-1 0 0 0,0 1 0 0 0,0 0 0 0 0,-1 0 1 0 0,1-1-1 0 0,0 1 0 0 0,0 0 0 0 0,-1-1 0 0 0,1 1 1 0 0,0 0-1 0 0,-1-1 0 0 0,0 2 0 0 0,1-1-25 0 0,-1 1 0 0 0,0 0 0 0 0,0 0-1 0 0,0-1 1 0 0,0 1 0 0 0,0-1 0 0 0,0 1-1 0 0,-1-1 1 0 0,1 1 0 0 0,-1-1 0 0 0,-2 3-1 0 0,-7 0-728 0 0,-1 0 0 0 0,0-1-1 0 0,0-1 1 0 0,1 1 0 0 0,-1-2-1 0 0,-1 0 1 0 0,1 0-1 0 0,-22-2 1 0 0,27 0-3507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8.5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239 94 3856 0 0,'0'-5'338'0'0,"1"1"0"0"0,-1-1-1 0 0,0 0 1 0 0,0 0-1 0 0,-1 0 1 0 0,1 0-1 0 0,-1 0 1 0 0,0 1 0 0 0,0-1-1 0 0,-1 0 1 0 0,0 1-1 0 0,1-1 1 0 0,-2 1 0 0 0,-2-6-1 0 0,3 7 48 0 0,2 2-336 0 0,-1 0 1 0 0,0 0-1 0 0,1 1 0 0 0,-1-1 1 0 0,0 0-1 0 0,0 0 0 0 0,0 0 1 0 0,0 1-1 0 0,1-1 0 0 0,-1 0 1 0 0,0 1-1 0 0,0-1 0 0 0,-1 1 1 0 0,1-1-1 0 0,0 1 0 0 0,0-1 1 0 0,0 1-1 0 0,0 0 0 0 0,0 0 1 0 0,0 0-1 0 0,-2-1 0 0 0,-16-1 221 0 0,16 3-229 0 0,-1-1 1 0 0,1 1-1 0 0,-1-1 1 0 0,1 1 0 0 0,-1 0-1 0 0,1 0 1 0 0,0 1-1 0 0,-1-1 1 0 0,1 1-1 0 0,0 0 1 0 0,0-1 0 0 0,0 1-1 0 0,0 1 1 0 0,0-1-1 0 0,-3 4 1 0 0,6-6-40 0 0,-15 12 25 0 0,0 1 0 0 0,1 1 0 0 0,0 0 0 0 0,2 1 0 0 0,-1 1 1 0 0,2 0-1 0 0,-14 24 0 0 0,24-37 39 0 0,0 2-74 0 0,-2 15-18 0 0,2-15-1 0 0,3 0-4 0 0,-1 0 17 0 0,1 0 0 0 0,0 0 0 0 0,1 0 0 0 0,-1-1 0 0 0,1 1 0 0 0,4 5 0 0 0,-4-7-22 0 0,1-1 8 0 0,-1 2 20 0 0,3 0 1 0 0,27 0-20 0 0,-29-4 29 0 0,0 0 0 0 0,0 0 0 0 0,0-1-1 0 0,-1 1 1 0 0,1-1 0 0 0,0 0-1 0 0,-1 0 1 0 0,1-1 0 0 0,-1 1 0 0 0,7-4-1 0 0,-6 3 16 0 0,1-1 69 0 0,0-1-1 0 0,0 1 0 0 0,0-1 1 0 0,-1 0-1 0 0,1-1 0 0 0,-1 1 1 0 0,0-1-1 0 0,-1 0 1 0 0,1 1-1 0 0,-1-2 0 0 0,0 1 1 0 0,0 0-1 0 0,0-1 0 0 0,-1 1 1 0 0,3-10-1 0 0,-1 4 125 0 0,-2 8-19 0 0,-1-2 3 0 0,5-13 0 0 0,-4 14 84 0 0,6-13 374 0 0,-2 30-582 0 0,-4-9-20 0 0,-1 1 2 0 0,7 27-315 0 0,16 42 0 0 0,-18-59-906 0 0,1-1-1 0 0,13 23 0 0 0,-18-34 108 0 0,0-1-573 0 0,8 6-1244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49.3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0 120 2900 0 0,'0'0'1405'0'0,"0"-4"-216"0"0,0-13-248 0 0,0 13-193 0 0,1 1-128 0 0,1 0-503 0 0,-1 0 0 0 0,1 1 1 0 0,0-1-1 0 0,0 1 1 0 0,0-1-1 0 0,0 1 0 0 0,0 0 1 0 0,1 0-1 0 0,-1 0 1 0 0,0 0-1 0 0,1 0 0 0 0,0 1 1 0 0,-1-1-1 0 0,1 1 0 0 0,5-2 1 0 0,-5 2 73 0 0,3 1 76 0 0,4 0-211 0 0,0 0-1 0 0,0 1 1 0 0,0 0-1 0 0,0 1 1 0 0,-1 0-1 0 0,1 1 1 0 0,18 7 0 0 0,-22-7-40 0 0,0 0 0 0 0,-1 1 0 0 0,1-1 1 0 0,-1 1-1 0 0,0 1 0 0 0,0-1 0 0 0,9 11 0 0 0,-12-12-11 0 0,0 0-1 0 0,0 0 1 0 0,0 1-1 0 0,0-1 1 0 0,-1 1-1 0 0,1 0 1 0 0,-1-1-1 0 0,0 1 1 0 0,0 0-1 0 0,-1 0 1 0 0,1 0-1 0 0,-1 0 1 0 0,0-1-1 0 0,0 7 1 0 0,-1-6 97 0 0,0 0 1 0 0,-1 0-1 0 0,1 0 1 0 0,-1 0-1 0 0,0 0 1 0 0,0-1-1 0 0,-1 1 1 0 0,1 0-1 0 0,-1-1 0 0 0,1 0 1 0 0,-1 0-1 0 0,0 1 1 0 0,0-2-1 0 0,-1 1 1 0 0,1 0-1 0 0,-6 3 0 0 0,7-5 62 0 0,0 1-1 0 0,-1-1 0 0 0,1 0 0 0 0,-1 1 0 0 0,1-1 1 0 0,-1 0-1 0 0,0 0 0 0 0,1-1 0 0 0,-1 1 0 0 0,0 0 1 0 0,0-1-1 0 0,1 0 0 0 0,-1 0 0 0 0,0 1 0 0 0,0-2 1 0 0,1 1-1 0 0,-6-1 0 0 0,5 0 32 0 0,4-7-211 0 0,0 1 0 0 0,0 0 0 0 0,1 0-1 0 0,0 0 1 0 0,0-1 0 0 0,0 2 0 0 0,1-1-1 0 0,0 0 1 0 0,1 0 0 0 0,7-11 0 0 0,-4 7-439 0 0,1 1 0 0 0,1 0 1 0 0,0 0-1 0 0,0 1 1 0 0,21-16-1 0 0,-20 17-220 0 0,0 1-1 0 0,0 1 1 0 0,17-8-1 0 0,-23 12 330 0 0,0 1-1 0 0,1-1 0 0 0,-1 1 1 0 0,1 0-1 0 0,-1 0 0 0 0,1 1 1 0 0,-1-1-1 0 0,1 1 0 0 0,-1 0 1 0 0,1 0-1 0 0,0 1 0 0 0,-1-1 0 0 0,6 2 1 0 0,-9-1 366 0 0,1 1-1 0 0,-1-1 1 0 0,1 0 0 0 0,-1 0 0 0 0,0 1 0 0 0,1-1 0 0 0,-1 1 0 0 0,0-1-1 0 0,0 1 1 0 0,0 0 0 0 0,0-1 0 0 0,0 1 0 0 0,-1 0 0 0 0,1 0-1 0 0,0-1 1 0 0,-1 1 0 0 0,0 0 0 0 0,1 2 0 0 0,-1-3-54 0 0,1 3 258 0 0,1 19 538 0 0,-2-18-604 0 0,10 33 385 0 0,-9-34-322 0 0,2-3-114 0 0,1 0-62 0 0,0-1 0 0 0,0 1 0 0 0,0-1 0 0 0,0 0 1 0 0,-1 0-1 0 0,1 0 0 0 0,0 0 0 0 0,0-1 0 0 0,0 1 0 0 0,-1-1 0 0 0,1 0 0 0 0,0-1 0 0 0,-1 1 0 0 0,1 0 0 0 0,0-1 1 0 0,-1 0-1 0 0,0 0 0 0 0,5-3 0 0 0,-1 0 86 0 0,-1 1 0 0 0,1-1 0 0 0,-1 0 0 0 0,0 0 0 0 0,-1-1 0 0 0,0 0 0 0 0,1 0 0 0 0,-2 0 0 0 0,1 0 0 0 0,3-8 0 0 0,4-23 218 0 0,-11 33-232 0 0,-1 3-115 0 0,-1 1 1 0 0,1 0 0 0 0,0 0-1 0 0,-1 0 1 0 0,1 0-1 0 0,0-1 1 0 0,0 1 0 0 0,-1 0-1 0 0,1 0 1 0 0,0-1 0 0 0,0 1-1 0 0,-1 0 1 0 0,1 0 0 0 0,0-1-1 0 0,0 1 1 0 0,0 0 0 0 0,0-1-1 0 0,-1 1 1 0 0,1 0-1 0 0,0-1 1 0 0,0 1 0 0 0,0 0-1 0 0,0-1 1 0 0,0 1 0 0 0,0 0-1 0 0,0-1 1 0 0,0 1 0 0 0,0 0-1 0 0,0-1 1 0 0,0 1 0 0 0,0-1-1 0 0,0 1 1 0 0,0-1 0 0 0,0 1 0 0 0,1-1 0 0 0,-1 0 1 0 0,-1 1-1 0 0,1-1 0 0 0,0 1 0 0 0,0-1 0 0 0,0 1 0 0 0,0-1 0 0 0,0 1 0 0 0,0-1 0 0 0,-1 1 0 0 0,1-1 0 0 0,0 1 0 0 0,0-1 0 0 0,-1 1 1 0 0,1-1-1 0 0,0 1 0 0 0,-1 0 0 0 0,1-1 0 0 0,0 1 0 0 0,-1-1 0 0 0,1 1 0 0 0,-1 0 0 0 0,1-1 0 0 0,0 1 0 0 0,-1 0 0 0 0,1 0 0 0 0,-1-1 0 0 0,1 1 1 0 0,-2 0-1 0 0,-3-1 9 0 0,1 1-1 0 0,-1 0 1 0 0,1 0 0 0 0,-1 0 0 0 0,0 0 0 0 0,1 1 0 0 0,-1 0 0 0 0,1 0 0 0 0,-1 0 0 0 0,1 0 0 0 0,-1 1-1 0 0,1 0 1 0 0,0 0 0 0 0,0 0 0 0 0,0 0 0 0 0,0 1 0 0 0,0-1 0 0 0,-6 7 0 0 0,0 1 49 0 0,0 0 0 0 0,1 0 1 0 0,0 1-1 0 0,-14 23 0 0 0,20-31-40 0 0,1 1 0 0 0,0 0 0 0 0,0-1 0 0 0,0 1 0 0 0,0 0 0 0 0,0 0 1 0 0,1 0-1 0 0,0 1 0 0 0,0-1 0 0 0,0 0 0 0 0,0 0 0 0 0,1 1 0 0 0,-1-1 0 0 0,1 1 0 0 0,1-1 0 0 0,-1 0 0 0 0,0 1 0 0 0,1-1 0 0 0,0 0 0 0 0,0 0 0 0 0,0 1 0 0 0,1-1 0 0 0,-1 0 0 0 0,1 0 0 0 0,0 0 0 0 0,0-1 0 0 0,0 1 0 0 0,1 0 0 0 0,3 4 0 0 0,-4-6-18 0 0,0 0 0 0 0,1 0 0 0 0,-1 0 0 0 0,0 0 0 0 0,1-1 0 0 0,-1 1 0 0 0,1-1 0 0 0,-1 0 0 0 0,1 0 0 0 0,-1 0 0 0 0,1 0 0 0 0,0 0 0 0 0,0 0 0 0 0,-1-1 0 0 0,1 1 0 0 0,0-1 0 0 0,0 0 0 0 0,0 0 0 0 0,5 0-1 0 0,1-1-88 0 0,0 0 0 0 0,0-1-1 0 0,14-5 1 0 0,-22 7 81 0 0,11-4-692 0 0,0-2 0 0 0,0 1 0 0 0,-1-2 0 0 0,0 1 0 0 0,0-1 0 0 0,0-1 0 0 0,-1 0 0 0 0,12-12 0 0 0,-21 19 502 0 0,22-20-4671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0.8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41 191 3316 0 0,'-9'-191'9281'0'0,"-6"401"-8795"0"0,-2 14-494 0 0,18-175-12 0 0,1-43-7 0 0,-2-1-118 0 0,1-1 145 0 0,3 19 122 0 0,-3-22-117 0 0,-1 0 0 0 0,1-1 0 0 0,0 1 0 0 0,0 0 0 0 0,0 0 0 0 0,0-1 0 0 0,0 1 0 0 0,0-1 0 0 0,0 1 0 0 0,0-1 0 0 0,0 0 0 0 0,0 1 0 0 0,1-1 0 0 0,-1 0 0 0 0,0 0 0 0 0,0 1 0 0 0,2-1 0 0 0,9-11-19 0 0,0-1 0 0 0,-1 0 0 0 0,-1 0 0 0 0,0-1 0 0 0,13-22 0 0 0,23-30 55 0 0,-43 62-116 0 0,1-1 72 0 0,-3 4 4 0 0,-1-1 1 0 0,0 1 0 0 0,1-1 0 0 0,-1 1-1 0 0,1-1 1 0 0,-1 0 0 0 0,0 1-1 0 0,1 0 1 0 0,-1-1 0 0 0,1 1 0 0 0,0-1-1 0 0,-1 1 1 0 0,1 0 0 0 0,-1-1 0 0 0,1 1-1 0 0,0 0 1 0 0,-1-1 0 0 0,1 1-1 0 0,0 0 1 0 0,-1 0 0 0 0,1 0 0 0 0,0 0-1 0 0,-1 0 1 0 0,1 0 0 0 0,1 0 0 0 0,1 0-1 0 0,14 7 4 0 0,-15-3-11 0 0,40 123 43 0 0,-41-123-60 0 0,0-1 0 0 0,1 0 0 0 0,-1 1 1 0 0,1-1-1 0 0,0 0 0 0 0,0 0 0 0 0,0 0 0 0 0,0 0 1 0 0,1-1-1 0 0,-1 1 0 0 0,1-1 0 0 0,0 1 0 0 0,-1-1 1 0 0,1 0-1 0 0,0 0 0 0 0,1 0 0 0 0,-1 0 0 0 0,0-1 1 0 0,5 3-1 0 0,-1-3-48 0 0,1-1-1 0 0,-1 1 1 0 0,1-1 0 0 0,-1 0 0 0 0,1-1 0 0 0,-1 0-1 0 0,0 0 1 0 0,1 0 0 0 0,-1-1 0 0 0,0 0-1 0 0,0-1 1 0 0,0 1 0 0 0,0-1 0 0 0,0-1 0 0 0,-1 1-1 0 0,0-1 1 0 0,1 0 0 0 0,-1-1 0 0 0,6-5-1 0 0,-3 1 27 0 0,1 0 0 0 0,-2 0-1 0 0,1 0 1 0 0,-1-1-1 0 0,-1-1 1 0 0,1 1-1 0 0,-2-1 1 0 0,0-1 0 0 0,0 1-1 0 0,6-18 1 0 0,-11 24 63 0 0,-1 5-18 0 0,0-7 22 0 0,0 0 0 0 0,0 0 0 0 0,-1 0 0 0 0,0 1 0 0 0,-2-8 0 0 0,2 11-1 0 0,-2 1 8 0 0,0 1-18 0 0,0 1 1 0 0,0-1-1 0 0,-1 1 0 0 0,1 0 0 0 0,0 0 0 0 0,-1 0 0 0 0,1 0 1 0 0,0 1-1 0 0,0-1 0 0 0,-1 1 0 0 0,1 0 0 0 0,0 0 0 0 0,0 0 1 0 0,0 0-1 0 0,0 1 0 0 0,0-1 0 0 0,0 1 0 0 0,0 0 0 0 0,1 0 1 0 0,-1 0-1 0 0,-4 4 0 0 0,2-2-1 0 0,1 0 0 0 0,0-1 0 0 0,0 2 0 0 0,0-1 1 0 0,0 0-1 0 0,1 1 0 0 0,-1 0 0 0 0,1 0 0 0 0,1 0 0 0 0,-1 0 0 0 0,1 0 0 0 0,-1 1 1 0 0,-1 9-1 0 0,1 3-4 0 0,2-13-20 0 0,2-2-4 0 0,14 28-91 0 0,-13-28 64 0 0,18 5-296 0 0,-16-9 364 0 0,14 0-11 0 0,-14 0 5 0 0,14-7 76 0 0,-15 7-63 0 0,0-1 1 0 0,0 0-1 0 0,0 0 0 0 0,-1 0 0 0 0,1 0 0 0 0,-1 0 0 0 0,0 0 1 0 0,1-1-1 0 0,-1 1 0 0 0,3-6 0 0 0,-3 5-39 0 0,1 0 116 0 0,-1 0 51 0 0,8-10-3 0 0,-7 10 107 0 0,-2 0-149 0 0,7-9-20 0 0,-6 9 178 0 0,2 4-286 0 0,9 3 73 0 0,-9-4 23 0 0,-2 4 6 0 0,47 87 173 0 0,-47-89-367 0 0,1 1-97 0 0,9 10-274 0 0,-12-13 227 0 0,1 1 0 0 0,-1 0 0 0 0,1-1 1 0 0,0 1-1 0 0,-1-1 0 0 0,1 1 0 0 0,0-1 0 0 0,-1 1 0 0 0,1-1 0 0 0,0 1 0 0 0,0-1 0 0 0,-1 1 1 0 0,1-1-1 0 0,0 0 0 0 0,0 0 0 0 0,0 1 0 0 0,-1-1 0 0 0,1 0 0 0 0,0 0 0 0 0,0 0 0 0 0,0 0 1 0 0,0 0-1 0 0,0 0 0 0 0,-1 0 0 0 0,1 0 0 0 0,0 0 0 0 0,0-1 0 0 0,1 1 0 0 0,10-10-4485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1.1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2860 0 0,'0'0'7110'0'0,"2"3"-6598"0"0,15 48 884 0 0,4 11-1405 0 0,-17-51-957 0 0,1 0 0 0 0,0 0 0 0 0,8 12 0 0 0,-11-21-425 0 0,1 0-1037 0 0,11 6-1718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1.3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170 0 3800 0 0,'0'0'4434'0'0,"-4"1"-3905"0"0,0-1-424 0 0,1 1 0 0 0,0 0 1 0 0,-1-1-1 0 0,1 2 1 0 0,0-1-1 0 0,0 0 0 0 0,-1 1 1 0 0,1-1-1 0 0,0 1 0 0 0,0 0 1 0 0,1 0-1 0 0,-1 0 0 0 0,0 0 1 0 0,-3 4-1 0 0,-35 45 371 0 0,29-33-535 0 0,-1 1 1 0 0,2 0-1 0 0,1 1 1 0 0,0 0-1 0 0,-7 23 1 0 0,16-39-378 0 0,1-1 129 0 0,0 0 1 0 0,0 0-1 0 0,0 0 1 0 0,1 0 0 0 0,-1 0-1 0 0,1 0 1 0 0,-1 0-1 0 0,1 0 1 0 0,0 0-1 0 0,0 0 1 0 0,3 4 0 0 0,-3-5-821 0 0,4-2-794 0 0,15 2-1346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1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54 2312 0 0,'53'-54'8348'0'0,"-55"74"-7963"0"0,2-16-292 0 0,-1 0 27 0 0,-6 43 69 0 0,6-42-143 0 0,3 20-79 0 0,-2-20 46 0 0,1-2-71 0 0,-1-1-94 0 0,1 1-1 0 0,0-1 0 0 0,-1 0 1 0 0,1 0-1 0 0,0 0 1 0 0,0 0-1 0 0,1 0 1 0 0,-1 0-1 0 0,0 0 1 0 0,1 0-1 0 0,-1 0 1 0 0,1-1-1 0 0,2 3 1 0 0,-1-2-757 0 0,16-8-1556 0 0,-12 3 289 0 0,10-8-1514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1.9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 32 2908 0 0,'-4'-1'358'0'0,"0"0"0"0"0,-1 0 0 0 0,1 1-1 0 0,0-1 1 0 0,0 1 0 0 0,-1 0 0 0 0,1 0-1 0 0,0 0 1 0 0,0 1 0 0 0,-1-1 0 0 0,-3 2-1 0 0,0 1-223 0 0,1-1 0 0 0,-1 1-1 0 0,1 0 1 0 0,0 1 0 0 0,0 0-1 0 0,0 0 1 0 0,0 0-1 0 0,-7 8 1 0 0,11-10-64 0 0,-14 16 111 0 0,18-17-206 0 0,1 0 1 0 0,-1 1 0 0 0,0-1-1 0 0,0 1 1 0 0,0 0-1 0 0,0-1 1 0 0,0 1-1 0 0,0 0 1 0 0,-1 0 0 0 0,2 2-1 0 0,3-4-59 0 0,10-3 262 0 0,1 0 0 0 0,0-1 0 0 0,-1 0 0 0 0,1-1 0 0 0,-1-1 0 0 0,22-12 0 0 0,-34 17-34 0 0,-1-1 0 0 0,1 0 0 0 0,-1 1 0 0 0,0-1 0 0 0,1 0 0 0 0,-1 0 0 0 0,0 0 0 0 0,-1-1 0 0 0,1 1 0 0 0,0 0 0 0 0,0-1 0 0 0,2-4 1 0 0,-4 5-118 0 0,2-1 547 0 0,-9-15-275 0 0,5 14-124 0 0,-15-2 26 0 0,14 5-172 0 0,-2 0 52 0 0,0 1-60 0 0,4 0-67 0 0,-3 0-84 0 0,0-1 1 0 0,0 1-1 0 0,1 0 1 0 0,-1 1-1 0 0,0-1 1 0 0,0 0-1 0 0,1 1 1 0 0,-1 0-1 0 0,0 0 1 0 0,1 0-1 0 0,-1 1 1 0 0,1-1-1 0 0,-1 1 1 0 0,1 0-1 0 0,0 0 1 0 0,0 0-1 0 0,0 0 1 0 0,0 0-1 0 0,0 1 1 0 0,0-1-1 0 0,0 1 1 0 0,1 0-1 0 0,-1 0 1 0 0,-1 4-1 0 0,3-7-418 0 0,-4 7 390 0 0,4 3-4472 0 0,5 9 462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2.9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84 3088 0 0,'0'0'6968'0'0,"-2"3"-6568"0"0,-13 26 104 0 0,2 0 1 0 0,-19 61-1 0 0,31-87-521 0 0,0 2-2 0 0,1-5 70 0 0,-1 1-1 0 0,1-1 1 0 0,0 1 0 0 0,0-1 0 0 0,-1 0 0 0 0,1 1-1 0 0,0-1 1 0 0,0 1 0 0 0,0-1 0 0 0,0 0 0 0 0,-1 1-1 0 0,1-1 1 0 0,0 1 0 0 0,0-1 0 0 0,0 1 0 0 0,0-1-1 0 0,0 1 1 0 0,0-1 0 0 0,0 1 0 0 0,0-1 0 0 0,0 0-1 0 0,1 1 1 0 0,-1-1 0 0 0,0 1 0 0 0,0-1 0 0 0,0 1-1 0 0,0-1 1 0 0,1 0 0 0 0,-1 1 0 0 0,0-1 0 0 0,0 1-1 0 0,1-1 1 0 0,-1 1 0 0 0,6-3 11 0 0,-1-1 1 0 0,0 1-1 0 0,0-1 1 0 0,0 0-1 0 0,0 0 1 0 0,0 0-1 0 0,-1-1 1 0 0,1 1 0 0 0,-1-1-1 0 0,0 0 1 0 0,0-1-1 0 0,-1 1 1 0 0,1-1-1 0 0,4-8 1 0 0,38-40 668 0 0,1 17-209 0 0,-44 34-495 0 0,2 9-3 0 0,-5-7-26 0 0,1 1-1 0 0,-1-1 1 0 0,1 0-1 0 0,-1 1 1 0 0,1-1-1 0 0,-1 0 1 0 0,1 1-1 0 0,-1-1 1 0 0,1 1-1 0 0,-1-1 1 0 0,0 1-1 0 0,1-1 1 0 0,-1 1-1 0 0,0-1 1 0 0,0 1-1 0 0,1-1 1 0 0,-1 1-1 0 0,0-1 1 0 0,0 1-1 0 0,0 0 1 0 0,1-1-1 0 0,-1 1 1 0 0,8 65-505 0 0,-7-61 242 0 0,1-2-149 0 0,0-1 246 0 0,-1 0 0 0 0,1 0 0 0 0,0-1 0 0 0,0 1-1 0 0,-1 0 1 0 0,1-1 0 0 0,0 1 0 0 0,0-1 0 0 0,1 0 0 0 0,-1 1 0 0 0,0-1 0 0 0,0 0 0 0 0,1 0 0 0 0,-1-1 0 0 0,0 1 0 0 0,1 0 0 0 0,4 0 0 0 0,-1-1-103 0 0,0 0-1 0 0,1 0 1 0 0,-1 0 0 0 0,1-1-1 0 0,-1 0 1 0 0,12-3 0 0 0,3-3-166 0 0,0-1-1 0 0,0-1 1 0 0,22-13 0 0 0,-27 13 587 0 0,-1-1 0 0 0,0 0 0 0 0,-1-1 0 0 0,0-1-1 0 0,-1 0 1 0 0,0-1 0 0 0,-1 0 0 0 0,11-16 0 0 0,-21 25 323 0 0,1-13 520 0 0,0-6 554 0 0,-4 20-962 0 0,-19-1-78 0 0,17 4-461 0 0,0 1 0 0 0,0-1 1 0 0,0 1-1 0 0,0-1 0 0 0,0 1 0 0 0,0 0 0 0 0,0 0 1 0 0,0 0-1 0 0,0 0 0 0 0,0 1 0 0 0,-4 2 0 0 0,-31 25 80 0 0,32-25-124 0 0,2-1 7 0 0,0-1 0 0 0,1 1 0 0 0,-1 1-1 0 0,1-1 1 0 0,0 0 0 0 0,0 1 0 0 0,0 0-1 0 0,1 0 1 0 0,-1-1 0 0 0,1 1-1 0 0,0 1 1 0 0,-3 7 0 0 0,-2 5-58 0 0,2 11-147 0 0,5-23 217 0 0,0-1-18 0 0,3 12-17 0 0,-2-12-36 0 0,2-2-94 0 0,-1-1 130 0 0,0 0 0 0 0,1 0 1 0 0,-1-1-1 0 0,0 1 1 0 0,1-1-1 0 0,-1 1 0 0 0,1-1 1 0 0,-1 0-1 0 0,0 0 1 0 0,1 0-1 0 0,-1 0 1 0 0,1 0-1 0 0,-1-1 0 0 0,0 1 1 0 0,1-1-1 0 0,-1 1 1 0 0,0-1-1 0 0,1 0 0 0 0,-1 0 1 0 0,0 0-1 0 0,0 0 1 0 0,0-1-1 0 0,0 1 0 0 0,0 0 1 0 0,2-3-1 0 0,60-58 735 0 0,-61 60-499 0 0,13-16 268 0 0,-13 20-497 0 0,11 10-10 0 0,-9 15 5 0 0,1 45 208 0 0,5 95 331 0 0,-10-135-460 0 0,-2 0 0 0 0,-2 0 0 0 0,-8 40 0 0 0,10-66-22 0 0,0 0 0 0 0,0 0 0 0 0,-1 0-1 0 0,0 0 1 0 0,0 0 0 0 0,0-1-1 0 0,-1 1 1 0 0,0-1 0 0 0,0 1 0 0 0,0-1-1 0 0,-1 0 1 0 0,1-1 0 0 0,-1 1-1 0 0,0 0 1 0 0,-6 4 0 0 0,5-8 180 0 0,2-1-188 0 0,0 0 0 0 0,0 0-1 0 0,0 0 1 0 0,-1 0 0 0 0,1 0-1 0 0,0-1 1 0 0,0 1 0 0 0,0-1 0 0 0,0 0-1 0 0,0 0 1 0 0,0 0 0 0 0,0 0-1 0 0,0-1 1 0 0,0 1 0 0 0,0-1-1 0 0,1 1 1 0 0,-1-1 0 0 0,1 0 0 0 0,-5-5-1 0 0,2 3-35 0 0,0-1 1 0 0,1-1-1 0 0,0 1 0 0 0,0 0 0 0 0,0-1 0 0 0,1 0 0 0 0,-1 0 0 0 0,1 0 1 0 0,1-1-1 0 0,-1 1 0 0 0,1 0 0 0 0,1-1 0 0 0,-1 0 0 0 0,1 1 0 0 0,0-1 1 0 0,0 0-1 0 0,1 0 0 0 0,0 0 0 0 0,0 1 0 0 0,1-1 0 0 0,-1 0 0 0 0,2 0 1 0 0,-1 1-1 0 0,4-11 0 0 0,-1 6-354 0 0,1 0 0 0 0,0 0 0 0 0,1 1 0 0 0,0-1 0 0 0,1 1 0 0 0,0 1 0 0 0,1-1 0 0 0,0 1 0 0 0,0 0 0 0 0,1 1 0 0 0,0 0 0 0 0,17-11 1 0 0,47-36-6595 0 0,-53 40 977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3.7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64 271 3168 0 0,'-44'-267'10172'0'0,"43"264"-8635"0"0,1 3-1515 0 0,0 0 0 0 0,0 1 1 0 0,0-1-1 0 0,0 0 0 0 0,0 1 0 0 0,0-1 0 0 0,0 0 0 0 0,0 1 0 0 0,0-1 0 0 0,0 0 0 0 0,0 1 0 0 0,0-1 0 0 0,-1 0 0 0 0,1 0 0 0 0,0 1 0 0 0,0-1 0 0 0,0 0 0 0 0,-1 1 0 0 0,1-1 1 0 0,0 0-1 0 0,0 0 0 0 0,0 1 0 0 0,-1-1 0 0 0,1 0 0 0 0,0 0 0 0 0,-1 0 0 0 0,1 0 0 0 0,0 1 0 0 0,0-1 0 0 0,-1 0 0 0 0,1 0 0 0 0,-1 0 0 0 0,0 0-3 0 0,1 1 0 0 0,-1-1 0 0 0,1 0 0 0 0,-1 1 0 0 0,0-1-1 0 0,1 0 1 0 0,-1 1 0 0 0,1-1 0 0 0,-1 1 0 0 0,1-1 0 0 0,-1 1-1 0 0,1-1 1 0 0,0 1 0 0 0,-1-1 0 0 0,1 1 0 0 0,-1-1 0 0 0,1 1 0 0 0,0-1-1 0 0,0 1 1 0 0,-1 0 0 0 0,1-1 0 0 0,0 1 0 0 0,0 0 0 0 0,0-1-1 0 0,0 1 1 0 0,0 0 0 0 0,-1-1 0 0 0,1 1 0 0 0,1 0 0 0 0,-1 0-1 0 0,-3 53 178 0 0,4 0 0 0 0,8 69-1 0 0,26 117-230 0 0,-16-123 156 0 0,2 12-310 0 0,-20-125 179 0 0,4 15-25 0 0,-2-21 33 0 0,0-1 2 0 0,3-28-12 0 0,-6 28-1 0 0,3-20 77 0 0,1 1-1 0 0,1 0 0 0 0,1 1 1 0 0,1-1-1 0 0,13-28 1 0 0,-18 48-65 0 0,0 0 0 0 0,0 0 1 0 0,0 0-1 0 0,0 0 0 0 0,0 0 1 0 0,0 1-1 0 0,1-1 0 0 0,-1 1 1 0 0,0-1-1 0 0,1 1 1 0 0,-1 0-1 0 0,1 0 0 0 0,0 0 1 0 0,3-1-1 0 0,-3 2-15 0 0,0-1 18 0 0,1 0-1 0 0,-1 1 0 0 0,1-1 1 0 0,0 1-1 0 0,-1 0 1 0 0,1 0-1 0 0,-1 1 0 0 0,1-1 1 0 0,-1 1-1 0 0,1-1 1 0 0,-1 1-1 0 0,7 3 0 0 0,-7-3-16 0 0,3 0-8 0 0,0 1 1 0 0,-1 1-1 0 0,1-1 1 0 0,-1 1-1 0 0,1-1 1 0 0,-1 2-1 0 0,0-1 1 0 0,0 1-1 0 0,0-1 1 0 0,0 1-1 0 0,-1 1 0 0 0,0-1 1 0 0,0 0-1 0 0,5 8 1 0 0,-3-4 10 0 0,-1 0 1 0 0,0 1 0 0 0,-1-1-1 0 0,0 1 1 0 0,0 0 0 0 0,-1 0-1 0 0,4 13 1 0 0,-7-14 10 0 0,1 0 0 0 0,-1 0 0 0 0,-1 0 1 0 0,1 0-1 0 0,-1-1 0 0 0,-1 1 0 0 0,1 0 0 0 0,-1 0 0 0 0,-1-1 0 0 0,1 1 0 0 0,-1-1 0 0 0,-1 0 0 0 0,0 0 1 0 0,1 0-1 0 0,-2 0 0 0 0,-9 12 0 0 0,4-9-43 0 0,-1 1 1 0 0,-1-2-1 0 0,0 0 1 0 0,-20 13-1 0 0,25-18-119 0 0,-1 0-1 0 0,1 0 0 0 0,-1-1 0 0 0,0 0 0 0 0,0 0 1 0 0,0-1-1 0 0,0 0 0 0 0,0-1 0 0 0,-14 2 0 0 0,20-3 39 0 0,0 0-1 0 0,1 0 0 0 0,-1 0 0 0 0,1-1 1 0 0,-1 1-1 0 0,0 0 0 0 0,1-1 0 0 0,-1 1 1 0 0,1-1-1 0 0,-1 1 0 0 0,1-1 0 0 0,-1 0 1 0 0,1 0-1 0 0,0 0 0 0 0,-1 1 0 0 0,1-1 1 0 0,0 0-1 0 0,0-1 0 0 0,0 1 1 0 0,0 0-1 0 0,0 0 0 0 0,0 0 0 0 0,0-1 1 0 0,0 1-1 0 0,0 0 0 0 0,0-1 0 0 0,1 1 1 0 0,-1-1-1 0 0,0 1 0 0 0,1-1 0 0 0,0 1 1 0 0,-1-1-1 0 0,1 0 0 0 0,0 1 0 0 0,0-1 1 0 0,0-2-1 0 0,-1-2-644 0 0,1-1 0 0 0,1 1-1 0 0,-1-1 1 0 0,1 1 0 0 0,1 0 0 0 0,2-10 0 0 0,4-4-3806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4.0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 3216 0 0,'0'0'6768'0'0,"1"4"-6303"0"0,3 12-96 0 0,-3-12-54 0 0,-2 2-37 0 0,-7 166 509 0 0,8-167-1032 0 0,1-1-138 0 0,1 4 540 0 0,-1-6-516 0 0,0-1 0 0 0,-1 0 0 0 0,1 1 0 0 0,0-1 0 0 0,0 0 0 0 0,0 0 0 0 0,0 0 0 0 0,0 0 0 0 0,0 0 0 0 0,0 0 0 0 0,0 0 0 0 0,1 0 0 0 0,-1 0 0 0 0,2 1 0 0 0,0-1-1969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4.4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251 65 2280 0 0,'-2'-4'212'0'0,"-1"-1"1"0"0,0 1-1 0 0,0 0 0 0 0,0 1 0 0 0,-1-1 0 0 0,1 0 1 0 0,-1 1-1 0 0,0 0 0 0 0,0 0 0 0 0,0 0 0 0 0,0 0 1 0 0,-1 1-1 0 0,1 0 0 0 0,-1-1 0 0 0,1 2 0 0 0,-1-1 0 0 0,0 0 1 0 0,0 1-1 0 0,0 0 0 0 0,0 0 0 0 0,0 1 0 0 0,0-1 1 0 0,0 1-1 0 0,0 0 0 0 0,0 0 0 0 0,-9 2 0 0 0,6-1-73 0 0,-1 0 0 0 0,1 1 0 0 0,0 0 0 0 0,0 0 0 0 0,0 0 0 0 0,0 1 0 0 0,0 0 0 0 0,1 1 0 0 0,-1 0 0 0 0,1 0 0 0 0,0 0 0 0 0,0 1 0 0 0,-12 11 0 0 0,16-13-59 0 0,2 4-8 0 0,0-6-67 0 0,1 0 1 0 0,-1 0-1 0 0,1 0 1 0 0,0-1-1 0 0,-1 1 1 0 0,1 0-1 0 0,0 0 1 0 0,0 0-1 0 0,0 0 1 0 0,0 0-1 0 0,0 0 1 0 0,0 0-1 0 0,0 0 1 0 0,0 0-1 0 0,0 0 1 0 0,0 0-1 0 0,0 0 1 0 0,1-1-1 0 0,-1 1 1 0 0,0 0-1 0 0,1 0 1 0 0,-1 0-1 0 0,0 0 1 0 0,1 0-1 0 0,-1-1 1 0 0,1 1-1 0 0,-1 0 1 0 0,1 0 0 0 0,0-1-1 0 0,-1 1 1 0 0,1 0-1 0 0,0-1 1 0 0,0 1-1 0 0,1 0 1 0 0,32 14-78 0 0,-31-14 84 0 0,3-1-16 0 0,2 1 101 0 0,1-1-1 0 0,-1-1 1 0 0,0 1-1 0 0,1-1 0 0 0,-1 0 1 0 0,0-1-1 0 0,0 0 1 0 0,1-1-1 0 0,-2 1 1 0 0,1-1-1 0 0,0-1 1 0 0,-1 0-1 0 0,1 0 0 0 0,-1 0 1 0 0,0-1-1 0 0,0 0 1 0 0,-1 0-1 0 0,0-1 1 0 0,10-10-1 0 0,-14 13 23 0 0,5-12-1 0 0,-5 12-95 0 0,-1-1 97 0 0,-1 0-113 0 0,-3-12-25 0 0,2 12-63 0 0,-4 4-441 0 0,0 1 280 0 0,0 0 0 0 0,0 0 0 0 0,1 0 0 0 0,-1 0 0 0 0,0 1 0 0 0,1 0 0 0 0,-1 0 0 0 0,1 0 0 0 0,0 1 0 0 0,0 0 0 0 0,0-1 0 0 0,0 1 0 0 0,0 1 0 0 0,0-1 0 0 0,1 0 0 0 0,-5 6 0 0 0,6-6-677 0 0,-5 15-1623 0 0,5-15 1794 0 0,1 1-2820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4.8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 3060 0 0,'5'1'1216'0'0,"15"3"-174"0"0,-15-2-183 0 0,-1-1-158 0 0,3 3-339 0 0,0-1-1 0 0,-1 1 1 0 0,1 0-1 0 0,-1 1 1 0 0,7 5-1 0 0,-11-7-74 0 0,-1 1-33 0 0,5 13-42 0 0,-4-12-16 0 0,-2-1-23 0 0,1 15-19 0 0,-1-14-1 0 0,-1 0-19 0 0,-1 6-2 0 0,0-1-1 0 0,-1 0 1 0 0,-1 0 0 0 0,0-1 0 0 0,0 1 0 0 0,-7 11 0 0 0,9-18 3 0 0,0 0-41 0 0,0 0 0 0 0,-1 0-1 0 0,1-1 1 0 0,0 1 0 0 0,-1-1 0 0 0,1 1 0 0 0,-1-1 0 0 0,0 0 0 0 0,-4 3 0 0 0,6-5-87 0 0,-1 2 853 0 0,-2-3-703 0 0,-16-1 52 0 0,20-2-150 0 0,-1-3-35 0 0,1 0 0 0 0,0 0 0 0 0,1 0 0 0 0,0 0 0 0 0,0 0 0 0 0,0 0 0 0 0,1 0 0 0 0,0 0 0 0 0,0 0 0 0 0,1 1 0 0 0,0-1 0 0 0,0 1 0 0 0,0-1 0 0 0,1 1 1 0 0,7-9-1 0 0,-2 3 15 0 0,0 1 1 0 0,1 0-1 0 0,0 0 1 0 0,1 1 0 0 0,0 0-1 0 0,20-13 1 0 0,-26 19-52 0 0,0 1 1 0 0,1 1 0 0 0,-1-1 0 0 0,1 1-1 0 0,0 0 1 0 0,-1 0 0 0 0,9-1 0 0 0,-11 2 3 0 0,0 1 1 0 0,0 0 0 0 0,0 0 0 0 0,0 0-1 0 0,0 0 1 0 0,0 0 0 0 0,0 1 0 0 0,0 0-1 0 0,0-1 1 0 0,0 1 0 0 0,0 0-1 0 0,-1 0 1 0 0,1 1 0 0 0,0-1 0 0 0,-1 0-1 0 0,1 1 1 0 0,-1 0 0 0 0,1-1 0 0 0,2 4-1 0 0,21 21 20 0 0,-23-18-18 0 0,-2-2-1 0 0,3 2-114 0 0,-1 0-1 0 0,0 0 1 0 0,0 1 0 0 0,-1-1-1 0 0,0 1 1 0 0,-1-1 0 0 0,0 1-1 0 0,0 0 1 0 0,-1 0 0 0 0,0-1-1 0 0,0 1 1 0 0,-1 0 0 0 0,0-1-1 0 0,-4 14 1 0 0,4-18-27 0 0,1 0-356 0 0,-1 1-36 0 0,-1 14 23 0 0,2-14-80 0 0,1-2-1121 0 0,2 10 985 0 0,2-8-3197 0 0,13-2 153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5.2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55 3864 0 0,'0'0'1410'0'0,"1"-3"-231"0"0,0 1-947 0 0,-1 0 1 0 0,0 0-1 0 0,1 0 1 0 0,-1 0-1 0 0,0 0 1 0 0,0 0 0 0 0,0 0-1 0 0,-1 0 1 0 0,1 0-1 0 0,0 0 1 0 0,-1 0-1 0 0,1 0 1 0 0,-1 1-1 0 0,0-1 1 0 0,0-2 0 0 0,-1 1 237 0 0,1 2-411 0 0,1 0 0 0 0,-1 0 0 0 0,1 0-1 0 0,-1 0 1 0 0,0 0 0 0 0,0 0 0 0 0,1 1-1 0 0,-1-1 1 0 0,0 0 0 0 0,0 0 0 0 0,0 1 0 0 0,0-1-1 0 0,0 1 1 0 0,0-1 0 0 0,0 1 0 0 0,0-1-1 0 0,0 1 1 0 0,0 0 0 0 0,0-1 0 0 0,0 1-1 0 0,0 0 1 0 0,-1 0 0 0 0,1 0 0 0 0,0 0-1 0 0,-2 0 1 0 0,0-1 21 0 0,-1 1-1 0 0,1 0 0 0 0,0 0 0 0 0,-1 0 1 0 0,1 0-1 0 0,0 1 0 0 0,0-1 1 0 0,-1 1-1 0 0,-3 1 0 0 0,-2 3-38 0 0,0 1-1 0 0,1 1 1 0 0,0-1 0 0 0,0 1-1 0 0,0 0 1 0 0,1 1-1 0 0,0 0 1 0 0,1 0 0 0 0,-1 1-1 0 0,2-1 1 0 0,-7 13 0 0 0,10-18-69 0 0,1-1-15 0 0,0 0 0 0 0,0 0-1 0 0,0 0 1 0 0,0 0 0 0 0,0 0-1 0 0,1 1 1 0 0,-1-1 0 0 0,1 0-1 0 0,-1 4 1 0 0,4 17-267 0 0,-2-19 152 0 0,-1-4-144 0 0,1 0 297 0 0,-1 0 0 0 0,0 0-1 0 0,0-1 1 0 0,1 1-1 0 0,-1 0 1 0 0,0 0 0 0 0,0 0-1 0 0,1 0 1 0 0,-1 0-1 0 0,0 0 1 0 0,1 0 0 0 0,-1 0-1 0 0,0 0 1 0 0,0 0-1 0 0,1 0 1 0 0,-1 0 0 0 0,0 1-1 0 0,0-1 1 0 0,1 0 0 0 0,-1 0-1 0 0,0 0 1 0 0,0 0-1 0 0,1 0 1 0 0,-1 0 0 0 0,0 1-1 0 0,0-1 1 0 0,0 0-1 0 0,1 0 1 0 0,-1 0 0 0 0,0 1-1 0 0,1-1-5 0 0,-1 1 0 0 0,1-1 0 0 0,0 1 0 0 0,-1-1 0 0 0,1 0 0 0 0,0 1 0 0 0,0-1 0 0 0,-1 0 0 0 0,1 1 0 0 0,0-1 0 0 0,0 0 0 0 0,-1 0 0 0 0,1 0 0 0 0,0 0 0 0 0,0 0 0 0 0,0 0 0 0 0,-1 0 0 0 0,1 0 0 0 0,0 0 0 0 0,0 0 0 0 0,1-1 0 0 0,3-1-2 0 0,0 0 0 0 0,0 0 0 0 0,-1 0 0 0 0,1-1 0 0 0,-1 0 0 0 0,0 0-1 0 0,0 0 1 0 0,0-1 0 0 0,0 1 0 0 0,6-8 0 0 0,35-63 532 0 0,-43 71-389 0 0,7-12 347 0 0,-9 32-411 0 0,-1-12-24 0 0,0-1-14 0 0,-3 15 2 0 0,3-14-10 0 0,0 0 4 0 0,-2 14-18 0 0,2-14-20 0 0,0 0-58 0 0,0 38-1502 0 0,1-39 677 0 0,7 10-4785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6.1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0 112 3544 0 0,'2'-3'1579'0'0,"-2"1"-1395"0"0,1 1 0 0 0,0-1 0 0 0,0 0-1 0 0,0 1 1 0 0,0-1 0 0 0,1 0 0 0 0,-1 1 0 0 0,0 0-1 0 0,1-1 1 0 0,-1 1 0 0 0,1 0 0 0 0,-1-1 0 0 0,1 1-1 0 0,0 0 1 0 0,-1 0 0 0 0,1 1 0 0 0,0-1 0 0 0,0 0 0 0 0,-1 0-1 0 0,1 1 1 0 0,0-1 0 0 0,0 1 0 0 0,0 0 0 0 0,0-1-1 0 0,0 1 1 0 0,0 0 0 0 0,0 0 0 0 0,4 1 0 0 0,-1-1-80 0 0,-1 3-12 0 0,2 0-65 0 0,0 1 1 0 0,0-1-1 0 0,0 2 1 0 0,0-1-1 0 0,-1 1 1 0 0,0 0-1 0 0,0 0 1 0 0,0 0-1 0 0,0 0 1 0 0,-1 1-1 0 0,0 0 1 0 0,0 0-1 0 0,3 8 1 0 0,-5-11-19 0 0,-3 2-41 0 0,1 0 66 0 0,0 0 0 0 0,-1 0 0 0 0,0 0 0 0 0,0 0 0 0 0,-1 0 0 0 0,1 0 0 0 0,-1 0 0 0 0,0 0 0 0 0,0 0 0 0 0,-1-1 0 0 0,1 1 0 0 0,-1-1 0 0 0,0 0 0 0 0,-4 5 0 0 0,4-7 209 0 0,1 1-104 0 0,0-1-1 0 0,-1 0 1 0 0,1 0-1 0 0,-1 0 1 0 0,0 0-1 0 0,1 0 1 0 0,-1-1 0 0 0,0 1-1 0 0,0-1 1 0 0,-5 2-1 0 0,4-1 768 0 0,-2-6-551 0 0,5 4-344 0 0,1 0 0 0 0,-1 0 0 0 0,1 0 0 0 0,0 0 0 0 0,-1 0-1 0 0,1 0 1 0 0,-1 0 0 0 0,1 0 0 0 0,-1 0 0 0 0,1 0 0 0 0,0 0 0 0 0,-1 0 0 0 0,1 0 0 0 0,-1 0 0 0 0,1-1 0 0 0,0 1 0 0 0,-1 0 0 0 0,1 0 0 0 0,0-1 0 0 0,-1 1-1 0 0,1 0 1 0 0,0 0 0 0 0,-1-1 0 0 0,1 1 0 0 0,0 0 0 0 0,0-1 0 0 0,-1 1 0 0 0,1 0 0 0 0,0-1 0 0 0,0 1 0 0 0,0-1 0 0 0,-1 1 0 0 0,1 0 0 0 0,0-1 0 0 0,0 1 0 0 0,0-1-1 0 0,0 1 1 0 0,0 0 0 0 0,0-1 0 0 0,0 1 0 0 0,0-1 0 0 0,0 0 0 0 0,1-8 12 0 0,1 1 0 0 0,1-1-1 0 0,-1 1 1 0 0,2 0 0 0 0,-1-1-1 0 0,1 1 1 0 0,0 1 0 0 0,0-1 0 0 0,1 1-1 0 0,7-10 1 0 0,4 0-640 0 0,-1 1-1 0 0,2 0 1 0 0,1 1 0 0 0,0 0-1 0 0,0 2 1 0 0,1 0 0 0 0,1 1 0 0 0,38-16-1 0 0,-54 26-47 0 0,8-1-86 0 0,22-4-389 0 0,-33 7 1170 0 0,0 0 0 0 0,0 1 0 0 0,-1 0-1 0 0,1-1 1 0 0,0 1 0 0 0,-1-1 0 0 0,1 1 0 0 0,0 0 0 0 0,-1 0 0 0 0,1-1-1 0 0,-1 1 1 0 0,1 0 0 0 0,-1 0 0 0 0,1 0 0 0 0,-1-1 0 0 0,0 1 0 0 0,0 0-1 0 0,1 0 1 0 0,-1 0 0 0 0,0 0 0 0 0,0 0 0 0 0,0 0 0 0 0,0 0 0 0 0,0 1-1 0 0,2 15 266 0 0,-2-12-60 0 0,0-1-84 0 0,3 44 312 0 0,-3-43-331 0 0,1 0-4 0 0,2 3-76 0 0,0 0 1 0 0,0 0 0 0 0,1-1 0 0 0,0 1-1 0 0,9 12 1 0 0,-10-17-61 0 0,1-2-1 0 0,1 1 47 0 0,-1 0-1 0 0,1-1 1 0 0,0 0 0 0 0,0 0-1 0 0,0-1 1 0 0,0 1 0 0 0,0-1-1 0 0,0 0 1 0 0,0 0 0 0 0,0-1-1 0 0,0 0 1 0 0,0 0 0 0 0,0 0-1 0 0,0 0 1 0 0,-1-1 0 0 0,1 1-1 0 0,0-1 1 0 0,-1 0 0 0 0,0-1-1 0 0,1 1 1 0 0,-1-1 0 0 0,0 0-1 0 0,0 0 1 0 0,0 0 0 0 0,5-7-1 0 0,-1 3 239 0 0,0-1 0 0 0,-1 0 0 0 0,0 0 0 0 0,-1 0 0 0 0,0-1 0 0 0,8-15 0 0 0,-9 15 150 0 0,-3 5-103 0 0,0 0-137 0 0,3-15 110 0 0,-1 7 171 0 0,-5 31-382 0 0,-4 52-69 0 0,7 89 0 0 0,0-93-73 0 0,-11 131-1 0 0,8-189 63 0 0,0 0 1 0 0,-1 0-1 0 0,0-1 0 0 0,-1 1 1 0 0,1 0-1 0 0,-2-1 0 0 0,1 0 1 0 0,-1 1-1 0 0,0-1 0 0 0,-1-1 1 0 0,-9 13-1 0 0,12-18 27 0 0,0 0-1 0 0,0-1 1 0 0,0 1-1 0 0,0 0 1 0 0,0-1 0 0 0,0 1-1 0 0,0-1 1 0 0,-1 0-1 0 0,1 0 1 0 0,-1 0 0 0 0,1 0-1 0 0,-1 0 1 0 0,1 0-1 0 0,-1-1 1 0 0,1 1 0 0 0,-1-1-1 0 0,0 0 1 0 0,1 0 0 0 0,-1 0-1 0 0,0 0 1 0 0,1 0-1 0 0,-1 0 1 0 0,-4-2 0 0 0,1 1 61 0 0,0-1 0 0 0,0 0 0 0 0,0 0 0 0 0,1-1 0 0 0,-1 0-1 0 0,1 0 1 0 0,-1 0 0 0 0,-5-6 0 0 0,6 5-32 0 0,0-1 0 0 0,0 0 0 0 0,1 0 0 0 0,-1-1 0 0 0,1 1 0 0 0,0-1 0 0 0,1 0 0 0 0,0 0 0 0 0,0 0 0 0 0,0-1 0 0 0,0 1 0 0 0,1-1 0 0 0,0 1 0 0 0,1-1-1 0 0,-2-10 1 0 0,2 8-74 0 0,1 0 0 0 0,-1 0-1 0 0,2 0 1 0 0,-1 0 0 0 0,1 0-1 0 0,0 0 1 0 0,1 0 0 0 0,0 0-1 0 0,1 0 1 0 0,0 1 0 0 0,6-14-1 0 0,-4 14-245 0 0,0-1 0 0 0,1 1 0 0 0,0 0 0 0 0,1 1 0 0 0,-1-1-1 0 0,1 1 1 0 0,1 1 0 0 0,-1-1 0 0 0,13-7 0 0 0,2 0-2369 0 0,1 1 0 0 0,34-13 0 0 0,-27 14-3549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8.7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333 399 3696 0 0,'2'-3'371'0'0,"-1"0"1"0"0,1 0-1 0 0,-1 0 0 0 0,0 0 0 0 0,0 0 0 0 0,-1 0 0 0 0,1 0 0 0 0,-1 0 0 0 0,1-1 1 0 0,-1 1-1 0 0,0 0 0 0 0,0 0 0 0 0,0 0 0 0 0,-1 0 0 0 0,1 0 0 0 0,-1-1 0 0 0,0 1 1 0 0,-1-4-1 0 0,0 4 1 0 0,-1 2-86 0 0,-2-1-215 0 0,1 1 0 0 0,0 0 1 0 0,-1 0-1 0 0,1 0 0 0 0,-1 0 1 0 0,1 1-1 0 0,-1 0 0 0 0,1 0 1 0 0,-1 0-1 0 0,1 1 1 0 0,-1-1-1 0 0,-4 2 0 0 0,-1 1 15 0 0,1 0 0 0 0,-1 0 0 0 0,1 1 0 0 0,0 1 0 0 0,-10 5 0 0 0,-2 4 12 0 0,1 1 0 0 0,1 0 1 0 0,-31 32-1 0 0,37-32-109 0 0,0 1 0 0 0,1 1 0 0 0,1 0 0 0 0,1 0 0 0 0,0 1 0 0 0,-8 21 0 0 0,16-35-63 0 0,1 0 0 0 0,0 0 0 0 0,0 0 0 0 0,0 0 0 0 0,1 0 0 0 0,0 0 0 0 0,-1 0-1 0 0,1 0 1 0 0,1 0 0 0 0,-1 0 0 0 0,1 4 0 0 0,0-4 62 0 0,-1 1-230 0 0,1-5 231 0 0,-1 0-1 0 0,0 0 0 0 0,1 0 1 0 0,-1 0-1 0 0,1 0 0 0 0,-1 0 0 0 0,0 0 1 0 0,1 0-1 0 0,-1 1 0 0 0,0-1 0 0 0,1 0 1 0 0,-1 0-1 0 0,0 0 0 0 0,1 1 1 0 0,-1-1-1 0 0,0 0 0 0 0,1 0 0 0 0,-1 1 1 0 0,0-1-1 0 0,0 0 0 0 0,1 1 0 0 0,-1-1 1 0 0,0 0-1 0 0,0 1 0 0 0,0-1 1 0 0,1 0-1 0 0,-1 1 0 0 0,0-1 0 0 0,0 0 1 0 0,0 1-1 0 0,0 0-2 0 0,1 0 1 0 0,-1-1 0 0 0,0 1-1 0 0,1 0 1 0 0,-1 0-1 0 0,1-1 1 0 0,-1 1-1 0 0,1 0 1 0 0,-1-1-1 0 0,1 1 1 0 0,-1-1 0 0 0,1 1-1 0 0,-1-1 1 0 0,1 1-1 0 0,0-1 1 0 0,-1 1-1 0 0,1-1 1 0 0,0 0-1 0 0,-1 1 1 0 0,1-1 0 0 0,0 0-1 0 0,1 1 1 0 0,5 0-28 0 0,0 0-1 0 0,0-1 1 0 0,0 1 0 0 0,0-2 0 0 0,0 1 0 0 0,0-1 0 0 0,0 0-1 0 0,0 0 1 0 0,-1-1 0 0 0,1 1 0 0 0,0-2 0 0 0,-1 1 0 0 0,1-1-1 0 0,-1 0 1 0 0,0 0 0 0 0,0-1 0 0 0,0 0 0 0 0,8-6-1 0 0,-3 1 61 0 0,0 0-1 0 0,0-1 0 0 0,-1-1 1 0 0,0 0-1 0 0,-1 0 0 0 0,0 0 1 0 0,0-1-1 0 0,7-16 0 0 0,-4 1 244 0 0,-1 1 0 0 0,-1-1 0 0 0,-1-1 0 0 0,-2 0 0 0 0,-1 0 1 0 0,5-52-1 0 0,-9 39 286 0 0,-2 0 0 0 0,-1 0 0 0 0,-2 0 0 0 0,-9-42 0 0 0,5 55 27 0 0,7 29-572 0 0,0-1 0 0 0,0 0 0 0 0,0 1-1 0 0,0-1 1 0 0,0 0 0 0 0,0 0 0 0 0,0 1-1 0 0,0-1 1 0 0,0 0 0 0 0,0 0 0 0 0,0 1 0 0 0,0-1-1 0 0,-1 0 1 0 0,1 0 0 0 0,0 1 0 0 0,0-1 0 0 0,0 0-1 0 0,0 0 1 0 0,-1 0 0 0 0,1 0 0 0 0,0 1 0 0 0,0-1-1 0 0,0 0 1 0 0,-1 0 0 0 0,1 0 0 0 0,0 0 0 0 0,0 0-1 0 0,-1 1 1 0 0,1-1 0 0 0,0 0 0 0 0,0 0 0 0 0,-1 0-1 0 0,1 0 1 0 0,0 0 0 0 0,-1 0 0 0 0,1 0 0 0 0,0 0-1 0 0,-1 0 1 0 0,0 0-1 0 0,0 0 0 0 0,1 0 0 0 0,-1 1 0 0 0,0-1 0 0 0,1 0 1 0 0,-1 0-1 0 0,0 1 0 0 0,1-1 0 0 0,-1 0 0 0 0,1 1 0 0 0,-1-1 1 0 0,0 1-1 0 0,1-1 0 0 0,-1 1 0 0 0,1-1 0 0 0,-1 1 0 0 0,1-1 1 0 0,0 1-1 0 0,-1-1 0 0 0,1 1 0 0 0,-1 0 0 0 0,1-1 0 0 0,0 1 0 0 0,0 0 1 0 0,-1-1-1 0 0,1 1 0 0 0,0 0 0 0 0,0-1 0 0 0,0 3 0 0 0,-7 36-78 0 0,3 1-1 0 0,1 0 0 0 0,5 79 1 0 0,5-42-1204 0 0,20 92 0 0 0,-24-153 898 0 0,0-1 0 0 0,1 0-1 0 0,1-1 1 0 0,0 1 0 0 0,1-1-1 0 0,1 0 1 0 0,0 0 0 0 0,1-1-1 0 0,13 17 1 0 0,-17-26 168 0 0,0-1-1 0 0,0 0 1 0 0,0 0-1 0 0,1 0 1 0 0,0 0 0 0 0,-1-1-1 0 0,1 0 1 0 0,10 3-1 0 0,-10-3 66 0 0,0-1 61 0 0,0 0 1 0 0,-1 0 0 0 0,1-1-1 0 0,0 0 1 0 0,0 0-1 0 0,0 0 1 0 0,0 0 0 0 0,0-1-1 0 0,0 1 1 0 0,0-1 0 0 0,5-2-1 0 0,2-1 98 0 0,-1 0-1 0 0,1 0 1 0 0,11-8-1 0 0,-9 3 164 0 0,-1 0 1 0 0,0-1 0 0 0,-1 0-1 0 0,-1-1 1 0 0,1-1-1 0 0,-2 0 1 0 0,0 0-1 0 0,0-1 1 0 0,-1 0-1 0 0,0-1 1 0 0,-2 0 0 0 0,1 0-1 0 0,-2-1 1 0 0,0 0-1 0 0,6-22 1 0 0,-7 7 478 0 0,-4 25-328 0 0,-1 1-51 0 0,0-12-31 0 0,0 12 166 0 0,-6-2-140 0 0,6 5-256 0 0,0 1-1 0 0,0-1 0 0 0,0 1 1 0 0,-1 0-1 0 0,1-1 1 0 0,0 1-1 0 0,0 0 0 0 0,0-1 1 0 0,-1 1-1 0 0,1 0 1 0 0,0-1-1 0 0,0 1 0 0 0,-1 0 1 0 0,1-1-1 0 0,0 1 1 0 0,-1 0-1 0 0,1 0 1 0 0,0-1-1 0 0,-1 1 0 0 0,1 0 1 0 0,0 0-1 0 0,-1 0 1 0 0,1-1-1 0 0,0 1 0 0 0,-1 0 1 0 0,1 0-1 0 0,-1 0 1 0 0,1 0-1 0 0,0 0 1 0 0,-1 0-1 0 0,1 0 0 0 0,-1 0 1 0 0,1 0-1 0 0,-1 0 1 0 0,1 0-1 0 0,-1 0 0 0 0,-7 5 38 0 0,0 1 0 0 0,0 0-1 0 0,1 0 1 0 0,0 0-1 0 0,0 1 1 0 0,1 0 0 0 0,-1 0-1 0 0,1 0 1 0 0,1 1-1 0 0,-8 13 1 0 0,-42 87-90 0 0,52-102 24 0 0,1-1-121 0 0,0 0-1 0 0,0 0 0 0 0,1 0 1 0 0,-1 0-1 0 0,1 0 1 0 0,0 10-1 0 0,0-12 132 0 0,1 1-188 0 0,3-1-315 0 0,10 6 393 0 0,-10-7 60 0 0,2-3 16 0 0,8-2 227 0 0,0 0-1 0 0,0-1 1 0 0,-1 0-1 0 0,0-1 1 0 0,0-1-1 0 0,0 0 1 0 0,-1 0-1 0 0,0-1 1 0 0,0-1-1 0 0,0 0 1 0 0,-1 0-1 0 0,0-1 1 0 0,-1-1-1 0 0,10-11 1 0 0,4-9 464 0 0,-21 27-194 0 0,-3 8-462 0 0,-4 14 8 0 0,4-14-54 0 0,0 0-49 0 0,-9 46-691 0 0,9-46 523 0 0,2 0-4 0 0,11 35-819 0 0,-10-37 824 0 0,17 11-462 0 0,-10-15 719 0 0,0 0 1 0 0,0-1-1 0 0,-1 0 1 0 0,1 0-1 0 0,0-1 1 0 0,-1 0 0 0 0,0 0-1 0 0,1-1 1 0 0,-1 0-1 0 0,-1-1 1 0 0,1 1-1 0 0,-1-2 1 0 0,1 1 0 0 0,-1-1-1 0 0,-1 0 1 0 0,1 0-1 0 0,-1-1 1 0 0,0 0-1 0 0,5-9 1 0 0,3-6 389 0 0,-2 1 0 0 0,0-2 0 0 0,-2 0 0 0 0,-1 0-1 0 0,0-1 1 0 0,8-39 0 0 0,-11 1 1393 0 0,-6 57-1422 0 0,1 0-26 0 0,0-14-73 0 0,-1 14 672 0 0,-6 6-850 0 0,5-1-74 0 0,1-1 1 0 0,-1 1 0 0 0,0 0-1 0 0,0 0 1 0 0,1 0-1 0 0,-1 0 1 0 0,0 1-1 0 0,0-1 1 0 0,1 0-1 0 0,-1 0 1 0 0,0 0-1 0 0,1 0 1 0 0,-1 1 0 0 0,0-1-1 0 0,0 0 1 0 0,1 1-1 0 0,-1-1 1 0 0,1 1-1 0 0,-1-1 1 0 0,0 0-1 0 0,1 1 1 0 0,-1-1 0 0 0,1 1-1 0 0,-1 0 1 0 0,0 0-1 0 0,-8 20-60 0 0,-8 25 49 0 0,16-37 5 0 0,1-1-3 0 0,-2 3-95 0 0,0 0 1 0 0,1 0-1 0 0,0 1 0 0 0,1 16 1 0 0,0-21 55 0 0,0 9-240 0 0,2 2 106 0 0,2 0-251 0 0,-2-5-23 0 0,1-1 0 0 0,1 0 0 0 0,8 21 0 0 0,-10-29 252 0 0,-1-1 0 0 0,1 1-1 0 0,0-1 1 0 0,0 0 0 0 0,1 0 0 0 0,-1 0 0 0 0,1 0 0 0 0,-1 0 0 0 0,1-1-1 0 0,0 1 1 0 0,0-1 0 0 0,0 1 0 0 0,0-1 0 0 0,0 0 0 0 0,1 0 0 0 0,-1-1-1 0 0,1 1 1 0 0,5 1 0 0 0,28-2-4907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8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25 3380 0 0,'-20'2'2153'0'0,"36"0"1122"0"0,34-1-1843 0 0,130-18-2842 0 0,-102 8-3577 0 0,-47 5 1184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0:59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226 161 2452 0 0,'2'-4'1799'0'0,"1"-3"-1296"0"0,0 0 1 0 0,-1-1-1 0 0,0 1 1 0 0,-1-1-1 0 0,1 1 1 0 0,-2-1-1 0 0,1 0 0 0 0,-1 1 1 0 0,0-1-1 0 0,0 0 1 0 0,-1 1-1 0 0,0-1 0 0 0,-1 0 1 0 0,1 1-1 0 0,-2-1 1 0 0,-3-10-1 0 0,4 15-209 0 0,2 3-280 0 0,0-1-1 0 0,-1 1 0 0 0,1-1 1 0 0,0 1-1 0 0,-1-1 0 0 0,1 1 1 0 0,0 0-1 0 0,-1-1 1 0 0,1 1-1 0 0,-1-1 0 0 0,1 1 1 0 0,-1 0-1 0 0,1-1 0 0 0,-1 1 1 0 0,1 0-1 0 0,-1 0 1 0 0,1 0-1 0 0,-1-1 0 0 0,1 1 1 0 0,-1 0-1 0 0,1 0 0 0 0,-2 0 1 0 0,2 0 0 0 0,-1 0 1 0 0,1 0 0 0 0,-1 0-1 0 0,1-1 1 0 0,-1 1 0 0 0,1 0-1 0 0,-1 0 1 0 0,1 0-1 0 0,-1 0 1 0 0,1-1 0 0 0,-1 1-1 0 0,1 0 1 0 0,-1 0 0 0 0,1-1-1 0 0,0 1 1 0 0,-1 0 0 0 0,1-1-1 0 0,0 1 1 0 0,-1-1-1 0 0,1 1 1 0 0,0 0 0 0 0,-1-1-1 0 0,1 1 1 0 0,0-1 0 0 0,0 0-1 0 0,-5 1 202 0 0,-1 0-185 0 0,0 1 1 0 0,1-1-1 0 0,-1 1 1 0 0,0 0 0 0 0,1 1-1 0 0,-1-1 1 0 0,1 1 0 0 0,0 0-1 0 0,-1 1 1 0 0,1-1-1 0 0,0 1 1 0 0,0 0 0 0 0,-6 5-1 0 0,1 0-4 0 0,1 0-1 0 0,0 0 1 0 0,1 1-1 0 0,0 0 1 0 0,-14 20-1 0 0,15-17-251 0 0,-1 1-1 0 0,2 0 1 0 0,0 1 0 0 0,0-1-1 0 0,1 1 1 0 0,1 0 0 0 0,-5 24-1 0 0,9-34 17 0 0,3 19-363 0 0,-1-20 362 0 0,-1-2 183 0 0,0 0 0 0 0,1 0-1 0 0,-1 1 1 0 0,0-1 0 0 0,1 0 0 0 0,-1 0 0 0 0,1 0 0 0 0,0 0 0 0 0,-1 0 0 0 0,1-1 0 0 0,0 1-1 0 0,-1 0 1 0 0,1-1 0 0 0,0 0 0 0 0,-1 1 0 0 0,1-1 0 0 0,0 0 0 0 0,0 0 0 0 0,0 0 0 0 0,-1 0 0 0 0,1 0-1 0 0,0 0 1 0 0,0 0 0 0 0,0 0 0 0 0,3-2 0 0 0,10-4 157 0 0,0-1 0 0 0,0-1 0 0 0,0-1 0 0 0,-1 1 0 0 0,-1-2 0 0 0,1 0 0 0 0,-2-1 0 0 0,1 0 0 0 0,-1-1 0 0 0,-1 0 0 0 0,16-23-1 0 0,-24 31 2 0 0,-3 3-126 0 0,0 1 0 0 0,0-1 1 0 0,0 0-1 0 0,1 1 0 0 0,-1-1 1 0 0,0 1-1 0 0,1-1 1 0 0,-1 0-1 0 0,0 1 0 0 0,1-1 1 0 0,-1 1-1 0 0,1-1 0 0 0,-1 1 1 0 0,1 0-1 0 0,-1-1 1 0 0,1 1-1 0 0,-1-1 0 0 0,1 1 1 0 0,0-1-1 0 0,3-1 1060 0 0,-7 8-1036 0 0,1-1 0 0 0,0 1-1 0 0,0 1 1 0 0,1-1 0 0 0,0 0 0 0 0,0 0-1 0 0,0 0 1 0 0,1 1 0 0 0,0-1-1 0 0,0 0 1 0 0,1 1 0 0 0,0-1 0 0 0,0 0-1 0 0,0 0 1 0 0,4 12 0 0 0,-3-15-125 0 0,-1-1 1 0 0,1 1 0 0 0,0-1 0 0 0,0 1 0 0 0,0-1 0 0 0,0 0-1 0 0,0 0 1 0 0,0 0 0 0 0,0 0 0 0 0,1 0 0 0 0,-1 0 0 0 0,1-1-1 0 0,0 1 1 0 0,3 1 0 0 0,-4-2 76 0 0,4 2-257 0 0,-1-1 0 0 0,0 0 0 0 0,1 0 0 0 0,-1 0 0 0 0,1-1 0 0 0,0 0 0 0 0,-1 0 0 0 0,1 0 1 0 0,8-1-1 0 0,-9 0 31 0 0,0 1-139 0 0,1-1 0 0 0,-1 0 1 0 0,0 0-1 0 0,0 0 0 0 0,0-1 0 0 0,0 0 0 0 0,0 0 0 0 0,0 0 0 0 0,5-2 0 0 0,3-1-1364 0 0,9-3-2605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0.9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382 42 3784 0 0,'-3'-3'201'0'0,"0"-1"0"0"0,-1 1 0 0 0,1-1-1 0 0,0 1 1 0 0,-1 0 0 0 0,0 0 0 0 0,0 1-1 0 0,0-1 1 0 0,0 1 0 0 0,0 0 0 0 0,-1 0 0 0 0,1 1-1 0 0,-1-1 1 0 0,1 1 0 0 0,-1 0 0 0 0,1 0-1 0 0,-1 0 1 0 0,0 0 0 0 0,1 1 0 0 0,-1 0-1 0 0,0 0 1 0 0,1 0 0 0 0,-1 1 0 0 0,0 0 0 0 0,1 0-1 0 0,-1 0 1 0 0,0 0 0 0 0,1 1 0 0 0,0-1-1 0 0,-1 1 1 0 0,-4 3 0 0 0,-4 3-37 0 0,0 1 0 0 0,0 1 0 0 0,1 0 0 0 0,1 0 0 0 0,-1 1 0 0 0,2 1 0 0 0,-1 0 0 0 0,2 0-1 0 0,-16 25 1 0 0,6-3-7 0 0,1 0-1 0 0,-24 67 1 0 0,35-78-143 0 0,0 0 0 0 0,1 0 1 0 0,2 1-1 0 0,0 0 0 0 0,1 0 1 0 0,2 0-1 0 0,0 0 0 0 0,2 0 0 0 0,0 0 1 0 0,2 0-1 0 0,7 33 0 0 0,-6-45-145 0 0,-1 1 0 0 0,2-1 0 0 0,-1 0 0 0 0,2 0 0 0 0,-1 0 0 0 0,2-1 0 0 0,-1 0 0 0 0,2 0 0 0 0,-1-1-1 0 0,2 0 1 0 0,-1 0 0 0 0,1-1 0 0 0,1 0 0 0 0,-1 0 0 0 0,1-1 0 0 0,1-1 0 0 0,0 0 0 0 0,0 0 0 0 0,0-1-1 0 0,1 0 1 0 0,0-1 0 0 0,20 6 0 0 0,-18-7-971 0 0,0-2-1 0 0,0 0 0 0 0,1 0 1 0 0,19-1-1 0 0,-6-3-2818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1.4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15 4072 0 0,'0'0'2305'0'0,"0"-4"-1417"0"0,-2-6 2897 0 0,0 32-2679 0 0,0 27-812 0 0,2-10-64 0 0,1 0 1 0 0,9 50 0 0 0,-9-85-213 0 0,-1 0 8 0 0,9 33 240 0 0,-8-34-204 0 0,1-7-85 0 0,3-7 89 0 0,-1 0 1 0 0,-1 0 0 0 0,0 0 0 0 0,0 0 0 0 0,-1 0 0 0 0,0-1-1 0 0,-1-15 1 0 0,6-91 752 0 0,-7 114-660 0 0,0 2-142 0 0,-1 0 0 0 0,1 1 1 0 0,0-1-1 0 0,0 0 0 0 0,-1 0 1 0 0,2 0-1 0 0,-1 0 0 0 0,0 0 1 0 0,0 0-1 0 0,1-3 0 0 0,-1 1 624 0 0,-1 8-626 0 0,-46 175-1817 0 0,40-131-1193 0 0,7-22-1757 0 0,0-20 3022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1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369 49 3244 0 0,'-1'-4'1222'0'0,"0"1"-963"0"0,-1-1-1 0 0,1 1 1 0 0,-1 0 0 0 0,0-1 0 0 0,0 1-1 0 0,0 0 1 0 0,-1 0 0 0 0,1 0 0 0 0,-1 1 0 0 0,0-1-1 0 0,1 1 1 0 0,-1-1 0 0 0,-4-1 0 0 0,4 2 23 0 0,-3 2-16 0 0,-6 2-410 0 0,-1 0 0 0 0,1 1 0 0 0,-1 0-1 0 0,1 1 1 0 0,0 0 0 0 0,1 1 0 0 0,-1 1-1 0 0,1 0 1 0 0,0 0 0 0 0,0 1 0 0 0,1 0-1 0 0,-1 1 1 0 0,-11 12 0 0 0,1 0-411 0 0,2 0 1 0 0,0 1-1 0 0,1 1 0 0 0,1 0 0 0 0,-15 28 1 0 0,28-41 976 0 0,0-1 0 0 0,0 1 0 0 0,1-1 1 0 0,0 1-1 0 0,1 0 0 0 0,-3 19 0 0 0,5-24 74 0 0,3 0 10 0 0,0-1-351 0 0,0 0 0 0 0,0 0 0 0 0,0 0 0 0 0,1 0 0 0 0,-1 0 0 0 0,1 0 0 0 0,0-1-1 0 0,0 0 1 0 0,0 0 0 0 0,0 0 0 0 0,0 0 0 0 0,0 0 0 0 0,7 0 0 0 0,4 2 231 0 0,1-1 1 0 0,30 1 0 0 0,184-2 837 0 0,-83-15-5750 0 0,-137 10 1858 0 0,19-4-1898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1.9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2468 0 0,'0'0'2547'0'0,"3"1"-1627"0"0,1 1-763 0 0,-1 0 1 0 0,1 1 0 0 0,0-1 0 0 0,-1 0 0 0 0,0 1 0 0 0,1 0 0 0 0,-1 0 0 0 0,0 0 0 0 0,-1 0-1 0 0,1 0 1 0 0,0 1 0 0 0,-1-1 0 0 0,0 1 0 0 0,0 0 0 0 0,0 0 0 0 0,0-1 0 0 0,-1 1 0 0 0,1 0 0 0 0,-1 0-1 0 0,0 1 1 0 0,1 6 0 0 0,1 49-342 0 0,-3-40-299 0 0,0-17 409 0 0,0 0 1 0 0,0-1-1 0 0,0 1 0 0 0,-1 0 0 0 0,1-1 0 0 0,-1 1 0 0 0,0-1 1 0 0,0 1-1 0 0,0-1 0 0 0,0 1 0 0 0,-1 1 0 0 0,-1 5-142 0 0,-22 49-4117 0 0,13-35 1067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2.5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 36 4416 0 0,'0'0'1482'0'0,"1"-4"-314"0"0,-1 3-1035 0 0,0 0 0 0 0,0 0 0 0 0,0-1 0 0 0,0 1 0 0 0,0 0 0 0 0,0 0 0 0 0,0-1 0 0 0,0 1 0 0 0,0 0 0 0 0,0 0 0 0 0,-1 0 0 0 0,1-1 0 0 0,-1 1 0 0 0,1 0 0 0 0,-1 0 0 0 0,1 0 0 0 0,-1 0-1 0 0,1 0 1 0 0,-1 0 0 0 0,0 0 0 0 0,0 0 0 0 0,0 0 0 0 0,0 0 0 0 0,-1-1 0 0 0,-1 0 295 0 0,-1 1-53 0 0,-3 2-281 0 0,1-1 1 0 0,-1 1-1 0 0,1 0 0 0 0,-1 1 1 0 0,1-1-1 0 0,-1 1 0 0 0,1 1 1 0 0,0-1-1 0 0,0 1 0 0 0,0 0 1 0 0,0 0-1 0 0,1 1 0 0 0,-1 0 1 0 0,1 0-1 0 0,0 0 0 0 0,0 0 1 0 0,0 1-1 0 0,-7 10 0 0 0,2-4-75 0 0,1 1-1 0 0,1 0 0 0 0,0 1 1 0 0,1 0-1 0 0,0 0 0 0 0,1 1 1 0 0,-6 20-1 0 0,10-29-53 0 0,2-2-13 0 0,0 1 1 0 0,-1-1 0 0 0,1 0 0 0 0,1 1 0 0 0,-1-1 0 0 0,1 0 0 0 0,-1 1 0 0 0,1-1 0 0 0,0 0-1 0 0,0 0 1 0 0,0 0 0 0 0,0 1 0 0 0,1-1 0 0 0,0 0 0 0 0,-1-1 0 0 0,1 1 0 0 0,0 0 0 0 0,0 0 0 0 0,0-1-1 0 0,1 1 1 0 0,-1-1 0 0 0,1 0 0 0 0,-1 0 0 0 0,1 0 0 0 0,3 2 0 0 0,-3-2-58 0 0,2-1 100 0 0,1 0 72 0 0,1-1 0 0 0,0 1 0 0 0,-1-1 0 0 0,1-1 0 0 0,0 1 0 0 0,-1-1 0 0 0,1 0 0 0 0,0-1 0 0 0,-1 1 0 0 0,7-4 0 0 0,-6 2 37 0 0,-1-1 0 0 0,1 0-1 0 0,-1 0 1 0 0,0 0 0 0 0,0-1 0 0 0,0 0-1 0 0,0 0 1 0 0,-1-1 0 0 0,0 0 0 0 0,-1 0 0 0 0,1 0-1 0 0,-1 0 1 0 0,0-1 0 0 0,0 1 0 0 0,-1-1-1 0 0,0 0 1 0 0,0 0 0 0 0,3-12 0 0 0,-6 14-46 0 0,-1-12 17 0 0,1 15-119 0 0,0-1-1 0 0,0 0 1 0 0,-1 0-1 0 0,1 1 1 0 0,0-1-1 0 0,-1 0 1 0 0,0 1-1 0 0,1-1 1 0 0,-1 1-1 0 0,0-1 1 0 0,-1 1-1 0 0,1-1 1 0 0,0 1-1 0 0,-1 0 1 0 0,1-1-1 0 0,-4-2 1 0 0,1 0-298 0 0,-1 1 0 0 0,0 0 0 0 0,0 0 0 0 0,0 1 0 0 0,0-1 0 0 0,0 1 0 0 0,-1 0 0 0 0,0 0 0 0 0,-10-3 0 0 0,-35-4-5412 0 0,30 8 1120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2.8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 5028 0 0,'5'-2'1825'0'0,"5"-2"-1169"0"0,1 0 1 0 0,0 1 0 0 0,0 0-1 0 0,0 1 1 0 0,0 0-1 0 0,1 1 1 0 0,-1 0 0 0 0,0 1-1 0 0,1 0 1 0 0,-1 0 0 0 0,19 5-1 0 0,-21-3-569 0 0,0 1-1 0 0,0 0 0 0 0,0 0 1 0 0,0 1-1 0 0,-1 1 1 0 0,0-1-1 0 0,0 1 0 0 0,0 0 1 0 0,0 1-1 0 0,-1 0 1 0 0,0 0-1 0 0,0 1 0 0 0,-1 0 1 0 0,11 15-1 0 0,-9-10-177 0 0,0 1 1 0 0,-2 0-1 0 0,1 0 0 0 0,-2 1 1 0 0,0 0-1 0 0,0 0 0 0 0,-1 0 1 0 0,-1 1-1 0 0,-1-1 0 0 0,0 1 0 0 0,0-1 1 0 0,-2 1-1 0 0,0 0 0 0 0,0-1 1 0 0,-2 1-1 0 0,1 0 0 0 0,-2-1 1 0 0,-5 19-1 0 0,2-11-730 0 0,-1-1-1 0 0,-1 0 1 0 0,-1-1 0 0 0,-1 0 0 0 0,-1 0 0 0 0,0-1-1 0 0,-1 0 1 0 0,-1-1 0 0 0,-1 0 0 0 0,-1-1 0 0 0,-23 21-1 0 0,9-14-3588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3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80 3368 0 0,'-4'0'1558'0'0,"-29"-3"2954"0"0,24 0-1655 0 0,32-2-2348 0 0,298-19 2089 0 0,-131 12-3220 0 0,-2-7-3934 0 0,-134 7-1218 0 0,-48 10 1364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3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3 3336 0 0,'-4'-1'1240'0'0,"-40"-1"3195"0"0,40 3-2956 0 0,3 12-944 0 0,0-12-489 0 0,1 1-1 0 0,0-1 0 0 0,0 1 1 0 0,0-1-1 0 0,0 1 1 0 0,0-1-1 0 0,0 1 1 0 0,0 0-1 0 0,0-1 1 0 0,1 1-1 0 0,-1-1 1 0 0,1 0-1 0 0,-1 1 1 0 0,1-1-1 0 0,-1 1 1 0 0,1-1-1 0 0,0 0 1 0 0,0 1-1 0 0,0-1 0 0 0,0 0 1 0 0,0 0-1 0 0,0 1 1 0 0,0-1-1 0 0,2 1 1 0 0,19 14 270 0 0,31 17 1 0 0,-35-25-114 0 0,34 10 0 0 0,-48-17-162 0 0,0 0 18 0 0,14 1 23 0 0,-14-1 163 0 0,0 0-189 0 0,-1-1-44 0 0,9 4 107 0 0,-25 11 14 0 0,8-11-110 0 0,-8 9-178 0 0,1 0 1 0 0,1 1-1 0 0,0 0 0 0 0,1 0 1 0 0,0 1-1 0 0,1 0 1 0 0,1 1-1 0 0,1 0 1 0 0,-10 29-1 0 0,16-41-371 0 0,0 0 0 0 0,1 0 0 0 0,0 0 0 0 0,0 0 0 0 0,0 0 0 0 0,0 0 0 0 0,1 0 0 0 0,-1 0 0 0 0,3 7 0 0 0,-2-4-1257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5.7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16 5533 0 0,'7'-15'5527'0'0,"-3"22"-2535"0"0,-2 10-3879 0 0,-3 69 724 0 0,-14 117 0 0 0,1-105-2680 0 0,-2-4-3466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6.3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143 304 3304 0 0,'2'-27'1352'0'0,"2"1"1"0"0,0 0-1 0 0,2-1 0 0 0,16-44 0 0 0,-19 63-1271 0 0,1 0 0 0 0,0 1 0 0 0,0-1 0 0 0,0 1-1 0 0,1 0 1 0 0,0 0 0 0 0,0 1 0 0 0,1 0 0 0 0,0 0 0 0 0,0 0 0 0 0,0 0 0 0 0,1 1 0 0 0,0 0 0 0 0,0 0 0 0 0,0 1-1 0 0,0 0 1 0 0,1 0 0 0 0,0 1 0 0 0,11-3 0 0 0,-16 5-63 0 0,2-1 17 0 0,0 0 0 0 0,0 1 0 0 0,1 0 0 0 0,-1 0 0 0 0,0 1-1 0 0,0-1 1 0 0,1 1 0 0 0,-1 0 0 0 0,0 1 0 0 0,0-1 0 0 0,6 2 0 0 0,-5-1-29 0 0,0 1 0 0 0,1-1 0 0 0,-1 1 1 0 0,0 0-1 0 0,0 1 0 0 0,-1 0 0 0 0,1 0 0 0 0,0 0 0 0 0,-1 0 1 0 0,0 1-1 0 0,0 0 0 0 0,0 0 0 0 0,0 1 0 0 0,-1-1 1 0 0,1 1-1 0 0,-1 0 0 0 0,0 0 0 0 0,-1 0 0 0 0,1 1 1 0 0,3 7-1 0 0,-5-7-15 0 0,0-1 1 0 0,-1 1-1 0 0,1 0 1 0 0,-1 0-1 0 0,0 0 0 0 0,-1-1 1 0 0,1 1-1 0 0,-1 0 1 0 0,0 0-1 0 0,-1 0 1 0 0,0 0-1 0 0,-2 10 1 0 0,0-7-3 0 0,0 1 1 0 0,-1-1 0 0 0,0 0 0 0 0,0 0-1 0 0,-1 0 1 0 0,0-1 0 0 0,-7 9-1 0 0,-1-1-9 0 0,-1-1-1 0 0,0 0 0 0 0,-1-1 0 0 0,-1 0 0 0 0,0-2 0 0 0,-30 19 0 0 0,27-19 16 0 0,10-6 26 0 0,-1-1-1 0 0,0 0 1 0 0,-12 5-1 0 0,19-9-31 0 0,3-1-57 0 0,1 0 67 0 0,-1 0 1 0 0,1 0 0 0 0,0 0-1 0 0,-1 0 1 0 0,1 0-1 0 0,0 0 1 0 0,-1 0-1 0 0,1-1 1 0 0,-1 1-1 0 0,1 0 1 0 0,-1 0-1 0 0,1 0 1 0 0,-1-1-1 0 0,1 1 1 0 0,0 0-1 0 0,-1-1 1 0 0,1 1-1 0 0,-1 0 1 0 0,0-1 0 0 0,1 0-1 0 0,0 0-5 0 0,0 0-1 0 0,0 1 1 0 0,0-1 0 0 0,1 0-1 0 0,-1 0 1 0 0,0 1 0 0 0,0-1-1 0 0,0 1 1 0 0,0-1 0 0 0,1 1-1 0 0,-1 0 1 0 0,0-1-1 0 0,0 1 1 0 0,1 0 0 0 0,1 0-1 0 0,24-4 28 0 0,-1 2-1 0 0,0 1 0 0 0,1 1 0 0 0,49 7 0 0 0,-66-6-14 0 0,0 0 0 0 0,0 1 0 0 0,0 1-1 0 0,-1 0 1 0 0,1 0 0 0 0,-1 1 0 0 0,1 0 0 0 0,-1 0-1 0 0,0 1 1 0 0,-1 1 0 0 0,1-1 0 0 0,-1 2 0 0 0,0-1-1 0 0,-1 1 1 0 0,1 0 0 0 0,9 12 0 0 0,-15-15-9 0 0,1 0 0 0 0,-1 0 0 0 0,0 0-1 0 0,0 1 1 0 0,0-1 0 0 0,-1 1 0 0 0,0-1 0 0 0,0 1 0 0 0,0-1 0 0 0,0 1 0 0 0,-1 0 0 0 0,1 0 0 0 0,-1-1 0 0 0,0 1 0 0 0,-2 9 0 0 0,0-6 1 0 0,0 0 0 0 0,-1 0 0 0 0,1 0 0 0 0,-2 0 0 0 0,1-1 0 0 0,-1 1 0 0 0,0-1 0 0 0,-8 10 0 0 0,0-2 2 0 0,0-1 1 0 0,-1-1 0 0 0,0 0-1 0 0,-1 0 1 0 0,-1-1-1 0 0,0-1 1 0 0,-25 14-1 0 0,14-12 63 0 0,-2 0 0 0 0,1-2-1 0 0,-2-1 1 0 0,-45 11 0 0 0,57-18-29 0 0,0 0 0 0 0,-1-1-1 0 0,1 0 1 0 0,-1-2 0 0 0,1 0 0 0 0,-1-1 0 0 0,1 0 0 0 0,-1-2 0 0 0,-20-5 0 0 0,33 7-35 0 0,0-1 0 0 0,0 0 0 0 0,0 0 0 0 0,0 0 0 0 0,0-1 1 0 0,1 1-1 0 0,-1-1 0 0 0,1 0 0 0 0,-1-1 0 0 0,1 1 0 0 0,0-1 0 0 0,1 0 0 0 0,-1 0 1 0 0,0 0-1 0 0,1 0 0 0 0,-5-9 0 0 0,5 7-54 0 0,1 0 0 0 0,0 1 0 0 0,0-1 0 0 0,1 0-1 0 0,0 0 1 0 0,0 0 0 0 0,0 0 0 0 0,1 0 0 0 0,0-1 0 0 0,0 1 0 0 0,0 0 0 0 0,1 0 0 0 0,0 0 0 0 0,2-8-1 0 0,0 5-70 0 0,0 0 0 0 0,1 1-1 0 0,0 0 1 0 0,0-1 0 0 0,1 1-1 0 0,0 1 1 0 0,0-1 0 0 0,1 1-1 0 0,0 0 1 0 0,0 0 0 0 0,0 0-1 0 0,1 1 1 0 0,0 0 0 0 0,0 0 0 0 0,1 1-1 0 0,0 0 1 0 0,0 1 0 0 0,12-6-1 0 0,2 0-584 0 0,0 1-1 0 0,1 2 1 0 0,0 0-1 0 0,1 1 1 0 0,40-4-1 0 0,-6 6-1733 0 0,-27 4-145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6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1 216 2196 0 0,'0'0'1238'0'0,"2"3"-240"0"0,9 8 2032 0 0,-9-9-2687 0 0,30 14 835 0 0,-28-15-841 0 0,1-1-191 0 0,6 0-75 0 0,-1 0 0 0 0,0 0 0 0 0,1-1 0 0 0,-1-1 1 0 0,19-5-1 0 0,-18 3-166 0 0,1 0 1 0 0,-1-1-1 0 0,0-1 1 0 0,0 0-1 0 0,-1 0 1 0 0,0-1-1 0 0,0-1 1 0 0,0 1-1 0 0,-1-2 1 0 0,0 1-1 0 0,-1-1 1 0 0,0 0-1 0 0,13-19 0 0 0,-17 23 70 0 0,1-1 9 0 0,10-33-97 0 0,-13 32 175 0 0,0 1-1 0 0,-1 0 1 0 0,1-1 0 0 0,-1 1 0 0 0,0-11-1 0 0,-1 16-40 0 0,0 0 0 0 0,0 0 0 0 0,-1 0-1 0 0,1 0 1 0 0,0 0 0 0 0,-1 0-1 0 0,1 0 1 0 0,-1 0 0 0 0,1 0-1 0 0,-1 0 1 0 0,0 0 0 0 0,1 0 0 0 0,-1 0-1 0 0,0 0 1 0 0,1 0 0 0 0,-1 1-1 0 0,0-1 1 0 0,0 0 0 0 0,0 1-1 0 0,0-1 1 0 0,0 1 0 0 0,0-1 0 0 0,0 1-1 0 0,0-1 1 0 0,0 1 0 0 0,0-1-1 0 0,0 1 1 0 0,0 0 0 0 0,0 0-1 0 0,-2-1 1 0 0,0 1 13 0 0,1 0 0 0 0,-1-1-1 0 0,0 1 1 0 0,1 0 0 0 0,-1 0 0 0 0,0 1-1 0 0,1-1 1 0 0,-1 0 0 0 0,0 1 0 0 0,1 0-1 0 0,-1-1 1 0 0,1 1 0 0 0,-5 2 0 0 0,-1 2-10 0 0,-1 1 1 0 0,1 0 0 0 0,1 0-1 0 0,-1 1 1 0 0,1 0 0 0 0,0 0-1 0 0,0 1 1 0 0,1-1 0 0 0,0 2-1 0 0,1-1 1 0 0,-1 0 0 0 0,2 1-1 0 0,-1 0 1 0 0,1 0 0 0 0,1 1-1 0 0,-1-1 1 0 0,2 1 0 0 0,-1 0-1 0 0,1 0 1 0 0,1-1 0 0 0,0 1-1 0 0,0 17 1 0 0,2-23-20 0 0,-1-1 0 0 0,1 1-1 0 0,0 0 1 0 0,0 0 0 0 0,0-1 0 0 0,0 1 0 0 0,1-1-1 0 0,-1 1 1 0 0,1-1 0 0 0,0 1 0 0 0,0-1 0 0 0,5 5 0 0 0,-5-5-3 0 0,0 0-2 0 0,1 0 1 0 0,0 0 0 0 0,0 0 0 0 0,1-1-1 0 0,-1 1 1 0 0,0-1 0 0 0,1 1 0 0 0,0-1-1 0 0,-1 0 1 0 0,1-1 0 0 0,8 3-1 0 0,-9-2-4 0 0,4 0-59 0 0,-1 0 0 0 0,1 0 0 0 0,-1 0 1 0 0,1-1-1 0 0,0 0 0 0 0,0 0 0 0 0,11-1 0 0 0,-11 0 9 0 0,2 1-468 0 0,0-1 0 0 0,0 0 0 0 0,1 0 1 0 0,-1-1-1 0 0,0 0 0 0 0,0-1 0 0 0,0 0 0 0 0,0-1 1 0 0,0 1-1 0 0,11-7 0 0 0,0 0-3677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7.2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67 3288 0 0,'0'0'2140'0'0,"2"-2"-1284"0"0,4-2-350 0 0,1 1 1 0 0,-1 0-1 0 0,0 0 1 0 0,1 0-1 0 0,-1 1 0 0 0,8-2 1 0 0,-10 3-237 0 0,1 2-153 0 0,-2 0-77 0 0,1 0 0 0 0,-1-1 1 0 0,1 1-1 0 0,-1 1 0 0 0,0-1 0 0 0,0 0 0 0 0,1 1 0 0 0,-1 0 0 0 0,0 0 0 0 0,0-1 0 0 0,-1 2 1 0 0,1-1-1 0 0,0 0 0 0 0,-1 1 0 0 0,1-1 0 0 0,-1 1 0 0 0,0 0 0 0 0,0 0 0 0 0,2 3 0 0 0,-1 1-19 0 0,-1 0 0 0 0,0 0 0 0 0,-1 0 0 0 0,0 0 0 0 0,0 0 0 0 0,0 0 0 0 0,-1 0 0 0 0,0 0 0 0 0,0 1 0 0 0,-1-1 0 0 0,0 0 0 0 0,0 0 0 0 0,-1 0 0 0 0,0 0 0 0 0,0 0 0 0 0,0-1 0 0 0,-6 11 0 0 0,6-13 137 0 0,2-3-125 0 0,-1 0-1 0 0,1 0 1 0 0,0 0-1 0 0,-1 0 0 0 0,1 0 1 0 0,-1 0-1 0 0,1-1 1 0 0,-1 1-1 0 0,1 0 1 0 0,-1 0-1 0 0,0 0 0 0 0,1 0 1 0 0,-1-1-1 0 0,0 1 1 0 0,0 0-1 0 0,0-1 0 0 0,1 1 1 0 0,-1-1-1 0 0,0 1 1 0 0,-2 0-1 0 0,-11 12 1850 0 0,14-14-1874 0 0,0 1 0 0 0,0 0 0 0 0,0 0 0 0 0,0 0 0 0 0,0-1 0 0 0,1 1 0 0 0,-1 0 0 0 0,0 0 0 0 0,0-1 0 0 0,0 1 0 0 0,0 0 0 0 0,0 0 0 0 0,0 0 0 0 0,0-1 0 0 0,0 1 0 0 0,-1 0-1 0 0,1 0 1 0 0,0-1 0 0 0,0 1 0 0 0,0 0 0 0 0,0 0 0 0 0,0-1 0 0 0,0 1 0 0 0,0 0 0 0 0,0 0 0 0 0,-1 0 0 0 0,1-1 0 0 0,0 1 0 0 0,0 0 0 0 0,0 0 0 0 0,0 0 0 0 0,-1 0 0 0 0,1 0 0 0 0,0-1 0 0 0,-1 1 0 0 0,1 0 1 0 0,-1-1 1 0 0,1 1-1 0 0,0-1 1 0 0,-1 1-1 0 0,1-1 1 0 0,-1 1 0 0 0,1-1-1 0 0,0 1 1 0 0,-1-1-1 0 0,1 1 1 0 0,0-1-1 0 0,-1 1 1 0 0,1-1-1 0 0,0 0 1 0 0,0 1 0 0 0,0-1-1 0 0,0 1 1 0 0,0-1-1 0 0,0 0 1 0 0,-1 1-1 0 0,1-1 1 0 0,1 0 0 0 0,-1 1-1 0 0,0-1 1 0 0,0 0-1 0 0,0 1 1 0 0,0-2-1 0 0,5-13-177 0 0,0 0 0 0 0,0 1-1 0 0,2-1 1 0 0,0 1 0 0 0,0 0-1 0 0,1 1 1 0 0,1 0 0 0 0,0 0-1 0 0,1 1 1 0 0,0 0 0 0 0,1 1-1 0 0,0 0 1 0 0,1 1 0 0 0,25-18-1 0 0,-15 19-1214 0 0,-16 7 1053 0 0,-2 1-895 0 0,1 0-204 0 0,15-4 15 0 0,-16 4-927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8.0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30 2976 0 0,'0'0'1114'0'0,"4"-1"-160"0"0,31-9 3428 0 0,-32 9-3630 0 0,0 3-690 0 0,-1 1 3 0 0,1 0 1 0 0,-1-1 0 0 0,0 1 0 0 0,0 0 0 0 0,-1 0 0 0 0,1 0 0 0 0,-1 0-1 0 0,2 5 1 0 0,-2-4 55 0 0,0 1-34 0 0,5 68 162 0 0,-6-69-222 0 0,0 1-6 0 0,-3 41 73 0 0,2-41-39 0 0,0-1 27 0 0,0 10 327 0 0,7-25 440 0 0,9-22-797 0 0,-8 21 42 0 0,0 0 1 0 0,1 0-1 0 0,1 1 1 0 0,0 0-1 0 0,0 0 0 0 0,1 1 1 0 0,21-17-1 0 0,-28 25-8 0 0,7-2 39 0 0,-9 3-125 0 0,-1 1 0 0 0,1-1 0 0 0,0 1-1 0 0,-1 0 1 0 0,1-1 0 0 0,-1 1 0 0 0,1 0 0 0 0,0-1 0 0 0,-1 1 0 0 0,1 0 0 0 0,0 0-1 0 0,-1 0 1 0 0,1-1 0 0 0,0 1 0 0 0,-1 0 0 0 0,1 0 0 0 0,0 0 0 0 0,-1 0 0 0 0,1 0-1 0 0,0 0 1 0 0,0 0 0 0 0,-1 1 0 0 0,1-1 0 0 0,0 0 0 0 0,0 1 0 0 0,3 0 3 0 0,0 0 0 0 0,0 0 0 0 0,0 0 0 0 0,0 1 0 0 0,-1 0 0 0 0,1 0 0 0 0,0 0 0 0 0,4 4 0 0 0,-5-3-2 0 0,-1 0-10 0 0,22 42-6 0 0,-18-31-439 0 0,0-1-1 0 0,15 21 1 0 0,-19-32-72 0 0,-2-2 501 0 0,1 0-1 0 0,-1 0 0 0 0,0 0 1 0 0,1 0-1 0 0,-1 0 0 0 0,0 0 0 0 0,1 0 1 0 0,-1 1-1 0 0,0-1 0 0 0,1 0 1 0 0,-1 0-1 0 0,0 0 0 0 0,1 0 0 0 0,-1 0 1 0 0,0 1-1 0 0,1-1 0 0 0,-1 0 1 0 0,0 0-1 0 0,1 0 0 0 0,-1 1 0 0 0,0-1 1 0 0,0 0-1 0 0,0 1 0 0 0,1-1 1 0 0,-1 0-1 0 0,0 0 0 0 0,0 1 1 0 0,0-1-1 0 0,1 1 0 0 0,-1 0-59 0 0,0-1 0 0 0,1 1 0 0 0,-1 0-1 0 0,1-1 1 0 0,-1 1 0 0 0,1 0 0 0 0,0-1 0 0 0,-1 1-1 0 0,1-1 1 0 0,-1 1 0 0 0,1-1 0 0 0,0 1 0 0 0,-1-1-1 0 0,1 1 1 0 0,0-1 0 0 0,0 0 0 0 0,0 1 0 0 0,-1-1 0 0 0,1 0-1 0 0,2 0 1 0 0,3 2-173 0 0,0-1 0 0 0,0-1 0 0 0,0 1-1 0 0,0-1 1 0 0,0 0 0 0 0,0-1 0 0 0,0 1 0 0 0,0-1-1 0 0,1 0 1 0 0,9-4 0 0 0,-2 0 290 0 0,-2-1 1 0 0,1-1-1 0 0,-1 0 1 0 0,1 0-1 0 0,-2-1 0 0 0,1-1 1 0 0,13-13-1 0 0,-20 16 138 0 0,1-1-1 0 0,-1 0 0 0 0,0 0 0 0 0,-1-1 1 0 0,0 1-1 0 0,0-1 0 0 0,3-12 0 0 0,-5 17 37 0 0,-2-1-40 0 0,4-12 18 0 0,-3 12 419 0 0,-5-2-381 0 0,4 6-211 0 0,0-1-1 0 0,0 1 0 0 0,0 0 1 0 0,0-1-1 0 0,-1 1 0 0 0,1-1 1 0 0,0 1-1 0 0,0 0 0 0 0,0-1 1 0 0,0 1-1 0 0,-1 0 1 0 0,1 0-1 0 0,0-1 0 0 0,0 1 1 0 0,-1 0-1 0 0,1 0 0 0 0,0-1 1 0 0,0 1-1 0 0,-1 0 0 0 0,1 0 1 0 0,0-1-1 0 0,-1 1 0 0 0,1 0 1 0 0,0 0-1 0 0,-1 0 1 0 0,1 0-1 0 0,0 0 0 0 0,-1-1 1 0 0,1 1-1 0 0,0 0 0 0 0,-1 0 1 0 0,1 0-1 0 0,0 0 0 0 0,-1 0 1 0 0,1 0-1 0 0,0 0 1 0 0,-1 0-1 0 0,0 1 0 0 0,-8 5 70 0 0,-1 1 0 0 0,2 1 0 0 0,-1 0 1 0 0,1 0-1 0 0,0 1 0 0 0,0-1 0 0 0,1 2 0 0 0,0-1 0 0 0,1 1 0 0 0,-7 15 0 0 0,11-21-103 0 0,1 0-17 0 0,1 2-5 0 0,0-1 0 0 0,0 0 0 0 0,1 0 0 0 0,0 0 0 0 0,0 0 0 0 0,1 5 0 0 0,0-6-32 0 0,0-2-15 0 0,0 0 113 0 0,1 0 0 0 0,-1 0 0 0 0,1 0 0 0 0,0-1 0 0 0,0 0 0 0 0,-1 1 0 0 0,1-1 0 0 0,0 0 0 0 0,0 0 0 0 0,0-1 0 0 0,0 1 0 0 0,0-1 0 0 0,0 1 0 0 0,0-1 0 0 0,0 0 0 0 0,0 0 0 0 0,0 0 0 0 0,0-1 0 0 0,0 1-1 0 0,1-1 1 0 0,-2 1 0 0 0,1-1 0 0 0,0 0 0 0 0,0 0 0 0 0,0 0 0 0 0,0-1 0 0 0,3-1 0 0 0,0-1 50 0 0,1 0-1 0 0,-1 0 0 0 0,1 0 0 0 0,-1-1 0 0 0,-1 0 0 0 0,1 0 1 0 0,-1-1-1 0 0,0 1 0 0 0,6-9 0 0 0,-9 10-156 0 0,0 1-1 0 0,0-1 1 0 0,-1 1-1 0 0,1-1 1 0 0,-1 0-1 0 0,0 0 1 0 0,0 1-1 0 0,0-1 1 0 0,-1 0-1 0 0,1 0 1 0 0,-1 0-1 0 0,0 0 1 0 0,0 0-1 0 0,-1 0 1 0 0,1 0-1 0 0,-1 0 1 0 0,0 0 0 0 0,0 1-1 0 0,-2-8 1 0 0,-1 6-694 0 0,0 1 1 0 0,-1-1 0 0 0,1 0 0 0 0,-1 1-1 0 0,0 0 1 0 0,-6-4 0 0 0,-9-2-3574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9.3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30 179 3792 0 0,'-1'-4'1526'0'0,"0"-17"4423"0"0,-1 23-5735 0 0,-1 2-167 0 0,0-1-1 0 0,1 1 1 0 0,-1 0-1 0 0,1 0 0 0 0,0 0 1 0 0,0 0-1 0 0,1 1 1 0 0,-1-1-1 0 0,1 0 1 0 0,0 1-1 0 0,0-1 1 0 0,0 1-1 0 0,0 8 1 0 0,0 61 92 0 0,1-71-136 0 0,1 1 0 0 0,-1-1 0 0 0,1 0-1 0 0,-1 1 1 0 0,1-1 0 0 0,0 0 0 0 0,0 0 0 0 0,0 0-1 0 0,1 1 1 0 0,-1-1 0 0 0,1 0 0 0 0,0 0 0 0 0,0-1-1 0 0,0 1 1 0 0,0 0 0 0 0,0-1 0 0 0,0 1 0 0 0,1-1-1 0 0,-1 0 1 0 0,1 0 0 0 0,0 0 0 0 0,-1 0 0 0 0,1 0-1 0 0,6 2 1 0 0,-6-2 12 0 0,3-2-21 0 0,-1 2 5 0 0,-4-2 0 0 0,0 1 1 0 0,1 0-1 0 0,-1-1 1 0 0,1 0-1 0 0,-1 1 1 0 0,1-1-1 0 0,-1 0 1 0 0,1 0-1 0 0,-1 0 1 0 0,1 0-1 0 0,-1 0 1 0 0,3 0 0 0 0,1-1-3 0 0,1-1 1 0 0,-1 0 0 0 0,0 0 0 0 0,0 0 0 0 0,1 0 0 0 0,-1-1 0 0 0,6-4 0 0 0,12-11 2 0 0,-17 12 45 0 0,0 0-1 0 0,0-1 1 0 0,0 0 0 0 0,-1 0 0 0 0,0-1 0 0 0,-1 0-1 0 0,0 1 1 0 0,0-1 0 0 0,-1-1 0 0 0,0 1 0 0 0,4-17-1 0 0,-5 20 14 0 0,-1 1 24 0 0,-1-8-13 0 0,0 9-31 0 0,-1 5-17 0 0,-4 8-37 0 0,4-7 4 0 0,-3 20-8 0 0,3-19 7 0 0,1 2 0 0 0,0 1-69 0 0,1 1-1 0 0,0 0 0 0 0,0-1 1 0 0,1 0-1 0 0,-1 1 1 0 0,2-1-1 0 0,-1 0 0 0 0,1 0 1 0 0,0 0-1 0 0,6 9 0 0 0,-7-13 5 0 0,0-1 0 0 0,0 0 0 0 0,0 1 0 0 0,1-1 0 0 0,-1 0 0 0 0,1-1-1 0 0,-1 1 1 0 0,1 0 0 0 0,0-1 0 0 0,-1 1 0 0 0,1-1 0 0 0,0 0-1 0 0,0 0 1 0 0,0 0 0 0 0,0 0 0 0 0,6 0 0 0 0,38 0-299 0 0,-44-1 368 0 0,4-2-18 0 0,-1 0 1 0 0,0 0 0 0 0,0 0 0 0 0,1-1-1 0 0,-1 0 1 0 0,-1 0 0 0 0,1 0 0 0 0,0-1-1 0 0,-1 0 1 0 0,0 0 0 0 0,0 0-1 0 0,0-1 1 0 0,0 1 0 0 0,-1-1 0 0 0,0 0-1 0 0,0-1 1 0 0,6-9 0 0 0,0-7 173 0 0,-1 1 0 0 0,-1-1 0 0 0,-1-1 0 0 0,-1 1 1 0 0,-1-1-1 0 0,-1 0 0 0 0,0-1 0 0 0,-1-35 0 0 0,-3 54 52 0 0,0 0-30 0 0,-7-39 501 0 0,7 41 26 0 0,-2 3-680 0 0,1 0 0 0 0,0 0 0 0 0,0 0 1 0 0,0 0-1 0 0,0 0 0 0 0,0 1 1 0 0,0-1-1 0 0,0 0 0 0 0,0 1 1 0 0,0-1-1 0 0,0 0 0 0 0,0 1 0 0 0,0-1 1 0 0,0 1-1 0 0,0-1 0 0 0,0 1 1 0 0,1 0-1 0 0,-1-1 0 0 0,0 1 1 0 0,0 0-1 0 0,0 0 0 0 0,1 0 0 0 0,-1-1 1 0 0,1 1-1 0 0,-1 0 0 0 0,0 0 1 0 0,1 0-1 0 0,0 0 0 0 0,-1 0 1 0 0,1 1-1 0 0,-3 3 23 0 0,2 0 0 0 0,-1 0 0 0 0,0 0 0 0 0,1 0 1 0 0,0 0-1 0 0,0 6 0 0 0,-1 17-102 0 0,1 0 1 0 0,2 0-1 0 0,0 0 0 0 0,2-1 1 0 0,2 1-1 0 0,0-1 0 0 0,2 0 1 0 0,0 0-1 0 0,20 43 0 0 0,-27-69 57 0 0,1 0-1 0 0,-1 0 1 0 0,1 0-1 0 0,-1 0 1 0 0,1 0-1 0 0,-1 0 1 0 0,1 0-1 0 0,0 0 1 0 0,0 0-1 0 0,-1 0 1 0 0,1 0-1 0 0,0-1 1 0 0,0 1-1 0 0,0 0 1 0 0,2 1-1 0 0,0-1-11 0 0,-1 2-36 0 0,3-1 54 0 0,11 4 90 0 0,-12-4-108 0 0,2-3-12 0 0,0 1 23 0 0,-4 0 6 0 0,0 0-1 0 0,0 0 1 0 0,0-1-1 0 0,0 1 1 0 0,0 0-1 0 0,0-1 1 0 0,0 1-1 0 0,0-1 1 0 0,0 1-1 0 0,0-1 1 0 0,0 0-1 0 0,2-1 1 0 0,40-21-140 0 0,-29 9 80 0 0,-5 3 118 0 0,1-1 118 0 0,-1-1 0 0 0,-1 0 1 0 0,0 0-1 0 0,13-28 0 0 0,5-22 784 0 0,-26 59-772 0 0,0 1-27 0 0,4-12-14 0 0,-4 12 277 0 0,-1 7-479 0 0,1 12 33 0 0,0-12 6 0 0,-1 2 2 0 0,0-2-1 0 0,1 10 24 0 0,1 1 0 0 0,0-1 0 0 0,1 1 0 0 0,5 13-1 0 0,-4-18-176 0 0,0-1-1 0 0,1 0 1 0 0,0-1-1 0 0,1 1 0 0 0,0-1 1 0 0,0 0-1 0 0,9 9 1 0 0,-13-15-337 0 0,3-1 283 0 0,-1 1-253 0 0,-1-1 0 0 0,1 0-1 0 0,0 0 1 0 0,0 0 0 0 0,-1-1-1 0 0,1 0 1 0 0,0 1 0 0 0,0-1 0 0 0,0 0-1 0 0,0-1 1 0 0,0 1 0 0 0,0-1-1 0 0,-1 1 1 0 0,1-1 0 0 0,0-1 0 0 0,-1 1-1 0 0,1 0 1 0 0,0-1 0 0 0,3-2-1 0 0,17-13-3401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09.6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203 51 2636 0 0,'-4'-2'290'0'0,"-1"1"0"0"0,1-1-1 0 0,-1 1 1 0 0,0-1 0 0 0,0 1-1 0 0,1 1 1 0 0,-1-1-1 0 0,0 1 1 0 0,0 0 0 0 0,0 0-1 0 0,1 0 1 0 0,-1 0 0 0 0,0 1-1 0 0,0 0 1 0 0,1 0 0 0 0,-1 0-1 0 0,-7 4 1 0 0,6-2-182 0 0,0 0 1 0 0,0 1-1 0 0,0 0 0 0 0,0 0 0 0 0,1 0 1 0 0,0 1-1 0 0,0 0 0 0 0,0 0 0 0 0,0 0 1 0 0,1 0-1 0 0,0 1 0 0 0,0 0 1 0 0,0 0-1 0 0,1 0 0 0 0,0 0 0 0 0,0 0 1 0 0,-3 12-1 0 0,5-14-12 0 0,1 1 3 0 0,1 14-9 0 0,-1-14 2 0 0,3-1-22 0 0,5 11-23 0 0,-5-11 32 0 0,0-2 47 0 0,11 7 46 0 0,-11-6 13 0 0,-1-4-142 0 0,0 1 1 0 0,0 0-1 0 0,0 0 0 0 0,0 0 0 0 0,0 0 1 0 0,0 0-1 0 0,0 0 0 0 0,0 0 0 0 0,3 2 1 0 0,-2-2 6 0 0,0-1 1 0 0,1 1-1 0 0,-1-1 1 0 0,0 1 0 0 0,0-1-1 0 0,0 0 1 0 0,0 0-1 0 0,0 0 1 0 0,0-1-1 0 0,0 1 1 0 0,-1-1 0 0 0,1 1-1 0 0,3-4 1 0 0,-4 4-30 0 0,3-3 7 0 0,-1 1 0 0 0,0-1-1 0 0,0 0 1 0 0,-1 0 0 0 0,1 0-1 0 0,-1-1 1 0 0,0 1 0 0 0,0-1 0 0 0,0 0-1 0 0,-1 0 1 0 0,0 0 0 0 0,1 0-1 0 0,0-6 1 0 0,-1 6-21 0 0,0-2-26 0 0,0 0 0 0 0,-1 0 0 0 0,0-1 0 0 0,0 1 0 0 0,0 0 0 0 0,-1-1 0 0 0,-1-7 0 0 0,1 11-41 0 0,-1 1-1 0 0,1-1 0 0 0,-1 0 1 0 0,0 1-1 0 0,-1 0 0 0 0,1-1 1 0 0,-1 1-1 0 0,1 0 0 0 0,-1-1 1 0 0,0 1-1 0 0,0 0 0 0 0,0 0 1 0 0,0 0-1 0 0,-4-2 0 0 0,5 3 19 0 0,0 2 8 0 0,1-1 0 0 0,-1 0 0 0 0,0 0 0 0 0,0 1 1 0 0,0-1-1 0 0,0 0 0 0 0,0 1 0 0 0,0-1 0 0 0,0 1 0 0 0,0-1 1 0 0,0 1-1 0 0,0-1 0 0 0,0 1 0 0 0,0 0 0 0 0,0-1 0 0 0,0 1 1 0 0,0 0-1 0 0,0 0 0 0 0,0 0 0 0 0,-1 0 0 0 0,0 0 0 0 0,0 0-100 0 0,0 0 39 0 0,0-1-1 0 0,0 1 1 0 0,0-1 0 0 0,0 1-1 0 0,0 0 1 0 0,0 0 0 0 0,0 0-1 0 0,0 0 1 0 0,0 0 0 0 0,0 1-1 0 0,0-1 1 0 0,0 1 0 0 0,0-1-1 0 0,-3 2 1 0 0,-3 1-259 0 0,-3-1-675 0 0,0 1 0 0 0,1 0 0 0 0,-17 8 0 0 0,-5 4-3460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10.7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121 60 4140 0 0,'-17'-41'5077'0'0,"15"37"-4361"0"0,-2-2 46 0 0,4 6-703 0 0,0-1 1 0 0,0 1-1 0 0,0 0 1 0 0,0-1-1 0 0,0 1 0 0 0,0 0 1 0 0,0-1-1 0 0,-1 1 1 0 0,1-1-1 0 0,0 1 1 0 0,0 0-1 0 0,0-1 1 0 0,-1 1-1 0 0,1 0 1 0 0,0 0-1 0 0,0-1 1 0 0,-1 1-1 0 0,1 0 0 0 0,0-1 1 0 0,0 1-1 0 0,-1 0 1 0 0,1 0-1 0 0,0 0 1 0 0,-1-1-1 0 0,1 1 1 0 0,0 0-1 0 0,-1 0 1 0 0,1 0-1 0 0,-1 0 1 0 0,1 0-1 0 0,0 0 0 0 0,-1 0 1 0 0,1 0-1 0 0,-1 0 1 0 0,-3 3 47 0 0,0 2-1 0 0,0-1 1 0 0,1 0 0 0 0,-1 1 0 0 0,1-1 0 0 0,0 1-1 0 0,1 0 1 0 0,-1 0 0 0 0,1 0 0 0 0,0 1 0 0 0,0-1-1 0 0,0 0 1 0 0,0 10 0 0 0,-5 18 0 0 0,-1 35 0 0 0,5-39-99 0 0,-10 57 26 0 0,-5 63-2842 0 0,18-144 1897 0 0,0-1-355 0 0,0 13-165 0 0,0-13-35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10.9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74 2692 0 0,'1'-4'1560'0'0,"3"-14"-204"0"0,-3 13-237 0 0,0 0-125 0 0,4-14-92 0 0,-4 14 517 0 0,3-1-676 0 0,-4 5-693 0 0,0 1 1 0 0,0-1 0 0 0,0 1-1 0 0,0 0 1 0 0,0-1 0 0 0,0 1-1 0 0,0-1 1 0 0,0 1 0 0 0,0-1-1 0 0,1 1 1 0 0,-1-1 0 0 0,0 1-1 0 0,0 0 1 0 0,1-1 0 0 0,-1 1-1 0 0,0-1 1 0 0,0 1-1 0 0,1 0 1 0 0,-1-1 0 0 0,1 1-1 0 0,-1 0 1 0 0,0 0 0 0 0,1-1-1 0 0,-1 1 1 0 0,0 0 0 0 0,1 0-1 0 0,-1-1 1 0 0,2 1 0 0 0,7 8 173 0 0,0 1 1 0 0,0 0-1 0 0,0 0 1 0 0,-1 0-1 0 0,12 20 1 0 0,11 12-139 0 0,-18-25-386 0 0,2-1-1 0 0,0-1 1 0 0,0 0-1 0 0,1-1 1 0 0,24 15-1 0 0,-36-26-22 0 0,0 0 0 0 0,0-1 0 0 0,0 1 0 0 0,1-1-1 0 0,-1 0 1 0 0,0 0 0 0 0,1 0 0 0 0,-1 0-1 0 0,1-1 1 0 0,-1 0 0 0 0,0 0 0 0 0,1 0-1 0 0,-1 0 1 0 0,1-1 0 0 0,-1 0 0 0 0,1 1 0 0 0,-1-2-1 0 0,0 1 1 0 0,7-3 0 0 0,14-9-1361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11.2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51 405 3480 0 0,'7'-23'589'0'0,"-2"-1"-1"0"0,-1 0 0 0 0,-1 0 0 0 0,0 0 1 0 0,-2 0-1 0 0,-3-28 0 0 0,-3-7 981 0 0,-16-70-1 0 0,20 124-1334 0 0,0 1 54 0 0,1 3-252 0 0,0 1 0 0 0,0 0 0 0 0,0-1 0 0 0,0 1 0 0 0,0-1 0 0 0,0 1 0 0 0,0-1 0 0 0,0 1 0 0 0,0-1 0 0 0,0 1 0 0 0,0-1 0 0 0,0 1 0 0 0,-1-1 0 0 0,1 1 0 0 0,0 0 0 0 0,0-1 0 0 0,-1 1 0 0 0,1-1 0 0 0,0 1 0 0 0,0 0 0 0 0,-1-1 0 0 0,1 1-1 0 0,0 0 1 0 0,-1-1 0 0 0,1 1 0 0 0,-1 0 0 0 0,1 0 0 0 0,0-1 0 0 0,-1 1 0 0 0,1 0 0 0 0,-1 0 0 0 0,1 0 0 0 0,-1 0 0 0 0,1-1 0 0 0,-1 1 0 0 0,1 0 0 0 0,0 0 0 0 0,-1 0 0 0 0,1 0 0 0 0,-2 0 0 0 0,-9 21 506 0 0,-3 39-244 0 0,10-25-574 0 0,2 1 1 0 0,1 0 0 0 0,2-1-1 0 0,1 1 1 0 0,2 0-1 0 0,15 61 1 0 0,-18-93-101 0 0,11 31-1804 0 0,-11-33 1715 0 0,0 0 1 0 0,0-1 0 0 0,0 1 0 0 0,1 0 0 0 0,-1-1 0 0 0,1 1 0 0 0,-1-1 0 0 0,1 1 0 0 0,3 1-1 0 0,12 8-3941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11.4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46 3428 0 0,'1'-5'1723'0'0,"0"-13"-279"0"0,-1 14 1527 0 0,0-1-2230 0 0,-2-8 1253 0 0,-2 12-701 0 0,-6 23-208 0 0,-3 27-694 0 0,12-45-347 0 0,-3 23 175 0 0,3-2-145 0 0,0-19-82 0 0,-2 114-496 0 0,4-113 281 0 0,5 57-2505 0 0,4-22-3919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11.9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194 141 3860 0 0,'0'-4'502'0'0,"-1"-5"642"0"0,1-1 1 0 0,0 0-1 0 0,2-15 0 0 0,-1 22-965 0 0,0-1-1 0 0,0 0 1 0 0,0 1-1 0 0,1-1 1 0 0,-1 1-1 0 0,1-1 1 0 0,0 1 0 0 0,0 0-1 0 0,1 0 1 0 0,-1 0-1 0 0,4-4 1 0 0,-2 3-92 0 0,1 0 1 0 0,-1 1 0 0 0,1-1-1 0 0,0 1 1 0 0,0 0-1 0 0,1 0 1 0 0,-1 0 0 0 0,0 1-1 0 0,1 0 1 0 0,0 0 0 0 0,-1 0-1 0 0,1 1 1 0 0,0 0-1 0 0,0 0 1 0 0,0 0 0 0 0,0 1-1 0 0,0 0 1 0 0,6 1 0 0 0,11 1 90 0 0,1 1 1 0 0,-1 0-1 0 0,24 9 1 0 0,-38-10-163 0 0,-3-1-9 0 0,0 1 0 0 0,0 0 0 0 0,0 0 0 0 0,-1 0 0 0 0,1 1 0 0 0,0 0 0 0 0,-1 0 0 0 0,0 0 0 0 0,0 1 0 0 0,0 0 0 0 0,6 5 0 0 0,-8-7 21 0 0,1 15-26 0 0,-4-15 1 0 0,0 0 0 0 0,0 0 0 0 0,0 0 0 0 0,0-1 0 0 0,0 1 0 0 0,-1 0 0 0 0,1 0 0 0 0,-1-1 0 0 0,1 1 0 0 0,-1 0 0 0 0,0-1 0 0 0,0 1 0 0 0,0 0 0 0 0,0-1-1 0 0,0 1 1 0 0,0-1 0 0 0,0 0 0 0 0,0 1 0 0 0,0-1 0 0 0,-3 2 0 0 0,-30 26 51 0 0,30-26-52 0 0,-1 1-1 0 0,-9 5 31 0 0,0 1-1 0 0,1 1 0 0 0,1 1 0 0 0,0-1 1 0 0,-20 26-1 0 0,31-34 19 0 0,0 1 1 0 0,1 1-44 0 0,-1-1-1 0 0,1 1 0 0 0,0 0 0 0 0,1-1 1 0 0,-1 1-1 0 0,1-1 0 0 0,0 1 1 0 0,0-1-1 0 0,0 1 0 0 0,1-1 0 0 0,-1 1 1 0 0,5 6-1 0 0,5 8 44 0 0,22 29 1 0 0,2 1 119 0 0,-35-48-171 0 0,15 31 88 0 0,-14-31-69 0 0,-1 1 0 0 0,1-1 0 0 0,-1 1 0 0 0,0-1 0 0 0,0 1 0 0 0,1-1 0 0 0,-1 1 0 0 0,0 0 0 0 0,0-1 0 0 0,0 1 0 0 0,-1-1 0 0 0,1 1 0 0 0,0 0 0 0 0,0-1 0 0 0,-1 1 0 0 0,1-1 0 0 0,-1 1 0 0 0,0-1 0 0 0,1 1 0 0 0,-1-1 0 0 0,0 0 1 0 0,0 1-1 0 0,0-1 0 0 0,0 0 0 0 0,0 0 0 0 0,0 1 0 0 0,-1 0 0 0 0,-10 5-57 0 0,1-1 0 0 0,-1 0 0 0 0,0-1 0 0 0,0 0 0 0 0,-1-1 0 0 0,0 0 0 0 0,1-1 0 0 0,-1 0 0 0 0,-15 0 0 0 0,-20 2-1163 0 0,-59-3 1 0 0,-5-7-4560 0 0,46 0-588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1:49.8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1617 3468 0 0,'0'0'4250'0'0,"1"2"-3718"0"0,8 11 4711 0 0,-12-15-4950 0 0,-18-23 1078 0 0,19 22-1218 0 0,0 0 6 0 0,-15-29 422 0 0,15 29-490 0 0,1-2 11 0 0,-2-2-44 0 0,1-1 0 0 0,0 1-1 0 0,0-1 1 0 0,0 0 0 0 0,1 0 0 0 0,1 0 0 0 0,-1 0 0 0 0,1 0 0 0 0,0 0 0 0 0,1 0 0 0 0,0 0-1 0 0,0 1 1 0 0,1-1 0 0 0,0 0 0 0 0,4-9 0 0 0,-5 12-45 0 0,19-35 43 0 0,-13 27-57 0 0,1 0-1 0 0,0 1 1 0 0,1 0 0 0 0,0 0-1 0 0,18-16 1 0 0,-21 23-6 0 0,7-9 9 0 0,1 1 0 0 0,0 1 0 0 0,1 0 0 0 0,24-14 0 0 0,-9 7-4 0 0,17-12 40 0 0,2 2-1 0 0,0 2 1 0 0,2 2 0 0 0,70-23 0 0 0,-72 35 123 0 0,1 1 0 0 0,86-8 0 0 0,-108 16-189 0 0,606-41 707 0 0,-211 40-373 0 0,-132 13-208 0 0,83 14 52 0 0,798 27 54 0 0,-598-16-226 0 0,660 12-82 0 0,-919-49 157 0 0,534-14-155 0 0,1157-105-355 0 0,-1430 60 391 0 0,0-34-80 0 0,-389 53 73 0 0,186-70 1 0 0,-245 65 51 0 0,-2-5 0 0 0,146-87 0 0 0,-228 115-16 0 0,66-51 0 0 0,-98 68-17 0 0,-1-1-1 0 0,0-1 0 0 0,0 0 0 0 0,-1 0 0 0 0,0-1 1 0 0,-1-1-1 0 0,-1 1 0 0 0,0-1 0 0 0,12-25 0 0 0,-19 34 38 0 0,1 0 0 0 0,-1 0 0 0 0,0 0 0 0 0,0 0 0 0 0,-1 0 0 0 0,1 0 0 0 0,-1 0 0 0 0,1 0 0 0 0,-1 0 0 0 0,-1 0 0 0 0,1 0-1 0 0,0 0 1 0 0,-1 0 0 0 0,0 0 0 0 0,0 0 0 0 0,0 0 0 0 0,0 0 0 0 0,-1 1 0 0 0,0-1 0 0 0,0 0 0 0 0,-2-3 0 0 0,1 3-10 0 0,0 0-1 0 0,-1 1 1 0 0,0-1 0 0 0,1 1 0 0 0,-1 0-1 0 0,0 0 1 0 0,-1 0 0 0 0,1 1 0 0 0,0-1 0 0 0,-1 1-1 0 0,0 0 1 0 0,1 1 0 0 0,-1-1 0 0 0,0 1 0 0 0,0 0-1 0 0,0 0 1 0 0,-8-1 0 0 0,-5 0 0 0 0,1 1 0 0 0,-1 1 1 0 0,1 1-1 0 0,-1 0 0 0 0,1 1 0 0 0,-1 0 0 0 0,1 2 1 0 0,0 0-1 0 0,0 1 0 0 0,1 1 0 0 0,-19 9 1 0 0,31-14 20 0 0,-1 1 1 0 0,1 0 0 0 0,0 0-1 0 0,-1 1 1 0 0,1-1 0 0 0,0 1-1 0 0,0 0 1 0 0,1 0 0 0 0,-1 0-1 0 0,1 1 1 0 0,-1-1 0 0 0,1 1-1 0 0,0 0 1 0 0,1 0 0 0 0,-1 0 0 0 0,1 0-1 0 0,-1 0 1 0 0,1 1 0 0 0,0-1-1 0 0,1 0 1 0 0,-1 1 0 0 0,1 0-1 0 0,0-1 1 0 0,0 1 0 0 0,0 0-1 0 0,1 0 1 0 0,0 9 0 0 0,0-10-1 0 0,1 1 1 0 0,-1-1 0 0 0,1 1-1 0 0,0-1 1 0 0,0 1-1 0 0,1-1 1 0 0,-1 0 0 0 0,1 0-1 0 0,3 6 1 0 0,-1-2-1 0 0,1 3 12 0 0,1-1-1 0 0,0 0 0 0 0,0 0 0 0 0,1 0 0 0 0,0-1 0 0 0,1 0 0 0 0,0 0 0 0 0,12 9 0 0 0,9 5 1 0 0,38 24 0 0 0,-46-34-15 0 0,14 9 93 0 0,1-2-1 0 0,1-2 1 0 0,1-1-1 0 0,1-2 1 0 0,0-1-1 0 0,1-2 1 0 0,75 12-1 0 0,154 11 454 0 0,61-19-491 0 0,527-41 1 0 0,-115-48-149 0 0,62-4 122 0 0,912-118-6 0 0,-1518 168-12 0 0,0 9 1 0 0,374 13-1 0 0,-254 34 140 0 0,-276-25-108 0 0,91 8 107 0 0,-105-8-141 0 0,267 46 78 0 0,29 16-89 0 0,-249-50-6 0 0,308 75 169 0 0,-247-50 100 0 0,-35-13 53 0 0,-1 5 1 0 0,114 55-1 0 0,-185-74 48 0 0,0 1 0 0 0,-2 1 0 0 0,0 2 0 0 0,40 33 0 0 0,-44-26 68 0 0,-1 1 0 0 0,-2 1 1 0 0,24 39-1 0 0,-42-62-893 0 0,0-1 0 0 0,0 0 0 0 0,0 1 0 0 0,-1 0 1 0 0,1-1-1 0 0,-1 1 0 0 0,0 0 0 0 0,0 0 0 0 0,0 5 0 0 0,-17 1-8074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2:04.1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54 296 3584 0 0,'-5'0'1351'0'0,"-14"-2"-183"0"0,14 1 788 0 0,1 1-1104 0 0,-13-1-55 0 0,13 1 1339 0 0,22-6-1657 0 0,1 2-247 0 0,0 1 0 0 0,0 0 0 0 0,1 1 0 0 0,27 1 0 0 0,5-1 25 0 0,1071-36 996 0 0,-542 27-1189 0 0,193-34 568 0 0,-183 22-386 0 0,-296 18-211 0 0,578-66 211 0 0,-42 4 1161 0 0,-716 59-1848 0 0,-110 8-233 0 0,8-1-308 0 0,-7 0-1225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2:05.2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90 3264 0 0,'0'0'1304'0'0,"-5"0"-265"0"0,-18 0 5240 0 0,29 1-6020 0 0,79 4 410 0 0,165-11 1 0 0,-131 0-419 0 0,1509-22 1011 0 0,-1051 24-506 0 0,289 2-482 0 0,10-25-14 0 0,-544 5-26 0 0,-328 21-530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2:06.8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18 135 3400 0 0,'0'0'1171'0'0,"-4"-1"-103"0"0,-9 0 2144 0 0,26-1-1987 0 0,-9 1-925 0 0,2 1-47 0 0,227-2 1474 0 0,-161-1-1657 0 0,16 2 196 0 0,39-4-14 0 0,90-12-143 0 0,-163 14-31 0 0,14 1-3 0 0,-11-2 12 0 0,482-4 511 0 0,-402 8-346 0 0,-45 1-212 0 0,-16-2-47 0 0,-63 0 8 0 0,81-1-95 0 0,250-16 377 0 0,172 1-230 0 0,-200 11-119 0 0,-5 0 510 0 0,240 7 461 0 0,-289-2 10 0 0,-208-1-674 0 0,1 1 108 0 0,-50 1-261 0 0,0 0-15 0 0,19-1-9 0 0,-18 1-11 0 0,-2 0-32 0 0,-4 0-176 0 0,1 0 0 0 0,-1 0 0 0 0,0 0 1 0 0,1 0-1 0 0,-1 0 0 0 0,1 0 0 0 0,-1 1 1 0 0,1-1-1 0 0,-1-1 0 0 0,1 1 0 0 0,-1 0 1 0 0,1 0-1 0 0,-1 0 0 0 0,0 0 1 0 0,1 0-1 0 0,-1 0 0 0 0,1 0 0 0 0,-1-1 1 0 0,1 1-1 0 0,-1 0 0 0 0,0 0 0 0 0,1 0 1 0 0,-1-1-1 0 0,1 1 0 0 0,-1 0 0 0 0,0-1 1 0 0,1 1-1 0 0,-1 0 0 0 0,0-1 0 0 0,1 0 1 0 0,-20-11-5242 0 0,-14-1-1877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19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1602 3012 0 0,'0'0'4361'0'0,"0"-4"-3400"0"0,-1-28 489 0 0,1 0-1 0 0,7-45 1 0 0,-1 11-764 0 0,-1-22-130 0 0,55-587 432 0 0,-26 475-964 0 0,7-59-11 0 0,-40 255 16 0 0,7-66-4 0 0,-7 66-43 0 0,-4-2-75 0 0,3 5 92 0 0,0 1 0 0 0,1-1-1 0 0,-1 1 1 0 0,0 0 0 0 0,0-1-1 0 0,0 1 1 0 0,0-1 0 0 0,0 1-1 0 0,0 0 1 0 0,0-1 0 0 0,-1 1-1 0 0,1-1 1 0 0,0 1 0 0 0,0-1-1 0 0,0 1 1 0 0,0 0 0 0 0,0-1-1 0 0,-1 1 1 0 0,1 0 0 0 0,0-1-1 0 0,0 1 1 0 0,-1 0 0 0 0,1-1-1 0 0,0 1 1 0 0,-1 0 0 0 0,1-1-1 0 0,0 1 1 0 0,-1 0 0 0 0,1 0-1 0 0,0-1 1 0 0,-1 1 0 0 0,1 0-1 0 0,0 0 1 0 0,-1 0 0 0 0,1 0-1 0 0,-1-1 1 0 0,1 1 0 0 0,-1 0-1 0 0,-18 0 9 0 0,14 0 41 0 0,1 2-53 0 0,-3 2-4 0 0,0 0 0 0 0,0 0 1 0 0,0 1-1 0 0,1-1 0 0 0,0 2 1 0 0,-10 9-1 0 0,-56 51-17 0 0,47-42-83 0 0,23-21 63 0 0,7-6-702 0 0,14-7 694 0 0,0-2 1 0 0,0-1 0 0 0,-1 0 0 0 0,-1-1 0 0 0,20-22-1 0 0,-7 9 62 0 0,35-27-1 0 0,-28 30 123 0 0,-34 22-109 0 0,2 2 15 0 0,-1 0-31 0 0,-1 0-1 0 0,1 0 0 0 0,-1 0 0 0 0,1 0 1 0 0,-1 1-1 0 0,1 0 0 0 0,-1-1 0 0 0,0 1 1 0 0,1 1-1 0 0,-1-1 0 0 0,0 0 0 0 0,0 1 1 0 0,0 0-1 0 0,0 0 0 0 0,3 2 1 0 0,1 1 5 0 0,-1 1 1 0 0,0-1 0 0 0,-1 1 0 0 0,1 1-1 0 0,-1-1 1 0 0,5 10 0 0 0,6 12-590 0 0,-2 0 0 0 0,17 47 0 0 0,-25-58-86 0 0,19 52-5440 0 0,-19-47 725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0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967 126 3480 0 0,'-2'-7'226'0'0,"0"1"-1"0"0,0 0 0 0 0,-1 0 0 0 0,1 0 0 0 0,-1 0 1 0 0,-1 1-1 0 0,1-1 0 0 0,-1 1 0 0 0,0 0 1 0 0,0 0-1 0 0,0 0 0 0 0,-1 0 0 0 0,0 1 1 0 0,-6-5-1 0 0,2 4-86 0 0,1 0 1 0 0,-1 0-1 0 0,1 1 1 0 0,-1 0-1 0 0,0 1 0 0 0,-1 0 1 0 0,1 1-1 0 0,-18-3 1 0 0,4 3-50 0 0,-1 1 0 0 0,1 1 1 0 0,-1 1-1 0 0,1 1 0 0 0,-1 1 1 0 0,1 1-1 0 0,-25 7 0 0 0,14 0 0 0 0,2 2 0 0 0,-1 1 0 0 0,2 1 0 0 0,0 1 0 0 0,1 2 0 0 0,0 1 0 0 0,2 2-1 0 0,0 1 1 0 0,1 1 0 0 0,-29 32 0 0 0,28-24-18 0 0,1 2-1 0 0,1 0 0 0 0,2 2 1 0 0,2 1-1 0 0,1 0 0 0 0,2 2 1 0 0,1 0-1 0 0,-15 48 1 0 0,28-70-65 0 0,1 0-1 0 0,0 1 1 0 0,1-1 0 0 0,1 1 0 0 0,1 0 0 0 0,0 0 0 0 0,1-1 0 0 0,1 1 0 0 0,0 0-1 0 0,7 27 1 0 0,-6-35-6 0 0,1-1 1 0 0,0 1-1 0 0,0-1 0 0 0,1 0 0 0 0,0 0 0 0 0,0-1 0 0 0,1 1 0 0 0,0-1 0 0 0,0 0 0 0 0,1 0 0 0 0,-1-1 0 0 0,2 0 0 0 0,-1 0 0 0 0,1 0 0 0 0,0-1 1 0 0,0 1-1 0 0,0-2 0 0 0,1 1 0 0 0,0-1 0 0 0,0 0 0 0 0,16 5 0 0 0,-9-5-7 0 0,1-1 1 0 0,0-1-1 0 0,-1 0 1 0 0,1-1-1 0 0,0-1 1 0 0,0 0-1 0 0,-1-1 1 0 0,1-1-1 0 0,0-1 1 0 0,-1 0-1 0 0,0 0 1 0 0,1-2-1 0 0,-2 0 1 0 0,1-1-1 0 0,16-8 1 0 0,-13 5-273 0 0,-1-1 0 0 0,0 0 1 0 0,0-1-1 0 0,-1-1 1 0 0,0 0-1 0 0,-1-2 1 0 0,-1 1-1 0 0,0-2 1 0 0,-1 0-1 0 0,-1 0 1 0 0,18-29-1 0 0,-25 34-291 0 0,0 0 1 0 0,-1 0-1 0 0,0 0 1 0 0,-1 0 0 0 0,4-16-1 0 0,-2-14-3128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0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52 1416 0 0,'-44'4'843'0'0,"-66"7"424"0"0,0 4 0 0 0,-115 32 1 0 0,199-38-621 0 0,22-8-70 0 0,6 2-477 0 0,0-1-64 0 0,0-1 0 0 0,0 1 1 0 0,1 0-1 0 0,-1-1 0 0 0,0 0 0 0 0,1 1 1 0 0,-1-1-1 0 0,1 0 0 0 0,-1 0 1 0 0,1 0-1 0 0,0-1 0 0 0,-1 1 0 0 0,1-1 1 0 0,3 1-1 0 0,43-2 74 0 0,-29 0-16 0 0,729-82 483 0 0,-204 15-4889 0 0,-489 64 2707 0 0,-3 2-1148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1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307 128 2312 0 0,'2'-4'232'0'0,"0"1"0"0"0,0-1-1 0 0,0 1 1 0 0,-1-1 0 0 0,1 0-1 0 0,-1 0 1 0 0,0 0 0 0 0,0 0 0 0 0,0 0-1 0 0,-1 0 1 0 0,1 0 0 0 0,-1 0-1 0 0,0 0 1 0 0,0-1 0 0 0,-1 1-1 0 0,1 0 1 0 0,-1 0 0 0 0,0 0 0 0 0,0 0-1 0 0,0 0 1 0 0,0 0 0 0 0,-4-5-1 0 0,4 7-196 0 0,0-1-1 0 0,0 1 0 0 0,-1 0 1 0 0,1 0-1 0 0,-1 1 0 0 0,1-1 1 0 0,-1 0-1 0 0,0 0 0 0 0,0 1 1 0 0,0-1-1 0 0,0 1 0 0 0,0 0 1 0 0,0-1-1 0 0,0 1 0 0 0,-1 0 1 0 0,1 0-1 0 0,0 1 0 0 0,-1-1 0 0 0,1 0 1 0 0,0 1-1 0 0,-1-1 0 0 0,1 1 1 0 0,-1 0-1 0 0,-2 0 0 0 0,-4 0 13 0 0,0 0 0 0 0,0 1 0 0 0,0 0 0 0 0,-9 2 0 0 0,17-3-39 0 0,-11 3 26 0 0,0 1 0 0 0,0 0 0 0 0,0 0 0 0 0,1 1 0 0 0,0 1 0 0 0,0 0 0 0 0,1 0 0 0 0,-1 1 0 0 0,1 1 0 0 0,1-1 0 0 0,0 1 0 0 0,0 1 0 0 0,0 0 0 0 0,1 0 0 0 0,0 1 0 0 0,1 0 0 0 0,0 0 0 0 0,-10 22 0 0 0,15-27-29 0 0,0-1 0 0 0,1 1 0 0 0,0 0 0 0 0,-1 0 0 0 0,2 0 1 0 0,-1 0-1 0 0,1 0 0 0 0,-1 0 0 0 0,1 0 0 0 0,1 0 0 0 0,-1 0 0 0 0,1 0 0 0 0,0 0 0 0 0,0 0 0 0 0,0 0 0 0 0,1 0 0 0 0,0 0 0 0 0,0-1 0 0 0,0 1 0 0 0,0-1 0 0 0,4 5 1 0 0,-6-7-7 0 0,1-1 1 0 0,0 0 0 0 0,0 1 0 0 0,0-1-1 0 0,0 0 1 0 0,0 0 0 0 0,0 0 0 0 0,0 0-1 0 0,0 0 1 0 0,0 0 0 0 0,1 0-1 0 0,-1 0 1 0 0,0 0 0 0 0,1 0 0 0 0,-1-1-1 0 0,0 1 1 0 0,1 0 0 0 0,-1-1 0 0 0,1 0-1 0 0,2 1 1 0 0,29 8-3 0 0,-25-9 8 0 0,-2-1-1 0 0,2 0 13 0 0,1 0-1 0 0,-1-1 0 0 0,0 0 1 0 0,0 0-1 0 0,0-1 0 0 0,-1 0 1 0 0,1 0-1 0 0,-1-1 0 0 0,1 0 1 0 0,-1 0-1 0 0,0-1 1 0 0,7-6-1 0 0,-3 2 15 0 0,-1 0 1 0 0,0 0-1 0 0,-1-2 0 0 0,0 1 1 0 0,0-1-1 0 0,-1 0 0 0 0,-1-1 1 0 0,0 1-1 0 0,0-2 0 0 0,-1 1 1 0 0,-1-1-1 0 0,8-25 0 0 0,-12 34-14 0 0,2-9 87 0 0,-3 39-59 0 0,-25 128-31 0 0,-47 162 0 0 0,50-225-136 0 0,22-88 47 0 0,1 0-264 0 0,-1-2 318 0 0,0 0 0 0 0,0 0 1 0 0,1 0-1 0 0,-1-1 1 0 0,0 1-1 0 0,0 0 1 0 0,1-1-1 0 0,-1 1 1 0 0,1 0-1 0 0,-1-1 0 0 0,1 1 1 0 0,-1 0-1 0 0,1-1 1 0 0,-1 1-1 0 0,1-1 1 0 0,-1 1-1 0 0,1-1 0 0 0,1 1 1 0 0,-1-1-5 0 0,0 0 1 0 0,0 0-1 0 0,0 0 1 0 0,0-1-1 0 0,0 1 1 0 0,1-1-1 0 0,-1 1 1 0 0,0-1-1 0 0,0 1 1 0 0,0-1-1 0 0,0 1 1 0 0,0-1-1 0 0,0 0 1 0 0,0 0-1 0 0,-1 1 1 0 0,1-1-1 0 0,0 0 1 0 0,0 0-1 0 0,-1 0 1 0 0,2-1-1 0 0,139-179-3478 0 0,-97 121 912 0 0,-23 33-147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2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15 2296 0 0,'0'0'1096'0'0,"-1"-3"-215"0"0,1 2-742 0 0,0 1 0 0 0,0-1 1 0 0,0 1-1 0 0,-1-1 0 0 0,1 0 0 0 0,0 1 0 0 0,-1-1 1 0 0,1 1-1 0 0,0-1 0 0 0,-1 1 0 0 0,1-1 0 0 0,0 1 1 0 0,-1-1-1 0 0,1 1 0 0 0,-1 0 0 0 0,1-1 0 0 0,-1 1 1 0 0,1 0-1 0 0,-1-1 0 0 0,1 1 0 0 0,-1 0 0 0 0,0 0 0 0 0,1-1 1 0 0,-1 1-1 0 0,1 0 0 0 0,-1 0 0 0 0,0 0 0 0 0,1 0 1 0 0,-1 0-1 0 0,1 0 0 0 0,-1 0 0 0 0,0 0 0 0 0,0 0 1 0 0,-8 2-483 0 0,5-1 523 0 0,2 4 16 0 0,-4 16-36 0 0,1 0 0 0 0,1 1 1 0 0,0 0-1 0 0,2-1 0 0 0,0 1 1 0 0,2 1-1 0 0,0-1 0 0 0,5 32 1 0 0,-4-51-162 0 0,-1 0 1 0 0,1 0 0 0 0,0 0 0 0 0,0 0 0 0 0,0 0-1 0 0,1 0 1 0 0,-1 0 0 0 0,1 0 0 0 0,-1 0 0 0 0,5 4-1 0 0,-4-5 7 0 0,0 1-14 0 0,19 3-19 0 0,-17-7 13 0 0,3-2 4 0 0,-1 0 1 0 0,0 0 0 0 0,0 0-1 0 0,0-1 1 0 0,0 0 0 0 0,-1 0-1 0 0,1 0 1 0 0,-1 0 0 0 0,0-1-1 0 0,-1 0 1 0 0,8-10 0 0 0,-4 4 2 0 0,0 0 0 0 0,-1-1 0 0 0,0 0 0 0 0,10-24 0 0 0,2-7 42 0 0,-18 39 40 0 0,-3 7 12 0 0,-2 9-27 0 0,0 0 0 0 0,0 0 0 0 0,1 1 0 0 0,1-1 0 0 0,-2 15 0 0 0,4-22-32 0 0,0 0-40 0 0,2 30-4 0 0,1-30 7 0 0,-1-2-4 0 0,-1-1-53 0 0,1 0-1 0 0,-1 0 1 0 0,0 0 0 0 0,0 0 0 0 0,1 0 0 0 0,-1 0 0 0 0,1 0 0 0 0,0-1 0 0 0,0 1 0 0 0,-1-1 0 0 0,1 1-1 0 0,0-1 1 0 0,0 0 0 0 0,0 0 0 0 0,0 0 0 0 0,1 0 0 0 0,-1 0 0 0 0,0 0 0 0 0,0 0 0 0 0,1-1 0 0 0,-1 1-1 0 0,0-1 1 0 0,1 0 0 0 0,-1 0 0 0 0,0 1 0 0 0,1-2 0 0 0,-1 1 0 0 0,0 0 0 0 0,5-1 0 0 0,3-1-251 0 0,1 0 0 0 0,-1 0 0 0 0,1-1 0 0 0,17-8 1 0 0,-19 6 169 0 0,1 0 1 0 0,-1-1 0 0 0,0 0 0 0 0,0-1-1 0 0,-1 1 1 0 0,0-2 0 0 0,0 1 0 0 0,7-11-1 0 0,-4 5 374 0 0,0-2 0 0 0,-1 1-1 0 0,15-30 1 0 0,-23 40 155 0 0,2-18 85 0 0,-3 18-40 0 0,-5-19 82 0 0,-5 19-217 0 0,9 4-279 0 0,-1-1-1 0 0,1 1 1 0 0,-1 0 0 0 0,1-1-1 0 0,0 1 1 0 0,-1 0-1 0 0,1-1 1 0 0,-1 1 0 0 0,1 0-1 0 0,-1 0 1 0 0,1-1-1 0 0,0 1 1 0 0,-1 0 0 0 0,1 0-1 0 0,-1 0 1 0 0,1 0-1 0 0,-1 0 1 0 0,1-1 0 0 0,-1 1-1 0 0,0 0 1 0 0,1 0-1 0 0,-1 0 1 0 0,1 1 0 0 0,-1-1-1 0 0,1 0 1 0 0,-1 0-1 0 0,1 0 1 0 0,-1 0 0 0 0,1 0-1 0 0,-1 1 1 0 0,-5 1 12 0 0,1 0 0 0 0,0 1 0 0 0,-1-1 1 0 0,1 1-1 0 0,0 0 0 0 0,1 1 0 0 0,-1-1 0 0 0,0 1 1 0 0,1 0-1 0 0,0 0 0 0 0,0 0 0 0 0,0 1 0 0 0,1 0 1 0 0,-1-1-1 0 0,1 1 0 0 0,0 0 0 0 0,1 0 0 0 0,-1 1 0 0 0,1-1 1 0 0,0 1-1 0 0,0-1 0 0 0,-1 11 0 0 0,1-11-22 0 0,0 2-19 0 0,0 1 0 0 0,0-1 1 0 0,0 0-1 0 0,1 1 0 0 0,0-1 1 0 0,1 1-1 0 0,0 0 0 0 0,1 14 1 0 0,13 6-131 0 0,-13-27 130 0 0,0 0 0 0 0,0 0 1 0 0,0 0-1 0 0,1 1 0 0 0,-1-1 1 0 0,0 0-1 0 0,0-1 0 0 0,1 1 1 0 0,-1 0-1 0 0,0 0 0 0 0,1 0 1 0 0,-1-1-1 0 0,1 1 0 0 0,-1-1 1 0 0,1 1-1 0 0,-1-1 0 0 0,1 0 1 0 0,0 0-1 0 0,-1 1 0 0 0,1-1 1 0 0,-1 0-1 0 0,1 0 0 0 0,0-1 1 0 0,1 1-1 0 0,6-3 34 0 0,1 0-1 0 0,-1 0 0 0 0,0-1 1 0 0,0 0-1 0 0,0-1 1 0 0,-1 0-1 0 0,1 0 1 0 0,-1-1-1 0 0,0 0 0 0 0,-1-1 1 0 0,0 1-1 0 0,0-1 1 0 0,0-1-1 0 0,7-10 1 0 0,-11 15 0 0 0,3-12-68 0 0,-10 23 54 0 0,-1 1 1 0 0,2 0-1 0 0,-1 0 1 0 0,1 1-1 0 0,0-1 1 0 0,1 1-1 0 0,0-1 1 0 0,1 1-1 0 0,-1 10 1 0 0,2-16-2 0 0,-1-1-71 0 0,1 0 1 0 0,0-1-1 0 0,0 1 0 0 0,0 0 1 0 0,0 0-1 0 0,0-1 0 0 0,1 1 0 0 0,-1 0 1 0 0,1-1-1 0 0,0 1 0 0 0,0 0 0 0 0,0-1 1 0 0,0 1-1 0 0,0-1 0 0 0,0 1 0 0 0,1-1 1 0 0,-1 0-1 0 0,1 0 0 0 0,2 4 1 0 0,-2-5-98 0 0,0 1 1 0 0,0-1 0 0 0,0 0 0 0 0,0 0-1 0 0,0 0 1 0 0,1 0 0 0 0,-1 0 0 0 0,0 0 0 0 0,0 0-1 0 0,1-1 1 0 0,-1 1 0 0 0,0-1 0 0 0,1 0 0 0 0,-1 0-1 0 0,0 0 1 0 0,1 0 0 0 0,-1 0 0 0 0,0 0-1 0 0,1-1 1 0 0,-1 1 0 0 0,0-1 0 0 0,1 1 0 0 0,3-3-1 0 0,20-7-1369 0 0,-3-1-1092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2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72 303 2608 0 0,'13'-33'914'0'0,"-1"0"0"0"0,-1-1-1 0 0,-2 0 1 0 0,-1 0-1 0 0,5-55 1 0 0,-13 83-558 0 0,0 1-87 0 0,-2-16-30 0 0,2 16 215 0 0,-7 1-169 0 0,7 3-276 0 0,0 1-1 0 0,-1 0 1 0 0,1-1 0 0 0,0 1 0 0 0,0 0-1 0 0,-1 0 1 0 0,1-1 0 0 0,0 1 0 0 0,-1 0 0 0 0,1-1-1 0 0,-1 1 1 0 0,1 0 0 0 0,0 0 0 0 0,-1 0-1 0 0,1 0 1 0 0,-1-1 0 0 0,1 1 0 0 0,-1 0-1 0 0,1 0 1 0 0,0 0 0 0 0,-1 0 0 0 0,1 0-1 0 0,-1 0 1 0 0,1 0 0 0 0,-1 0 0 0 0,1 0-1 0 0,-1 0 1 0 0,1 0 0 0 0,0 1 0 0 0,-1-1 0 0 0,1 0-1 0 0,-1 0 1 0 0,1 0 0 0 0,-1 1 0 0 0,-8 8 45 0 0,1 1 0 0 0,0 0 0 0 0,0 0 1 0 0,1 1-1 0 0,0 0 0 0 0,1 0 0 0 0,1 1 1 0 0,-1 0-1 0 0,2 0 0 0 0,0 0 0 0 0,-3 15 1 0 0,-3 18 39 0 0,-8 84 1 0 0,16-107-111 0 0,-2 14 107 0 0,2 44 1 0 0,2-71-146 0 0,1 0 0 0 0,0 0 1 0 0,0 1-1 0 0,1-1 1 0 0,0 0-1 0 0,1 0 1 0 0,0 0-1 0 0,0-1 1 0 0,10 17-1 0 0,-11-22-198 0 0,0 0 0 0 0,0-1 0 0 0,0 1 0 0 0,0-1 0 0 0,1 0 0 0 0,-1 1 0 0 0,1-1 0 0 0,0 0 0 0 0,0-1 0 0 0,0 1 0 0 0,0 0 0 0 0,0-1 0 0 0,0 0 0 0 0,0 1 0 0 0,0-1 0 0 0,0-1 0 0 0,1 1 0 0 0,-1 0 0 0 0,0-1 0 0 0,1 1-1 0 0,-1-1 1 0 0,5 0 0 0 0,21-3-4382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3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28 2780 0 0,'0'0'1542'0'0,"-1"-5"-324"0"0,0-13-314 0 0,1 13 2115 0 0,-17 16-2345 0 0,11-4-435 0 0,-10 24-74 0 0,1 0 1 0 0,2 0 0 0 0,1 1-1 0 0,1 1 1 0 0,-10 58 0 0 0,21-87-208 0 0,-1 0-1 0 0,1-1 1 0 0,0 1 0 0 0,1 0 0 0 0,-1 0 0 0 0,1-1-1 0 0,1 7 1 0 0,1 13-1358 0 0,0-19 418 0 0,-1-2 482 0 0,5 5 216 0 0,-4-1-3714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3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39 166 2196 0 0,'-8'-10'1237'0'0,"2"0"0"0"0,-1-1 0 0 0,-9-21 0 0 0,15 28-870 0 0,4 0-98 0 0,0-1-219 0 0,1 1 1 0 0,0 0-1 0 0,0 0 0 0 0,0 0 1 0 0,1 1-1 0 0,-1-1 0 0 0,1 1 1 0 0,0 0-1 0 0,0 0 0 0 0,0 1 0 0 0,0-1 1 0 0,9-2-1 0 0,25-6-362 0 0,0 1 1 0 0,67-9-1 0 0,15 12-4254 0 0,-116 7 1673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3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2880 0 0,'-8'7'314'0'0,"1"0"1"0"0,0 1-1 0 0,0-1 0 0 0,1 1 0 0 0,-1 1 1 0 0,2-1-1 0 0,-1 1 0 0 0,2 0 0 0 0,-1 0 0 0 0,1 1 1 0 0,0 0-1 0 0,1-1 0 0 0,-3 15 0 0 0,5-23-283 0 0,1 1 0 0 0,0-1 0 0 0,0 1 0 0 0,0-1 0 0 0,0 1 0 0 0,0-1 0 0 0,0 1 0 0 0,0-1 0 0 0,0 1 0 0 0,0-1 0 0 0,1 1 0 0 0,-1-1 0 0 0,1 1 0 0 0,-1-1 0 0 0,2 3 0 0 0,0 0 47 0 0,-1-2-59 0 0,-1-1 0 0 0,1 1-1 0 0,-1 0 1 0 0,1-1 0 0 0,0 1-1 0 0,-1-1 1 0 0,1 1 0 0 0,0-1-1 0 0,0 1 1 0 0,0-1 0 0 0,0 0-1 0 0,1 1 1 0 0,-1-1 0 0 0,0 0 0 0 0,0 0-1 0 0,1 0 1 0 0,1 1 0 0 0,2 2 36 0 0,1 1-15 0 0,1-1 0 0 0,-1 0 1 0 0,1 0-1 0 0,0 0 0 0 0,0-1 1 0 0,0 0-1 0 0,0-1 0 0 0,1 1 1 0 0,-1-1-1 0 0,1-1 0 0 0,0 1 0 0 0,-1-2 1 0 0,1 1-1 0 0,12-1 0 0 0,10-1-9 0 0,1-1 1 0 0,35-9-1 0 0,-63 11-34 0 0,33-7-397 0 0,0-2-1 0 0,0-1 1 0 0,53-24-1 0 0,-53 17-1670 0 0,50-32-1 0 0,-52 27-1083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4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16 2520 0 0,'0'0'1667'0'0,"-3"-3"-1001"0"0,-6-7 23 0 0,6 8 713 0 0,0 4-1055 0 0,0 0-277 0 0,0-1 0 0 0,1 1 0 0 0,-1 0 0 0 0,1 1 0 0 0,-1-1 0 0 0,1 0 0 0 0,0 1 0 0 0,0 0 0 0 0,0-1 0 0 0,1 1 0 0 0,-1 0 0 0 0,0 0 0 0 0,1 0 0 0 0,0 0 0 0 0,-2 4 0 0 0,0 6 59 0 0,0 1 0 0 0,-2 25-1 0 0,2-14-57 0 0,1 1-1 0 0,2 0 0 0 0,1 0 1 0 0,0 0-1 0 0,8 35 1 0 0,-7-57 61 0 0,5 2-80 0 0,-7-6-49 0 0,0 0 0 0 0,0 1 1 0 0,0-1-1 0 0,1 0 0 0 0,-1 1 0 0 0,0-1 0 0 0,0 0 0 0 0,1 1 0 0 0,-1-1 0 0 0,0 0 1 0 0,1 0-1 0 0,-1 1 0 0 0,0-1 0 0 0,1 0 0 0 0,-1 0 0 0 0,0 0 0 0 0,1 0 0 0 0,-1 1 1 0 0,0-1-1 0 0,1 0 0 0 0,-1 0 0 0 0,1 0 0 0 0,-1 0 0 0 0,0 0 0 0 0,1 0 0 0 0,-1 0 1 0 0,1 0-1 0 0,-1 0 0 0 0,0 0 0 0 0,1 0 0 0 0,-1 0 0 0 0,1 0 0 0 0,-1 0 0 0 0,1-1 1 0 0,3 2 7 0 0,2-2-9 0 0,19-20 81 0 0,1-6-90 0 0,-2 0 0 0 0,25-38 0 0 0,-42 55-32 0 0,-4 7 65 0 0,7-12-2 0 0,-10 14-22 0 0,3-2 47 0 0,-2 6-45 0 0,1 0 1 0 0,0 0-1 0 0,-1-1 0 0 0,1 1 1 0 0,-1 0-1 0 0,0 1 0 0 0,0-1 1 0 0,0 0-1 0 0,-1 0 1 0 0,1 0-1 0 0,-1 1 0 0 0,0-1 1 0 0,1 0-1 0 0,-2 6 0 0 0,3 17 107 0 0,-2-22-120 0 0,0-1 1 0 0,0 1 1 0 0,0-1-1 0 0,1 1 1 0 0,-1-1-1 0 0,1 0 1 0 0,0 1-1 0 0,0-1 0 0 0,0 0 1 0 0,0 1-1 0 0,1-1 1 0 0,-1 0-1 0 0,1 0 1 0 0,0 0-1 0 0,0 0 1 0 0,0-1-1 0 0,0 1 1 0 0,0 0-1 0 0,1-1 1 0 0,-1 1-1 0 0,5 2 1 0 0,-6-5 6 0 0,0 1 1 0 0,0-1-1 0 0,0 0 1 0 0,0 0-1 0 0,0 0 1 0 0,0 0-1 0 0,1 0 1 0 0,-1 0-1 0 0,0 0 1 0 0,0 0 0 0 0,0 0-1 0 0,0 0 1 0 0,1 0-1 0 0,-1-1 1 0 0,0 1-1 0 0,0 0 1 0 0,0-1-1 0 0,0 1 1 0 0,1-2 0 0 0,-1 2-3 0 0,6-3 0 0 0,-1 0 0 0 0,1 0 0 0 0,-1-1-1 0 0,0 0 1 0 0,0 0 0 0 0,0 0 0 0 0,-1-1 0 0 0,0 0 0 0 0,1 0-1 0 0,-2 0 1 0 0,1 0 0 0 0,-1-1 0 0 0,5-7 0 0 0,-4 6-5 0 0,26-37 335 0 0,-29 41-259 0 0,8-9 243 0 0,-8 52-211 0 0,-3-31-132 0 0,1 0 0 0 0,1 0-1 0 0,-1-1 1 0 0,4 15 0 0 0,-3-20-62 0 0,-1 0 0 0 0,1 0-1 0 0,0 0 1 0 0,-1-1 0 0 0,1 1 0 0 0,1 0 0 0 0,-1-1 0 0 0,0 1 0 0 0,1-1-1 0 0,-1 1 1 0 0,1-1 0 0 0,0 1 0 0 0,0-1 0 0 0,0 0 0 0 0,0 0 0 0 0,0 0-1 0 0,0 0 1 0 0,1-1 0 0 0,3 4 0 0 0,-3-5-53 0 0,0 1 0 0 0,0 0-1 0 0,0 0 1 0 0,0-1 0 0 0,0 0 0 0 0,0 1 0 0 0,1-1-1 0 0,-1 0 1 0 0,0-1 0 0 0,0 1 0 0 0,0-1 0 0 0,0 1 0 0 0,0-1-1 0 0,0 0 1 0 0,4-1 0 0 0,4-3-109 0 0,-1-1 0 0 0,0 1 0 0 0,0-2 0 0 0,0 1 0 0 0,0-1 0 0 0,-1-1 1 0 0,0 0-1 0 0,9-10 0 0 0,46-70 3106 0 0,-62 86-2369 0 0,-2 0-312 0 0,1 1 0 0 0,-1 0 0 0 0,1 0 0 0 0,0 0 0 0 0,0 0 0 0 0,-1 1 0 0 0,1-1 0 0 0,0 0 0 0 0,0 0 0 0 0,0 0 0 0 0,0 1-1 0 0,0-1 1 0 0,0 0 0 0 0,0 1 0 0 0,1-1 0 0 0,0 11-55 0 0,0 0-1 0 0,-1 0 1 0 0,0 0-1 0 0,-1 0 1 0 0,0 15-1 0 0,-9 64 117 0 0,6-63-172 0 0,-35 302-2498 0 0,37-324 1796 0 0,1 0-2063 0 0,1 11 911 0 0,0-11-1280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3048 0 0,'3'-7'236'0'0,"-1"1"0"0"0,1 0 0 0 0,0 0 0 0 0,1 0-1 0 0,-1 0 1 0 0,1 0 0 0 0,0 1 0 0 0,1 0 0 0 0,-1 0-1 0 0,1 0 1 0 0,0 0 0 0 0,0 1 0 0 0,1 0 0 0 0,-1 0 0 0 0,1 0-1 0 0,0 1 1 0 0,0 0 0 0 0,0 0 0 0 0,13-4 0 0 0,-15 6-138 0 0,1 0-86 0 0,1 1 44 0 0,-1 0 0 0 0,0 0 0 0 0,0 0 0 0 0,1 1 0 0 0,-1 0-1 0 0,0 0 1 0 0,0 0 0 0 0,0 0 0 0 0,0 1 0 0 0,0 0 0 0 0,0 0 0 0 0,-1 0 0 0 0,9 5 0 0 0,-10-4-26 0 0,0 1 0 0 0,1 0 0 0 0,-1-1 0 0 0,0 1 0 0 0,-1 0 0 0 0,1 0 0 0 0,-1 1 0 0 0,0-1 0 0 0,0 0 0 0 0,0 1 0 0 0,0-1 0 0 0,-1 1 0 0 0,0 0 0 0 0,1 7 0 0 0,-2-4-26 0 0,0 1 1 0 0,-1-1-1 0 0,-1 1 0 0 0,1-1 0 0 0,-1 0 1 0 0,-1 1-1 0 0,0-1 0 0 0,0-1 0 0 0,0 1 1 0 0,-1 0-1 0 0,0-1 0 0 0,0 1 0 0 0,-1-1 1 0 0,0 0-1 0 0,-1-1 0 0 0,1 1 0 0 0,-1-1 1 0 0,0 0-1 0 0,-1-1 0 0 0,1 0 0 0 0,-11 7 1 0 0,-23 13-1312 0 0,37-23 373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5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22 3032 0 0,'14'-12'4537'0'0,"-18"11"-4257"0"0,1 1-240 0 0,0 0 0 0 0,0 0 0 0 0,-1 0 0 0 0,1 0 0 0 0,0 0 0 0 0,0 1 0 0 0,0-1 0 0 0,-1 1 0 0 0,1 0 0 0 0,0 0 0 0 0,0 0 0 0 0,0 0 0 0 0,0 1 0 0 0,-3 1 0 0 0,-2 2 11 0 0,1 0-1 0 0,0 0 0 0 0,1 1 0 0 0,-1 0 1 0 0,-6 8-1 0 0,1 0 26 0 0,0 1 0 0 0,2 1 0 0 0,0 0 0 0 0,-11 23 0 0 0,19-35-99 0 0,0 0 1 0 0,1 0-1 0 0,-1 1 1 0 0,1-1 0 0 0,0 0-1 0 0,0 1 1 0 0,1-1-1 0 0,-1 1 1 0 0,1-1-1 0 0,0 1 1 0 0,0-1-1 0 0,1 1 1 0 0,-1-1 0 0 0,1 1-1 0 0,0-1 1 0 0,0 0-1 0 0,0 1 1 0 0,1-1-1 0 0,-1 0 1 0 0,4 6-1 0 0,-3-8-49 0 0,-1-1 0 0 0,1 1 0 0 0,-1-1 0 0 0,1 1 0 0 0,0-1 0 0 0,0 0 0 0 0,0 1 0 0 0,-1-1 0 0 0,1 0 0 0 0,1 0 0 0 0,-1 0 0 0 0,0 0 0 0 0,0-1 0 0 0,0 1 0 0 0,4 0 0 0 0,-3 0-4 0 0,0 0-138 0 0,3-2 41 0 0,1 1 159 0 0,1 0 0 0 0,-1-1 0 0 0,1 0 0 0 0,-1-1 0 0 0,0 0 0 0 0,14-5 0 0 0,-17 5 36 0 0,-1 0 0 0 0,1 0-1 0 0,-1 0 1 0 0,0 0 0 0 0,0-1 0 0 0,0 1 0 0 0,0-1-1 0 0,0 0 1 0 0,0 0 0 0 0,-1 0 0 0 0,1 0-1 0 0,-1 0 1 0 0,0-1 0 0 0,0 1 0 0 0,0-1-1 0 0,0 1 1 0 0,1-6 0 0 0,2-14 297 0 0,-1 0 1 0 0,1-29-1 0 0,-5 48-122 0 0,5-46 917 0 0,-4 47-979 0 0,1 0-42 0 0,0 2-80 0 0,0-1 0 0 0,0 0 0 0 0,1 1 0 0 0,-1-1 0 0 0,0 1 0 0 0,1 0 0 0 0,-1-1 0 0 0,1 1 0 0 0,-1 0 0 0 0,1 1 0 0 0,-1-1 0 0 0,1 0 0 0 0,0 1 0 0 0,-1-1 0 0 0,1 1 0 0 0,0 0 0 0 0,0 0 0 0 0,-1 0 0 0 0,1 0 0 0 0,0 1 0 0 0,-1-1 0 0 0,4 1 0 0 0,4 2-15 0 0,-1 0-1 0 0,1 1 0 0 0,-1 0 0 0 0,18 9 0 0 0,-23-10-5 0 0,-1 0-1 0 0,1 0 0 0 0,-1 0 1 0 0,1 0-1 0 0,-1 0 0 0 0,0 1 0 0 0,0 0 1 0 0,0-1-1 0 0,-1 1 0 0 0,4 7 1 0 0,-3-6-6 0 0,-1-1 9 0 0,0 1 0 0 0,0 0 0 0 0,-1-1-1 0 0,0 1 1 0 0,0 0 0 0 0,0 0 0 0 0,0 0 0 0 0,-1 0 0 0 0,0 0 0 0 0,0-1 0 0 0,0 1 0 0 0,0 0 0 0 0,-1 0-1 0 0,0 0 1 0 0,0 0 0 0 0,0 0 0 0 0,-1-1 0 0 0,0 1 0 0 0,0 0 0 0 0,-2 4 0 0 0,2-4-9 0 0,0-2 27 0 0,0 1 0 0 0,1-1 0 0 0,-1 0 0 0 0,0 0 0 0 0,0 0 0 0 0,-1-1 0 0 0,1 1 0 0 0,0 0 0 0 0,-1-1 0 0 0,-3 3 0 0 0,3-3 18 0 0,0 1 121 0 0,-13 6 165 0 0,14-8-262 0 0,-2 1 347 0 0,1-3-256 0 0,1 1-136 0 0,1 0 0 0 0,0 0 1 0 0,0 0-1 0 0,0-1 0 0 0,0 1 0 0 0,0 0 1 0 0,0-1-1 0 0,-1 1 0 0 0,1-1 1 0 0,0 1-1 0 0,0-1 0 0 0,0 0 0 0 0,1 1 1 0 0,-1-1-1 0 0,0 0 0 0 0,0 0 0 0 0,0 1 1 0 0,0-1-1 0 0,1 0 0 0 0,-1 0 1 0 0,0 0-1 0 0,1 0 0 0 0,-1 0 0 0 0,1 0 1 0 0,-1 0-1 0 0,1 0 0 0 0,-1 0 1 0 0,1-1-1 0 0,0 1 0 0 0,0 0 0 0 0,-1 0 1 0 0,1 0-1 0 0,0 0 0 0 0,0-1 1 0 0,0 1-1 0 0,0 0 0 0 0,1-2 0 0 0,1-9-173 0 0,2 0 0 0 0,-1 0-1 0 0,1 0 1 0 0,1 1 0 0 0,0 0 0 0 0,1 0-1 0 0,0 0 1 0 0,11-14 0 0 0,-1 3-1809 0 0,2 1 1 0 0,38-36-1 0 0,-30 35-2130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2848 0 0,'0'0'3213'0'0,"-2"5"-2689"0"0,-34 113 1227 0 0,18-67-1280 0 0,-13 69 0 0 0,28-103-470 0 0,0 0 1 0 0,1 0-1 0 0,1 0 0 0 0,1 1 0 0 0,1-1 0 0 0,0 0 0 0 0,1 0 1 0 0,6 22-1 0 0,-6-32-210 0 0,0 0 0 0 0,0-1 1 0 0,1 1-1 0 0,0-1 0 0 0,0 0 1 0 0,6 8-1 0 0,-7-11-170 0 0,0-1-1 0 0,1 1 1 0 0,-1-1-1 0 0,0 0 1 0 0,1 1-1 0 0,-1-1 1 0 0,1 0-1 0 0,0-1 1 0 0,0 1-1 0 0,4 2 1 0 0,16 5-3235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5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2024 0 0,'0'0'1716'0'0,"25"-10"-1488"0"0,14-1-540 0 0,-12 3-256 0 0,5-1-436 0 0,0-2-1040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6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91 2164 0 0,'11'-46'3957'0'0,"-10"41"-2963"0"0,-2 0-636 0 0,-2-14-70 0 0,2 14-65 0 0,1 5-212 0 0,0-1 0 0 0,0 1 1 0 0,0 0-1 0 0,0-1 0 0 0,0 1 0 0 0,0-1 0 0 0,0 1 0 0 0,-1-1 1 0 0,1 1-1 0 0,0-1 0 0 0,0 1 0 0 0,0 0 0 0 0,-1-1 0 0 0,1 1 1 0 0,0 0-1 0 0,0-1 0 0 0,-1 1 0 0 0,1 0 0 0 0,0-1 0 0 0,-1 1 1 0 0,1 0-1 0 0,-1-1 0 0 0,1 1 0 0 0,0 0 0 0 0,-1 0 0 0 0,1-1 1 0 0,-1 1-1 0 0,1 0 0 0 0,0 0 0 0 0,-1 0 0 0 0,0 0 0 0 0,-21 0 283 0 0,16 1-219 0 0,1 1 0 0 0,-1 0 0 0 0,0 0 0 0 0,0 0-1 0 0,-8 5 1 0 0,6-1-38 0 0,0 0-1 0 0,1 0 0 0 0,0 0 1 0 0,0 1-1 0 0,1 0 0 0 0,0 0 1 0 0,0 1-1 0 0,1 0 1 0 0,0 0-1 0 0,0 0 0 0 0,1 0 1 0 0,0 1-1 0 0,-6 17 1 0 0,9-22-31 0 0,2 1-11 0 0,2 15-12 0 0,-2-15-13 0 0,12 12-64 0 0,-10-14 54 0 0,1-1-2 0 0,2-1 35 0 0,0-1 0 0 0,-1 1 0 0 0,1-1-1 0 0,-1 0 1 0 0,1 0 0 0 0,-1 0 0 0 0,1-1 0 0 0,0 0 0 0 0,-1 0-1 0 0,0 0 1 0 0,1-1 0 0 0,9-4 0 0 0,-6 2 33 0 0,0-2 0 0 0,0 1 0 0 0,-1-2 0 0 0,0 1 0 0 0,0-1 1 0 0,0 0-1 0 0,-1 0 0 0 0,0-1 0 0 0,0 0 0 0 0,-1 0 0 0 0,9-16 0 0 0,-13 20 34 0 0,-1 1-20 0 0,5-6 90 0 0,-9 20 222 0 0,2-8-208 0 0,0 2-89 0 0,0 5-97 0 0,0-4-18 0 0,0-1 0 0 0,1 1 0 0 0,-1 0 0 0 0,1-1 0 0 0,0 1 0 0 0,1-1 0 0 0,-1 1 0 0 0,1-1 0 0 0,0 1-1 0 0,0-1 1 0 0,1 1 0 0 0,0-1 0 0 0,2 6 0 0 0,-2-9-103 0 0,-1-1 0 0 0,1 1 0 0 0,0 0 0 0 0,0-1 0 0 0,0 1 0 0 0,0-1 0 0 0,0 0 0 0 0,0 1 0 0 0,0-1 0 0 0,0 0 0 0 0,0 0 0 0 0,0 0 0 0 0,1-1 0 0 0,-1 1 0 0 0,0 0 0 0 0,1-1 0 0 0,-1 0 0 0 0,1 1 0 0 0,-1-1 0 0 0,0 0 0 0 0,1 0 0 0 0,-1-1 0 0 0,1 1 0 0 0,-1 0 1 0 0,0-1-1 0 0,1 1 0 0 0,-1-1 0 0 0,0 0 0 0 0,1 0 0 0 0,-1 0 0 0 0,0 0 0 0 0,0 0 0 0 0,0 0 0 0 0,0-1 0 0 0,0 1 0 0 0,3-3 0 0 0,11-9-1105 0 0,-12 10-884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6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40 2452 0 0,'21'-36'2433'0'0,"-19"33"203"0"0,-2 7-2469 0 0,-12 55 279 0 0,8-44-316 0 0,1 1 1 0 0,-2 28-1 0 0,5-39-93 0 0,2-3-30 0 0,-1-1-7 0 0,-1-1 0 0 0,1 1 0 0 0,0-1 0 0 0,-1 1 1 0 0,1-1-1 0 0,-1 1 0 0 0,1-1 0 0 0,0 1 0 0 0,-1-1 0 0 0,1 1 1 0 0,0-1-1 0 0,0 0 0 0 0,-1 1 0 0 0,1-1 0 0 0,0 0 0 0 0,0 0 1 0 0,0 0-1 0 0,-1 0 0 0 0,1 1 0 0 0,0-1 0 0 0,0 0 0 0 0,0 0 1 0 0,1-1-1 0 0,5-1 46 0 0,0-2 0 0 0,0 1 1 0 0,-1-1-1 0 0,1 0 0 0 0,-1 0 0 0 0,0-1 1 0 0,0 1-1 0 0,0-2 0 0 0,5-4 0 0 0,3-5 141 0 0,-11 13-188 0 0,1-3 104 0 0,1 0-1 0 0,-1 1 1 0 0,1 0-1 0 0,0 0 1 0 0,0 0 0 0 0,1 1-1 0 0,5-4 1 0 0,-11 11-111 0 0,1 13 52 0 0,0-13-9 0 0,-2 0-10 0 0,1 2-55 0 0,0 1 0 0 0,0-1 1 0 0,0 1-1 0 0,1-1 1 0 0,-1 0-1 0 0,1 0 0 0 0,4 11 1 0 0,-4-15-103 0 0,0 1 1 0 0,0-1-1 0 0,1 0 0 0 0,-1 1 1 0 0,1-1-1 0 0,-1 0 1 0 0,1 0-1 0 0,0 0 0 0 0,0 0 1 0 0,0 0-1 0 0,0 0 1 0 0,0-1-1 0 0,1 1 0 0 0,-1-1 1 0 0,0 1-1 0 0,1-1 0 0 0,-1 0 1 0 0,1 0-1 0 0,0 0 1 0 0,-1 0-1 0 0,1-1 0 0 0,0 1 1 0 0,-1-1-1 0 0,5 1 1 0 0,58-3-3561 0 0,-38-2 813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7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98 2272 0 0,'-1'-5'826'0'0,"1"-1"-425"0"0,-1 0-1 0 0,0 0 1 0 0,-1 0 0 0 0,0 0-1 0 0,-4-10 1 0 0,4 13 50 0 0,-1 1-63 0 0,1 1-333 0 0,0 0 0 0 0,0 0-1 0 0,1 1 1 0 0,-1-1 0 0 0,0 0-1 0 0,0 1 1 0 0,0 0 0 0 0,0-1-1 0 0,0 1 1 0 0,0 0 0 0 0,0 0 0 0 0,0 0-1 0 0,0 1 1 0 0,0-1 0 0 0,0 0-1 0 0,0 1 1 0 0,0-1 0 0 0,0 1-1 0 0,0-1 1 0 0,0 1 0 0 0,0 0-1 0 0,1 0 1 0 0,-1 0 0 0 0,0 0 0 0 0,0 0-1 0 0,1 1 1 0 0,-1-1 0 0 0,1 0-1 0 0,-1 1 1 0 0,1-1 0 0 0,0 1-1 0 0,0-1 1 0 0,-2 4 0 0 0,-1 1-58 0 0,0 1 0 0 0,1 0-1 0 0,0 0 1 0 0,0 0 0 0 0,0 1 0 0 0,1-1 0 0 0,1 1 0 0 0,-1-1 0 0 0,1 1 0 0 0,0 0 0 0 0,1-1-1 0 0,0 1 1 0 0,0 0 0 0 0,0 0 0 0 0,1-1 0 0 0,0 1 0 0 0,1 0 0 0 0,0-1 0 0 0,0 1 0 0 0,6 11-1 0 0,-6-15-88 0 0,0-1-1 0 0,0 0 1 0 0,0 0-1 0 0,1 0 0 0 0,-1 0 1 0 0,1 0-1 0 0,0 0 0 0 0,0-1 1 0 0,0 1-1 0 0,0-1 1 0 0,0 0-1 0 0,1 0 0 0 0,5 2 1 0 0,-6-2 41 0 0,1 0-61 0 0,-1-1 1 0 0,1 1 0 0 0,0-1-1 0 0,0 0 1 0 0,0 0-1 0 0,1 0 1 0 0,-1 0-1 0 0,0-1 1 0 0,0 1-1 0 0,0-1 1 0 0,8-1-1 0 0,-8 1 45 0 0,6-1 30 0 0,0-1 1 0 0,0 1-1 0 0,-1-2 0 0 0,1 1 0 0 0,-1-1 0 0 0,1-1 1 0 0,-1 0-1 0 0,0 0 0 0 0,0 0 0 0 0,15-12 0 0 0,-3 0 556 0 0,-1-1 0 0 0,28-30 0 0 0,-45 45-178 0 0,1-4-194 0 0,-4 6-132 0 0,0-1 0 0 0,0 1 0 0 0,1-1-1 0 0,-1 1 1 0 0,0 0 0 0 0,0-1 0 0 0,0 1 0 0 0,0 0-1 0 0,0-1 1 0 0,1 1 0 0 0,-1 0 0 0 0,0 0 0 0 0,0-1-1 0 0,0 1 1 0 0,1 0 0 0 0,-1-1 0 0 0,0 1 0 0 0,0 0-1 0 0,1 0 1 0 0,-1 0 0 0 0,0-1 0 0 0,1 1-1 0 0,-1 0 1 0 0,0 0 0 0 0,1 0 0 0 0,-1 0 0 0 0,0-1-1 0 0,1 1 1 0 0,-1 0 0 0 0,0 0 0 0 0,1 0 0 0 0,-1 0-1 0 0,0 0 1 0 0,1 0 0 0 0,-1 0 0 0 0,0 0 0 0 0,1 0-1 0 0,25 19 350 0 0,-24-17-137 0 0,2-1-120 0 0,2 0-63 0 0,0-1-1 0 0,0 1 0 0 0,1-1 0 0 0,-1 0 0 0 0,0-1 1 0 0,0 1-1 0 0,0-1 0 0 0,0-1 0 0 0,0 1 0 0 0,0-1 0 0 0,-1 0 1 0 0,8-3-1 0 0,-1-2-29 0 0,1 0 1 0 0,-1 0-1 0 0,0-2 1 0 0,-1 1-1 0 0,0-2 1 0 0,0 1 0 0 0,-1-1-1 0 0,0-1 1 0 0,9-13-1 0 0,-17 21-46 0 0,-2-4-5 0 0,0 5 25 0 0,1-1 1 0 0,-1 1 0 0 0,0 0-1 0 0,-1-1 1 0 0,1 1 0 0 0,0 0-1 0 0,-1 0 1 0 0,1-1 0 0 0,-1 1-1 0 0,0 0 1 0 0,1 0 0 0 0,-1 0-1 0 0,-2-3 1 0 0,1 2-8 0 0,-2 3 8 0 0,-2-1 20 0 0,0 1 0 0 0,0 1 0 0 0,1-1 0 0 0,-1 1 0 0 0,0 0 0 0 0,1 0 0 0 0,-1 0 0 0 0,1 1 0 0 0,-1 0 0 0 0,1 0 0 0 0,0 1 0 0 0,-1-1 0 0 0,1 1 0 0 0,-8 7 0 0 0,4-4 77 0 0,1 0-1 0 0,0 1 1 0 0,1 0-1 0 0,-1 1 1 0 0,1 0-1 0 0,1 0 1 0 0,-10 15 0 0 0,14-19-41 0 0,1 0 0 0 0,-1 0 0 0 0,1 0 1 0 0,0 0-1 0 0,0 1 0 0 0,0-1 1 0 0,1 0-1 0 0,-1 1 0 0 0,1-1 0 0 0,0 0 1 0 0,1 5-1 0 0,3 1 32 0 0,0-5-123 0 0,0 0 0 0 0,1 0 0 0 0,0 0 0 0 0,0 0 0 0 0,1-1 0 0 0,-1 0 0 0 0,1 0 0 0 0,0-1 0 0 0,0 0 0 0 0,0 0 1 0 0,0 0-1 0 0,0 0 0 0 0,1-1 0 0 0,-1 0 0 0 0,1-1 0 0 0,0 1 0 0 0,-1-1 0 0 0,1-1 0 0 0,0 1 0 0 0,0-1 0 0 0,12-1 0 0 0,2-1-921 0 0,1-1 1 0 0,-1-2 0 0 0,0 0-1 0 0,0-1 1 0 0,39-16-1 0 0,-24 6-2355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50 3772 0 0,'1'-4'1672'0'0,"5"-14"-328"0"0,-5 14 634 0 0,4-15-678 0 0,-4 15-266 0 0,-1 8-990 0 0,-1 0-1 0 0,0 0 1 0 0,0 0 0 0 0,0 0 0 0 0,0 0 0 0 0,-1 0 0 0 0,-2 5 0 0 0,-5 13 69 0 0,5-12-77 0 0,-74 261 488 0 0,70-237-516 0 0,2 0-1 0 0,2 0 1 0 0,1 0 0 0 0,2 1-1 0 0,1 0 1 0 0,5 39 0 0 0,-4-67-291 0 0,0 1 1 0 0,0-1-1 0 0,1 0 1 0 0,0 0-1 0 0,0 0 1 0 0,1 0-1 0 0,-1 0 1 0 0,2 0 0 0 0,-1-1-1 0 0,1 1 1 0 0,5 6-1 0 0,-7-10-1075 0 0,14 4-2229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29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60 139 2976 0 0,'-4'-3'958'0'0,"-8"-5"372"0"0,0-1-1 0 0,-17-17 1 0 0,26 24-694 0 0,3 0-620 0 0,1 1 0 0 0,-1-1 0 0 0,0 1 0 0 0,1-1 0 0 0,-1 0 1 0 0,1 1-1 0 0,-1-1 0 0 0,1 1 0 0 0,-1-1 0 0 0,1 1 0 0 0,0 0 0 0 0,0-1 1 0 0,0 1-1 0 0,0 0 0 0 0,0-1 0 0 0,0 1 0 0 0,0 0 0 0 0,0 0 0 0 0,1 0 1 0 0,-1 0-1 0 0,0 0 0 0 0,1 0 0 0 0,-1 1 0 0 0,3-2 0 0 0,38-12 111 0 0,49-1-99 0 0,150-8 0 0 0,-204 21-160 0 0,-24 2 70 0 0,7 1 16 0 0,-19-1 51 0 0,1 0 1 0 0,-1 0-1 0 0,1 0 1 0 0,-1 0 0 0 0,0 0-1 0 0,1 0 1 0 0,-1 1-1 0 0,1-1 1 0 0,-1 1-1 0 0,0-1 1 0 0,1 1-1 0 0,-1-1 1 0 0,0 1-1 0 0,2 1 1 0 0,1 0 51 0 0,0 0 246 0 0,-5 5-221 0 0,0 0 0 0 0,0 0 0 0 0,-1 0 0 0 0,0 0 0 0 0,0 0 0 0 0,0 0 0 0 0,-1 0 0 0 0,0-1 1 0 0,-1 1-1 0 0,1-1 0 0 0,-1 0 0 0 0,-6 7 0 0 0,-25 58 219 0 0,34-67-279 0 0,1 0-36 0 0,1 14-38 0 0,-1-13-18 0 0,3-2-98 0 0,1-1 115 0 0,0 0-1 0 0,0 0 1 0 0,0 0-1 0 0,0 0 1 0 0,0-1-1 0 0,0 1 1 0 0,0-1-1 0 0,0 0 1 0 0,1 0 0 0 0,-1-1-1 0 0,0 1 1 0 0,1-1-1 0 0,-1 0 1 0 0,0 0-1 0 0,1-1 1 0 0,-1 1-1 0 0,0-1 1 0 0,6-2-1 0 0,6 0-17 0 0,1-2 0 0 0,-1 0-1 0 0,29-15 1 0 0,-35 16 112 0 0,-1-1 0 0 0,1 0 0 0 0,-1 0 0 0 0,0-1 1 0 0,-1 0-1 0 0,0-1 0 0 0,0 0 0 0 0,0 0 0 0 0,0-1 0 0 0,-1 0 0 0 0,-1 0 1 0 0,1-1-1 0 0,8-15 0 0 0,-15 23-39 0 0,1 0 1 0 0,-1 0-1 0 0,1 0 0 0 0,-1 0 0 0 0,1-1 1 0 0,-1 1-1 0 0,0 0 0 0 0,1 0 1 0 0,-1-1-1 0 0,0 1 0 0 0,0 0 1 0 0,0-1-1 0 0,0 1 0 0 0,0 0 1 0 0,-1-3-1 0 0,1 0 0 0 0,0 3-5 0 0,0 0 1 0 0,0 0-1 0 0,0 0 1 0 0,-1-1-1 0 0,1 1 0 0 0,0 0 1 0 0,0 0-1 0 0,-1 0 1 0 0,1 0-1 0 0,-1 0 1 0 0,1 0-1 0 0,-1-1 1 0 0,1 1-1 0 0,-1 0 1 0 0,0 0-1 0 0,1 0 1 0 0,-1 1-1 0 0,0-1 1 0 0,-2-2-1 0 0,2 2-8 0 0,0-1-3 0 0,0 1-1 0 0,1 0 1 0 0,-1-1 0 0 0,0 1 0 0 0,0 0 0 0 0,0 0 0 0 0,0 0 0 0 0,0 0 0 0 0,0 0 0 0 0,0 0 0 0 0,-1 0 0 0 0,1 0 0 0 0,0 0 0 0 0,-3-1 0 0 0,0 0-41 0 0,3 1 23 0 0,-1 0-1 0 0,1 0 1 0 0,0 0 0 0 0,-1 0-1 0 0,1 0 1 0 0,-1 0 0 0 0,1 1-1 0 0,-1-1 1 0 0,1 0 0 0 0,-1 1-1 0 0,1 0 1 0 0,-1-1 0 0 0,0 1-1 0 0,1 0 1 0 0,-1 0 0 0 0,0 0-1 0 0,-2 0 1 0 0,0 0-122 0 0,1-1 48 0 0,1 0 0 0 0,-1 1 1 0 0,1-1-1 0 0,-1 1 0 0 0,1 0 0 0 0,-1 0 0 0 0,1 0 0 0 0,-1 0 1 0 0,1 0-1 0 0,-1 1 0 0 0,1-1 0 0 0,-1 1 0 0 0,-2 1 0 0 0,-4 0-219 0 0,2 0-145 0 0,-1-1 0 0 0,1 2 0 0 0,0-1 0 0 0,0 1 0 0 0,1 0 1 0 0,-12 6-1 0 0,-11 8-3078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0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689 66 3444 0 0,'-1'-4'1238'0'0,"0"1"-1117"0"0,0-1 0 0 0,0 1-1 0 0,0 0 1 0 0,0 0-1 0 0,0 0 1 0 0,-1 0 0 0 0,1 0-1 0 0,-1 1 1 0 0,0-1-1 0 0,0 0 1 0 0,0 1-1 0 0,0-1 1 0 0,0 1 0 0 0,-1 0-1 0 0,1 0 1 0 0,-1 0-1 0 0,1 0 1 0 0,-1 0-1 0 0,0 0 1 0 0,0 1 0 0 0,1-1-1 0 0,-1 1 1 0 0,-1 0-1 0 0,1 0 1 0 0,0 0 0 0 0,0 0-1 0 0,0 1 1 0 0,0-1-1 0 0,-1 1 1 0 0,1 0-1 0 0,0 0 1 0 0,0 0 0 0 0,-1 0-1 0 0,-5 1 1 0 0,-18 3 74 0 0,0 1 1 0 0,0 1 0 0 0,1 2-1 0 0,-1 0 1 0 0,2 2 0 0 0,-1 0-1 0 0,1 2 1 0 0,1 1 0 0 0,-31 21-1 0 0,23-11-34 0 0,0 1 0 0 0,1 1 0 0 0,2 2 0 0 0,0 1 0 0 0,2 1 0 0 0,-27 38 0 0 0,44-54-120 0 0,1 1 0 0 0,1 0 0 0 0,0 1 1 0 0,1 0-1 0 0,0 0 0 0 0,1 1 0 0 0,1 0 1 0 0,0 0-1 0 0,-3 26 0 0 0,7-35-70 0 0,0 1-1 0 0,1-1 1 0 0,0 1 0 0 0,1-1-1 0 0,-1 0 1 0 0,1 1-1 0 0,1-1 1 0 0,0 1-1 0 0,0-1 1 0 0,0 0 0 0 0,1 0-1 0 0,0 0 1 0 0,0-1-1 0 0,0 1 1 0 0,1-1 0 0 0,0 1-1 0 0,1-1 1 0 0,-1 0-1 0 0,1-1 1 0 0,0 1 0 0 0,1-1-1 0 0,-1 0 1 0 0,10 6-1 0 0,-4-4-134 0 0,0-1 0 0 0,0-1 0 0 0,1 0-1 0 0,-1 0 1 0 0,1-1 0 0 0,0-1 0 0 0,0 0 0 0 0,1-1-1 0 0,-1 0 1 0 0,0-1 0 0 0,1 0 0 0 0,-1-1-1 0 0,1 0 1 0 0,14-2 0 0 0,-16 0-410 0 0,0 1 0 0 0,-1-2 1 0 0,1 1-1 0 0,0-2 0 0 0,-1 1 1 0 0,0-1-1 0 0,1-1 0 0 0,-2 0 0 0 0,19-12 1 0 0,-11 3-2879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0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19 3320 0 0,'-89'14'4858'0'0,"89"-14"-4852"0"0,1 0 0 0 0,-1 0 0 0 0,0 0-1 0 0,0 0 1 0 0,1 0 0 0 0,-1 0 0 0 0,0 0 0 0 0,1 0 0 0 0,-1 0 0 0 0,0 0-1 0 0,0 1 1 0 0,1-1 0 0 0,-1 0 0 0 0,0 0 0 0 0,0 0 0 0 0,1 0-1 0 0,-1 0 1 0 0,0 1 0 0 0,0-1 0 0 0,1 0 0 0 0,-1 0 0 0 0,0 0 0 0 0,0 1-1 0 0,0-1 1 0 0,0 0 0 0 0,1 0 0 0 0,-1 1 0 0 0,0-1 0 0 0,0 0-1 0 0,0 0 1 0 0,0 1 0 0 0,0-1 0 0 0,0 0 0 0 0,0 1 0 0 0,0-1 0 0 0,0 0-1 0 0,0 1 1 0 0,1 0-2 0 0,-1-1 0 0 0,0 1 0 0 0,0 0-1 0 0,0-1 1 0 0,1 1 0 0 0,-1-1 0 0 0,0 1 0 0 0,1 0 0 0 0,-1-1-1 0 0,0 1 1 0 0,1-1 0 0 0,-1 1 0 0 0,1-1 0 0 0,-1 1-1 0 0,1-1 1 0 0,-1 1 0 0 0,1-1 0 0 0,-1 1 0 0 0,1-1-1 0 0,-1 0 1 0 0,1 1 0 0 0,0-1 0 0 0,-1 0 0 0 0,1 0-1 0 0,0 1 1 0 0,-1-1 0 0 0,1 0 0 0 0,0 0 0 0 0,-1 0-1 0 0,1 0 1 0 0,0 0 0 0 0,-1 0 0 0 0,1 0 0 0 0,1 0-1 0 0,63 3 1 0 0,121-11-1 0 0,75-24-3112 0 0,-188 22 816 0 0,-34 4-805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1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46 2596 0 0,'0'0'1610'0'0,"2"-3"-267"0"0,5-12 1542 0 0,-9 13-2130 0 0,-7-9-126 0 0,7 8-133 0 0,-2 1-122 0 0,-12-4-64 0 0,12 4-44 0 0,-1 2-35 0 0,-2-1-157 0 0,1 1 1 0 0,0 0-1 0 0,-1 0 1 0 0,1 0-1 0 0,-1 1 0 0 0,1 0 1 0 0,0 0-1 0 0,-1 1 1 0 0,1 0-1 0 0,0 0 0 0 0,-9 4 1 0 0,6 0-48 0 0,0 0 1 0 0,1 0-1 0 0,0 1 0 0 0,0 0 1 0 0,1 0-1 0 0,0 1 0 0 0,0 0 1 0 0,1 0-1 0 0,-1 1 0 0 0,2 0 1 0 0,-1 0-1 0 0,2 0 1 0 0,-1 1-1 0 0,1-1 0 0 0,0 1 1 0 0,1 0-1 0 0,0 0 0 0 0,1 1 1 0 0,-2 17-1 0 0,4-26-57 0 0,0 0 0 0 0,0 1-1 0 0,0-1 1 0 0,0 1 0 0 0,0-1-1 0 0,1 0 1 0 0,-1 1 0 0 0,1-1-1 0 0,0 0 1 0 0,-1 0 0 0 0,1 1-1 0 0,0-1 1 0 0,1 0 0 0 0,-1 0-1 0 0,0 0 1 0 0,0 0 0 0 0,1 0-1 0 0,-1 0 1 0 0,1 0 0 0 0,0-1-1 0 0,-1 1 1 0 0,1-1 0 0 0,0 1-1 0 0,0-1 1 0 0,0 1 0 0 0,0-1-1 0 0,0 0 1 0 0,0 0 0 0 0,1 0-1 0 0,3 1 1 0 0,7-2-69 0 0,1 0 0 0 0,-1-1 0 0 0,1 0-1 0 0,-1-1 1 0 0,1-1 0 0 0,-1 0 0 0 0,0 0 0 0 0,0-2-1 0 0,-1 1 1 0 0,1-2 0 0 0,18-10 0 0 0,-13 5 244 0 0,-1 0 0 0 0,0-1 1 0 0,0-1-1 0 0,-1-1 0 0 0,-1 0 0 0 0,27-31 1 0 0,-40 42 283 0 0,-10 30-231 0 0,6-24-241 0 0,1 0 0 0 0,0 1 1 0 0,0-1-1 0 0,0 0 0 0 0,0 1 1 0 0,0-1-1 0 0,0 1 1 0 0,1 0-1 0 0,0-1 0 0 0,0 1 1 0 0,0 4-1 0 0,0-6-82 0 0,1 1-1 0 0,-1-1 1 0 0,1 1-1 0 0,0-1 0 0 0,-1 0 1 0 0,1 0-1 0 0,0 1 1 0 0,0-1-1 0 0,1 0 1 0 0,-1 0-1 0 0,0 0 1 0 0,1 0-1 0 0,-1 0 1 0 0,1 0-1 0 0,0-1 1 0 0,-1 1-1 0 0,1 0 1 0 0,0-1-1 0 0,0 0 1 0 0,0 1-1 0 0,0-1 1 0 0,1 0-1 0 0,-1 0 0 0 0,0 0 1 0 0,0 0-1 0 0,1 0 1 0 0,-1-1-1 0 0,0 1 1 0 0,1-1-1 0 0,-1 1 1 0 0,0-1-1 0 0,4 0 1 0 0,53-3-3593 0 0,-33-1-319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1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237 251 2716 0 0,'1'-4'1414'0'0,"-1"1"-1147"0"0,0 0 0 0 0,-1 0 0 0 0,1 0 0 0 0,-1 0 0 0 0,1 0 0 0 0,-1 0 0 0 0,0 0 0 0 0,0 0 0 0 0,-1 0 0 0 0,1 0 0 0 0,-2-2 0 0 0,0 1 266 0 0,-1 2-23 0 0,0 1-401 0 0,-1 1 1 0 0,1-1 0 0 0,-1 1-1 0 0,0 0 1 0 0,1 0-1 0 0,-1 0 1 0 0,1 0 0 0 0,-1 1-1 0 0,1 0 1 0 0,-1 0-1 0 0,1 0 1 0 0,0 0-1 0 0,-1 1 1 0 0,1 0 0 0 0,-5 2-1 0 0,-3 5-16 0 0,-1 0 0 0 0,2 0 0 0 0,-1 1-1 0 0,1 1 1 0 0,1 0 0 0 0,0 1 0 0 0,0 0-1 0 0,1 0 1 0 0,1 1 0 0 0,0 0 0 0 0,1 0 0 0 0,-10 26-1 0 0,16-34-89 0 0,-1 1-1 0 0,1-1 1 0 0,0 0-1 0 0,1 1 1 0 0,0-1-1 0 0,0 1 1 0 0,0-1-1 0 0,0 1 1 0 0,3 10-1 0 0,-3-15-19 0 0,0 1 0 0 0,0-1 0 0 0,1 1 0 0 0,-1-1 0 0 0,1 1 0 0 0,-1-1 0 0 0,1 0 0 0 0,-1 1 0 0 0,1-1 0 0 0,0 0 0 0 0,-1 0 0 0 0,1 1 0 0 0,0-1 0 0 0,0 0 0 0 0,0 0 0 0 0,2 2-1 0 0,0 0-48 0 0,6 4-180 0 0,-1-3 105 0 0,0-1 0 0 0,1 0 0 0 0,-1-1 0 0 0,1 0 0 0 0,0 0 0 0 0,0 0 0 0 0,-1-1 0 0 0,1-1 0 0 0,0 1 0 0 0,0-2 0 0 0,9 0 0 0 0,-3-1-43 0 0,0-1 1 0 0,0-1 0 0 0,0 0 0 0 0,-1-1 0 0 0,0 0 0 0 0,16-9 0 0 0,-8 2 83 0 0,-2 0 0 0 0,1-2 0 0 0,-2 0 1 0 0,0-1-1 0 0,0-1 0 0 0,-2-1 1 0 0,0 0-1 0 0,19-27 0 0 0,-18 17 495 0 0,-1-1 0 0 0,-1-1 0 0 0,-2 0 0 0 0,-1-1 0 0 0,-1 0 0 0 0,12-52 0 0 0,-23 80-337 0 0,0 0 1 0 0,-1-1-1 0 0,1 1 0 0 0,-1 0 0 0 0,1-1 0 0 0,-1 1 0 0 0,0-1 0 0 0,0 1 1 0 0,0 0-1 0 0,-1-1 0 0 0,1 1 0 0 0,0-1 0 0 0,-1 1 0 0 0,0 0 0 0 0,1-1 1 0 0,-1 1-1 0 0,0 0 0 0 0,-2-3 0 0 0,1 1 81 0 0,-1 8 27 0 0,-8 8-69 0 0,1 0 1 0 0,0 1-1 0 0,1 0 0 0 0,1 0 0 0 0,0 1 0 0 0,1 0 0 0 0,0 0 0 0 0,-5 17 0 0 0,-35 128 311 0 0,46-155-396 0 0,-7 29 65 0 0,1 0 0 0 0,2 1 0 0 0,-2 52 0 0 0,7-83-113 0 0,0 0 0 0 0,1 0-1 0 0,-1 1 1 0 0,1-1-1 0 0,-1 0 1 0 0,1 0-1 0 0,0 0 1 0 0,0 0-1 0 0,0 0 1 0 0,0-1-1 0 0,1 1 1 0 0,-1 0-1 0 0,4 4 1 0 0,-4-4-160 0 0,4-2 14 0 0,-1 0 153 0 0,-1-1-1 0 0,1 1 0 0 0,0-1 0 0 0,0 0 0 0 0,0 0 0 0 0,-1 0 0 0 0,1-1 0 0 0,0 1 0 0 0,0-1 1 0 0,-1 0-1 0 0,1 0 0 0 0,0 0 0 0 0,-1-1 0 0 0,1 1 0 0 0,-1-1 0 0 0,5-3 0 0 0,10-8 19 0 0,0-1 0 0 0,-1-1 0 0 0,0-1 0 0 0,-1-1 0 0 0,19-26 0 0 0,-2 4 64 0 0,-30 36 166 0 0,15 5-114 0 0,-17-2-92 0 0,0 1-8 0 0,0-1-1 0 0,-1 1 0 0 0,1-1 0 0 0,0 1 0 0 0,-1-1 0 0 0,1 1 1 0 0,0 0-1 0 0,-1-1 0 0 0,1 1 0 0 0,-1 0 0 0 0,1-1 0 0 0,-1 1 1 0 0,0 0-1 0 0,1 0 0 0 0,-1 0 0 0 0,0-1 0 0 0,0 1 1 0 0,1 0-1 0 0,-1 0 0 0 0,0 0 0 0 0,0 0 0 0 0,0 1 0 0 0,10 24-170 0 0,-1 2 246 0 0,1-1-1 0 0,1 0 0 0 0,20 32 1 0 0,-26-51-399 0 0,0-1 0 0 0,1 0 0 0 0,0 0 0 0 0,0 0 1 0 0,13 10-1 0 0,-13-12-377 0 0,0-1 0 0 0,1 0 0 0 0,-1-1 0 0 0,1 1 0 0 0,0-1 0 0 0,0-1 0 0 0,14 5 0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2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13 4288 0 0,'2'-3'1476'0'0,"7"-7"-90"0"0,-8 19 624 0 0,-11 28 170 0 0,8-31-2758 0 0,-11 40 706 0 0,-2 5-29 0 0,-13 80 0 0 0,27-126-147 0 0,3 17-68 0 0,-2-17 20 0 0,2-3-8 0 0,1-1 89 0 0,-1 0 0 0 0,1 0 0 0 0,-1 0 0 0 0,1 0 0 0 0,-1 0 0 0 0,1-1 0 0 0,-1 1 0 0 0,1-1 0 0 0,0 0 0 0 0,-1 0 0 0 0,1 0 0 0 0,0 0 0 0 0,-1 0 0 0 0,1-1 0 0 0,0 1 0 0 0,-1-1 0 0 0,1 0 0 0 0,0 1 0 0 0,-1-1 0 0 0,0 0 0 0 0,1-1 0 0 0,-1 1 0 0 0,4-3 0 0 0,13-6 99 0 0,33-25 0 0 0,-36 23 39 0 0,25-19 434 0 0,-38 29-450 0 0,-3 1-94 0 0,1 1 1 0 0,0-1-1 0 0,0 0 0 0 0,-1 1 0 0 0,1-1 1 0 0,0 1-1 0 0,0-1 0 0 0,0 1 0 0 0,0-1 1 0 0,0 1-1 0 0,0 0 0 0 0,0-1 0 0 0,0 1 1 0 0,0 0-1 0 0,0 0 0 0 0,0 0 1 0 0,0 0-1 0 0,2 0 0 0 0,0 3 2 0 0,3 37 72 0 0,-6-36-112 0 0,0-1-1 0 0,0 1 1 0 0,1 0-1 0 0,-1-1 1 0 0,1 1-1 0 0,0 0 0 0 0,0-1 1 0 0,0 1-1 0 0,1-1 1 0 0,-1 0-1 0 0,1 1 1 0 0,0-1-1 0 0,0 0 1 0 0,0 0-1 0 0,0 0 1 0 0,1 0-1 0 0,-1-1 1 0 0,4 4-1 0 0,2-2 4 0 0,0 0-1 0 0,1-1 0 0 0,-1 0 0 0 0,0-1 0 0 0,1 0 0 0 0,0 0 1 0 0,-1 0-1 0 0,1-1 0 0 0,0-1 0 0 0,0 0 0 0 0,0 0 0 0 0,0 0 1 0 0,-1-1-1 0 0,1-1 0 0 0,0 1 0 0 0,10-5 0 0 0,-9 4 146 0 0,0-1 1 0 0,-1 0-1 0 0,1-1 0 0 0,-1 0 0 0 0,0-1 0 0 0,0 1 0 0 0,-1-2 1 0 0,1 1-1 0 0,-1-1 0 0 0,-1-1 0 0 0,1 1 0 0 0,-1-1 0 0 0,0-1 1 0 0,9-11-1 0 0,-14 15-88 0 0,0 1 0 0 0,0-1-1 0 0,0 0 1 0 0,0 0 0 0 0,-1 0 0 0 0,0 0 0 0 0,0 0 0 0 0,0 0-1 0 0,0 0 1 0 0,-1 0 0 0 0,1-1 0 0 0,-1 1 0 0 0,0 0 0 0 0,0 0-1 0 0,-1-1 1 0 0,1 1 0 0 0,-1 0 0 0 0,0 0 0 0 0,0 0 0 0 0,0 0 0 0 0,-1 0-1 0 0,-3-7 1 0 0,2 6-63 0 0,-1 0 0 0 0,-1 0 0 0 0,1 1 0 0 0,0-1 0 0 0,-1 1 0 0 0,0 0 0 0 0,0 0 0 0 0,-1 1 0 0 0,-6-5 0 0 0,8 7-66 0 0,1 0-1 0 0,-1-1 1 0 0,0 1-1 0 0,1 0 1 0 0,-1 1 0 0 0,0-1-1 0 0,0 1 1 0 0,1-1-1 0 0,-1 1 1 0 0,0 0-1 0 0,0 0 1 0 0,0 1-1 0 0,1-1 1 0 0,-1 1 0 0 0,0 0-1 0 0,0 0 1 0 0,1 0-1 0 0,-1 1 1 0 0,-6 3-1 0 0,0 2-1280 0 0,0 1-1 0 0,0 0 1 0 0,1 1 0 0 0,-11 13-1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2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12 3588 0 0,'2'-2'1326'0'0,"-2"2"-1191"0"0,0 0 0 0 0,0 0 1 0 0,1-1-1 0 0,-1 1 0 0 0,0 0 1 0 0,0 0-1 0 0,1-1 0 0 0,-1 1 1 0 0,0 0-1 0 0,0 0 0 0 0,1-1 0 0 0,-1 1 1 0 0,0 0-1 0 0,0 0 0 0 0,0-1 1 0 0,0 1-1 0 0,1 0 0 0 0,-1-1 1 0 0,0 1-1 0 0,0 0 0 0 0,0-1 1 0 0,0 1-1 0 0,0 0 0 0 0,0-1 0 0 0,0 1 1 0 0,0 0-1 0 0,0-1 0 0 0,0 1 1 0 0,0 0-1 0 0,0-1 0 0 0,0 1 1 0 0,-1-1-1 0 0,-10 3 718 0 0,6-1-850 0 0,0 2 1 0 0,1-1-1 0 0,-1 0 0 0 0,1 1 0 0 0,0 0 0 0 0,-5 3 0 0 0,1 1 45 0 0,3-2-29 0 0,-1 0 1 0 0,1 0 0 0 0,0 0-1 0 0,0 1 1 0 0,0-1 0 0 0,1 1-1 0 0,0 0 1 0 0,0 1 0 0 0,1-1-1 0 0,0 1 1 0 0,0-1 0 0 0,0 1-1 0 0,-2 10 1 0 0,5-16-26 0 0,-1 0 1 0 0,1 0-1 0 0,0 0 1 0 0,0 1-1 0 0,0-1 1 0 0,-1 0 0 0 0,1 0-1 0 0,0 0 1 0 0,1 0-1 0 0,-1 0 1 0 0,0 0-1 0 0,0 0 1 0 0,0 1-1 0 0,1-1 1 0 0,-1 0-1 0 0,0 0 1 0 0,2 1-1 0 0,-1 1-18 0 0,0-1-1 0 0,0 0 0 0 0,1 0 0 0 0,-1 0 0 0 0,1-1 0 0 0,-1 1 0 0 0,1 0 0 0 0,0-1 0 0 0,-1 1 0 0 0,1-1 0 0 0,0 0 0 0 0,0 0 0 0 0,0 1 0 0 0,0-1 0 0 0,0 0 0 0 0,0-1 0 0 0,1 1 0 0 0,1 0 0 0 0,1 1 7 0 0,-1-1 1 0 0,0 0 0 0 0,1 0-1 0 0,-1 0 1 0 0,1-1 0 0 0,-1 0-1 0 0,1 0 1 0 0,-1 0 0 0 0,1 0 0 0 0,6-2-1 0 0,-7 2 33 0 0,4 0 138 0 0,-1-1 0 0 0,1 1-1 0 0,-1-1 1 0 0,1-1 0 0 0,-1 0-1 0 0,0 0 1 0 0,1 0 0 0 0,-1-1-1 0 0,0 1 1 0 0,-1-2 0 0 0,1 1-1 0 0,0-1 1 0 0,-1 0 0 0 0,0-1-1 0 0,0 1 1 0 0,0-1 0 0 0,10-11-1 0 0,-15 14-102 0 0,0 1 0 0 0,0-1 0 0 0,0 0 0 0 0,0 0 0 0 0,0 1-1 0 0,0-1 1 0 0,-1 0 0 0 0,1 0 0 0 0,0 0 0 0 0,-1 0 0 0 0,0 0-1 0 0,1 0 1 0 0,-1 0 0 0 0,0 0 0 0 0,0 0 0 0 0,0 0 0 0 0,0 0-1 0 0,0 0 1 0 0,-1 0 0 0 0,0-3 0 0 0,0 2-102 0 0,1 2 51 0 0,-1-1 0 0 0,1 0 0 0 0,-1 1 0 0 0,0-1 1 0 0,0 1-1 0 0,0 0 0 0 0,0-1 0 0 0,0 1 0 0 0,0 0 0 0 0,0-1 0 0 0,0 1 0 0 0,0 0 0 0 0,-1 0 0 0 0,1 0 0 0 0,0 0 0 0 0,-1 0 0 0 0,1 0 0 0 0,-1 1 0 0 0,1-1 0 0 0,-4-1 0 0 0,-34-9-941 0 0,-16 5-1921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3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2760 0 0,'13'-2'766'0'0,"5"-1"361"0"0,0 1 0 0 0,26 0-1 0 0,-36 3-947 0 0,0 0 0 0 0,0 0-1 0 0,-1 1 1 0 0,1-1 0 0 0,-1 2 0 0 0,1-1-1 0 0,-1 1 1 0 0,0 0 0 0 0,7 4-1 0 0,-3 0-36 0 0,-1-1-1 0 0,0 2 0 0 0,-1-1 0 0 0,1 1 0 0 0,-1 1 0 0 0,7 9 0 0 0,25 44 554 0 0,-40-59-539 0 0,1 2 4 0 0,2 12-3 0 0,-2-13 778 0 0,-2-3-832 0 0,0 1 1 0 0,0-1-1 0 0,0 0 1 0 0,0 0-1 0 0,0 0 1 0 0,0 0-1 0 0,-1 0 1 0 0,1 1-1 0 0,0-1 1 0 0,-1 0-1 0 0,1 0 0 0 0,0 0 1 0 0,-1 0-1 0 0,1 0 1 0 0,-1 0-1 0 0,0 0 1 0 0,1 0-1 0 0,-1 0 1 0 0,-1 1-1 0 0,-1-3-35 0 0,0 0 0 0 0,-1 0 0 0 0,1 0 0 0 0,0 0 0 0 0,0-1 0 0 0,0 1 0 0 0,0-1 0 0 0,0 0 0 0 0,0 0 0 0 0,1 0 0 0 0,-1 0-1 0 0,1 0 1 0 0,-1-1 0 0 0,1 1 0 0 0,0-1 0 0 0,0 0 0 0 0,-4-5 0 0 0,5 6-91 0 0,-1-1 0 0 0,1 0-1 0 0,0 0 1 0 0,-1 0 0 0 0,1 0-1 0 0,1 0 1 0 0,-1 0 0 0 0,0 0 0 0 0,1 0-1 0 0,-1 0 1 0 0,1-1 0 0 0,0 1 0 0 0,0 0-1 0 0,0 0 1 0 0,1 0 0 0 0,-1 0-1 0 0,1 0 1 0 0,0-1 0 0 0,-1 1 0 0 0,3-3-1 0 0,1 1-208 0 0,0 0-1 0 0,0 0 1 0 0,1 0-1 0 0,0 0 1 0 0,0 1-1 0 0,0 0 1 0 0,0 0-1 0 0,1 0 1 0 0,0 1-1 0 0,0 0 1 0 0,0 0-1 0 0,8-3 0 0 0,8-2-2090 0 0,1 1-1 0 0,30-5 1 0 0,-30 8-2231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243 460 2632 0 0,'0'0'3823'0'0,"2"-2"-3002"0"0,5-8-163 0 0,-5 7 1026 0 0,-8 3-1425 0 0,-4 2-184 0 0,1-1 0 0 0,-1 2 0 0 0,1-1 1 0 0,-1 1-1 0 0,1 1 0 0 0,0 0 0 0 0,0 0 0 0 0,0 0 1 0 0,1 1-1 0 0,0 1 0 0 0,0-1 0 0 0,0 1 0 0 0,-9 9 0 0 0,1 0-32 0 0,1 1-1 0 0,1 0 1 0 0,0 1-1 0 0,1 0 0 0 0,-12 22 1 0 0,22-33-85 0 0,0 0 1 0 0,1 0-1 0 0,-1 1 1 0 0,1-1-1 0 0,-2 12 1 0 0,3-14-129 0 0,4 6-226 0 0,-4-10 359 0 0,1 1-1 0 0,0-1 1 0 0,0 1 0 0 0,0-1-1 0 0,0 1 1 0 0,0-1-1 0 0,0 1 1 0 0,0-1 0 0 0,0 1-1 0 0,0-1 1 0 0,0 1-1 0 0,1-1 1 0 0,-1 0 0 0 0,0 1-1 0 0,0-1 1 0 0,0 1 0 0 0,1-1-1 0 0,-1 1 1 0 0,0-1-1 0 0,0 0 1 0 0,1 1 0 0 0,-1-1-1 0 0,0 1 1 0 0,1-1 0 0 0,-1 0-1 0 0,0 1 1 0 0,1-1-1 0 0,-1 0 1 0 0,1 0 0 0 0,-1 1-1 0 0,0-1 1 0 0,1 0 0 0 0,0 1-1 0 0,5-1-98 0 0,-1 1 1 0 0,0 0-1 0 0,1-1 0 0 0,-1 0 0 0 0,1 0 1 0 0,-1-1-1 0 0,1 1 0 0 0,-1-1 0 0 0,1-1 1 0 0,-1 1-1 0 0,0-1 0 0 0,0 1 0 0 0,0-2 0 0 0,0 1 1 0 0,6-4-1 0 0,3-1 191 0 0,0-1-1 0 0,-1-1 1 0 0,0 0 0 0 0,19-18-1 0 0,-16 9 197 0 0,0 0-1 0 0,-1-1 1 0 0,-1-1-1 0 0,0-1 1 0 0,-2 1-1 0 0,0-2 0 0 0,-2 0 1 0 0,0 0-1 0 0,-1-1 1 0 0,-2 0-1 0 0,7-34 1 0 0,0-18 889 0 0,-5 0 0 0 0,2-95 0 0 0,-11 169-1106 0 0,0-1-1 0 0,0 0 0 0 0,0 1 1 0 0,0-1-1 0 0,0 0 1 0 0,0 1-1 0 0,0-1 0 0 0,-1 0 1 0 0,1 1-1 0 0,0-1 1 0 0,-1 0-1 0 0,0-1 0 0 0,0 3-23 0 0,1 0-1 0 0,0 0 0 0 0,-1-1 0 0 0,1 1 0 0 0,0 0 0 0 0,0 0 0 0 0,-1 0 1 0 0,1 0-1 0 0,0 0 0 0 0,-1 0 0 0 0,1 0 0 0 0,0 0 0 0 0,0 0 0 0 0,-1 0 0 0 0,1 0 1 0 0,0 0-1 0 0,-1 0 0 0 0,1 1 0 0 0,0-1 0 0 0,0 0 0 0 0,-1 0 0 0 0,1 0 1 0 0,0 0-1 0 0,0 0 0 0 0,-1 1 0 0 0,1-1 0 0 0,0 0 0 0 0,0 0 0 0 0,-1 0 0 0 0,1 1 1 0 0,0-1-1 0 0,0 0 0 0 0,0 0 0 0 0,0 1 0 0 0,-1-1 0 0 0,1 0 0 0 0,0 1 1 0 0,-3 3 18 0 0,0 1 1 0 0,0 0 0 0 0,0 0-1 0 0,1 1 1 0 0,-3 7 0 0 0,-21 95-10 0 0,4 2-1 0 0,-9 136 1 0 0,10-58-1008 0 0,-48 220-6810 0 0,49-315 1992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4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132 104 3568 0 0,'-127'-9'7525'0'0,"123"8"-5946"0"0,129-9-816 0 0,-19 6-567 0 0,252-15-575 0 0,-122-11-2803 0 0,-153 10-1613 0 0,-47 9-440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0 2616 0 0,'-6'1'1126'0'0,"-80"6"1853"0"0,82-7-2653 0 0,1 2-30 0 0,2-2-254 0 0,1 0 0 0 0,-1 0-1 0 0,0 0 1 0 0,1 0 0 0 0,-1 0-1 0 0,1 0 1 0 0,-1 1 0 0 0,1-1 0 0 0,-1 0-1 0 0,1 0 1 0 0,-1 1 0 0 0,1-1-1 0 0,-1 0 1 0 0,1 0 0 0 0,-1 1-1 0 0,1-1 1 0 0,-1 1 0 0 0,1-1-1 0 0,-1 1 1 0 0,1-1 0 0 0,0 0-1 0 0,-1 1 1 0 0,1-1 0 0 0,0 1-1 0 0,0-1 1 0 0,-1 1 0 0 0,1 0 0 0 0,0-1-1 0 0,0 1 1 0 0,0-1 0 0 0,-1 1-1 0 0,1-1 1 0 0,0 1 0 0 0,0 0-1 0 0,0-1 1 0 0,0 1 0 0 0,0-1-1 0 0,0 1 1 0 0,0 0 0 0 0,1-1-1 0 0,-1 2 1 0 0,2 0 36 0 0,-1 0 0 0 0,1-1 0 0 0,0 1 0 0 0,0 0 0 0 0,0 0 0 0 0,0-1 0 0 0,0 0 0 0 0,0 1 0 0 0,0-1 0 0 0,3 1 0 0 0,48 20 567 0 0,-2-9-167 0 0,-42-11-423 0 0,2 1 72 0 0,1 0 1 0 0,-1 1 0 0 0,0 0 0 0 0,0 1 0 0 0,10 6 0 0 0,-18-9-27 0 0,-2 2-6 0 0,0 1-83 0 0,-1-1-1 0 0,1 1 1 0 0,-1 0 0 0 0,0-1-1 0 0,0 1 1 0 0,-1 0 0 0 0,1 0-1 0 0,-1-1 1 0 0,0 1 0 0 0,0-1-1 0 0,-1 1 1 0 0,-1 4 0 0 0,-5 8 93 0 0,0-1 1 0 0,-11 15-1 0 0,11-20-404 0 0,1 1-1 0 0,0 0 0 0 0,1 0 0 0 0,0 0 0 0 0,1 1 0 0 0,-5 19 0 0 0,9-28-416 0 0,1 0-1 0 0,0 0 1 0 0,0 0 0 0 0,0 0-1 0 0,0 0 1 0 0,0 0-1 0 0,2 8 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4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2 3132 0 0,'-6'-1'1504'0'0,"-11"1"-1108"0"0,1 0 1 0 0,-1 1 0 0 0,0 0-1 0 0,1 2 1 0 0,-1 0 0 0 0,1 0-1 0 0,0 2 1 0 0,0 0 0 0 0,0 1-1 0 0,1 0 1 0 0,0 1 0 0 0,0 1-1 0 0,0 1 1 0 0,1 0 0 0 0,1 0 0 0 0,-24 22-1 0 0,28-22-331 0 0,0 0 1 0 0,1 1-1 0 0,0 0 0 0 0,0 0 0 0 0,1 0 0 0 0,0 1 1 0 0,1 0-1 0 0,1 0 0 0 0,-1 1 0 0 0,-4 16 0 0 0,8-18-3 0 0,0 0-1 0 0,0-1 0 0 0,1 1 0 0 0,0 0 1 0 0,1 0-1 0 0,0 0 0 0 0,1 0 0 0 0,0 0 1 0 0,0 0-1 0 0,1 0 0 0 0,0 0 0 0 0,1-1 1 0 0,0 1-1 0 0,6 11 0 0 0,-3-9-100 0 0,0-1 1 0 0,0 0-1 0 0,2 0 0 0 0,-1-1 1 0 0,1 0-1 0 0,1 0 0 0 0,-1-1 1 0 0,2 0-1 0 0,-1-1 0 0 0,1 0 0 0 0,0 0 1 0 0,1-1-1 0 0,0 0 0 0 0,0-1 1 0 0,1-1-1 0 0,-1 1 0 0 0,1-2 1 0 0,0 0-1 0 0,1 0 0 0 0,19 3 0 0 0,-15-4-504 0 0,-1-2-1 0 0,1 1 1 0 0,0-2-1 0 0,0 0 1 0 0,0-1-1 0 0,0-1 0 0 0,0 0 1 0 0,0-2-1 0 0,-1 0 1 0 0,1 0-1 0 0,-1-2 0 0 0,0 0 1 0 0,-1-1-1 0 0,0 0 1 0 0,15-10-1 0 0,-3-3-2921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7:35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20 250 3340 0 0,'-18'-66'6288'0'0,"17"62"-4694"0"0,3 8-1343 0 0,12 34 112 0 0,0 1 1 0 0,12 69-1 0 0,-3-14-95 0 0,-12-51-146 0 0,-6-20 137 0 0,15 39 0 0 0,-18-56-89 0 0,1 0-1 0 0,0-1 1 0 0,0 1 0 0 0,0-1-1 0 0,1 1 1 0 0,0-1 0 0 0,0 0 0 0 0,0 0-1 0 0,0-1 1 0 0,1 1 0 0 0,5 3-1 0 0,-7-6 138 0 0,3-2 16 0 0,-2 1-221 0 0,-2-1-71 0 0,0 0 0 0 0,-1 1 1 0 0,1-1-1 0 0,-1 0 1 0 0,1 0-1 0 0,-1 0 0 0 0,1 0 1 0 0,-1 0-1 0 0,1 0 0 0 0,0-1 1 0 0,-1 1-1 0 0,1 0 1 0 0,-1-1-1 0 0,1 0 0 0 0,-1 1 1 0 0,0-1-1 0 0,1 0 0 0 0,1 0 1 0 0,16-11 210 0 0,-1 0 0 0 0,0-2 0 0 0,-1 0 0 0 0,-1-1 0 0 0,0 0 0 0 0,-1-1 0 0 0,0-1 0 0 0,17-27 0 0 0,-1-2-271 0 0,-3-2-1 0 0,30-67 1 0 0,-45 86-588 0 0,-1-1 1 0 0,10-39-1 0 0,-19 57-152 0 0,-1 0 1 0 0,0 0-1 0 0,0-21 1 0 0,-3 27-101 0 0,1-1 0 0 0,-1 1 0 0 0,0-1-1 0 0,0 1 1 0 0,0-1 0 0 0,-1 1 0 0 0,-5-12 0 0 0,-7-9-6139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1:35.1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1808 0 0,'0'0'5285'0'0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06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17 2504 0 0,'0'0'2881'0'0,"-2"-2"-2185"0"0,1 1-598 0 0,0-1-1 0 0,0 1 1 0 0,0 0 0 0 0,0 0 0 0 0,0 0 0 0 0,0 0 0 0 0,0 0 0 0 0,0 1 0 0 0,-1-1 0 0 0,1 0 0 0 0,0 1 0 0 0,0-1 0 0 0,-1 0 0 0 0,1 1 0 0 0,0-1 0 0 0,-1 1 0 0 0,1 0 0 0 0,0 0 0 0 0,-1-1 0 0 0,1 1 0 0 0,-1 0 0 0 0,1 0 0 0 0,-1 0 0 0 0,1 0 0 0 0,0 1 0 0 0,-1-1 0 0 0,1 0 0 0 0,-1 0 0 0 0,1 1 0 0 0,0-1 0 0 0,-2 2 0 0 0,-46 28 827 0 0,46-27-818 0 0,2-3-104 0 0,1 0 1 0 0,-1 0-1 0 0,1 0 0 0 0,0 0 0 0 0,-1 0 1 0 0,1 1-1 0 0,-1-1 0 0 0,1 0 0 0 0,0 0 0 0 0,-1 1 1 0 0,1-1-1 0 0,0 0 0 0 0,-1 0 0 0 0,1 1 0 0 0,0-1 1 0 0,-1 0-1 0 0,1 1 0 0 0,0-1 0 0 0,0 1 0 0 0,0-1 1 0 0,-1 0-1 0 0,1 1 0 0 0,0-1 0 0 0,0 1 0 0 0,0-1 1 0 0,0 0-1 0 0,0 2 0 0 0,-1-2-1 0 0,1 1-1 0 0,0-1 1 0 0,0 1-1 0 0,0-1 1 0 0,-1 1 0 0 0,1-1-1 0 0,0 1 1 0 0,0-1-1 0 0,-1 1 1 0 0,1-1-1 0 0,0 1 1 0 0,-1-1-1 0 0,1 1 1 0 0,-1-1 0 0 0,1 1-1 0 0,-1-1 1 0 0,1 0-1 0 0,0 1 1 0 0,-1-1-1 0 0,0 1 1 0 0,-1 2 19 0 0,-4 13 0 0 0,5-12 5 0 0,1 0-24 0 0,2 15 12 0 0,-1-17-11 0 0,0 1 0 0 0,0 0-1 0 0,0 0 1 0 0,1 0 0 0 0,-1-1 0 0 0,1 1 0 0 0,-1-1 0 0 0,1 1 0 0 0,0-1-1 0 0,0 0 1 0 0,0 1 0 0 0,0-1 0 0 0,5 3 0 0 0,25 18 41 0 0,-29-21-25 0 0,15 8 79 0 0,-14-8-45 0 0,2 2-59 0 0,-6-4 11 0 0,1 0 0 0 0,-1 0-1 0 0,1 0 1 0 0,-1 0 0 0 0,1 0 0 0 0,-1 0-1 0 0,0 0 1 0 0,1 0 0 0 0,-1 1-1 0 0,1-1 1 0 0,-1 0 0 0 0,1 0-1 0 0,-1 0 1 0 0,0 1 0 0 0,1-1-1 0 0,-1 0 1 0 0,0 0 0 0 0,1 1 0 0 0,-1-1-1 0 0,0 0 1 0 0,1 1 0 0 0,-1-1-1 0 0,0 0 1 0 0,0 1 0 0 0,1-1-1 0 0,-1 0 1 0 0,0 1 0 0 0,0-1-1 0 0,0 1 1 0 0,0-1 0 0 0,1 1-1 0 0,-1-1 1 0 0,0 0 0 0 0,0 1 0 0 0,0-1-1 0 0,0 1 1 0 0,0-1 0 0 0,0 1-1 0 0,0 0 1 0 0,-8 19 21 0 0,1-12-35 0 0,-36 12-733 0 0,-60 19 0 0 0,-51 7-4502 0 0,106-33 1104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12.8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0 3228 0 0,'0'0'3089'0'0,"-16"10"-9366"0"0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16.9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 2820 0 0,'0'0'7400'0'0,"3"2"-7197"0"0,1 0-148 0 0,1-1 1 0 0,-1 1-1 0 0,1-1 0 0 0,0 1 0 0 0,-1-1 1 0 0,1-1-1 0 0,0 1 0 0 0,0-1 1 0 0,0 1-1 0 0,-1-2 0 0 0,1 1 1 0 0,8-2-1 0 0,5 1 52 0 0,306-20 1330 0 0,-115-5-3547 0 0,-205 26 1686 0 0,1-1 8 0 0,36-13-2593 0 0,-37 12 2248 0 0,-4-1-938 0 0,3-12 139 0 0,-2 11-1107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17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40 2696 0 0,'-11'-16'367'0'0,"9"13"668"0"0,-1 0-646 0 0,-2-2-664 0 0,-11-8 2855 0 0,12 16-1199 0 0,4 9-1366 0 0,0-8 4 0 0,1-4-19 0 0,-1 0 1 0 0,1 0-1 0 0,-1 0 1 0 0,1 0 0 0 0,-1 0-1 0 0,1 0 1 0 0,-1 1-1 0 0,1-1 1 0 0,-1 0-1 0 0,0 0 1 0 0,1 0 0 0 0,-1 0-1 0 0,1 1 1 0 0,-1-1-1 0 0,1 0 1 0 0,-1 0-1 0 0,0 1 1 0 0,1-1 0 0 0,-1 0-1 0 0,0 1 1 0 0,1-1-1 0 0,-1 0 1 0 0,0 1-1 0 0,1 0 1 0 0,9 5-6 0 0,57 12 372 0 0,-63-18 190 0 0,10 3-410 0 0,-13 5 55 0 0,-21 16 219 0 0,2-3-226 0 0,13-13-153 0 0,0 0 0 0 0,1-1 0 0 0,-1 2 0 0 0,2-1 0 0 0,-1 0 0 0 0,1 1 0 0 0,0 0-1 0 0,1-1 1 0 0,0 1 0 0 0,-1 15 0 0 0,3-19-95 0 0,0 0-1 0 0,0-1 0 0 0,0 1 0 0 0,1 0 0 0 0,-1-1 1 0 0,1 1-1 0 0,1-1 0 0 0,-1 1 0 0 0,0-1 1 0 0,4 6-1 0 0,-4-6-20 0 0,1 0-236 0 0,0 0 0 0 0,1 0 0 0 0,-1 0 0 0 0,1 0 0 0 0,0 0 0 0 0,0-1 0 0 0,0 1 0 0 0,0-1 0 0 0,7 5 0 0 0,-6-4-147 0 0,4 0-1877 0 0,14 1-1636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2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3 5408 0 0,'0'0'1905'0'0,"-1"-3"-287"0"0,0 13 3503 0 0,5 52-4014 0 0,1 14-1059 0 0,-5 200-1263 0 0,-1-139-2994 0 0,-2-107 1197 0 0,3-26 525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3.1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191 164 2916 0 0,'3'-16'1219'0'0,"1"0"0"0"0,0 1-1 0 0,9-22 1 0 0,-9 30-948 0 0,-1 1 0 0 0,1-1 1 0 0,0 1-1 0 0,0-1 0 0 0,1 1 0 0 0,0 0 1 0 0,0 1-1 0 0,10-10 0 0 0,-12 13-233 0 0,0 1 1 0 0,0-1-1 0 0,-1 0 0 0 0,1 1 0 0 0,0 0 1 0 0,0 0-1 0 0,0 0 0 0 0,1 0 0 0 0,-1 0 0 0 0,0 1 1 0 0,0-1-1 0 0,0 1 0 0 0,5 0 0 0 0,-4 0 16 0 0,-1 0-37 0 0,-1 1 1 0 0,1-1-1 0 0,0 1 0 0 0,-1-1 1 0 0,1 1-1 0 0,-1 0 0 0 0,1 0 1 0 0,-1 0-1 0 0,1 0 1 0 0,-1 0-1 0 0,0 1 0 0 0,0-1 1 0 0,0 1-1 0 0,0 0 0 0 0,0-1 1 0 0,0 1-1 0 0,0 0 0 0 0,3 4 1 0 0,-1-1 3 0 0,0 1 0 0 0,0 0 1 0 0,0 0-1 0 0,-1 0 0 0 0,5 11 0 0 0,-5-7-12 0 0,-1 1-1 0 0,0-1 0 0 0,0 0 1 0 0,-1 0-1 0 0,0 1 1 0 0,-1-1-1 0 0,0 1 0 0 0,-1-1 1 0 0,0 0-1 0 0,0 1 0 0 0,-1-1 1 0 0,-1 0-1 0 0,-4 11 0 0 0,-5 13 127 0 0,-3 0 0 0 0,-24 42-1 0 0,24-48 22 0 0,13-25-135 0 0,1-2-24 0 0,0 0-1 0 0,0 0 0 0 0,0 0 0 0 0,0 0 0 0 0,1 0 0 0 0,-1 0 0 0 0,0 0 1 0 0,1 0-1 0 0,-1 0 0 0 0,1 0 0 0 0,-1 0 0 0 0,1 1 0 0 0,-1-1 0 0 0,1 0 1 0 0,0 0-1 0 0,-1 1 0 0 0,1 1 0 0 0,1-2 1 0 0,0 0 0 0 0,-1 0 0 0 0,1 0 0 0 0,0 0 0 0 0,0 0 0 0 0,0 0 0 0 0,0-1 0 0 0,0 1 0 0 0,0 0 0 0 0,0-1 0 0 0,0 1 0 0 0,0-1 0 0 0,0 1 0 0 0,2 0 0 0 0,26-1-21 0 0,36-5 20 0 0,-54 4 1 0 0,0 1-1 0 0,0 0 1 0 0,0 0-1 0 0,0 1 1 0 0,-1 1-1 0 0,1 0 1 0 0,0 0-1 0 0,0 1 1 0 0,-1 0-1 0 0,0 1 1 0 0,0 0-1 0 0,15 9 1 0 0,-20-10 2 0 0,-1 0 1 0 0,1 1-1 0 0,-1 0 1 0 0,0 0-1 0 0,0 0 1 0 0,0 1-1 0 0,-1-1 1 0 0,1 1-1 0 0,-1 0 1 0 0,0-1-1 0 0,-1 2 1 0 0,1-1-1 0 0,-1 0 1 0 0,0 0-1 0 0,0 1 1 0 0,-1-1-1 0 0,1 1 1 0 0,-1 0-1 0 0,0-1 1 0 0,-1 1-1 0 0,1 0 0 0 0,-1-1 1 0 0,-2 12-1 0 0,0 1-2 0 0,-2-1 0 0 0,0 1 0 0 0,0-1 0 0 0,-2 0 0 0 0,0 0 0 0 0,-2-1 0 0 0,1 0 0 0 0,-2 0 0 0 0,0 0 0 0 0,-1-1 0 0 0,0-1 0 0 0,-18 19 0 0 0,0-3 117 0 0,-1-1 1 0 0,-1-2 0 0 0,-1-1-1 0 0,-48 31 1 0 0,53-42-26 0 0,1 0 0 0 0,-2-2 1 0 0,0-1-1 0 0,-1-1 1 0 0,-32 8-1 0 0,55-18-70 0 0,1-1 1 0 0,-1 0 0 0 0,0 1-1 0 0,0-2 1 0 0,1 1 0 0 0,-1 0-1 0 0,0-1 1 0 0,1 0-1 0 0,-1 0 1 0 0,1-1 0 0 0,-8-2-1 0 0,11 3-20 0 0,-1 1-1 0 0,0-1 0 0 0,1 1 1 0 0,-1-1-1 0 0,1 0 0 0 0,-1 0 0 0 0,1 0 1 0 0,-1 0-1 0 0,1 0 0 0 0,0 0 1 0 0,-1 0-1 0 0,1 0 0 0 0,0-1 1 0 0,0 1-1 0 0,-1-2 0 0 0,-1-1-9 0 0,1 3 3 0 0,1-1 0 0 0,-1 1 1 0 0,1 0-1 0 0,0-1 0 0 0,0 1 0 0 0,0-1 0 0 0,0 1 0 0 0,0-1 0 0 0,0 0 0 0 0,0 1 0 0 0,0-1 0 0 0,1 0 1 0 0,-1 1-1 0 0,1-1 0 0 0,-1 0 0 0 0,1 0 0 0 0,0-2 0 0 0,-2-3-27 0 0,0-2-52 0 0,0-1 1 0 0,0 0-1 0 0,1 0 1 0 0,0 0-1 0 0,1 0 1 0 0,0 0-1 0 0,1 0 1 0 0,0 0-1 0 0,0 0 1 0 0,1 1-1 0 0,6-19 1 0 0,-2 9-82 0 0,2 0 0 0 0,0 1 1 0 0,1 0-1 0 0,20-29 0 0 0,-15 27-113 0 0,0 2-1 0 0,2 0 1 0 0,1 1-1 0 0,0 0 1 0 0,1 1-1 0 0,39-26 1 0 0,-33 27-956 0 0,1 1 1 0 0,1 1 0 0 0,26-9 0 0 0,-11 8-2798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4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56 128 3200 0 0,'0'0'1952'0'0,"1"4"-1251"0"0,1 11-131 0 0,-2-11 1139 0 0,24 0-871 0 0,-21-5-658 0 0,53-24 405 0 0,-53 22-582 0 0,0 1-32 0 0,-1-1 1 0 0,1 0-1 0 0,-1 1 1 0 0,0-1-1 0 0,0 0 1 0 0,0-1-1 0 0,0 1 1 0 0,-1 0-1 0 0,3-7 1 0 0,-2 7-1 0 0,-1-20-75 0 0,-1 18 72 0 0,-1 3 27 0 0,1-1 1 0 0,-1 0-1 0 0,1 0 1 0 0,-1 1-1 0 0,0-1 1 0 0,0 0-1 0 0,0 1 1 0 0,0-1 0 0 0,0 1-1 0 0,-1-1 1 0 0,1 1-1 0 0,-1 0 1 0 0,1 0-1 0 0,-1 0 1 0 0,0-1-1 0 0,0 2 1 0 0,0-1 0 0 0,0 0-1 0 0,0 0 1 0 0,-3-1-1 0 0,-12-4 35 0 0,13 6 30 0 0,-1 1 11 0 0,1 0-38 0 0,0 0-1 0 0,-1 1 1 0 0,1-1 0 0 0,0 1-1 0 0,0 0 1 0 0,0 0 0 0 0,0 0 0 0 0,0 1-1 0 0,0 0 1 0 0,0-1 0 0 0,0 1-1 0 0,0 1 1 0 0,1-1 0 0 0,-1 0-1 0 0,1 1 1 0 0,-4 3 0 0 0,2 0 25 0 0,0 0-1 0 0,0 0 1 0 0,0 0 0 0 0,1 1-1 0 0,0 0 1 0 0,-4 8 0 0 0,7-11-39 0 0,-1 0 0 0 0,1 0 0 0 0,0 0 0 0 0,0 0 0 0 0,1 0 0 0 0,-1 0 0 0 0,1 1-1 0 0,0-1 1 0 0,0 0 0 0 0,0 0 0 0 0,0 0 0 0 0,1 0 0 0 0,-1 0 0 0 0,1 0 0 0 0,0 0 0 0 0,2 4 0 0 0,0-1-12 0 0,0 0-1 0 0,0-1 1 0 0,0 0 0 0 0,1 1-1 0 0,0-1 1 0 0,0-1-1 0 0,1 1 1 0 0,0 0 0 0 0,0-1-1 0 0,0 0 1 0 0,0 0 0 0 0,1-1-1 0 0,0 0 1 0 0,0 0-1 0 0,0 0 1 0 0,0 0 0 0 0,1-1-1 0 0,-1 0 1 0 0,12 3 0 0 0,-15-5-134 0 0,4-2-64 0 0,-2 1 20 0 0,5 0-152 0 0,0-1-1 0 0,0 0 1 0 0,14-3 0 0 0,-19 3-428 0 0,0-1 0 0 0,0 0 0 0 0,0 0 0 0 0,0-1 0 0 0,0 1 0 0 0,6-5 0 0 0,3-3-2940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5.1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96 2732 0 0,'0'0'3631'0'0,"1"-4"-3129"0"0,0-11-94 0 0,-1 11 273 0 0,1 2-617 0 0,1 0 1 0 0,0 1-1 0 0,-1-1 1 0 0,1 1-1 0 0,0-1 0 0 0,0 1 1 0 0,0 0-1 0 0,0-1 1 0 0,0 1-1 0 0,0 0 1 0 0,0 0-1 0 0,0 1 0 0 0,0-1 1 0 0,3 0-1 0 0,-1-1 89 0 0,16 4 157 0 0,-17-2-298 0 0,0 0 0 0 0,0 1 0 0 0,0-1 0 0 0,0 1 1 0 0,0 0-1 0 0,-1 0 0 0 0,1 0 0 0 0,0 0 0 0 0,-1 1 0 0 0,1-1 0 0 0,-1 1 1 0 0,1-1-1 0 0,-1 1 0 0 0,0 0 0 0 0,0 0 0 0 0,0 0 0 0 0,0 0 0 0 0,0 1 1 0 0,0-1-1 0 0,0 0 0 0 0,-1 1 0 0 0,1-1 0 0 0,-1 1 0 0 0,0-1 0 0 0,1 5 1 0 0,2 2-55 0 0,-1 1 0 0 0,-1 0 1 0 0,0 0-1 0 0,2 19 1 0 0,-4-24 112 0 0,-1-1 0 0 0,1 0 0 0 0,-1 0 0 0 0,0 0 0 0 0,0 1 0 0 0,0-1 0 0 0,-1 0 0 0 0,1 0 0 0 0,-1-1 0 0 0,0 1 0 0 0,0 0 0 0 0,0 0 0 0 0,-1-1 0 0 0,1 0 0 0 0,-1 1 0 0 0,0-1 0 0 0,0 0 0 0 0,-5 4 0 0 0,6-5 755 0 0,-18-4-549 0 0,16 1-90 0 0,1-17-75 0 0,3 13-134 0 0,0-1-1 0 0,1 1 0 0 0,-1 0 0 0 0,1-1 0 0 0,0 1 1 0 0,1 0-1 0 0,-1 0 0 0 0,1 0 0 0 0,0 0 0 0 0,1 0 1 0 0,2-5-1 0 0,-1 1-30 0 0,3-4-147 0 0,0 0 0 0 0,0 0 0 0 0,1 0-1 0 0,1 1 1 0 0,0 0 0 0 0,0 1 0 0 0,17-15 0 0 0,-18 19-840 0 0,1 0 0 0 0,0 0 0 0 0,13-6 0 0 0,-19 12-1225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5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 2960 0 0,'0'0'4785'0'0,"3"-1"-4451"0"0,9-5-25 0 0,-9 5 199 0 0,-1 3-296 0 0,8 6-36 0 0,-8-6-40 0 0,25 56 318 0 0,-17-8-334 0 0,-9-45-112 0 0,-1 0 16 0 0,-8 61 69 0 0,7-63-8 0 0,0 0-44 0 0,-5 9-47 0 0,5-9 261 0 0,-1-6-295 0 0,0 0 37 0 0,1 1 0 0 0,0-1 0 0 0,0 0 0 0 0,0 0 0 0 0,0 0 0 0 0,0 0 0 0 0,1 0 0 0 0,-1 0 0 0 0,1 0-1 0 0,0 0 1 0 0,0 0 0 0 0,0 0 0 0 0,0 0 0 0 0,0 0 0 0 0,2-4 0 0 0,13-51-12 0 0,-8 37 6 0 0,-4 13 23 0 0,0-1 1 0 0,1 1-1 0 0,0 1 0 0 0,1-1 0 0 0,0 0 1 0 0,0 1-1 0 0,0 0 0 0 0,1 0 1 0 0,0 1-1 0 0,12-10 0 0 0,-15 13 64 0 0,11 2 80 0 0,-12 1-145 0 0,-1-1-1 0 0,1 1 0 0 0,-1 0 0 0 0,1-1 0 0 0,-1 1 0 0 0,1 0 0 0 0,-1 0 0 0 0,1 0 0 0 0,-1 1 0 0 0,1-1 0 0 0,-1 0 0 0 0,1 1 0 0 0,-1-1 0 0 0,1 1 1 0 0,-1-1-1 0 0,1 1 0 0 0,-1-1 0 0 0,0 1 0 0 0,1 0 0 0 0,-1 0 0 0 0,0 0 0 0 0,1 0 0 0 0,-1 0 0 0 0,0 0 0 0 0,1 1 0 0 0,7 11 38 0 0,0 0-1 0 0,-1 0 1 0 0,0 1 0 0 0,-1 0-1 0 0,-1 0 1 0 0,10 30-1 0 0,-10-25-495 0 0,1-1-1 0 0,1 1 1 0 0,14 23 0 0 0,-10-29-410 0 0,-9-11 671 0 0,0 0-481 0 0,12 6-691 0 0,-3-7-1967 0 0,13-5 102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6.0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18 2236 0 0,'0'0'1968'0'0,"0"-3"-1281"0"0,0 2-592 0 0,-1 0 1 0 0,1 0-1 0 0,0 0 0 0 0,0 0 0 0 0,-1 1 0 0 0,1-1 1 0 0,-1 0-1 0 0,1 0 0 0 0,0 0 0 0 0,-1 1 0 0 0,1-1 1 0 0,-1 0-1 0 0,0 1 0 0 0,1-1 0 0 0,-1 1 0 0 0,0-1 1 0 0,0 0-1 0 0,0 1-67 0 0,0-1 0 0 0,0 1 0 0 0,1 0 1 0 0,-1 0-1 0 0,0 0 0 0 0,0 0 0 0 0,0 0 0 0 0,0 0 1 0 0,0 0-1 0 0,1 1 0 0 0,-1-1 0 0 0,0 0 0 0 0,0 0 1 0 0,0 0-1 0 0,1 1 0 0 0,-1-1 0 0 0,0 1 0 0 0,0-1 1 0 0,1 0-1 0 0,-1 1 0 0 0,0-1 0 0 0,1 1 0 0 0,-1 0 1 0 0,0-1-1 0 0,1 1 0 0 0,-1-1 0 0 0,1 1 0 0 0,-1 1 1 0 0,-7 7 44 0 0,0 1 1 0 0,1 0-1 0 0,0 1 0 0 0,0-1 1 0 0,2 1-1 0 0,-1 1 1 0 0,1-1-1 0 0,1 1 1 0 0,0 0-1 0 0,0 0 0 0 0,2 0 1 0 0,-1 0-1 0 0,0 21 1 0 0,3-27-109 0 0,1 1 1 0 0,0-1-1 0 0,0 0 1 0 0,1 1-1 0 0,-1-1 1 0 0,4 7-1 0 0,-3-9-65 0 0,18 9-477 0 0,-15-12 424 0 0,0 0 142 0 0,0 0 0 0 0,0-1 0 0 0,0 0 0 0 0,1 0 0 0 0,-1 0 0 0 0,0-1-1 0 0,0 0 1 0 0,0 0 0 0 0,0 0 0 0 0,0 0 0 0 0,0-1 0 0 0,7-3 0 0 0,-3 1 149 0 0,-1 0-1 0 0,1-1 1 0 0,-1-1 0 0 0,0 1 0 0 0,0-1 0 0 0,0 0 0 0 0,-1-1 0 0 0,0 0 0 0 0,0 0 0 0 0,7-11-1 0 0,-9 10 60 0 0,0 0 1 0 0,-1 0-1 0 0,0-1 0 0 0,-1 1 0 0 0,0-1 0 0 0,0 0 0 0 0,2-15 0 0 0,-4 19-31 0 0,-2 0-46 0 0,-1-15-20 0 0,2 15-47 0 0,0 5-55 0 0,-1 0 1 0 0,1 0-1 0 0,0 0 1 0 0,-1 0-1 0 0,1 0 0 0 0,0 0 1 0 0,0 0-1 0 0,-1 0 1 0 0,1-1-1 0 0,0 1 0 0 0,0 0 1 0 0,-1 0-1 0 0,1 0 0 0 0,0 0 1 0 0,0-1-1 0 0,0 1 1 0 0,-1 0-1 0 0,1 0 0 0 0,0-1 1 0 0,0 1-1 0 0,0 0 1 0 0,0 0-1 0 0,0-1 0 0 0,-1 1 1 0 0,1 0-1 0 0,0-1 1 0 0,0 1-1 0 0,0 0 0 0 0,0 0 1 0 0,0-1-1 0 0,0 1 1 0 0,0 0-1 0 0,0-1 0 0 0,0 0 8 0 0,0 1 0 0 0,0-1 0 0 0,0 0 0 0 0,0 1 0 0 0,-1-1-1 0 0,1 0 1 0 0,0 1 0 0 0,0-1 0 0 0,-1 1 0 0 0,1-1-1 0 0,0 0 1 0 0,-1 1 0 0 0,1-1 0 0 0,-1 1 0 0 0,1-1 0 0 0,0 1-1 0 0,-1-1 1 0 0,1 1 0 0 0,-1-1 0 0 0,0 1 0 0 0,1 0 0 0 0,-1-1-1 0 0,1 1 1 0 0,-1 0 0 0 0,0-1 0 0 0,0 1 0 0 0,-4-1-80 0 0,0 0 1 0 0,1 1-1 0 0,-1 0 1 0 0,0 0-1 0 0,1 0 0 0 0,-1 0 1 0 0,0 1-1 0 0,1 0 1 0 0,-1 0-1 0 0,1 0 1 0 0,-1 0-1 0 0,1 1 1 0 0,-1 0-1 0 0,1 0 1 0 0,0 0-1 0 0,0 0 1 0 0,0 1-1 0 0,-5 3 1 0 0,1 0-698 0 0,1 0 0 0 0,0 1 0 0 0,0-1 0 0 0,1 1 0 0 0,-1 0 0 0 0,2 1 1 0 0,-11 16-1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7.0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13 365 2432 0 0,'2'-4'865'0'0,"0"1"0"0"0,-1-1 0 0 0,1 0 0 0 0,-1 1 0 0 0,0-1 0 0 0,1 0-1 0 0,-2 0 1 0 0,2-5 0 0 0,-2 10-859 0 0,0-1 0 0 0,0 0-1 0 0,0 0 1 0 0,-1 1 0 0 0,1-1 0 0 0,0 0-1 0 0,0 0 1 0 0,0 0 0 0 0,0 1 0 0 0,0-1-1 0 0,0 0 1 0 0,-1 0 0 0 0,1 0-1 0 0,0 1 1 0 0,0-1 0 0 0,0 0 0 0 0,0 0-1 0 0,-1 0 1 0 0,1 0 0 0 0,0 0 0 0 0,0 1-1 0 0,-1-1 1 0 0,1 0 0 0 0,0 0-1 0 0,0 0 1 0 0,0 0 0 0 0,-1 0 0 0 0,1 0-1 0 0,0 0 1 0 0,0 0 0 0 0,-1 0 0 0 0,1 0-1 0 0,0 0 1 0 0,0 0 0 0 0,-1 0 0 0 0,0 0-2 0 0,1 0 1 0 0,-1 0 0 0 0,1 0 0 0 0,-1 0-1 0 0,1 0 1 0 0,-1 0 0 0 0,1 1 0 0 0,-1-1-1 0 0,1 0 1 0 0,-1 0 0 0 0,1 0 0 0 0,-1 1-1 0 0,1-1 1 0 0,-1 0 0 0 0,1 0 0 0 0,0 1-1 0 0,-1-1 1 0 0,1 0 0 0 0,-1 1 0 0 0,1-1-1 0 0,0 1 1 0 0,-1-1 0 0 0,1 1 0 0 0,0-1-1 0 0,0 0 1 0 0,-1 1 0 0 0,1-1 0 0 0,0 1 0 0 0,0-1-1 0 0,0 1 1 0 0,-1-1 0 0 0,1 1 0 0 0,0 0-1 0 0,-3 18 58 0 0,3-14-18 0 0,-1 0-21 0 0,1 1-58 0 0,-1-1-87 0 0,1-1-1 0 0,0 1 1 0 0,-1 0-1 0 0,2 0 1 0 0,-1 0-1 0 0,1 0 0 0 0,-1 0 1 0 0,1 0-1 0 0,1 0 1 0 0,-1 0-1 0 0,1-1 1 0 0,0 1-1 0 0,0 0 0 0 0,0-1 1 0 0,0 0-1 0 0,4 5 1 0 0,26 11-1734 0 0,-28-19 1580 0 0,1-1 173 0 0,3-1 204 0 0,0 0 1 0 0,0 0-1 0 0,0-1 1 0 0,0 0-1 0 0,0-1 1 0 0,-1 1-1 0 0,0-2 1 0 0,1 1-1 0 0,-1-1 0 0 0,0 0 1 0 0,0 0-1 0 0,-1-1 1 0 0,0 0-1 0 0,1 0 1 0 0,-2-1-1 0 0,1 1 1 0 0,-1-1-1 0 0,1 0 1 0 0,-2-1-1 0 0,1 0 0 0 0,-1 1 1 0 0,0-1-1 0 0,6-15 1 0 0,-8 19 85 0 0,-2-1-33 0 0,2-14 10 0 0,-1 14 474 0 0,-2 0-477 0 0,0-14-12 0 0,1 14 528 0 0,-3 6-624 0 0,2-1-47 0 0,-1 0 0 0 0,1 0 1 0 0,0 0-1 0 0,0 0 0 0 0,0 0 0 0 0,0 0 1 0 0,0 0-1 0 0,0 0 0 0 0,0 1 1 0 0,0-1-1 0 0,0 0 0 0 0,1 1 1 0 0,-1-1-1 0 0,0 0 0 0 0,1 1 1 0 0,-1-1-1 0 0,1 1 0 0 0,0-1 0 0 0,-1 1 1 0 0,1-1-1 0 0,0 3 0 0 0,0-1 7 0 0,0 2-4 0 0,0-2-13 0 0,1 3 0 0 0,-1 0-1 0 0,1 0 0 0 0,0 0 1 0 0,0 0-1 0 0,1-1 0 0 0,-1 1 1 0 0,1 0-1 0 0,1-1 0 0 0,-1 1 1 0 0,1-1-1 0 0,0 0 0 0 0,0 0 1 0 0,7 8-1 0 0,-7-10-26 0 0,0-1-1 0 0,0 1 1 0 0,0-1 0 0 0,1 0 0 0 0,-1 0-1 0 0,1 0 1 0 0,0 0 0 0 0,-1 0-1 0 0,1-1 1 0 0,0 0 0 0 0,0 0 0 0 0,0 0-1 0 0,0 0 1 0 0,0-1 0 0 0,0 1-1 0 0,0-1 1 0 0,0 0 0 0 0,0 0 0 0 0,0-1-1 0 0,0 1 1 0 0,0-1 0 0 0,0 0-1 0 0,0 0 1 0 0,0 0 0 0 0,0 0 0 0 0,0-1-1 0 0,5-3 1 0 0,1 1 71 0 0,-1-2 0 0 0,-1 1 0 0 0,1-1-1 0 0,-1 0 1 0 0,1-1 0 0 0,-2 0 0 0 0,1 0 0 0 0,-1-1 0 0 0,0 0 0 0 0,-1 0 0 0 0,0 0 0 0 0,8-14 0 0 0,-8 9 51 0 0,0 0 0 0 0,-1 0 0 0 0,0 0 0 0 0,-1 0 1 0 0,0-1-1 0 0,-1 0 0 0 0,-1 1 0 0 0,0-1 1 0 0,-1-15-1 0 0,-1 6 107 0 0,-1 1 0 0 0,-1-1 0 0 0,-1 1 0 0 0,-1 0 0 0 0,-1 0 0 0 0,-10-26 1 0 0,14 44-91 0 0,-2 2-13 0 0,3 1-86 0 0,0 0 1 0 0,0 0 0 0 0,-1 1-1 0 0,1-1 1 0 0,-1 0-1 0 0,1 1 1 0 0,-1-1-1 0 0,1 1 1 0 0,-1-1-1 0 0,1 1 1 0 0,-1-1-1 0 0,1 1 1 0 0,-1-1 0 0 0,1 1-1 0 0,-1-1 1 0 0,0 1-1 0 0,1 0 1 0 0,-1-1-1 0 0,0 1 1 0 0,0 0-1 0 0,1 0 1 0 0,-1-1-1 0 0,0 1 1 0 0,1 0 0 0 0,-1 0-1 0 0,0 0 1 0 0,0 0-1 0 0,1 0 1 0 0,-1 0-1 0 0,0 0 1 0 0,0 0-1 0 0,1 0 1 0 0,-1 0 0 0 0,0 1-1 0 0,0-1 1 0 0,1 0-1 0 0,-1 0 1 0 0,0 1-1 0 0,1-1 1 0 0,-1 0-1 0 0,0 1 1 0 0,1-1-1 0 0,-1 1 1 0 0,0-1 0 0 0,1 1-1 0 0,-1-1 1 0 0,1 1-1 0 0,-1-1 1 0 0,1 1-1 0 0,0 0 1 0 0,-1-1-1 0 0,1 1 1 0 0,-1 0-1 0 0,1-1 1 0 0,-1 2 0 0 0,-3 14-84 0 0,0 0 0 0 0,1 1 1 0 0,0-1-1 0 0,2 1 0 0 0,0-1 1 0 0,0 1-1 0 0,2 0 0 0 0,0 0 1 0 0,1-1-1 0 0,1 1 0 0 0,0-1 1 0 0,1 0-1 0 0,1 0 0 0 0,0 0 0 0 0,1 0 1 0 0,1-1-1 0 0,15 25 0 0 0,-19-36-30 0 0,0 0-1 0 0,-1-1 1 0 0,1 0-1 0 0,0 1 1 0 0,1-1-1 0 0,-1 0 1 0 0,1-1-1 0 0,-1 1 1 0 0,1-1-1 0 0,0 1 1 0 0,0-1-1 0 0,0 0 1 0 0,0-1-1 0 0,0 1 1 0 0,0-1-1 0 0,6 2 1 0 0,-3-2-21 0 0,1-1 0 0 0,-1 1 1 0 0,1-1-1 0 0,0-1 1 0 0,-1 1-1 0 0,1-1 0 0 0,8-3 1 0 0,-9 2 122 0 0,0 0 1 0 0,0 0-1 0 0,0-1 1 0 0,0 0 0 0 0,-1-1-1 0 0,1 1 1 0 0,-1-1-1 0 0,0-1 1 0 0,0 1-1 0 0,0-1 1 0 0,-1 0-1 0 0,1 0 1 0 0,4-7-1 0 0,1-1 265 0 0,-1-1 1 0 0,-1-1-1 0 0,14-27 0 0 0,-21 35-39 0 0,1 1 0 0 0,-1 0 0 0 0,0-1 0 0 0,3-13 0 0 0,-5 16-137 0 0,1 0 153 0 0,-1-1 13 0 0,-1-13 1 0 0,1 13-12 0 0,-2-1 77 0 0,2 6-288 0 0,0-1 0 0 0,0 1 1 0 0,0-1-1 0 0,0 1 0 0 0,0-1 0 0 0,0 1 0 0 0,0 0 1 0 0,0-1-1 0 0,0 1 0 0 0,0-1 0 0 0,0 1 0 0 0,0-1 1 0 0,-1 1-1 0 0,1 0 0 0 0,0-1 0 0 0,0 1 0 0 0,0-1 1 0 0,-1 1-1 0 0,1 0 0 0 0,0-1 0 0 0,0 1 0 0 0,-1 0 1 0 0,1-1-1 0 0,0 1 0 0 0,-1 0 0 0 0,1-1 0 0 0,0 1 1 0 0,-1 0-1 0 0,1 0 0 0 0,-1-1 0 0 0,1 1 0 0 0,0 0 1 0 0,-1 0-1 0 0,1 0 0 0 0,-1 0 0 0 0,-3 1-1 0 0,2-1-11 0 0,1 1-1 0 0,-1-1 1 0 0,1 1-1 0 0,-1 0 1 0 0,1-1-1 0 0,-1 1 1 0 0,1 0-1 0 0,0 0 1 0 0,-1 0-1 0 0,1 0 1 0 0,0 0-1 0 0,0 0 1 0 0,0 0-1 0 0,0 1 1 0 0,-1 0-1 0 0,0 2-2 0 0,0 0 0 0 0,1 0 0 0 0,-1 0 0 0 0,1 1 0 0 0,0-1 0 0 0,0 0 0 0 0,1 1 0 0 0,-1-1 0 0 0,1 0 0 0 0,0 1 0 0 0,1 8 0 0 0,0-6-140 0 0,-1-1 0 0 0,2 1 0 0 0,-1 0 1 0 0,1 0-1 0 0,0 0 0 0 0,0-1 0 0 0,0 1 1 0 0,1-1-1 0 0,0 0 0 0 0,1 0 0 0 0,-1 0 1 0 0,1 0-1 0 0,0-1 0 0 0,1 1 0 0 0,-1-1 1 0 0,1 0-1 0 0,0 0 0 0 0,1-1 0 0 0,-1 1 1 0 0,1-1-1 0 0,-1-1 0 0 0,1 1 0 0 0,0-1 1 0 0,1 0-1 0 0,-1 0 0 0 0,1 0 0 0 0,-1-1 1 0 0,1 0-1 0 0,0-1 0 0 0,-1 1 0 0 0,1-1 0 0 0,0-1 1 0 0,12 1-1 0 0,42-10-1772 0 0,-55 7 1509 0 0,0 0-1 0 0,0 0 0 0 0,1 0 1 0 0,-1 0-1 0 0,0-1 0 0 0,-1 0 1 0 0,1-1-1 0 0,-1 1 0 0 0,1-1 0 0 0,-1 0 1 0 0,0 0-1 0 0,0-1 0 0 0,7-8 1 0 0,-1-1-2879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7.4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26 2696 0 0,'-8'-1'286'0'0,"0"1"-1"0"0,0 1 0 0 0,1-1 1 0 0,-1 1-1 0 0,0 0 1 0 0,0 1-1 0 0,1 0 1 0 0,-1 0-1 0 0,1 1 0 0 0,0 0 1 0 0,-8 4-1 0 0,11-5-215 0 0,0 0 1 0 0,1 1-1 0 0,-1-1 0 0 0,1 1 0 0 0,0-1 0 0 0,-5 6 0 0 0,3-3 10 0 0,3-3 37 0 0,0 1-13 0 0,2 0-48 0 0,-1-1-1 0 0,0 0 0 0 0,1 0 1 0 0,-1 0-1 0 0,1 1 0 0 0,0-1 1 0 0,0 0-1 0 0,0 0 0 0 0,0 1 1 0 0,0-1-1 0 0,0 0 0 0 0,1 1 1 0 0,0 3-1 0 0,0-3 271 0 0,7-2-208 0 0,-3-1 22 0 0,-1 0 0 0 0,0 0-1 0 0,1 0 1 0 0,-1-1 0 0 0,0 1-1 0 0,1-1 1 0 0,-1 0 0 0 0,0 0-1 0 0,0-1 1 0 0,0 1 0 0 0,0-1 0 0 0,8-4-1 0 0,-4 0 91 0 0,-1 1-1 0 0,0-1 1 0 0,0-1-1 0 0,0 1 1 0 0,-1-1-1 0 0,0-1 1 0 0,9-13-1 0 0,-13 18-161 0 0,-2 0-38 0 0,0 2-103 0 0,1 0 1 0 0,-1 0-1 0 0,0 0 1 0 0,0 0-1 0 0,0 0 1 0 0,1 0-1 0 0,-1 0 1 0 0,0 0-1 0 0,-1 0 1 0 0,1 0-1 0 0,0 0 1 0 0,0 0-1 0 0,0 0 1 0 0,0 0-1 0 0,-1 0 1 0 0,1 0-1 0 0,-1 0 1 0 0,1 0-1 0 0,0 0 1 0 0,-1 0-1 0 0,0 1 1 0 0,1-1-1 0 0,-1 0 1 0 0,1 0-1 0 0,-1 0 1 0 0,0 1-1 0 0,0-1 1 0 0,1 0-1 0 0,-1 1 1 0 0,0-1 0 0 0,0 1-1 0 0,0-1 1 0 0,0 1-1 0 0,0-1 1 0 0,1 1-1 0 0,-1 0 1 0 0,0-1-1 0 0,0 1 1 0 0,0 0-1 0 0,0 0 1 0 0,0 0-1 0 0,0 0 1 0 0,-2 0-1 0 0,-45 10-4093 0 0,23-1-320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8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106 170 2592 0 0,'-5'-5'596'0'0,"2"1"-222"0"0,1 1 0 0 0,-1 0 1 0 0,0-1-1 0 0,0 1 0 0 0,0 1 1 0 0,0-1-1 0 0,-1 0 1 0 0,1 1-1 0 0,-1 0 0 0 0,1-1 1 0 0,-1 2-1 0 0,0-1 0 0 0,0 0 1 0 0,0 1-1 0 0,0-1 0 0 0,0 1 1 0 0,-6-1-1 0 0,9 3-324 0 0,-1-1 0 0 0,1 0 0 0 0,0 1 0 0 0,0-1 0 0 0,0 1 0 0 0,-1-1 0 0 0,1 1 0 0 0,0 0 0 0 0,0-1 0 0 0,0 1 0 0 0,0 0 0 0 0,0 0 0 0 0,0 0 0 0 0,0-1 0 0 0,1 1-1 0 0,-1 0 1 0 0,0 0 0 0 0,0 0 0 0 0,1 1 0 0 0,-1-1 0 0 0,0 0 0 0 0,1 0 0 0 0,-1 2 0 0 0,-1 2 47 0 0,0-1-1 0 0,1 1 1 0 0,0 0-1 0 0,0-1 1 0 0,0 1 0 0 0,0 7-1 0 0,1 1-40 0 0,0 1-1 0 0,2-1 0 0 0,0 1 1 0 0,0-1-1 0 0,5 16 1 0 0,28 71-274 0 0,2 10-2755 0 0,-36-106 2389 0 0,0 13-269 0 0,-1-13-779 0 0,-8-12 1030 0 0,3-1 754 0 0,1 0 0 0 0,0 1 0 0 0,0-2 0 0 0,0 1 0 0 0,1 0 0 0 0,-2-15 0 0 0,0 6 58 0 0,-2-7 314 0 0,1 1 1 0 0,-4-32-1 0 0,10 52-2 0 0,0 0-322 0 0,3-14-43 0 0,-2 14 65 0 0,12 3 119 0 0,-10 0-290 0 0,-1 1 0 0 0,1 0 0 0 0,-1 0 0 0 0,1 0-1 0 0,0 0 1 0 0,-1 0 0 0 0,1 1 0 0 0,-1-1 0 0 0,1 1 0 0 0,-1-1-1 0 0,1 1 1 0 0,-1 0 0 0 0,5 2 0 0 0,63 29 390 0 0,97 41-137 0 0,-140-67-660 0 0,-23-5 144 0 0,2 0-33 0 0,15 0-4 0 0,-16-1 21 0 0,-4-1 215 0 0,-1 1 1 0 0,1 0 0 0 0,-1-1 0 0 0,0 1 0 0 0,1 0 0 0 0,-1-1 0 0 0,1 1-1 0 0,-1 0 1 0 0,1-1 0 0 0,-1 1 0 0 0,1 0 0 0 0,-1 0 0 0 0,1 0 0 0 0,-1 0-1 0 0,1 0 1 0 0,-1-1 0 0 0,1 1 0 0 0,-1 0 0 0 0,1 0 0 0 0,0 0 0 0 0,-1 0-1 0 0,2 1 1 0 0,-2-1-2 0 0,1 0 0 0 0,0 0 0 0 0,-1 0 0 0 0,1 0 0 0 0,0 0 0 0 0,-1 0 0 0 0,1-1 0 0 0,0 1 0 0 0,-1 0 0 0 0,1 0 0 0 0,0 0 1 0 0,-1-1-1 0 0,1 1 0 0 0,0 0 0 0 0,-1-1 0 0 0,1 1 0 0 0,-1 0 0 0 0,1-1 0 0 0,0 1 0 0 0,-1-1 0 0 0,1 1 0 0 0,-1-1 0 0 0,0 1 0 0 0,1-1 0 0 0,-1 1 0 0 0,1-2 0 0 0,2-2-18 0 0,-1 1 0 0 0,0-1 0 0 0,0 0 1 0 0,0 0-1 0 0,-1 0 0 0 0,1 0 0 0 0,-1 0 0 0 0,0-1 1 0 0,0 1-1 0 0,-1 0 0 0 0,1 0 0 0 0,-1-1 0 0 0,0 1 1 0 0,0 0-1 0 0,-1-5 0 0 0,-1-10 22 0 0,-1 1 1 0 0,-7-22-1 0 0,8 35 12 0 0,-8-32 381 0 0,-2 1-1 0 0,-1 0 1 0 0,-35-66-1 0 0,46 99-267 0 0,0-1-51 0 0,-8-7 98 0 0,8 23 237 0 0,10 29-104 0 0,2-7-493 0 0,1 0-1 0 0,3-1 0 0 0,0 0 1 0 0,2-1-1 0 0,36 54 0 0 0,-47-79-413 0 0,15 18-637 0 0,0-10-3301 0 0,-3-6 1093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9.1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47 3504 0 0,'0'0'1502'0'0,"-1"-4"-240"0"0,0-12-235 0 0,1 12 617 0 0,-1 0-961 0 0,-2-11-104 0 0,3 12 1338 0 0,1 7-1605 0 0,17 57 573 0 0,48 104-1 0 0,6-20-2747 0 0,-42-103-331 0 0,-28-39 1464 0 0,10 8-567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29.5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28 213 2532 0 0,'-6'-14'1140'0'0,"1"0"-1"0"0,0-1 1 0 0,1 0 0 0 0,-3-29-1 0 0,6 40-785 0 0,2-2-33 0 0,-1 2-260 0 0,1 0 1 0 0,0 0-1 0 0,-1-1 1 0 0,1 1-1 0 0,1 0 1 0 0,-1 0-1 0 0,1 0 1 0 0,-1 0 0 0 0,1 1-1 0 0,0-1 1 0 0,0 0-1 0 0,1 1 1 0 0,-1-1-1 0 0,1 1 1 0 0,0 0-1 0 0,0 0 1 0 0,4-4-1 0 0,0 3 17 0 0,1 0-1 0 0,0 0 0 0 0,0 0 0 0 0,1 1 1 0 0,-1 0-1 0 0,1 1 0 0 0,-1 0 0 0 0,16-2 1 0 0,-15 4-28 0 0,-1 1 0 0 0,1-1 1 0 0,-1 1-1 0 0,1 1 1 0 0,15 4-1 0 0,-20-4-43 0 0,0-1 1 0 0,0 1-1 0 0,-1 0 1 0 0,1 0-1 0 0,0 1 0 0 0,-1-1 1 0 0,1 1-1 0 0,-1-1 1 0 0,0 1-1 0 0,0 0 0 0 0,0 1 1 0 0,0-1-1 0 0,2 4 1 0 0,-2 0 4 0 0,-2-1-15 0 0,0-1 1 0 0,0 0 0 0 0,-1 1-1 0 0,1-1 1 0 0,-1 1 0 0 0,0-1-1 0 0,-1 0 1 0 0,1 1-1 0 0,-1-1 1 0 0,0 1 0 0 0,-1-1-1 0 0,1 0 1 0 0,-1 0 0 0 0,0 0-1 0 0,0 0 1 0 0,-1 0 0 0 0,1 0-1 0 0,-7 8 1 0 0,5-6-1 0 0,1-2-2 0 0,-14 22 20 0 0,0 0-1 0 0,-36 41 0 0 0,52-68-4 0 0,0 1-1 0 0,1 0 0 0 0,-1 0 0 0 0,0-1 1 0 0,1 1-1 0 0,-1 0 0 0 0,1 0 0 0 0,-1 0 1 0 0,1 0-1 0 0,-1 0 0 0 0,1-1 0 0 0,0 1 0 0 0,-1 0 1 0 0,1 0-1 0 0,0 0 0 0 0,0 0 0 0 0,0 0 1 0 0,0 0-1 0 0,0 0 0 0 0,0 0 0 0 0,0 0 1 0 0,0 0-1 0 0,0 0 0 0 0,0 0 0 0 0,0 0 1 0 0,1 0-1 0 0,-1 0 0 0 0,0 0 0 0 0,1 0 1 0 0,-1 0-1 0 0,1 0 0 0 0,-1 0 0 0 0,1 0 1 0 0,-1-1-1 0 0,1 1 0 0 0,0 0 0 0 0,-1 0 1 0 0,1-1-1 0 0,0 1 0 0 0,0 0 0 0 0,-1-1 1 0 0,3 2-1 0 0,4 3 85 0 0,0 0-1 0 0,1-1 1 0 0,-1 0 0 0 0,9 3 0 0 0,-6-3 41 0 0,15 9 66 0 0,-10-7-10 0 0,-1 1 0 0 0,0 1-1 0 0,0 0 1 0 0,-1 1 0 0 0,0 0-1 0 0,13 13 1 0 0,-24-20-164 0 0,-1 0-1 0 0,1 0 1 0 0,-1 0-1 0 0,1 0 1 0 0,-1 0-1 0 0,0 0 1 0 0,1 1 0 0 0,-1-1-1 0 0,-1 0 1 0 0,1 1-1 0 0,0-1 1 0 0,0 0 0 0 0,-1 1-1 0 0,0-1 1 0 0,1 6-1 0 0,-1-5-47 0 0,0-1-8 0 0,-1 0-1 0 0,1 0 1 0 0,-1 0 0 0 0,1 0 0 0 0,-1 0-1 0 0,0 0 1 0 0,0 0 0 0 0,0 0 0 0 0,0 0-1 0 0,0 0 1 0 0,-1 0 0 0 0,1-1-1 0 0,0 1 1 0 0,-1-1 0 0 0,0 1 0 0 0,1-1-1 0 0,-1 1 1 0 0,0-1 0 0 0,1 0 0 0 0,-3 1-1 0 0,2-1-36 0 0,-12 8-801 0 0,-1-2 1 0 0,0 0 0 0 0,0 0-1 0 0,-1-2 1 0 0,0 0 0 0 0,0-1-1 0 0,0 0 1 0 0,-25 1 0 0 0,-8 2-4674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37.3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8 2988 0 0,'0'0'1295'0'0,"-5"1"-296"0"0,-9 4-154 0 0,1 0 0 0 0,0 0 0 0 0,0 1 0 0 0,-20 13 1 0 0,25-13-636 0 0,0 0 1 0 0,1 0 0 0 0,0 1 0 0 0,0 0 0 0 0,0 1 0 0 0,1-1 0 0 0,0 1 0 0 0,1 0 0 0 0,-1 0 0 0 0,-6 17 0 0 0,11-22-137 0 0,1 0-59 0 0,-1-1 0 0 0,2 1-1 0 0,-1-1 1 0 0,0 1 0 0 0,0-1-1 0 0,1 0 1 0 0,-1 1 0 0 0,1-1-1 0 0,0 1 1 0 0,0-1 0 0 0,0 0-1 0 0,0 0 1 0 0,0 0-1 0 0,0 1 1 0 0,1-1 0 0 0,-1 0-1 0 0,1 0 1 0 0,-1-1 0 0 0,1 1-1 0 0,0 0 1 0 0,0 0 0 0 0,-1-1-1 0 0,1 1 1 0 0,1-1 0 0 0,-1 0-1 0 0,0 0 1 0 0,3 2-1 0 0,25 3 6 0 0,0-1-1 0 0,0-2 0 0 0,50 0 1 0 0,-14 0-30 0 0,-60-3-24 0 0,0 1 0 0 0,0 0 0 0 0,-1 1 0 0 0,1-1 0 0 0,0 1 0 0 0,0 0 0 0 0,-1 1 0 0 0,1-1 0 0 0,6 5 0 0 0,-10-5 22 0 0,8 19 39 0 0,-11-17-12 0 0,-7 18 1 0 0,-6 2-8 0 0,6-13 33 0 0,-2-1 0 0 0,1 0 0 0 0,-1-1 0 0 0,-1 0 0 0 0,1-1 0 0 0,-2 0 0 0 0,1 0 0 0 0,-19 8 0 0 0,30-16-40 0 0,-4 2 123 0 0,0 0 14 0 0,-11 5-9 0 0,11-5 116 0 0,-3-3-82 0 0,6 1-161 0 0,0 0 1 0 0,1 0 0 0 0,-1 0 0 0 0,0 0-1 0 0,1 0 1 0 0,-1 0 0 0 0,0 0 0 0 0,1 0 0 0 0,-1 0-1 0 0,0 0 1 0 0,1-1 0 0 0,-1 1 0 0 0,0 0-1 0 0,1 0 1 0 0,-1 0 0 0 0,1-1 0 0 0,-1 1-1 0 0,0 0 1 0 0,1-1 0 0 0,-1 1 0 0 0,1-1 0 0 0,-1 1-1 0 0,1-1 1 0 0,-1 0 0 0 0,-1-3-11 0 0,1-1 1 0 0,0 1-1 0 0,1-1 1 0 0,-1 1-1 0 0,1-1 1 0 0,-1 0-1 0 0,1 1 1 0 0,1-1-1 0 0,0-6 1 0 0,12-52-59 0 0,-2 9 62 0 0,-8 36 41 0 0,0 0-1 0 0,-1 0 1 0 0,-2 0-1 0 0,1 0 1 0 0,-2-1-1 0 0,-1 1 1 0 0,0 0-1 0 0,-8-29 1 0 0,7 38-7 0 0,-17-24-55 0 0,9 26-254 0 0,4 4 134 0 0,5 2-309 0 0,-4 1-15 0 0,1 1 0 0 0,0 0 1 0 0,1 0-1 0 0,-1 0 0 0 0,0 0 0 0 0,0 1 0 0 0,0 0 0 0 0,1 0 0 0 0,-1 0 0 0 0,1 0 1 0 0,-1 1-1 0 0,1 0 0 0 0,0 0 0 0 0,0 0 0 0 0,-7 7 0 0 0,-4 6-4632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38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22 3528 0 0,'-32'-20'5828'0'0,"29"18"-4003"0"0,5 10-1755 0 0,0 0 0 0 0,1 0 0 0 0,0 0-1 0 0,0-1 1 0 0,0 0 0 0 0,1 1 0 0 0,1-1 0 0 0,6 8-1 0 0,-2-1 74 0 0,198 314-537 0 0,-181-294-3155 0 0,-24-31 2139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38.3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37 201 3492 0 0,'-17'-10'1137'0'0,"14"8"716"0"0,2 2-1789 0 0,0 0 0 0 0,1 0 1 0 0,-1-1-1 0 0,0 1 0 0 0,0 0 0 0 0,1 0 1 0 0,-1-1-1 0 0,0 1 0 0 0,1 0 0 0 0,-1-1 1 0 0,0 1-1 0 0,1-1 0 0 0,-1 1 0 0 0,0-1 1 0 0,1 1-1 0 0,-1-1 0 0 0,1 1 0 0 0,-1-1 1 0 0,1 1-1 0 0,-1-1 0 0 0,1 0 0 0 0,0 1 1 0 0,-1-1-1 0 0,1 0 0 0 0,0 1 0 0 0,-1-1 1 0 0,1 0-1 0 0,0 0 0 0 0,0 1 0 0 0,0-1 1 0 0,0 0-1 0 0,0 0 0 0 0,0 0 0 0 0,0 1 1 0 0,0-1-1 0 0,0 0 0 0 0,0 0 0 0 0,0 1 0 0 0,0-1 1 0 0,0 0-1 0 0,0 0 0 0 0,1-1 0 0 0,0-1 20 0 0,0 0 0 0 0,-1 1 0 0 0,1-1 0 0 0,0 0 0 0 0,1 0 0 0 0,-1 0 0 0 0,0 1 0 0 0,1-1 0 0 0,0 1 0 0 0,-1-1 0 0 0,5-3 0 0 0,17-13 108 0 0,1 1 0 0 0,46-25 0 0 0,-49 32-1358 0 0,0 0-1 0 0,24-6 0 0 0,-41 15-97 0 0,0 1-966 0 0,17-3-1564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38.5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15 175 2328 0 0,'-1'3'1139'0'0,"-11"27"1988"0"0,11-27-959 0 0,6-4-1983 0 0,5 0-32 0 0,0-2 0 0 0,-1 1 0 0 0,1-1 0 0 0,-1-1 0 0 0,0 0 0 0 0,0 0 0 0 0,0-1 0 0 0,0 0 0 0 0,8-7 0 0 0,83-67 335 0 0,-61 46-593 0 0,10-8-2814 0 0,-47 39 1709 0 0,11-10-2035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38.9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15 204 2000 0 0,'0'0'2816'0'0,"5"0"-2237"0"0,12 2-45 0 0,-12-2-102 0 0,-2-2-223 0 0,1-1 0 0 0,0 0-1 0 0,-1 0 1 0 0,1 0-1 0 0,-1-1 1 0 0,0 1 0 0 0,0-1-1 0 0,-1 1 1 0 0,1-1 0 0 0,-1 0-1 0 0,0 0 1 0 0,2-5-1 0 0,11-24 807 0 0,-14 29-705 0 0,0-1-44 0 0,4-45 394 0 0,-5 45-582 0 0,-6-17 68 0 0,5 17-94 0 0,-1 1-64 0 0,-2 0-5 0 0,1 0 0 0 0,0 1 0 0 0,-1-1 1 0 0,0 1-1 0 0,-6-6 0 0 0,6 7 56 0 0,0 3-10 0 0,1-1-24 0 0,1 1-1 0 0,-1 0 1 0 0,1-1-1 0 0,-1 1 1 0 0,1 0-1 0 0,-1 0 1 0 0,1 1-1 0 0,0-1 1 0 0,-1 0-1 0 0,1 1 1 0 0,0 0 0 0 0,0-1-1 0 0,0 1 1 0 0,0 0-1 0 0,0 0 1 0 0,0 0-1 0 0,1 0 1 0 0,-1 0-1 0 0,1 1 1 0 0,0-1-1 0 0,-1 0 1 0 0,1 1-1 0 0,0-1 1 0 0,0 1 0 0 0,-1 3-1 0 0,0 0 0 0 0,1 1 0 0 0,-1-1 0 0 0,1 1 0 0 0,0 0 1 0 0,1-1-1 0 0,0 1 0 0 0,0 0 0 0 0,0 0 0 0 0,1-1 0 0 0,0 1 0 0 0,0 0 0 0 0,0-1 0 0 0,1 1 0 0 0,0-1 0 0 0,1 0 0 0 0,-1 1 1 0 0,1-1-1 0 0,0 0 0 0 0,1-1 0 0 0,0 1 0 0 0,-1-1 0 0 0,8 8 0 0 0,-7-10 15 0 0,0 0 0 0 0,0 1-1 0 0,0-2 1 0 0,1 1 0 0 0,-1 0 0 0 0,1-1 0 0 0,0 0-1 0 0,0 0 1 0 0,0 0 0 0 0,0-1 0 0 0,0 0 0 0 0,0 0 0 0 0,0 0-1 0 0,10 0 1 0 0,-10-1-19 0 0,1-1-49 0 0,1-2-155 0 0,0 0 1 0 0,-1 0-1 0 0,1-1 0 0 0,0 0 1 0 0,-1 0-1 0 0,0 0 1 0 0,0-1-1 0 0,0 0 1 0 0,-1 0-1 0 0,1 0 0 0 0,5-8 1 0 0,-6 6-582 0 0,0 0 1 0 0,0-1 0 0 0,-1 1-1 0 0,1-1 1 0 0,-2 0 0 0 0,4-11-1 0 0,-1-2-3241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0.1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141 322 3628 0 0,'0'0'1304'0'0,"-2"-3"-210"0"0,-3-6-77 0 0,-1 0 0 0 0,-1 0 0 0 0,-12-13 0 0 0,16 19-664 0 0,0 1-246 0 0,0 0 0 0 0,0 0 1 0 0,0 0-1 0 0,0 1 0 0 0,-1-1 0 0 0,1 1 0 0 0,0 0 1 0 0,-1-1-1 0 0,-3 1 0 0 0,3 0 59 0 0,-30 15 89 0 0,32-12-231 0 0,2-2-22 0 0,-1 0 0 0 0,1 1 1 0 0,-1-1-1 0 0,1 0 0 0 0,0 1 1 0 0,-1-1-1 0 0,1 1 0 0 0,0-1 1 0 0,-1 0-1 0 0,1 1 0 0 0,0-1 1 0 0,-1 1-1 0 0,1-1 0 0 0,0 1 1 0 0,0-1-1 0 0,0 1 1 0 0,0-1-1 0 0,-1 1 0 0 0,1-1 1 0 0,0 1-1 0 0,0-1 0 0 0,0 1 1 0 0,0 0-1 0 0,0-1-3 0 0,0 1 1 0 0,0-1 0 0 0,0 1-1 0 0,0-1 1 0 0,0 1 0 0 0,0-1-1 0 0,0 1 1 0 0,0-1-1 0 0,-1 1 1 0 0,1-1 0 0 0,0 1-1 0 0,0-1 1 0 0,-1 1-1 0 0,1-1 1 0 0,0 1 0 0 0,0-1-1 0 0,-1 0 1 0 0,1 1-1 0 0,0-1 1 0 0,-1 0 0 0 0,1 1-1 0 0,-1-1 1 0 0,0 1-1 0 0,0 3-179 0 0,-5 14 191 0 0,5-13 25 0 0,0 0 21 0 0,0 4-33 0 0,1-1 0 0 0,-1 1 0 0 0,2-1 0 0 0,-1 0 0 0 0,1 1 0 0 0,0-1 1 0 0,1 0-1 0 0,0 1 0 0 0,0-1 0 0 0,5 10 0 0 0,-4-13-79 0 0,0 1 0 0 0,1-1 1 0 0,0 0-1 0 0,0 0 0 0 0,1-1 0 0 0,8 8 0 0 0,-10-10-34 0 0,2-1-39 0 0,13-1 101 0 0,-13 1-12 0 0,-2-3 23 0 0,2-1 70 0 0,-1-1 0 0 0,0 1 0 0 0,1-1 0 0 0,-1 0 1 0 0,-1 0-1 0 0,1-1 0 0 0,-1 1 0 0 0,1-1 0 0 0,-1 0 0 0 0,0 0 1 0 0,-1 0-1 0 0,1 0 0 0 0,-1 0 0 0 0,0 0 0 0 0,-1-1 0 0 0,1 1 1 0 0,-1-1-1 0 0,0 1 0 0 0,0-1 0 0 0,-1 0 0 0 0,0 1 0 0 0,0-1 1 0 0,0 1-1 0 0,0-1 0 0 0,-1 0 0 0 0,0 1 0 0 0,-3-10 1 0 0,-2-5 41 0 0,2 8 17 0 0,9 24-149 0 0,-3-9-141 0 0,-1 0 171 0 0,2 0 1 0 0,-1 0 0 0 0,0-1-1 0 0,0 1 1 0 0,1-1 0 0 0,0 0-1 0 0,-1 0 1 0 0,1 0 0 0 0,0 0-1 0 0,4 2 1 0 0,-4-2-54 0 0,1-1-30 0 0,0 1 53 0 0,-1-1-1 0 0,1 0 1 0 0,0 0 0 0 0,-1 0 0 0 0,1-1-1 0 0,0 1 1 0 0,0-1 0 0 0,-1 0 0 0 0,1 0 0 0 0,0 0-1 0 0,0 0 1 0 0,-1-1 0 0 0,1 0 0 0 0,0 0-1 0 0,-1 0 1 0 0,1 0 0 0 0,-1 0 0 0 0,1-1-1 0 0,-1 1 1 0 0,1-1 0 0 0,-1 0 0 0 0,0 0-1 0 0,0 0 1 0 0,0-1 0 0 0,0 1 0 0 0,-1-1 0 0 0,1 1-1 0 0,0-1 1 0 0,-1 0 0 0 0,0 0 0 0 0,3-5-1 0 0,-1 1 85 0 0,0 0 1 0 0,0 0-1 0 0,-1-1 0 0 0,0 1 0 0 0,-1-1 0 0 0,0 0 0 0 0,0 0 0 0 0,0 0 0 0 0,0-10 0 0 0,-2 11-5 0 0,1 0 0 0 0,-2 0 0 0 0,1 0 0 0 0,-1 0 0 0 0,0 1 0 0 0,-3-10 0 0 0,3 10-35 0 0,-4-11 80 0 0,-1-1-1 0 0,-1 2 0 0 0,0-1 0 0 0,-1 1 0 0 0,-20-28 0 0 0,27 41-25 0 0,0 2-58 0 0,0-1 1 0 0,1 1 0 0 0,-1 0-1 0 0,0 0 1 0 0,0 0 0 0 0,0 0-1 0 0,0 0 1 0 0,0 0 0 0 0,0 0-1 0 0,0 0 1 0 0,-1 0 0 0 0,-1-1-1 0 0,2 4 10 0 0,1 0-1 0 0,-1 0 0 0 0,0 0 1 0 0,1 0-1 0 0,0 0 0 0 0,-1 1 1 0 0,1-1-1 0 0,0 0 0 0 0,0 0 1 0 0,0 0-1 0 0,0 0 1 0 0,1 1-1 0 0,-1-1 0 0 0,0 0 1 0 0,2 2-1 0 0,0 4 28 0 0,1-1 0 0 0,0 1 0 0 0,1-1 0 0 0,4 7 0 0 0,4 5 14 0 0,1-2 0 0 0,20 24 0 0 0,-15-23-87 0 0,37 31-1 0 0,-50-45-157 0 0,0 1 1 0 0,1-2-1 0 0,0 1 0 0 0,0 0 1 0 0,0-1-1 0 0,0 0 0 0 0,0-1 1 0 0,1 0-1 0 0,-1 0 0 0 0,1 0 1 0 0,-1 0-1 0 0,9 0 0 0 0,-10-2-288 0 0,0 0-1 0 0,0-1 1 0 0,-1 1-1 0 0,1-1 1 0 0,9-2-1 0 0,2-7-3538 0 0,-3-2-205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0.4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9 138 2052 0 0,'-1'1'273'0'0,"1"0"0"0"0,-1-1-1 0 0,0 1 1 0 0,1 0 0 0 0,-1 0-1 0 0,0-1 1 0 0,1 1 0 0 0,-1 0-1 0 0,1 0 1 0 0,-1 0 0 0 0,1 0 0 0 0,0-1-1 0 0,-1 1 1 0 0,1 0 0 0 0,0 0-1 0 0,-1 2 1 0 0,12 3 2450 0 0,-9-5-3269 0 0,7-4 877 0 0,119-84 840 0 0,-107 70-4392 0 0,34-36 1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1.0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1 107 3444 0 0,'0'0'2799'0'0,"1"-4"-1779"0"0,-1 4-908 0 0,0 0 0 0 0,0-1 0 0 0,0 1 0 0 0,0-1 0 0 0,0 1 0 0 0,0-1 0 0 0,0 1 0 0 0,0 0 0 0 0,0-1 0 0 0,0 1-1 0 0,1-1 1 0 0,-1 1 0 0 0,0 0 0 0 0,0-1 0 0 0,0 1 0 0 0,1 0 0 0 0,-1-1 0 0 0,0 1 0 0 0,1 0 0 0 0,-1-1 0 0 0,0 1 0 0 0,1 0-1 0 0,-1 0 1 0 0,0-1 0 0 0,1 1 0 0 0,-1 0 0 0 0,0 0 0 0 0,1-1 0 0 0,7 11 883 0 0,-6-6-931 0 0,8 13 36 0 0,-4-7-66 0 0,1 1-1 0 0,0-1 1 0 0,0 0 0 0 0,1-1 0 0 0,9 9-1 0 0,-13-15-23 0 0,-3-2-12 0 0,0 0 1 0 0,0 0-1 0 0,1 0 1 0 0,-1 0-1 0 0,0 0 1 0 0,1-1-1 0 0,-1 1 1 0 0,0 0-1 0 0,1-1 1 0 0,-1 1 0 0 0,1-1-1 0 0,-1 0 1 0 0,4 1-1 0 0,13-1-11 0 0,-16-1 13 0 0,0 1 0 0 0,0 0 0 0 0,0-1 0 0 0,0 0-1 0 0,-1 0 1 0 0,1 1 0 0 0,0-1 0 0 0,-1 0 0 0 0,1 0-1 0 0,0-1 1 0 0,-1 1 0 0 0,1 0 0 0 0,-1 0 0 0 0,0-1 0 0 0,1 1-1 0 0,1-3 1 0 0,15-25 59 0 0,-5-29 75 0 0,-13 55-80 0 0,0-3-44 0 0,-8-41-10 0 0,8 44 16 0 0,-2-1 14 0 0,-11-24 396 0 0,10 21 320 0 0,11 23-287 0 0,-2-4-336 0 0,1 0-1 0 0,0-1 0 0 0,1 0 1 0 0,13 15-1 0 0,-17-21-335 0 0,1-1 1 0 0,0 1-1 0 0,0-1 0 0 0,0 0 0 0 0,0 0 1 0 0,1 0-1 0 0,-1-1 0 0 0,1 0 1 0 0,0 0-1 0 0,0-1 0 0 0,0 1 0 0 0,11 1 1 0 0,30-1-3341 0 0,-41-4 2412 0 0,-2 0-76 0 0,12-7-886 0 0,-11 6-1467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1.4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10 221 2168 0 0,'-2'-3'1195'0'0,"1"2"-978"0"0,0-1 1 0 0,0 0-1 0 0,0 0 1 0 0,0 0-1 0 0,1 0 1 0 0,-1 0-1 0 0,1 0 1 0 0,-1 0-1 0 0,1 0 1 0 0,0 0-1 0 0,-1 0 1 0 0,1 0-1 0 0,0 0 1 0 0,0 0-1 0 0,1 0 1 0 0,-1 0-1 0 0,0 0 1 0 0,1 0-1 0 0,-1 0 1 0 0,1 0-1 0 0,-1 0 1 0 0,3-3-1 0 0,-1 1-16 0 0,3 3-225 0 0,13-3 88 0 0,-13 3 58 0 0,-1 1 62 0 0,4 2-129 0 0,0-1 0 0 0,-1 2 0 0 0,1-1 1 0 0,-1 1-1 0 0,0 0 0 0 0,0 0 0 0 0,0 1 0 0 0,0 0 0 0 0,0 0 0 0 0,-1 0 0 0 0,10 9 1 0 0,-13-10 27 0 0,-1 0 3 0 0,16 32 293 0 0,-17-31 27 0 0,0 0-213 0 0,0 12 28 0 0,-1-11 456 0 0,-1-2-362 0 0,0-3-263 0 0,1 1 1 0 0,0 0 0 0 0,0-1 0 0 0,-1 1-1 0 0,1-1 1 0 0,-1 1 0 0 0,1 0 0 0 0,-1-1-1 0 0,1 1 1 0 0,-1-1 0 0 0,1 1-1 0 0,-1-1 1 0 0,1 1 0 0 0,-1-1 0 0 0,0 1-1 0 0,1-1 1 0 0,-1 0 0 0 0,1 1-1 0 0,-1-1 1 0 0,0 0 0 0 0,0 0 0 0 0,1 1-1 0 0,-1-1 1 0 0,0 0 0 0 0,1 0-1 0 0,-1 0 1 0 0,0 0 0 0 0,0 0 0 0 0,1 0-1 0 0,-1 0 1 0 0,0 0 0 0 0,0 0-1 0 0,1 0 1 0 0,-1-1 0 0 0,0 1 0 0 0,1 0-1 0 0,-1 0 1 0 0,0-1 0 0 0,1 1-1 0 0,-1 0 1 0 0,-1-1 0 0 0,2 0-105 0 0,-4 0 195 0 0,2-3-30 0 0,-3-6-131 0 0,2 1-1 0 0,-1-1 1 0 0,1 0-1 0 0,1 0 1 0 0,0-1 0 0 0,0 1-1 0 0,1 0 1 0 0,0-1-1 0 0,1 1 1 0 0,1-12 0 0 0,0 4-900 0 0,2-1 0 0 0,0 1 0 0 0,1 0 0 0 0,12-30 0 0 0,-12 36-749 0 0,-3 7 999 0 0,4-2-2880 0 0,4-6-89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1.8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26 164 2732 0 0,'4'21'954'0'0,"-4"-17"1859"0"0,2-1-2342 0 0,4 9-63 0 0,-5-9 743 0 0,2-4-1025 0 0,0-1-99 0 0,0 1 1 0 0,1-1-1 0 0,-1 0 0 0 0,-1 0 1 0 0,1 0-1 0 0,0 0 0 0 0,0-1 1 0 0,-1 1-1 0 0,1-1 1 0 0,-1 1-1 0 0,0-1 0 0 0,0 0 1 0 0,0 0-1 0 0,0 0 0 0 0,0 0 1 0 0,-1 0-1 0 0,1 0 1 0 0,-1 0-1 0 0,1-6 0 0 0,2 1 60 0 0,-2 3 4 0 0,0 0 0 0 0,-1 0 1 0 0,0-1-1 0 0,0 1 0 0 0,1-10 0 0 0,-2 11-67 0 0,1 0 101 0 0,-2-1-17 0 0,1 0-80 0 0,-1-1 0 0 0,0 0 1 0 0,0 0-1 0 0,-1 0 0 0 0,0 1 0 0 0,0-1 0 0 0,0 1 1 0 0,-1-1-1 0 0,0 1 0 0 0,0 0 0 0 0,-4-6 1 0 0,4 8 7 0 0,-3-2 25 0 0,5 4-50 0 0,1 1-1 0 0,0-1 1 0 0,0 1-1 0 0,0 0 0 0 0,-1-1 1 0 0,1 1-1 0 0,0 0 1 0 0,0-1-1 0 0,-1 1 1 0 0,1 0-1 0 0,0-1 1 0 0,-1 1-1 0 0,1 0 1 0 0,0 0-1 0 0,-1-1 0 0 0,1 1 1 0 0,0 0-1 0 0,-1 0 1 0 0,1 0-1 0 0,-1-1 1 0 0,1 1-1 0 0,0 0 1 0 0,-1 0-1 0 0,1 0 0 0 0,-1 0 1 0 0,1 0-1 0 0,-1 0 1 0 0,1 0-1 0 0,-1 0 1 0 0,1 0-1 0 0,0 0 1 0 0,-1 0-1 0 0,1 0 1 0 0,-1 0-1 0 0,1 1 0 0 0,0-1 1 0 0,-1 0-1 0 0,-19 6 141 0 0,18-4-95 0 0,0 0 0 0 0,0 0 0 0 0,0 0 1 0 0,0 0-1 0 0,0 1 0 0 0,1-1 0 0 0,-1 1 0 0 0,1-1 0 0 0,-1 1 0 0 0,1 0 0 0 0,0-1 1 0 0,0 1-1 0 0,0 0 0 0 0,1 0 0 0 0,-1 3 0 0 0,-2 3 45 0 0,1 1 0 0 0,1-1 1 0 0,0 1-1 0 0,0-1 0 0 0,1 1 0 0 0,0 0 0 0 0,1-1 0 0 0,0 1 0 0 0,0 0 1 0 0,1-1-1 0 0,0 0 0 0 0,4 10 0 0 0,-5-15-80 0 0,1 1-21 0 0,-1 0-1 0 0,1-1 0 0 0,0 1 1 0 0,0-1-1 0 0,0 1 1 0 0,1-1-1 0 0,-1 0 0 0 0,1 0 1 0 0,0 0-1 0 0,0 0 1 0 0,1-1-1 0 0,-1 1 0 0 0,1-1 1 0 0,0 0-1 0 0,0 0 0 0 0,0 0 1 0 0,0-1-1 0 0,0 1 1 0 0,0-1-1 0 0,1 0 0 0 0,-1 0 1 0 0,8 2-1 0 0,-7-4-139 0 0,1 0 0 0 0,0 0 0 0 0,-1-1 0 0 0,1 1 0 0 0,0-1 0 0 0,-1 0 0 0 0,1-1 0 0 0,-1 0 0 0 0,0 1 0 0 0,1-2 0 0 0,-1 1 0 0 0,0-1-1 0 0,0 1 1 0 0,7-7 0 0 0,1 0-436 0 0,0-1-1 0 0,-1 0 1 0 0,0 0-1 0 0,-1-1 1 0 0,0-1-1 0 0,-1 0 1 0 0,0-1 0 0 0,-1 0-1 0 0,0 0 1 0 0,-1-1-1 0 0,-1 0 1 0 0,0 0-1 0 0,8-26 1 0 0,-6 15-2510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2:42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 6 2356 0 0,'-2'-2'223'0'0,"0"2"-1"0"0,-1-1 0 0 0,0 0 0 0 0,1 0 1 0 0,-1 1-1 0 0,1-1 0 0 0,-1 1 1 0 0,0 0-1 0 0,1 0 0 0 0,-1 0 1 0 0,0 0-1 0 0,1 1 0 0 0,-1-1 0 0 0,1 1 1 0 0,-1-1-1 0 0,1 1 0 0 0,-1 0 1 0 0,1 0-1 0 0,-1 0 0 0 0,1 0 1 0 0,-4 3-1 0 0,1-1 2 0 0,1 0 0 0 0,-1 1 0 0 0,1 0 0 0 0,1-1 0 0 0,-1 1 0 0 0,0 1 0 0 0,1-1 0 0 0,0 0 0 0 0,-4 8 0 0 0,5-9 109 0 0,1 2-21 0 0,-1 13-13 0 0,1-14-26 0 0,2 1-33 0 0,0 0-163 0 0,0-1 0 0 0,1 1 1 0 0,0-1-1 0 0,0 1 0 0 0,0-1 0 0 0,0 0 0 0 0,0 0 0 0 0,1 0 0 0 0,0 0 0 0 0,0 0 0 0 0,5 4 0 0 0,3 2 216 0 0,1 0 0 0 0,22 12-1 0 0,-16-11-146 0 0,-2-1-34 0 0,-3-3 46 0 0,-1 0-1 0 0,17 14 1 0 0,-27-19-127 0 0,-2-2-30 0 0,0 1 1 0 0,-1-1-1 0 0,1 0 0 0 0,0 1 0 0 0,0-1 0 0 0,0 0 1 0 0,0 1-1 0 0,0-1 0 0 0,0 1 0 0 0,1-1 0 0 0,-1 0 1 0 0,0 1-1 0 0,0-1 0 0 0,0 0 0 0 0,0 1 0 0 0,0-1 0 0 0,0 1 1 0 0,1-1-1 0 0,-1 0 0 0 0,0 0 0 0 0,0 1 0 0 0,0-1 1 0 0,1 0-1 0 0,-1 1 0 0 0,0-1 0 0 0,1 0 0 0 0,-1 0 1 0 0,0 1-1 0 0,1-1 0 0 0,-1 0 0 0 0,1 1 0 0 0,0-1 0 0 0,-1 1 0 0 0,1-1 0 0 0,-1 1 0 0 0,1-1-1 0 0,0 1 1 0 0,-1 0 0 0 0,1-1 0 0 0,-1 1 0 0 0,0 0 0 0 0,1-1 0 0 0,-1 1 0 0 0,0 0 0 0 0,1-1-1 0 0,-1 1 1 0 0,0 0 0 0 0,0 0 0 0 0,1 0 0 0 0,-1-1 0 0 0,0 1 0 0 0,0 0 0 0 0,0 1 0 0 0,-1 6-89 0 0,0 0 1 0 0,0-1-1 0 0,-1 1 1 0 0,0-1-1 0 0,0 1 1 0 0,-1-1-1 0 0,0 0 1 0 0,0 0 0 0 0,-1 0-1 0 0,0 0 1 0 0,0-1-1 0 0,-7 9 1 0 0,-7 7-2160 0 0,-1 0 0 0 0,-25 21 0 0 0,9-10-3402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11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 1 3388 0 0,'0'0'4045'0'0,"-22"6"-2429"0"0,3 1-6329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9.8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16 3700 0 0,'3'-15'7194'0'0,"-8"31"-5852"0"0,-7 39-1570 0 0,-4 35 441 0 0,5 0 0 0 0,3 1 0 0 0,6 118 1 0 0,2-206-606 0 0,1 0 0 0 0,-1 1 1 0 0,1-1-1 0 0,0 0 1 0 0,0 0-1 0 0,0 0 1 0 0,0 0-1 0 0,0 1 1 0 0,1-1-1 0 0,1 3 1 0 0,-2-4 236 0 0,1 1-1361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0.0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17 115 3408 0 0,'-4'-2'1400'0'0,"-8"-11"2071"0"0,13 3-1735 0 0,16 2-1913 0 0,209-28 1379 0 0,-88 16-1024 0 0,7 0-645 0 0,-47 15-4042 0 0,-93 5 2211 0 0,19 3-1606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0.3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84 3020 0 0,'0'0'1264'0'0,"2"2"-173"0"0,3 0-869 0 0,-1-1 0 0 0,0 1 0 0 0,0-1 0 0 0,1 0 0 0 0,-1 0-1 0 0,0 0 1 0 0,1 0 0 0 0,-1-1 0 0 0,1 0 0 0 0,8 0 0 0 0,55-8 571 0 0,-42 4-419 0 0,225-36 1151 0 0,-115 17-2240 0 0,-4 4-4996 0 0,-127 18 1669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1.1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46 2640 0 0,'4'-1'1290'0'0,"13"-2"-361"0"0,1 0 0 0 0,0 1 0 0 0,0 1 0 0 0,19 1 0 0 0,-27 1-817 0 0,0-1 0 0 0,-1 2 0 0 0,1-1 1 0 0,0 1-1 0 0,-1 0 0 0 0,1 1 0 0 0,-1 0 0 0 0,0 1 0 0 0,0 0 1 0 0,0 0-1 0 0,-1 1 0 0 0,1 0 0 0 0,-1 1 0 0 0,0-1 1 0 0,-1 2-1 0 0,1-1 0 0 0,-1 1 0 0 0,8 11 0 0 0,7 22 136 0 0,-20-35-84 0 0,-2 0 3 0 0,0-2-124 0 0,0 3 26 0 0,0 0 0 0 0,0 0 0 0 0,0-1-1 0 0,-1 1 1 0 0,0 0 0 0 0,0 0 0 0 0,-1 0 0 0 0,1-1 0 0 0,-1 1 0 0 0,0-1 0 0 0,-1 1-1 0 0,1-1 1 0 0,-1 0 0 0 0,-6 8 0 0 0,-14 11 733 0 0,20-22-11 0 0,-20-7 39 0 0,16-14-531 0 0,5 15-157 0 0,2-2-8 0 0,1-3-87 0 0,-1 1 0 0 0,1 0-1 0 0,1 0 1 0 0,-1 0 0 0 0,2 0-1 0 0,-1 0 1 0 0,1 0 0 0 0,0 0 0 0 0,0 1-1 0 0,1-1 1 0 0,8-11 0 0 0,-4 8-233 0 0,0 1 0 0 0,1 0 0 0 0,0 1 0 0 0,0 0 0 0 0,1 1 0 0 0,0-1 1 0 0,16-9-1 0 0,-6 7-952 0 0,0 1 1 0 0,1 1 0 0 0,0 0-1 0 0,0 2 1 0 0,1 0 0 0 0,40-6-1 0 0,-58 13 642 0 0,0 0-613 0 0,-4 0 1097 0 0,1 0-1 0 0,-1 0 0 0 0,0-1 0 0 0,1 1 0 0 0,-1 0 0 0 0,1 0 1 0 0,-1 0-1 0 0,1 0 0 0 0,-1 0 0 0 0,1 0 0 0 0,-1 0 0 0 0,0 0 1 0 0,1 0-1 0 0,-1 0 0 0 0,1 1 0 0 0,-1-1 0 0 0,1 0 0 0 0,-1 0 1 0 0,1 0-1 0 0,-1 0 0 0 0,0 1 0 0 0,1-1 0 0 0,-1 0 0 0 0,0 0 1 0 0,1 1-1 0 0,-1-1 0 0 0,0 0 0 0 0,1 1 0 0 0,-1-1 0 0 0,0 0 1 0 0,1 1-1 0 0,-1-1 0 0 0,0 1 0 0 0,0-1 0 0 0,0 0 0 0 0,1 1 1 0 0,-1-1-1 0 0,0 1 0 0 0,0-1 0 0 0,0 1 0 0 0,0-1 0 0 0,0 1 1 0 0,0 0-1 0 0,-20 24-121 0 0,18-23 184 0 0,-58 68 1884 0 0,58-67-1487 0 0,1 0 32 0 0,0 0-303 0 0,1 0 0 0 0,-1-1 0 0 0,1 1 0 0 0,-1-1 0 0 0,1 1 0 0 0,0 0 0 0 0,0-1 0 0 0,1 1 0 0 0,-1-1 0 0 0,0 1 0 0 0,2 4 0 0 0,-1-4 187 0 0,2-1-22 0 0,1 1-271 0 0,0-1-1 0 0,0 0 0 0 0,0 0 1 0 0,0-1-1 0 0,0 1 0 0 0,0-1 1 0 0,1 0-1 0 0,-1 0 1 0 0,1 0-1 0 0,-1-1 0 0 0,0 1 1 0 0,1-1-1 0 0,-1 0 0 0 0,1-1 1 0 0,-1 1-1 0 0,1-1 1 0 0,-1 0-1 0 0,1 0 0 0 0,5-2 1 0 0,-3 2-54 0 0,-1-1 1 0 0,1 0-1 0 0,-1 0 1 0 0,1 0-1 0 0,-1-1 1 0 0,0 0 0 0 0,0-1-1 0 0,0 1 1 0 0,0-1-1 0 0,0 0 1 0 0,5-5-1 0 0,5-5 27 0 0,-9 9 3 0 0,-1-1 1 0 0,0 0-1 0 0,0 0 0 0 0,-1 0 1 0 0,1-1-1 0 0,4-8 0 0 0,-8 12-7 0 0,-2 0-64 0 0,1 2 24 0 0,-1 0-1 0 0,1 0 1 0 0,-1-1-1 0 0,0 1 1 0 0,1 0 0 0 0,-1 0-1 0 0,0 0 1 0 0,0 0 0 0 0,0-1-1 0 0,0 1 1 0 0,0 0 0 0 0,0 0-1 0 0,0 0 1 0 0,0 0-1 0 0,-1-2 1 0 0,1 3 2 0 0,0-1 3 0 0,0 1-1 0 0,-1-1 0 0 0,1 1 0 0 0,0-1 0 0 0,-1 0 0 0 0,1 1 1 0 0,0-1-1 0 0,-1 1 0 0 0,1-1 0 0 0,-1 0 0 0 0,1 1 0 0 0,-1 0 0 0 0,1-1 1 0 0,-1 1-1 0 0,1-1 0 0 0,-1 1 0 0 0,0-1 0 0 0,1 1 0 0 0,-1 0 1 0 0,1 0-1 0 0,-1-1 0 0 0,0 1 0 0 0,1 0 0 0 0,-1 0 0 0 0,-1 0 0 0 0,-2-1 4 0 0,-1 0 0 0 0,1 1 0 0 0,-1 0 0 0 0,1 0 0 0 0,-1 0-1 0 0,1 1 1 0 0,0 0 0 0 0,-1 0 0 0 0,1 0 0 0 0,-1 0 0 0 0,1 0 0 0 0,0 1-1 0 0,0 0 1 0 0,0 0 0 0 0,-5 4 0 0 0,0-1-4 0 0,1-1 17 0 0,-1 1 0 0 0,1 1 0 0 0,0-1 0 0 0,1 1 0 0 0,-1 1 0 0 0,1-1 0 0 0,1 1 0 0 0,-1 1 1 0 0,1-1-1 0 0,0 1 0 0 0,1 0 0 0 0,0 0 0 0 0,0 1 0 0 0,-4 10 0 0 0,8-16 34 0 0,0 1 1 0 0,0 0 0 0 0,0-1-1 0 0,0 1 1 0 0,0 0-1 0 0,1-1 1 0 0,0 1 0 0 0,0 0-1 0 0,0 0 1 0 0,0-1 0 0 0,1 6-1 0 0,0-5-23 0 0,0-2-11 0 0,-1 0 0 0 0,1 1-1 0 0,0-1 1 0 0,0 1 0 0 0,0-1 0 0 0,0 0 0 0 0,1 0 0 0 0,-1 0 0 0 0,1 0-1 0 0,-1 0 1 0 0,1 0 0 0 0,0 0 0 0 0,-1 0 0 0 0,1 0 0 0 0,0-1 0 0 0,3 2-1 0 0,-3-1-9 0 0,1-1-4 0 0,0 1 0 0 0,0-1 0 0 0,0 1 1 0 0,0-1-1 0 0,0 0 0 0 0,1 0 0 0 0,-1 0 1 0 0,0-1-1 0 0,0 1 0 0 0,1-1 0 0 0,-1 0 1 0 0,1 0-1 0 0,5 0 0 0 0,-7-1-29 0 0,7 1-223 0 0,1 0 1 0 0,-1-1 0 0 0,0 0 0 0 0,0-1 0 0 0,0 0-1 0 0,0-1 1 0 0,12-4 0 0 0,56-30-4260 0 0,-58 26 2437 0 0,9-3-2790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2.0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262 22 2752 0 0,'0'0'3014'0'0,"-1"-3"-2344"0"0,-4-10-143 0 0,4 10 235 0 0,-3 2-352 0 0,-3 1-284 0 0,-1-1 0 0 0,0 1 0 0 0,1 0-1 0 0,-1 1 1 0 0,1-1 0 0 0,-1 2-1 0 0,1-1 1 0 0,-1 1 0 0 0,1 0-1 0 0,0 0 1 0 0,0 1 0 0 0,0 0 0 0 0,0 0-1 0 0,-12 9 1 0 0,7-4 11 0 0,0 0 1 0 0,0 1-1 0 0,1 0 1 0 0,0 1-1 0 0,1 0 1 0 0,-18 23-1 0 0,23-25-77 0 0,1 0-1 0 0,0 1 1 0 0,0-1 0 0 0,1 1 0 0 0,0 0-1 0 0,1-1 1 0 0,0 1 0 0 0,0 1-1 0 0,0-1 1 0 0,1 15 0 0 0,1-21-45 0 0,0 0 1 0 0,1 0-1 0 0,0 0 1 0 0,-1 0-1 0 0,1 0 1 0 0,0 0 0 0 0,1 0-1 0 0,-1 0 1 0 0,0 0-1 0 0,1-1 1 0 0,-1 1-1 0 0,1 0 1 0 0,0-1-1 0 0,0 1 1 0 0,0-1-1 0 0,0 0 1 0 0,1 0 0 0 0,3 3-1 0 0,-3-2-8 0 0,2-2-11 0 0,0-1 21 0 0,1 0-1 0 0,-1 0 0 0 0,1 0 0 0 0,0-1 1 0 0,-1 1-1 0 0,1-1 0 0 0,-1-1 0 0 0,0 1 1 0 0,1-1-1 0 0,-1 0 0 0 0,0 0 0 0 0,9-5 1 0 0,-3 0 40 0 0,0 0 1 0 0,-1-1-1 0 0,1 0 1 0 0,15-16-1 0 0,27-42 567 0 0,-51 64-497 0 0,-2 1-115 0 0,1 0-1 0 0,-1 0 1 0 0,0 1 0 0 0,0-1-1 0 0,1 0 1 0 0,-1 0 0 0 0,1 1 0 0 0,-1-1-1 0 0,1 0 1 0 0,-1 1 0 0 0,1-1-1 0 0,-1 1 1 0 0,1-1 0 0 0,0 0 0 0 0,-1 1-1 0 0,1-1 1 0 0,0 1 0 0 0,-1 0-1 0 0,1-1 1 0 0,0 1 0 0 0,0 0 0 0 0,-1-1-1 0 0,3 1 1 0 0,-3-1-5 0 0,0 1-1 0 0,1 0 1 0 0,-1 0 0 0 0,1 0-1 0 0,-1-1 1 0 0,1 1 0 0 0,0 0 0 0 0,-1 0-1 0 0,1 0 1 0 0,-1 0 0 0 0,1 0-1 0 0,-1 0 1 0 0,1 0 0 0 0,-1 0-1 0 0,1 0 1 0 0,-1 0 0 0 0,1 0-1 0 0,-1 0 1 0 0,1 1 0 0 0,-1-1-1 0 0,1 0 1 0 0,-1 0 0 0 0,1 1 0 0 0,-1-1-1 0 0,1 0 1 0 0,-1 0 0 0 0,1 1-1 0 0,-1-1 1 0 0,0 0 0 0 0,1 1-1 0 0,-1-1 1 0 0,0 1 0 0 0,1-1-1 0 0,-1 0 1 0 0,0 1 0 0 0,1-1-1 0 0,-1 1 1 0 0,0-1 0 0 0,0 1 0 0 0,0-1-1 0 0,1 1 1 0 0,-1 0 0 0 0,3 35 21 0 0,-1 0 1 0 0,-1 0 0 0 0,-3 1 0 0 0,-7 50 0 0 0,0 4-29 0 0,6-43 79 0 0,-11 247 1208 0 0,18-304-1214 0 0,-3 8-70 0 0,0 1 1 0 0,0-1-1 0 0,-1 0 1 0 0,1 0-1 0 0,0 0 1 0 0,0 0-1 0 0,-1 0 1 0 0,1 0-1 0 0,0 0 1 0 0,-1 0-1 0 0,1 0 1 0 0,-1 0-1 0 0,1 0 1 0 0,0-2-1 0 0,104-257-1740 0 0,-37 133-1438 0 0,13 9-3850 0 0,-67 101 3610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3.4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51 2764 0 0,'0'0'2208'0'0,"-2"-3"-1354"0"0,2 3-745 0 0,0 0 0 0 0,0-1 0 0 0,0 1 0 0 0,0 0 0 0 0,0-1-1 0 0,0 1 1 0 0,0-1 0 0 0,0 1 0 0 0,0 0 0 0 0,0-1 0 0 0,-1 1 0 0 0,1 0 0 0 0,0-1 0 0 0,0 1 0 0 0,0 0 0 0 0,0-1 0 0 0,-1 1 0 0 0,1 0 0 0 0,0 0-1 0 0,-1-1 1 0 0,1 1 0 0 0,0 0 0 0 0,0 0 0 0 0,-1-1 0 0 0,1 1 0 0 0,0 0 0 0 0,-1 0 0 0 0,1 0 0 0 0,0 0 0 0 0,-1 0 0 0 0,1-1 0 0 0,0 1 0 0 0,-1 0-1 0 0,1 0 1 0 0,-1 0 0 0 0,1 0 0 0 0,0 0 0 0 0,-1 0 0 0 0,1 0 0 0 0,-1 0 0 0 0,-7 16 1112 0 0,-2 34-722 0 0,10-50-460 0 0,-3 27 347 0 0,0 46 0 0 0,4-68-358 0 0,0 0-8 0 0,-1-2-12 0 0,1 0 0 0 0,-1 1-1 0 0,1-1 1 0 0,0 0 0 0 0,0 0-1 0 0,1 0 1 0 0,-1 0 0 0 0,1 0-1 0 0,-1 0 1 0 0,1 0 0 0 0,0 0 0 0 0,0-1-1 0 0,0 1 1 0 0,5 4 0 0 0,-5-6-13 0 0,0 0 1 0 0,1 0 0 0 0,-1 0-1 0 0,1 0 1 0 0,-1-1 0 0 0,0 1-1 0 0,1-1 1 0 0,-1 1 0 0 0,1-1 0 0 0,-1 0-1 0 0,1 0 1 0 0,-1 0 0 0 0,1 0-1 0 0,0 0 1 0 0,-1-1 0 0 0,0 1-1 0 0,1-1 1 0 0,-1 1 0 0 0,1-1-1 0 0,-1 0 1 0 0,0 0 0 0 0,1 0 0 0 0,3-3-1 0 0,5-3 3 0 0,0 0-1 0 0,0-1 1 0 0,-1 0-1 0 0,0 0 1 0 0,0-1 0 0 0,-1 0-1 0 0,0-1 1 0 0,-1 0-1 0 0,0-1 1 0 0,0 1-1 0 0,-1-2 1 0 0,-1 1-1 0 0,0-1 1 0 0,7-19 0 0 0,-11 28 26 0 0,0-14 596 0 0,-8 28-344 0 0,3-4-245 0 0,1 1-1 0 0,0-1 1 0 0,1 0 0 0 0,-1 1 0 0 0,1-1 0 0 0,1 1 0 0 0,-1 0 0 0 0,1-1 0 0 0,1 1 0 0 0,1 10 0 0 0,-1-11-24 0 0,-1 0 0 0 0,1 0 0 0 0,0 0 0 0 0,1 0 0 0 0,0 0 0 0 0,0 0 0 0 0,1 0 0 0 0,-1-1 1 0 0,2 1-1 0 0,-1-1 0 0 0,0 0 0 0 0,1 0 0 0 0,0 0 0 0 0,1-1 0 0 0,-1 1 0 0 0,11 8 0 0 0,-12-12-92 0 0,1 0 0 0 0,-1 0-1 0 0,1 0 1 0 0,-1-1 0 0 0,1 0 0 0 0,0 1-1 0 0,0-1 1 0 0,-1-1 0 0 0,1 1 0 0 0,0 0-1 0 0,0-1 1 0 0,0 0 0 0 0,0 0 0 0 0,0 0-1 0 0,0 0 1 0 0,6-2 0 0 0,3-1-356 0 0,-1-1-1 0 0,1 0 1 0 0,14-7 0 0 0,-26 11 410 0 0,6-3-151 0 0,-1 0-1 0 0,1 0 0 0 0,-1-1 0 0 0,0 0 0 0 0,0 0 0 0 0,0 0 1 0 0,0-1-1 0 0,-1 0 0 0 0,0 0 0 0 0,0 0 0 0 0,0-1 0 0 0,-1 1 1 0 0,1-1-1 0 0,-1-1 0 0 0,-1 1 0 0 0,1 0 0 0 0,-1-1 1 0 0,3-8-1 0 0,-5 12 73 0 0,-1-1 32 0 0,2-12 13 0 0,-1 11 22 0 0,-3 2 29 0 0,2 0 43 0 0,-1 1 0 0 0,0-1 0 0 0,0 1-1 0 0,-1 0 1 0 0,1 0 0 0 0,-1-1 0 0 0,1 1 0 0 0,-1 0-1 0 0,1 0 1 0 0,-1 1 0 0 0,-3-4 0 0 0,2 3 235 0 0,-1 3-154 0 0,2-1-40 0 0,0 1 0 0 0,-1 0-1 0 0,1-1 1 0 0,0 1 0 0 0,-1 0-1 0 0,1 0 1 0 0,0 0 0 0 0,0 0-1 0 0,0 1 1 0 0,0-1 0 0 0,0 0-1 0 0,-2 3 1 0 0,2-2 515 0 0,5 0-465 0 0,0 0-104 0 0,-1-1 1 0 0,1 1 0 0 0,0-1 0 0 0,0 0 0 0 0,0-1 0 0 0,0 1 0 0 0,1 0 0 0 0,-1-1 0 0 0,0 1 0 0 0,0-1 0 0 0,0 0 0 0 0,0 0 0 0 0,1-1-1 0 0,-1 1 1 0 0,0-1 0 0 0,0 1 0 0 0,0-1 0 0 0,0 0 0 0 0,0 0 0 0 0,4-2 0 0 0,1-1-49 0 0,0 1 0 0 0,0-2 1 0 0,0 1-1 0 0,-1-1 0 0 0,1 0 0 0 0,-1-1 0 0 0,0 0 1 0 0,-1 0-1 0 0,0 0 0 0 0,0-1 0 0 0,0 0 0 0 0,8-13 1 0 0,-12 17 23 0 0,-2-1 1 0 0,2-14 4 0 0,-1 14 35 0 0,-7-18 30 0 0,5 22-63 0 0,1 0 0 0 0,0 0 0 0 0,0 0 0 0 0,-1 0 0 0 0,1 0 0 0 0,0 0 0 0 0,0 0 0 0 0,-1 0 0 0 0,1 0 0 0 0,0 0 0 0 0,0 0 0 0 0,-1 0 0 0 0,1-1 0 0 0,0 1 0 0 0,0 0 0 0 0,-1 0 0 0 0,1 0 0 0 0,0 0 0 0 0,0 0 0 0 0,0-1 1 0 0,-1 1-1 0 0,1 0 0 0 0,0 0 0 0 0,0-1 0 0 0,0 1 0 0 0,0 0 0 0 0,-1 0 0 0 0,1-1 0 0 0,0 1 0 0 0,0 0 0 0 0,0-1 0 0 0,0 1 9 0 0,0-1-1 0 0,-1 1 1 0 0,1-1 0 0 0,0 1 0 0 0,0 0-1 0 0,-1-1 1 0 0,1 1 0 0 0,0 0-1 0 0,0-1 1 0 0,-1 1 0 0 0,1 0-1 0 0,-1-1 1 0 0,1 1 0 0 0,0 0-1 0 0,-1-1 1 0 0,1 1 0 0 0,0 0-1 0 0,-1 0 1 0 0,1 0 0 0 0,-1-1 0 0 0,1 1-1 0 0,-1 0 1 0 0,1 0 0 0 0,-1 0-1 0 0,1 0 1 0 0,0 0 0 0 0,-1 0-1 0 0,1 0 1 0 0,-1 0 0 0 0,1 0-1 0 0,-1 0 1 0 0,1 0 0 0 0,-1 0-1 0 0,1 0 1 0 0,-1 0 0 0 0,0 1 0 0 0,-4 0 26 0 0,-1 1 1 0 0,0 0 0 0 0,1 0 0 0 0,0 1 0 0 0,-1 0-1 0 0,1-1 1 0 0,0 2 0 0 0,0-1 0 0 0,1 1 0 0 0,-1-1-1 0 0,1 1 1 0 0,0 0 0 0 0,0 1 0 0 0,0-1-1 0 0,-4 8 1 0 0,3-5 19 0 0,0 0-1 0 0,0 1 0 0 0,1 0 1 0 0,0 0-1 0 0,0 0 1 0 0,1 0-1 0 0,0 1 0 0 0,1-1 1 0 0,0 1-1 0 0,-2 12 1 0 0,4-17-54 0 0,-1 0 0 0 0,0 0 1 0 0,1 0-1 0 0,0 0 0 0 0,0 0 1 0 0,0 0-1 0 0,1 0 1 0 0,-1 0-1 0 0,1 0 0 0 0,0 0 1 0 0,0 0-1 0 0,0 0 0 0 0,0-1 1 0 0,1 1-1 0 0,0 0 0 0 0,0-1 1 0 0,0 1-1 0 0,0-1 0 0 0,0 0 1 0 0,1 1-1 0 0,-1-1 1 0 0,1 0-1 0 0,0-1 0 0 0,0 1 1 0 0,0 0-1 0 0,0-1 0 0 0,7 4 1 0 0,8 1-184 0 0,-15-7 136 0 0,1 1-135 0 0,2-2-40 0 0,8-1 22 0 0,0 0-1 0 0,-1-2 0 0 0,1 0 1 0 0,-1 0-1 0 0,0-1 0 0 0,0-1 0 0 0,-1 0 1 0 0,1-1-1 0 0,-1 0 0 0 0,-1-1 1 0 0,0 0-1 0 0,0-1 0 0 0,0 0 1 0 0,-1-1-1 0 0,14-17 0 0 0,-17 19 347 0 0,-1-1 0 0 0,0-1-1 0 0,8-15 1 0 0,1-3 564 0 0,-13 25-459 0 0,-1 0-29 0 0,6-6 482 0 0,-4 22-313 0 0,-3-11-479 0 0,0 2 119 0 0,0 1 3 0 0,-1 15 6 0 0,1-15 50 0 0,0 0-84 0 0,-1 17-28 0 0,0-16 0 0 0,1-1 29 0 0,0 15 3 0 0,0-15-18 0 0,5 16 28 0 0,-1-14 10 0 0,-4-6-29 0 0,0-1-1 0 0,0 1 0 0 0,0-1 1 0 0,0 0-1 0 0,0 1 1 0 0,0-1-1 0 0,0 1 1 0 0,0-1-1 0 0,1 0 0 0 0,-1 1 1 0 0,0-1-1 0 0,0 1 1 0 0,0-1-1 0 0,1 0 1 0 0,-1 1-1 0 0,0-1 0 0 0,0 0 1 0 0,1 1-1 0 0,-1-1 1 0 0,0 0-1 0 0,0 1 1 0 0,1-1-1 0 0,-1 0 0 0 0,0 0 1 0 0,1 1-1 0 0,-1-1 1 0 0,1 0-1 0 0,-1 0 1 0 0,0 0-1 0 0,1 1 0 0 0,-1-1 1 0 0,0 0-1 0 0,1 0 1 0 0,-1 0-1 0 0,1 0 1 0 0,-1 0-1 0 0,1 0 1 0 0,0 0-1 0 0,3-1 3 0 0,0 1 0 0 0,1-1-1 0 0,-1 0 1 0 0,0 0 0 0 0,0-1 0 0 0,0 1 0 0 0,0-1 0 0 0,0 0 0 0 0,0 0-1 0 0,0-1 1 0 0,-1 1 0 0 0,1-1 0 0 0,-1 1 0 0 0,7-8 0 0 0,31-30-30 0 0,12-20 700 0 0,-51 58-484 0 0,-2 2-159 0 0,0-1 1 0 0,1 1-1 0 0,-1-1 0 0 0,1 0 1 0 0,-1 1-1 0 0,0 0 0 0 0,1-1 1 0 0,-1 1-1 0 0,1-1 1 0 0,-1 1-1 0 0,1-1 0 0 0,0 1 1 0 0,-1 0-1 0 0,1 0 0 0 0,-1-1 1 0 0,1 1-1 0 0,-1 0 0 0 0,1 0 1 0 0,0-1-1 0 0,-1 1 0 0 0,1 0 1 0 0,0 0-1 0 0,-3 14 60 0 0,0-3 18 0 0,0 0 0 0 0,0 0 0 0 0,1 20-1 0 0,5-7-83 0 0,4 2-76 0 0,-6-22 22 0 0,1 0-1 0 0,-1 0 1 0 0,1 0-1 0 0,-1-1 1 0 0,1 1-1 0 0,0-1 1 0 0,0 1-1 0 0,1-1 1 0 0,-1 0-1 0 0,1 0 1 0 0,0-1-1 0 0,-1 1 1 0 0,1-1-1 0 0,0 0 1 0 0,1 0-1 0 0,5 3 1 0 0,-1-4-233 0 0,0 0 0 0 0,0 0 0 0 0,0-1 0 0 0,0 0 1 0 0,-1 0-1 0 0,1-1 0 0 0,0 0 0 0 0,0-1 0 0 0,0 0 0 0 0,-1 0 1 0 0,1-1-1 0 0,-1 0 0 0 0,1-1 0 0 0,13-8 0 0 0,18-15-3417 0 0,-21 13-325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4.1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110 7 3056 0 0,'0'0'930'0'0,"-4"2"-107"0"0,-2 0-569 0 0,0 1-1 0 0,0 0 1 0 0,1 0-1 0 0,-1 0 0 0 0,1 1 1 0 0,0 0-1 0 0,-1 0 1 0 0,2 0-1 0 0,-1 1 1 0 0,1 0-1 0 0,-1-1 1 0 0,1 2-1 0 0,1-1 1 0 0,-1 0-1 0 0,1 1 1 0 0,0-1-1 0 0,-3 8 1 0 0,2-4-84 0 0,1 1 0 0 0,0-1 0 0 0,0 1 0 0 0,1 0 1 0 0,0 0-1 0 0,1 0 0 0 0,0-1 0 0 0,1 1 0 0 0,0 1 1 0 0,2 18-1 0 0,-1-26-146 0 0,0 1 0 0 0,0-1 0 0 0,0 0 0 0 0,1 1 0 0 0,-1-1 0 0 0,1 0-1 0 0,0 0 1 0 0,0 0 0 0 0,0 0 0 0 0,0 0 0 0 0,0 0 0 0 0,1-1 0 0 0,5 5 0 0 0,-6-4-29 0 0,1-1 1 0 0,1 1 0 0 0,-1-1 1 0 0,1 1-1 0 0,-1-1 0 0 0,1 0 1 0 0,0-1-1 0 0,-1 1 0 0 0,1-1 1 0 0,0 1-1 0 0,0-1 0 0 0,0 0 0 0 0,1-1 1 0 0,4 1-1 0 0,-5 0-18 0 0,5 0-48 0 0,0 0-1 0 0,1-1 1 0 0,-1 0-1 0 0,0 0 0 0 0,1-1 1 0 0,-1 0-1 0 0,0-1 0 0 0,18-5 1 0 0,-6 0-65 0 0,0-1-1 0 0,25-15 1 0 0,-32 16 148 0 0,-1-1 1 0 0,1 0-1 0 0,-1-1 0 0 0,0-1 1 0 0,-1 0-1 0 0,0 0 0 0 0,-1-1 1 0 0,0-1-1 0 0,-1 0 0 0 0,0-1 1 0 0,11-18-1 0 0,-19 28 84 0 0,-2 2-49 0 0,0 0 1 0 0,1 1-1 0 0,-1-1 0 0 0,0 0 0 0 0,1 0 0 0 0,-1 1 0 0 0,0-1 0 0 0,0 0 0 0 0,0 0 0 0 0,1 0 0 0 0,-1 1 1 0 0,0-1-1 0 0,0 0 0 0 0,0 0 0 0 0,0 0 0 0 0,-1 1 0 0 0,1-1 0 0 0,0 0 0 0 0,0 0 0 0 0,-1-1 0 0 0,-2 3-3 0 0,1 0-42 0 0,0-1 0 0 0,0 1 0 0 0,0 0 1 0 0,0 0-1 0 0,1 0 0 0 0,-1 0 0 0 0,0 0 0 0 0,0 0 1 0 0,1 1-1 0 0,-1-1 0 0 0,1 0 0 0 0,-1 1 0 0 0,1-1 1 0 0,-1 1-1 0 0,1 0 0 0 0,0 0 0 0 0,0-1 0 0 0,0 1 0 0 0,0 0 1 0 0,0 0-1 0 0,-1 4 0 0 0,-1 1 26 0 0,0 1 0 0 0,0 0 0 0 0,1 0 0 0 0,0 0 1 0 0,1 0-1 0 0,-1 0 0 0 0,1 0 0 0 0,1 0 0 0 0,0 0 0 0 0,1 12 0 0 0,-1-18-64 0 0,1 0-1 0 0,0 0 1 0 0,-1 0 0 0 0,1 0-1 0 0,0 0 1 0 0,0-1 0 0 0,0 1-1 0 0,0 0 1 0 0,0 0 0 0 0,0-1-1 0 0,1 1 1 0 0,-1-1 0 0 0,0 1-1 0 0,1-1 1 0 0,0 1 0 0 0,-1-1-1 0 0,1 0 1 0 0,0 0 0 0 0,-1 0-1 0 0,1 0 1 0 0,0 0-1 0 0,0 0 1 0 0,0 0 0 0 0,0-1-1 0 0,0 1 1 0 0,4 0 0 0 0,-1 0-46 0 0,1 0 1 0 0,0-1 0 0 0,0 1 0 0 0,0-1-1 0 0,0-1 1 0 0,7 0 0 0 0,1-3 72 0 0,1 0-1 0 0,-1 0 1 0 0,0-1 0 0 0,-1-1 0 0 0,1 0-1 0 0,-1-1 1 0 0,-1-1 0 0 0,1 0 0 0 0,-1 0-1 0 0,0-1 1 0 0,13-14 0 0 0,-5 2 854 0 0,0 0 0 0 0,-2-1 0 0 0,-1-1 0 0 0,25-42 0 0 0,-40 62-555 0 0,-1 1-52 0 0,4-6 787 0 0,-13 26-813 0 0,-5 12-118 0 0,0 9-25 0 0,3-1 0 0 0,1 2 0 0 0,2-1 0 0 0,-4 63 0 0 0,11 160 164 0 0,8-159-40 0 0,-4-74-121 0 0,-1-1-1 0 0,-2 1 0 0 0,0 0 0 0 0,-2 0 1 0 0,-2 0-1 0 0,-5 32 0 0 0,6-55-64 0 0,0-1 0 0 0,-1 1-1 0 0,1 0 1 0 0,-1 0 0 0 0,0-1-1 0 0,0 0 1 0 0,-1 0 0 0 0,1 0-1 0 0,-1 0 1 0 0,0 0 0 0 0,-1 0-1 0 0,1-1 1 0 0,-1 0 0 0 0,0 0-1 0 0,0 0 1 0 0,0-1 0 0 0,0 0-1 0 0,-1 0 1 0 0,1 0 0 0 0,-1-1-1 0 0,0 1 1 0 0,0-1 0 0 0,0-1 0 0 0,0 1-1 0 0,0-1 1 0 0,0 0 0 0 0,-9 0-1 0 0,7 0-11 0 0,-1-1-1 0 0,1 0 1 0 0,-1-1-1 0 0,1 0 1 0 0,0 0 0 0 0,-1-1-1 0 0,1 0 1 0 0,0 0-1 0 0,0-1 1 0 0,0 0-1 0 0,0 0 1 0 0,1-1-1 0 0,-1 0 1 0 0,1 0 0 0 0,0-1-1 0 0,0 0 1 0 0,0 0-1 0 0,1-1 1 0 0,-10-10-1 0 0,11 10 0 0 0,1-1-1 0 0,-1 1 0 0 0,1-1 0 0 0,1 0 0 0 0,-1 0 0 0 0,1 0 1 0 0,0-1-1 0 0,1 1 0 0 0,-1-1 0 0 0,2 1 0 0 0,-1-1 1 0 0,1 0-1 0 0,0 0 0 0 0,0-11 0 0 0,2 7 5 0 0,1 0-1 0 0,0 0 1 0 0,0 0 0 0 0,1 0-1 0 0,1 0 1 0 0,0 0 0 0 0,0 1-1 0 0,10-16 1 0 0,6-6-235 0 0,1 1 1 0 0,2 1-1 0 0,1 1 1 0 0,52-50 0 0 0,-43 49-1509 0 0,53-38 0 0 0,1 12-5102 0 0,-53 38 446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5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93 7 4120 0 0,'3'-6'6767'0'0,"-6"24"-4623"0"0,-9 44-1783 0 0,7-38 419 0 0,-64 364 1312 0 0,68-377-2107 0 0,-1 12 20 0 0,0-4 0 0 0,1-12-382 0 0,0 6 173 0 0,1-6-3201 0 0,7-11 2027 0 0,-6 4 1260 0 0,0 0 1 0 0,0-1-1 0 0,-1 1 1 0 0,1 0-1 0 0,0 0 0 0 0,0-1 1 0 0,0 1-1 0 0,0 0 0 0 0,-1-1 1 0 0,1 1-1 0 0,0-1 1 0 0,0 1-1 0 0,-1-1 0 0 0,1 1 1 0 0,0-1-1 0 0,-1 1 1 0 0,1-1-1 0 0,-1 0 0 0 0,2 0 1 0 0,1-4-411 0 0,7-15-3071 0 0,-1-6-777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5.3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79 2836 0 0,'-3'-2'1016'0'0,"-8"-3"-428"0"0,0 1 1 0 0,-1 0-1 0 0,1 0 1 0 0,-1 1-1 0 0,1 1 1 0 0,-19-2-1 0 0,25 4-310 0 0,-1 0-74 0 0,-18 0 18 0 0,18 0 10 0 0,1 0-16 0 0,-11 2 1902 0 0,38 0-1691 0 0,44 0-453 0 0,253-43-1456 0 0,-225 26-3927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5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42 3796 0 0,'3'-37'6022'0'0,"-4"32"-2535"0"0,-5 30-3845 0 0,-10 73 922 0 0,-6 174 0 0 0,21-250-579 0 0,0 5 17 0 0,3-10-201 0 0,-2-13-112 0 0,1 0 0 0 0,-1 1 0 0 0,1-1 0 0 0,0 0 0 0 0,0 0 0 0 0,0 0 0 0 0,0 0 0 0 0,1 0 0 0 0,0 0 0 0 0,0 0 0 0 0,0-1 0 0 0,3 5 0 0 0,-2-6-706 0 0,12-10-3831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6.1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16 148 3536 0 0,'0'0'2145'0'0,"-2"-3"-1357"0"0,1 0-732 0 0,-11-23 3078 0 0,12 25-3081 0 0,0 0 0 0 0,0 0 0 0 0,-1 0 0 0 0,1 0 0 0 0,0 0 0 0 0,0 0 0 0 0,0 0 0 0 0,0 0-1 0 0,0 0 1 0 0,1 0 0 0 0,-1 0 0 0 0,0 0 0 0 0,0 0 0 0 0,1 0 0 0 0,-1 0 0 0 0,0 0 0 0 0,1 0 0 0 0,-1 0 0 0 0,1 0-1 0 0,-1 0 1 0 0,1 1 0 0 0,0-1 0 0 0,-1 0 0 0 0,1 0 0 0 0,0 0 0 0 0,0 1 0 0 0,-1-1 0 0 0,3-1 0 0 0,19-9 180 0 0,0 0-1 0 0,0 2 1 0 0,43-12 0 0 0,71-11-528 0 0,-100 28-1657 0 0,-15 10-3274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6.3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2736 0 0,'0'0'3682'0'0,"4"1"-2889"0"0,13 0-348 0 0,-1-1 1 0 0,1-1 0 0 0,0 0 0 0 0,0-1 0 0 0,-1 0-1 0 0,18-6 1 0 0,-3 2-417 0 0,62-9-2068 0 0,-42 7-2013 0 0,-44 6-177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6.6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3112 0 0,'0'0'5086'0'0,"4"1"-4261"0"0,11 1-414 0 0,0-2 1 0 0,0 0-1 0 0,0 0 1 0 0,0-2-1 0 0,24-4 1 0 0,-4 0-219 0 0,65-13-1232 0 0,-37 7-4582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7.3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29 3204 0 0,'0'0'1874'0'0,"0"-5"-403"0"0,0-19 4101 0 0,-3 26-5299 0 0,0-1-211 0 0,0 1 0 0 0,0 1 0 0 0,1-1 0 0 0,-1 0 0 0 0,1 1 0 0 0,0-1 0 0 0,0 1 1 0 0,0 0-1 0 0,0-1 0 0 0,0 1 0 0 0,0 0 0 0 0,1 0 0 0 0,-1 0 0 0 0,1 1 0 0 0,0-1 0 0 0,0 0 0 0 0,-1 6 1 0 0,-13 72 404 0 0,13-66-355 0 0,-10 82 189 0 0,0 124 1 0 0,12-216-519 0 0,1 0-123 0 0,1 20-2338 0 0,10-16 1048 0 0,5-27-8159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7.6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47 120 3056 0 0,'-5'-1'1380'0'0,"-13"-2"-217"0"0,13 3-229 0 0,1-1-121 0 0,-9-1 974 0 0,11 0-707 0 0,22-3-369 0 0,40-3-424 0 0,399-45 1428 0 0,-276 29-3130 0 0,-3 3-3526 0 0,-169 21 2528 0 0,19 1-1704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8.0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77 3112 0 0,'0'0'1188'0'0,"0"5"-126"0"0,-1 14-199 0 0,0-14 542 0 0,2-1-815 0 0,13 29 1626 0 0,-13-31-1920 0 0,0-1-256 0 0,0 0 0 0 0,0-1 0 0 0,0 1 0 0 0,0-1 0 0 0,0 1 0 0 0,0-1 0 0 0,0 1 0 0 0,0-1 0 0 0,0 1 0 0 0,0-1 0 0 0,0 0 1 0 0,0 0-1 0 0,0 0 0 0 0,0 1 0 0 0,0-1 0 0 0,0 0 0 0 0,1 0 0 0 0,-1 0 0 0 0,0-1 0 0 0,1 1 0 0 0,17-1 191 0 0,-5-2-120 0 0,-1 0 0 0 0,0-1 0 0 0,0 0 0 0 0,0-1 0 0 0,-1-1 0 0 0,23-13 0 0 0,-24 13-65 0 0,0-1 70 0 0,0 0 0 0 0,-1-1 0 0 0,0 0 0 0 0,15-16 0 0 0,-22 21-55 0 0,2-6 3 0 0,-5 9-62 0 0,1-1 1 0 0,-1 1-1 0 0,1-1 1 0 0,-1 1-1 0 0,0 0 0 0 0,1-1 1 0 0,-1 1-1 0 0,0-1 0 0 0,1 1 1 0 0,-1-1-1 0 0,0 1 1 0 0,0-1-1 0 0,0 1 0 0 0,1-1 1 0 0,-1 1-1 0 0,0-1 1 0 0,0 1-1 0 0,0-1 0 0 0,0 1 1 0 0,0-1-1 0 0,0 1 1 0 0,0-1-1 0 0,0 1 0 0 0,0-1 1 0 0,0 0-1 0 0,0 1 1 0 0,0-1-1 0 0,0 1 0 0 0,-1-1 1 0 0,1 1-1 0 0,0-1 1 0 0,-3-7-3 0 0,3 7 0 0 0,0 1 0 0 0,0-1 0 0 0,-1 1 0 0 0,1-1 1 0 0,0 1-1 0 0,-1-1 0 0 0,1 1 0 0 0,0 0 0 0 0,-1-1 0 0 0,1 1 0 0 0,0-1 0 0 0,-1 1 0 0 0,1 0 0 0 0,-1-1 0 0 0,1 1 0 0 0,-1 0 1 0 0,1-1-1 0 0,-1 1 0 0 0,1 0 0 0 0,-1 0 0 0 0,1 0 0 0 0,-1-1 0 0 0,1 1 0 0 0,-1 0 0 0 0,-36 4-10 0 0,28 0 9 0 0,1 1 2 0 0,-11 4 31 0 0,0 0 0 0 0,0 2 0 0 0,1 0 0 0 0,-26 22 0 0 0,33-24-38 0 0,0 0 0 0 0,1 1 0 0 0,0 1 1 0 0,1 0-1 0 0,0 0 0 0 0,1 0 0 0 0,-10 19 1 0 0,16-26 23 0 0,0 0 0 0 0,0 0 0 0 0,0 0 0 0 0,1 0 1 0 0,0 0-1 0 0,0 0 0 0 0,0 1 0 0 0,0-1 0 0 0,1 0 1 0 0,-1 1-1 0 0,1-1 0 0 0,0 1 0 0 0,0-1 1 0 0,1 0-1 0 0,0 1 0 0 0,-1-1 0 0 0,1 0 0 0 0,4 9 1 0 0,-3-9-9 0 0,1 0-1 0 0,0 0 1 0 0,0 0 0 0 0,0 0 0 0 0,0 0 0 0 0,1-1 0 0 0,0 1 0 0 0,0-1 0 0 0,0 0 0 0 0,0 0 0 0 0,0 0 0 0 0,0-1 0 0 0,1 0 0 0 0,-1 0-1 0 0,1 0 1 0 0,5 2 0 0 0,-2-2-58 0 0,0-1 0 0 0,0 0-1 0 0,-1 0 1 0 0,1-1 0 0 0,0 0-1 0 0,0 0 1 0 0,0-1 0 0 0,12-2-1 0 0,-11 1-60 0 0,0 0-229 0 0,0 0 0 0 0,-1 0 0 0 0,1-1 0 0 0,-1 0 0 0 0,1-1 0 0 0,14-8 0 0 0,5-8-5331 0 0,-8 5 259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8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 2936 0 0,'22'-5'1146'0'0,"-18"3"-182"0"0,1 3-167 0 0,1 0-547 0 0,1-1 0 0 0,-1 2 0 0 0,0-1 0 0 0,0 1 1 0 0,0 0-1 0 0,-1 0 0 0 0,1 1 0 0 0,0-1 0 0 0,-1 1 1 0 0,10 7-1 0 0,-9-5-120 0 0,0 1 0 0 0,-1-1 0 0 0,0 1 0 0 0,-1 0 0 0 0,1 0 0 0 0,-1 0 0 0 0,0 1 0 0 0,-1-1 0 0 0,5 13 0 0 0,-5-11 74 0 0,-2 1-1 0 0,1 0 1 0 0,-1 0 0 0 0,-1 0 0 0 0,0 0 0 0 0,0 0-1 0 0,-1 0 1 0 0,0 0 0 0 0,0 0 0 0 0,-4 13-1 0 0,4-18 116 0 0,-1-1-23 0 0,-6 12 36 0 0,6-11 135 0 0,0-2-203 0 0,2-1-228 0 0,-1-1 0 0 0,1 1 0 0 0,0 0 0 0 0,-1-1 0 0 0,1 1 1 0 0,-1-1-1 0 0,1 1 0 0 0,-1-1 0 0 0,1 1 0 0 0,-1-1 0 0 0,1 0 0 0 0,-1 1 0 0 0,0-1 0 0 0,1 0 1 0 0,-1 1-1 0 0,0-1 0 0 0,1 0 0 0 0,-1 0 0 0 0,0 1 0 0 0,1-1 0 0 0,-1 0 0 0 0,0 0 0 0 0,1 0 0 0 0,-1 0 1 0 0,0 0-1 0 0,1 0 0 0 0,-1 0 0 0 0,0 0 0 0 0,0 0 0 0 0,1 0 0 0 0,-1-1 0 0 0,0 1 0 0 0,1 0 1 0 0,-1 0-1 0 0,0-1 0 0 0,1 1 0 0 0,-1 0 0 0 0,0-1 0 0 0,-2-1 111 0 0,3-3-27 0 0,1-6-31 0 0,1 0-1 0 0,0 1 1 0 0,1-1 0 0 0,0 1 0 0 0,1 0-1 0 0,0-1 1 0 0,0 2 0 0 0,1-1 0 0 0,0 0 0 0 0,8-10-1 0 0,33-37-1825 0 0,8 9-6996 0 0,-41 39 2778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39.1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2776 0 0,'0'0'5961'0'0,"1"3"-5635"0"0,4 5-34 0 0,-2 0 0 0 0,1 1 0 0 0,-1 0 0 0 0,-1 0-1 0 0,0-1 1 0 0,2 16 0 0 0,5 56 921 0 0,-9-76-1098 0 0,0 17 5 0 0,-1-16-94 0 0,1 0 81 0 0,-1 0 35 0 0,-1 11 27 0 0,2-12 534 0 0,-4 15-213 0 0,3-15 422 0 0,-2-11-815 0 0,2 7-96 0 0,1 0 1 0 0,-1-1 0 0 0,1 1-1 0 0,0 0 1 0 0,-1-1 0 0 0,1 1-1 0 0,0 0 1 0 0,-1-1 0 0 0,1 1-1 0 0,0-1 1 0 0,0 1 0 0 0,-1 0-1 0 0,1-1 1 0 0,0 1 0 0 0,0-1-1 0 0,0 1 1 0 0,0-1 0 0 0,-1 1-1 0 0,1-1 1 0 0,0 1 0 0 0,0 0-1 0 0,0-1 1 0 0,0 1 0 0 0,0-1-1 0 0,0 1 1 0 0,0-1 0 0 0,0 1-1 0 0,1-1 1 0 0,-1 1 0 0 0,0-1-1 0 0,0 1 1 0 0,1-1 0 0 0,1-12 50 0 0,1 1 0 0 0,0 0 1 0 0,1 0-1 0 0,0 0 0 0 0,7-13 1 0 0,-5 14-50 0 0,-4 6-11 0 0,1-1 0 0 0,0 1 0 0 0,0-1 0 0 0,1 1 0 0 0,0 0 0 0 0,0 0 0 0 0,0 1 0 0 0,0-1 0 0 0,1 1 0 0 0,-1 0 0 0 0,1 0 0 0 0,0 0 0 0 0,1 1 0 0 0,-1 0 0 0 0,7-3 0 0 0,-5 0 5 0 0,30-6-34 0 0,-33 11 41 0 0,-1 1 0 0 0,1-1 0 0 0,0 1 1 0 0,-1 0-1 0 0,1 0 0 0 0,0 0 0 0 0,-1 1 0 0 0,1-1 0 0 0,0 1 0 0 0,-1 0 1 0 0,1 0-1 0 0,-1 0 0 0 0,1 0 0 0 0,-1 1 0 0 0,1-1 0 0 0,-1 1 0 0 0,0 0 0 0 0,0 0 1 0 0,0 0-1 0 0,0 0 0 0 0,0 1 0 0 0,0-1 0 0 0,-1 1 0 0 0,3 3 0 0 0,-4-5-4 0 0,0 0-1 0 0,0 0 1 0 0,-1 0-1 0 0,1 0 1 0 0,-1 0 0 0 0,1 0-1 0 0,-1 0 1 0 0,1 0-1 0 0,-1 0 1 0 0,0 0-1 0 0,1 0 1 0 0,-1 0-1 0 0,0 1 1 0 0,0-1-1 0 0,0 2 1 0 0,0 1 10 0 0,1-1 26 0 0,-1 3-17 0 0,0 2-17 0 0,-1 1-1 0 0,1-1 1 0 0,-2 0-1 0 0,1 0 0 0 0,-1 0 1 0 0,-1 0-1 0 0,1 0 1 0 0,-1 0-1 0 0,0-1 0 0 0,-8 12 1 0 0,-8 6 64 0 0,17-22 93 0 0,-1-5-124 0 0,1 2-33 0 0,1-1 1 0 0,0 1 0 0 0,0-1-1 0 0,0 0 1 0 0,0 1-1 0 0,0-1 1 0 0,0 0 0 0 0,0 0-1 0 0,0 1 1 0 0,0-1-1 0 0,0 0 1 0 0,0 0 0 0 0,0 0-1 0 0,1 0 1 0 0,-1 0 0 0 0,0-1-1 0 0,1 1 1 0 0,-1 0-1 0 0,1 0 1 0 0,-1 0 0 0 0,1 0-1 0 0,-1-1 1 0 0,1 1-1 0 0,0 0 1 0 0,0 0 0 0 0,0-1-1 0 0,0 1 1 0 0,0 0-1 0 0,0-1 1 0 0,0 1 0 0 0,0 0-1 0 0,0 0 1 0 0,1-1 0 0 0,0-1-1 0 0,-1-6 12 0 0,1 0-1 0 0,1 0 1 0 0,0 1 0 0 0,0-1-1 0 0,0 0 1 0 0,1 1 0 0 0,1 0-1 0 0,-1-1 1 0 0,1 1 0 0 0,1 1-1 0 0,0-1 1 0 0,0 1 0 0 0,0-1-1 0 0,1 1 1 0 0,0 1 0 0 0,0-1-1 0 0,14-10 1 0 0,-16 15-7 0 0,0-1-7 0 0,0 0 0 0 0,0 0 0 0 0,0 1 0 0 0,1-1 0 0 0,-1 1 0 0 0,1 0 0 0 0,0 1 0 0 0,0-1 0 0 0,0 1 0 0 0,5-1 0 0 0,30-2-11 0 0,-32 5 14 0 0,-2 1 2 0 0,3-1 10 0 0,-1 1-1 0 0,0-1 1 0 0,0 2 0 0 0,-1-1-1 0 0,1 1 1 0 0,0 0 0 0 0,-1 1-1 0 0,0 0 1 0 0,0 0 0 0 0,0 1 0 0 0,0-1-1 0 0,9 10 1 0 0,-13-11-20 0 0,-1 0 0 0 0,1 1 1 0 0,-1-1-1 0 0,0 0 0 0 0,0 1 0 0 0,0 0 1 0 0,-1-1-1 0 0,1 1 0 0 0,-1 0 0 0 0,0 0 1 0 0,0 0-1 0 0,1 5 0 0 0,-2-6-9 0 0,1 3-68 0 0,-1-1 0 0 0,1 0 0 0 0,-1 1 1 0 0,0-1-1 0 0,-1 1 0 0 0,1-1 0 0 0,-1 0 0 0 0,0 1 0 0 0,0-1 1 0 0,-1 0-1 0 0,0 0 0 0 0,0 0 0 0 0,0 0 0 0 0,-5 7 1 0 0,0 1-542 0 0,-2-1 0 0 0,1 0 1 0 0,-18 18-1 0 0,14-18-1047 0 0,0-1 0 0 0,0-1 0 0 0,-26 18 0 0 0,9-11-4189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1.9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40 4684 0 0,'0'0'8578'0'0,"4"1"-8055"0"0,3 2-363 0 0,1 0 1 0 0,-1-1 0 0 0,1 0 0 0 0,0-1 0 0 0,-1 0 0 0 0,1 0 0 0 0,0-1 0 0 0,0 0 0 0 0,0 0-1 0 0,11-2 1 0 0,-3 1-44 0 0,29-2 61 0 0,119-9-486 0 0,-87-1-2953 0 0,-5-10-3983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2.2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3804 0 0,'0'0'4751'0'0,"-3"1"-4119"0"0,-10 6 0 0 0,10-6 549 0 0,4 3-1173 0 0,0 0 106 0 0,0-1-1 0 0,1 1 0 0 0,-1-1 0 0 0,1 1 0 0 0,-1-1 0 0 0,1 0 1 0 0,4 5-1 0 0,-4-6 153 0 0,16 6 246 0 0,-14-6-227 0 0,21 2 265 0 0,-20-3-274 0 0,1 0-30 0 0,16-1-19 0 0,-16 1 46 0 0,-1-1-73 0 0,47 1 264 0 0,-47-1-424 0 0,-4 0-5 0 0,0 1-31 0 0,0 0 1 0 0,0-1-1 0 0,0 1 1 0 0,-1-1-1 0 0,1 1 0 0 0,0 0 1 0 0,0 0-1 0 0,0-1 1 0 0,-1 1-1 0 0,1 0 1 0 0,0 0-1 0 0,-1 0 0 0 0,1 0 1 0 0,-1 0-1 0 0,1 0 1 0 0,-1 0-1 0 0,0 0 0 0 0,1 0 1 0 0,-1 0-1 0 0,1 2 1 0 0,-3 11-130 0 0,0 0 1 0 0,-1 0 0 0 0,0 0 0 0 0,-1-1-1 0 0,-1 1 1 0 0,-9 19 0 0 0,-47 83-3262 0 0,43-83 1873 0 0,-10 15-2030 0 0,2-1-2486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0.9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30 4524 0 0,'-1'-3'1517'0'0,"-2"-6"-1229"0"0,-5-9 8524 0 0,7 25-4714 0 0,3 11-4535 0 0,30 435 4969 0 0,-23-272-4789 0 0,-8-176-237 0 0,-2-4-758 0 0,1 0 1106 0 0,0-1 0 0 0,0 0-1 0 0,0 1 1 0 0,0-1 0 0 0,0 1-1 0 0,0-1 1 0 0,0 0 0 0 0,0 1-1 0 0,0-1 1 0 0,0 1 0 0 0,0-1-1 0 0,0 1 1 0 0,0-1 0 0 0,0 0-1 0 0,0 1 1 0 0,0-1 0 0 0,1 0-1 0 0,-1 1 1 0 0,0-1 0 0 0,0 1-1 0 0,0-1 1 0 0,1 0 0 0 0,-1 1-1 0 0,0-1 1 0 0,0 0 0 0 0,1 0-1 0 0,-1 1 1 0 0,0-1 0 0 0,1 0-1 0 0,-1 0 1 0 0,0 1 0 0 0,1-1-1 0 0,-1 0 1 0 0,1 0 0 0 0,-1 0-1 0 0,0 0 1 0 0,1 1 0 0 0,1-2-412 0 0,-1-1 0 0 0,0 1 1 0 0,0 0-1 0 0,-1-1 0 0 0,1 1 0 0 0,0-1 1 0 0,0 1-1 0 0,-1-1 0 0 0,1 1 0 0 0,-1-1 1 0 0,1 1-1 0 0,-1-1 0 0 0,0 1 0 0 0,1-4 1 0 0,4-22-6808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1.4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56 2404 0 0,'-174'28'8166'0'0,"170"-27"-7310"0"0,0 0-615 0 0,-2 3 163 0 0,7-2-151 0 0,21-1-55 0 0,38-4-60 0 0,320-39 523 0 0,75-5-2352 0 0,-429 47-652 0 0,-9 1-1720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2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19 3112 0 0,'-1'-3'1420'0'0,"-6"-13"6504"0"0,5 19-7282 0 0,-1 2-386 0 0,1 0 0 0 0,0 0 0 0 0,1 0 1 0 0,-1 0-1 0 0,1 1 0 0 0,0-1 0 0 0,0 0 0 0 0,0 11 0 0 0,3 53 849 0 0,-1-53-962 0 0,11 341 776 0 0,-6-297-2964 0 0,-6-55 1381 0 0,1-1-136 0 0,4 11-1030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3.0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14 101 2860 0 0,'0'0'1458'0'0,"-2"-3"-202"0"0,-1-3-1083 0 0,-6-14 5707 0 0,9 20-5809 0 0,0-1 0 0 0,0 0 0 0 0,0 0 0 0 0,0 1 0 0 0,1-1 0 0 0,-1 0 0 0 0,0 1 0 0 0,0-1 0 0 0,0 0 0 0 0,0 1 0 0 0,1-1 0 0 0,-1 0 0 0 0,0 1 0 0 0,1-1 0 0 0,-1 0-1 0 0,0 1 1 0 0,1-1 0 0 0,-1 1 0 0 0,1-1 0 0 0,-1 1 0 0 0,1-1 0 0 0,-1 1 0 0 0,1-1 0 0 0,0 1 0 0 0,-1 0 0 0 0,2-1 0 0 0,1-1 141 0 0,2 1-24 0 0,189-40-1322 0 0,-165 35-11 0 0,-25 5 405 0 0,1 0-209 0 0,0 0 492 0 0,4-1-20 0 0,0 2-4006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3.2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 9 3612 0 0,'-4'2'1408'0'0,"-50"39"5124"0"0,40-28-3610 0 0,16-11-2577 0 0,5 8-60 0 0,-6-7-10 0 0,4-3 125 0 0,29-2-480 0 0,0-1-1 0 0,0-1 1 0 0,55-15 0 0 0,-23 0-2950 0 0,-1-3-3818 0 0,-37 12 1308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3.7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53 2960 0 0,'-4'1'1866'0'0,"-11"4"3766"0"0,11-4-4669 0 0,-9 4 57 0 0,22-5 845 0 0,30-6 638 0 0,-30 5-3089 0 0,40-6 770 0 0,108-15 590 0 0,-61 5-4055 0 0,-74 9 536 0 0,-15 5 1480 0 0,1 3-2404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4.6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25 4400 0 0,'0'0'4754'0'0,"0"-4"-3544"0"0,0-12-180 0 0,0 12 1842 0 0,-3 12-2256 0 0,2-7-591 0 0,0-1 0 0 0,1 1 0 0 0,-1-1 1 0 0,1 1-1 0 0,-1 0 0 0 0,1-1 0 0 0,0 1 0 0 0,-1-1 0 0 0,1 1 0 0 0,-1 0 0 0 0,1-1 0 0 0,0 1 1 0 0,0 0-1 0 0,-1-1 0 0 0,1 1 0 0 0,0 0 0 0 0,0 0 0 0 0,0-1 0 0 0,0 1 0 0 0,0 1 0 0 0,-3 32 568 0 0,3 1-1 0 0,5 60 1 0 0,17 72-1327 0 0,-21-163 146 0 0,-1 1-149 0 0,1 5 721 0 0,6 23-5638 0 0,-6-29 3933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4.9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7 110 3320 0 0,'0'0'3929'0'0,"-1"-3"-3018"0"0,0 3-813 0 0,1-1 0 0 0,-1 0 0 0 0,1 1 0 0 0,-1-1 0 0 0,1 1 0 0 0,-1-1 0 0 0,1 0 0 0 0,0 0 0 0 0,-1 1 0 0 0,1-1 0 0 0,0 0 0 0 0,0 0 0 0 0,0 1 0 0 0,0-1 0 0 0,-1 0 0 0 0,1 0 0 0 0,0 1 0 0 0,0-1 0 0 0,0 0-1 0 0,1 0 1 0 0,-1 1 0 0 0,0-1 0 0 0,0 0 0 0 0,0 0 0 0 0,0 1 0 0 0,1-2 0 0 0,0 0 7 0 0,0 1-1 0 0,0-1 0 0 0,1 1 0 0 0,-1 0 1 0 0,0 0-1 0 0,1-1 0 0 0,-1 1 0 0 0,1 0 1 0 0,-1 0-1 0 0,1 0 0 0 0,2-1 0 0 0,7-2 253 0 0,1-1-1 0 0,23-4 1 0 0,-34 8-298 0 0,202-38 1060 0 0,-73 27-4179 0 0,-117 11 1349 0 0,1 2 1111 0 0,-2 5-3133 0 0,5 3-1427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5.1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2 103 3524 0 0,'0'0'3094'0'0,"0"4"-1763"0"0,-1-1-1188 0 0,1-2-55 0 0,0 0 0 0 0,0 0 0 0 0,0 0 1 0 0,0 0-1 0 0,0-1 0 0 0,0 1 0 0 0,0 0 0 0 0,0 0 1 0 0,0 0-1 0 0,0 0 0 0 0,1 0 0 0 0,-1 0 0 0 0,0 0 1 0 0,1 0-1 0 0,-1 0 0 0 0,0 0 0 0 0,1-1 0 0 0,-1 1 1 0 0,1 0-1 0 0,0 0 0 0 0,-1 0 0 0 0,1-1 0 0 0,-1 1 1 0 0,1 0-1 0 0,0-1 0 0 0,0 1 0 0 0,-1-1 0 0 0,1 1 1 0 0,0-1-1 0 0,0 1 0 0 0,0-1 0 0 0,0 1 0 0 0,0-1 1 0 0,-1 0-1 0 0,1 0 0 0 0,0 1 0 0 0,0-1 0 0 0,0 0 1 0 0,0 0-1 0 0,0 0 0 0 0,0 0 0 0 0,2 0 0 0 0,32 5 805 0 0,1-2 0 0 0,-1-1-1 0 0,63-5 1 0 0,115-22 393 0 0,-193 22-1216 0 0,22-3-540 0 0,70-21 0 0 0,-36-3-2666 0 0,-63 24 1289 0 0,0-2-1 0 0,0 1 1 0 0,13-12 0 0 0,-11 7-3459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5.4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21 4708 0 0,'0'0'6162'0'0,"-1"-3"-5133"0"0,-1-11-135 0 0,1 11 588 0 0,-2 13-626 0 0,2-9-787 0 0,0 0-1 0 0,1 0 1 0 0,-1 0-1 0 0,1 0 1 0 0,0 0-1 0 0,-1 0 1 0 0,1 0-1 0 0,0 0 1 0 0,0 0 0 0 0,-1 0-1 0 0,1 0 1 0 0,0 0-1 0 0,0 0 1 0 0,0 0-1 0 0,0 0 1 0 0,0 0-1 0 0,0 0 1 0 0,1 1 0 0 0,5 58 923 0 0,27 113 1 0 0,-11-69-2201 0 0,-17-54-1496 0 0,0 2-1616 0 0,-5-48 2452 0 0,0 0-1173 0 0,3 15-2197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5.8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0 134 3960 0 0,'0'-5'1454'0'0,"2"-1"-1221"0"0,0 0 1 0 0,0-1 0 0 0,0 1-1 0 0,0 0 1 0 0,1 0 0 0 0,0 0-1 0 0,1 1 1 0 0,-1-1-1 0 0,1 1 1 0 0,0 0 0 0 0,0 0-1 0 0,1 0 1 0 0,-1 0 0 0 0,1 1-1 0 0,0 0 1 0 0,0 0-1 0 0,1 0 1 0 0,-1 0 0 0 0,1 1-1 0 0,0 0 1 0 0,0 0 0 0 0,0 1-1 0 0,0 0 1 0 0,8-2-1 0 0,0 0 61 0 0,0 1-1 0 0,0 1 0 0 0,1 0 0 0 0,-1 1 0 0 0,1 1 0 0 0,15 1 1 0 0,-12 2-173 0 0,0 1 0 0 0,-1 0 0 0 0,0 1 0 0 0,0 1 0 0 0,0 1 0 0 0,-1 1 0 0 0,0 0 0 0 0,0 1 0 0 0,-1 0 0 0 0,0 1 0 0 0,-1 1 0 0 0,0 1 0 0 0,-1 0 0 0 0,0 0 0 0 0,0 1 0 0 0,-2 1 1 0 0,0 0-1 0 0,0 1 0 0 0,-2 0 0 0 0,11 20 0 0 0,-16-26-110 0 0,0 0 0 0 0,-1 0 0 0 0,0 0 0 0 0,0 1 0 0 0,-1 0 1 0 0,0-1-1 0 0,-1 1 0 0 0,0 0 0 0 0,-1 0 0 0 0,0 0 0 0 0,0 0 0 0 0,-1 0 0 0 0,0-1 1 0 0,-1 1-1 0 0,0 0 0 0 0,-1-1 0 0 0,0 1 0 0 0,0-1 0 0 0,-1 0 0 0 0,0 0 0 0 0,0 0 1 0 0,-1 0-1 0 0,-1-1 0 0 0,1 0 0 0 0,-1 0 0 0 0,-1 0 0 0 0,1-1 0 0 0,-15 12 0 0 0,1-2-161 0 0,0-2-1 0 0,-2 0 1 0 0,1-1-1 0 0,-2-1 1 0 0,-28 11-1 0 0,35-17-558 0 0,-1 0 0 0 0,0-2 0 0 0,0 0-1 0 0,0-1 1 0 0,-1-1 0 0 0,1 0 0 0 0,-1-2 0 0 0,-21 0-1 0 0,28-2-2552 0 0,-24-7-2321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6.3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66 5216 0 0,'-1'-4'2042'0'0,"-5"-40"2724"0"0,6 41-3633 0 0,-1-2-213 0 0,2-4 3031 0 0,6 34-2975 0 0,9 46-458 0 0,34 153 717 0 0,-2-13-3909 0 0,-48-207 2173 0 0,1 0 0 0 0,0-1-1 0 0,0 1 1 0 0,1-1 0 0 0,-1 0 0 0 0,1 1-1 0 0,-1-1 1 0 0,1 0 0 0 0,0 0 0 0 0,0 0-1 0 0,3 3 1 0 0,-5-6 489 0 0,3 3-2048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6.6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10 164 3020 0 0,'-2'-3'1913'0'0,"1"0"-1607"0"0,0 1-1 0 0,0 0 1 0 0,0 0-1 0 0,0-1 1 0 0,1 1-1 0 0,-1 0 1 0 0,0-1-1 0 0,1 1 1 0 0,0-1-1 0 0,0 1 1 0 0,-1-1-1 0 0,2 1 1 0 0,-1-1-1 0 0,0 1 1 0 0,0-1 0 0 0,1 1-1 0 0,-1-1 1 0 0,1 1-1 0 0,0 0 1 0 0,0-1-1 0 0,0 1 1 0 0,0 0-1 0 0,2-4 1 0 0,1 2-159 0 0,-1 0 1 0 0,1 0 0 0 0,0 1-1 0 0,1-1 1 0 0,-1 1 0 0 0,1 0 0 0 0,-1 0-1 0 0,1 0 1 0 0,0 1 0 0 0,0 0-1 0 0,7-2 1 0 0,38-11-18 0 0,0 2 0 0 0,95-12 0 0 0,-110 20-882 0 0,-22 3-426 0 0,-1 2 0 0 0,1 0 0 0 0,19 2-1 0 0,-28-2 786 0 0,4 1-2746 0 0,9 5-2252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26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68 3956 0 0,'0'0'1612'0'0,"3"2"-219"0"0,3 0-950 0 0,0 0 0 0 0,0-1 1 0 0,-1 1-1 0 0,1-1 0 0 0,0-1 0 0 0,1 1 1 0 0,-1-1-1 0 0,0 0 0 0 0,9-1 1 0 0,71-10 574 0 0,-57 7-617 0 0,21-3-454 0 0,88-14 234 0 0,-43-5-8014 0 0,-69 17 2765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16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46 166 3244 0 0,'-4'0'1506'0'0,"0"1"-1082"0"0,0 0 0 0 0,1-1 0 0 0,-1 1 0 0 0,1 1 0 0 0,-1-1 0 0 0,1 1 0 0 0,-6 3-1 0 0,6-3 73 0 0,3-2-471 0 0,-1 0 0 0 0,1 1 0 0 0,0-1 0 0 0,-1 1 0 0 0,1-1 0 0 0,0 1 0 0 0,-1-1 0 0 0,1 0 1 0 0,0 1-1 0 0,0-1 0 0 0,-1 1 0 0 0,1-1 0 0 0,0 1 0 0 0,0-1 0 0 0,0 1 0 0 0,0-1 0 0 0,0 1 0 0 0,0 0 0 0 0,0-1 0 0 0,0 1 1 0 0,0-1-1 0 0,0 1 0 0 0,0-1 0 0 0,0 1 0 0 0,0-1 0 0 0,0 1 0 0 0,0-1 0 0 0,1 1 0 0 0,-1 0 0 0 0,5 20 248 0 0,-5-20-227 0 0,2 4-18 0 0,0-1-1 0 0,0 0 1 0 0,1 0-1 0 0,-1 0 1 0 0,1 0-1 0 0,0-1 0 0 0,0 1 1 0 0,0-1-1 0 0,1 0 1 0 0,-1 0-1 0 0,1 0 1 0 0,0 0-1 0 0,0 0 1 0 0,0-1-1 0 0,4 3 1 0 0,8 2 14 0 0,0 0 0 0 0,26 6 0 0 0,-35-10-25 0 0,16 2-5 0 0,-1-1-1 0 0,0 0 1 0 0,1-2 0 0 0,0 0 0 0 0,0-2-1 0 0,-1-1 1 0 0,1 0 0 0 0,0-2 0 0 0,34-8-1 0 0,17-8 210 0 0,101-41-1 0 0,-168 57-191 0 0,-3 2 7 0 0,-1 0 23 0 0,12-5-40 0 0,-12 5-5 0 0,0 1-10 0 0,0 0 0 0 0,-1 1 0 0 0,1-1 0 0 0,0 1 0 0 0,-1-1-1 0 0,1 1 1 0 0,0 0 0 0 0,-1 0 0 0 0,1 0 0 0 0,-1 0 0 0 0,0 1-1 0 0,1-1 1 0 0,-1 1 0 0 0,0-1 0 0 0,0 1 0 0 0,0 0 0 0 0,0 0 0 0 0,0 0-1 0 0,1 2 1 0 0,0 0-4 0 0,0-1 0 0 0,1 0 0 0 0,-1 0 0 0 0,0 0 0 0 0,1-1 0 0 0,0 1 1 0 0,-1-1-1 0 0,1 0 0 0 0,0 0 0 0 0,9 3 0 0 0,-8-3-1 0 0,19 4 10 0 0,-10-4-14 0 0,1-1 0 0 0,-1 0 0 0 0,1-1 0 0 0,0 0 0 0 0,-1-1 0 0 0,1-1 0 0 0,-1 0 0 0 0,1-1 0 0 0,16-6 0 0 0,-19 6 5 0 0,23-9 330 0 0,-1 0 0 0 0,0-3 0 0 0,-1 0 0 0 0,52-34 0 0 0,-82 47-190 0 0,-3 2-134 0 0,1 0 0 0 0,-1 0 0 0 0,0 0 0 0 0,1 0 1 0 0,-1 0-1 0 0,1 0 0 0 0,-1 0 0 0 0,0 0 0 0 0,1-1 0 0 0,-1 1 1 0 0,0 0-1 0 0,1 0 0 0 0,-1 0 0 0 0,0 0 0 0 0,1-1 0 0 0,-1 1 1 0 0,0 0-1 0 0,0 0 0 0 0,1-1 0 0 0,-1 1 0 0 0,0 0 0 0 0,0 0 1 0 0,1-1-1 0 0,-1 1 0 0 0,0 0 0 0 0,0-1 0 0 0,0 0 0 0 0,1 1 1 0 0,-1 0 0 0 0,0-1-1 0 0,0 1 1 0 0,1-1 0 0 0,-1 1-1 0 0,0-1 1 0 0,1 1 0 0 0,-1 0-1 0 0,1-1 1 0 0,-1 1 0 0 0,0 0-1 0 0,1-1 1 0 0,-1 1 0 0 0,1 0-1 0 0,-1 0 1 0 0,1-1 0 0 0,-1 1-1 0 0,1 0 1 0 0,-1 0 0 0 0,1 0-1 0 0,-1 0 1 0 0,1 0 0 0 0,-1 0 0 0 0,1-1-1 0 0,-1 1 1 0 0,1 0 0 0 0,-1 1-1 0 0,1-1 1 0 0,-1 0 0 0 0,1 0-1 0 0,0 0 1 0 0,17 2 15 0 0,-14-2 3 0 0,-3 4-19 0 0,0-1 0 0 0,1 0-1 0 0,-1 1 1 0 0,1-1 0 0 0,0 0 0 0 0,0 0-1 0 0,0 0 1 0 0,0 0 0 0 0,0-1 0 0 0,0 1-1 0 0,1-1 1 0 0,4 4 0 0 0,5 5 20 0 0,0-1-1 0 0,0-1 1 0 0,1 0 0 0 0,1-1-1 0 0,0-1 1 0 0,0 0 0 0 0,0 0-1 0 0,18 4 1 0 0,-8-4-7 0 0,0-1 0 0 0,1-2 0 0 0,-1 0 0 0 0,43 0 0 0 0,-18-5-25 0 0,1-2 0 0 0,-1-3 0 0 0,0-2 0 0 0,82-24 0 0 0,-92 19 22 0 0,0-2 0 0 0,61-33 0 0 0,-97 46 62 0 0,-2 2-75 0 0,-1-1 0 0 0,0 1 0 0 0,0-1-1 0 0,1 1 1 0 0,-1 0 0 0 0,0-1 0 0 0,1 1 0 0 0,-1 0 0 0 0,1-1 0 0 0,-1 1-1 0 0,1 0 1 0 0,-1-1 0 0 0,0 1 0 0 0,1 0 0 0 0,-1 0 0 0 0,1 0 0 0 0,-1-1 0 0 0,1 1-1 0 0,-1 0 1 0 0,1 0 0 0 0,-1 0 0 0 0,1 0 0 0 0,0 0 0 0 0,0 0-1 0 0,-1 0 0 0 0,1 0-1 0 0,-1 0 1 0 0,1 0 0 0 0,-1 0 0 0 0,1 0 0 0 0,-1-1 0 0 0,1 1 0 0 0,-1 0 0 0 0,1 0 0 0 0,-1 0 0 0 0,1-1 0 0 0,-1 1-1 0 0,0 0 1 0 0,1 0 0 0 0,-1-1 0 0 0,1 1 0 0 0,-1 0 0 0 0,0-1 0 0 0,1 1 0 0 0,-1-1 0 0 0,0 1 0 0 0,1-1 0 0 0,20-7-68 0 0,-16 8 64 0 0,0 1-1 0 0,0 1 1 0 0,0-1 0 0 0,0 1-1 0 0,0 0 1 0 0,6 3-1 0 0,32 10-2 0 0,-5-9-14 0 0,-1-1-1 0 0,1-2 1 0 0,0-2-1 0 0,0-1 1 0 0,0-2-1 0 0,46-9 1 0 0,-20 0 34 0 0,0-4 0 0 0,116-43 0 0 0,-115 35-83 0 0,-61 22 82 0 0,-1 0-4 0 0,35-6-209 0 0,-34 7 179 0 0,18 11-66 0 0,-8-6 79 0 0,0 0-1 0 0,1-1 1 0 0,0-1-1 0 0,0 0 1 0 0,0-1-1 0 0,0 0 1 0 0,21-1-1 0 0,13-3 23 0 0,50-7 0 0 0,-19-4 169 0 0,-1-5 0 0 0,82-28 0 0 0,-157 45-166 0 0,15-5 94 0 0,-15 5-42 0 0,2 3 9 0 0,-5-2-84 0 0,0 0 1 0 0,0 0-1 0 0,0 0 1 0 0,0 0-1 0 0,0 1 1 0 0,0-1-1 0 0,0 0 1 0 0,0 1-1 0 0,0-1 1 0 0,0 0-1 0 0,0 1 1 0 0,0-1-1 0 0,0 1 1 0 0,0-1-1 0 0,1 2 1 0 0,8 9 5 0 0,0-1-1 0 0,1 0 1 0 0,0 0-1 0 0,1-2 1 0 0,0 1 0 0 0,0-1-1 0 0,1-1 1 0 0,0-1 0 0 0,1 1-1 0 0,-1-2 1 0 0,1 0-1 0 0,0-1 1 0 0,0 0 0 0 0,17 2-1 0 0,-5-3-5 0 0,0-1-1 0 0,0-1 0 0 0,0-2 1 0 0,0 0-1 0 0,0-2 1 0 0,-1-1-1 0 0,27-7 0 0 0,13-7 307 0 0,89-37 0 0 0,-151 54-250 0 0,15-6-49 0 0,-14 6 44 0 0,14 4-46 0 0,-15-1 4 0 0,0 1 1 0 0,0-1-1 0 0,0 1 0 0 0,-1-1 0 0 0,1 1 0 0 0,-1 0 0 0 0,0 0 0 0 0,0 0 1 0 0,3 7-1 0 0,0-5-23 0 0,-1-1 0 0 0,1 0 0 0 0,0 0 1 0 0,-1 0-1 0 0,2 0 0 0 0,-1-1 1 0 0,0 1-1 0 0,1-2 0 0 0,0 1 0 0 0,-1 0 1 0 0,1-1-1 0 0,0 0 0 0 0,0-1 0 0 0,1 1 1 0 0,11 0-1 0 0,-11 0 6 0 0,13 0 18 0 0,1 0-1 0 0,0-1 1 0 0,0-1-1 0 0,0-1 1 0 0,0-1-1 0 0,0-1 1 0 0,35-9-1 0 0,5-7 623 0 0,65-28 0 0 0,-103 38-288 0 0,-20 7-216 0 0,13 1-21 0 0,7 0-8 0 0,-20 2-91 0 0,1 2 7 0 0,0 1-13 0 0,7 6 18 0 0,1 0 0 0 0,-1-1 0 0 0,2 0 0 0 0,-1-1 0 0 0,1 0 0 0 0,27 11 0 0 0,-21-14 6 0 0,0 0-1 0 0,0-2 1 0 0,1 0 0 0 0,-1-1 0 0 0,1-1 0 0 0,-1-1-1 0 0,34-4 1 0 0,-16-1-517 0 0,0-1-1 0 0,0-2 1 0 0,37-14-1 0 0,-46 10-1157 0 0,8-8-5348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5.3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191 75 4156 0 0,'0'0'1411'0'0,"0"-5"-213"0"0,4-39 2626 0 0,-4 39-1898 0 0,0 1-1420 0 0,-2-13 256 0 0,-4 27 712 0 0,-4 33-705 0 0,-71 249-987 0 0,8-109-3793 0 0,62-157 2185 0 0,9-21 617 0 0,-7 9-2976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5.7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665 33 3176 0 0,'16'-7'458'0'0,"1"2"0"0"0,0 0 0 0 0,1 0-1 0 0,-1 2 1 0 0,1 0 0 0 0,0 1 0 0 0,0 0-1 0 0,0 2 1 0 0,0 0 0 0 0,-1 1 0 0 0,1 1 0 0 0,0 1-1 0 0,21 5 1 0 0,-12 0-322 0 0,0 0 0 0 0,-1 1 0 0 0,0 2-1 0 0,0 0 1 0 0,-1 2 0 0 0,-1 1 0 0 0,40 30 0 0 0,-52-35-112 0 0,-1 1 1 0 0,0 1-1 0 0,-1 0 1 0 0,0 0-1 0 0,0 1 1 0 0,-1 0-1 0 0,-1 0 1 0 0,0 1-1 0 0,-1 0 1 0 0,0 1-1 0 0,-1 0 1 0 0,-1 0-1 0 0,0 0 1 0 0,4 19-1 0 0,-7-20-18 0 0,-1 0-1 0 0,0-1 0 0 0,0 1 1 0 0,-1 0-1 0 0,-1-1 1 0 0,0 1-1 0 0,-1-1 0 0 0,0 1 1 0 0,-1-1-1 0 0,-1 1 1 0 0,0-1-1 0 0,0-1 0 0 0,-1 1 1 0 0,0 0-1 0 0,-1-1 1 0 0,-1 0-1 0 0,-10 14 0 0 0,-8 5 6 0 0,-1-1 0 0 0,-2-1 0 0 0,0-2 0 0 0,-2-1 0 0 0,-1-1 0 0 0,-1-1 0 0 0,-1-2 0 0 0,-49 24 0 0 0,23-17 1 0 0,-1-3 0 0 0,-1-3 1 0 0,-1-2-1 0 0,-83 15 0 0 0,115-30 1 0 0,0 0 0 0 0,0-2 0 0 0,0-2 0 0 0,0-1-1 0 0,0-1 1 0 0,0-1 0 0 0,0-1 0 0 0,-44-12 0 0 0,61 11-37 0 0,0 0 1 0 0,1 0 0 0 0,-1-1-1 0 0,1-1 1 0 0,0 0 0 0 0,1-1-1 0 0,0 0 1 0 0,0-1 0 0 0,0 0-1 0 0,1 0 1 0 0,0-1 0 0 0,1 0-1 0 0,0-1 1 0 0,0 0 0 0 0,1-1-1 0 0,0 0 1 0 0,1 0 0 0 0,0-1-1 0 0,1 1 1 0 0,1-1 0 0 0,-8-21-1 0 0,10 17-307 0 0,-1 0-1 0 0,2 0 1 0 0,0 0-1 0 0,1 0 1 0 0,1-1-1 0 0,0 1 1 0 0,2 0-1 0 0,-1-1 1 0 0,2 1-1 0 0,0 0 1 0 0,1 0-1 0 0,1 1 1 0 0,0-1-1 0 0,1 1 1 0 0,1 0-1 0 0,0 1 1 0 0,1-1-1 0 0,0 1 1 0 0,1 1 0 0 0,14-17-1 0 0,17-14-3565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6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100 123 3648 0 0,'14'-25'2668'0'0,"15"-37"0"0"0,-28 59-2292 0 0,-1 0-55 0 0,1 1-266 0 0,-1 1 0 0 0,0 0 0 0 0,0-1 1 0 0,0 1-1 0 0,0-1 0 0 0,0 1 0 0 0,0 0 0 0 0,-1-1 1 0 0,1 1-1 0 0,0 0 0 0 0,-1-1 0 0 0,1 1 0 0 0,-1 0 1 0 0,1 0-1 0 0,-1-1 0 0 0,0 1 0 0 0,1 0 0 0 0,-1 0 0 0 0,0 0 1 0 0,0 0-1 0 0,-1-2 0 0 0,0 3-34 0 0,1 0 0 0 0,0 0-1 0 0,0 0 1 0 0,0 0 0 0 0,0 1 0 0 0,0-1 0 0 0,0 0-1 0 0,0 0 1 0 0,0 1 0 0 0,0-1 0 0 0,-1 1-1 0 0,1-1 1 0 0,1 1 0 0 0,-1-1 0 0 0,0 1 0 0 0,0 0-1 0 0,0 0 1 0 0,0-1 0 0 0,0 1 0 0 0,0 1 0 0 0,-13 10 129 0 0,3-1-71 0 0,1 0 1 0 0,0 1-1 0 0,1 0 0 0 0,0 1 1 0 0,1 0-1 0 0,1 0 1 0 0,0 1-1 0 0,0 0 0 0 0,1 0 1 0 0,-6 27-1 0 0,11-37-77 0 0,0 0 0 0 0,1 0 0 0 0,-1 0 0 0 0,1 1-1 0 0,0-1 1 0 0,0 0 0 0 0,1 0 0 0 0,-1 0 0 0 0,1 0 0 0 0,0 0 0 0 0,0 1 0 0 0,1-1-1 0 0,-1-1 1 0 0,1 1 0 0 0,0 0 0 0 0,0 0 0 0 0,0-1 0 0 0,0 1 0 0 0,1-1 0 0 0,2 4-1 0 0,-3-5-11 0 0,0-1-1 0 0,0 1 0 0 0,0-1 0 0 0,0 1 1 0 0,0-1-1 0 0,0 0 0 0 0,0 0 0 0 0,0 0 1 0 0,1 0-1 0 0,-1 0 0 0 0,0 0 0 0 0,1-1 0 0 0,4 1 1 0 0,-5 0 6 0 0,1 0-28 0 0,3-1-3 0 0,2 0 35 0 0,-1 0 0 0 0,0-1 0 0 0,1 0-1 0 0,-1 0 1 0 0,0 0 0 0 0,0-1 0 0 0,0 0 0 0 0,0 0 0 0 0,0-1-1 0 0,0 0 1 0 0,-1 0 0 0 0,1-1 0 0 0,-1 0 0 0 0,0 0 0 0 0,0 0-1 0 0,0-1 1 0 0,-1 1 0 0 0,0-1 0 0 0,7-9 0 0 0,-6 7 28 0 0,-1-1 1 0 0,0 0 0 0 0,-1 0-1 0 0,0 0 1 0 0,0-1 0 0 0,0 0-1 0 0,1-8 1 0 0,-3 12-34 0 0,-1 0 0 0 0,-1 0 0 0 0,1 0 0 0 0,-1 0 0 0 0,1 0 0 0 0,-1 0 0 0 0,-1 0 0 0 0,1 1 0 0 0,-1-1 0 0 0,0 0 0 0 0,0 0 0 0 0,0 0 0 0 0,-1 0 0 0 0,1 1 0 0 0,-4-6 0 0 0,4 7 36 0 0,1 4-30 0 0,-1-1 0 0 0,1 0 0 0 0,-1 0 0 0 0,1-1 0 0 0,0 1-1 0 0,-1 0 1 0 0,1 0 0 0 0,0 0 0 0 0,-1 0 0 0 0,1 0-1 0 0,-1 0 1 0 0,1 0 0 0 0,0-1 0 0 0,-1 1 0 0 0,1 0-1 0 0,0 0 1 0 0,-1 0 0 0 0,1-1 0 0 0,0 1 0 0 0,0 0 0 0 0,-1-1-1 0 0,1 1 1 0 0,0 0 0 0 0,0 0 0 0 0,-1-1 0 0 0,1 1-1 0 0,0 0 1 0 0,0-1 0 0 0,0 0 0 0 0,-1 1-12 0 0,1-1 1 0 0,0 1-1 0 0,-1-1 0 0 0,1 0 1 0 0,0 1-1 0 0,-1-1 0 0 0,1 1 1 0 0,-1 0-1 0 0,1-1 0 0 0,0 1 1 0 0,-1-1-1 0 0,1 1 0 0 0,-1 0 1 0 0,0-1-1 0 0,1 1 0 0 0,-1 0 1 0 0,1-1-1 0 0,-1 1 0 0 0,1 0 1 0 0,-1 0-1 0 0,0 0 0 0 0,1-1 1 0 0,-1 1-1 0 0,0 0 0 0 0,1 0 1 0 0,-1 0-1 0 0,-1 0 0 0 0,-3 0-211 0 0,0 1-1 0 0,-1-1 0 0 0,1 1 0 0 0,0 0 0 0 0,-1 1 0 0 0,1-1 1 0 0,0 1-1 0 0,0 0 0 0 0,0 0 0 0 0,0 1 0 0 0,1-1 0 0 0,-9 7 1 0 0,10-7-331 0 0,1 2-71 0 0,-8 11-108 0 0,8-11-142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7.3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52 3000 0 0,'0'0'1711'0'0,"-1"-3"-1038"0"0,-4-9-63 0 0,4 9 301 0 0,-3 2-515 0 0,2 0-319 0 0,0 1-1 0 0,-1-1 1 0 0,1 1 0 0 0,0 0-1 0 0,-1-1 1 0 0,1 1-1 0 0,-1 0 1 0 0,1 0 0 0 0,-1 1-1 0 0,1-1 1 0 0,0 0-1 0 0,-1 1 1 0 0,1 0-1 0 0,0-1 1 0 0,-1 1 0 0 0,1 0-1 0 0,0 0 1 0 0,0 0-1 0 0,0 1 1 0 0,0-1-1 0 0,0 0 1 0 0,0 1 0 0 0,0-1-1 0 0,0 1 1 0 0,0 0-1 0 0,-2 2 1 0 0,-2 5-19 0 0,0-1 0 0 0,0 1 0 0 0,1-1 1 0 0,0 1-1 0 0,1 1 0 0 0,0-1 0 0 0,0 1 0 0 0,1 0 1 0 0,0 0-1 0 0,-1 11 0 0 0,3-17-23 0 0,1 2-5 0 0,1 15-16 0 0,0-16-8 0 0,0-1-3 0 0,5 13 14 0 0,-5-12-39 0 0,2-2 7 0 0,8 9-90 0 0,-9-10-53 0 0,2 0-34 0 0,1-1 63 0 0,0 0-1 0 0,-1 0 1 0 0,1 0-1 0 0,0 0 1 0 0,0-1 0 0 0,0 0-1 0 0,0 0 1 0 0,0 0-1 0 0,0-1 1 0 0,-1 1-1 0 0,1-1 1 0 0,0 0 0 0 0,8-4-1 0 0,-2 1-42 0 0,0-1 1 0 0,0-1-1 0 0,0 0 0 0 0,14-11 0 0 0,-14 8 219 0 0,0-1 0 0 0,-1-1-1 0 0,0 1 1 0 0,0-2-1 0 0,-1 1 1 0 0,-1-1 0 0 0,0-1-1 0 0,-1 1 1 0 0,0-1-1 0 0,10-26 1 0 0,-16 35 134 0 0,0 0-43 0 0,3-12-30 0 0,-3 12 249 0 0,-2 0-263 0 0,0-13-6 0 0,1 13 253 0 0,-1 5-315 0 0,0-1 0 0 0,-1 1-1 0 0,1-1 1 0 0,0 1-1 0 0,0 0 1 0 0,0 0-1 0 0,0-1 1 0 0,0 1-1 0 0,0 0 1 0 0,0 0-1 0 0,0 0 1 0 0,0 0-1 0 0,0 0 1 0 0,1 0-1 0 0,-1 0 1 0 0,0 0-1 0 0,1 0 1 0 0,-1 1-1 0 0,0 1 1 0 0,-7 16 100 0 0,0 21 100 0 0,8-34-212 0 0,-1-2 20 0 0,1 1 8 0 0,0 17-14 0 0,0-18-45 0 0,0 0 1 0 0,1-1 0 0 0,-1 1 0 0 0,1 0 0 0 0,0-1 0 0 0,0 1 0 0 0,0 0 0 0 0,0-1-1 0 0,1 0 1 0 0,0 1 0 0 0,-1-1 0 0 0,6 6 0 0 0,-7-8 12 0 0,2 2-212 0 0,7 2-159 0 0,-8-5 325 0 0,-1 1 0 0 0,1-1 0 0 0,-1 1 0 0 0,1-1 0 0 0,-1 1 0 0 0,1-1 0 0 0,-1 1 0 0 0,1-1 0 0 0,-1 0 0 0 0,1 1 0 0 0,0-1 0 0 0,-1 0 0 0 0,1 1 0 0 0,0-1 0 0 0,-1 0 0 0 0,1 0 0 0 0,0 0 0 0 0,-1 0 0 0 0,1 0 0 0 0,0 1 0 0 0,-1-1 0 0 0,1 0 0 0 0,1-1 0 0 0,15 2-234 0 0,-12-1-37 0 0,0-1 14 0 0,2-1 385 0 0,0 0 0 0 0,1 0 1 0 0,-1-1-1 0 0,-1 0 1 0 0,1-1-1 0 0,0 1 0 0 0,-1-1 1 0 0,0-1-1 0 0,0 1 1 0 0,0-1-1 0 0,0 0 1 0 0,-1 0-1 0 0,1-1 0 0 0,-2 0 1 0 0,1 0-1 0 0,-1 0 1 0 0,1 0-1 0 0,-2-1 0 0 0,5-7 1 0 0,-7 11 93 0 0,3-19 611 0 0,-10 5 120 0 0,-2 31-750 0 0,6-11-20 0 0,1 2-14 0 0,-1 10-13 0 0,0 1-1 0 0,1-1 0 0 0,1 1 1 0 0,1 16-1 0 0,0-28-36 0 0,0 0-57 0 0,5 16-60 0 0,-4-16-85 0 0,0 0-99 0 0,-1-2 98 0 0,1 1 0 0 0,0-1-1 0 0,0 0 1 0 0,0 0 0 0 0,0 0 0 0 0,0 0 0 0 0,0 0 0 0 0,1 0-1 0 0,-1 0 1 0 0,0-1 0 0 0,4 2 0 0 0,-3-2-465 0 0,1-1 12 0 0,7-4-704 0 0,0 0 0 0 0,0 0 0 0 0,15-10 1 0 0,-22 12-1572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7.9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 2328 0 0,'0'0'876'0'0,"1"-2"-204"0"0,0 1-609 0 0,-1 1-1 0 0,0 0 1 0 0,0-1 0 0 0,0 1-1 0 0,0 0 1 0 0,0 0-1 0 0,0-1 1 0 0,0 1-1 0 0,0 0 1 0 0,1-1-1 0 0,-1 1 1 0 0,0 0-1 0 0,0 0 1 0 0,0-1-1 0 0,0 1 1 0 0,1 0 0 0 0,-1 0-1 0 0,0-1 1 0 0,0 1-1 0 0,1 0 1 0 0,-1 0-1 0 0,0 0 1 0 0,0 0-1 0 0,1 0 1 0 0,-1-1-1 0 0,0 1 1 0 0,1 0 0 0 0,-1 0-1 0 0,0 0 1 0 0,1 0-1 0 0,-1 0 1 0 0,0 0-1 0 0,0 0 1 0 0,1 0-1 0 0,-1 0 1 0 0,0 0-1 0 0,1 0 1 0 0,3 12 1626 0 0,-3-9-2152 0 0,0 1 665 0 0,-1 0 11 0 0,0 12-18 0 0,0-12-19 0 0,0 1-18 0 0,0 43 266 0 0,0-43-296 0 0,-1 14 149 0 0,0-15 16 0 0,-2 27 1150 0 0,0-29-433 0 0,2-20-964 0 0,3 13-61 0 0,0 0-1 0 0,0 1 0 0 0,1-1 0 0 0,0 1 0 0 0,0-1 0 0 0,0 1 0 0 0,0 0 0 0 0,1 0 0 0 0,-1 0 0 0 0,1 1 0 0 0,0-1 1 0 0,0 1-1 0 0,7-4 0 0 0,-4 2-24 0 0,1 0 1 0 0,0 1-1 0 0,0 0 0 0 0,0 0 1 0 0,1 1-1 0 0,-1 0 1 0 0,1 1-1 0 0,0 0 0 0 0,16-2 1 0 0,-22 4 36 0 0,0 0 0 0 0,0 1 1 0 0,0-1-1 0 0,0 1 0 0 0,0-1 1 0 0,0 1-1 0 0,0 0 0 0 0,-1 0 0 0 0,1 0 1 0 0,0 1-1 0 0,0-1 0 0 0,-1 0 1 0 0,1 1-1 0 0,-1 0 0 0 0,1 0 1 0 0,-1 0-1 0 0,0 0 0 0 0,0 0 0 0 0,0 0 1 0 0,0 0-1 0 0,0 1 0 0 0,2 4 1 0 0,-2-1 0 0 0,-1 1 1 0 0,0 0-1 0 0,0 0 1 0 0,0-1-1 0 0,-1 1 1 0 0,0 0-1 0 0,-2 14 1 0 0,1-17 35 0 0,-1 0-11 0 0,-1 2 49 0 0,-1 1 1 0 0,0-1-1 0 0,-1 0 1 0 0,1 0-1 0 0,-9 7 1 0 0,10-11 455 0 0,-2-4-304 0 0,5 1-223 0 0,-1 1 0 0 0,1 0 1 0 0,-1 0-1 0 0,1 0 0 0 0,-1-1 1 0 0,1 1-1 0 0,-1 0 0 0 0,1 0 1 0 0,-1-1-1 0 0,1 1 1 0 0,0-1-1 0 0,-1 1 0 0 0,1 0 1 0 0,-1-1-1 0 0,1 1 0 0 0,0-1 1 0 0,-1 1-1 0 0,1-1 0 0 0,0 1 1 0 0,0-1-1 0 0,-1 1 1 0 0,1-1-1 0 0,0 1 0 0 0,0-1 1 0 0,0 1-1 0 0,0-1 0 0 0,0 1 1 0 0,0-1-1 0 0,0 0 0 0 0,3-44 13 0 0,6 27-4 0 0,1 5-18 0 0,-6 6 5 0 0,1-1-1 0 0,0 0 0 0 0,1 1 0 0 0,0 0 1 0 0,0 1-1 0 0,1-1 0 0 0,-1 1 0 0 0,1 0 0 0 0,1 1 1 0 0,-1-1-1 0 0,1 2 0 0 0,0-1 0 0 0,0 1 1 0 0,0 0-1 0 0,1 1 0 0 0,-1 0 0 0 0,10-3 0 0 0,-13 6 3 0 0,-1-1 0 0 0,1 1-1 0 0,-1-1 1 0 0,1 1-1 0 0,-1 1 1 0 0,1-1-1 0 0,-1 0 1 0 0,1 1-1 0 0,-1 0 1 0 0,1 0-1 0 0,-1 1 1 0 0,0-1-1 0 0,0 1 1 0 0,6 3-1 0 0,-7-3-5 0 0,1 1 0 0 0,-1 0 0 0 0,0-1 0 0 0,-1 1 0 0 0,1 0 0 0 0,0 1 0 0 0,-1-1-1 0 0,0 0 1 0 0,1 1 0 0 0,-1-1 0 0 0,-1 1 0 0 0,1 0 0 0 0,0 0 0 0 0,-1 0-1 0 0,0-1 1 0 0,0 1 0 0 0,0 0 0 0 0,-1 0 0 0 0,1 1 0 0 0,-1-1 0 0 0,0 0-1 0 0,0 0 1 0 0,0 0 0 0 0,-1 0 0 0 0,1 0 0 0 0,-1 0 0 0 0,0 0 0 0 0,0 0-1 0 0,0 0 1 0 0,-4 6 0 0 0,0 2-287 0 0,-1 0 0 0 0,0 0-1 0 0,-1-1 1 0 0,0 0 0 0 0,-11 12-1 0 0,-27 21-5978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8.6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0 149 2552 0 0,'0'0'6467'0'0,"3"2"-6226"0"0,-1-1-193 0 0,1 0 1 0 0,0 1 0 0 0,0-2 0 0 0,0 1 0 0 0,0 0 0 0 0,0-1 0 0 0,0 1 0 0 0,0-1 0 0 0,0 0-1 0 0,0 0 1 0 0,0 0 0 0 0,0 0 0 0 0,0 0 0 0 0,0-1 0 0 0,4-1 0 0 0,47-16 214 0 0,-40 12-146 0 0,-6 2-73 0 0,1 0-1 0 0,-1-1 1 0 0,-1 0 0 0 0,1 0 0 0 0,-1-1 0 0 0,0 0 0 0 0,0 0 0 0 0,0-1 0 0 0,7-10 0 0 0,-11 14-22 0 0,5-15 10 0 0,-6 15 47 0 0,-5-19-73 0 0,3 18-10 0 0,0 3-9 0 0,-1 0 12 0 0,1 0 0 0 0,0 0 0 0 0,-1 1 1 0 0,1-1-1 0 0,0 0 0 0 0,-1 0 0 0 0,1 1 0 0 0,-1-1 0 0 0,0 0 0 0 0,1 1 0 0 0,-1-1 0 0 0,1 0 0 0 0,-1 1 0 0 0,0-1 0 0 0,1 1 0 0 0,-1-1 0 0 0,0 1 0 0 0,0 0 0 0 0,1-1 0 0 0,-1 1 0 0 0,0 0 0 0 0,0-1 0 0 0,0 1 0 0 0,0 0 0 0 0,1 0 0 0 0,-1 0 0 0 0,0 0 0 0 0,0-1 1 0 0,0 1-1 0 0,0 1 0 0 0,0-1 0 0 0,0 0 0 0 0,1 0 0 0 0,-1 0 0 0 0,0 0 0 0 0,-1 1 0 0 0,-3 0 8 0 0,1-1 0 0 0,0 1 1 0 0,0 0-1 0 0,0 0 0 0 0,0 0 1 0 0,0 1-1 0 0,0 0 0 0 0,-3 2 1 0 0,-3 3 27 0 0,1 0 1 0 0,0 1 0 0 0,0 0-1 0 0,1 0 1 0 0,0 1 0 0 0,1 0-1 0 0,-1 1 1 0 0,2-1 0 0 0,-1 1-1 0 0,2 1 1 0 0,-1-1-1 0 0,1 1 1 0 0,1 0 0 0 0,0 0-1 0 0,0 1 1 0 0,-1 12 0 0 0,0 14 43 0 0,7-30-67 0 0,0-3 4 0 0,-2-2-64 0 0,0 0 0 0 0,0 0 0 0 0,1 0 0 0 0,-1 0 0 0 0,1-1 0 0 0,0 1 0 0 0,0 0 0 0 0,0 0 0 0 0,0-1 0 0 0,1 1 0 0 0,-1-1 0 0 0,1 1 0 0 0,-1-1 0 0 0,1 0 0 0 0,0 0 0 0 0,0 1 0 0 0,0-1 0 0 0,0 0 0 0 0,0-1 0 0 0,0 1 0 0 0,1 0 0 0 0,-1-1 0 0 0,1 1 0 0 0,-1-1 0 0 0,1 0 0 0 0,4 2 0 0 0,-1-2-278 0 0,-1 0 1 0 0,1 0-1 0 0,-1-1 1 0 0,1 1-1 0 0,-1-1 1 0 0,1-1-1 0 0,-1 1 1 0 0,1-1-1 0 0,-1 0 1 0 0,1 0-1 0 0,-1-1 1 0 0,0 1-1 0 0,9-5 1 0 0,2-1-779 0 0,1-1 0 0 0,14-10 0 0 0,-15 6-1418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9.0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35 2124 0 0,'2'-2'706'0'0,"-2"1"-584"0"0,1 1 0 0 0,-1-1 0 0 0,1 0 0 0 0,-1 1 1 0 0,1-1-1 0 0,-1 1 0 0 0,1-1 0 0 0,-1 1 0 0 0,1 0 0 0 0,-1-1 0 0 0,1 1 0 0 0,-1-1 0 0 0,1 1 0 0 0,0 0 0 0 0,-1-1 0 0 0,1 1 0 0 0,0 0 0 0 0,-1 0 0 0 0,1 0 0 0 0,0 0 0 0 0,-1-1 1 0 0,1 1-1 0 0,0 0 0 0 0,0 0 0 0 0,-1 0 0 0 0,1 0 0 0 0,0 1 0 0 0,0-1 0 0 0,14-1 343 0 0,-13 5-358 0 0,0-1 0 0 0,0 0 0 0 0,0 0-1 0 0,-1 1 1 0 0,1-1 0 0 0,-1 1 0 0 0,0-1-1 0 0,1 5 1 0 0,-1-4 98 0 0,0 0-10 0 0,3 13-48 0 0,-3-13 57 0 0,-1 1 24 0 0,1 13-16 0 0,-1-13 0 0 0,0-1-22 0 0,-3 12-7 0 0,2-12-7 0 0,-5 14 174 0 0,5-14-25 0 0,0-2-265 0 0,-1 0 1 0 0,1 0-1 0 0,0 0 0 0 0,-1 0 1 0 0,1 0-1 0 0,-1 0 0 0 0,1 0 0 0 0,-1 0 1 0 0,0-1-1 0 0,0 1 0 0 0,0-1 1 0 0,0 0-1 0 0,0 1 0 0 0,-3 0 1 0 0,2 0 517 0 0,-1-3-393 0 0,3 1-178 0 0,-1-1 27 0 0,1 1 0 0 0,-1-1 1 0 0,1 1-1 0 0,-1-1 1 0 0,0 1-1 0 0,1-1 1 0 0,-1 0-1 0 0,1 1 1 0 0,0-1-1 0 0,-1 0 1 0 0,1 0-1 0 0,0 0 1 0 0,-1 0-1 0 0,1-1 1 0 0,-2-1-1 0 0,3 2-14 0 0,-1 0-1 0 0,0 0 1 0 0,1-1 0 0 0,-1 1-1 0 0,1 0 1 0 0,0-1 0 0 0,-1 1-1 0 0,1 0 1 0 0,0-1 0 0 0,0 1-1 0 0,0 0 1 0 0,0-1-1 0 0,0 1 1 0 0,0-2 0 0 0,1-2-13 0 0,0 1-1 0 0,0 0 1 0 0,0-1 0 0 0,1 1 0 0 0,0 0-1 0 0,4-8 1 0 0,1 3-15 0 0,-1 0-1 0 0,2 0 1 0 0,-1 0 0 0 0,1 1-1 0 0,1 0 1 0 0,0 1 0 0 0,0 0-1 0 0,0 0 1 0 0,1 1-1 0 0,-1 0 1 0 0,2 1 0 0 0,-1 0-1 0 0,1 1 1 0 0,-1 0 0 0 0,1 0-1 0 0,0 1 1 0 0,15-2 0 0 0,-22 5 7 0 0,1-1 1 0 0,-1 1 0 0 0,0 0 0 0 0,0 0 0 0 0,0 1 0 0 0,1 0 0 0 0,-1-1 0 0 0,0 1-1 0 0,0 0 1 0 0,0 1 0 0 0,0-1 0 0 0,0 1 0 0 0,6 3 0 0 0,-6-3-2 0 0,-1 0 0 0 0,-1 0 0 0 0,1-1 1 0 0,0 1-1 0 0,0 0 1 0 0,-1 0-1 0 0,0 0 0 0 0,1 1 1 0 0,-1-1-1 0 0,0 1 1 0 0,0-1-1 0 0,0 1 0 0 0,0 0 1 0 0,2 4-1 0 0,0-1-2 0 0,-3-1 10 0 0,1-1-1 0 0,0 1 1 0 0,-1-1 0 0 0,0 1 0 0 0,0-1 0 0 0,0 1-1 0 0,0 0 1 0 0,-1-1 0 0 0,0 1 0 0 0,0 0 0 0 0,0-1-1 0 0,-1 7 1 0 0,-1 2-81 0 0,0-1 0 0 0,-1 0 0 0 0,-6 18-1 0 0,1-9-496 0 0,-1 0 0 0 0,-21 35-1 0 0,21-43-1677 0 0,0-1 0 0 0,-21 23 0 0 0,14-19-1827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9.6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59 2640 0 0,'25'-56'6158'0'0,"-24"53"-3949"0"0,1 7-1894 0 0,0 3-161 0 0,0 1-1 0 0,0-1 1 0 0,-1 0-1 0 0,0 1 0 0 0,0-1 1 0 0,0 1-1 0 0,-2 13 1 0 0,-8 66 484 0 0,3-34-356 0 0,3-17-32 0 0,3 59 1 0 0,1-89-290 0 0,5 49 272 0 0,-5-52-290 0 0,0 1 1 0 0,-1-1-1 0 0,2 1 0 0 0,-1-1 0 0 0,0 0 0 0 0,1 1 0 0 0,-1-1 0 0 0,1 0 0 0 0,0 0 0 0 0,0 0 0 0 0,0 0 0 0 0,0 0 0 0 0,1-1 0 0 0,-1 1 0 0 0,5 2 1 0 0,-5-3-97 0 0,1-1 1 0 0,-1 1 0 0 0,1-1 0 0 0,-1 0-1 0 0,1 0 1 0 0,0 0 0 0 0,-1 0 0 0 0,1-1 0 0 0,0 1-1 0 0,0-1 1 0 0,0 0 0 0 0,-1 0 0 0 0,1 0 0 0 0,0 0-1 0 0,0 0 1 0 0,0 0 0 0 0,4-2 0 0 0,-2 0-538 0 0,0 0 0 0 0,0 0 0 0 0,0 0 0 0 0,-1-1 0 0 0,1 0 0 0 0,-1 0 1 0 0,1 0-1 0 0,6-7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39.8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32 2992 0 0,'0'0'5213'0'0,"24"-1"-5189"0"0,26-5-528 0 0,-21 2-208 0 0,0-1-364 0 0,7-3-873 0 0,1 1-1999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0.6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75 2836 0 0,'0'0'3898'0'0,"-5"0"-2991"0"0,-17-2 4238 0 0,78 1-5931 0 0,-1-2 0 0 0,73-14 0 0 0,-104 13 20 0 0,59-14-1565 0 0,-25-4-2266 0 0,-41 14 1903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0.9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27 2960 0 0,'-3'-2'638'0'0,"-2"-1"-375"0"0,1 0 0 0 0,-1 0 0 0 0,0 0 1 0 0,-1 1-1 0 0,1 0 0 0 0,0 0 1 0 0,-1 0-1 0 0,1 1 0 0 0,-1-1 0 0 0,1 1 1 0 0,-1 1-1 0 0,0-1 0 0 0,0 1 1 0 0,1 0-1 0 0,-7 1 0 0 0,8-1-18 0 0,2 1-173 0 0,0 0 0 0 0,0 0 0 0 0,0 0 0 0 0,0 1 0 0 0,0-1 0 0 0,0 1 0 0 0,0-1 0 0 0,0 1 0 0 0,1-1 0 0 0,-1 1 0 0 0,0 0 0 0 0,1 0 0 0 0,-2 3 0 0 0,1-2 75 0 0,9 21-38 0 0,2-19-99 0 0,3 6-31 0 0,46 2-608 0 0,-54-12 493 0 0,2-2-72 0 0,17 0 162 0 0,-17 1 94 0 0,-1 0 13 0 0,17-2 12 0 0,-17 1 25 0 0,-4 1-28 0 0,1-1 0 0 0,-1 1 0 0 0,0 0 0 0 0,1-1 1 0 0,-1 1-1 0 0,0 0 0 0 0,1 0 0 0 0,-1 0 0 0 0,0-1 0 0 0,1 1 0 0 0,-1 1 1 0 0,1-1-1 0 0,0 0 0 0 0,-8 11-15 0 0,0-1-1 0 0,-1 0 1 0 0,-1 0 0 0 0,-10 11 0 0 0,7-9-39 0 0,1 0 0 0 0,-13 21 0 0 0,12-12-384 0 0,0 0 1 0 0,-6 22-1 0 0,1 13-4423 0 0,15-50 852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3.2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1082 121 2976 0 0,'-3'-7'252'0'0,"0"0"0"0"0,0 0 0 0 0,-1 0 0 0 0,0 0 0 0 0,-1 0 0 0 0,1 1 0 0 0,-1 0 0 0 0,-1 0 0 0 0,1 0 0 0 0,-1 1-1 0 0,0 0 1 0 0,0 0 0 0 0,0 0 0 0 0,-12-6 0 0 0,9 7-60 0 0,-1 0 1 0 0,0 0-1 0 0,0 1 0 0 0,0 1 1 0 0,0-1-1 0 0,-1 2 0 0 0,1-1 1 0 0,0 1-1 0 0,-22 1 0 0 0,9 3 21 0 0,-1 0 1 0 0,0 1-1 0 0,1 2 0 0 0,0 0 1 0 0,0 2-1 0 0,1 0 0 0 0,0 1 0 0 0,-41 25 1 0 0,50-26-144 0 0,0 1 1 0 0,0 0 0 0 0,1 1 0 0 0,0 0-1 0 0,1 1 1 0 0,0 1 0 0 0,1 0 0 0 0,0 0-1 0 0,1 1 1 0 0,-12 21 0 0 0,17-26-59 0 0,0 1 1 0 0,0 0 0 0 0,1 0-1 0 0,0 1 1 0 0,1-1 0 0 0,0 1-1 0 0,1-1 1 0 0,-1 1-1 0 0,2 0 1 0 0,-1-1 0 0 0,2 1-1 0 0,-1 0 1 0 0,1-1 0 0 0,1 1-1 0 0,-1-1 1 0 0,2 1-1 0 0,6 17 1 0 0,7 6 21 0 0,1-1 0 0 0,1-1 0 0 0,2-1 0 0 0,1-1 0 0 0,29 31 1 0 0,50 72-190 0 0,-96-124 132 0 0,0-1-1 0 0,0 1 1 0 0,0 0 0 0 0,2 9-1 0 0,-5-15 19 0 0,0 0-1 0 0,-1 1 1 0 0,1-1-1 0 0,-1 0 1 0 0,1 1-1 0 0,-1-1 0 0 0,0 1 1 0 0,0-1-1 0 0,0 1 1 0 0,0-1-1 0 0,-1 1 1 0 0,1-1-1 0 0,-1 1 0 0 0,1-1 1 0 0,-1 0-1 0 0,0 1 1 0 0,0-1-1 0 0,0 0 1 0 0,-2 4-1 0 0,-5 3-8 0 0,0-1 1 0 0,-1 0-1 0 0,0-1 1 0 0,0 1-1 0 0,-1-2 1 0 0,0 1-1 0 0,0-2 1 0 0,0 1-1 0 0,-1-1 0 0 0,0-1 1 0 0,-22 7-1 0 0,-15 1-1 0 0,-74 10 0 0 0,72-15 15 0 0,-90 0 0 0 0,123-7 0 0 0,-1 0-1 0 0,1-2 0 0 0,0 0 1 0 0,-1-1-1 0 0,1-1 0 0 0,1-1 1 0 0,-1 0-1 0 0,-29-14 0 0 0,42 17-1 0 0,0-1-1 0 0,-1 0 0 0 0,1 0 1 0 0,0 0-1 0 0,1 0 0 0 0,-1 0 0 0 0,0-1 1 0 0,1 1-1 0 0,0-1 0 0 0,0 0 1 0 0,0 0-1 0 0,0-1 0 0 0,1 1 1 0 0,0 0-1 0 0,0-1 0 0 0,0 0 0 0 0,0 1 1 0 0,1-1-1 0 0,-1 0 0 0 0,0-7 1 0 0,2 6-6 0 0,0 0 1 0 0,0 1 0 0 0,0-1-1 0 0,1 0 1 0 0,0 0 0 0 0,0 1-1 0 0,1-1 1 0 0,-1 1 0 0 0,1-1-1 0 0,0 1 1 0 0,1 0 0 0 0,-1-1-1 0 0,1 1 1 0 0,0 0 0 0 0,0 1-1 0 0,1-1 1 0 0,7-7 0 0 0,-6 6 0 0 0,0 0 0 0 0,0 1 1 0 0,1 0-1 0 0,0 0 1 0 0,0 0-1 0 0,1 1 0 0 0,-1 0 1 0 0,1 0-1 0 0,0 1 0 0 0,0 0 1 0 0,0 0-1 0 0,0 0 1 0 0,15-2-1 0 0,-15 3 14 0 0,-5 1-1 0 0,1 0 0 0 0,-1 1-1 0 0,1-1 1 0 0,-1 1 0 0 0,1 0 0 0 0,-1 0 0 0 0,1 0 0 0 0,-1 0 0 0 0,0 0 0 0 0,1 0-1 0 0,4 1 1 0 0,3 1 18 0 0,1 0-1 0 0,0 0 0 0 0,-1 1 1 0 0,1 1-1 0 0,-1 0 0 0 0,0 0 1 0 0,0 1-1 0 0,-1 0 0 0 0,1 0 1 0 0,15 14-1 0 0,-14-8 1 0 0,0 0 0 0 0,0 1 0 0 0,-1 1 0 0 0,-1-1 0 0 0,0 2 0 0 0,-1-1 0 0 0,12 29 0 0 0,-1 7-47 0 0,13 52 1 0 0,-18-54-132 0 0,-12-41-36 0 0,1 0 0 0 0,-1 0 1 0 0,1 0-1 0 0,7 11 0 0 0,-6-12-3 0 0,-3-2-235 0 0,4-2-282 0 0,-1 1 332 0 0,1-1 0 0 0,-1-1-1 0 0,1 1 1 0 0,-1-1 0 0 0,1 0-1 0 0,-1 0 1 0 0,1 0 0 0 0,0 0-1 0 0,-1-1 1 0 0,1 0 0 0 0,-1 0-1 0 0,1 0 1 0 0,6-3 0 0 0,9-5-3278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3.6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94 3104 0 0,'0'0'3777'0'0,"-4"-1"-3406"0"0,-9 0 818 0 0,15 14-727 0 0,0-9-205 0 0,3-5-201 0 0,4-1-31 0 0,0 0 1 0 0,0 0 0 0 0,-1-1 0 0 0,1 0-1 0 0,-1-1 1 0 0,1 1 0 0 0,-1-2 0 0 0,-1 1-1 0 0,1-1 1 0 0,11-10 0 0 0,-17 13 3 0 0,-2 2-28 0 0,0-1 0 0 0,0 1 1 0 0,0 0-1 0 0,0-1 1 0 0,0 1-1 0 0,0 0 1 0 0,0-1-1 0 0,0 1 1 0 0,1 0-1 0 0,-1-1 0 0 0,0 1 1 0 0,0 0-1 0 0,0-1 1 0 0,0 1-1 0 0,1 0 1 0 0,-1-1-1 0 0,0 1 1 0 0,0 0-1 0 0,0 0 1 0 0,1-1-1 0 0,-1 1 0 0 0,0 0 1 0 0,0 0-1 0 0,1-1 1 0 0,-1 1-1 0 0,0 0 1 0 0,1 0-1 0 0,0-1 2 0 0,-1 1-1 0 0,1 0 1 0 0,-1-1-1 0 0,1 1 1 0 0,-1 0-1 0 0,0-1 1 0 0,1 1-1 0 0,-1-1 1 0 0,1 1-1 0 0,-1 0 1 0 0,0-1-1 0 0,0 1 1 0 0,1-1-1 0 0,-1 1 1 0 0,0-1-1 0 0,0 1 1 0 0,1-1-1 0 0,-1 0 1 0 0,0 1-1 0 0,0-1 1 0 0,0 1-1 0 0,0-1 1 0 0,0 1-1 0 0,0-1 1 0 0,0 1-1 0 0,0-1 1 0 0,0 0 0 0 0,0 1-1 0 0,0-2 1 0 0,-1-16-8 0 0,0 14-1 0 0,-6 0-78 0 0,6 3 100 0 0,0 0-1 0 0,-1 1 0 0 0,1-1 0 0 0,-1 0 1 0 0,1 1-1 0 0,-1-1 0 0 0,1 0 0 0 0,-1 1 0 0 0,1 0 1 0 0,-1-1-1 0 0,1 1 0 0 0,-1 0 0 0 0,1 0 1 0 0,-1 0-1 0 0,0 0 0 0 0,-2 1 0 0 0,0-1 69 0 0,0 3-4 0 0,-1 1-44 0 0,-1 1-1 0 0,1 0 1 0 0,0 1 0 0 0,0-1 0 0 0,1 1 0 0 0,-1 0 0 0 0,1 0 0 0 0,1 1 0 0 0,-1-1 0 0 0,1 1 0 0 0,0 0 0 0 0,1 0 0 0 0,0 0 0 0 0,0 0 0 0 0,0 0 0 0 0,1 0 0 0 0,0 0-1 0 0,0 1 1 0 0,1-1 0 0 0,0 10 0 0 0,1-13-37 0 0,-1 1-1 0 0,1-1 0 0 0,0 0 1 0 0,1 0-1 0 0,-1 1 0 0 0,1-1 1 0 0,0 0-1 0 0,0 0 0 0 0,0-1 1 0 0,3 5-1 0 0,-3-4-31 0 0,0-2-63 0 0,-1 0 0 0 0,1 0 1 0 0,0 0-1 0 0,0 0 0 0 0,0 0 0 0 0,0 0 0 0 0,1 0 0 0 0,-1-1 1 0 0,0 1-1 0 0,1-1 0 0 0,-1 1 0 0 0,1-1 0 0 0,-1 0 1 0 0,1 0-1 0 0,0 0 0 0 0,-1 0 0 0 0,1-1 0 0 0,5 1 1 0 0,-1 0-269 0 0,0-1 1 0 0,1 0-1 0 0,-1 0 1 0 0,10-3 0 0 0,-13 3 200 0 0,23-8-1263 0 0,-21 5 1147 0 0,0 1-559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4.0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94 3948 0 0,'2'-4'493'0'0,"23"-61"1521"0"0,-24 60-1469 0 0,0 2-369 0 0,2-11-11 0 0,-3 11 1077 0 0,0 8-1081 0 0,-3 19 74 0 0,0-1-1 0 0,-2 0 0 0 0,-1-1 1 0 0,-10 28-1 0 0,15-47-134 0 0,-17 37 1956 0 0,12-51-1985 0 0,5 8-18 0 0,2-2-25 0 0,1-1-20 0 0,-1 0 0 0 0,1 0-1 0 0,1 0 1 0 0,-1 0 0 0 0,1 0-1 0 0,0 0 1 0 0,0 1 0 0 0,8-11-1 0 0,-6 9-4 0 0,0 1-5 0 0,-1 0 1 0 0,1 1 0 0 0,0-1-1 0 0,0 1 1 0 0,1 0-1 0 0,-1 0 1 0 0,1 1-1 0 0,0 0 1 0 0,0 0 0 0 0,1 0-1 0 0,-1 1 1 0 0,1-1-1 0 0,0 2 1 0 0,8-3-1 0 0,-11 3 9 0 0,1 3 2 0 0,-1-1-10 0 0,0 1 1 0 0,0-1-1 0 0,0 1 1 0 0,-1 0 0 0 0,1 0-1 0 0,0 0 1 0 0,-1 0-1 0 0,1 1 1 0 0,-1 0-1 0 0,1 0 1 0 0,-1 0 0 0 0,0 0-1 0 0,5 4 1 0 0,-5-3 4 0 0,0 1 1 0 0,0 0 0 0 0,0-1 0 0 0,-1 1-1 0 0,1 1 1 0 0,-1-1 0 0 0,0 0 0 0 0,0 0 0 0 0,-1 1-1 0 0,1-1 1 0 0,-1 1 0 0 0,0 0 0 0 0,1 6-1 0 0,1 65-572 0 0,-3-72 223 0 0,0 1-113 0 0,0 4 703 0 0,3 25-7377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4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8 3020 0 0,'5'-8'5047'0'0,"-5"22"-2922"0"0,-10 45-2036 0 0,4-26 533 0 0,1 7-117 0 0,-2 57-1 0 0,8-79-484 0 0,-1-1 0 0 0,2 1 1 0 0,1-1-1 0 0,0 1 0 0 0,8 24 0 0 0,-10-39-104 0 0,0-1 0 0 0,0 1 0 0 0,1-1 0 0 0,-1 1 0 0 0,1-1 0 0 0,0 0 0 0 0,-1 0 0 0 0,1 1 0 0 0,0-1 0 0 0,0 0 0 0 0,0-1 0 0 0,1 1 0 0 0,-1 0 0 0 0,3 1 0 0 0,-2-1 85 0 0,0 0-412 0 0,2-1-461 0 0,14-1 358 0 0,-14 1-42 0 0,13-12-819 0 0,-17 11 1252 0 0,0 0-1 0 0,0-1 1 0 0,0 1-1 0 0,0-1 1 0 0,0 0-1 0 0,0 1 1 0 0,0-1 0 0 0,0 0-1 0 0,0 1 1 0 0,0-1-1 0 0,-1 0 1 0 0,1 0-1 0 0,0 0 1 0 0,-1 0 0 0 0,1 0-1 0 0,-1 0 1 0 0,2-1-1 0 0,0-3-1517 0 0,6-9-1502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4.6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3168 0 0,'0'0'4959'0'0,"5"-1"-4723"0"0,17-3-26 0 0,37-4 0 0 0,31-4-2347 0 0,-45 4-167 0 0,-40 7 1524 0 0,-1 1-530 0 0,18-4-902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4.9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19 2368 0 0,'0'0'2443'0'0,"-2"2"-1996"0"0,-7 6-64 0 0,7-6 393 0 0,0 0-636 0 0,1-1-140 0 0,1 0 0 0 0,-1 0 0 0 0,0 0-1 0 0,0 0 1 0 0,1-1 0 0 0,-1 1 0 0 0,1 0 0 0 0,-1 0 0 0 0,1 1 0 0 0,0-1 0 0 0,-1 0 0 0 0,1 0 0 0 0,0 0 0 0 0,0 0 0 0 0,-1 0 0 0 0,1 0 0 0 0,0 0 0 0 0,0 0 0 0 0,0 1 0 0 0,0-1 0 0 0,1 2 0 0 0,0 8-126 0 0,19-5-65 0 0,-16-7 107 0 0,14-1-20 0 0,-14 2-62 0 0,0-2 15 0 0,36-15-124 0 0,-36 15 284 0 0,-1 0 57 0 0,2-1 98 0 0,-1 0-1 0 0,0-1 1 0 0,-1 0 0 0 0,1 1-1 0 0,0-1 1 0 0,-1-1 0 0 0,0 1 0 0 0,4-7-1 0 0,-6 8 534 0 0,-5 2-542 0 0,2 0-106 0 0,0 0 1 0 0,-1 1-1 0 0,1-1 0 0 0,-1 1 0 0 0,1-1 0 0 0,-1 1 0 0 0,1 0 0 0 0,0 0 0 0 0,-1 0 0 0 0,1 1 0 0 0,-1-1 0 0 0,1 0 1 0 0,-1 1-1 0 0,1 0 0 0 0,0-1 0 0 0,-1 1 0 0 0,1 0 0 0 0,0 0 0 0 0,0 1 0 0 0,-1-1 0 0 0,1 0 0 0 0,0 1 0 0 0,-2 2 0 0 0,-2 0 8 0 0,1 1-1 0 0,1 0 0 0 0,-1 0 0 0 0,1 0 0 0 0,0 1 0 0 0,0 0 0 0 0,1-1 0 0 0,0 1 0 0 0,0 0 1 0 0,0 1-1 0 0,0-1 0 0 0,1 1 0 0 0,0-1 0 0 0,1 1 0 0 0,-1-1 0 0 0,1 1 0 0 0,1 0 0 0 0,-1 0 0 0 0,1 9 1 0 0,1-6-92 0 0,0-1 35 0 0,0 1 0 0 0,0 0 0 0 0,1-1 0 0 0,3 12 0 0 0,-4-19-67 0 0,0 1 0 0 0,0-1-1 0 0,0 0 1 0 0,0 0-1 0 0,0 1 1 0 0,1-1 0 0 0,-1 0-1 0 0,0 0 1 0 0,1 0-1 0 0,0-1 1 0 0,-1 1-1 0 0,1 0 1 0 0,0-1 0 0 0,0 1-1 0 0,0-1 1 0 0,0 1-1 0 0,0-1 1 0 0,0 0 0 0 0,1 0-1 0 0,-1 0 1 0 0,0 0-1 0 0,1 0 1 0 0,2 0-1 0 0,3-1-401 0 0,0 0 0 0 0,1 0 0 0 0,-1-1 0 0 0,1 0 0 0 0,-1-1 0 0 0,0 1 0 0 0,0-2 0 0 0,0 1 0 0 0,0-1 0 0 0,0 0 0 0 0,0-1 0 0 0,11-7 0 0 0,-16 10-1901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5.3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75 2140 0 0,'27'-55'3823'0'0,"-25"51"-2731"0"0,-1 1-829 0 0,3-3 546 0 0,-1 8-225 0 0,-3 17 80 0 0,-6 39-177 0 0,4-47-253 0 0,-6 38 187 0 0,7-45-322 0 0,0 1 7 0 0,-4 16-14 0 0,4-16-14 0 0,-5 14 80 0 0,4-16 247 0 0,2-2-393 0 0,0-1-1 0 0,0 1 1 0 0,0 0 0 0 0,0-1 0 0 0,-1 1-1 0 0,1-1 1 0 0,0 1 0 0 0,0 0-1 0 0,-1-1 1 0 0,1 1 0 0 0,0-1-1 0 0,-1 1 1 0 0,1-1 0 0 0,-1 1 0 0 0,1-1-1 0 0,-1 1 1 0 0,1-1 0 0 0,-1 0-1 0 0,0 1 1 0 0,-2 2 1047 0 0,3-11-1019 0 0,1 0 0 0 0,0 0 0 0 0,1 0 0 0 0,0 0 0 0 0,0 1 0 0 0,0-1 0 0 0,1 1 0 0 0,4-9 0 0 0,0 2-3 0 0,1 0 0 0 0,0 0 1 0 0,16-21-1 0 0,-17 27-56 0 0,1 0 0 0 0,-1 0 0 0 0,1 1 0 0 0,1 0 0 0 0,9-6 0 0 0,-16 12 19 0 0,0-1 0 0 0,1 1 0 0 0,-1 0 0 0 0,1 0-1 0 0,-1 0 1 0 0,1 0 0 0 0,-1 0 0 0 0,1 1 0 0 0,-1-1 0 0 0,1 1 0 0 0,0-1 0 0 0,-1 1 0 0 0,1 0 0 0 0,0 0 0 0 0,-1 0 0 0 0,1 1 0 0 0,0-1 0 0 0,-1 1 0 0 0,1-1 0 0 0,-1 1 0 0 0,1 0 0 0 0,-1 0 0 0 0,1 0 0 0 0,-1 0 0 0 0,1 1 0 0 0,-1-1 0 0 0,3 2 0 0 0,1 2-22 0 0,0 0 0 0 0,0 1 0 0 0,0-1-1 0 0,-1 1 1 0 0,0 0 0 0 0,0 0 0 0 0,5 9 0 0 0,-8-11-65 0 0,0 1 0 0 0,0 0 0 0 0,-1 0 0 0 0,1 0 0 0 0,-1 0 1 0 0,0 0-1 0 0,-1 0 0 0 0,1 0 0 0 0,-1 0 0 0 0,0 0 0 0 0,-1 8 1 0 0,0-3-352 0 0,0-1 0 0 0,-1 1 0 0 0,0 0 0 0 0,-7 18 1 0 0,-18 26-4193 0 0,10-28-434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6.4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224 19 2800 0 0,'0'0'2769'0'0,"-1"-3"-2245"0"0,0 2-470 0 0,1 0 1 0 0,-1 0 0 0 0,1 0 0 0 0,-1 0 0 0 0,0 0 0 0 0,1 0 0 0 0,-1 0 0 0 0,0 1 0 0 0,0-1 0 0 0,1 0 0 0 0,-1 1-1 0 0,0-1 1 0 0,0 0 0 0 0,0 1 0 0 0,0-1 0 0 0,0 1 0 0 0,0-1 0 0 0,0 1 0 0 0,0 0 0 0 0,0-1 0 0 0,0 1 0 0 0,0 0-1 0 0,0 0 1 0 0,0 0 0 0 0,0 0 0 0 0,0 0 0 0 0,0 0 0 0 0,-2 0 0 0 0,-31 9 372 0 0,23-5-222 0 0,-4 2-17 0 0,0 0 0 0 0,1 0 0 0 0,0 2 0 0 0,1 0 0 0 0,0 0 0 0 0,0 1-1 0 0,-23 22 1 0 0,35-29-170 0 0,-1-1-1 0 0,0 1 1 0 0,1 1-1 0 0,-1-1 1 0 0,1 0-1 0 0,-1 0 1 0 0,1 1-1 0 0,0-1 1 0 0,0 0-1 0 0,0 1 0 0 0,0-1 1 0 0,1 1-1 0 0,-1-1 1 0 0,1 1-1 0 0,-1 0 1 0 0,1-1-1 0 0,0 1 1 0 0,0 3-1 0 0,0-3-21 0 0,1 0 9 0 0,0 1 1 0 0,0-1-1 0 0,0 0 1 0 0,0 0-1 0 0,1 0 1 0 0,-1 0-1 0 0,1-1 1 0 0,0 1 0 0 0,0 0-1 0 0,0-1 1 0 0,0 1-1 0 0,0-1 1 0 0,0 0-1 0 0,1 1 1 0 0,-1-1-1 0 0,6 3 1 0 0,-5-3-8 0 0,8 7 44 0 0,0-1 1 0 0,1 0 0 0 0,0-1 0 0 0,0 0 0 0 0,19 7-1 0 0,64 20 514 0 0,-74-27-426 0 0,-17-6-78 0 0,19 7 140 0 0,-22-7-190 0 0,-1 0-1 0 0,-1 0 0 0 0,1 1 0 0 0,0-1 1 0 0,0 0-1 0 0,0 0 0 0 0,-1 0 0 0 0,1 0 0 0 0,0 0 1 0 0,-1 0-1 0 0,1 0 0 0 0,-1 0 0 0 0,1 0 1 0 0,-1 0-1 0 0,0 0 0 0 0,1 0 0 0 0,-1 0 1 0 0,0-1-1 0 0,0 1 0 0 0,0 0 0 0 0,1 0 1 0 0,-1-1-1 0 0,0 1 0 0 0,0-1 0 0 0,-2 2 0 0 0,-30 11 9 0 0,27-11-9 0 0,-19 6 1 0 0,0-2 0 0 0,-36 6 0 0 0,15-6-211 0 0,42-6 33 0 0,0-1-316 0 0,-12-3 244 0 0,12 3-12 0 0,8-7-449 0 0,1 2 506 0 0,0-1-1 0 0,0 1 1 0 0,1-1-1 0 0,0 2 1 0 0,0-1-1 0 0,0 0 1 0 0,1 1-1 0 0,13-8 1 0 0,2 1-175 0 0,0 0 0 0 0,33-12-1 0 0,-26 14 1056 0 0,42-9 0 0 0,-67 19-452 0 0,1-1-15 0 0,15 1-28 0 0,-15-1-34 0 0,0 2-11 0 0,12-1 20 0 0,-12 1-5 0 0,-1-1-28 0 0,5 1 31 0 0,2 1-93 0 0,0-1 1 0 0,0 0 0 0 0,0-1-1 0 0,0 0 1 0 0,-1-1 0 0 0,1 0-1 0 0,0-1 1 0 0,0 0 0 0 0,0-1 0 0 0,10-3-1 0 0,-3 0-39 0 0,1 0-1 0 0,-2-1 1 0 0,1 0 0 0 0,-1-2-1 0 0,0 0 1 0 0,-1-1-1 0 0,26-20 1 0 0,-12 0 58 0 0,-28 28-34 0 0,-6-6-12 0 0,4 8-33 0 0,1-1-1 0 0,-1 1 1 0 0,0 0-1 0 0,0-1 1 0 0,0 1-1 0 0,0-1 1 0 0,0 1-1 0 0,0-1 1 0 0,0 1-1 0 0,0-1 0 0 0,-1 1 1 0 0,1 0-1 0 0,0-1 1 0 0,0 1-1 0 0,0-1 1 0 0,0 1-1 0 0,-1-1 1 0 0,1 1-1 0 0,0 0 0 0 0,0-1 1 0 0,-1 1-1 0 0,1 0 1 0 0,0-1-1 0 0,0 1 1 0 0,-1 0-1 0 0,1-1 1 0 0,0 1-1 0 0,-1 0 1 0 0,1 0-1 0 0,-1-1 0 0 0,1 1 1 0 0,0 0-1 0 0,-1 0 1 0 0,1 0-1 0 0,-1 0 1 0 0,1-1-1 0 0,-1 1 1 0 0,-5 0 30 0 0,0 0 0 0 0,0 0-1 0 0,1 1 1 0 0,-1-1 0 0 0,0 1 0 0 0,0 0 0 0 0,1 1 0 0 0,-1 0 0 0 0,0 0 0 0 0,1 0 0 0 0,0 0 0 0 0,-1 1 0 0 0,1 0 0 0 0,0 0 0 0 0,1 0 0 0 0,-10 8 0 0 0,6-4 43 0 0,0 1 1 0 0,1 1-1 0 0,0-1 1 0 0,0 1-1 0 0,1 0 1 0 0,0 1 0 0 0,-8 15-1 0 0,12-19-2 0 0,0-1 0 0 0,0 1 0 0 0,0 0 0 0 0,1 0 0 0 0,-1 12 0 0 0,2-16-69 0 0,-1-1 1 0 0,1 1-1 0 0,0 0 1 0 0,0 0-1 0 0,0 0 0 0 0,0 0 1 0 0,1 0-1 0 0,-1 0 1 0 0,0 0-1 0 0,1 0 0 0 0,-1 0 1 0 0,1-1-1 0 0,0 1 1 0 0,0 0-1 0 0,0 0 0 0 0,0-1 1 0 0,0 1-1 0 0,0 0 1 0 0,0-1-1 0 0,0 1 0 0 0,2 1 1 0 0,2-1-104 0 0,0 0 1 0 0,0 0-1 0 0,-1-1 1 0 0,1 1-1 0 0,1-1 1 0 0,-1 0-1 0 0,0 0 0 0 0,0-1 1 0 0,0 0-1 0 0,0 1 1 0 0,0-2-1 0 0,1 1 1 0 0,9-3-1 0 0,5-1-816 0 0,1 0 0 0 0,27-12 0 0 0,16-9-2870 0 0,-33 12-295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7.2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 5653 0 0,'0'0'5836'0'0,"2"3"-5281"0"0,1 5-392 0 0,0 0 1 0 0,-1 0 0 0 0,1 0 0 0 0,-1 0-1 0 0,-1 1 1 0 0,0-1 0 0 0,1 12-1 0 0,-3 71 188 0 0,0-45-195 0 0,-18 278-1437 0 0,-6-115-4280 0 0,24-204 4346 0 0,0 0-923 0 0,-1 16-1487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8.0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431 204 2632 0 0,'9'-22'1087'0'0,"1"0"0"0"0,2 0 0 0 0,23-35 0 0 0,-29 50-883 0 0,0 0 0 0 0,0 0 1 0 0,0 0-1 0 0,1 0 0 0 0,0 1 0 0 0,1 0 0 0 0,-1 1 0 0 0,1 0 1 0 0,0 0-1 0 0,1 0 0 0 0,-1 1 0 0 0,11-3 0 0 0,-16 6-152 0 0,-1 1 0 0 0,1-1-1 0 0,-1 1 1 0 0,1 0 0 0 0,0 0-1 0 0,-1 0 1 0 0,1 0 0 0 0,0 1-1 0 0,-1-1 1 0 0,1 1 0 0 0,0-1-1 0 0,-1 1 1 0 0,1 0 0 0 0,-1 0 0 0 0,0 0-1 0 0,1 0 1 0 0,2 2 0 0 0,-3-1-48 0 0,1-1 18 0 0,-1 1-1 0 0,1 0 1 0 0,-1-1-1 0 0,0 1 1 0 0,0 0-1 0 0,0 0 1 0 0,0 1-1 0 0,0-1 1 0 0,0 0 0 0 0,0 1-1 0 0,-1-1 1 0 0,1 1-1 0 0,-1-1 1 0 0,2 5-1 0 0,-2-3 21 0 0,2 1-21 0 0,-1 1 1 0 0,-1 0-1 0 0,1 0 1 0 0,-1 0-1 0 0,0 0 1 0 0,-1 0-1 0 0,1 0 1 0 0,-1 1-1 0 0,0-1 1 0 0,-2 8-1 0 0,1-3 2 0 0,-1 0 0 0 0,-1 0-1 0 0,1 0 1 0 0,-10 20 0 0 0,3-12-63 0 0,-2-1 1 0 0,-1 0-1 0 0,0-1 1 0 0,-1 0 0 0 0,-1-1-1 0 0,0 0 1 0 0,-1-1-1 0 0,-1-1 1 0 0,-34 24 0 0 0,14-14-117 0 0,0-2 1 0 0,-1-2 0 0 0,-1-2 0 0 0,-41 15 0 0 0,52-24 49 0 0,1-1 0 0 0,-1-1 0 0 0,0-2 0 0 0,0 0 1 0 0,-44 1-1 0 0,66-6 79 0 0,0-1 0 0 0,-1 1 1 0 0,1-1-1 0 0,0 0 0 0 0,-1 0 0 0 0,1-1 0 0 0,0 1 1 0 0,0-1-1 0 0,-9-5 0 0 0,14 7 23 0 0,-1-1 2 0 0,0 1 0 0 0,0-1 0 0 0,0 1 0 0 0,0-1 1 0 0,1 1-1 0 0,-1-1 0 0 0,0 0 0 0 0,1 1 0 0 0,-1-1 0 0 0,0 0 0 0 0,1 0 1 0 0,-1 0-1 0 0,1 1 0 0 0,-1-1 0 0 0,1 0 0 0 0,-1 0 0 0 0,1 0 1 0 0,0 0-1 0 0,-1 0 0 0 0,1-1 0 0 0,-1 0-2 0 0,-1-2-4 0 0,5 1 20 0 0,-1 1 3 0 0,0 0-1 0 0,0 0 1 0 0,0 0-1 0 0,0 1 1 0 0,0-1-1 0 0,1 0 1 0 0,-1 1-1 0 0,1-1 1 0 0,-1 1-1 0 0,1 0 0 0 0,-1 0 1 0 0,1 0-1 0 0,0 0 1 0 0,-1 0-1 0 0,1 1 1 0 0,0-1-1 0 0,5 1 1 0 0,20-2 131 0 0,0 2 1 0 0,0 1-1 0 0,0 1 1 0 0,-1 2-1 0 0,1 1 1 0 0,35 10-1 0 0,170 66 96 0 0,-89-29-580 0 0,-137-50 176 0 0,0 0 0 0 0,0-1 0 0 0,0 0 1 0 0,0 0-1 0 0,1-1 0 0 0,-1 0 0 0 0,0 0 0 0 0,0-1 1 0 0,1 0-1 0 0,13-3 0 0 0,-8-1 37 0 0,0-1 0 0 0,-1 0 0 0 0,1 0 0 0 0,19-15 0 0 0,-19 12 542 0 0,-10 7-132 0 0,16-11 192 0 0,-5 7-599 0 0,-1 0 1 0 0,0 0-1 0 0,-1-1 1 0 0,0-1-1 0 0,0 0 1 0 0,16-14-1 0 0,-26 19 127 0 0,0 1 0 0 0,0-1 0 0 0,0 1 0 0 0,0-1 0 0 0,0 0 0 0 0,-1 0 0 0 0,1 0-1 0 0,-1 0 1 0 0,0 0 0 0 0,0 0 0 0 0,0 0 0 0 0,1-6 0 0 0,-2 7 12 0 0,-1 0 0 0 0,1 0 0 0 0,-1 0 0 0 0,0-1 0 0 0,0 1 0 0 0,0 0 0 0 0,0 0 0 0 0,0 0 0 0 0,-1 0 0 0 0,1 1 0 0 0,0-1 1 0 0,-1 0-1 0 0,0 0 0 0 0,1 1 0 0 0,-1-1 0 0 0,0 1 0 0 0,0 0 0 0 0,0-1 0 0 0,0 1 0 0 0,0 0 0 0 0,0 0 0 0 0,0 0 0 0 0,0 0 0 0 0,0 1 0 0 0,0-1 0 0 0,-4 0 0 0 0,2 0 130 0 0,-1 2 23 0 0,0 0-100 0 0,0 0 0 0 0,0 0 0 0 0,1 0 0 0 0,-1 0 0 0 0,0 1 0 0 0,1 0 0 0 0,-1 0 0 0 0,1 0 0 0 0,0 1-1 0 0,-1-1 1 0 0,1 1 0 0 0,1 0 0 0 0,-1 0 0 0 0,0 1 0 0 0,1-1 0 0 0,-1 1 0 0 0,1 0 0 0 0,0 0 0 0 0,0 0 0 0 0,1 0 0 0 0,-1 0 0 0 0,1 0 0 0 0,0 1 0 0 0,0-1-1 0 0,0 1 1 0 0,-1 7 0 0 0,1-6-39 0 0,1 1-1 0 0,0 0 0 0 0,0-1 1 0 0,0 1-1 0 0,1 0 0 0 0,0-1 1 0 0,0 1-1 0 0,0 0 0 0 0,1-1 1 0 0,0 1-1 0 0,1-1 0 0 0,-1 1 1 0 0,1-1-1 0 0,0 1 0 0 0,1-1 1 0 0,0 0-1 0 0,0 0 0 0 0,0 0 1 0 0,1 0-1 0 0,-1-1 0 0 0,6 6 1 0 0,-7-8-107 0 0,1-1 1 0 0,0 1 0 0 0,0 0 0 0 0,0-1-1 0 0,0 0 1 0 0,0 0 0 0 0,0 0 0 0 0,1 0-1 0 0,-1 0 1 0 0,1 0 0 0 0,-1-1 0 0 0,1 0-1 0 0,-1 0 1 0 0,1 0 0 0 0,0 0-1 0 0,0 0 1 0 0,6-1 0 0 0,-1-1-470 0 0,-1-1-1 0 0,0 0 1 0 0,0 0 0 0 0,0-1 0 0 0,0 0 0 0 0,0 0-1 0 0,0-1 1 0 0,-1 0 0 0 0,0 0 0 0 0,1-1-1 0 0,-2 0 1 0 0,10-8 0 0 0,-1-2-2650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8.5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49 3240 0 0,'1'-3'824'0'0,"18"-30"1683"0"0,-17 29-1722 0 0,0 2-432 0 0,-2 1-297 0 0,1 1 1 0 0,-1-1-1 0 0,1 1 1 0 0,-1-1-1 0 0,1 1 1 0 0,-1-1-1 0 0,1 1 1 0 0,0 0-1 0 0,-1-1 1 0 0,1 1-1 0 0,0 0 1 0 0,-1-1-1 0 0,1 1 1 0 0,0 0-1 0 0,-1 0 1 0 0,1 0-1 0 0,0 0 1 0 0,0-1-1 0 0,-1 1 0 0 0,1 0 1 0 0,0 0-1 0 0,0 0 1 0 0,-1 1-1 0 0,1-1 1 0 0,0 0-1 0 0,-1 0 1 0 0,1 0-1 0 0,0 0 1 0 0,0 1-1 0 0,-1-1 1 0 0,1 0-1 0 0,0 1 1 0 0,-1-1-1 0 0,1 0 1 0 0,-1 1-1 0 0,1-1 1 0 0,-1 1-1 0 0,1-1 1 0 0,0 2-1 0 0,3 0 188 0 0,-3 2-47 0 0,5 12-46 0 0,-5-13-31 0 0,0 3-18 0 0,2 15-32 0 0,-2-16-16 0 0,-1 1-13 0 0,-3 44-29 0 0,3-46-83 0 0,0 1-60 0 0,0 18-40 0 0,0-17-102 0 0,1-1-176 0 0,0-3 345 0 0,0 1 0 0 0,-1-1 1 0 0,1 1-1 0 0,0 0 1 0 0,1-1-1 0 0,-1 0 1 0 0,0 1-1 0 0,1-1 1 0 0,-1 0-1 0 0,1 0 1 0 0,0 0-1 0 0,0 0 1 0 0,0 0-1 0 0,0 0 1 0 0,0 0-1 0 0,0 0 0 0 0,0-1 1 0 0,0 1-1 0 0,1-1 1 0 0,-1 0-1 0 0,1 0 1 0 0,-1 0-1 0 0,5 2 1 0 0,2-2-22 0 0,-1 0 0 0 0,0-1 0 0 0,0 0 0 0 0,1 0 0 0 0,-1-1 0 0 0,0 1 0 0 0,0-2 0 0 0,0 1 0 0 0,0-1 0 0 0,0-1 0 0 0,0 1 0 0 0,-1-1 0 0 0,1-1 0 0 0,9-5 0 0 0,-5 2 249 0 0,-2 0-1 0 0,1 0 1 0 0,-1-1 0 0 0,0 0-1 0 0,0-1 1 0 0,-1 0-1 0 0,0-1 1 0 0,11-16 0 0 0,-17 22-45 0 0,0-1 1 0 0,-1 0-1 0 0,1-1 1 0 0,-1 1-1 0 0,0 0 1 0 0,1-7-1 0 0,-2 10-43 0 0,0-2 337 0 0,-2 0-148 0 0,-1-15-4 0 0,2 14 260 0 0,-9 0-115 0 0,9 4-347 0 0,-1 1-1 0 0,1-1 1 0 0,0 1-1 0 0,-1-1 1 0 0,1 1-1 0 0,0 0 1 0 0,-1-1-1 0 0,1 1 1 0 0,-1 0 0 0 0,1-1-1 0 0,-1 1 1 0 0,1 0-1 0 0,-1 0 1 0 0,1-1-1 0 0,-1 1 1 0 0,1 0-1 0 0,-1 0 1 0 0,1 0-1 0 0,-1 0 1 0 0,1 0-1 0 0,-1 0 1 0 0,1 0 0 0 0,-1 0-1 0 0,1 0 1 0 0,-1 0-1 0 0,1 0 1 0 0,-1 0-1 0 0,1 0 1 0 0,-1 0-1 0 0,1 0 1 0 0,-1 1-1 0 0,0-1 1 0 0,-8 3 87 0 0,1 0 1 0 0,-1 1-1 0 0,1 0 1 0 0,0 1-1 0 0,0 0 1 0 0,0 0-1 0 0,1 0 0 0 0,0 1 1 0 0,0 1-1 0 0,0-1 1 0 0,1 1-1 0 0,-1 0 1 0 0,-4 8-1 0 0,0 0-30 0 0,0 1 0 0 0,2 0 0 0 0,0 1 0 0 0,1-1 1 0 0,-10 29-1 0 0,13-21-222 0 0,4-20 14 0 0,0 16-451 0 0,1-16 119 0 0,0-4 439 0 0,1 0 0 0 0,-1 0 0 0 0,0 1 1 0 0,0-1-1 0 0,1 0 0 0 0,-1 0 0 0 0,0 0 0 0 0,0 0 1 0 0,1 0-1 0 0,-1 0 0 0 0,0 1 0 0 0,0-1 0 0 0,0 0 1 0 0,1 0-1 0 0,-1 0 0 0 0,0 1 0 0 0,0-1 0 0 0,0 0 0 0 0,0 0 1 0 0,0 0-1 0 0,1 1 0 0 0,-1-1 0 0 0,0 0 0 0 0,0 0 1 0 0,0 1-1 0 0,0-1 0 0 0,0 0 0 0 0,0 1 0 0 0,0-1 1 0 0,0 0-1 0 0,0 0 0 0 0,0 1 0 0 0,0 0-69 0 0,0-1 1 0 0,1 1-1 0 0,-1 0 0 0 0,0 0 1 0 0,0-1-1 0 0,0 1 0 0 0,1 0 1 0 0,-1-1-1 0 0,1 1 1 0 0,-1 0-1 0 0,0-1 0 0 0,1 1 1 0 0,-1-1-1 0 0,1 1 0 0 0,-1 0 1 0 0,1-1-1 0 0,-1 1 0 0 0,1-1 1 0 0,0 0-1 0 0,-1 1 0 0 0,1-1 1 0 0,1 1-1 0 0,0 1-327 0 0,7 3 194 0 0,5-4-3075 0 0,15-2 156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8.7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58 3376 0 0,'3'-4'1382'0'0,"45"-46"3625"0"0,-46 47-2490 0 0,-5 6-2234 0 0,-9 14-134 0 0,0 0 0 0 0,1 0 0 0 0,1 1 0 0 0,1 1 0 0 0,0 0 1 0 0,-9 30-1 0 0,17-45-359 0 0,0 1-180 0 0,-2 13 11 0 0,2-13-72 0 0,4 2-304 0 0,-3-7 653 0 0,0 1 0 0 0,0 0 0 0 0,0-1 0 0 0,0 1 0 0 0,1 0 0 0 0,-1-1 0 0 0,0 1 0 0 0,0 0 0 0 0,0-1 0 0 0,0 1 0 0 0,1 0 0 0 0,-1-1 0 0 0,0 1 0 0 0,1-1 0 0 0,-1 1 0 0 0,0 0 0 0 0,1-1 0 0 0,-1 1 0 0 0,1-1 0 0 0,-1 1 0 0 0,1-1 0 0 0,-1 0-1 0 0,2 1 1 0 0,-2 0-396 0 0,9 4 338 0 0,2-5-4214 0 0,11-7 471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8.9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25 2836 0 0,'-5'-3'553'0'0,"0"-1"1"0"0,0 2-1 0 0,0-1 0 0 0,0 0 0 0 0,0 1 0 0 0,-1 0 0 0 0,1 0 1 0 0,-10-1-1 0 0,11 2-462 0 0,1 3-422 0 0,2-2 259 0 0,0 0 0 0 0,0 0-1 0 0,1 1 1 0 0,-1-1-1 0 0,0 0 1 0 0,0 1-1 0 0,1-1 1 0 0,-1 1 0 0 0,0-1-1 0 0,1 1 1 0 0,-1-1-1 0 0,0 1 1 0 0,1-1-1 0 0,-1 1 1 0 0,1-1 0 0 0,-1 1-1 0 0,1 0 1 0 0,-1 0-1 0 0,1-1 1 0 0,-1 1-1 0 0,1 0 1 0 0,0 0 0 0 0,-1-1-1 0 0,1 1 1 0 0,0 0-1 0 0,0 0 1 0 0,0 0-1 0 0,-1-1 1 0 0,1 1 0 0 0,0 0-1 0 0,0 0 1 0 0,0 0-1 0 0,0 0 1 0 0,1-1-1 0 0,-1 1 1 0 0,0 0 0 0 0,0 1-1 0 0,1 1-770 0 0,1 0-612 0 0,12 9-1030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49.8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1 138 3400 0 0,'0'0'1597'0'0,"3"2"-803"0"0,4 2 248 0 0,0 0 0 0 0,0 1 0 0 0,-1 0 0 0 0,12 12 0 0 0,-1-13-931 0 0,-15-4-95 0 0,2 1 28 0 0,18-6 49 0 0,-18 3-38 0 0,4 0 9 0 0,-1-1 1 0 0,1 0 0 0 0,-1-1-1 0 0,0 0 1 0 0,0 0-1 0 0,0 0 1 0 0,0-1 0 0 0,-1 0-1 0 0,0 0 1 0 0,0-1 0 0 0,0 0-1 0 0,8-11 1 0 0,-12 15 18 0 0,-1-2-24 0 0,-1 1-37 0 0,1 0 0 0 0,0 0 0 0 0,-1 0 0 0 0,0 0 0 0 0,0 0 0 0 0,0 0 0 0 0,0 0 0 0 0,0 0-1 0 0,-1-1 1 0 0,0-3 0 0 0,0 4 17 0 0,-16-5 18 0 0,8 7-40 0 0,-25 7 6 0 0,28-1-20 0 0,3-2 3 0 0,-5 3-4 0 0,1 0 0 0 0,-1 1 0 0 0,2 0 0 0 0,-1 0 1 0 0,1 0-1 0 0,0 1 0 0 0,0 0 0 0 0,1 0 0 0 0,0 0 0 0 0,1 1 1 0 0,0-1-1 0 0,-5 16 0 0 0,8-22-2 0 0,-1 3-56 0 0,0 0 0 0 0,0 0 0 0 0,1 1 1 0 0,-1-1-1 0 0,1 1 0 0 0,0-1 0 0 0,1 1 1 0 0,0-1-1 0 0,-1 1 0 0 0,2-1 0 0 0,-1 1 0 0 0,1-1 1 0 0,0 1-1 0 0,0-1 0 0 0,0 1 0 0 0,1-1 1 0 0,2 7-1 0 0,-2-10-94 0 0,-1 1 1 0 0,1-1-1 0 0,0 0 1 0 0,0 0-1 0 0,0 0 1 0 0,0 0-1 0 0,1 0 0 0 0,-1 0 1 0 0,0 0-1 0 0,1-1 1 0 0,-1 1-1 0 0,1-1 1 0 0,0 1-1 0 0,-1-1 1 0 0,1 0-1 0 0,0 0 1 0 0,0-1-1 0 0,0 1 1 0 0,0 0-1 0 0,0-1 0 0 0,0 0 1 0 0,0 0-1 0 0,-1 0 1 0 0,1 0-1 0 0,0 0 1 0 0,5-1-1 0 0,4-1-323 0 0,-1 0-1 0 0,1 0 1 0 0,0-1-1 0 0,19-8 0 0 0,-16 4 315 0 0,-1 0 0 0 0,0-1-1 0 0,0 0 1 0 0,-1-1-1 0 0,-1-1 1 0 0,18-15-1 0 0,-21 15 544 0 0,1 0 0 0 0,-1-1 0 0 0,-1 1-1 0 0,1-2 1 0 0,-2 1 0 0 0,0-1 0 0 0,7-17 0 0 0,-12 26 276 0 0,-2-1-347 0 0,2-13-3 0 0,-1 13 1190 0 0,-8 2-1193 0 0,6 2-291 0 0,1-1 0 0 0,-1 1 0 0 0,1 0-1 0 0,-1-1 1 0 0,1 1 0 0 0,-1 0 0 0 0,1 0-1 0 0,-1-1 1 0 0,0 1 0 0 0,1 0 0 0 0,-1 0 0 0 0,1 0-1 0 0,-1 0 1 0 0,0 0 0 0 0,1 0 0 0 0,-1 0 0 0 0,0 0-1 0 0,1 0 1 0 0,-1 0 0 0 0,1 0 0 0 0,-1 0 0 0 0,0 0-1 0 0,1 1 1 0 0,-1-1 0 0 0,1 0 0 0 0,-1 0 0 0 0,1 1-1 0 0,-1-1 1 0 0,0 1 0 0 0,-7 8 95 0 0,0 1 0 0 0,1-1 0 0 0,0 1 0 0 0,-9 18 0 0 0,-7 40-62 0 0,22-63-42 0 0,1 0-2 0 0,0 15-2 0 0,0-15-7 0 0,2-1-3 0 0,-1-2 9 0 0,0 1 1 0 0,0-1-1 0 0,1 1 0 0 0,-1-1 0 0 0,1 1 0 0 0,0-1 1 0 0,0 0-1 0 0,0 0 0 0 0,0 0 0 0 0,0 0 1 0 0,0 0-1 0 0,0 0 0 0 0,1-1 0 0 0,-1 1 1 0 0,0-1-1 0 0,1 1 0 0 0,0-1 0 0 0,-1 0 0 0 0,1 0 1 0 0,0 0-1 0 0,-1 0 0 0 0,6 0 0 0 0,4-1 25 0 0,0 0-1 0 0,0 0 0 0 0,-1-1 1 0 0,1-1-1 0 0,-1 0 1 0 0,1-1-1 0 0,-1 0 0 0 0,0-1 1 0 0,0 0-1 0 0,0 0 0 0 0,0-1 1 0 0,18-13-1 0 0,-16 9 36 0 0,0-1 1 0 0,0 0-1 0 0,-1-1 1 0 0,19-22-1 0 0,-28 30-45 0 0,6-13 121 0 0,-25 21-148 0 0,12-3-2 0 0,-1 8-18 0 0,-4 4-10 0 0,7-9 39 0 0,1 1-1 0 0,0-1 0 0 0,0 1 0 0 0,1-1 0 0 0,0 1 1 0 0,0 0-1 0 0,0-1 0 0 0,0 1 0 0 0,1 0 0 0 0,1 5 0 0 0,0-7 36 0 0,14 14 212 0 0,-12-15-141 0 0,1 0-40 0 0,1 1-1 0 0,0 0 1 0 0,0-1 0 0 0,1 0-1 0 0,-1-1 1 0 0,1 1-1 0 0,-1-1 1 0 0,1-1 0 0 0,10 2-1 0 0,-3-3 44 0 0,0 0-1 0 0,-1-2 1 0 0,1 0-1 0 0,-1 0 1 0 0,1-1 0 0 0,-1-1-1 0 0,0 0 1 0 0,0-1-1 0 0,0-1 1 0 0,-1 1-1 0 0,0-2 1 0 0,22-15-1 0 0,-30 19-58 0 0,0-1 1 0 0,0 0-1 0 0,-1 0 0 0 0,1 0 0 0 0,-1-1 0 0 0,0 1 0 0 0,0-1 0 0 0,5-9 0 0 0,-6 9-47 0 0,0 1-42 0 0,-1-1-1 0 0,1 0 0 0 0,-1 0 0 0 0,0 0 1 0 0,0 0-1 0 0,0 0 0 0 0,-1 0 1 0 0,0 0-1 0 0,0 0 0 0 0,0 0 0 0 0,-1 0 1 0 0,1 1-1 0 0,-1-1 0 0 0,0 0 0 0 0,-1 0 1 0 0,1 0-1 0 0,-1 0 0 0 0,0 1 0 0 0,0-1 1 0 0,-1 1-1 0 0,-2-5 0 0 0,0 2-197 0 0,-1 1 0 0 0,1 0 0 0 0,-1 0-1 0 0,0 1 1 0 0,0 0 0 0 0,0 0 0 0 0,-1 0 0 0 0,0 1-1 0 0,0 0 1 0 0,0 0 0 0 0,-10-3 0 0 0,4 2-807 0 0,0 1 1 0 0,-1 0-1 0 0,0 1 0 0 0,1 1 1 0 0,-25-2-1 0 0,6 3-3948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53.3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70 410 3624 0 0,'0'0'6650'0'0,"-3"1"-6215"0"0,2-1-415 0 0,1 0 1 0 0,-1 0-1 0 0,1 0 0 0 0,-1 0 0 0 0,1 0 1 0 0,-1 0-1 0 0,1 0 0 0 0,-1 0 1 0 0,1 0-1 0 0,0 0 0 0 0,-1 1 1 0 0,1-1-1 0 0,-1 0 0 0 0,1 0 0 0 0,-1 0 1 0 0,1 1-1 0 0,0-1 0 0 0,-1 0 1 0 0,1 1-1 0 0,0-1 0 0 0,-1 0 0 0 0,1 1 1 0 0,0-1-1 0 0,-1 0 0 0 0,1 1 1 0 0,0-1-1 0 0,0 1 0 0 0,-1-1 0 0 0,1 0 1 0 0,0 1-1 0 0,0-1 0 0 0,0 1 1 0 0,0-1-1 0 0,0 1 0 0 0,-1-1 1 0 0,1 1-1 0 0,0-1 0 0 0,0 0 0 0 0,0 1 1 0 0,0-1-1 0 0,0 1 0 0 0,0-1 1 0 0,1 1-1 0 0,-1-1 0 0 0,0 1 0 0 0,0-1 1 0 0,0 1-1 0 0,0-1 0 0 0,1 0 1 0 0,-1 1-1 0 0,0-1 0 0 0,0 1 1 0 0,0-1-1 0 0,1 0 0 0 0,-1 1 0 0 0,0-1 1 0 0,1 0-1 0 0,-1 1 0 0 0,0-1 1 0 0,1 0-1 0 0,-1 1 0 0 0,1-1 0 0 0,0 0 1 0 0,1 3 23 0 0,2-2 7 0 0,4 1-27 0 0,8 1 12 0 0,40-14 127 0 0,-44 8-174 0 0,1-1 0 0 0,-1-1 0 0 0,1 0 0 0 0,-1-1 0 0 0,-1 0 0 0 0,1 0 0 0 0,-1-2 0 0 0,0 1-1 0 0,-1-1 1 0 0,0-1 0 0 0,0 0 0 0 0,-1 0 0 0 0,0-1 0 0 0,0 0 0 0 0,-1-1 0 0 0,-1 1-1 0 0,0-2 1 0 0,0 1 0 0 0,-1-1 0 0 0,0 0 0 0 0,-1 0 0 0 0,-1 0 0 0 0,0-1 0 0 0,-1 0-1 0 0,0 0 1 0 0,-1 0 0 0 0,0 0 0 0 0,-1 0 0 0 0,0 0 0 0 0,-1-1 0 0 0,-1 1 0 0 0,0 0 0 0 0,-5-21-1 0 0,4 28 75 0 0,0 0 0 0 0,-1 0 0 0 0,0 0 0 0 0,0 0 0 0 0,-1 1 0 0 0,-7-10 0 0 0,9 12-36 0 0,1 2-12 0 0,0 0-1 0 0,0 0 1 0 0,0 0-1 0 0,0 0 1 0 0,0 0-1 0 0,0 0 1 0 0,0 0-1 0 0,0 0 1 0 0,-1 1-1 0 0,1-1 1 0 0,0 0-1 0 0,-1 1 1 0 0,1-1-1 0 0,0 1 1 0 0,-1 0-1 0 0,1-1 1 0 0,-1 1-1 0 0,1 0 1 0 0,0 0-1 0 0,-1 0 1 0 0,1 0-1 0 0,-1 0 1 0 0,1 0-1 0 0,-1 0 1 0 0,1 0-1 0 0,0 1 1 0 0,-1-1-1 0 0,1 1 1 0 0,-1-1-1 0 0,1 1 1 0 0,0-1-1 0 0,-2 2 1 0 0,-2 0 24 0 0,1 1 1 0 0,-1 0-1 0 0,1 0 1 0 0,-1 0-1 0 0,1 1 1 0 0,-7 7-1 0 0,-2 6 5 0 0,1 0-1 0 0,0 0 0 0 0,1 1 1 0 0,1 1-1 0 0,1 0 0 0 0,-10 29 1 0 0,-32 124 65 0 0,-31 284 124 0 0,64-334-97 0 0,8-44-951 0 0,0 114-1 0 0,10-188 324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54.3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32 290 2904 0 0,'-32'-26'5006'0'0,"36"24"-4783"0"0,5-3-155 0 0,0 0-1 0 0,0 1 0 0 0,0 0 1 0 0,0 1-1 0 0,1 0 1 0 0,16-3-1 0 0,72-9-16 0 0,-41 8-136 0 0,359-83-108 0 0,-422 93 326 0 0,-1 1 1 0 0,1 0-1 0 0,0 1 0 0 0,0-1 0 0 0,0 1 1 0 0,1 0-1 0 0,0 1 0 0 0,0-1 1 0 0,-5 7-1 0 0,8-9 14 0 0,8 20-205 0 0,0-23 55 0 0,1 0 0 0 0,-1 0-1 0 0,0 0 1 0 0,0-1 0 0 0,0 0 0 0 0,1 0 0 0 0,-1-1 0 0 0,0 1 0 0 0,0-1 0 0 0,6-4 0 0 0,1 0 13 0 0,0-1-1 0 0,22-16 0 0 0,-28 19 18 0 0,-1-1 1 0 0,0 0-1 0 0,-1 0 0 0 0,1 0 0 0 0,-1-1 0 0 0,0 0 0 0 0,-1 0 0 0 0,1 0 1 0 0,-1 0-1 0 0,6-14 0 0 0,-9 17-34 0 0,2-20 61 0 0,-5 16-21 0 0,2 6-31 0 0,0 1 0 0 0,0 0 0 0 0,0-1 0 0 0,0 1 0 0 0,0-1-1 0 0,0 1 1 0 0,0-1 0 0 0,0 1 0 0 0,0 0 0 0 0,-1-1 0 0 0,1 1 0 0 0,0 0 0 0 0,0-1-1 0 0,0 1 1 0 0,0-1 0 0 0,-1 1 0 0 0,1 0 0 0 0,0-1 0 0 0,0 1 0 0 0,-1 0 0 0 0,1-1-1 0 0,0 1 1 0 0,0 0 0 0 0,-1 0 0 0 0,1-1 0 0 0,0 1 0 0 0,-1 0 0 0 0,1 0 0 0 0,0 0-1 0 0,-1-1 1 0 0,1 1 0 0 0,-1 0 0 0 0,1 0 0 0 0,0 0 0 0 0,-1 0 0 0 0,1 0 0 0 0,-1 0 0 0 0,1 0-1 0 0,-1 0 1 0 0,-5 1 17 0 0,1 0 1 0 0,-1 1-1 0 0,0 0 0 0 0,1 1 0 0 0,-1-1 0 0 0,1 1 0 0 0,0 0 1 0 0,0 0-1 0 0,0 1 0 0 0,0-1 0 0 0,1 1 0 0 0,-1 0 0 0 0,1 1 1 0 0,-7 8-1 0 0,4-3 41 0 0,0 0 0 0 0,0 0 0 0 0,1 0 0 0 0,1 1 0 0 0,-1 0 0 0 0,-3 14 0 0 0,8-21-43 0 0,0-1-1 0 0,0 1 0 0 0,1-1 0 0 0,-1 1 0 0 0,1-1 1 0 0,0 1-1 0 0,0-1 0 0 0,0 1 0 0 0,0-1 1 0 0,1 1-1 0 0,0-1 0 0 0,-1 1 0 0 0,1-1 0 0 0,1 0 1 0 0,-1 1-1 0 0,0-1 0 0 0,1 0 0 0 0,3 6 1 0 0,-1-4-20 0 0,0 0 1 0 0,0 0 0 0 0,0 0 0 0 0,0-1 0 0 0,1 0 0 0 0,0 0-1 0 0,0 0 1 0 0,8 4 0 0 0,-9-5-38 0 0,1-1 1 0 0,-1 0-1 0 0,1-1 0 0 0,-1 1 0 0 0,1-1 1 0 0,0 0-1 0 0,0 0 0 0 0,0-1 1 0 0,-1 1-1 0 0,1-1 0 0 0,0 0 1 0 0,0 0-1 0 0,8-2 0 0 0,2-1-243 0 0,-1-1 0 0 0,26-10-1 0 0,-34 12 210 0 0,5-3-259 0 0,1 0-1 0 0,-1-1 1 0 0,0 0 0 0 0,0-1 0 0 0,-1 0 0 0 0,0-1-1 0 0,0 0 1 0 0,-1-1 0 0 0,0 0 0 0 0,0 0 0 0 0,-1-1-1 0 0,8-12 1 0 0,-14 19 228 0 0,0-12 754 0 0,-3 10 549 0 0,-7 5-949 0 0,3 1-588 0 0,1 0 383 0 0,3 0-71 0 0,0 0 1 0 0,0 0-1 0 0,1 1 1 0 0,-1-1-1 0 0,1 0 1 0 0,-1 0-1 0 0,0 1 1 0 0,1-1-1 0 0,0 0 1 0 0,-1 1-1 0 0,1-1 1 0 0,0 0-1 0 0,0 1 1 0 0,0-1-1 0 0,0 2 1 0 0,0-2 13 0 0,0 0 0 0 0,1-1-1 0 0,-1 1 1 0 0,1 0 0 0 0,-1 0 0 0 0,0-1 0 0 0,1 1 0 0 0,0 0 0 0 0,-1-1 0 0 0,1 1 0 0 0,-1-1 0 0 0,1 1 0 0 0,0 0 0 0 0,-1-1 0 0 0,1 0 0 0 0,0 1 0 0 0,1 0 0 0 0,0-1-2 0 0,-1 0 0 0 0,1 0 0 0 0,-1 0-1 0 0,1 0 1 0 0,-1 0 0 0 0,1 0 0 0 0,-1-1 0 0 0,1 1 0 0 0,-1 0 0 0 0,1-1 0 0 0,-1 1 0 0 0,0-1-1 0 0,1 0 1 0 0,1-1 0 0 0,10-4 57 0 0,0-1 0 0 0,0-1-1 0 0,20-17 1 0 0,-28 21 124 0 0,0-1-1 0 0,0 0 1 0 0,0 0 0 0 0,-1 0-1 0 0,0-1 1 0 0,0 0-1 0 0,-1 0 1 0 0,0 0 0 0 0,0 0-1 0 0,0 0 1 0 0,2-7-1 0 0,-4 10 109 0 0,5-19 261 0 0,-5 18 101 0 0,-3-3-417 0 0,3 6-202 0 0,-1 1 0 0 0,0-1 0 0 0,0 1 0 0 0,0-1-1 0 0,0 1 1 0 0,0-1 0 0 0,0 0 0 0 0,0 1 0 0 0,0-1-1 0 0,0 1 1 0 0,-1-1 0 0 0,1 1 0 0 0,0-1-1 0 0,0 0 1 0 0,0 1 0 0 0,-1-1 0 0 0,1 1 0 0 0,0-1-1 0 0,0 1 1 0 0,-1-1 0 0 0,1 1 0 0 0,-1-1 0 0 0,1 1-1 0 0,0 0 1 0 0,-1-1 0 0 0,1 1 0 0 0,-1 0 0 0 0,0-1-1 0 0,-5 3 19 0 0,0 0-1 0 0,1 1 1 0 0,-1 0 0 0 0,1 0-1 0 0,0 0 1 0 0,-1 1-1 0 0,1-1 1 0 0,1 1 0 0 0,-1 0-1 0 0,-4 6 1 0 0,-2 2 32 0 0,1 0 1 0 0,-14 21-1 0 0,19-24-56 0 0,-11 23-79 0 0,16-26 19 0 0,0-1 9 0 0,-1-1-27 0 0,2 2-29 0 0,-1-4 77 0 0,0 0-35 0 0,0 0 1 0 0,0 1 0 0 0,0-1-1 0 0,0 0 1 0 0,0 0 0 0 0,1 0-1 0 0,-1 0 1 0 0,1 1-1 0 0,-1-1 1 0 0,1 0 0 0 0,0 0-1 0 0,0 0 1 0 0,0 0-1 0 0,0-1 1 0 0,0 1 0 0 0,0 0-1 0 0,1 0 1 0 0,-1-1-1 0 0,0 1 1 0 0,1-1 0 0 0,0 1-1 0 0,2 2 1 0 0,4 0-426 0 0,0-1-1 0 0,1 1 1 0 0,-1-1-1 0 0,1-1 1 0 0,-1 1 0 0 0,1-2-1 0 0,0 1 1 0 0,0-1-1 0 0,0 0 1 0 0,0-1 0 0 0,0 0-1 0 0,16-3 1 0 0,2 1-2824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55.3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240 441 1916 0 0,'3'-4'1083'0'0,"15"-40"1314"0"0,-17 40-1797 0 0,-2 0-85 0 0,1 0-354 0 0,-1 0 0 0 0,0 0 0 0 0,0 1 1 0 0,0-1-1 0 0,0 0 0 0 0,-1 1 1 0 0,1-1-1 0 0,-4-4 0 0 0,3 5 184 0 0,-3 2-31 0 0,-12-7-36 0 0,13 6-14 0 0,-3 3-11 0 0,-2 0-149 0 0,-1 1 0 0 0,1 1 1 0 0,-1-1-1 0 0,1 2 1 0 0,0-1-1 0 0,0 1 1 0 0,1 1-1 0 0,-1-1 1 0 0,-11 10-1 0 0,10-7-57 0 0,2-1 0 0 0,-1 2 1 0 0,1 0-1 0 0,0 0 0 0 0,1 0 0 0 0,0 1 0 0 0,0 0 0 0 0,1 0 0 0 0,0 1 0 0 0,0 0 0 0 0,1 0 0 0 0,1 0 0 0 0,-1 0 1 0 0,2 1-1 0 0,-5 21 0 0 0,5-16-29 0 0,2-12-8 0 0,2 1-2 0 0,14 36-262 0 0,-14-38 112 0 0,4-1-56 0 0,11 4-118 0 0,-12-4 141 0 0,2-3 10 0 0,6-1 82 0 0,1 0-1 0 0,-1 0 0 0 0,0-2 0 0 0,0 0 1 0 0,0 0-1 0 0,-1-1 0 0 0,0 0 0 0 0,1-1 1 0 0,-2 0-1 0 0,1-1 0 0 0,16-13 0 0 0,-13 7 158 0 0,-1-1-1 0 0,0 0 0 0 0,-1-1 0 0 0,0 0 1 0 0,-2 0-1 0 0,1-1 0 0 0,7-19 0 0 0,4-15 270 0 0,-3-1-1 0 0,-2 0 0 0 0,-2-2 1 0 0,12-81-1 0 0,-20 83-165 0 0,-7 46-132 0 0,0 1 3 0 0,0 3-45 0 0,0 0 1 0 0,0 1-1 0 0,0-1 1 0 0,0 0-1 0 0,0 0 0 0 0,0 1 1 0 0,0-1-1 0 0,0 0 0 0 0,0 1 1 0 0,-1-1-1 0 0,1 0 0 0 0,0 0 1 0 0,0 1-1 0 0,-1-1 1 0 0,1 1-1 0 0,0-1 0 0 0,-1 0 1 0 0,1 1-1 0 0,-1-1 0 0 0,0 0 1 0 0,-7 8 248 0 0,-8 30-12 0 0,5 5-166 0 0,1 0-1 0 0,3 1 1 0 0,1 0 0 0 0,3 0 0 0 0,1 0-1 0 0,2 0 1 0 0,8 59 0 0 0,-7-95-284 0 0,0 0 0 0 0,0-1 0 0 0,1 1 0 0 0,0 0 0 0 0,5 11 0 0 0,-6-15-230 0 0,16 10-520 0 0,-14-11 427 0 0,-2-2 501 0 0,-1 0-1 0 0,1-1 1 0 0,-1 1-1 0 0,1 0 1 0 0,-1 0 0 0 0,1-1-1 0 0,-1 1 1 0 0,1 0 0 0 0,-1 0-1 0 0,1 0 1 0 0,-1 0 0 0 0,1 0-1 0 0,-1 0 1 0 0,1 0 0 0 0,-1 0-1 0 0,1 0 1 0 0,0 0-1 0 0,-1 0 1 0 0,1 0 0 0 0,-1 0-1 0 0,1 1 1 0 0,0-1 0 0 0,0 1 4 0 0,-1-1-1 0 0,1 0 1 0 0,0 0 0 0 0,0 0 0 0 0,0 1 0 0 0,0-1 0 0 0,-1 0 0 0 0,1 0 0 0 0,0 0 0 0 0,0 0-1 0 0,0 0 1 0 0,0-1 0 0 0,-1 1 0 0 0,1 0 0 0 0,0 0 0 0 0,0 0 0 0 0,0-1 0 0 0,-1 1 0 0 0,1 0-1 0 0,0-1 1 0 0,0 1 0 0 0,0-1 0 0 0,11-6-51 0 0,-1-1 0 0 0,0 0 1 0 0,0-1-1 0 0,-1 0 0 0 0,0-1 0 0 0,0 1 0 0 0,-1-2 1 0 0,0 0-1 0 0,-1 0 0 0 0,-1 0 0 0 0,0-1 0 0 0,0 0 1 0 0,8-22-1 0 0,6-18 1154 0 0,25-108 1 0 0,-43 147-856 0 0,-2 9 15 0 0,0-11 277 0 0,1 25 332 0 0,1 38-71 0 0,-24 297 294 0 0,20-342-745 0 0,5-4-371 0 0,1-1 32 0 0,0-1 0 0 0,0 0 0 0 0,0 0-1 0 0,-1-1 1 0 0,1 1 0 0 0,-1-1 0 0 0,0 0 0 0 0,0 0 0 0 0,-1-1 0 0 0,6-7 0 0 0,-3 4-4 0 0,1 0 0 0 0,-1 1 0 0 0,2 0 0 0 0,-1 0 0 0 0,1 0 0 0 0,13-8 0 0 0,-13 10 8 0 0,1 0 1 0 0,0 1 0 0 0,-1 1 0 0 0,1-1 0 0 0,15-2 0 0 0,-20 5 14 0 0,0 0 0 0 0,1 1 0 0 0,-1 0 0 0 0,1 0 0 0 0,-1 0 0 0 0,0 0 0 0 0,1 1 1 0 0,-1 0-1 0 0,1 0 0 0 0,-1 0 0 0 0,0 0 0 0 0,0 0 0 0 0,0 1 0 0 0,0 0 1 0 0,0 0-1 0 0,6 4 0 0 0,-6-4 4 0 0,0 1 0 0 0,0 0 0 0 0,-1 0 0 0 0,1 0 1 0 0,-1 0-1 0 0,0 0 0 0 0,0 1 0 0 0,0-1 0 0 0,0 1 0 0 0,-1 0 0 0 0,1 0 1 0 0,2 6-1 0 0,-4-7-9 0 0,-1 0 0 0 0,1 1 0 0 0,-1-1 0 0 0,1 0 1 0 0,-1 1-1 0 0,0-1 0 0 0,0 1 0 0 0,-1-1 0 0 0,1 0 0 0 0,-1 1 1 0 0,1-1-1 0 0,-1 0 0 0 0,0 0 0 0 0,-1 0 0 0 0,1 1 0 0 0,0-1 1 0 0,-1 0-1 0 0,-3 5 0 0 0,0-1-4 0 0,0-1 0 0 0,0 1 1 0 0,0-1-1 0 0,-1 0 0 0 0,0-1 0 0 0,-1 1 0 0 0,1-1 1 0 0,-1 0-1 0 0,-13 7 0 0 0,-5 1-132 0 0,-37 13-1 0 0,59-25 128 0 0,-11 3-312 0 0,1 0-1 0 0,-1 0 1 0 0,0-1-1 0 0,0-1 1 0 0,0 0 0 0 0,0-1-1 0 0,0-1 1 0 0,0 0-1 0 0,-27-4 1 0 0,39 4 98 0 0,1-1-1 0 0,-1 1 1 0 0,1 0 0 0 0,0 0 0 0 0,-1-1 0 0 0,1 1 0 0 0,0-1-1 0 0,-1 1 1 0 0,1-1 0 0 0,0 1 0 0 0,0-1 0 0 0,0 0 0 0 0,-1 0-1 0 0,1 1 1 0 0,0-1 0 0 0,0 0 0 0 0,0 0 0 0 0,0 0 0 0 0,0 0-1 0 0,1-1 1 0 0,-2-1 0 0 0,-8-11-3913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56.5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58 333 2860 0 0,'17'-41'3089'0'0,"-16"37"-2265"0"0,-1 3-727 0 0,-1-1 1 0 0,1 0 0 0 0,0 1-1 0 0,0-1 1 0 0,0 1-1 0 0,1-1 1 0 0,-1 1 0 0 0,0-1-1 0 0,1 1 1 0 0,-1-1 0 0 0,0 1-1 0 0,2-3 1 0 0,-2 3 60 0 0,1-3 452 0 0,-1 0-69 0 0,0 2-556 0 0,-1-26 1618 0 0,1 28-1582 0 0,0-1 0 0 0,0 1 0 0 0,-1-1 0 0 0,1 1 0 0 0,0-1 0 0 0,-1 1 0 0 0,1 0 0 0 0,0-1 0 0 0,-1 1 0 0 0,1-1 0 0 0,-1 1 0 0 0,1 0 0 0 0,0-1 0 0 0,-1 1 0 0 0,1 0 0 0 0,-1 0-1 0 0,1-1 1 0 0,-1 1 0 0 0,1 0 0 0 0,-1 0 0 0 0,1 0 0 0 0,-1 0 0 0 0,0-1 0 0 0,1 1 0 0 0,-1 0 0 0 0,1 0 0 0 0,-1 0 0 0 0,1 0 0 0 0,-1 0 0 0 0,1 0 0 0 0,-1 1 0 0 0,1-1 0 0 0,-1 0 0 0 0,0 0-1 0 0,1 0 1 0 0,-1 0 0 0 0,1 1 0 0 0,-1-1 0 0 0,1 0 0 0 0,0 0 0 0 0,-2 1 0 0 0,-2 4-11 0 0,1-1 0 0 0,-1 1 0 0 0,1-1-1 0 0,0 1 1 0 0,0 0 0 0 0,0 0 0 0 0,1 1 0 0 0,0-1 0 0 0,-2 7-1 0 0,2-6-22 0 0,-3 6-88 0 0,0 0 1 0 0,2 0 0 0 0,-5 23-1 0 0,7-31 63 0 0,0 0-93 0 0,1 0-3 0 0,-2 12-6 0 0,1-11 3 0 0,4 2-220 0 0,-3-6 338 0 0,0-1 1 0 0,0 1-1 0 0,0-1 1 0 0,0 1-1 0 0,0 0 1 0 0,0-1-1 0 0,0 1 1 0 0,0-1 0 0 0,0 1-1 0 0,0-1 1 0 0,1 1-1 0 0,-1 0 1 0 0,0-1-1 0 0,0 1 1 0 0,0-1 0 0 0,1 1-1 0 0,-1-1 1 0 0,0 1-1 0 0,1-1 1 0 0,-1 0-1 0 0,0 1 1 0 0,1-1-1 0 0,-1 1 1 0 0,1-1 0 0 0,-1 0-1 0 0,1 1 1 0 0,-1-1-1 0 0,1 0 1 0 0,-1 1-1 0 0,2-1 1 0 0,14 4 15 0 0,-12-3 75 0 0,14-7 40 0 0,-7 2 69 0 0,0-1 1 0 0,0-1-1 0 0,-1 0 1 0 0,0 0 0 0 0,0-1-1 0 0,-1 0 1 0 0,0-1-1 0 0,0 0 1 0 0,-1 0 0 0 0,10-12-1 0 0,-4 5 320 0 0,-12 13-272 0 0,3-2 89 0 0,-5 3-296 0 0,0 1 0 0 0,0 0 0 0 0,0-1 0 0 0,0 1 0 0 0,0 0 0 0 0,0 0 0 0 0,0-1 0 0 0,1 1 0 0 0,-1 0 0 0 0,0-1 0 0 0,0 1 0 0 0,0 0 0 0 0,1 0 0 0 0,-1-1-1 0 0,0 1 1 0 0,0 0 0 0 0,0 0 0 0 0,1 0 0 0 0,-1 0 0 0 0,0-1 0 0 0,1 1 0 0 0,-1 0 0 0 0,0 0 0 0 0,0 0 0 0 0,1 0 0 0 0,-1 0 0 0 0,0 0 0 0 0,1 0 0 0 0,-1 0 0 0 0,0 0 0 0 0,1 0 0 0 0,-1 0-1 0 0,0 0 1 0 0,1 0 0 0 0,-1 0 0 0 0,0 15-9 0 0,0-10-165 0 0,-1 0 0 0 0,1 0-1 0 0,0-1 1 0 0,1 1 0 0 0,-1 0 0 0 0,1 0 0 0 0,0 0-1 0 0,0-1 1 0 0,1 1 0 0 0,-1-1 0 0 0,1 1-1 0 0,0-1 1 0 0,3 6 0 0 0,-3-7-177 0 0,19 8-966 0 0,-21-11 1266 0 0,1 0 1 0 0,0-1-1 0 0,-1 1 1 0 0,1 0-1 0 0,-1 0 0 0 0,1-1 1 0 0,0 1-1 0 0,-1 0 1 0 0,1 0-1 0 0,-1 0 1 0 0,1 0-1 0 0,0 0 0 0 0,-1 0 1 0 0,1 0-1 0 0,0 0 1 0 0,-1 0-1 0 0,1 0 1 0 0,-1 0-1 0 0,1 1 0 0 0,0-1 1 0 0,-1 0-1 0 0,2 1 1 0 0,-1-1-3 0 0,0 1 0 0 0,1-1 1 0 0,-1 1-1 0 0,1-1 0 0 0,-1 0 0 0 0,0 1 1 0 0,1-1-1 0 0,-1 0 0 0 0,1 0 0 0 0,-1 0 1 0 0,1 0-1 0 0,-1 0 0 0 0,2-1 1 0 0,12-2-4 0 0,-1 0 1 0 0,0-2 0 0 0,1 1 0 0 0,-2-2-1 0 0,1 0 1 0 0,-1 0 0 0 0,1-2 0 0 0,-2 1 0 0 0,1-2-1 0 0,-1 1 1 0 0,-1-2 0 0 0,1 0 0 0 0,-2 0 0 0 0,1-1-1 0 0,11-16 1 0 0,-18 22 166 0 0,-1-1-1 0 0,0 0 1 0 0,0 1 0 0 0,4-12 0 0 0,-5 9 23 0 0,0 5 157 0 0,-2-1-6 0 0,1-13-44 0 0,-1 13-41 0 0,-1 2-40 0 0,0 0-156 0 0,0 1 1 0 0,0 0-1 0 0,1 0 0 0 0,-1 0 0 0 0,0 0 1 0 0,0 0-1 0 0,0 0 0 0 0,0 0 1 0 0,0 1-1 0 0,0-1 0 0 0,0 0 0 0 0,0 0 1 0 0,0 1-1 0 0,-1-1 0 0 0,1 1 1 0 0,0-1-1 0 0,0 1 0 0 0,-1-1 0 0 0,1 1 1 0 0,0 0-1 0 0,-1 0 0 0 0,1 0 1 0 0,0-1-1 0 0,-1 1 0 0 0,1 1 0 0 0,0-1 1 0 0,0 0-1 0 0,-1 0 0 0 0,1 0 1 0 0,0 1-1 0 0,-1-1 0 0 0,-1 1 0 0 0,-5 4 20 0 0,-1 0-1 0 0,2 0 1 0 0,-1 1-1 0 0,0-1 1 0 0,1 2-1 0 0,0-1 1 0 0,1 1-1 0 0,-1 0 1 0 0,1 1-1 0 0,1-1 1 0 0,-1 1-1 0 0,1 0 0 0 0,1 1 1 0 0,-1-1-1 0 0,1 1 1 0 0,1 0-1 0 0,0 0 1 0 0,0 0-1 0 0,1 0 1 0 0,-2 11-1 0 0,4-16-3 0 0,0 1-13 0 0,1-2-74 0 0,0 0 1 0 0,0 0-1 0 0,0 0 1 0 0,0 0-1 0 0,0 0 1 0 0,1 0-1 0 0,-1 0 1 0 0,1 0-1 0 0,0-1 1 0 0,0 1-1 0 0,0 0 1 0 0,0-1-1 0 0,0 0 1 0 0,1 1-1 0 0,-1-1 1 0 0,6 3-1 0 0,-5-3-265 0 0,3-1 11 0 0,5-2-10 0 0,0 0-1 0 0,1 0 1 0 0,-1-1-1 0 0,0-1 1 0 0,21-7 0 0 0,-20 5 274 0 0,-1-1 1 0 0,1 0 0 0 0,-1-1 0 0 0,-1-1-1 0 0,1 1 1 0 0,-1-1 0 0 0,-1-1 0 0 0,1 0 0 0 0,-1-1-1 0 0,-1 1 1 0 0,0-2 0 0 0,13-21 0 0 0,-13 18 207 0 0,-1-1 0 0 0,0-1 1 0 0,-2 1-1 0 0,0-1 0 0 0,0 0 0 0 0,-2 0 1 0 0,0-1-1 0 0,0 1 0 0 0,-1-18 1 0 0,-2 27-10 0 0,0 0 1 0 0,-1 1-1 0 0,0-1 1 0 0,0 0-1 0 0,-3-10 1 0 0,2 9-26 0 0,1 4 77 0 0,-5-6 71 0 0,0 1 378 0 0,5 10-623 0 0,-1-1 0 0 0,1 1 0 0 0,-1-1 1 0 0,1 1-1 0 0,0 0 0 0 0,-1 0 0 0 0,1-1 0 0 0,0 1 0 0 0,-1 0 1 0 0,1 0-1 0 0,0 0 0 0 0,-2 3 0 0 0,2-3 25 0 0,-1 0-49 0 0,1 0 0 0 0,0 0 1 0 0,-1 0-1 0 0,1 0 1 0 0,0 0-1 0 0,0 1 0 0 0,0-1 1 0 0,0 0-1 0 0,0 1 1 0 0,0-1-1 0 0,1 0 1 0 0,-1 1-1 0 0,0-1 0 0 0,1 1 1 0 0,-1 0-1 0 0,1-1 1 0 0,-1 3-1 0 0,-1 2 42 0 0,-4 10 32 0 0,1-1 0 0 0,0 1 1 0 0,1 0-1 0 0,1 0 0 0 0,1 0 0 0 0,0 0 0 0 0,1 1 0 0 0,0-1 1 0 0,4 32-1 0 0,-1-36-203 0 0,-1 0 1 0 0,2 0-1 0 0,-1 0 1 0 0,2 0-1 0 0,0 0 0 0 0,0-1 1 0 0,1 0-1 0 0,0 0 1 0 0,1 0-1 0 0,0 0 1 0 0,1-1-1 0 0,0 0 0 0 0,14 15 1 0 0,-15-20-237 0 0,-1-1-1 0 0,1 1 1 0 0,0-1-1 0 0,1 0 1 0 0,-1-1 0 0 0,1 0-1 0 0,0 0 1 0 0,-1 0-1 0 0,1-1 1 0 0,0 0 0 0 0,0 0-1 0 0,15 1 1 0 0,-10-2-445 0 0,1-1 0 0 0,-1 0 1 0 0,0-1-1 0 0,0 0 0 0 0,0-1 0 0 0,22-6 1 0 0,-9 0-2499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56.7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265 9 2668 0 0,'0'0'1269'0'0,"-5"-2"-140"0"0,1 1-919 0 0,0-1-1 0 0,0 1 0 0 0,-1 0 0 0 0,1 0 0 0 0,0 1 0 0 0,-1-1 1 0 0,1 1-1 0 0,-1 0 0 0 0,1 0 0 0 0,0 1 0 0 0,-1-1 0 0 0,1 1 1 0 0,0 0-1 0 0,-1 0 0 0 0,1 1 0 0 0,0-1 0 0 0,-6 4 0 0 0,-4 1 119 0 0,1 1 0 0 0,0 1 0 0 0,0 0 0 0 0,-17 15-1 0 0,19-13-165 0 0,0 0 0 0 0,1 1 0 0 0,0 0 0 0 0,1 1 0 0 0,0 0 0 0 0,1 0 0 0 0,-10 19 0 0 0,17-29-141 0 0,0 0 0 0 0,0 0 1 0 0,0 0-1 0 0,0-1 0 0 0,1 1 1 0 0,-1 0-1 0 0,1 0 0 0 0,-1 1 1 0 0,1-1-1 0 0,0 0 0 0 0,-1 0 1 0 0,1 0-1 0 0,0 0 0 0 0,1 0 1 0 0,-1 0-1 0 0,0 0 0 0 0,0 0 1 0 0,1 0-1 0 0,-1 0 0 0 0,1 0 1 0 0,0 0-1 0 0,0 0 0 0 0,0 0 1 0 0,0 0-1 0 0,0-1 0 0 0,0 1 1 0 0,0 0-1 0 0,0 0 0 0 0,1-1 1 0 0,-1 1-1 0 0,1-1 0 0 0,2 3 1 0 0,1-1-75 0 0,0 0 0 0 0,0 0 0 0 0,0-1 0 0 0,1 0 0 0 0,-1 1 0 0 0,1-2 0 0 0,-1 1 0 0 0,1-1 1 0 0,0 0-1 0 0,6 1 0 0 0,52 1-1629 0 0,1-2 0 0 0,-1-3 0 0 0,1-3 0 0 0,72-15 0 0 0,-93 12-1756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0.2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341 184 2636 0 0,'6'-13'973'0'0,"0"0"-1"0"0,-1-1 1 0 0,0 1 0 0 0,-1-1-1 0 0,-1 0 1 0 0,4-25-1 0 0,-7 35-392 0 0,-12-44 1334 0 0,10 44-1686 0 0,-9 0 23 0 0,10 4-243 0 0,1 0 0 0 0,-1-1 0 0 0,0 1 0 0 0,1-1 0 0 0,-1 1 0 0 0,0 0-1 0 0,0 0 1 0 0,1-1 0 0 0,-1 1 0 0 0,0 0 0 0 0,0 0 0 0 0,1 0 0 0 0,-1 0 0 0 0,0 0 0 0 0,0 0-1 0 0,1 0 1 0 0,-1 0 0 0 0,0 0 0 0 0,0 0 0 0 0,0 0 0 0 0,1 0 0 0 0,-1 1 0 0 0,-1-1-1 0 0,-15 6 32 0 0,1 0 0 0 0,-1 1-1 0 0,1 0 1 0 0,0 1 0 0 0,1 1-1 0 0,0 0 1 0 0,1 2 0 0 0,0-1-1 0 0,0 2 1 0 0,1 0-1 0 0,0 0 1 0 0,-16 22 0 0 0,14-15-33 0 0,0 1 1 0 0,1 1 0 0 0,1 0-1 0 0,1 1 1 0 0,1 0 0 0 0,1 1-1 0 0,1 0 1 0 0,-9 38 0 0 0,16-53-11 0 0,0 0 0 0 0,1 1 0 0 0,0-1 0 0 0,1 0 1 0 0,0 0-1 0 0,0 0 0 0 0,1 0 0 0 0,0 1 0 0 0,0-1 1 0 0,1 0-1 0 0,0 0 0 0 0,0-1 0 0 0,1 1 0 0 0,0 0 1 0 0,0-1-1 0 0,1 1 0 0 0,5 7 0 0 0,-3-8-54 0 0,-1-1 0 0 0,1 1 0 0 0,0-1 0 0 0,1 0-1 0 0,-1 0 1 0 0,1-1 0 0 0,1 0 0 0 0,-1 0 0 0 0,1-1 0 0 0,-1 0 0 0 0,1 0-1 0 0,0-1 1 0 0,1 0 0 0 0,-1 0 0 0 0,16 2 0 0 0,-8-2-477 0 0,1-2 0 0 0,-1 0 0 0 0,1-1 0 0 0,-1-1 0 0 0,1-1 1 0 0,-1 0-1 0 0,1-1 0 0 0,24-7 0 0 0,-39 9 354 0 0,-1 1 0 0 0,0 0-1 0 0,1-1 1 0 0,-1 1 0 0 0,0-1 0 0 0,0 1 0 0 0,1-1-1 0 0,-1 0 1 0 0,0 1 0 0 0,0-1 0 0 0,0 0 0 0 0,0 0-1 0 0,0 0 1 0 0,2-2 0 0 0,0 0-649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1.1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61 109 3056 0 0,'-6'1'1197'0'0,"-44"5"1403"0"0,46-6-1932 0 0,10 0-599 0 0,102 1 45 0 0,123-15 0 0 0,111-31-892 0 0,-88 7-1319 0 0,-225 37 1936 0 0,-25 1 213 0 0,1 0 97 0 0,12 0 89 0 0,-12 0 2356 0 0,-9 0-2362 0 0,2-1-129 0 0,-1 1 0 0 0,1-1 1 0 0,0 0-1 0 0,-1 0 0 0 0,1 0 0 0 0,0 0 1 0 0,0 0-1 0 0,0-1 0 0 0,0 1 1 0 0,0-1-1 0 0,-3-2 0 0 0,3 1 1299 0 0,0 5-1386 0 0,1-1 0 0 0,-1 0-1 0 0,1 1 1 0 0,0-1 0 0 0,0 1 0 0 0,0-1-1 0 0,0 1 1 0 0,0-1 0 0 0,0 1-1 0 0,-1 2 1 0 0,0 0 3 0 0,0 0 0 0 0,0 0 0 0 0,0 1-1 0 0,1-1 1 0 0,0 1 0 0 0,0 0 0 0 0,0-1 0 0 0,0 1 0 0 0,0 6-1 0 0,1-7-14 0 0,-1-1-1 0 0,-5 23 22 0 0,2 0 0 0 0,0 0-1 0 0,0 44 1 0 0,4-66-80 0 0,1 1 59 0 0,1 12 21 0 0,-2-13 162 0 0,3-2-171 0 0,10 3-3 0 0,-10-4-2 0 0,0-3 2 0 0,18-13 9 0 0,-20 14-23 0 0,19-23-28 0 0,29-46-25 0 0,-47 67 78 0 0,0 0-52 0 0,7-6 17 0 0,-7 7 53 0 0,0 4-51 0 0,1 1 8 0 0,-1 1 0 0 0,0-1 0 0 0,0 0 0 0 0,0 1 0 0 0,0-1 0 0 0,0 1 0 0 0,0 3 0 0 0,-1-3-4 0 0,7 18-28 0 0,-8-22 23 0 0,0 1 0 0 0,0 0 0 0 0,1 0 0 0 0,-1 0 0 0 0,0-1 0 0 0,1 1 0 0 0,-1 0 0 0 0,1 0 0 0 0,-1-1 0 0 0,1 1 0 0 0,-1 0 0 0 0,1-1 0 0 0,-1 1 0 0 0,1-1 0 0 0,0 1 0 0 0,-1-1 1 0 0,1 1-1 0 0,0-1 0 0 0,0 1 0 0 0,-1-1 0 0 0,1 0 0 0 0,0 1 0 0 0,1-1 0 0 0,15 5-84 0 0,-17-5 114 0 0,4 1 21 0 0,-1-2-46 0 0,7-2 100 0 0,0-1 1 0 0,-1 0-1 0 0,1-1 0 0 0,-1 0 0 0 0,0-1 0 0 0,-1 0 0 0 0,1 0 0 0 0,-1-1 0 0 0,0 1 1 0 0,-1-2-1 0 0,13-14 0 0 0,-18 19 57 0 0,-2 2-134 0 0,1 0-1 0 0,-1 0 1 0 0,1 0-1 0 0,-1-1 1 0 0,1 1-1 0 0,-1 0 0 0 0,1 0 1 0 0,0 0-1 0 0,0 0 1 0 0,0 0-1 0 0,-1 1 0 0 0,1-1 1 0 0,2-2-1 0 0,-2 3 6 0 0,1-1 1 0 0,-1 0-1 0 0,0 0 0 0 0,0 0 0 0 0,0 0 0 0 0,-1 0 0 0 0,1 0 1 0 0,0 0-1 0 0,0 0 0 0 0,0-1 0 0 0,-1 1 0 0 0,1 0 0 0 0,-1 0 1 0 0,1-3-1 0 0,6 6-16 0 0,-6-2-7 0 0,-1 0 0 0 0,1 0 0 0 0,0 0 0 0 0,-1 0 0 0 0,1 0 0 0 0,0 0 0 0 0,-1 0 0 0 0,1 0 0 0 0,-1 1 0 0 0,1-1 0 0 0,0 0 0 0 0,-1 0 0 0 0,1 0 0 0 0,0 1 0 0 0,-1-1 0 0 0,1 0 0 0 0,-1 1 0 0 0,1-1 0 0 0,-1 1 0 0 0,1-1 0 0 0,-1 0 0 0 0,1 1 0 0 0,-1-1 0 0 0,1 1 0 0 0,0 0 0 0 0,1 6 11 0 0,4 8-280 0 0,1-1 0 0 0,0 0 1 0 0,1 0-1 0 0,0 0 0 0 0,12 14 1 0 0,-16-25-90 0 0,1 0 1 0 0,0 0 0 0 0,0 0-1 0 0,0-1 1 0 0,0 0 0 0 0,0 0 0 0 0,1 0-1 0 0,-1 0 1 0 0,0-1 0 0 0,7 1-1 0 0,-8-2-666 0 0,3 0 0 0 0,30-1-1539 0 0,-12-2-149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1.9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137 112 1708 0 0,'4'-5'576'0'0,"0"0"-1"0"0,-1 0 0 0 0,0 0 1 0 0,0 0-1 0 0,-1-1 1 0 0,0 0-1 0 0,4-10 1 0 0,-6 12-359 0 0,1 1 1 0 0,-1 0-1 0 0,0 0 1 0 0,0 0-1 0 0,0-1 1 0 0,0 1-1 0 0,0 0 1 0 0,-1 0-1 0 0,1 0 1 0 0,-1 0-1 0 0,0-1 1 0 0,0 1-1 0 0,0 0 1 0 0,-1 0-1 0 0,-2-4 1 0 0,2 4 472 0 0,-3 3-527 0 0,2 0-128 0 0,-1 0-1 0 0,1 1 1 0 0,0-1-1 0 0,-1 1 1 0 0,1 0-1 0 0,-1 0 1 0 0,1 1 0 0 0,0-1-1 0 0,0 1 1 0 0,0-1-1 0 0,0 1 1 0 0,0 0-1 0 0,0 0 1 0 0,0 0 0 0 0,1 1-1 0 0,-1-1 1 0 0,1 0-1 0 0,-1 1 1 0 0,-3 5-1 0 0,-7 9 16 0 0,1 0 0 0 0,1 1 0 0 0,-17 33 0 0 0,12-2-94 0 0,15-45 24 0 0,1 0-30 0 0,-1 12-34 0 0,1-12-10 0 0,2 4-160 0 0,-2-8 243 0 0,0 1 1 0 0,0 0-1 0 0,0-1 0 0 0,0 1 0 0 0,0 0 0 0 0,0-1 1 0 0,0 1-1 0 0,0 0 0 0 0,0-1 0 0 0,1 1 0 0 0,-1 0 1 0 0,0-1-1 0 0,0 1 0 0 0,1-1 0 0 0,-1 1 1 0 0,0 0-1 0 0,1-1 0 0 0,-1 1 0 0 0,0-1 0 0 0,1 1 1 0 0,-1-1-1 0 0,1 1 0 0 0,-1-1 0 0 0,1 1 0 0 0,0-1 1 0 0,2 1 8 0 0,0 0 0 0 0,0 0 1 0 0,0-1-1 0 0,0 0 0 0 0,0 1 0 0 0,0-1 1 0 0,0 0-1 0 0,0 0 0 0 0,0-1 1 0 0,0 1-1 0 0,0-1 0 0 0,-1 1 1 0 0,1-1-1 0 0,0 0 0 0 0,0 0 1 0 0,0 0-1 0 0,-1-1 0 0 0,1 1 1 0 0,0-1-1 0 0,2-1 0 0 0,5-5 165 0 0,0 1 0 0 0,-1-1 0 0 0,13-14 0 0 0,-20 20-33 0 0,11-18 281 0 0,-13 19-393 0 0,1 0 0 0 0,-1 0 0 0 0,1 0 0 0 0,0 0 1 0 0,-1 0-1 0 0,1 0 0 0 0,0 0 0 0 0,0 0 0 0 0,-1 0 0 0 0,1 0 0 0 0,0 1 0 0 0,0-1 0 0 0,1 0 0 0 0,15 55-353 0 0,-16-50 261 0 0,0-2-47 0 0,5 9-19 0 0,-4-8-5 0 0,0-1-34 0 0,0-1 133 0 0,0 1 0 0 0,0-1 0 0 0,0 0 0 0 0,0 0 0 0 0,0 0 0 0 0,0 0 0 0 0,1 0 0 0 0,-1-1 0 0 0,0 1 0 0 0,1-1 0 0 0,-1 1 0 0 0,0-1 1 0 0,1 0-1 0 0,-1 0 0 0 0,0 0 0 0 0,1 0 0 0 0,1 0 0 0 0,38-15 129 0 0,-37 13-63 0 0,2-2 132 0 0,1 0-1 0 0,-1-1 0 0 0,1 0 0 0 0,-1 0 1 0 0,-1-1-1 0 0,1 0 0 0 0,-1 0 0 0 0,6-8 1 0 0,32-55 1934 0 0,-42 66-1827 0 0,-1 7-242 0 0,4 22-17 0 0,-3-16-103 0 0,0 1-1 0 0,0-1 0 0 0,1 1 1 0 0,1-1-1 0 0,0 0 0 0 0,0 0 1 0 0,6 10-1 0 0,-8-18-235 0 0,-2-2 321 0 0,1 0 0 0 0,-1 0 1 0 0,0 1-1 0 0,1-1 0 0 0,-1 0 1 0 0,0 0-1 0 0,1 0 0 0 0,-1 0 1 0 0,0 0-1 0 0,0 0 0 0 0,1 1 0 0 0,-1-1 1 0 0,0 0-1 0 0,0 0 0 0 0,1 0 1 0 0,-1 1-1 0 0,0-1 0 0 0,0 0 1 0 0,0 0-1 0 0,1 1 0 0 0,-1-1 0 0 0,0 0 1 0 0,0 0-1 0 0,0 1 0 0 0,0-1 1 0 0,0 0-1 0 0,1 1 0 0 0,-1-1 1 0 0,0 0-1 0 0,0 1 0 0 0,0 0-47 0 0,0-1 0 0 0,0 1 0 0 0,1 0 0 0 0,-1 0 1 0 0,0-1-1 0 0,1 1 0 0 0,-1-1 0 0 0,1 1 0 0 0,-1 0 0 0 0,1-1 0 0 0,-1 1 0 0 0,1-1 0 0 0,-1 1 0 0 0,1-1 0 0 0,-1 1 0 0 0,1-1 0 0 0,0 1 0 0 0,-1-1 1 0 0,1 0-1 0 0,1 1 0 0 0,1 0-186 0 0,-1 0 1 0 0,1-1-1 0 0,0 1 0 0 0,0-1 1 0 0,0 1-1 0 0,0-1 1 0 0,0 0-1 0 0,0 0 1 0 0,-1-1-1 0 0,1 1 0 0 0,0-1 1 0 0,0 1-1 0 0,0-1 1 0 0,0 0-1 0 0,-1 0 1 0 0,1 0-1 0 0,3-2 0 0 0,3-2-757 0 0,0-1 0 0 0,0 0 0 0 0,12-12 0 0 0,-17 15-1455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2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199 35 1904 0 0,'-3'-3'1152'0'0,"0"1"-928"0"0,0-1 1 0 0,0 0-1 0 0,-1 1 0 0 0,1-1 0 0 0,-1 1 1 0 0,1 0-1 0 0,-1 0 0 0 0,0 1 0 0 0,0-1 0 0 0,0 1 1 0 0,0 0-1 0 0,0-1 0 0 0,0 2 0 0 0,0-1 1 0 0,0 1-1 0 0,0-1 0 0 0,0 1 0 0 0,0 0 0 0 0,-1 0 1 0 0,1 1-1 0 0,0-1 0 0 0,-8 3 0 0 0,5-1-140 0 0,0 1 1 0 0,1-1-1 0 0,-1 1 0 0 0,0 1 0 0 0,1-1 0 0 0,0 1 0 0 0,-1 0 1 0 0,1 0-1 0 0,1 1 0 0 0,-1 0 0 0 0,1 0 0 0 0,-7 8 1 0 0,10-10-64 0 0,0 0-3 0 0,-4 12-7 0 0,4-11 16 0 0,3 0-37 0 0,0-3 7 0 0,-1 1 0 0 0,1 0-1 0 0,0 0 1 0 0,-1-1 0 0 0,1 1 0 0 0,0 0 0 0 0,0-1 0 0 0,0 1-1 0 0,1-1 1 0 0,-1 1 0 0 0,0-1 0 0 0,0 1 0 0 0,1-1 0 0 0,-1 0-1 0 0,1 0 1 0 0,-1 0 0 0 0,1 0 0 0 0,0 0 0 0 0,-1 0 0 0 0,1 0-1 0 0,0 0 1 0 0,0-1 0 0 0,3 2 0 0 0,1-2 1 0 0,0 1 0 0 0,0-1 0 0 0,0 1 0 0 0,0-2 0 0 0,0 1 0 0 0,0-1 0 0 0,7-1 0 0 0,-3 0 214 0 0,0 0-1 0 0,0-1 1 0 0,0 0 0 0 0,0 0 0 0 0,0-1-1 0 0,-1 0 1 0 0,0-1 0 0 0,0 0 0 0 0,0 0-1 0 0,-1-1 1 0 0,1 0 0 0 0,8-9 0 0 0,-16 14-155 0 0,0 0 0 0 0,0 0 0 0 0,-1 0 0 0 0,1 0 1 0 0,0 0-1 0 0,0-1 0 0 0,-1 1 0 0 0,1 0 0 0 0,-1 0 0 0 0,1-1 0 0 0,-1 1 1 0 0,1 0-1 0 0,-1-1 0 0 0,0 1 0 0 0,1 0 0 0 0,-1-1 0 0 0,0 1 1 0 0,0 0-1 0 0,0-1 0 0 0,0 1 0 0 0,0-1 0 0 0,-1 1 0 0 0,1 0 0 0 0,0-1 1 0 0,-1 1-1 0 0,0-2 0 0 0,-1-9 75 0 0,-16 2 136 0 0,14 8-168 0 0,-3 2-178 0 0,0 1 0 0 0,0-1 0 0 0,-1 2 0 0 0,1-1 0 0 0,0 1 0 0 0,0 0 0 0 0,0 0 0 0 0,1 1 0 0 0,-1 0 1 0 0,1 0-1 0 0,-1 0 0 0 0,1 1 0 0 0,0 0 0 0 0,0 1 0 0 0,0-1 0 0 0,1 1 0 0 0,0 0 0 0 0,0 0 0 0 0,-6 8 0 0 0,-12 23-3082 0 0,19-20-1288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2.4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69 3692 0 0,'0'-5'2121'0'0,"13"-58"8443"0"0,-9 141-10753 0 0,-3 1-1 0 0,-12 107 0 0 0,-44 160-9339 0 0,41-278 3290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6.1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28 4540 0 0,'11'-12'1677'0'0,"-9"10"-277"0"0,0-1-222 0 0,11-7 770 0 0,-5 11 180 0 0,-5 16-1230 0 0,-43 533-865 0 0,-14-186-7834 0 0,53-355 5592 0 0,-3 19-1543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6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258 314 2888 0 0,'5'-21'556'0'0,"0"0"-1"0"0,1 0 1 0 0,1 0 0 0 0,1 1-1 0 0,1 0 1 0 0,1 1-1 0 0,13-21 1 0 0,-16 29-465 0 0,1 1 0 0 0,0 1-1 0 0,1-1 1 0 0,0 1 0 0 0,0 1 0 0 0,1-1 0 0 0,0 2 0 0 0,1-1 0 0 0,-1 2-1 0 0,1-1 1 0 0,1 1 0 0 0,-1 1 0 0 0,20-6 0 0 0,-17 7-18 0 0,1 0 0 0 0,-1 2 0 0 0,1 0 1 0 0,0 0-1 0 0,-1 1 0 0 0,1 1 0 0 0,0 1 0 0 0,0 0 0 0 0,-1 1 1 0 0,1 0-1 0 0,0 1 0 0 0,-1 1 0 0 0,0 0 0 0 0,0 1 1 0 0,21 11-1 0 0,-26-11-54 0 0,-1-1 1 0 0,1 2-1 0 0,-2-1 1 0 0,1 1 0 0 0,0 0-1 0 0,-1 1 1 0 0,0-1-1 0 0,-1 1 1 0 0,0 1-1 0 0,0-1 1 0 0,0 1-1 0 0,-1 0 1 0 0,0 1 0 0 0,-1-1-1 0 0,1 1 1 0 0,-2 0-1 0 0,1 0 1 0 0,-1 0-1 0 0,-1 0 1 0 0,0 1-1 0 0,0-1 1 0 0,-1 1 0 0 0,0-1-1 0 0,0 1 1 0 0,-2 9-1 0 0,0-7-21 0 0,0 0 0 0 0,-1 0-1 0 0,0-1 1 0 0,-1 1 0 0 0,-1-1 0 0 0,0 0-1 0 0,0 0 1 0 0,-1 0 0 0 0,0-1 0 0 0,-8 13-1 0 0,2-8-13 0 0,0-1 0 0 0,-1 0 0 0 0,0-1 0 0 0,-1 0 0 0 0,0-1 0 0 0,-17 12-1 0 0,1-4-7 0 0,-2-2-1 0 0,1 0 1 0 0,-2-3-1 0 0,0 0 1 0 0,-1-2-1 0 0,-47 12 1 0 0,43-15-1 0 0,-1-2 0 0 0,-71 5 1 0 0,94-12-55 0 0,1 0 0 0 0,-1-2 1 0 0,0 0-1 0 0,1 0 1 0 0,-1-2-1 0 0,1 1 1 0 0,0-2-1 0 0,0 0 1 0 0,0-1-1 0 0,-23-11 1 0 0,31 13-35 0 0,0-1-1 0 0,0 0 1 0 0,0-1 0 0 0,1 1 0 0 0,0-1 0 0 0,0-1-1 0 0,0 1 1 0 0,0 0 0 0 0,1-1 0 0 0,0 0-1 0 0,0 0 1 0 0,0-1 0 0 0,1 1 0 0 0,0-1 0 0 0,1 1-1 0 0,-1-1 1 0 0,-2-10 0 0 0,4 6-235 0 0,-1 1 0 0 0,1-1 0 0 0,0 0 0 0 0,1 1-1 0 0,1-1 1 0 0,0 0 0 0 0,0 1 0 0 0,1-1 0 0 0,0 1 0 0 0,1-1 0 0 0,4-11 0 0 0,10-15-2434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7.3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134 124 2664 0 0,'2'-4'1252'0'0,"21"-54"2600"0"0,-22 54-3390 0 0,-1 0-114 0 0,1 1-296 0 0,-1 1-1 0 0,-1-1 1 0 0,1 1-1 0 0,0-1 1 0 0,-1 0 0 0 0,1 1-1 0 0,-1-1 1 0 0,0 1-1 0 0,0-1 1 0 0,0 1 0 0 0,0 0-1 0 0,0-1 1 0 0,0 1-1 0 0,-1 0 1 0 0,1 0 0 0 0,-1 0-1 0 0,1 0 1 0 0,-1 0-1 0 0,0 0 1 0 0,-3-2 0 0 0,2 2-1 0 0,-1 2 28 0 0,-3 1-55 0 0,1-1 0 0 0,0 1 0 0 0,0 1 0 0 0,0-1 0 0 0,0 1 0 0 0,0 0 0 0 0,0 0 0 0 0,1 1 0 0 0,-1 0 0 0 0,-5 3 0 0 0,6-2-22 0 0,1-1 0 0 0,-1 1 0 0 0,0 1 0 0 0,1-1 0 0 0,0 1 0 0 0,0 0 0 0 0,1 0 0 0 0,-1 0 0 0 0,1 0 0 0 0,0 0 0 0 0,0 1 1 0 0,1-1-1 0 0,0 1 0 0 0,0 0 0 0 0,0 0 0 0 0,-1 7 0 0 0,2-9-65 0 0,1 0-51 0 0,0 15-32 0 0,0-14 8 0 0,1 0 8 0 0,3 12 12 0 0,-3-13 10 0 0,-1-4 103 0 0,1 0 0 0 0,-1 0 0 0 0,0 1 0 0 0,1-1 0 0 0,-1 0 1 0 0,0 0-1 0 0,0 0 0 0 0,1 0 0 0 0,-1 1 0 0 0,0-1 0 0 0,1 0 1 0 0,-1 0-1 0 0,0 1 0 0 0,0-1 0 0 0,0 0 0 0 0,1 0 0 0 0,-1 1 1 0 0,0-1-1 0 0,0 0 0 0 0,0 1 0 0 0,0-1 0 0 0,1 0 1 0 0,-1 1-1 0 0,0-1 0 0 0,0 0 0 0 0,0 1 0 0 0,0-1 0 0 0,0 1 1 0 0,0 0-5 0 0,0-1 0 0 0,0 1 1 0 0,1 0-1 0 0,-1 0 0 0 0,0-1 1 0 0,1 1-1 0 0,-1 0 0 0 0,0 0 1 0 0,1-1-1 0 0,-1 1 0 0 0,1 0 1 0 0,-1-1-1 0 0,1 1 0 0 0,-1 0 1 0 0,1-1-1 0 0,-1 1 0 0 0,2 0 0 0 0,2 1 29 0 0,0 0-1 0 0,0 0 0 0 0,0-1 0 0 0,0 0 1 0 0,0 0-1 0 0,6 1 0 0 0,-6-1 23 0 0,0-3 24 0 0,2 0-4 0 0,-1-1-1 0 0,0 0 0 0 0,0 0 1 0 0,0 0-1 0 0,0-1 1 0 0,-1 0-1 0 0,1 0 1 0 0,-1 0-1 0 0,0 0 0 0 0,0-1 1 0 0,0 1-1 0 0,-1-1 1 0 0,0 0-1 0 0,4-7 1 0 0,-5 9-8 0 0,15-32 298 0 0,-16 32-150 0 0,0 3-199 0 0,0 1 1 0 0,0-1-1 0 0,0 1 1 0 0,0-1-1 0 0,0 1 0 0 0,0-1 1 0 0,-1 1-1 0 0,1-1 1 0 0,0 1-1 0 0,0 0 1 0 0,-1 0-1 0 0,1-1 1 0 0,0 1-1 0 0,-1 0 1 0 0,1 0-1 0 0,-1 0 1 0 0,1-1-1 0 0,-1 1 1 0 0,0 0-1 0 0,1 0 1 0 0,-1 0-1 0 0,1 2 1 0 0,8 29-86 0 0,-6-21 41 0 0,22 59-2415 0 0,-24-67 1662 0 0,8 14-3263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8.8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1 141 2144 0 0,'1'-5'1099'0'0,"-1"1"-946"0"0,11-34 1831 0 0,-10 35-1892 0 0,0 1-1 0 0,1 0 1 0 0,-1-1-1 0 0,0 1 1 0 0,1 0-1 0 0,-1-1 1 0 0,1 1-1 0 0,0 0 1 0 0,0 0-1 0 0,0 1 1 0 0,0-1-1 0 0,0 0 1 0 0,0 1-1 0 0,1-1 1 0 0,-1 1-1 0 0,4-2 1 0 0,-1 1 6 0 0,0 0 0 0 0,1 0 1 0 0,-1 0-1 0 0,1 1 0 0 0,0 0 0 0 0,-1 0 1 0 0,1 1-1 0 0,0 0 0 0 0,-1 0 0 0 0,1 0 1 0 0,0 0-1 0 0,-1 1 0 0 0,1 0 0 0 0,-1 0 1 0 0,1 1-1 0 0,-1 0 0 0 0,1 0 0 0 0,-1 0 1 0 0,0 0-1 0 0,0 1 0 0 0,0 0 0 0 0,8 6 1 0 0,-8-6-55 0 0,0 1 1 0 0,0-1 0 0 0,-1 1-1 0 0,0 0 1 0 0,0 1 0 0 0,0-1-1 0 0,0 1 1 0 0,-1 0 0 0 0,1 0 0 0 0,-1 0-1 0 0,-1 0 1 0 0,1 0 0 0 0,-1 1-1 0 0,0-1 1 0 0,0 1 0 0 0,0 0-1 0 0,-1 0 1 0 0,0-1 0 0 0,0 1 0 0 0,0 8-1 0 0,-1-9 74 0 0,-1 0 0 0 0,0 0 0 0 0,-1 0 0 0 0,1 0 0 0 0,-1 0 0 0 0,0 0 0 0 0,0-1 0 0 0,0 1 0 0 0,0-1 0 0 0,-1 1 0 0 0,-4 4 0 0 0,5-6 240 0 0,1-3-343 0 0,1 0 0 0 0,0 0-1 0 0,-1 0 1 0 0,1 0 0 0 0,0 0-1 0 0,-1 1 1 0 0,1-1 0 0 0,0 0-1 0 0,-1 0 1 0 0,1 0 0 0 0,0 0-1 0 0,0 0 1 0 0,-1 0 0 0 0,1 1-1 0 0,0-1 1 0 0,-1 0 0 0 0,1 0-1 0 0,0 0 1 0 0,0 1 0 0 0,-1-1-1 0 0,1 0 1 0 0,0 1 0 0 0,0-1-1 0 0,0 0 1 0 0,-1 0 0 0 0,1 1-1 0 0,0-1 1 0 0,0 0 0 0 0,0 1-1 0 0,0 0 1 0 0,-1-1 42 0 0,1 1 0 0 0,0 0 0 0 0,0-1 0 0 0,-1 1 0 0 0,1-1 0 0 0,-1 1 0 0 0,1 0 0 0 0,0-1 0 0 0,-1 1 0 0 0,1-1 0 0 0,-1 1 0 0 0,0-1 0 0 0,1 1 0 0 0,-1-1 1 0 0,1 0-1 0 0,-1 1 0 0 0,0-1 0 0 0,1 0 0 0 0,-1 1 0 0 0,0-1 0 0 0,1 0 0 0 0,-1 0 0 0 0,-1 1 0 0 0,1-1-12 0 0,0 0 0 0 0,0 1 0 0 0,-1-1 1 0 0,1 0-1 0 0,0 0 0 0 0,-1 0 0 0 0,1 0 0 0 0,0 0 0 0 0,0 0 0 0 0,-1 0 1 0 0,1 0-1 0 0,0-1 0 0 0,-1 1 0 0 0,1 0 0 0 0,0-1 0 0 0,0 1 0 0 0,0-1 1 0 0,0 1-1 0 0,-1-1 0 0 0,1 0 0 0 0,0 0 0 0 0,0 1 0 0 0,0-1 1 0 0,-1-1-1 0 0,-1-1 15 0 0,3-2-6 0 0,0-4-109 0 0,1-1 0 0 0,0 1 0 0 0,0 0-1 0 0,1-1 1 0 0,0 1 0 0 0,1 0 0 0 0,-1 0 0 0 0,2 0-1 0 0,0 0 1 0 0,0 1 0 0 0,0-1 0 0 0,7-7 0 0 0,-4 4-207 0 0,2 1 1 0 0,-1 0-1 0 0,2 1 1 0 0,-1 0 0 0 0,1 0-1 0 0,1 1 1 0 0,20-14-1 0 0,-23 19 55 0 0,-1 0 0 0 0,1 1 0 0 0,-1 0 0 0 0,1 0 0 0 0,0 1 0 0 0,0 0-1 0 0,1 0 1 0 0,-1 1 0 0 0,0 0 0 0 0,1 0 0 0 0,-1 1 0 0 0,9 1 0 0 0,-13-1-93 0 0,16 9-354 0 0,-16-7 451 0 0,-1 2 70 0 0,5 10 27 0 0,-6-10-17 0 0,-1 1 3 0 0,0 6-36 0 0,-1 1 0 0 0,0 0 0 0 0,-1 0 0 0 0,0-1-1 0 0,-1 1 1 0 0,-3 12 0 0 0,0-1-549 0 0,4-20 249 0 0,0 13-261 0 0,1-14 531 0 0,0 1-1 0 0,-1-1 1 0 0,1 1-1 0 0,0 0 0 0 0,0-1 1 0 0,1 1-1 0 0,-1 0 1 0 0,2 3-1 0 0,-1-2-128 0 0,22 3-685 0 0,-18-8 1008 0 0,6-1 406 0 0,0 0 1 0 0,0 0 0 0 0,0-1 0 0 0,-1-1 0 0 0,20-8-1 0 0,-21 7-64 0 0,0-1 0 0 0,-1 1 0 0 0,1-2 0 0 0,-1 1 0 0 0,0-1 0 0 0,-1 0 0 0 0,0-1 0 0 0,0 0 0 0 0,0 0 0 0 0,-1 0 0 0 0,0-1 0 0 0,-1 0 0 0 0,0 0 0 0 0,0 0 0 0 0,3-13 0 0 0,2-17 568 0 0,-9 35-472 0 0,-3-1-474 0 0,2 4 37 0 0,0 1 0 0 0,0-1-1 0 0,0 1 1 0 0,0-1-1 0 0,0 1 1 0 0,0-1-1 0 0,0 1 1 0 0,0-1-1 0 0,-1 1 1 0 0,1 0-1 0 0,0-1 1 0 0,0 1 0 0 0,0-1-1 0 0,0 1 1 0 0,-1 0-1 0 0,1-1 1 0 0,0 1-1 0 0,0-1 1 0 0,-1 1-1 0 0,1 0 1 0 0,0-1 0 0 0,-1 1-1 0 0,1 0 1 0 0,0-1-1 0 0,-1 1 1 0 0,1 0-1 0 0,-1 0 1 0 0,1 0-1 0 0,0-1 1 0 0,-1 1 0 0 0,1 0-1 0 0,-1 0 1 0 0,1 0-1 0 0,-1 0 1 0 0,-7 3-1 0 0,0 1 0 0 0,1 0 0 0 0,-1 1 0 0 0,1-1 0 0 0,-12 12 0 0 0,4-1-9 0 0,2 0 0 0 0,-19 26-1 0 0,28-34-59 0 0,0 0 0 0 0,0 0 0 0 0,1 1 0 0 0,0-1 0 0 0,0 1 0 0 0,1 0 0 0 0,0 0-1 0 0,-1 9 1 0 0,2-12-39 0 0,2-2 0 0 0,0 0 59 0 0,0 0 1 0 0,0 0-1 0 0,1 0 0 0 0,-1 0 0 0 0,1-1 0 0 0,0 1 0 0 0,-1-1 0 0 0,1 1 0 0 0,4 3 1 0 0,-3-4-67 0 0,2-1 18 0 0,3 0 67 0 0,0 0 0 0 0,1-1 0 0 0,-1 0 0 0 0,0-1 0 0 0,1 0 0 0 0,-1 0 0 0 0,16-5 0 0 0,32-17 336 0 0,-46 18-180 0 0,1 0 0 0 0,0-1-1 0 0,-1 0 1 0 0,0-1 0 0 0,-1 1-1 0 0,0-2 1 0 0,0 0 0 0 0,0 0-1 0 0,-1 0 1 0 0,0-1 0 0 0,7-10-1 0 0,-14 17-42 0 0,9-9 320 0 0,-26 70-419 0 0,15-56-103 0 0,1 2-43 0 0,-1 15-18 0 0,1-15-75 0 0,1 0-47 0 0,-1-2 169 0 0,1 0 0 0 0,-1-1 0 0 0,1 1 0 0 0,0 0 0 0 0,0 0 0 0 0,0-1 0 0 0,0 1-1 0 0,1-1 1 0 0,-1 1 0 0 0,1-1 0 0 0,-1 1 0 0 0,1-1 0 0 0,0 0 0 0 0,0 0 0 0 0,0 0-1 0 0,0 0 1 0 0,0 0 0 0 0,1 0 0 0 0,-1-1 0 0 0,5 3 0 0 0,1-2-48 0 0,1 0 1 0 0,0-1-1 0 0,0-1 1 0 0,0 1-1 0 0,-1-1 1 0 0,1-1-1 0 0,0 1 1 0 0,0-2-1 0 0,0 1 0 0 0,10-4 1 0 0,-2 0 318 0 0,0 0 0 0 0,0-2 0 0 0,-1 0 0 0 0,25-15 0 0 0,-33 18 22 0 0,0-1 0 0 0,-1 0 0 0 0,0 0 0 0 0,0-1 0 0 0,-1 0 0 0 0,1 0 0 0 0,-1-1 0 0 0,-1 0 0 0 0,9-12 0 0 0,-12 16-76 0 0,0 0 0 0 0,0 0 0 0 0,0 0 0 0 0,-1 0 0 0 0,0 0 0 0 0,0 0 0 0 0,0-1 0 0 0,0 1 1 0 0,0 0-1 0 0,0-5 0 0 0,-1 6-108 0 0,1-1 339 0 0,-3 0-226 0 0,-6-10-13 0 0,6 10 70 0 0,-2 3-92 0 0,-1 1-49 0 0,0-1-1 0 0,0 2 0 0 0,0-1 1 0 0,0 0-1 0 0,1 1 1 0 0,-1 0-1 0 0,1 0 0 0 0,-1 1 1 0 0,1-1-1 0 0,0 1 0 0 0,0 0 1 0 0,-5 4-1 0 0,-42 44 60 0 0,45-44-54 0 0,-4 9-6 0 0,9-12-17 0 0,-1-1-31 0 0,-7 19-544 0 0,12-15 368 0 0,-3-7 202 0 0,0 1 0 0 0,-1-1 1 0 0,1 0-1 0 0,0 1 0 0 0,0-1 0 0 0,0 1 0 0 0,0-1 0 0 0,0 0 1 0 0,0 1-1 0 0,1-1 0 0 0,-1 1 0 0 0,0-1 0 0 0,0 1 0 0 0,0-1 1 0 0,0 0-1 0 0,0 1 0 0 0,1-1 0 0 0,-1 1 0 0 0,0-1 0 0 0,0 0 1 0 0,0 1-1 0 0,1-1 0 0 0,-1 0 0 0 0,0 1 0 0 0,1-1 0 0 0,-1 0 1 0 0,0 0-1 0 0,1 1 0 0 0,-1-1 0 0 0,0 0 0 0 0,1 0 0 0 0,-1 0 1 0 0,1 1-1 0 0,-1-1 0 0 0,0 0 0 0 0,1 0 0 0 0,6 0 3 0 0,-1 0-1 0 0,1 0 0 0 0,-1-1 1 0 0,1 0-1 0 0,-1 0 1 0 0,1 0-1 0 0,-1-1 0 0 0,0 0 1 0 0,0 0-1 0 0,11-6 0 0 0,39-15 480 0 0,-53 22-328 0 0,23 2-42 0 0,-21 16-67 0 0,-3 0-108 0 0,-1 1 0 0 0,0-1-1 0 0,-2 1 1 0 0,0-1 0 0 0,-1 0 0 0 0,-6 27-1 0 0,1-7 44 0 0,-24 105-134 0 0,26-125 294 0 0,-1-1 0 0 0,0-1 0 0 0,-1 1 0 0 0,-1-1 0 0 0,0 0 0 0 0,-15 19 0 0 0,21-31 30 0 0,0-2 23 0 0,1 0-159 0 0,0-1 0 0 0,1 1 0 0 0,-1-1 1 0 0,0 1-1 0 0,0-1 0 0 0,1 1 0 0 0,-1-1 0 0 0,0 0 0 0 0,0 1 1 0 0,0-1-1 0 0,0 0 0 0 0,1 0 0 0 0,-1 0 0 0 0,0 0 0 0 0,0 0 0 0 0,0 0 1 0 0,0 0-1 0 0,0 0 0 0 0,0 0 0 0 0,1 0 0 0 0,-1 0 0 0 0,0 0 0 0 0,0-1 1 0 0,0 1-1 0 0,0 0 0 0 0,1-1 0 0 0,-1 1 0 0 0,0 0 0 0 0,0-1 0 0 0,1 1 1 0 0,-2-2-1 0 0,-1 1 15 0 0,3-4-38 0 0,0-9-166 0 0,1 0 0 0 0,1 0 0 0 0,0 0 0 0 0,1 1 0 0 0,1-1 0 0 0,0 1 0 0 0,1-1 0 0 0,0 1 0 0 0,9-15-1 0 0,3-4-2069 0 0,1 1 0 0 0,35-45 0 0 0,-34 54-1615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09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75 2164 0 0,'0'0'980'0'0,"1"-3"-246"0"0,-1 0-639 0 0,1 0 0 0 0,-1 1 0 0 0,1-1 0 0 0,0 0 0 0 0,0 1 0 0 0,0-1 0 0 0,0 1 0 0 0,0-1 0 0 0,1 1 0 0 0,-1-1 0 0 0,1 1 0 0 0,0 0 0 0 0,-1 0 0 0 0,1 0 1 0 0,0 0-1 0 0,0 0 0 0 0,0 0 0 0 0,1 1 0 0 0,-1-1 0 0 0,0 1 0 0 0,1-1 0 0 0,-1 1 0 0 0,1 0 0 0 0,-1 0 0 0 0,1 0 0 0 0,0 0 0 0 0,-1 0 0 0 0,1 1 0 0 0,4-1 0 0 0,3 0 66 0 0,0 0 0 0 0,1 1 0 0 0,-1 0 0 0 0,0 1 0 0 0,0 0 0 0 0,12 3 0 0 0,-17-3-105 0 0,1 0-1 0 0,-1 1 0 0 0,1-1 1 0 0,-1 1-1 0 0,1 1 1 0 0,-1-1-1 0 0,0 1 1 0 0,0 0-1 0 0,0 0 1 0 0,-1 0-1 0 0,1 1 1 0 0,-1 0-1 0 0,1 0 0 0 0,-1 0 1 0 0,-1 0-1 0 0,1 0 1 0 0,0 1-1 0 0,-1 0 1 0 0,0 0-1 0 0,0 0 1 0 0,-1 0-1 0 0,4 8 1 0 0,-5-9 1 0 0,0 0 8 0 0,1 15 21 0 0,-2-14 20 0 0,-1-1 38 0 0,-4 14 56 0 0,4-14 12 0 0,0-4-198 0 0,1 0 0 0 0,0 1 0 0 0,-1-1 0 0 0,1 0 0 0 0,-1 0 0 0 0,1 0 0 0 0,0 1 0 0 0,-1-1 0 0 0,1 0 0 0 0,0 1 1 0 0,-1-1-1 0 0,1 0 0 0 0,0 1 0 0 0,-1-1 0 0 0,1 0 0 0 0,0 1 0 0 0,0-1 0 0 0,0 1 0 0 0,-1-1 0 0 0,1 0 0 0 0,0 1 1 0 0,0-1-1 0 0,0 1 0 0 0,0 0 0 0 0,-9 13 674 0 0,-11 1 515 0 0,19-15-1178 0 0,1 1 0 0 0,-1-1 1 0 0,1 0-1 0 0,-1 0 1 0 0,1 0-1 0 0,-1 0 0 0 0,1 0 1 0 0,-1 1-1 0 0,0-1 1 0 0,1 0-1 0 0,-1 0 0 0 0,1-1 1 0 0,-1 1-1 0 0,1 0 1 0 0,-1 0-1 0 0,1 0 0 0 0,-1 0 1 0 0,1 0-1 0 0,-1-1 1 0 0,1 1-1 0 0,-1 0 0 0 0,1 0 1 0 0,-1-1-1 0 0,1 1 1 0 0,-1 0-1 0 0,1-1 0 0 0,-1 1 1 0 0,1 0-1 0 0,0-1 1 0 0,-1 1-1 0 0,1-1 0 0 0,0 1 1 0 0,-1-1-1 0 0,1 1 1 0 0,0-1-1 0 0,0 1 0 0 0,-1-1 1 0 0,1 0-1 0 0,0-2-46 0 0,1 0 0 0 0,-1 0 0 0 0,1 0 0 0 0,0 0 0 0 0,0 0 0 0 0,0 0 0 0 0,0 0 0 0 0,1 0 0 0 0,-1 0-1 0 0,1 0 1 0 0,-1 1 0 0 0,4-4 0 0 0,4-8-193 0 0,0 1 1 0 0,1-1-1 0 0,1 2 0 0 0,0 0 0 0 0,1 0 1 0 0,0 1-1 0 0,1 0 0 0 0,0 1 0 0 0,1 0 0 0 0,29-14 1 0 0,-20 16-448 0 0,-19 6 170 0 0,0 3-664 0 0,15 2 365 0 0,-15-2-174 0 0,-2 2-2167 0 0,4 17-247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10.3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151 120 2948 0 0,'27'-28'3776'0'0,"-25"26"-2851"0"0,0-3-93 0 0,6-11-95 0 0,-6 12-91 0 0,0-15 360 0 0,-1 15-604 0 0,-2 1-300 0 0,1 0 1 0 0,-1 0-1 0 0,0 1 0 0 0,0-1 1 0 0,0 0-1 0 0,0 1 1 0 0,-1-1-1 0 0,1 1 0 0 0,-1-1 1 0 0,1 1-1 0 0,-1 0 1 0 0,-3-4-1 0 0,2 3 170 0 0,-1 3-162 0 0,0-1-95 0 0,0 1 1 0 0,1 0 0 0 0,-1 0-1 0 0,0 0 1 0 0,1 1 0 0 0,-1-1 0 0 0,1 1-1 0 0,-1 0 1 0 0,1 0 0 0 0,-1 0-1 0 0,1 0 1 0 0,0 1 0 0 0,-1-1 0 0 0,1 1-1 0 0,0 0 1 0 0,0 0 0 0 0,0 0 0 0 0,-5 5-1 0 0,-8 10-170 0 0,0 1 0 0 0,1 1 0 0 0,1 0 0 0 0,-23 40 0 0 0,36-56-31 0 0,2 21-932 0 0,5-24 1049 0 0,2-1 129 0 0,0 0 0 0 0,0 0 0 0 0,0 0 0 0 0,0-1 0 0 0,-1 0 0 0 0,1-1 0 0 0,0 0-1 0 0,10-5 1 0 0,64-45 1792 0 0,-79 51-1316 0 0,3-1-239 0 0,-6 3-279 0 0,1-1 1 0 0,-1 1-1 0 0,0-1 0 0 0,1 1 1 0 0,-1 0-1 0 0,0-1 1 0 0,1 1-1 0 0,-1 0 1 0 0,1 0-1 0 0,-1-1 1 0 0,1 1-1 0 0,-1 0 1 0 0,1 0-1 0 0,-1 0 1 0 0,1-1-1 0 0,-1 1 1 0 0,1 0-1 0 0,-1 0 1 0 0,1 0-1 0 0,-1 0 0 0 0,1 0 1 0 0,-1 0-1 0 0,1 0 1 0 0,-1 0-1 0 0,1 0 1 0 0,-1 0-1 0 0,1 0 1 0 0,-1 1-1 0 0,1-1 1 0 0,9 43-643 0 0,-9-38 372 0 0,6 13-414 0 0,-6-14 244 0 0,0-3 340 0 0,-1 0 0 0 0,1 0 0 0 0,-1 0 1 0 0,1 0-1 0 0,-1 0 0 0 0,1 0 0 0 0,-1 0 1 0 0,1 0-1 0 0,0 0 0 0 0,0 0 0 0 0,0-1 1 0 0,-1 1-1 0 0,1 0 0 0 0,0-1 0 0 0,0 1 1 0 0,0 0-1 0 0,0-1 0 0 0,0 1 0 0 0,0-1 1 0 0,0 1-1 0 0,0-1 0 0 0,2 1 0 0 0,16 4-674 0 0,-14-4 274 0 0,1-1 64 0 0,6-2 289 0 0,0-1 1 0 0,0 0 0 0 0,0 0 0 0 0,14-7 0 0 0,-21 8 239 0 0,-1 0 0 0 0,0 0 1 0 0,0-1-1 0 0,0 1 0 0 0,0-1 0 0 0,0 0 1 0 0,0 0-1 0 0,-1 0 0 0 0,1-1 0 0 0,-1 1 1 0 0,0-1-1 0 0,0 0 0 0 0,0 0 1 0 0,-1 0-1 0 0,1 0 0 0 0,1-6 0 0 0,8-29 810 0 0,-11 35-635 0 0,0 0 0 0 0,6-43 1110 0 0,-6 43-568 0 0,-2 8-761 0 0,-8 45 205 0 0,-5 101 0 0 0,10 47-1597 0 0,4-193 923 0 0,0 1-39 0 0,-1 8-2126 0 0,-2-15 948 0 0,-2-33 400 0 0,0-55 1064 0 0,6 74 358 0 0,0 0 0 0 0,1 0 0 0 0,1 0 1 0 0,0 0-1 0 0,11-30 0 0 0,-11 38-73 0 0,0 1 0 0 0,1-1 1 0 0,0 1-1 0 0,1 0 0 0 0,0 0 0 0 0,0 0 1 0 0,0 1-1 0 0,1 0 0 0 0,0 0 0 0 0,0 0 1 0 0,0 1-1 0 0,1-1 0 0 0,-1 2 0 0 0,2-1 1 0 0,7-4-1 0 0,-4 4-35 0 0,1 1-1 0 0,-1 0 1 0 0,0 0 0 0 0,1 1 0 0 0,0 1-1 0 0,0 0 1 0 0,0 1 0 0 0,0 0 0 0 0,0 0-1 0 0,0 1 1 0 0,18 3 0 0 0,-28-2-83 0 0,1 0 0 0 0,-1 0-1 0 0,0 0 1 0 0,0 0 0 0 0,1 0 0 0 0,-1 0 0 0 0,0 1 0 0 0,0-1 0 0 0,0 1 0 0 0,0-1 0 0 0,0 1 0 0 0,-1 0 0 0 0,4 4-1 0 0,-4-5-14 0 0,1 2 8 0 0,-2 2-14 0 0,-1 0 1 0 0,0 0-1 0 0,0 1 1 0 0,-1-1 0 0 0,0 0-1 0 0,0 0 1 0 0,0-1-1 0 0,0 1 1 0 0,-1 0-1 0 0,0-1 1 0 0,1 1 0 0 0,-2-1-1 0 0,1 0 1 0 0,-1 0-1 0 0,1 0 1 0 0,-1 0-1 0 0,0-1 1 0 0,0 0 0 0 0,-7 4-1 0 0,2 1-142 0 0,-53 33-1979 0 0,36-25-1259 0 0,23-14 2284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10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9 103 3816 0 0,'46'-99'8749'0'0,"-44"96"-8069"0"0,-2 8-595 0 0,0 0 1 0 0,0 0-1 0 0,0 0 0 0 0,0 0 0 0 0,-1 0 0 0 0,0 0 1 0 0,-3 7-1 0 0,3-5-57 0 0,-19 123 305 0 0,-10 92-190 0 0,30-218-125 0 0,0 0 42 0 0,2 12 89 0 0,-2-15-130 0 0,0 0-1 0 0,0 0 1 0 0,0 0-1 0 0,1 0 0 0 0,-1-1 1 0 0,0 1-1 0 0,0 0 1 0 0,0 0-1 0 0,1 0 1 0 0,-1-1-1 0 0,0 1 1 0 0,1 0-1 0 0,-1-1 1 0 0,1 1-1 0 0,-1 0 1 0 0,1-1-1 0 0,-1 1 1 0 0,1 0-1 0 0,-1-1 1 0 0,1 1-1 0 0,0-1 1 0 0,-1 1-1 0 0,1-1 1 0 0,0 1-1 0 0,0 0 115 0 0,3-3-18 0 0,9-6 47 0 0,0 0-1 0 0,-1-1 0 0 0,0 0 1 0 0,0-1-1 0 0,10-12 1 0 0,19-14 1 0 0,-40 35-159 0 0,1 0 1 0 0,0 0 0 0 0,0 0 0 0 0,0 0 0 0 0,-1 0-1 0 0,1 0 1 0 0,0 0 0 0 0,0 1 0 0 0,0-1 0 0 0,0 1 0 0 0,0 0-1 0 0,0-1 1 0 0,1 1 0 0 0,-1 0 0 0 0,0 0 0 0 0,0 0 0 0 0,0 1-1 0 0,0-1 1 0 0,0 0 0 0 0,3 2 0 0 0,-2-1-8 0 0,-2-1 3 0 0,1 0-1 0 0,-1 0 1 0 0,0 1-1 0 0,0-1 1 0 0,0 1-1 0 0,0-1 1 0 0,1 1 0 0 0,-1-1-1 0 0,0 1 1 0 0,0 0-1 0 0,0 0 1 0 0,0-1-1 0 0,0 1 1 0 0,-1 0-1 0 0,1 0 1 0 0,0 0-1 0 0,0 0 1 0 0,0 0-1 0 0,0 2 1 0 0,1-1-5 0 0,1 2-15 0 0,0 0 0 0 0,0 0-1 0 0,0 0 1 0 0,0 1 0 0 0,-1-1 0 0 0,1 1-1 0 0,-1-1 1 0 0,0 1 0 0 0,-1 0 0 0 0,1 0-1 0 0,-1 0 1 0 0,0 0 0 0 0,0 5-1 0 0,1 5-263 0 0,-1 1-1 0 0,-2 27 1 0 0,-1-21-289 0 0,-1 0 0 0 0,-1 0-1 0 0,-1 0 1 0 0,0-1 0 0 0,-13 29 0 0 0,4-19-2327 0 0,-21 38 1 0 0,5-23-3270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5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458 0 3604 0 0,'0'0'3779'0'0,"0"4"-3345"0"0,-3 10-195 0 0,0 0 1 0 0,-1-1 0 0 0,-1 1 0 0 0,0-1 0 0 0,-11 19-1 0 0,-40 66 646 0 0,9-28 30 0 0,-3-2 0 0 0,-115 119 0 0 0,129-160-678 0 0,27-21-250 0 0,5-4 75 0 0,0-1 12 0 0,-11 5-44 0 0,11-5 39 0 0,-18-9-136 0 0,19-1 56 0 0,2 8 11 0 0,1 1 0 0 0,-1-1 0 0 0,1 0 0 0 0,-1 1 0 0 0,1-1-1 0 0,-1 0 1 0 0,1 1 0 0 0,0-1 0 0 0,-1 0 0 0 0,1 0 0 0 0,0 1 0 0 0,0-1-1 0 0,-1 0 1 0 0,1 0 0 0 0,0 1 0 0 0,0-1 0 0 0,0 0 0 0 0,0 0 0 0 0,0 0-1 0 0,0-1 1 0 0,0-26 15 0 0,0 24-14 0 0,0 0 0 0 0,0 0 0 0 0,1 0 0 0 0,-1 0 0 0 0,1 0 0 0 0,0 0 0 0 0,1 1-1 0 0,-1-1 1 0 0,1 0 0 0 0,2-5 0 0 0,0 2 2 0 0,-2 4-9 0 0,-2 3 6 0 0,1 0 0 0 0,-1 0 0 0 0,0 0-1 0 0,1 0 1 0 0,-1 0 0 0 0,0 0 0 0 0,1 0 0 0 0,-1 0-1 0 0,0 0 1 0 0,1-1 0 0 0,-1 1 0 0 0,0 0-1 0 0,1 0 1 0 0,-1 0 0 0 0,0 0 0 0 0,1-1 0 0 0,-1 1-1 0 0,0 0 1 0 0,0 0 0 0 0,1-1 0 0 0,-1 1 0 0 0,0 0-1 0 0,0-1 1 0 0,0 1 0 0 0,1 0 0 0 0,-1 0-1 0 0,0-1 1 0 0,0 1 0 0 0,0 0 0 0 0,0-1 0 0 0,0 0-1 0 0,1 1 0 0 0,-1-1 1 0 0,0 1-1 0 0,0-1 0 0 0,1 1 0 0 0,-1-1 0 0 0,0 1 0 0 0,1-1 0 0 0,-1 1 0 0 0,0-1 0 0 0,1 1 0 0 0,-1-1 0 0 0,1 1 0 0 0,-1 0 1 0 0,1-1-1 0 0,-1 1 0 0 0,1-1 0 0 0,-1 1 0 0 0,1 0 0 0 0,-1 0 0 0 0,1-1 0 0 0,-1 1 0 0 0,1 0 0 0 0,-1 0 0 0 0,1 0 0 0 0,0 0 0 0 0,-1 0 1 0 0,1-1-1 0 0,-1 1 0 0 0,1 0 0 0 0,0 1 0 0 0,3-2 1 0 0,0 0 0 0 0,-1 1 0 0 0,1 0 0 0 0,0 0 0 0 0,-1 0 0 0 0,1 0 0 0 0,0 1 0 0 0,0 0 1 0 0,-1-1-1 0 0,1 1 0 0 0,-1 0 0 0 0,1 1 0 0 0,-1-1 0 0 0,1 1 0 0 0,-1-1 0 0 0,0 1 0 0 0,0 0 0 0 0,0 0 0 0 0,0 1 0 0 0,3 2 0 0 0,4 3 29 0 0,6 6-2 0 0,-1 1 0 0 0,0 0 0 0 0,14 21 0 0 0,-18-22-248 0 0,1 0 0 0 0,0-1 0 0 0,22 18 0 0 0,-29-28 49 0 0,0-1 0 0 0,-1 1 0 0 0,1-1 0 0 0,0 0 1 0 0,0-1-1 0 0,1 1 0 0 0,-1-1 0 0 0,0 0 0 0 0,0 0 0 0 0,1-1 1 0 0,-1 0-1 0 0,0 1 0 0 0,1-2 0 0 0,-1 1 0 0 0,0-1 0 0 0,1 0 1 0 0,-1 0-1 0 0,0 0 0 0 0,0-1 0 0 0,0 1 0 0 0,8-5 0 0 0,3-3 116 0 0,0 0-1 0 0,-1 0 0 0 0,0-2 1 0 0,0 0-1 0 0,-1 0 0 0 0,-1-2 0 0 0,0 1 1 0 0,-1-2-1 0 0,0 0 0 0 0,-1 0 1 0 0,-1-1-1 0 0,0 0 0 0 0,8-18 0 0 0,-9 14 334 0 0,-1 0 0 0 0,-1-1-1 0 0,6-24 1 0 0,-12 40-4 0 0,-1 3-272 0 0,0 1 0 0 0,0 0 0 0 0,0-1 0 0 0,0 1 0 0 0,0-1 0 0 0,0 1 0 0 0,0 0 0 0 0,0-1 0 0 0,0 1 0 0 0,0-1 0 0 0,0 1 0 0 0,0 0 0 0 0,0-1 0 0 0,0 1 0 0 0,-1 0 0 0 0,1-1 0 0 0,0 1 0 0 0,0-1 0 0 0,0 1 0 0 0,-1 0 0 0 0,1 0 0 0 0,0-1 0 0 0,0 1 0 0 0,-1 0 0 0 0,1-1 0 0 0,0 1 1 0 0,-1 0-1 0 0,1 0 0 0 0,0 0 0 0 0,-1-1 0 0 0,1 1 0 0 0,-1 0 0 0 0,-13 4 113 0 0,-16 20 197 0 0,18-8-155 0 0,0 1 0 0 0,1 0 0 0 0,1 0 0 0 0,-12 29 0 0 0,20-43-114 0 0,-2 19 74 0 0,3-18-90 0 0,5 16-10 0 0,-4-20-18 0 0,0 1 1 0 0,1 0 0 0 0,-1 0 0 0 0,0 0 0 0 0,1 0-1 0 0,-1 0 1 0 0,0 0 0 0 0,1 0 0 0 0,-1-1 0 0 0,1 1-1 0 0,-1 0 1 0 0,1 0 0 0 0,0-1 0 0 0,-1 1-1 0 0,1 0 1 0 0,0-1 0 0 0,0 1 0 0 0,-1 0 0 0 0,1-1-1 0 0,0 1 1 0 0,0-1 0 0 0,0 0 0 0 0,-1 1-1 0 0,1-1 1 0 0,0 0 0 0 0,0 1 0 0 0,1-1 0 0 0,16 5 3 0 0,-11-5 48 0 0,0 0 0 0 0,1 0-1 0 0,-1-1 1 0 0,0 1 0 0 0,1-2-1 0 0,-1 1 1 0 0,0-1 0 0 0,0 0-1 0 0,0 0 1 0 0,0-1-1 0 0,-1 0 1 0 0,1 0 0 0 0,-1-1-1 0 0,10-7 1 0 0,-11 7 43 0 0,1-1 1 0 0,-2 0-1 0 0,1 0 0 0 0,0 0 1 0 0,-1-1-1 0 0,0 0 0 0 0,-1 1 1 0 0,1-2-1 0 0,-1 1 0 0 0,0 0 1 0 0,0 0-1 0 0,1-9 0 0 0,-3 11 20 0 0,-1-1-18 0 0,-11-41 121 0 0,9 42-175 0 0,2 4-40 0 0,0 0 0 0 0,-1 0-1 0 0,1 0 1 0 0,0 0 0 0 0,-1 0 0 0 0,1 0-1 0 0,0 0 1 0 0,-1 0 0 0 0,1 0 0 0 0,-1 0-1 0 0,1 0 1 0 0,0-1 0 0 0,0 1 0 0 0,-1 0-1 0 0,1 0 1 0 0,0 0 0 0 0,-1-1 0 0 0,1 1-1 0 0,0 0 1 0 0,0 0 0 0 0,-1-1 0 0 0,1 1-1 0 0,0 0 1 0 0,0 0 0 0 0,-1-1 0 0 0,1 1-1 0 0,0 0 1 0 0,0-1 0 0 0,0 0 0 0 0,-1 1-3 0 0,1-1-1 0 0,0 1 1 0 0,-1-1 0 0 0,1 0 0 0 0,0 1 0 0 0,-1-1 0 0 0,1 1 0 0 0,-1-1 0 0 0,1 1 0 0 0,-1-1 0 0 0,1 1-1 0 0,-1-1 1 0 0,0 1 0 0 0,1 0 0 0 0,-1-1 0 0 0,1 1 0 0 0,-1 0 0 0 0,0 0 0 0 0,1-1 0 0 0,-1 1 0 0 0,0 0-1 0 0,1 0 1 0 0,-2 0 0 0 0,-2-1-112 0 0,1 1 0 0 0,-1 0 0 0 0,1 0 1 0 0,-1 0-1 0 0,1 0 0 0 0,-1 1 0 0 0,1 0 0 0 0,-1-1 0 0 0,1 1 0 0 0,-1 1 0 0 0,1-1 0 0 0,0 0 0 0 0,0 1 0 0 0,0-1 0 0 0,0 1 1 0 0,0 0-1 0 0,0 0 0 0 0,0 0 0 0 0,1 1 0 0 0,-1-1 0 0 0,0 1 0 0 0,1-1 0 0 0,0 1 0 0 0,0 0 0 0 0,0 0 0 0 0,0 0 0 0 0,0 0 0 0 0,-2 6 1 0 0,3-7-814 0 0,-1 22-3876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6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65 3356 0 0,'2'-2'1322'0'0,"2"-3"-973"0"0,9-8 3815 0 0,-12 13-4126 0 0,-1 0-1 0 0,1 0 1 0 0,-1 0 0 0 0,1-1 0 0 0,-1 1 0 0 0,1 0 0 0 0,-1 0 0 0 0,1 0-1 0 0,-1 0 1 0 0,1 0 0 0 0,-1 0 0 0 0,1 0 0 0 0,-1 0 0 0 0,1 0 0 0 0,-1 0-1 0 0,1 1 1 0 0,-1-1 0 0 0,1 0 0 0 0,-1 0 0 0 0,1 0 0 0 0,-1 1 0 0 0,1-1 0 0 0,-1 0-1 0 0,1 0 1 0 0,-1 1 0 0 0,0-1 0 0 0,1 0 0 0 0,-1 1 0 0 0,0-1 0 0 0,1 1-1 0 0,-1-1 1 0 0,3 3 114 0 0,-2 1 12 0 0,16 56 243 0 0,20 57 200 0 0,-36-113-519 0 0,7 12 104 0 0,-6-14-146 0 0,0 2 368 0 0,-2-4-407 0 0,1 0 0 0 0,-1 0 1 0 0,0 0-1 0 0,1 0 0 0 0,-1 0 1 0 0,0 0-1 0 0,0 1 0 0 0,1-1 0 0 0,-1 0 1 0 0,0 0-1 0 0,0 0 0 0 0,1 0 1 0 0,-1 1-1 0 0,0-1 0 0 0,0 0 0 0 0,1 0 1 0 0,-1 1-1 0 0,0-1 0 0 0,0 0 1 0 0,0 0-1 0 0,1 1 0 0 0,-1-1 1 0 0,0 0-1 0 0,0 0 0 0 0,0 1 0 0 0,0-1 1 0 0,0 0-1 0 0,0 1 0 0 0,0-1 1 0 0,0 1-1 0 0,0-1 25 0 0,1 1 1 0 0,-1-1 0 0 0,0 1-1 0 0,0-1 1 0 0,0 0 0 0 0,0 1-1 0 0,0-1 1 0 0,1 1-1 0 0,-1-1 1 0 0,0 0 0 0 0,0 1-1 0 0,1-1 1 0 0,-1 0-1 0 0,0 1 1 0 0,0-1 0 0 0,1 0-1 0 0,-1 1 1 0 0,0-1 0 0 0,1 0-1 0 0,-1 1 1 0 0,1-1-1 0 0,-1 0 1 0 0,0 0 0 0 0,1 0-1 0 0,-1 1 1 0 0,1-1-1 0 0,-1 0 1 0 0,0 0 0 0 0,1 0-1 0 0,-1 0 1 0 0,1 0 0 0 0,-1 0-1 0 0,1 0 1 0 0,-1 0-1 0 0,1 0 1 0 0,0 0 0 0 0,2-1 8 0 0,0 1 0 0 0,0-1 1 0 0,0 0-1 0 0,0 0 0 0 0,-1 0 0 0 0,1-1 1 0 0,0 1-1 0 0,-1-1 0 0 0,1 1 1 0 0,-1-1-1 0 0,1 0 0 0 0,-1 0 1 0 0,0 0-1 0 0,0 0 0 0 0,1 0 1 0 0,-2-1-1 0 0,1 1 0 0 0,0-1 0 0 0,0 1 1 0 0,-1-1-1 0 0,2-3 0 0 0,4-7-66 0 0,-1 0 0 0 0,0 0 0 0 0,-1-1 0 0 0,5-20 0 0 0,-4 13-239 0 0,15-59-2520 0 0,-20 76 2250 0 0,1-3-575 0 0,1-4 589 0 0,1 9-3101 0 0,-1 3 3671 0 0,-1 0 1 0 0,1 1-1 0 0,-1-1 1 0 0,0 1-1 0 0,0-1 1 0 0,1 1-1 0 0,-1 0 1 0 0,0 0-1 0 0,-1 0 1 0 0,1 0-1 0 0,0 0 1 0 0,0 0-1 0 0,-1 0 1 0 0,0 1-1 0 0,1-1 1 0 0,-1 0-1 0 0,2 5 1 0 0,-2-3 71 0 0,0-4-115 0 0,-1 0 0 0 0,1 0-1 0 0,-1 1 1 0 0,1-1 0 0 0,-1 0 0 0 0,0 1-1 0 0,1-1 1 0 0,-1 0 0 0 0,0 1-1 0 0,1-1 1 0 0,-1 1 0 0 0,0-1 0 0 0,0 0-1 0 0,1 1 1 0 0,-1-1 0 0 0,0 1-1 0 0,0-1 1 0 0,0 1 0 0 0,1-1-1 0 0,-1 1 1 0 0,0-1 0 0 0,0 1 0 0 0,0-1-1 0 0,0 1 1 0 0,0 0-1 0 0,0 0 0 0 0,0-1 1 0 0,0 1-1 0 0,0-1 0 0 0,0 1 0 0 0,0-1 0 0 0,0 1 0 0 0,1-1 1 0 0,-1 0-1 0 0,0 1 0 0 0,0-1 0 0 0,1 1 0 0 0,-1-1 0 0 0,0 1 1 0 0,0-1-1 0 0,1 0 0 0 0,-1 1 0 0 0,0-1 0 0 0,1 1 0 0 0,-1-1 1 0 0,1 0-1 0 0,-1 1 0 0 0,0-1 0 0 0,1 0 0 0 0,0 1 1 0 0,-1-1 0 0 0,1 0 0 0 0,-1 0 0 0 0,1 0-1 0 0,-1 1 1 0 0,1-1 0 0 0,-1 0 0 0 0,0 0 0 0 0,1 1-1 0 0,-1-1 1 0 0,0 0 0 0 0,1 1 0 0 0,-1-1 0 0 0,0 1 0 0 0,1-1-1 0 0,-1 0 1 0 0,0 1 0 0 0,0-1 0 0 0,1 1 0 0 0,-1-1-1 0 0,0 1 1 0 0,0-1 0 0 0,0 1 0 0 0,0-1 0 0 0,0 1 0 0 0,0 0-1 0 0,0-1 6 0 0,1 1-1 0 0,-1-1 0 0 0,0 1 0 0 0,0-1 1 0 0,0 1-1 0 0,0-1 0 0 0,0 0 0 0 0,1 1 1 0 0,-1-1-1 0 0,0 1 0 0 0,0-1 0 0 0,0 1 1 0 0,1-1-1 0 0,-1 0 0 0 0,0 1 1 0 0,1-1-1 0 0,-1 0 0 0 0,0 1 0 0 0,1-1 1 0 0,-1 0-1 0 0,1 1 0 0 0,-1-1 0 0 0,1 0 1 0 0,-1 0-1 0 0,0 0 0 0 0,1 1 0 0 0,0-1-2 0 0,-1 0-1 0 0,1 0 0 0 0,-1 0 0 0 0,0 0 0 0 0,1 0 0 0 0,-1 0 0 0 0,1 0 1 0 0,-1 0-1 0 0,0 0 0 0 0,1 1 0 0 0,-1-1 0 0 0,0 0 0 0 0,1 0 1 0 0,-1 0-1 0 0,0 1 0 0 0,1-1 0 0 0,-1 0 0 0 0,0 0 0 0 0,0 1 0 0 0,1-1 1 0 0,-1 0-1 0 0,0 1 0 0 0,0-1 0 0 0,1 0 0 0 0,-1 1 0 0 0,0-1 1 0 0,0 1-1 0 0,1 0 18 0 0,-1 0 1 0 0,1-1-1 0 0,-1 1 0 0 0,1 0 1 0 0,0 0-1 0 0,-1 0 1 0 0,1-1-1 0 0,0 1 1 0 0,-1 0-1 0 0,1-1 0 0 0,0 1 1 0 0,0-1-1 0 0,0 1 1 0 0,0-1-1 0 0,-1 1 1 0 0,1-1-1 0 0,1 1 0 0 0,11 1 346 0 0,0 1 0 0 0,0-2 0 0 0,21 1-1 0 0,-29-2-193 0 0,-1-2-1 0 0,3 0-94 0 0,-1 0 1 0 0,1-1-1 0 0,-1 0 0 0 0,0 0 1 0 0,0 0-1 0 0,-1-1 0 0 0,1 0 1 0 0,-1 0-1 0 0,10-10 0 0 0,-13 11-19 0 0,0 0-10 0 0,5-13-16 0 0,-5 12-21 0 0,-2 0-6 0 0,-4-35 39 0 0,3 36-42 0 0,1 2-6 0 0,-1 0 0 0 0,1 0-1 0 0,-1 0 1 0 0,1 0 0 0 0,-1 1-1 0 0,0-1 1 0 0,1 0 0 0 0,-1 0-1 0 0,0 0 1 0 0,0 1 0 0 0,0-1-1 0 0,1 1 1 0 0,-1-1-1 0 0,0 1 1 0 0,0-1 0 0 0,0 1-1 0 0,0-1 1 0 0,0 1 0 0 0,0 0-1 0 0,-1-1 1 0 0,-3 1 0 0 0,1-1 0 0 0,0 1 0 0 0,-1 1 0 0 0,1-1 0 0 0,0 1 0 0 0,0-1 0 0 0,-1 1 0 0 0,-4 2 0 0 0,-5 8-10 0 0,11-7 3 0 0,-3 1 27 0 0,0 1-1 0 0,0 0 0 0 0,0 0 0 0 0,1 1 0 0 0,0 0 1 0 0,0 0-1 0 0,0 0 0 0 0,1 1 0 0 0,0-1 0 0 0,1 1 0 0 0,0 0 1 0 0,-3 10-1 0 0,3-11 14 0 0,2-3-25 0 0,0 0 1 0 0,-1 0-1 0 0,1 0 1 0 0,1 1-1 0 0,-1-1 0 0 0,1 0 1 0 0,-1 0-1 0 0,1 1 1 0 0,1-1-1 0 0,-1 0 0 0 0,0 0 1 0 0,1 0-1 0 0,0 1 1 0 0,0-1-1 0 0,0 0 0 0 0,1 0 1 0 0,-1 0-1 0 0,1 0 0 0 0,0-1 1 0 0,0 1-1 0 0,0 0 1 0 0,1-1-1 0 0,-1 0 0 0 0,1 1 1 0 0,0-1-1 0 0,0 0 1 0 0,0 0-1 0 0,0 0 0 0 0,1-1 1 0 0,4 4-1 0 0,-4-3-27 0 0,1-1-1 0 0,-1 1 0 0 0,1-1 1 0 0,0 0-1 0 0,-1 0 1 0 0,1-1-1 0 0,0 1 1 0 0,0-1-1 0 0,10 1 0 0 0,-10-1-2 0 0,3 0-137 0 0,0 0 0 0 0,-1-1 0 0 0,1 0 0 0 0,0 0 1 0 0,0-1-1 0 0,12-1 0 0 0,-13 0 42 0 0,1 2-530 0 0,1-2 0 0 0,0 1-1 0 0,0-1 1 0 0,0-1-1 0 0,-1 0 1 0 0,1 0 0 0 0,-1 0-1 0 0,0-1 1 0 0,11-7-1 0 0,-3 0-3442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7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22 110 3748 0 0,'-5'0'1284'0'0,"2"1"-1980"0"0,-9-1 4392 0 0,12-1-3596 0 0,0 1-1 0 0,0 0 1 0 0,0 0-1 0 0,-1-1 1 0 0,1 1-1 0 0,0 0 1 0 0,0-1-1 0 0,0 1 1 0 0,0 0-1 0 0,0-1 1 0 0,0 1-1 0 0,0 0 1 0 0,0 0-1 0 0,0-1 1 0 0,0 1-1 0 0,0 0 1 0 0,0-1-1 0 0,0 1 1 0 0,0 0-1 0 0,0-1 1 0 0,0 1-1 0 0,1 0 1 0 0,-1-1-1 0 0,0 1 1 0 0,0 0-1 0 0,0 0 1 0 0,0-1-1 0 0,1 1 1 0 0,-1 0-1 0 0,0 0 1 0 0,0-1-1 0 0,0 1 1 0 0,1 0-1 0 0,-1 0 1 0 0,0 0-1 0 0,0 0 1 0 0,1-1-1 0 0,7-2 126 0 0,253-31 1207 0 0,33-5-3660 0 0,-289 38 1514 0 0,-1-1-65 0 0,5-2 862 0 0,-7 3-834 0 0,0 0 1 0 0,1 0-1 0 0,-1-1 0 0 0,0 1 0 0 0,0-1 1 0 0,0 1-1 0 0,0-1 0 0 0,3-3 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8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12 2708 0 0,'0'0'1602'0'0,"-2"-2"-1008"0"0,2 1-530 0 0,0 1 1 0 0,0-1-1 0 0,0 1 1 0 0,0-1-1 0 0,0 1 1 0 0,-1 0-1 0 0,1-1 1 0 0,0 1-1 0 0,0-1 1 0 0,-1 1 0 0 0,1 0-1 0 0,0-1 1 0 0,-1 1-1 0 0,1 0 1 0 0,0-1-1 0 0,-1 1 1 0 0,1 0-1 0 0,0-1 1 0 0,-1 1-1 0 0,1 0 1 0 0,-1 0-1 0 0,1 0 1 0 0,-1-1-1 0 0,1 1 1 0 0,0 0-1 0 0,-1 0 1 0 0,1 0-1 0 0,-1 0 1 0 0,1 0-1 0 0,-1 0 1 0 0,1 0 0 0 0,-1 0-1 0 0,1 0 1 0 0,-1 0-1 0 0,1 0 1 0 0,-1 0-1 0 0,1 0 1 0 0,0 0-1 0 0,-1 0 1 0 0,1 0-1 0 0,-1 1 1 0 0,1-1-1 0 0,-1 0 1 0 0,1 0-1 0 0,0 1 1 0 0,-1-1-1 0 0,1 0 1 0 0,0 0-1 0 0,-1 1 1 0 0,1-1-1 0 0,0 0 1 0 0,-1 1-1 0 0,1-1 1 0 0,0 1 0 0 0,-1-1-1 0 0,1 0 1 0 0,0 1-1 0 0,-3 2 288 0 0,11 16-175 0 0,-7-15-77 0 0,1-1-48 0 0,0 0 1 0 0,0 0-1 0 0,0-1 1 0 0,1 1-1 0 0,-1 0 1 0 0,1-1-1 0 0,0 0 1 0 0,-1 1-1 0 0,1-1 1 0 0,5 2-1 0 0,-5-1 98 0 0,2-2-6 0 0,15 6 15 0 0,-15-6-9 0 0,0 0-29 0 0,46 6 446 0 0,-45-7-269 0 0,-1 0-177 0 0,43 3 634 0 0,-43-3-439 0 0,-7 3-168 0 0,-25 27 280 0 0,-24 38 0 0 0,43-56-449 0 0,0 0-1 0 0,1 0 1 0 0,1 1-1 0 0,0 0 1 0 0,1 0 0 0 0,0 0-1 0 0,1 1 1 0 0,1 0-1 0 0,0 0 1 0 0,1 0-1 0 0,-1 25 1 0 0,3-37-50 0 0,0 0 1 0 0,0 0-1 0 0,0 0 0 0 0,0 0 1 0 0,1 0-1 0 0,-1 0 0 0 0,1 0 1 0 0,-1 0-1 0 0,1 0 0 0 0,0-1 1 0 0,1 4-1 0 0,1 0-137 0 0,-3-3 125 0 0,1-1 0 0 0,-1 1-1 0 0,1-1 1 0 0,-1 1-1 0 0,1-1 1 0 0,0 0-1 0 0,0 1 1 0 0,0-1 0 0 0,0 0-1 0 0,0 0 1 0 0,0 0-1 0 0,0 0 1 0 0,0 0-1 0 0,0 0 1 0 0,0 0 0 0 0,1 0-1 0 0,-1 0 1 0 0,3 1-1 0 0,-1 0-266 0 0,-2-1 58 0 0,1 1 1 0 0,-1-1 0 0 0,1 1-1 0 0,0-1 1 0 0,-1 0-1 0 0,1 0 1 0 0,0 0-1 0 0,0 0 1 0 0,-1 0-1 0 0,1 0 1 0 0,0 0-1 0 0,3 0 1 0 0,2 1-859 0 0,16 5-4260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9.0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16 3548 0 0,'0'0'5230'0'0,"-1"-4"-4004"0"0,-1-8-408 0 0,2 14 741 0 0,6 24 1640 0 0,0-3-3256 0 0,16 63 704 0 0,-9-40-852 0 0,13 82 1 0 0,-26-123-332 0 0,1 0-137 0 0,2 14-106 0 0,-3-15-79 0 0,2 0-1316 0 0,2 10 1196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49.5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88 4144 0 0,'0'0'1489'0'0,"0"-5"-230"0"0,-2-13-215 0 0,1 14 617 0 0,1 0-1031 0 0,-1-13-133 0 0,1 13 545 0 0,1 0-814 0 0,5-11-53 0 0,-4 11-30 0 0,20-2 190 0 0,-19 5-320 0 0,0 0 0 0 0,0 0 0 0 0,0 0 0 0 0,0 0 0 0 0,0 1 0 0 0,1-1 0 0 0,-1 1 0 0 0,5 0 0 0 0,2 0-4 0 0,1 0 0 0 0,-1 1-1 0 0,0 0 1 0 0,-1 1 0 0 0,1 0 0 0 0,0 0 0 0 0,0 1 0 0 0,-1 0-1 0 0,0 1 1 0 0,14 7 0 0 0,-22-11-10 0 0,-1 1 0 0 0,1 0 0 0 0,0-1 0 0 0,0 1 0 0 0,0 0 0 0 0,-1 0 0 0 0,1-1 0 0 0,0 1 0 0 0,-1 0 0 0 0,1 0 0 0 0,0 0 1 0 0,-1 0-1 0 0,1 0 0 0 0,-1 0 0 0 0,0 0 0 0 0,1 0 0 0 0,-1 1 0 0 0,1 1 6 0 0,1 0 39 0 0,-3 2-48 0 0,0 0 7 0 0,-1 0 1 0 0,0 0-1 0 0,0 0 0 0 0,0 0 0 0 0,-1 0 1 0 0,1-1-1 0 0,-1 1 0 0 0,-1-1 1 0 0,1 0-1 0 0,-1 0 0 0 0,-4 5 0 0 0,-5 3 46 0 0,0 0-1 0 0,-20 12 0 0 0,30-22-32 0 0,0 0-2 0 0,3-2-15 0 0,-1 0 1 0 0,1 0-1 0 0,-1 1 1 0 0,0-1-1 0 0,1 0 1 0 0,-1 0-1 0 0,1 0 1 0 0,-1 1-1 0 0,1-1 1 0 0,0 0 0 0 0,-1 1-1 0 0,1-1 1 0 0,-1 1-1 0 0,1-1 1 0 0,0 0-1 0 0,-1 1 1 0 0,1-1-1 0 0,0 1 1 0 0,-1-1-1 0 0,1 1 1 0 0,0-1 0 0 0,0 1-1 0 0,-1-1 1 0 0,1 1-1 0 0,0-1 1 0 0,0 1-1 0 0,0-1 1 0 0,0 1-1 0 0,0-1 1 0 0,0 1 0 0 0,0 0-1 0 0,0-1 1 0 0,0 1-1 0 0,0-1 1 0 0,0 1-1 0 0,0-1 1 0 0,0 1-1 0 0,0-1 1 0 0,0 1-1 0 0,1-1 1 0 0,-1 1 0 0 0,0-1-1 0 0,0 1 1 0 0,1-1-1 0 0,-1 1 1 0 0,0-1-1 0 0,1 1 1 0 0,-1-1-1 0 0,0 1 1 0 0,1-1-1 0 0,-1 0 1 0 0,1 1 0 0 0,-1-1-1 0 0,0 0 1 0 0,1 1-1 0 0,2 2 8 0 0,15-3 39 0 0,-1 1 0 0 0,1 1 0 0 0,-1 1 0 0 0,1 0 0 0 0,28 11 1 0 0,-41-13 55 0 0,0 1 1 0 0,-1 0-1 0 0,1 1 1 0 0,-1-1 0 0 0,1 1-1 0 0,-1-1 1 0 0,0 1 0 0 0,0 1-1 0 0,0-1 1 0 0,-1 1 0 0 0,1-1-1 0 0,-1 1 1 0 0,0 0-1 0 0,5 8 1 0 0,-6-10 78 0 0,-2 3-85 0 0,0-2-89 0 0,0 1 1 0 0,-1-1 0 0 0,1 1 0 0 0,0-1-1 0 0,-1 0 1 0 0,0 1 0 0 0,0-1 0 0 0,0 0-1 0 0,0 1 1 0 0,-1-1 0 0 0,1 0 0 0 0,-1 0-1 0 0,1 0 1 0 0,-1 0 0 0 0,0 0-1 0 0,-1-1 1 0 0,1 1 0 0 0,0-1 0 0 0,-4 4-1 0 0,-14 6-563 0 0,0 0 0 0 0,-1-1 0 0 0,0-1-1 0 0,-28 9 1 0 0,31-14-1399 0 0,-1 0 0 0 0,0-1 0 0 0,-26 2 0 0 0,19-4-3073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0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960 29 3472 0 0,'-1'-3'1247'0'0,"1"3"-1212"0"0,-9-17 1900 0 0,9 16-1896 0 0,-1 1 0 0 0,1-1 1 0 0,-1 0-1 0 0,1 1 0 0 0,-1-1 1 0 0,1 1-1 0 0,-1-1 0 0 0,0 1 1 0 0,1-1-1 0 0,-1 1 0 0 0,1 0 1 0 0,-1-1-1 0 0,0 1 1 0 0,1 0-1 0 0,-1-1 0 0 0,0 1 1 0 0,0 0-1 0 0,1 0 0 0 0,-1-1 1 0 0,0 1-1 0 0,0 0 0 0 0,1 0 1 0 0,-1 0-1 0 0,0 0 1 0 0,0 0-1 0 0,1 0 0 0 0,-1 0 1 0 0,0 1-1 0 0,0-1 0 0 0,1 0 1 0 0,-2 1-1 0 0,-8 4 80 0 0,1 1 1 0 0,0 0-1 0 0,0 1 1 0 0,0 0-1 0 0,1 1 0 0 0,0-1 1 0 0,1 1-1 0 0,-10 14 1 0 0,-54 84 401 0 0,51-74-363 0 0,-112 190 686 0 0,-27 42-103 0 0,114-197-478 0 0,-97 110-1 0 0,34-66 55 0 0,89-94-122 0 0,0-1 1 0 0,-1-1 0 0 0,-42 25-1 0 0,58-38-173 0 0,4-2-28 0 0,0 0 0 0 0,-1 0 0 0 0,1-1 0 0 0,-1 1 0 0 0,1 0 1 0 0,0 0-1 0 0,-1-1 0 0 0,1 1 0 0 0,-1 0 0 0 0,1 0 1 0 0,-1 0-1 0 0,1 0 0 0 0,-1 0 0 0 0,1 0 0 0 0,-1 0 1 0 0,1 0-1 0 0,-1 0 0 0 0,1 0 0 0 0,0 0 0 0 0,-1 0 1 0 0,1 0-1 0 0,-1 0 0 0 0,1 0 0 0 0,-1 0 0 0 0,0 1 0 0 0,1-1 7 0 0,-1 0 0 0 0,1 0 0 0 0,-1 0 0 0 0,1 1 0 0 0,-1-1 0 0 0,1 0 0 0 0,-1 0 0 0 0,0 0-1 0 0,1 0 1 0 0,-1 0 0 0 0,1 0 0 0 0,-1 0 0 0 0,1 0 0 0 0,-1 0 0 0 0,1-1 0 0 0,-1 1-1 0 0,1 0 1 0 0,-1 0 0 0 0,1 0 0 0 0,-1 0 0 0 0,1-1 0 0 0,-1 1 0 0 0,1 0 0 0 0,-1-1-1 0 0,1 1 1 0 0,0 0 0 0 0,-1-1 0 0 0,1 1 0 0 0,-1 0 0 0 0,1-1 0 0 0,0 1 0 0 0,-1-1 0 0 0,-1-4 5 0 0,0 1 0 0 0,0 0 0 0 0,1-1 0 0 0,-1 1 0 0 0,1-1 0 0 0,0 1 0 0 0,0-1 0 0 0,1 1 0 0 0,-1-1 0 0 0,1 0 0 0 0,0 1 0 0 0,0-1 0 0 0,1 0 0 0 0,1-8 1 0 0,1-4-31 0 0,1 0 0 0 0,1 1 0 0 0,7-19 1 0 0,-4 19 2 0 0,-1-1 0 0 0,2 1 0 0 0,0 1 1 0 0,1-1-1 0 0,1 2 0 0 0,0-1 1 0 0,20-19-1 0 0,-27 31 21 0 0,0 0-1 0 0,0 1 1 0 0,1-1-1 0 0,-1 1 1 0 0,0 0 0 0 0,1 0-1 0 0,0 1 1 0 0,-1-1-1 0 0,1 1 1 0 0,9-1-1 0 0,-9 2 0 0 0,-1-1 0 0 0,1 1 0 0 0,-1 1-1 0 0,1-1 1 0 0,-1 1 0 0 0,1 0 0 0 0,-1 0-1 0 0,1 0 1 0 0,-1 0 0 0 0,0 1-1 0 0,0-1 1 0 0,0 1 0 0 0,0 1 0 0 0,0-1-1 0 0,0 0 1 0 0,6 6 0 0 0,2 2 8 0 0,-1 0 1 0 0,0 1-1 0 0,11 14 0 0 0,46 68-51 0 0,-53-69-113 0 0,1-2 0 0 0,0 0-1 0 0,2 0 1 0 0,1-2 0 0 0,23 20-1 0 0,-38-37-44 0 0,0 0-1 0 0,1 0 0 0 0,-1-1 0 0 0,1 1 1 0 0,0-1-1 0 0,0 0 0 0 0,0-1 1 0 0,0 1-1 0 0,0-1 0 0 0,0 0 0 0 0,0 0 1 0 0,0 0-1 0 0,0-1 0 0 0,1 0 0 0 0,-1 0 1 0 0,0 0-1 0 0,0-1 0 0 0,0 0 1 0 0,1 0-1 0 0,-1 0 0 0 0,6-3 0 0 0,1 0-372 0 0,0-2 0 0 0,0 0 0 0 0,0 0 0 0 0,-1-1-1 0 0,1 0 1 0 0,-2-1 0 0 0,12-11 0 0 0,1-1-1980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0.4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48 2908 0 0,'1'-4'1058'0'0,"3"-13"-7"0"0,-4 12 1067 0 0,0 2-1809 0 0,-5-15 113 0 0,2 19-213 0 0,-2 4-152 0 0,1 0-1 0 0,-1 1 1 0 0,1-1-1 0 0,0 1 0 0 0,1 0 1 0 0,-1 0-1 0 0,1 0 1 0 0,0 0-1 0 0,0 1 0 0 0,1-1 1 0 0,-2 10-1 0 0,-4 11 229 0 0,-8 46 0 0 0,15-69-222 0 0,1 1-12 0 0,5 40 157 0 0,-4-40-78 0 0,1-3-74 0 0,5 8 8 0 0,-6-7 67 0 0,3-3-47 0 0,-2 1-58 0 0,0-1-1 0 0,1 1 1 0 0,-1-1-1 0 0,0 0 1 0 0,0 0 0 0 0,1 0-1 0 0,-1 0 1 0 0,0 0 0 0 0,1 0-1 0 0,-1-1 1 0 0,0 1-1 0 0,0-1 1 0 0,1 0 0 0 0,-1 1-1 0 0,0-1 1 0 0,3-2 0 0 0,-1 0 54 0 0,1 0 0 0 0,-1 0 0 0 0,0-1 1 0 0,0 1-1 0 0,-1-1 0 0 0,7-8 0 0 0,-1-1 84 0 0,-1 1 0 0 0,0-1 0 0 0,-1-1 0 0 0,0 1 0 0 0,-1-1-1 0 0,-1-1 1 0 0,7-23 0 0 0,-12 33-112 0 0,1 0-17 0 0,1-15-5 0 0,-2 15 5 0 0,-4-16 67 0 0,1 19-88 0 0,0 1-53 0 0,1 0-1 0 0,0 1 1 0 0,-1-1-1 0 0,1 1 0 0 0,-1 0 1 0 0,1-1-1 0 0,-1 1 1 0 0,1 0-1 0 0,0 0 1 0 0,-1 1-1 0 0,1-1 1 0 0,-1 0-1 0 0,1 1 0 0 0,0 0 1 0 0,-1-1-1 0 0,1 1 1 0 0,0 0-1 0 0,-1 0 1 0 0,1 0-1 0 0,0 1 1 0 0,0-1-1 0 0,0 0 0 0 0,0 1 1 0 0,-2 2-1 0 0,-18 21-2174 0 0,20-22 1165 0 0,2 1-1423 0 0,1 11 275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4.1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76 2392 0 0,'0'0'1517'0'0,"0"-4"-234"0"0,0-14-199 0 0,0 14 1552 0 0,1-1-1846 0 0,2-35 2341 0 0,-2 36-1967 0 0,2 8-1203 0 0,0 1 59 0 0,1 2 1 0 0,-1-1-1 0 0,0 0 1 0 0,-1 1 0 0 0,1-1-1 0 0,-1 1 1 0 0,-1 0-1 0 0,1-1 1 0 0,0 10-1 0 0,4 69 103 0 0,-5-65-126 0 0,0 7 19 0 0,-1-22 17 0 0,0 0-26 0 0,0-4-8 0 0,4 31-20 0 0,-4-32 20 0 0,0 1 0 0 0,0-1 0 0 0,0 0 1 0 0,0 1-1 0 0,0-1 0 0 0,0 0 1 0 0,1 1-1 0 0,-1-1 0 0 0,0 0 1 0 0,0 1-1 0 0,0-1 0 0 0,0 0 0 0 0,1 1 1 0 0,-1-1-1 0 0,0 0 0 0 0,0 0 1 0 0,0 1-1 0 0,1-1 0 0 0,-1 0 1 0 0,0 0-1 0 0,1 1 0 0 0,-1-1 0 0 0,0 0 1 0 0,0 0-1 0 0,1 0 0 0 0,-1 0 1 0 0,0 1-1 0 0,1-1 0 0 0,0 0 1 0 0,0-1-2 0 0,-1 1 0 0 0,1-1 1 0 0,0 0-1 0 0,0 1 1 0 0,0-1-1 0 0,0 0 0 0 0,-1 0 1 0 0,1 0-1 0 0,0 0 1 0 0,-1 1-1 0 0,1-1 0 0 0,-1 0 1 0 0,1 0-1 0 0,-1 0 1 0 0,1-3-1 0 0,17-40-12 0 0,13-52-1 0 0,-11 31-136 0 0,-19 61 260 0 0,3 6-93 0 0,12 7 2 0 0,-10-3 3 0 0,20 88 59 0 0,-21-82-274 0 0,0 0 0 0 0,1 0 0 0 0,9 13 1 0 0,-12-21-7 0 0,0 0 1 0 0,0-1 0 0 0,1 0 0 0 0,-1 0 0 0 0,1 0 0 0 0,-1 0 0 0 0,1 0 0 0 0,0-1 0 0 0,0 0 0 0 0,0 0 0 0 0,1 0-1 0 0,7 3 1 0 0,-9-4-310 0 0,3-1-11 0 0,2-1 370 0 0,-1 1 1 0 0,1-1-1 0 0,-1 0 1 0 0,1-1-1 0 0,-1 0 0 0 0,0 0 1 0 0,0 0-1 0 0,0-1 1 0 0,0 0-1 0 0,0-1 0 0 0,-1 1 1 0 0,1-1-1 0 0,5-5 1 0 0,-3 1 212 0 0,-1-1 0 0 0,0 0 1 0 0,-1 0-1 0 0,0 0 1 0 0,0-1-1 0 0,-1 0 0 0 0,0 0 1 0 0,-1-1-1 0 0,0 0 1 0 0,-1 0-1 0 0,0 0 0 0 0,-1 0 1 0 0,3-17-1 0 0,-5 24 313 0 0,-1-1-33 0 0,0-35 810 0 0,0 36-813 0 0,-3 5-240 0 0,-2 3-63 0 0,0 0-1 0 0,0 1 1 0 0,1-1 0 0 0,0 1 0 0 0,0 0 0 0 0,0 0 0 0 0,0 0 0 0 0,1 0 0 0 0,0 1 0 0 0,0-1 0 0 0,0 1 0 0 0,1 0-1 0 0,-3 11 1 0 0,-4 9 113 0 0,1 0 0 0 0,-4 27 0 0 0,12-49-120 0 0,0 1-12 0 0,2 16-5 0 0,-2-20-36 0 0,1 1 0 0 0,-1-1 0 0 0,0 0 0 0 0,0 0 0 0 0,1 1 0 0 0,-1-1 0 0 0,1 0 0 0 0,-1 0 0 0 0,1 0 1 0 0,-1 0-1 0 0,1 1 0 0 0,0-1 0 0 0,-1 0 0 0 0,1 0 0 0 0,0 0 0 0 0,0-1 0 0 0,0 1 0 0 0,0 0 1 0 0,0 0-1 0 0,0 0 0 0 0,0-1 0 0 0,0 1 0 0 0,2 1 0 0 0,0-2 26 0 0,1 0 0 0 0,-1 0 0 0 0,0 0-1 0 0,1 0 1 0 0,-1 0 0 0 0,1 0 0 0 0,-1-1 0 0 0,0 0 0 0 0,0 0-1 0 0,1 0 1 0 0,-1 0 0 0 0,0 0 0 0 0,0 0 0 0 0,0-1 0 0 0,0 0-1 0 0,0 1 1 0 0,0-1 0 0 0,-1 0 0 0 0,1-1 0 0 0,-1 1 0 0 0,4-4-1 0 0,0-1 134 0 0,0 0 0 0 0,0-1-1 0 0,-1 1 1 0 0,0-1 0 0 0,0 0-1 0 0,6-16 1 0 0,-9 20 39 0 0,-1 1-12 0 0,0 2-200 0 0,7-12 411 0 0,-3 15 35 0 0,-1 17-234 0 0,62 537 211 0 0,-53-453-458 0 0,3 56-66 0 0,-15-154 151 0 0,-2-1-3 0 0,-3 12-40 0 0,3-12-36 0 0,-3-4-54 0 0,0 0 91 0 0,0 0 0 0 0,0 0 0 0 0,0-1 0 0 0,0 0 0 0 0,0 0 0 0 0,0 0-1 0 0,0 0 1 0 0,0-1 0 0 0,0 1 0 0 0,1-1 0 0 0,-1 0 0 0 0,1 0-1 0 0,-1-1 1 0 0,1 1 0 0 0,0 0 0 0 0,-5-6 0 0 0,-5-4-13 0 0,1 0-1 0 0,0-1 1 0 0,1 0-1 0 0,0-1 1 0 0,1 0 0 0 0,0-1-1 0 0,1 0 1 0 0,1-1 0 0 0,-12-31-1 0 0,17 35-91 0 0,0 1 1 0 0,0 0-1 0 0,1-1 0 0 0,0 0 0 0 0,1 1 0 0 0,1-1 0 0 0,0 0 1 0 0,0 0-1 0 0,1 1 0 0 0,1-1 0 0 0,0 0 0 0 0,1 1 0 0 0,0 0 1 0 0,0-1-1 0 0,9-18 0 0 0,0 10-834 0 0,0-1 1 0 0,2 2-1 0 0,0 0 0 0 0,1 0 0 0 0,0 1 1 0 0,22-18-1 0 0,-6 7-2935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5.7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250 885 3960 0 0,'3'-13'614'0'0,"-1"7"-299"0"0,0 1 1 0 0,-1-1-1 0 0,0 0 1 0 0,0 1-1 0 0,0-1 1 0 0,-1 0-1 0 0,0 0 1 0 0,0 0-1 0 0,0 0 1 0 0,-1 0-1 0 0,0 1 1 0 0,0-1-1 0 0,0 0 1 0 0,-1 1-1 0 0,-2-7 1 0 0,-18-16 306 0 0,20 25-483 0 0,-4 2-45 0 0,1 1-70 0 0,-1 0 1 0 0,0 0-1 0 0,0 1 1 0 0,0-1-1 0 0,0 1 0 0 0,1 0 1 0 0,-1 1-1 0 0,1-1 1 0 0,-1 1-1 0 0,1 0 0 0 0,-1 1 1 0 0,-7 4-1 0 0,4-1-2 0 0,1 1 0 0 0,-1 0-1 0 0,1 0 1 0 0,0 1 0 0 0,1 0-1 0 0,0 0 1 0 0,0 1 0 0 0,1 0 0 0 0,-7 12-1 0 0,3 0 16 0 0,0-1 0 0 0,1 1 0 0 0,-7 29-1 0 0,6-17 12 0 0,8-20-52 0 0,2 3 0 0 0,1-10 3 0 0,-1-1-1 0 0,1 0 1 0 0,0 1-1 0 0,0-1 0 0 0,0 0 1 0 0,1 0-1 0 0,0 0 1 0 0,0 0-1 0 0,5 9 0 0 0,-4-11-25 0 0,1-2 15 0 0,1 0-5 0 0,0-1 0 0 0,0 0-1 0 0,-1 1 1 0 0,1-1 0 0 0,0-1 0 0 0,0 1-1 0 0,0-1 1 0 0,-1 0 0 0 0,1 0 0 0 0,-1 0-1 0 0,1-1 1 0 0,-1 0 0 0 0,1 1 0 0 0,5-5-1 0 0,7-3-75 0 0,0-1 0 0 0,-1-1 1 0 0,0-1-1 0 0,-1-1 0 0 0,0 0 0 0 0,-1 0 0 0 0,-1-2 0 0 0,0 0 0 0 0,-1 0 0 0 0,16-26 0 0 0,-15 17-27 0 0,-1-1 0 0 0,0-1 0 0 0,-2 0 0 0 0,-1 0 0 0 0,-1-1 0 0 0,7-46 0 0 0,-8 21 63 0 0,-3-1-1 0 0,-3-93 1 0 0,-27-94 1037 0 0,-9 62-337 0 0,34 174-569 0 0,1 3-70 0 0,0 1 0 0 0,0 0 0 0 0,0 0 1 0 0,0-1-1 0 0,0 1 0 0 0,0 0 0 0 0,0-1 0 0 0,0 1 0 0 0,0 0 0 0 0,0-1 1 0 0,0 1-1 0 0,0 0 0 0 0,0-1 0 0 0,-1 1 0 0 0,1 0 0 0 0,0-1 0 0 0,0 1 1 0 0,0 0-1 0 0,0-1 0 0 0,-1 1 0 0 0,1 0 0 0 0,0 0 0 0 0,0-1 0 0 0,0 1 1 0 0,-1 0-1 0 0,1 0 0 0 0,0 0 0 0 0,0-1 0 0 0,-1 1 0 0 0,1 0 0 0 0,0 0 0 0 0,-1 0 1 0 0,0-1-1 0 0,-9 7 101 0 0,-5 13-22 0 0,10-8-44 0 0,1 1 0 0 0,-1-1 0 0 0,2 1-1 0 0,-1-1 1 0 0,2 1 0 0 0,-3 20-1 0 0,2 73 47 0 0,3-90-69 0 0,1 61 77 0 0,4-1 0 0 0,18 91 0 0 0,-12-111-115 0 0,2-1 0 0 0,3-1 0 0 0,38 89 0 0 0,-50-134-114 0 0,0 0 1 0 0,0 0-1 0 0,1 0 1 0 0,0 0-1 0 0,0-1 0 0 0,1 0 1 0 0,0 0-1 0 0,0 0 0 0 0,1-1 1 0 0,0 0-1 0 0,9 7 1 0 0,-13-11-77 0 0,2-2-20 0 0,-3 0 167 0 0,1 0 0 0 0,-1 0 0 0 0,1 0-1 0 0,-1 0 1 0 0,1 0 0 0 0,-1-1 0 0 0,1 1 0 0 0,-1-1-1 0 0,0 0 1 0 0,1 0 0 0 0,-1 0 0 0 0,0 0-1 0 0,1 0 1 0 0,-1 0 0 0 0,0 0 0 0 0,0-1 0 0 0,0 1-1 0 0,0-1 1 0 0,0 0 0 0 0,0 1 0 0 0,-1-1 0 0 0,1 0-1 0 0,-1 0 1 0 0,1 0 0 0 0,1-4 0 0 0,7-21 64 0 0,-1 0 1 0 0,-1 0 0 0 0,-2-1 0 0 0,5-47-1 0 0,-11 71 247 0 0,1 0-148 0 0,0-13-1 0 0,-1 12 422 0 0,-2 9-463 0 0,-2 7-39 0 0,1-1 0 0 0,0 1 0 0 0,0 0 0 0 0,1 0 0 0 0,0 0-1 0 0,1 0 1 0 0,1 0 0 0 0,0 0 0 0 0,0 0 0 0 0,1 0 0 0 0,0 0 0 0 0,1 0 0 0 0,0 0 0 0 0,1 0 0 0 0,0-1 0 0 0,9 20 0 0 0,-10-27-58 0 0,-1 0 0 0 0,1 0 1 0 0,0-1-1 0 0,0 1 0 0 0,0-1 1 0 0,0 1-1 0 0,0-1 0 0 0,1 0 1 0 0,-1 1-1 0 0,4 1 0 0 0,-5-3 26 0 0,1 0-122 0 0,2 1 7 0 0,0-2 136 0 0,-1 1 1 0 0,0 0 0 0 0,1-1 0 0 0,-1 1-1 0 0,1-1 1 0 0,-1 0 0 0 0,0-1 0 0 0,1 1-1 0 0,-1 0 1 0 0,1-1 0 0 0,-1 0 0 0 0,0 0-1 0 0,1 0 1 0 0,-1 0 0 0 0,0 0 0 0 0,0-1-1 0 0,0 1 1 0 0,5-4 0 0 0,0-2 134 0 0,-1 1 1 0 0,0-1-1 0 0,0 0 1 0 0,-1 0-1 0 0,0-1 1 0 0,0 0 0 0 0,-1 0-1 0 0,0 0 1 0 0,0-1-1 0 0,-1 1 1 0 0,0-1-1 0 0,0 0 1 0 0,-1-1-1 0 0,-1 1 1 0 0,1 0 0 0 0,-2-1-1 0 0,1 1 1 0 0,-1-1-1 0 0,-1-18 1 0 0,0 24-102 0 0,-1-1 1 0 0,0 1 0 0 0,0-1-1 0 0,-1 1 1 0 0,0-1 0 0 0,1 1-1 0 0,-1 0 1 0 0,-1-1 0 0 0,-4-6-1 0 0,5 9-8 0 0,-18-3-12 0 0,17 6-21 0 0,0-1 0 0 0,-1 1 1 0 0,1 0-1 0 0,0 0 1 0 0,0 0-1 0 0,-1 1 0 0 0,1-1 1 0 0,0 1-1 0 0,0-1 1 0 0,1 1-1 0 0,-1 0 0 0 0,0 0 1 0 0,-3 3-1 0 0,1 0-176 0 0,-1 0 0 0 0,0 0 0 0 0,1 0-1 0 0,0 0 1 0 0,0 1 0 0 0,1 0 0 0 0,-1 0 0 0 0,1 0 0 0 0,0 1 0 0 0,1-1-1 0 0,0 1 1 0 0,0 0 0 0 0,0 0 0 0 0,1 0 0 0 0,0 0 0 0 0,-2 13-1 0 0,3-16-702 0 0,6 20-3381 0 0,-4-20 801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6.4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92 22 2524 0 0,'2'-3'1476'0'0,"-2"3"-1295"0"0,1-1 0 0 0,-1 1-1 0 0,1-1 1 0 0,-1 1 0 0 0,0-1-1 0 0,0 0 1 0 0,1 1 0 0 0,-1-1-1 0 0,0 1 1 0 0,0-1 0 0 0,0 1-1 0 0,0-1 1 0 0,1 0 0 0 0,-1 1-1 0 0,0-1 1 0 0,0 1 0 0 0,0-1-1 0 0,0 0 1 0 0,0 1 0 0 0,-1-1-1 0 0,1 1 1 0 0,0-1 0 0 0,0 0-1 0 0,-1 0 1 0 0,-13-2 1337 0 0,13 3-1489 0 0,-1 1-1 0 0,1-1 1 0 0,-1 1-1 0 0,1 0 1 0 0,0-1 0 0 0,0 1-1 0 0,-1 0 1 0 0,1 0-1 0 0,0 0 1 0 0,0 0 0 0 0,0 0-1 0 0,0 0 1 0 0,0 0-1 0 0,0 0 1 0 0,0 0 0 0 0,0 0-1 0 0,1 1 1 0 0,-2 0 0 0 0,-7 15 170 0 0,2-3-131 0 0,0-1 1 0 0,1 1-1 0 0,1 0 1 0 0,0 1-1 0 0,-5 26 1 0 0,8-32-98 0 0,-1 3 70 0 0,1 0-1 0 0,0 0 1 0 0,0 19-1 0 0,2-28-102 0 0,0 0 0 0 0,0 0 1 0 0,1 0-1 0 0,-1 0 0 0 0,1 1 0 0 0,0-1 0 0 0,0 0 1 0 0,0-1-1 0 0,0 1 0 0 0,0 0 0 0 0,1 0 1 0 0,-1 0-1 0 0,1-1 0 0 0,0 1 0 0 0,0-1 0 0 0,0 1 1 0 0,0-1-1 0 0,0 0 0 0 0,3 3 0 0 0,-2-4-89 0 0,0 1 1 0 0,0-1-1 0 0,0 0 0 0 0,1-1 0 0 0,-1 1 0 0 0,0 0 1 0 0,0-1-1 0 0,0 0 0 0 0,1 1 0 0 0,-1-1 0 0 0,0-1 1 0 0,0 1-1 0 0,0 0 0 0 0,4-2 0 0 0,-5 2 202 0 0,6-1-245 0 0,-1 0 1 0 0,-1-1 0 0 0,1 1-1 0 0,0-2 1 0 0,0 1 0 0 0,-1-1-1 0 0,1 0 1 0 0,-1 0 0 0 0,0 0 0 0 0,9-8-1 0 0,-5 3-57 0 0,0 0 0 0 0,0-1 0 0 0,-1 0 0 0 0,10-13-1 0 0,-12 10 356 0 0,0 0 0 0 0,-1 0 0 0 0,0-1 0 0 0,-1 0 0 0 0,-1 0 0 0 0,0 0-1 0 0,-1 0 1 0 0,3-17 0 0 0,-6 26 368 0 0,1 0 69 0 0,0-14-162 0 0,-1 14 301 0 0,-3-3-338 0 0,3 7-305 0 0,0-1-1 0 0,0 1 1 0 0,0-1-1 0 0,0 1 0 0 0,0-1 1 0 0,0 1-1 0 0,0 0 1 0 0,0-1-1 0 0,0 1 1 0 0,0-1-1 0 0,-1 1 0 0 0,1-1 1 0 0,0 1-1 0 0,0-1 1 0 0,0 1-1 0 0,-1-1 1 0 0,1 1-1 0 0,0 0 0 0 0,-1-1 1 0 0,1 1-1 0 0,0 0 1 0 0,-1-1-1 0 0,1 1 1 0 0,-1 0-1 0 0,1-1 0 0 0,0 1 1 0 0,-1 0-1 0 0,1 0 1 0 0,-2-1-1 0 0,0 3 2 0 0,-1 0 0 0 0,1 0-1 0 0,0 0 1 0 0,-1 0 0 0 0,1 0-1 0 0,0 1 1 0 0,0-1 0 0 0,1 1-1 0 0,-1-1 1 0 0,0 1 0 0 0,1 0-1 0 0,0 0 1 0 0,-1 0 0 0 0,1 0 0 0 0,0 0-1 0 0,1 0 1 0 0,-1 0 0 0 0,0 0-1 0 0,1 0 1 0 0,0 0 0 0 0,0 0-1 0 0,0 0 1 0 0,0 5 0 0 0,0-3 3 0 0,0 13 55 0 0,0-1 1 0 0,5 26 0 0 0,-5-40-74 0 0,1 0-43 0 0,0 0 0 0 0,-1 0 1 0 0,1 0-1 0 0,0 0 0 0 0,0 0 0 0 0,1 0 1 0 0,-1-1-1 0 0,0 1 0 0 0,1 0 0 0 0,0-1 1 0 0,0 1-1 0 0,0-1 0 0 0,0 0 0 0 0,0 0 1 0 0,0 1-1 0 0,0-2 0 0 0,1 1 0 0 0,-1 0 1 0 0,1 0-1 0 0,3 2 0 0 0,-2-3-163 0 0,16-4-191 0 0,-13 0 359 0 0,0 1 0 0 0,0-1-1 0 0,-1 0 1 0 0,0-1 0 0 0,1 1 0 0 0,-1-1 0 0 0,0-1 0 0 0,-1 1-1 0 0,1-1 1 0 0,-1 0 0 0 0,0 0 0 0 0,0 0 0 0 0,7-11 0 0 0,-10 13 21 0 0,7-10 211 0 0,-1 0 0 0 0,0-1-1 0 0,-1 0 1 0 0,-1 0 0 0 0,8-22-1 0 0,-14 34-159 0 0,1-2 227 0 0,7-14 186 0 0,-7 14 1032 0 0,-3 7-1379 0 0,0 1-77 0 0,0 0 0 0 0,0 1 0 0 0,0-1 0 0 0,1 1 0 0 0,-1 0 0 0 0,1-1 1 0 0,0 1-1 0 0,1 0 0 0 0,-1 6 0 0 0,1 48 94 0 0,0-53-192 0 0,1 0 1 0 0,0 0-1 0 0,1 0 1 0 0,-1 0-1 0 0,4 6 1 0 0,-3-5-71 0 0,-1-3-221 0 0,0-4 322 0 0,-1 0 1 0 0,0 0-1 0 0,1 0 0 0 0,-1 1 1 0 0,0-1-1 0 0,1 0 1 0 0,-1 0-1 0 0,0 1 0 0 0,1-1 1 0 0,-1 0-1 0 0,0 1 1 0 0,0-1-1 0 0,1 0 0 0 0,-1 1 1 0 0,0-1-1 0 0,0 0 1 0 0,1 1-1 0 0,-1-1 0 0 0,0 0 1 0 0,0 1-1 0 0,0-1 1 0 0,0 1-1 0 0,0-1 0 0 0,0 0 1 0 0,0 1-1 0 0,0 0 1 0 0,0 0-39 0 0,0-1 0 0 0,1 1 1 0 0,-1-1-1 0 0,0 1 1 0 0,0-1-1 0 0,0 1 0 0 0,0 0 1 0 0,1-1-1 0 0,-1 1 1 0 0,0-1-1 0 0,0 1 1 0 0,1-1-1 0 0,-1 1 0 0 0,0-1 1 0 0,1 1-1 0 0,-1-1 1 0 0,1 0-1 0 0,-1 1 0 0 0,1-1 1 0 0,-1 1-1 0 0,1-1 1 0 0,-1 0-1 0 0,1 1 0 0 0,-1-1 1 0 0,1 0-1 0 0,-1 0 1 0 0,2 1-1 0 0,1 0-618 0 0,1 0 0 0 0,-1 0 0 0 0,1 0 0 0 0,-1 0 0 0 0,1-1 0 0 0,-1 0 0 0 0,1 1 0 0 0,4-2 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7.1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0 100 2900 0 0,'5'-20'1352'0'0,"-4"15"2108"0"0,-1 5-3416 0 0,0-1 1 0 0,-1 0-1 0 0,1 1 1 0 0,0-1-1 0 0,0 0 1 0 0,0 0-1 0 0,0 0 0 0 0,0 1 1 0 0,0-1-1 0 0,0 0 1 0 0,0 0-1 0 0,0 1 1 0 0,1-1-1 0 0,-1 0 0 0 0,0 0 1 0 0,0 1-1 0 0,1-1 1 0 0,-1 0-1 0 0,1 1 0 0 0,-1-1 1 0 0,0 0-1 0 0,1 0 1 0 0,7 15 924 0 0,5 35-462 0 0,0 49-387 0 0,-12-94-15 0 0,-1 0-95 0 0,1 13-24 0 0,-1-12 117 0 0,1-2 46 0 0,-1-2-184 0 0,4 10 549 0 0,2-19 395 0 0,-5 5-854 0 0,0-3-61 0 0,0 0-65 0 0,2-15 103 0 0,1 2 0 0 0,9-27 0 0 0,-11 42-33 0 0,1-4-3 0 0,0-1 0 0 0,1 1 0 0 0,-1 0 0 0 0,2 1 0 0 0,-1-1 0 0 0,1 1 0 0 0,1 0 0 0 0,-1 0 0 0 0,10-9 0 0 0,17-1 22 0 0,-28 16-16 0 0,0 2 6 0 0,16 6 1 0 0,-2 6 10 0 0,-12-7-18 0 0,-1 0 0 0 0,-1 0-1 0 0,1 0 1 0 0,-1 1-1 0 0,0 0 1 0 0,-1-1-1 0 0,1 1 1 0 0,-1 1 0 0 0,-1-1-1 0 0,1 0 1 0 0,-1 1-1 0 0,0-1 1 0 0,0 11-1 0 0,-1-14-13 0 0,-1 1 18 0 0,0 13-35 0 0,0-14-52 0 0,0 1 148 0 0,-1 13 48 0 0,1-13 1046 0 0,-3-9-1065 0 0,1 2-83 0 0,0 0 0 0 0,0-1 0 0 0,1 1 0 0 0,-1-1 0 0 0,1 1 0 0 0,0-1 0 0 0,0 0 0 0 0,0 0 0 0 0,0 0 0 0 0,0 1 0 0 0,0-1 0 0 0,1 0 1 0 0,0 0-1 0 0,-1 0 0 0 0,1 0 0 0 0,0 0 0 0 0,1-4 0 0 0,-1-2-36 0 0,0-1-1 0 0,0 1 1 0 0,1 0 0 0 0,1 0 0 0 0,-1 0-1 0 0,2 0 1 0 0,-1 0 0 0 0,1 1-1 0 0,0-1 1 0 0,1 1 0 0 0,0-1 0 0 0,0 1-1 0 0,10-12 1 0 0,-13 18 17 0 0,1-1 0 0 0,1 0 0 0 0,-1 0 1 0 0,1 0-1 0 0,0 0 0 0 0,-1 1 0 0 0,1-1 0 0 0,1 1 0 0 0,-1 0 0 0 0,0 0 1 0 0,0 0-1 0 0,1 0 0 0 0,-1 0 0 0 0,1 1 0 0 0,0-1 0 0 0,-1 1 0 0 0,1 0 0 0 0,0 1 1 0 0,0-1-1 0 0,6 0 0 0 0,25 5 31 0 0,-29 0-20 0 0,-3-1 1 0 0,2 0-1 0 0,0 0 0 0 0,-1 0 0 0 0,1 1 0 0 0,-1-1 1 0 0,0 1-1 0 0,0 0 0 0 0,-1 0 0 0 0,1 0 0 0 0,-1 0 1 0 0,0 1-1 0 0,0-1 0 0 0,0 1 0 0 0,-1 0 0 0 0,0 0 1 0 0,3 7-1 0 0,-4-4-31 0 0,0 0-1 0 0,0 0 1 0 0,-1 0 0 0 0,0 0 0 0 0,0 0-1 0 0,-1 0 1 0 0,-3 15 0 0 0,-11 14-1251 0 0,13-33 569 0 0,1-1-176 0 0,-5 11-311 0 0,5-11-173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8.2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1 460 3168 0 0,'0'0'2437'0'0,"3"-2"-1891"0"0,0 1-382 0 0,-1 1 0 0 0,1-1 0 0 0,1 0-1 0 0,-1 1 1 0 0,0-1 0 0 0,0 1 0 0 0,0 0 0 0 0,4 1-1 0 0,37-5 771 0 0,-35 2-897 0 0,0-1-1 0 0,0 0 1 0 0,0-1-1 0 0,-1 0 0 0 0,1 0 1 0 0,-1 0-1 0 0,0-1 0 0 0,0-1 1 0 0,0 1-1 0 0,-1-1 0 0 0,0-1 1 0 0,10-10-1 0 0,1-9-24 0 0,-18 22-11 0 0,2 1-13 0 0,-2-1-12 0 0,3-10 33 0 0,-2 10 14 0 0,-3 2 0 0 0,1 0-1 0 0,-1 0 0 0 0,0 0 0 0 0,0 1 0 0 0,0-1-1 0 0,0 0 1 0 0,0 1 0 0 0,0 0 0 0 0,-1-1 0 0 0,1 1 0 0 0,0 0-1 0 0,0 0 1 0 0,-1 0 0 0 0,1 1 0 0 0,-1-1 0 0 0,1 1 0 0 0,-1-1-1 0 0,1 1 1 0 0,-1 0 0 0 0,1 0 0 0 0,-1 0 0 0 0,0 0 0 0 0,1 0-1 0 0,-1 0 1 0 0,1 1 0 0 0,-1-1 0 0 0,1 1 0 0 0,-1 0 0 0 0,1 0-1 0 0,0 0 1 0 0,-1 0 0 0 0,1 0 0 0 0,0 0 0 0 0,0 1 0 0 0,0-1-1 0 0,-4 4 1 0 0,-3 3 71 0 0,0 0 1 0 0,1 1-1 0 0,0 0 0 0 0,0 0 0 0 0,1 1 1 0 0,0 0-1 0 0,1 0 0 0 0,0 1 0 0 0,0-1 1 0 0,1 1-1 0 0,1 1 0 0 0,-6 19 0 0 0,10-27-75 0 0,-1 0-1 0 0,1 0 0 0 0,0 0 1 0 0,0 0-1 0 0,0 1 0 0 0,0-1 1 0 0,1 0-1 0 0,0 0 0 0 0,0 0 1 0 0,0 0-1 0 0,2 6 1 0 0,-1-6-9 0 0,-1-1-3 0 0,0 1 1 0 0,1-1 0 0 0,0 0 0 0 0,-1 0 0 0 0,1 0-1 0 0,0 0 1 0 0,1 0 0 0 0,-1-1 0 0 0,0 1-1 0 0,1 0 1 0 0,0-1 0 0 0,-1 0 0 0 0,1 0 0 0 0,6 4-1 0 0,-6-4-15 0 0,1 1-41 0 0,1-1-1 0 0,0 1 1 0 0,1-1 0 0 0,-1 0 0 0 0,0 0 0 0 0,1 0 0 0 0,-1-1-1 0 0,1 1 1 0 0,6-1 0 0 0,-7 0 7 0 0,3 0-35 0 0,0-1 0 0 0,0 1 0 0 0,0-2 0 0 0,0 1 0 0 0,0-1 0 0 0,0 0 0 0 0,0-1 0 0 0,0 0 0 0 0,0 0 0 0 0,8-4 0 0 0,-3 1-257 0 0,0-1 0 0 0,-1-1 0 0 0,1 0 0 0 0,15-13-1 0 0,-15 10-105 0 0,-1 0-1 0 0,-1-1 0 0 0,0-1 1 0 0,0 0-1 0 0,-2 0 0 0 0,1-1 1 0 0,8-16-1 0 0,-12 17 648 0 0,0 1 0 0 0,-1 0 0 0 0,-1-1 0 0 0,0 0 0 0 0,4-17 1 0 0,-8 25 176 0 0,0 0-49 0 0,0-13 107 0 0,0 13 417 0 0,-1 1-478 0 0,0 3-352 0 0,1-1-1 0 0,0 0 1 0 0,-1 1 0 0 0,1-1-1 0 0,0 1 1 0 0,-1-1 0 0 0,1 1 0 0 0,-1-1-1 0 0,1 0 1 0 0,0 1 0 0 0,-1 0 0 0 0,1-1-1 0 0,-1 1 1 0 0,0-1 0 0 0,1 1 0 0 0,-1 0-1 0 0,1-1 1 0 0,-1 1 0 0 0,0 0 0 0 0,1-1-1 0 0,-1 1 1 0 0,0 0 0 0 0,1 0 0 0 0,-1 0-1 0 0,0 0 1 0 0,1 0 0 0 0,-1 0 0 0 0,0 0-1 0 0,1 0 1 0 0,-1 0 0 0 0,0 0 0 0 0,1 0-1 0 0,-1 0 1 0 0,0 0 0 0 0,1 0 0 0 0,-1 1-1 0 0,0-1 1 0 0,1 0 0 0 0,-1 1 0 0 0,0-1-1 0 0,1 0 1 0 0,-1 1 0 0 0,0 0 0 0 0,-2 0 79 0 0,-4 16 42 0 0,3-6-119 0 0,0 0 0 0 0,1-1 1 0 0,1 1-1 0 0,0 1 0 0 0,0-1 0 0 0,1 0 0 0 0,0 0 0 0 0,2 17 0 0 0,-1-11-5 0 0,0-11-15 0 0,0-2 1 0 0,1 15-23 0 0,0-14-85 0 0,-1-1 104 0 0,1-3-7 0 0,-1 0 0 0 0,0 0 1 0 0,0 0-1 0 0,1 0 0 0 0,-1 1 0 0 0,1-1 0 0 0,-1 0 1 0 0,1 0-1 0 0,-1 0 0 0 0,1 0 0 0 0,0 0 1 0 0,-1 0-1 0 0,1 0 0 0 0,0 0 0 0 0,0-1 0 0 0,0 1 1 0 0,0 0-1 0 0,0 0 0 0 0,0-1 0 0 0,0 1 1 0 0,0 0-1 0 0,0-1 0 0 0,0 1 0 0 0,0-1 0 0 0,0 1 1 0 0,0-1-1 0 0,0 0 0 0 0,0 1 0 0 0,1-1 1 0 0,-1 0-1 0 0,0 0 0 0 0,0 0 0 0 0,0 0 0 0 0,1 0 1 0 0,-1 0-1 0 0,0 0 0 0 0,0 0 0 0 0,0-1 1 0 0,2 0-1 0 0,3 0 12 0 0,-1-1 1 0 0,0 0-1 0 0,0-1 0 0 0,0 1 1 0 0,0-1-1 0 0,-1 0 0 0 0,1 0 1 0 0,-1 0-1 0 0,6-6 1 0 0,55-66 67 0 0,-34 38 391 0 0,-29 34-390 0 0,2-3-174 0 0,-4 6 115 0 0,0 0 0 0 0,0-1 0 0 0,0 1 0 0 0,1-1 0 0 0,-1 1-1 0 0,0 0 1 0 0,0-1 0 0 0,0 1 0 0 0,0-1 0 0 0,1 1 0 0 0,-1 0 0 0 0,0-1 0 0 0,0 1 0 0 0,1 0 0 0 0,-1 0-1 0 0,0-1 1 0 0,1 1 0 0 0,-1 0 0 0 0,0 0 0 0 0,1-1 0 0 0,-1 1 0 0 0,0 0 0 0 0,1 0 0 0 0,-1 0 0 0 0,0-1-1 0 0,1 1 1 0 0,-1 0 0 0 0,1 0 0 0 0,-1 0 0 0 0,0 0 0 0 0,1 0 0 0 0,0 0 0 0 0,2 3-15 0 0,-1 0 0 0 0,1 0 0 0 0,-1 0-1 0 0,0 0 1 0 0,0 1 0 0 0,0-1 0 0 0,0 1 0 0 0,-1-1 0 0 0,1 1 0 0 0,-1 0 0 0 0,1 5 0 0 0,15 31 29 0 0,-15-35-38 0 0,1-1-1 0 0,0 1 1 0 0,0-1-1 0 0,0 0 1 0 0,1 0 0 0 0,-1-1-1 0 0,1 1 1 0 0,0-1-1 0 0,0 0 1 0 0,0 0 0 0 0,1 0-1 0 0,-1 0 1 0 0,1-1-1 0 0,-1 0 1 0 0,1 0 0 0 0,0 0-1 0 0,0 0 1 0 0,0-1-1 0 0,0 0 1 0 0,0 0 0 0 0,0 0-1 0 0,0 0 1 0 0,0-1-1 0 0,9 0 1 0 0,-7-2-4 0 0,1 0 0 0 0,-1-1 0 0 0,0 1 0 0 0,1-1 0 0 0,-1 0 0 0 0,-1-1 0 0 0,1 0 0 0 0,0 0 0 0 0,-1-1 0 0 0,0 1 0 0 0,0-1 0 0 0,0 0 0 0 0,-1-1 0 0 0,1 0 0 0 0,-1 0 0 0 0,-1 0 0 0 0,1 0 0 0 0,-1-1 0 0 0,0 1 0 0 0,-1-1 0 0 0,6-15 0 0 0,-1-5 269 0 0,0-1-1 0 0,-3 0 1 0 0,0 0-1 0 0,-1 0 1 0 0,-2-1-1 0 0,-1 0 1 0 0,-2 1 0 0 0,0-1-1 0 0,-2 1 1 0 0,-9-42-1 0 0,11 66-84 0 0,0-1-32 0 0,-4-13-28 0 0,4 13 210 0 0,-21 15-258 0 0,21-10-69 0 0,1 0 0 0 0,0 0-1 0 0,0 0 1 0 0,-1 0 0 0 0,1 0 0 0 0,0 0-1 0 0,0 0 1 0 0,-1 0 0 0 0,1 1-1 0 0,0-1 1 0 0,0 0 0 0 0,-1 0-1 0 0,1 0 1 0 0,0 1 0 0 0,0-1-1 0 0,0 0 1 0 0,-1 0 0 0 0,1 0-1 0 0,0 1 1 0 0,0-1 0 0 0,0 0 0 0 0,0 0-1 0 0,0 1 1 0 0,0-1 0 0 0,-1 0-1 0 0,1 1 1 0 0,0-1 0 0 0,0 0-1 0 0,0 0 1 0 0,0 1 0 0 0,0-1-1 0 0,-5 27-22 0 0,1 0 0 0 0,1 1 0 0 0,1-1 0 0 0,2 1 0 0 0,1-1 0 0 0,0 1 0 0 0,3-1 0 0 0,0 0 0 0 0,1 0 0 0 0,2 0 0 0 0,1-1 0 0 0,1 0 0 0 0,23 46 0 0 0,-28-65-472 0 0,0-1 1 0 0,0 0 0 0 0,1 0 0 0 0,0 0 0 0 0,6 6-1 0 0,16 7-5908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3:28.4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15 179 2532 0 0,'0'0'2664'0'0,"-14"-11"-35"0"0,34-8-2017 0 0,19 3-464 0 0,-10 3-68 0 0,5 1-124 0 0,2 0-108 0 0,4-2-148 0 0,-3 0-164 0 0,7-1-260 0 0,0-2-344 0 0,-1 0-869 0 0,14-2-1999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0.3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10 2792 0 0,'0'0'7851'0'0,"-3"-1"-7172"0"0,-7-1 2623 0 0,22 4-478 0 0,-8-1-3666 0 0,1 0 936 0 0,28 2-4 0 0,0-2 1 0 0,56-5-1 0 0,-36 0-145 0 0,73-1-1881 0 0,-120 5 1071 0 0,-1 0-139 0 0,15-1-133 0 0,-15 1-182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0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1 2456 0 0,'-36'16'3173'0'0,"33"-14"-2433"0"0,-1-1-54 0 0,-11 7-54 0 0,12-6 502 0 0,0-1-622 0 0,-12 7 2595 0 0,18-5-2780 0 0,-2-1-284 0 0,1 0 0 0 0,0-1 0 0 0,-1 1 0 0 0,1-1 0 0 0,0 1 0 0 0,0-1 1 0 0,0 0-1 0 0,0 0 0 0 0,0 0 0 0 0,0 0 0 0 0,0 0 0 0 0,0 0 0 0 0,1 0 0 0 0,-1-1 0 0 0,0 1 0 0 0,0-1 0 0 0,1 0 0 0 0,-1 1 0 0 0,0-1 0 0 0,4-1 0 0 0,74 4 210 0 0,1-4 1 0 0,87-13-1 0 0,-31-7-4493 0 0,-132 20 2438 0 0,-2-1-1267 0 0,17-4-2211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1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71 3244 0 0,'0'0'1510'0'0,"1"-5"-193"0"0,0-14-207 0 0,-1 14-112 0 0,0 1-71 0 0,-1-12-94 0 0,0 12 708 0 0,1-1-1069 0 0,-2-7 1547 0 0,-1 12-641 0 0,-6 29-6 0 0,-5 49-362 0 0,8 64-373 0 0,6-138-627 0 0,0 47-428 0 0,0-46 42 0 0,4 1-2232 0 0,0 3 1998 0 0,3-8-3056 0 0,33-20-2276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2.3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95 3628 0 0,'0'0'2381'0'0,"0"-3"-1499"0"0,0 1-715 0 0,0 1 0 0 0,-1-1 0 0 0,1 1 0 0 0,0-1 0 0 0,0 1 1 0 0,-1 0-1 0 0,1-1 0 0 0,-1 1 0 0 0,1 0 0 0 0,-1-1 0 0 0,0 1 1 0 0,1 0-1 0 0,-1 0 0 0 0,0-1 0 0 0,0 1 0 0 0,0 0 0 0 0,0 0 1 0 0,0 0-1 0 0,0 0 0 0 0,0 0 0 0 0,-2-1 0 0 0,0 0 1596 0 0,2-1-1578 0 0,1 2-164 0 0,0-1-1 0 0,0 1 1 0 0,-1 0-1 0 0,1 0 1 0 0,0 0-1 0 0,0-1 1 0 0,0 1-1 0 0,0 0 1 0 0,1 0-1 0 0,-1-1 1 0 0,0 1-1 0 0,0 0 1 0 0,1 0-1 0 0,-1-1 1 0 0,1 1-1 0 0,-1 0 1 0 0,1 0-1 0 0,-1 0 1 0 0,1 0-1 0 0,0 0 1 0 0,0 0-1 0 0,1-1 1 0 0,0-1 52 0 0,17-7 64 0 0,-13 7-123 0 0,-1 1-1 0 0,1 0 1 0 0,0 0 0 0 0,-1 0-1 0 0,9 0 1 0 0,-8 0-9 0 0,-2 1 9 0 0,2 1-9 0 0,-1 0-4 0 0,1 0 0 0 0,0 0-1 0 0,-1 0 1 0 0,1 0 0 0 0,-1 1 0 0 0,1 0 0 0 0,-1 1-1 0 0,1-1 1 0 0,-1 1 0 0 0,0 0 0 0 0,0 0 0 0 0,0 1-1 0 0,7 3 1 0 0,-10-4-5 0 0,0 1 8 0 0,0 0 0 0 0,-1 0 0 0 0,1 0 0 0 0,-1 0 0 0 0,1 0 0 0 0,-1 0 0 0 0,0 0-1 0 0,-1 0 1 0 0,1 1 0 0 0,0-1 0 0 0,-1 0 0 0 0,0 7 0 0 0,0-3 2 0 0,-1-1 0 0 0,0 1 0 0 0,0-1 1 0 0,-1 1-1 0 0,1-1 0 0 0,-1 0 0 0 0,-1 0 0 0 0,1 0 1 0 0,-1 0-1 0 0,0 0 0 0 0,-1 0 0 0 0,1-1 0 0 0,-8 8 0 0 0,8-8 12 0 0,-6 7 140 0 0,-1 0-1 0 0,0-1 1 0 0,-14 12 0 0 0,17-17 61 0 0,5-3 664 0 0,3-6-869 0 0,1 0 0 0 0,1 1-1 0 0,-1-1 1 0 0,0 1 0 0 0,1 0-1 0 0,-1 0 1 0 0,1 0 0 0 0,0 0-1 0 0,-1 0 1 0 0,1 1 0 0 0,0-1-1 0 0,0 1 1 0 0,0 0 0 0 0,5-2-1 0 0,45-9-141 0 0,-35 9 92 0 0,-13 2-3 0 0,0 1 7 0 0,18-1-18 0 0,-21 1 48 0 0,0 0 0 0 0,1 0 0 0 0,-1 0 0 0 0,0 0 0 0 0,1 0 1 0 0,-1 1-1 0 0,0-1 0 0 0,1 1 0 0 0,-1-1 0 0 0,0 1 0 0 0,0 0 0 0 0,0 0 0 0 0,0 0 0 0 0,0 0 0 0 0,0 0 0 0 0,0 1 0 0 0,0-1 0 0 0,0 1 0 0 0,0-1 0 0 0,-1 1 0 0 0,1-1 0 0 0,0 1 0 0 0,-1 0 0 0 0,0 0 0 0 0,1 0 0 0 0,-1 0 0 0 0,0 0 0 0 0,0 0 0 0 0,0 0 0 0 0,0 0 0 0 0,0 1 0 0 0,-1-1 0 0 0,1 4 0 0 0,0 30 34 0 0,-4-29-28 0 0,0-2-3 0 0,1 2 13 0 0,-1 1-1 0 0,-1 0 0 0 0,0-1 0 0 0,0 0 0 0 0,0 0 0 0 0,-1 0 0 0 0,0 0 1 0 0,0-1-1 0 0,-1 0 0 0 0,1 0 0 0 0,-1 0 0 0 0,-1-1 0 0 0,1 0 1 0 0,-1 0-1 0 0,0-1 0 0 0,0 1 0 0 0,0-2 0 0 0,-15 6 0 0 0,13-4-19 0 0,0-2 0 0 0,0 0 0 0 0,-1 0 0 0 0,0 0 0 0 0,1-1 0 0 0,-1-1 0 0 0,0 0 0 0 0,-19 0 0 0 0,7-3-574 0 0,0 0 1 0 0,-37-10-1 0 0,40 5-1613 0 0,0 0 0 0 0,0-1-1 0 0,-22-14 1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2.9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34 2720 0 0,'-6'-1'1480'0'0,"-4"1"-1567"0"0,-23-4 4058 0 0,33 4-3939 0 0,0 0 1 0 0,0 0 0 0 0,0 0 0 0 0,0 0 0 0 0,0 0 0 0 0,0 0-1 0 0,0 0 1 0 0,0 0 0 0 0,0 0 0 0 0,0 0 0 0 0,0 0 0 0 0,0 0 0 0 0,0 0-1 0 0,0-1 1 0 0,0 1 0 0 0,0 0 0 0 0,1 0 0 0 0,-1 0 0 0 0,0 0 0 0 0,0 0-1 0 0,0 0 1 0 0,0 0 0 0 0,0 0 0 0 0,0 0 0 0 0,0 0 0 0 0,0 0-1 0 0,0-1 1 0 0,0 1 0 0 0,0 0 0 0 0,0 0 0 0 0,0 0 0 0 0,0 0 0 0 0,-1 0-1 0 0,1 0 1 0 0,0 0 0 0 0,0 0 0 0 0,0 0 0 0 0,0 0 0 0 0,0 0-1 0 0,0 0 1 0 0,0-1 0 0 0,0 1 0 0 0,0 0 0 0 0,0 0 0 0 0,0 0 0 0 0,0 0-1 0 0,0 0 1 0 0,0 0 0 0 0,0 0 0 0 0,0 0 0 0 0,-1 0 0 0 0,1 0 0 0 0,0 0-1 0 0,0 0 1 0 0,0 0 0 0 0,0 0 0 0 0,0 0 0 0 0,0 0 0 0 0,22-6 129 0 0,17 1 10 0 0,-1 2 1 0 0,55 3-1 0 0,-21 0 101 0 0,963-11 3294 0 0,-997 14-3629 0 0,-23-1-1081 0 0,1-2-3644 0 0,-19 5 1655 0 0,-11 16-2245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04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39 4044 0 0,'-1'-4'1780'0'0,"-2"-11"-293"0"0,3 11 1782 0 0,-3-12-1764 0 0,-2 30 95 0 0,-3 26-514 0 0,-7 65-30 0 0,-15 139-154 0 0,29-240-711 0 0,1-1-418 0 0,-1 0-1 0 0,1 0 1 0 0,0 0-1 0 0,0 0 1 0 0,0 1-1 0 0,0-1 1 0 0,1 0-1 0 0,-1 0 1 0 0,1 0 0 0 0,0 0-1 0 0,1 2 1 0 0,-1-1-425 0 0,3-6-536 0 0,60-32-1283 0 0,87-77 767 0 0,-12-6 3775 0 0,-103 86-596 0 0,-33 28-1165 0 0,-1 1-69 0 0,6-6 1503 0 0,-22 25-1218 0 0,-18 25-132 0 0,15-15-243 0 0,1 1 0 0 0,1 0-1 0 0,-16 43 1 0 0,30-68-121 0 0,0 1-10 0 0,1-2-22 0 0,0 0 0 0 0,0 0 0 0 0,0 0 0 0 0,0 0 0 0 0,0 0-1 0 0,0 0 1 0 0,0 0 0 0 0,1 0 0 0 0,-1 0 0 0 0,1 0 0 0 0,0 0 0 0 0,-1 0 0 0 0,1 0 0 0 0,0 0-1 0 0,0-1 1 0 0,0 1 0 0 0,0 0 0 0 0,0-1 0 0 0,1 1 0 0 0,-1-1 0 0 0,0 1 0 0 0,1-1 0 0 0,-1 1 0 0 0,1-1-1 0 0,0 0 1 0 0,-1 0 0 0 0,1 0 0 0 0,0 0 0 0 0,0 0 0 0 0,2 1 0 0 0,3-1 22 0 0,1 1 0 0 0,0-1-1 0 0,0-1 1 0 0,-1 1 0 0 0,1-1 0 0 0,0 0 0 0 0,0-1 0 0 0,-1 0 0 0 0,1 0 0 0 0,0-1-1 0 0,-1 0 1 0 0,1 0 0 0 0,-1-1 0 0 0,0 0 0 0 0,0 0 0 0 0,0-1 0 0 0,0 0 0 0 0,-1 0-1 0 0,1 0 1 0 0,-1-1 0 0 0,7-6 0 0 0,-12 8-4 0 0,1 0 1 0 0,-1 0-1 0 0,0 0 1 0 0,0 0-1 0 0,0-1 0 0 0,0 1 1 0 0,0 0-1 0 0,-1 0 0 0 0,1-1 1 0 0,-1 1-1 0 0,0 0 0 0 0,0-1 1 0 0,0 1-1 0 0,-1 0 0 0 0,1-1 1 0 0,-1 1-1 0 0,0 0 0 0 0,0-1 1 0 0,0 1-1 0 0,0 0 0 0 0,0 0 1 0 0,-3-3-1 0 0,-14-25-15 0 0,12 23-5 0 0,-2 2-12 0 0,-38-20-438 0 0,29 16-1226 0 0,34 15 799 0 0,-14-4 831 0 0,0 0 1 0 0,0 0-1 0 0,0 0 1 0 0,0-1-1 0 0,0 1 1 0 0,0-1-1 0 0,0 1 1 0 0,1-1-1 0 0,-1 0 1 0 0,5-1-1 0 0,4 0-51 0 0,44 2-205 0 0,0-3-1 0 0,0-3 0 0 0,0-2 1 0 0,79-20-1 0 0,-54 10 778 0 0,-77 16-335 0 0,0 0-35 0 0,10-2 940 0 0,-17 7-525 0 0,-30 15-248 0 0,7-4 74 0 0,12-7-219 0 0,1 1 0 0 0,0 0 0 0 0,1 0 0 0 0,-1 2 0 0 0,2-1 0 0 0,0 2 0 0 0,0-1 0 0 0,1 2-1 0 0,-17 25 1 0 0,25-35-106 0 0,1 1 0 0 0,0-1-1 0 0,0 0 1 0 0,0 1 0 0 0,0-1-1 0 0,1 1 1 0 0,-1-1 0 0 0,1 1 0 0 0,0-1-1 0 0,0 1 1 0 0,0-1 0 0 0,2 8-1 0 0,-2-8-21 0 0,1 1 4 0 0,1-1 1 0 0,-1 0-1 0 0,1 0 1 0 0,0 0-1 0 0,0 0 0 0 0,0 0 1 0 0,0 0-1 0 0,0 0 1 0 0,0-1-1 0 0,1 1 1 0 0,0-1-1 0 0,-1 0 1 0 0,1 1-1 0 0,0-1 1 0 0,0-1-1 0 0,0 1 0 0 0,0 0 1 0 0,0-1-1 0 0,1 1 1 0 0,-1-1-1 0 0,5 1 1 0 0,0-1-22 0 0,0 0 0 0 0,0 0 0 0 0,1-1 1 0 0,-1 0-1 0 0,0 0 0 0 0,0-1 0 0 0,0 0 0 0 0,1 0 1 0 0,-1-1-1 0 0,-1 0 0 0 0,1-1 0 0 0,0 0 0 0 0,0 0 1 0 0,-1-1-1 0 0,0 1 0 0 0,1-2 0 0 0,-2 1 0 0 0,1-1 1 0 0,11-10-1 0 0,-17 14 15 0 0,4-3 45 0 0,-1-1 0 0 0,1 0 1 0 0,-1 0-1 0 0,7-11 0 0 0,-10 14-39 0 0,0-1 0 0 0,1 1-1 0 0,-1-1 1 0 0,0 0-1 0 0,0 1 1 0 0,0-1-1 0 0,-1 0 1 0 0,1 0-1 0 0,-1 0 1 0 0,1 0-1 0 0,-1 0 1 0 0,0 0-1 0 0,0 0 1 0 0,0 1-1 0 0,-1-1 1 0 0,1 0-1 0 0,-1 0 1 0 0,1 0 0 0 0,-3-5-1 0 0,0 2-317 0 0,-1-1 0 0 0,1 1 0 0 0,-1 0 0 0 0,0 0 0 0 0,-1 0 0 0 0,0 1 0 0 0,1-1-1 0 0,-2 1 1 0 0,1 0 0 0 0,-1 0 0 0 0,1 1 0 0 0,-1 0 0 0 0,-1 0 0 0 0,1 0 0 0 0,0 1 0 0 0,-1 0 0 0 0,0 0 0 0 0,0 1 0 0 0,0 0 0 0 0,-11-3-1 0 0,-19 1-2773 0 0,-4 2-2221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0.0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52 107 2848 0 0,'0'0'1404'0'0,"-4"1"-197"0"0,-13 2-219 0 0,12-2 554 0 0,1 0-899 0 0,-14 1-88 0 0,14-1 2740 0 0,8 0-3093 0 0,25 0-80 0 0,0 0-1 0 0,-1-3 1 0 0,1 0 0 0 0,43-9 0 0 0,-20 3-58 0 0,267-46 17 0 0,-123 20-1919 0 0,-179 29 1719 0 0,-12 3-1658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0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3512 0 0,'0'0'7268'0'0,"0"4"-7128"0"0,0-2-118 0 0,0 0-1 0 0,1 1 0 0 0,-1-1 0 0 0,0 0 1 0 0,1 0-1 0 0,0 0 0 0 0,-1 0 0 0 0,1 0 0 0 0,0 0 1 0 0,0 0-1 0 0,0 0 0 0 0,0 0 0 0 0,1 0 1 0 0,-1 0-1 0 0,0-1 0 0 0,1 1 0 0 0,-1-1 1 0 0,1 1-1 0 0,0-1 0 0 0,-1 1 0 0 0,1-1 1 0 0,0 0-1 0 0,0 0 0 0 0,0 0 0 0 0,0 0 1 0 0,0 0-1 0 0,3 1 0 0 0,8 2-19 0 0,1-1 0 0 0,-1-1 0 0 0,0 0 1 0 0,1-1-1 0 0,0 0 0 0 0,-1-1 0 0 0,1 0 0 0 0,-1-1 0 0 0,18-4 0 0 0,-28 5-17 0 0,2-1 12 0 0,12-4-18 0 0,-13 4-31 0 0,-8 2 19 0 0,-4 4 55 0 0,0-1 0 0 0,0 1 0 0 0,1 0 0 0 0,-1 1 0 0 0,1 0-1 0 0,1 0 1 0 0,-1 1 0 0 0,1-1 0 0 0,0 1 0 0 0,0 1 0 0 0,1-1 0 0 0,0 1 0 0 0,1 0 0 0 0,-1 0 0 0 0,-5 16 0 0 0,3-5 11 0 0,0 4 4 0 0,6-5-60 0 0,2 19-543 0 0,0-34 397 0 0,-1-1 0 0 0,1 0 0 0 0,-1 1 0 0 0,1-1 0 0 0,0 0 0 0 0,0 1 0 0 0,0-1 0 0 0,0 0 0 0 0,0 0-1 0 0,1 0 1 0 0,-1 0 0 0 0,1 0 0 0 0,-1 0 0 0 0,1 0 0 0 0,0-1 0 0 0,-1 1 0 0 0,1-1 0 0 0,3 3 0 0 0,-1-1-305 0 0,-3-2 233 0 0,1 0-1 0 0,-1 0 0 0 0,0 0 0 0 0,1 0 0 0 0,-1 0 0 0 0,1 0 0 0 0,0-1 0 0 0,-1 1 0 0 0,1 0 0 0 0,-1-1 0 0 0,1 0 1 0 0,0 1-1 0 0,3-1 0 0 0,25 6-3890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1.6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8 3244 0 0,'0'0'3871'0'0,"-1"-3"-3083"0"0,0-2 1265 0 0,-1 12-707 0 0,2 29-173 0 0,3 53-697 0 0,1-30-666 0 0,3-1-1 0 0,21 89 0 0 0,-27-144-170 0 0,1 1-1 0 0,-1 0 1 0 0,1-1 0 0 0,0 1-1 0 0,0 0 1 0 0,0-1 0 0 0,4 6-1 0 0,-4-7-563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1.9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79 106 2800 0 0,'-74'-4'4573'0'0,"69"4"-2889"0"0,11-1-1535 0 0,85-10 207 0 0,121-31 1 0 0,-83 11-3160 0 0,-69 16-511 0 0,-54 14-448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2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55 3120 0 0,'15'-36'3615'0'0,"-14"32"-2445"0"0,-2 1-1040 0 0,1 3-118 0 0,0 0-1 0 0,0-1 1 0 0,0 1 0 0 0,0-1 0 0 0,0 1-1 0 0,0-1 1 0 0,0 1 0 0 0,-1 0 0 0 0,1-1-1 0 0,0 1 1 0 0,0-1 0 0 0,0 1 0 0 0,-1 0 0 0 0,1-1-1 0 0,0 1 1 0 0,0 0 0 0 0,-1-1 0 0 0,1 1-1 0 0,0 0 1 0 0,-1-1 0 0 0,1 1 0 0 0,0 0-1 0 0,-1 0 1 0 0,1-1 0 0 0,-1 1 0 0 0,1 0 0 0 0,0 0-1 0 0,-1 0 1 0 0,1-1 0 0 0,-1 1 0 0 0,1 0-1 0 0,0 0 1 0 0,-1 0 0 0 0,1 0 0 0 0,-1 0 0 0 0,1 0-1 0 0,-1 0 1 0 0,1 0 0 0 0,-1 0 0 0 0,1 0-1 0 0,0 0 1 0 0,-1 0 0 0 0,1 1 0 0 0,-1-1-1 0 0,1 0 1 0 0,-1 0 0 0 0,1 0 0 0 0,0 1 0 0 0,-1-1-1 0 0,1 0 1 0 0,0 0 0 0 0,-1 1 0 0 0,1-1-1 0 0,0 0 1 0 0,-1 1 0 0 0,1-1 0 0 0,0 0-1 0 0,0 1 1 0 0,-1-1 0 0 0,1 1 0 0 0,-3 1 142 0 0,1 1-31 0 0,-5 8 20 0 0,1-1-1 0 0,0 1 1 0 0,1 0-1 0 0,0 1 1 0 0,1-1 0 0 0,-5 20-1 0 0,8-27-114 0 0,0 1 8 0 0,-2 15-5 0 0,3-15-12 0 0,-1 0-3 0 0,0 15 28 0 0,1-15 5 0 0,1-1 5 0 0,-1-4-53 0 0,10 27 7 0 0,-9-26-8 0 0,-1 0 0 0 0,1 0-1 0 0,0 0 1 0 0,0 0 0 0 0,-1 0 0 0 0,1 0 0 0 0,0 0-1 0 0,0 0 1 0 0,0 0 0 0 0,0-1 0 0 0,0 1 0 0 0,0 0-1 0 0,1-1 1 0 0,-1 1 0 0 0,0 0 0 0 0,0-1 0 0 0,0 0-1 0 0,1 1 1 0 0,-1-1 0 0 0,0 0 0 0 0,0 1 0 0 0,1-1 0 0 0,-1 0-1 0 0,0 0 1 0 0,3 0 0 0 0,2-1 20 0 0,0 0 0 0 0,0 0 1 0 0,-1 0-1 0 0,1-1 0 0 0,0 0 1 0 0,0 0-1 0 0,-1-1 0 0 0,1 1 0 0 0,6-6 1 0 0,-6 4 29 0 0,-1 0 0 0 0,1-1 1 0 0,-1 0-1 0 0,0 0 1 0 0,-1 0-1 0 0,1-1 0 0 0,-1 1 1 0 0,0-1-1 0 0,-1 0 0 0 0,1-1 1 0 0,-1 1-1 0 0,0 0 1 0 0,1-8-1 0 0,-3 11-25 0 0,-1-2-11 0 0,1-2-5 0 0,-2-12-35 0 0,-1 13 27 0 0,0 0 0 0 0,-1 0 0 0 0,0 0 0 0 0,0 0 0 0 0,-6-6 0 0 0,-17-14-28 0 0,24 24 36 0 0,-3 0 6 0 0,-12-4-13 0 0,12 4-9 0 0,1 2-24 0 0,-13 0-49 0 0,12 0-72 0 0,1 2-60 0 0,-5 4-383 0 0,0-1 0 0 0,1 2 0 0 0,-1-1 0 0 0,-6 8 0 0 0,12-11-459 0 0,-6 13-2175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2.9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39 3584 0 0,'2'-3'1178'0'0,"17"-32"4363"0"0,0 50-5033 0 0,-19-9-373 0 0,0 53 327 0 0,-8 80 450 0 0,6-126-869 0 0,0 0 0 0 0,0 0-1 0 0,1 0 1 0 0,0 0-1 0 0,1 0 1 0 0,1 0 0 0 0,0 0-1 0 0,4 15 1 0 0,-4-25-79 0 0,0 0 1 0 0,0 0-1 0 0,0 0 1 0 0,0 0-1 0 0,1-1 1 0 0,-1 1-1 0 0,1-1 0 0 0,0 1 1 0 0,0-1-1 0 0,0 1 1 0 0,0-1-1 0 0,0 0 1 0 0,1 0-1 0 0,-1 0 1 0 0,0 0-1 0 0,1 0 0 0 0,0-1 1 0 0,-1 1-1 0 0,1-1 1 0 0,0 0-1 0 0,4 2 1 0 0,-4-2-288 0 0,3-2-58 0 0,-2 1 229 0 0,5 0-160 0 0,0-1 0 0 0,0-1 0 0 0,0 1 1 0 0,0-1-1 0 0,10-5 0 0 0,-13 5-294 0 0,-1-1 0 0 0,0 1 0 0 0,1-1 0 0 0,-1 0 0 0 0,-1-1 0 0 0,1 0 0 0 0,0 1-1 0 0,4-6 1 0 0,8-10-3094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3.1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12 103 2100 0 0,'0'0'1221'0'0,"-3"0"-168"0"0,-6 1 1005 0 0,11-3-828 0 0,24-8-496 0 0,44-13-850 0 0,36-13-766 0 0,-37 11-3493 0 0,-46 17 1392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3.7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32 3512 0 0,'0'0'1239'0'0,"-2"-3"-168"0"0,1 0-758 0 0,-1 1-1 0 0,0-1 1 0 0,0 1 0 0 0,-1 0-1 0 0,1 0 1 0 0,0 0 0 0 0,-1 0-1 0 0,1 0 1 0 0,-7-2 0 0 0,6 2 213 0 0,-19 0 338 0 0,18 1-547 0 0,-1 2-20 0 0,0 0-208 0 0,0 0 0 0 0,0 0 0 0 0,0 0 1 0 0,0 1-1 0 0,0 0 0 0 0,1 0 0 0 0,-1 0 0 0 0,0 0 0 0 0,1 1 0 0 0,0 0 0 0 0,-1 0 1 0 0,-3 4-1 0 0,0 2-43 0 0,1-1 0 0 0,0 1 0 0 0,1 1 0 0 0,0 0 0 0 0,1-1 0 0 0,0 2 0 0 0,0-1 0 0 0,1 0 0 0 0,-3 14 0 0 0,6-20-26 0 0,0 1-26 0 0,-1 15-70 0 0,2-15 72 0 0,1-1 8 0 0,15 28-287 0 0,-14-30 172 0 0,2-1 100 0 0,15 2 6 0 0,-15-3 0 0 0,-3 0 5 0 0,-1-1 0 0 0,0 1 0 0 0,1 0 0 0 0,-1-1 0 0 0,1 1 0 0 0,-1 0 0 0 0,1-1 0 0 0,-1 1 0 0 0,1 0-1 0 0,-1-1 1 0 0,1 1 0 0 0,-1 0 0 0 0,1 0 0 0 0,-1 0 0 0 0,1 0 0 0 0,-1-1 0 0 0,1 1 0 0 0,-1 0 0 0 0,1 0 0 0 0,-1 0 0 0 0,1 0 0 0 0,-1 0 0 0 0,2 0 0 0 0,-1 0-5 0 0,0 1 1 0 0,0-2 0 0 0,0 1-1 0 0,0 0 1 0 0,1 0 0 0 0,-1 0 0 0 0,0 0-1 0 0,0-1 1 0 0,0 1 0 0 0,0 0-1 0 0,0-1 1 0 0,0 1 0 0 0,0-1 0 0 0,0 0-1 0 0,2 0 1 0 0,9-6 74 0 0,-1-1 1 0 0,1 0-1 0 0,-1 0 0 0 0,-1-1 1 0 0,0-1-1 0 0,0 0 0 0 0,-1 0 1 0 0,15-20-1 0 0,-2-4 926 0 0,-16 43-992 0 0,5 3-9 0 0,-10-6 6 0 0,19 26-2 0 0,-15-26-121 0 0,0 0 0 0 0,1 0 1 0 0,-1-1-1 0 0,1 0 0 0 0,0 0 1 0 0,8 4-1 0 0,-10-7-196 0 0,0-1-73 0 0,4-2-89 0 0,0 0 0 0 0,-1-1-1 0 0,1 1 1 0 0,-1-1 0 0 0,0-1 0 0 0,1 0 0 0 0,-1 0 0 0 0,0 0 0 0 0,0 0 0 0 0,-1-1 0 0 0,1-1-1 0 0,-1 1 1 0 0,0-1 0 0 0,0 0 0 0 0,-1 0 0 0 0,1-1 0 0 0,-1 1 0 0 0,5-9 0 0 0,2-2-2450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3.9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17 152 3732 0 0,'1'-7'1002'0'0,"-3"-31"1887"0"0,-9-45-1 0 0,10 79-2333 0 0,-2-15 703 0 0,5 43 424 0 0,12 53-2539 0 0,7 101 1 0 0,-18 0-6636 0 0,-5-131 2731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5.3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0 118 3012 0 0,'0'-24'1370'0'0,"0"19"1667"0"0,1 1-2292 0 0,0 1-404 0 0,-1 0-1 0 0,1 0 1 0 0,0 1 0 0 0,0-1 0 0 0,0 0-1 0 0,1 0 1 0 0,-1 1 0 0 0,1-1-1 0 0,1-2 1 0 0,-1 2-22 0 0,1 5-185 0 0,7 5-27 0 0,-8-5-14 0 0,0 2-8 0 0,4 11-41 0 0,0 0-1 0 0,-2 1 0 0 0,0 0 1 0 0,0 0-1 0 0,-2 0 1 0 0,2 32-1 0 0,-4-44-9 0 0,0 1-7 0 0,0 13 7 0 0,0-14 28 0 0,1 16 95 0 0,-1-17 740 0 0,4-22-980 0 0,-3 15 104 0 0,-1-2 6 0 0,0-5-25 0 0,0 0 2 0 0,1 0-1 0 0,-1 1 1 0 0,2-1 0 0 0,0 1 0 0 0,5-18-1 0 0,-4 16 13 0 0,0 0-1 0 0,0 0 0 0 0,1 0 0 0 0,1 0 1 0 0,0 1-1 0 0,1 0 0 0 0,0 0 0 0 0,1 0 1 0 0,11-13-1 0 0,-16 21-30 0 0,9-2-14 0 0,-11 4 30 0 0,1 1-1 0 0,-1-1 1 0 0,0 1 0 0 0,1-1 0 0 0,-1 1 0 0 0,1 0-1 0 0,-1-1 1 0 0,1 1 0 0 0,0 0 0 0 0,-1-1 0 0 0,1 1-1 0 0,-1 0 1 0 0,1 0 0 0 0,0 0 0 0 0,-1-1 0 0 0,1 1-1 0 0,-1 0 1 0 0,1 0 0 0 0,0 0 0 0 0,-1 0 0 0 0,1 0-1 0 0,0 0 1 0 0,-1 0 0 0 0,1 0 0 0 0,-1 0 0 0 0,1 1-1 0 0,0-1 1 0 0,-1 0 0 0 0,1 0 0 0 0,0 1 0 0 0,2 0 3 0 0,1-1 1 0 0,-1 1 0 0 0,0 0 0 0 0,0 0 1 0 0,0 0-1 0 0,0 1 0 0 0,-1-1 0 0 0,1 1 1 0 0,0 0-1 0 0,-1-1 0 0 0,1 1 0 0 0,-1 0 1 0 0,1 0-1 0 0,-1 1 0 0 0,3 2 0 0 0,0 2-20 0 0,0 0 0 0 0,0 1 0 0 0,0-1-1 0 0,-1 1 1 0 0,0 0 0 0 0,-1 0 0 0 0,0 1-1 0 0,0-1 1 0 0,-1 1 0 0 0,0 0 0 0 0,0-1-1 0 0,0 11 1 0 0,3 12-520 0 0,6 32-1899 0 0,-10-59 1934 0 0,5 1-855 0 0,-6-4 1245 0 0,0-1 0 0 0,0 1-1 0 0,0-1 1 0 0,0 1 0 0 0,1-1 0 0 0,-1 1 0 0 0,0-1-1 0 0,1 1 1 0 0,-1-1 0 0 0,0 1 0 0 0,1-1 0 0 0,-1 0-1 0 0,0 1 1 0 0,1-1 0 0 0,-1 0 0 0 0,1 1 0 0 0,-1-1 0 0 0,0 0-1 0 0,1 1 1 0 0,-1-1 0 0 0,1 0 0 0 0,-1 0 0 0 0,1 0-1 0 0,-1 1 1 0 0,1-1 0 0 0,0 0 0 0 0,-1 0 0 0 0,1 0-1 0 0,0 0 1 0 0,2 0-209 0 0,-3 0 192 0 0,1 0 1 0 0,0 0 0 0 0,0 0-1 0 0,0 0 1 0 0,0 0 0 0 0,0-1-1 0 0,0 1 1 0 0,0 0 0 0 0,0 0-1 0 0,-1-1 1 0 0,1 1-1 0 0,0-1 1 0 0,0 1 0 0 0,0-1-1 0 0,-1 1 1 0 0,1-1 0 0 0,0 1-1 0 0,0-2 1 0 0,10-8-2815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5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30 2568 0 0,'2'-3'1313'0'0,"9"-19"2369"0"0,-10 17-1273 0 0,-10 14-2416 0 0,7-6 188 0 0,-26 88 883 0 0,26-75-1006 0 0,1-12-33 0 0,1 1 7 0 0,1 14-23 0 0,6 37 0 0 0,-6-52-45 0 0,2-1-67 0 0,9 11-23 0 0,-9-14 36 0 0,1 1 86 0 0,-1-1 1 0 0,1 0 0 0 0,-1 0 0 0 0,1 0-1 0 0,0 0 1 0 0,-1-1 0 0 0,6-1 0 0 0,-6 1 93 0 0,1-2 4 0 0,1 0-19 0 0,-1-1 0 0 0,0 1 0 0 0,0-1 0 0 0,0 0 0 0 0,0 0 1 0 0,-1-1-1 0 0,1 1 0 0 0,-1-1 0 0 0,0 0 0 0 0,3-7 0 0 0,4-26 173 0 0,-9 34-166 0 0,-2-2-23 0 0,2 2-62 0 0,-1 0 9 0 0,1 1-1 0 0,-1 0 1 0 0,0 0-1 0 0,0-1 1 0 0,0 1-1 0 0,-1 0 1 0 0,1 0-1 0 0,-1-1 1 0 0,0 1-1 0 0,0 0 1 0 0,0 0-1 0 0,0 0 1 0 0,0 0-1 0 0,-1 0 1 0 0,1 0-1 0 0,-1 0 1 0 0,0 1-1 0 0,-2-4 0 0 0,1 3-115 0 0,1 0 0 0 0,-1 1-1 0 0,0-1 1 0 0,0 1-1 0 0,0 0 1 0 0,0 0-1 0 0,0 0 1 0 0,0 0-1 0 0,-1 0 1 0 0,1 1-1 0 0,-1 0 1 0 0,1-1 0 0 0,-1 1-1 0 0,-6-1 1 0 0,5 1-646 0 0,-1 2-311 0 0,-16 0-269 0 0,16-1-44 0 0,2 0-923 0 0,-18 0-1621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6.2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1 173 3144 0 0,'1'-5'1459'0'0,"1"-5"-533"0"0,1 1-1 0 0,1-1 1 0 0,-1 0 0 0 0,11-16-1 0 0,-12 21-757 0 0,1 1 0 0 0,0 1 0 0 0,0-1-1 0 0,0 0 1 0 0,0 1 0 0 0,0 0 0 0 0,1-1 0 0 0,0 2-1 0 0,-1-1 1 0 0,1 0 0 0 0,0 1 0 0 0,1-1-1 0 0,-1 1 1 0 0,0 0 0 0 0,8-2 0 0 0,4 0 26 0 0,-11 2-45 0 0,1 3-47 0 0,-1-2-86 0 0,1 1 1 0 0,0 1-1 0 0,-1-1 0 0 0,1 1 1 0 0,-1 0-1 0 0,1 0 0 0 0,-1 1 1 0 0,1-1-1 0 0,-1 1 0 0 0,0 1 1 0 0,0-1-1 0 0,0 1 0 0 0,0 0 0 0 0,0 0 1 0 0,0 0-1 0 0,-1 0 0 0 0,0 1 1 0 0,0 0-1 0 0,0 0 0 0 0,0 0 1 0 0,0 0-1 0 0,-1 1 0 0 0,5 8 1 0 0,3 27 45 0 0,-10-35-30 0 0,-3 0 12 0 0,-1 3 105 0 0,-1-1-1 0 0,0 1 1 0 0,0-1 0 0 0,-1 0-1 0 0,0 0 1 0 0,0 0-1 0 0,-11 10 1 0 0,14-15 170 0 0,-6 2 132 0 0,8-4-410 0 0,0 0 1 0 0,-1 1 0 0 0,1-1-1 0 0,-1 0 1 0 0,1 1 0 0 0,-1-1-1 0 0,1 0 1 0 0,-1 0 0 0 0,1 1-1 0 0,0-1 1 0 0,-1 0 0 0 0,1 0-1 0 0,-1 0 1 0 0,1 0-1 0 0,-1 0 1 0 0,1 0 0 0 0,-1 0-1 0 0,1 0 1 0 0,-1 0 0 0 0,0 0-1 0 0,1 0 1 0 0,-1 0 0 0 0,1 0-1 0 0,-1 0 1 0 0,1 0 0 0 0,0 0-1 0 0,-1-1 1 0 0,0 1-1 0 0,-1-1-20 0 0,1 0 0 0 0,0 1 0 0 0,-1-1 0 0 0,1 0 0 0 0,0 0 0 0 0,0 1 0 0 0,0-1-1 0 0,0 0 1 0 0,0 0 0 0 0,0 0 0 0 0,0-1 0 0 0,0 1 0 0 0,0 0 0 0 0,0 0-1 0 0,1 0 1 0 0,-1-1 0 0 0,0 1 0 0 0,1 0 0 0 0,-1-1 0 0 0,1 1 0 0 0,-1-1 0 0 0,1 1-1 0 0,0 0 1 0 0,0-1 0 0 0,-1 1 0 0 0,1-1 0 0 0,0 1 0 0 0,0-1 0 0 0,1 1-1 0 0,-1-1 1 0 0,0 1 0 0 0,0 0 0 0 0,2-3 0 0 0,0-6-26 0 0,1 0-1 0 0,1 1 1 0 0,0 0 0 0 0,7-13-1 0 0,-3 8-439 0 0,0 0 0 0 0,1 0 0 0 0,1 1 0 0 0,0 0 0 0 0,1 1-1 0 0,0 0 1 0 0,18-14 0 0 0,-11 16-1128 0 0,-14 9 1197 0 0,0-1-1028 0 0,0 2-345 0 0,14-4-1205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6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76 3528 0 0,'-16'15'1435'0'0,"13"-13"-157"0"0,1 1-216 0 0,-6 8-188 0 0,7-8 883 0 0,7-3-1407 0 0,17 1-88 0 0,1-2-1 0 0,0 0 1 0 0,41-9 0 0 0,81-24-865 0 0,-87 19-481 0 0,66-21-4281 0 0,-84 23 1126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7.2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62 519 4792 0 0,'0'0'7232'0'0,"1"-3"-7024"0"0,9-21-61 0 0,-1-1 0 0 0,-1 0 1 0 0,-1 0-1 0 0,-1 0 0 0 0,-2-1 0 0 0,0 0 1 0 0,-1-29-1 0 0,-6 13 6 0 0,-2 1 0 0 0,-1 0 1 0 0,-3 0-1 0 0,-17-53 0 0 0,25 90-186 0 0,-8-17 188 0 0,2 25-38 0 0,7-4-112 0 0,-1 0 1 0 0,0 0 0 0 0,0 0 0 0 0,1 0 0 0 0,-1 0 0 0 0,0 0 0 0 0,0 1 0 0 0,1-1 0 0 0,-1 0 0 0 0,0 1 0 0 0,1-1 0 0 0,-1 0 0 0 0,0 1-1 0 0,1-1 1 0 0,-1 1 0 0 0,1-1 0 0 0,-1 1 0 0 0,1-1 0 0 0,-1 1 0 0 0,1-1 0 0 0,-1 1 0 0 0,1 0 0 0 0,-1-1 0 0 0,1 2 0 0 0,-8 18 31 0 0,2 1 0 0 0,1 0 1 0 0,0 0-1 0 0,1 0 0 0 0,2 1 1 0 0,0-1-1 0 0,1 1 0 0 0,4 38 1 0 0,-1-32-101 0 0,2 0 1 0 0,1-1-1 0 0,2 1 1 0 0,0-1-1 0 0,2-1 1 0 0,18 39-1 0 0,-25-61-4 0 0,0 3-221 0 0,1-1 0 0 0,0 0 0 0 0,0 0 0 0 0,1 0 0 0 0,0 0 0 0 0,0 0 0 0 0,0-1 0 0 0,1 0 0 0 0,0 0 0 0 0,0 0 0 0 0,0 0 0 0 0,0-1 0 0 0,9 5 0 0 0,3-2-1414 0 0,-11-7-2688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7.4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1 131 2860 0 0,'0'0'4931'0'0,"2"-3"-4613"0"0,2 0-246 0 0,1 0 0 0 0,-1 0 0 0 0,0 0 0 0 0,1 0 1 0 0,0 1-1 0 0,-1 0 0 0 0,1 0 0 0 0,9-3 0 0 0,52-10 194 0 0,-25 6-205 0 0,58-14-175 0 0,8-2-1190 0 0,-38 3-2533 0 0,-48 14 47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7.7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 3536 0 0,'0'0'5397'0'0,"-1"3"-4618"0"0,0 2-468 0 0,1 1-1 0 0,-1-1 0 0 0,1 1 1 0 0,0-1-1 0 0,1 1 1 0 0,-1-1-1 0 0,1 0 0 0 0,0 1 1 0 0,0-1-1 0 0,4 9 1 0 0,30 99-541 0 0,-34-109-99 0 0,-1-3 277 0 0,1 1 0 0 0,-1-1 0 0 0,0 0 0 0 0,0 1 0 0 0,1-1-1 0 0,-1 0 1 0 0,0 1 0 0 0,1-1 0 0 0,-1 0 0 0 0,1 1-1 0 0,0-1 1 0 0,1 2 0 0 0,-1-2-49 0 0,0 3-302 0 0,3 4-438 0 0,-1 2 231 0 0,3-8-4141 0 0,12-7 2850 0 0,-14 4-1342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8.1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17 2592 0 0,'-3'-2'1209'0'0,"-29"-10"1967"0"0,28 11-2566 0 0,0 2-86 0 0,-13 2-82 0 0,13-3-70 0 0,0 2-107 0 0,-4 3-65 0 0,-1 1 0 0 0,1 0 0 0 0,0 0 0 0 0,-7 8 0 0 0,13-12-54 0 0,-6 19 56 0 0,6-17-140 0 0,2-1 0 0 0,0 34 67 0 0,0-34-110 0 0,3-1-1 0 0,8 5-18 0 0,-9-5 34 0 0,3-2-16 0 0,12-1 6 0 0,-13 1 52 0 0,-3-1-71 0 0,-1 1 0 0 0,0 0 0 0 0,0-1 1 0 0,1 1-1 0 0,-1-1 0 0 0,0 1 1 0 0,1 0-1 0 0,-1-1 0 0 0,1 1 0 0 0,-1 0 1 0 0,0-1-1 0 0,1 1 0 0 0,-1 0 1 0 0,1-1-1 0 0,-1 1 0 0 0,1 0 0 0 0,-1 0 1 0 0,0 0-1 0 0,1-1 0 0 0,-1 1 0 0 0,1 0 1 0 0,-1 0-1 0 0,1 0 0 0 0,0 0 1 0 0,16-8 240 0 0,-11 2-87 0 0,0 0 1 0 0,0 0-1 0 0,-1 0 0 0 0,0-1 1 0 0,0 0-1 0 0,-1 0 1 0 0,4-9-1 0 0,-6 13-74 0 0,-2 1-88 0 0,1 1 0 0 0,-1 0 1 0 0,0-1-1 0 0,0 1 0 0 0,1-1 1 0 0,-1 1-1 0 0,0-1 0 0 0,0 1 1 0 0,0-1-1 0 0,0 1 0 0 0,-1-1 1 0 0,1 1-1 0 0,0-1 0 0 0,-1 1 1 0 0,1 0-1 0 0,-1-1 0 0 0,1 1 1 0 0,-1 0-1 0 0,0-1 0 0 0,1 1 1 0 0,-1 0-1 0 0,0 0 0 0 0,0-1 1 0 0,0 1-1 0 0,0 0 0 0 0,0 0 1 0 0,0 0-1 0 0,0 0 0 0 0,0 0 1 0 0,-1 0-1 0 0,-1-1 0 0 0,1 2-56 0 0,0-1 0 0 0,0 1-1 0 0,0-1 1 0 0,0 1 0 0 0,0 0-1 0 0,-1 0 1 0 0,1 0 0 0 0,0 0 0 0 0,0 0-1 0 0,0 0 1 0 0,0 1 0 0 0,0-1-1 0 0,0 1 1 0 0,0-1 0 0 0,0 1-1 0 0,0 0 1 0 0,1 0 0 0 0,-1 0 0 0 0,0 0-1 0 0,0 0 1 0 0,1 0 0 0 0,-1 0-1 0 0,0 0 1 0 0,-2 3 0 0 0,-2 3-522 0 0,-1 0-1 0 0,1 0 1 0 0,-9 15 0 0 0,13-19 84 0 0,0 0 0 0 0,0 1 0 0 0,0-1 0 0 0,1 1 0 0 0,0-1 0 0 0,0 1-1 0 0,0 0 1 0 0,0-1 0 0 0,0 1 0 0 0,0 4 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8.8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64 3368 0 0,'0'0'1284'0'0,"4"-1"-273"0"0,0 0-610 0 0,0 1 1 0 0,0-1 0 0 0,-1 1 0 0 0,1 0 0 0 0,0 0-1 0 0,0 0 1 0 0,0 1 0 0 0,5 0 0 0 0,-5 0-42 0 0,-2 2-49 0 0,3 3-190 0 0,-1 0 0 0 0,0 0 0 0 0,0 1-1 0 0,0 0 1 0 0,-1 0 0 0 0,0 0 0 0 0,2 10-1 0 0,3 20 117 0 0,-8-33-158 0 0,1 1 16 0 0,4 38 336 0 0,-5-39 352 0 0,0 0-511 0 0,0 9 999 0 0,-5-27-769 0 0,4 9-455 0 0,1 1-31 0 0,1-7-30 0 0,0 1-1 0 0,1-1 0 0 0,0 0 0 0 0,0 1 0 0 0,1 0 1 0 0,0 0-1 0 0,1-1 0 0 0,0 2 0 0 0,1-1 0 0 0,0 1 1 0 0,1-1-1 0 0,0 1 0 0 0,0 1 0 0 0,9-10 0 0 0,-13 16-27 0 0,7-3 6 0 0,-9 5 32 0 0,1 0 0 0 0,-1-1 0 0 0,0 1 0 0 0,1 0 0 0 0,-1-1 0 0 0,1 1 0 0 0,-1 0-1 0 0,1-1 1 0 0,-1 1 0 0 0,1 0 0 0 0,-1 0 0 0 0,1 0 0 0 0,-1-1 0 0 0,1 1 0 0 0,-1 0 0 0 0,1 0 0 0 0,-1 0 0 0 0,1 0 0 0 0,0 0 0 0 0,-1 0 0 0 0,1 0 0 0 0,-1 0 0 0 0,1 0 0 0 0,-1 0 0 0 0,1 1 0 0 0,-1-1-1 0 0,1 0 1 0 0,-1 0 0 0 0,2 1 0 0 0,0 0-1 0 0,1 0 0 0 0,0 0-1 0 0,0 0 1 0 0,-1 1-1 0 0,1-1 1 0 0,-1 1-1 0 0,1 0 1 0 0,-1 0 0 0 0,0-1-1 0 0,0 2 1 0 0,0-1-1 0 0,0 0 1 0 0,0 0 0 0 0,0 1-1 0 0,0-1 1 0 0,-1 1-1 0 0,1-1 1 0 0,1 6 0 0 0,7 26-27 0 0,-9-30 14 0 0,-1 1 2 0 0,8 64-47 0 0,-8-65 588 0 0,3-7-511 0 0,1 1-9 0 0,0-2-3 0 0,7-30 36 0 0,-6 19-22 0 0,-1-1-1 0 0,2 1 1 0 0,0-1 0 0 0,1 2 0 0 0,0-1-1 0 0,1 1 1 0 0,1 0 0 0 0,16-20-1 0 0,-23 32-47 0 0,4-2 84 0 0,-6 3-47 0 0,1 1 0 0 0,-1 0 0 0 0,0-1 1 0 0,0 1-1 0 0,1 0 0 0 0,-1-1 0 0 0,0 1 0 0 0,1 0 0 0 0,-1 0 0 0 0,0-1 0 0 0,1 1 0 0 0,-1 0 0 0 0,0 0 0 0 0,1 0 1 0 0,-1-1-1 0 0,0 1 0 0 0,1 0 0 0 0,-1 0 0 0 0,1 0 0 0 0,-1 0 0 0 0,0 0 0 0 0,1 0 0 0 0,-1 0 0 0 0,1 0 0 0 0,-1 0 1 0 0,0 0-1 0 0,1 0 0 0 0,-1 0 0 0 0,1 0 0 0 0,-1 0 0 0 0,0 0 0 0 0,1 0 0 0 0,-1 1 0 0 0,1-1 0 0 0,3 2-1 0 0,-1 1-1 0 0,0 0 0 0 0,0-1 0 0 0,0 1 0 0 0,0 1 0 0 0,0-1 1 0 0,-1 0-1 0 0,0 0 0 0 0,1 1 0 0 0,-1-1 0 0 0,0 1 0 0 0,-1 0 1 0 0,1 0-1 0 0,-1 0 0 0 0,2 4 0 0 0,21 81-644 0 0,-23-85 299 0 0,1 0-60 0 0,3 13-54 0 0,-3-12-53 0 0,0-2-45 0 0,4 11-32 0 0,-4-11-95 0 0,1-1-1145 0 0,10 6 839 0 0,-10-6-83 0 0,1-2-2236 0 0,15-4-264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9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44 199 2640 0 0,'0'0'1033'0'0,"2"-3"-128"0"0,0-1-440 0 0,0 0 0 0 0,1 0 0 0 0,0 1 0 0 0,0-1 0 0 0,0 1 0 0 0,0 0 0 0 0,1 0 0 0 0,-1 0 0 0 0,5-3 0 0 0,-5 5-373 0 0,18-10-108 0 0,-18 9 35 0 0,0 0 0 0 0,0 0 1 0 0,1-1-1 0 0,-1 1 0 0 0,-1-1 0 0 0,6-5 0 0 0,-5 5-5 0 0,0 0 16 0 0,1 0 0 0 0,-1 0 1 0 0,0-1-1 0 0,-1 1 0 0 0,1-1 1 0 0,0 1-1 0 0,-1-1 0 0 0,0 0 1 0 0,0 0-1 0 0,0 0 0 0 0,-1 0 1 0 0,1-1-1 0 0,-1 1 0 0 0,0 0 1 0 0,0-1-1 0 0,0 1 0 0 0,-1 0 1 0 0,0-1-1 0 0,1 1 0 0 0,-2-1 1 0 0,0-6-1 0 0,1 7 157 0 0,-14-9 396 0 0,12 10-213 0 0,-9-1 220 0 0,10 4-537 0 0,0-1-1 0 0,0 1 0 0 0,1 0 0 0 0,-1-1 1 0 0,0 1-1 0 0,0 0 0 0 0,0-1 1 0 0,0 1-1 0 0,1 0 0 0 0,-1 0 1 0 0,0 0-1 0 0,0 0 0 0 0,0-1 1 0 0,0 1-1 0 0,0 1 0 0 0,0-1 1 0 0,0 0-1 0 0,1 0 0 0 0,-1 0 1 0 0,-2 1-1 0 0,-2-1 74 0 0,-1 1 1 0 0,1 0-1 0 0,-1 0 1 0 0,1 1-1 0 0,0 0 0 0 0,-1 0 1 0 0,1 0-1 0 0,0 0 1 0 0,0 1-1 0 0,1 0 1 0 0,-1 0-1 0 0,0 0 1 0 0,-6 6-1 0 0,6-3-30 0 0,0 1 0 0 0,0-1 0 0 0,1 1-1 0 0,0 0 1 0 0,0 0 0 0 0,-4 12 0 0 0,6-15-70 0 0,1 0 0 0 0,0 0 0 0 0,0 0 0 0 0,0 1 0 0 0,0-1 0 0 0,1 1 0 0 0,0-1 0 0 0,0 0 0 0 0,0 1 0 0 0,0-1 0 0 0,1 0 0 0 0,0 1 0 0 0,0-1 0 0 0,0 0 0 0 0,0 0 0 0 0,3 5 0 0 0,-1-2-42 0 0,0 0 1 0 0,1 0 0 0 0,0 0-1 0 0,1-1 1 0 0,-1 1 0 0 0,10 8-1 0 0,-11-12-61 0 0,0 0 1 0 0,0-1-1 0 0,1 0 0 0 0,-1 1 0 0 0,0-1 1 0 0,1 0-1 0 0,0-1 0 0 0,-1 1 0 0 0,1-1 1 0 0,0 1-1 0 0,0-1 0 0 0,0 0 0 0 0,0-1 0 0 0,0 1 1 0 0,0-1-1 0 0,0 1 0 0 0,4-2 0 0 0,8-1-656 0 0,0 0 1 0 0,0-1-1 0 0,-1-1 0 0 0,0-1 0 0 0,0 0 0 0 0,0-1 1 0 0,0-1-1 0 0,-1 0 0 0 0,0-1 0 0 0,-1 0 0 0 0,0-2 0 0 0,0 1 1 0 0,21-22-1 0 0,-17 13-3309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19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275 10 3028 0 0,'-3'-2'1102'0'0,"1"1"-899"0"0,0 0 1 0 0,0 0-1 0 0,0 0 0 0 0,0 0 0 0 0,0 0 0 0 0,0 1 0 0 0,0-1 0 0 0,0 1 0 0 0,0 0 0 0 0,-1-1 0 0 0,1 1 0 0 0,0 0 1 0 0,0 0-1 0 0,0 0 0 0 0,0 1 0 0 0,0-1 0 0 0,-1 0 0 0 0,1 1 0 0 0,0-1 0 0 0,0 1 0 0 0,0 0 0 0 0,-3 1 0 0 0,0 1-52 0 0,0-1-1 0 0,0 1 1 0 0,0 0-1 0 0,1 1 1 0 0,-1-1-1 0 0,1 1 1 0 0,0 0-1 0 0,0 0 1 0 0,0 0-1 0 0,0 0 1 0 0,1 1-1 0 0,-1-1 1 0 0,-3 8-1 0 0,6-9 14 0 0,1 3-30 0 0,1-1-112 0 0,-1 0 0 0 0,1 0 0 0 0,0 0 0 0 0,0 0 0 0 0,0-1 0 0 0,1 1 0 0 0,0 0 0 0 0,0 0 0 0 0,0-1 0 0 0,1 0 0 0 0,-1 1-1 0 0,1-1 1 0 0,0 0 0 0 0,0 0 0 0 0,0 0 0 0 0,1-1 0 0 0,5 5 0 0 0,11 7-57 0 0,0-2-1 0 0,1 0 0 0 0,32 13 1 0 0,14 10-62 0 0,-64-34 41 0 0,0 4-8 0 0,-3-5 62 0 0,0-1 0 0 0,1 1 0 0 0,-1-1 0 0 0,0 1 1 0 0,0-1-1 0 0,1 0 0 0 0,-1 1 0 0 0,0-1 0 0 0,0 1 0 0 0,0-1 0 0 0,1 1 1 0 0,-1-1-1 0 0,0 1 0 0 0,0 0 0 0 0,0-1 0 0 0,0 1 0 0 0,0-1 1 0 0,0 1-1 0 0,0-1 0 0 0,0 1 0 0 0,0-1 0 0 0,-1 1 0 0 0,1-1 1 0 0,0 1-1 0 0,0-1 0 0 0,0 1 0 0 0,0-1 0 0 0,-1 1 0 0 0,1-1 1 0 0,0 1-1 0 0,-1-1 0 0 0,1 1 0 0 0,-7 5-24 0 0,0 0 1 0 0,-1 0-1 0 0,1-1 1 0 0,-1 0-1 0 0,0-1 1 0 0,0 0-1 0 0,-1 0 1 0 0,1 0-1 0 0,-11 2 1 0 0,-91 21-1031 0 0,84-22 576 0 0,-99 15-4564 0 0,88-15 738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0.9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64 446 2396 0 0,'-14'13'8982'0'0,"14"-17"-8852"0"0,3-11 9 0 0,-2 11-62 0 0,19-84 207 0 0,-17 64-242 0 0,-2 1-1 0 0,0-1 1 0 0,-1 1 0 0 0,-1-1 0 0 0,-2 1 0 0 0,-5-26-1 0 0,4 29-7 0 0,1 4-14 0 0,-1 0 1 0 0,-1 1-1 0 0,-8-17 1 0 0,-3-12 31 0 0,15 41-14 0 0,-1 0-32 0 0,2 3 6 0 0,0-1 0 0 0,0 1-1 0 0,0-1 1 0 0,-1 1 0 0 0,1-1-1 0 0,0 1 1 0 0,0-1-1 0 0,-1 1 1 0 0,1-1 0 0 0,-1 1-1 0 0,1 0 1 0 0,0-1-1 0 0,-1 1 1 0 0,1 0 0 0 0,-1-1-1 0 0,1 1 1 0 0,-1 0 0 0 0,1 0-1 0 0,0-1 1 0 0,-1 1-1 0 0,1 0 1 0 0,-1 0 0 0 0,1 0-1 0 0,-2 0 1 0 0,2 0-4 0 0,-1 1 0 0 0,0-1 0 0 0,1 1 0 0 0,-1-1 0 0 0,1 1-1 0 0,-1 0 1 0 0,1-1 0 0 0,-1 1 0 0 0,1 0 0 0 0,-1-1 0 0 0,1 1 0 0 0,-1 0 0 0 0,1-1 0 0 0,0 1 0 0 0,0 0 0 0 0,-1 0 0 0 0,1 0 0 0 0,0-1 0 0 0,0 1 0 0 0,0 0 0 0 0,0 0 0 0 0,0 0 0 0 0,0 0-1 0 0,0-1 1 0 0,0 1 0 0 0,0 0 0 0 0,0 0 0 0 0,1 0 0 0 0,2 44-79 0 0,3 0-1 0 0,2-1 0 0 0,1 1 1 0 0,22 61-1 0 0,7 30-5491 0 0,-37-132 4313 0 0,-1 1-910 0 0,1 19-1502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1.1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13 225 3088 0 0,'0'0'1463'0'0,"-2"-3"-190"0"0,1 2-1139 0 0,0-1-1 0 0,0 1 1 0 0,0-1 0 0 0,0 1-1 0 0,0-1 1 0 0,0 1 0 0 0,1-1 0 0 0,-1 1-1 0 0,0-1 1 0 0,1 0 0 0 0,0 1-1 0 0,-1-1 1 0 0,1 0 0 0 0,0 1-1 0 0,0-1 1 0 0,0 0 0 0 0,0 0 0 0 0,0 1-1 0 0,0-1 1 0 0,0 0 0 0 0,1 1-1 0 0,-1-1 1 0 0,1 0 0 0 0,-1 1 0 0 0,1-1-1 0 0,0 1 1 0 0,-1-1 0 0 0,1 0-1 0 0,0 1 1 0 0,0 0 0 0 0,2-3 0 0 0,2 0-87 0 0,0-1 0 0 0,0 1 1 0 0,1 0-1 0 0,-1 0 0 0 0,1 1 1 0 0,0 0-1 0 0,13-5 1 0 0,85-31-147 0 0,10-4-1722 0 0,-41 6-2656 0 0,-48 22 432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2.0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 53 3356 0 0,'-4'-8'941'0'0,"-1"-1"0"0"0,0 1 0 0 0,-1 0-1 0 0,-7-9 1 0 0,10 14-35 0 0,-1 5-351 0 0,3-2-512 0 0,0 0 1 0 0,0 0-1 0 0,0 0 1 0 0,0 1-1 0 0,0-1 1 0 0,-1 1-1 0 0,1-1 1 0 0,0 1-1 0 0,0-1 1 0 0,0 1-1 0 0,0 0 1 0 0,0-1-1 0 0,1 1 0 0 0,-2 1 1 0 0,-4 11 143 0 0,2 0 1 0 0,0 0-1 0 0,0 1 1 0 0,1 0-1 0 0,1-1 1 0 0,0 1-1 0 0,0 20 1 0 0,8 109 91 0 0,-3-86-133 0 0,0-10-18 0 0,0 84 180 0 0,1-43 95 0 0,-4-84 197 0 0,1 0-450 0 0,-1-3-140 0 0,0-1 0 0 0,0 1 0 0 0,0-1 1 0 0,0 1-1 0 0,0-1 0 0 0,0 1 1 0 0,0-1-1 0 0,0 1 0 0 0,0-1 0 0 0,0 1 1 0 0,1-1-1 0 0,-1 1 0 0 0,0-1 1 0 0,0 1-1 0 0,0-1 0 0 0,1 0 0 0 0,-1 1 1 0 0,0-1-1 0 0,1 1 0 0 0,-1-1 1 0 0,0 0-1 0 0,1 1 0 0 0,-1-1 1 0 0,0 0-1 0 0,1 1 0 0 0,-1-1 0 0 0,1 0 1 0 0,-1 0-1 0 0,1 1 0 0 0,-1-1 1 0 0,0 0-1 0 0,1 0 0 0 0,-1 0 0 0 0,1 0 1 0 0,0 1-1 0 0,0-2-2 0 0,1 0 1 0 0,-1 1-1 0 0,0-1 0 0 0,0 0 1 0 0,1 0-1 0 0,-1 0 0 0 0,0 0 1 0 0,0 0-1 0 0,0 0 0 0 0,0 0 1 0 0,0 0-1 0 0,1-2 0 0 0,32-55-44 0 0,-27 45 87 0 0,51-72-77 0 0,-56 82 15 0 0,17-12-13 0 0,-15 15 39 0 0,13 2 4 0 0,-13-1 1 0 0,-1 2 0 0 0,2 1 0 0 0,0 0 0 0 0,-1 1 0 0 0,0-1 1 0 0,0 1-1 0 0,0 0 0 0 0,6 10 0 0 0,-3 3-173 0 0,-1 0 0 0 0,7 32 0 0 0,-11-48-30 0 0,-1 1-1 0 0,0-1 0 0 0,1 1 1 0 0,-1-1-1 0 0,1 0 1 0 0,0 0-1 0 0,-1 0 0 0 0,1 0 1 0 0,0 0-1 0 0,1 0 0 0 0,3 3 1 0 0,-3-3-298 0 0,2-2-456 0 0,-1 0 845 0 0,1-1 0 0 0,-1 1 0 0 0,0-1 0 0 0,1 0 1 0 0,-1 0-1 0 0,0 0 0 0 0,0 0 0 0 0,0-1 0 0 0,0 1 0 0 0,0-1 1 0 0,0 0-1 0 0,-1-1 0 0 0,1 1 0 0 0,0-1 0 0 0,-1 1 1 0 0,0-1-1 0 0,0 0 0 0 0,0 0 0 0 0,0 0 0 0 0,3-5 0 0 0,26-40 40 0 0,-30 45 154 0 0,-1 0-7 0 0,5-8-32 0 0,-5 8 83 0 0,1 1-120 0 0,19-21 88 0 0,-19 21-104 0 0,0-1 14 0 0,20-30 235 0 0,-20 30-212 0 0,0-1 9 0 0,0-4 16 0 0,0-1 1 0 0,0 1-1 0 0,-1 0 0 0 0,0-1 1 0 0,0-9-1 0 0,-1 15-22 0 0,-12-17 169 0 0,11 19-189 0 0,0 0 1 0 0,-1 0-1 0 0,1 0 0 0 0,-1 0 0 0 0,1 0 1 0 0,-1 1-1 0 0,0-1 0 0 0,1 0 0 0 0,-1 1 1 0 0,0-1-1 0 0,1 1 0 0 0,-1 0 0 0 0,0 0 1 0 0,0 0-1 0 0,1-1 0 0 0,-1 1 0 0 0,0 1 1 0 0,0-1-1 0 0,1 0 0 0 0,-1 0 0 0 0,0 1 1 0 0,0-1-1 0 0,1 1 0 0 0,-1-1 0 0 0,0 1 1 0 0,-1 1-1 0 0,-4 5 58 0 0,1 1 1 0 0,0 0-1 0 0,0 0 0 0 0,0 0 1 0 0,1 0-1 0 0,1 1 0 0 0,-1 0 1 0 0,1 0-1 0 0,1 1 0 0 0,0-1 0 0 0,0 1 1 0 0,1-1-1 0 0,0 1 0 0 0,0 13 1 0 0,2-20-82 0 0,0 1 0 0 0,0-1-1 0 0,1 1 1 0 0,-1-1 0 0 0,1 1 0 0 0,0-1 0 0 0,0 1 0 0 0,1-1 0 0 0,-1 0 0 0 0,1 1-1 0 0,-1-1 1 0 0,4 5 0 0 0,-3-5-4 0 0,0 0-19 0 0,0-1 0 0 0,0 1 0 0 0,0-1 0 0 0,1 1 0 0 0,-1-1 0 0 0,1 0 0 0 0,-1 0 0 0 0,1 0 0 0 0,0 0 0 0 0,-1 0 0 0 0,1-1 0 0 0,0 1 0 0 0,0-1 0 0 0,0 0 0 0 0,4 1 0 0 0,-3-1-21 0 0,3 1-119 0 0,0 0 0 0 0,0 0 1 0 0,1-1-1 0 0,-1-1 0 0 0,1 1 0 0 0,-1-1 0 0 0,1 0 0 0 0,9-2 1 0 0,2-1-556 0 0,0 0 1 0 0,19-7 0 0 0,28-16-3270 0 0,-34 11-326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7.9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 3760 0 0,'7'-48'5778'0'0,"-7"45"-2477"0"0,2 7-2992 0 0,7 32 58 0 0,-2 0 0 0 0,-1 1 0 0 0,2 48 0 0 0,3 22-131 0 0,-10-98-234 0 0,2 21 43 0 0,2 0 1 0 0,1 0-1 0 0,1-1 1 0 0,22 57-1 0 0,-28-84-53 0 0,1 0 1 0 0,-1 1-1 0 0,1-1 0 0 0,0 0 0 0 0,0 0 0 0 0,0 0 0 0 0,0-1 0 0 0,0 1 0 0 0,0 0 0 0 0,0-1 0 0 0,0 1 1 0 0,1-1-1 0 0,3 2 0 0 0,-3-1-22 0 0,0-1-143 0 0,3-1-70 0 0,0 0-73 0 0,1 0 1 0 0,-1-1-1 0 0,0 0 1 0 0,1 0 0 0 0,-1 0-1 0 0,0-1 1 0 0,0 0-1 0 0,0 0 1 0 0,0-1 0 0 0,0 0-1 0 0,-1 0 1 0 0,1 0-1 0 0,-1 0 1 0 0,1-1 0 0 0,-1 0-1 0 0,0 0 1 0 0,7-9-1 0 0,-11 12 123 0 0,0 0 0 0 0,0 0 0 0 0,-1 1 0 0 0,1-1 0 0 0,0 0 0 0 0,-1 0 0 0 0,1-1 0 0 0,-1 1 0 0 0,1 0 0 0 0,-1 0 0 0 0,1 0 0 0 0,-1 0 0 0 0,0 0 0 0 0,0-1 0 0 0,1 1 0 0 0,-1-2 0 0 0,0 0-749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8.1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56 127 2348 0 0,'0'0'1317'0'0,"-5"0"-206"0"0,-21-1 1536 0 0,22 1-1931 0 0,-13 1-116 0 0,13-1 995 0 0,8-3-1442 0 0,14-7-309 0 0,1 1 0 0 0,1 0 0 0 0,-1 1 0 0 0,40-10 0 0 0,-2 0-971 0 0,58-24-4102 0 0,-93 32 1918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8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75 1524 0 0,'0'0'840'0'0,"-1"4"40"0"0,-2 24 1260 0 0,3-27-2095 0 0,0 0 1 0 0,0 0 0 0 0,1-1 0 0 0,-1 1-1 0 0,0 0 1 0 0,0 0 0 0 0,0-1 0 0 0,1 1-1 0 0,-1 0 1 0 0,0 0 0 0 0,1-1 0 0 0,-1 1-1 0 0,1-1 1 0 0,-1 1 0 0 0,1 0 0 0 0,-1-1-1 0 0,1 1 1 0 0,-1-1 0 0 0,1 1 0 0 0,0-1-1 0 0,-1 1 1 0 0,1-1 0 0 0,0 0 0 0 0,-1 1-1 0 0,1-1 1 0 0,0 0 0 0 0,0 1 0 0 0,-1-1-1 0 0,1 0 1 0 0,0 0 0 0 0,0 0 0 0 0,-1 0-1 0 0,1 0 1 0 0,0 0 0 0 0,0 0 0 0 0,-1 0-1 0 0,1 0 1 0 0,0 0 0 0 0,0 0 0 0 0,0 0-1 0 0,-1 0 1 0 0,1-1 0 0 0,0 1 0 0 0,-1 0-1 0 0,2-1 1 0 0,11-4 155 0 0,-1 0 0 0 0,1 0-1 0 0,-1-1 1 0 0,-1-1 0 0 0,1 0 0 0 0,-1 0 0 0 0,0-1 0 0 0,-1-1-1 0 0,11-11 1 0 0,-18 18-113 0 0,-3 2-81 0 0,1-1 1 0 0,-1 1 0 0 0,1-1 0 0 0,0 0 0 0 0,-1 1 0 0 0,1-1 0 0 0,-1 0 0 0 0,0 1 0 0 0,1-1 0 0 0,-1 0 0 0 0,1 1 0 0 0,-1-1 0 0 0,0 0-1 0 0,0 0 1 0 0,1 0 0 0 0,-1 1 0 0 0,0-1 0 0 0,0 0 0 0 0,0 0 0 0 0,0 0 0 0 0,0 1 0 0 0,0-1 0 0 0,0 0 0 0 0,0 0 0 0 0,-1 0 0 0 0,-2-21 41 0 0,-4 22 16 0 0,1 0 0 0 0,0 1 0 0 0,0 0 0 0 0,0 0 0 0 0,1 0 0 0 0,-1 0 0 0 0,0 1 0 0 0,0 0 1 0 0,1 0-1 0 0,-1 1 0 0 0,1 0 0 0 0,0 0 0 0 0,-1 0 0 0 0,1 0 0 0 0,1 1 0 0 0,-1 0 0 0 0,1 0 0 0 0,-1 0 0 0 0,1 0 0 0 0,0 1 0 0 0,0 0 0 0 0,1 0 1 0 0,0 0-1 0 0,0 0 0 0 0,0 0 0 0 0,0 1 0 0 0,1-1 0 0 0,0 1 0 0 0,-2 8 0 0 0,3-11-48 0 0,1 1-1 0 0,0-1 1 0 0,0 0-1 0 0,0 0 1 0 0,0 0-1 0 0,1 0 1 0 0,0 0-1 0 0,-1 1 1 0 0,1-1-1 0 0,0 0 1 0 0,0-1-1 0 0,0 1 1 0 0,1 0-1 0 0,-1 0 1 0 0,1 0-1 0 0,2 2 1 0 0,-1 0-15 0 0,0-1 1 0 0,0 0-1 0 0,1 0 1 0 0,0 0-1 0 0,0-1 1 0 0,0 1-1 0 0,8 5 1 0 0,-4-5-167 0 0,-1 0 0 0 0,1-1-1 0 0,0 1 1 0 0,0-2 0 0 0,0 1 0 0 0,0-1 0 0 0,1 0 0 0 0,-1-1 0 0 0,0 0 0 0 0,1 0-1 0 0,-1-1 1 0 0,1 0 0 0 0,-1 0 0 0 0,1-1 0 0 0,-1 0 0 0 0,1-1 0 0 0,-1 0 0 0 0,13-4-1 0 0,-10 1-686 0 0,-1 0-1 0 0,0 0 1 0 0,0-1-1 0 0,0 0 1 0 0,12-11-1 0 0,-19 15 258 0 0,-3 0 525 0 0,0 1 0 0 0,1 0 0 0 0,-1 0-1 0 0,1 0 1 0 0,-1-1 0 0 0,1 1 0 0 0,0 0 0 0 0,-1 0-1 0 0,1 0 1 0 0,0 0 0 0 0,0 0 0 0 0,1-1 0 0 0,0 1-80 0 0,0-3-565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8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0 175 1872 0 0,'0'0'363'0'0,"0"-5"30"0"0,0-13 11 0 0,0 13 306 0 0,1 1-360 0 0,0-14-27 0 0,-1 13 280 0 0,1 1-379 0 0,-1 1-153 0 0,1 1 1 0 0,0-1 0 0 0,-1 1-1 0 0,1-1 1 0 0,0 1-1 0 0,0 0 1 0 0,1-1-1 0 0,-1 1 1 0 0,0 0 0 0 0,1 0-1 0 0,-1 0 1 0 0,1 0-1 0 0,0 0 1 0 0,0 0-1 0 0,0 0 1 0 0,0 1 0 0 0,0-1-1 0 0,0 1 1 0 0,4-3-1 0 0,-3 3 306 0 0,1 3-325 0 0,0-1-30 0 0,10 6-56 0 0,-11-3 93 0 0,0 0 0 0 0,0 0 0 0 0,0 0 0 0 0,-1 1 0 0 0,1-1 0 0 0,2 7 0 0 0,-1 2 50 0 0,0 1 0 0 0,3 22 1 0 0,-6-32 140 0 0,-1 1-69 0 0,1 16-10 0 0,-1-15-8 0 0,-2 15 220 0 0,1-16 226 0 0,-7 15 3784 0 0,7-21-4344 0 0,-1 0 0 0 0,1 1 1 0 0,-1-1-1 0 0,1 0 0 0 0,0 0 0 0 0,-1 0 0 0 0,1 0 0 0 0,0 0 0 0 0,0 0 0 0 0,0-1 0 0 0,0 1 0 0 0,0 0 0 0 0,0-1 0 0 0,0 1 1 0 0,0 0-1 0 0,0-1 0 0 0,1 1 0 0 0,-1-1 0 0 0,0 1 0 0 0,0-4 0 0 0,0 2 108 0 0,1-4-20 0 0,1-5-145 0 0,0-1 1 0 0,1 1-1 0 0,1-1 1 0 0,0 1-1 0 0,0 0 0 0 0,11-23 1 0 0,-7 22-575 0 0,0 0 0 0 0,1 0 0 0 0,1 1 0 0 0,12-14 0 0 0,-15 19-730 0 0,1 1 0 0 0,0-1 0 0 0,0 1 0 0 0,9-5 0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29.9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0 120 3000 0 0,'1'-3'1447'0'0,"-1"2"-1268"0"0,0 0-1 0 0,0 0 1 0 0,0 1 0 0 0,0-1-1 0 0,1 0 1 0 0,-1 1 0 0 0,0-1-1 0 0,0 0 1 0 0,1 1 0 0 0,-1-1-1 0 0,0 1 1 0 0,1-1 0 0 0,-1 0-1 0 0,0 1 1 0 0,1-1 0 0 0,-1 1-1 0 0,1-1 1 0 0,-1 1 0 0 0,1-1-1 0 0,-1 1 1 0 0,1-1 0 0 0,-1 1-1 0 0,1 0 1 0 0,0-1 0 0 0,-1 1-1 0 0,1 0 1 0 0,0 0 0 0 0,-1-1-1 0 0,1 1 1 0 0,0 0 0 0 0,0 0-1 0 0,9 1-604 0 0,-6-1 526 0 0,-3 6-55 0 0,0-1 1 0 0,1 0 0 0 0,0 0 0 0 0,0 0-1 0 0,5 10 1 0 0,-6-12-44 0 0,1 1 33 0 0,-2-2-22 0 0,1-1-1 0 0,0 0 1 0 0,-1 1 0 0 0,1-1 0 0 0,-1 1 0 0 0,1-1-1 0 0,-1 1 1 0 0,0-1 0 0 0,0 1 0 0 0,1-1-1 0 0,-1 1 1 0 0,-1 2 0 0 0,1-2 11 0 0,1 3 11 0 0,0-1-41 0 0,1 11 8 0 0,-2-11 64 0 0,0 1 65 0 0,0 13-51 0 0,0-14 2094 0 0,-2-6-2042 0 0,1-1-109 0 0,0 1 0 0 0,-1-1 0 0 0,1 0 0 0 0,0 0 0 0 0,0 1-1 0 0,1-1 1 0 0,-1 0 0 0 0,1 0 0 0 0,-1 0 0 0 0,1 0 0 0 0,0 0 0 0 0,0 0-1 0 0,0 0 1 0 0,0 0 0 0 0,1 0 0 0 0,-1 0 0 0 0,1 0 0 0 0,0 1 0 0 0,0-1 0 0 0,1-4-1 0 0,3-5-8 0 0,-1 1 0 0 0,2 0 0 0 0,8-15 0 0 0,-11 23-35 0 0,0-1 1 0 0,0 1 0 0 0,0 0 0 0 0,0 0 0 0 0,0 0-1 0 0,1 0 1 0 0,0 1 0 0 0,-1 0 0 0 0,1-1 0 0 0,0 1-1 0 0,0 1 1 0 0,0-1 0 0 0,6-1 0 0 0,-6 1-17 0 0,1 3 4 0 0,-1-1 27 0 0,0 1 0 0 0,1 0 0 0 0,-1 0 0 0 0,0 1 1 0 0,0-1-1 0 0,0 1 0 0 0,0 0 0 0 0,0 0 0 0 0,0 1 0 0 0,0-1 0 0 0,-1 1 1 0 0,1-1-1 0 0,-1 1 0 0 0,1 0 0 0 0,-1 1 0 0 0,0-1 0 0 0,3 5 1 0 0,-5-5-7 0 0,1 1-4 0 0,7 38-13 0 0,-8-38 22 0 0,-1 0-109 0 0,0 13 110 0 0,0-13 80 0 0,-5 12 170 0 0,3-26-203 0 0,1 0 0 0 0,0 0 0 0 0,1 0 0 0 0,0 0 0 0 0,1 0 0 0 0,0 1 1 0 0,1-1-1 0 0,0 0 0 0 0,0 0 0 0 0,1 1 0 0 0,0-1 0 0 0,1 1 1 0 0,0 0-1 0 0,0 0 0 0 0,1 0 0 0 0,0 0 0 0 0,12-13 0 0 0,-15 20-44 0 0,0 0 0 0 0,0 1 1 0 0,0-1-1 0 0,0 1 0 0 0,0 0 0 0 0,0 0 0 0 0,1 0 0 0 0,-1 0 0 0 0,0 0 0 0 0,1 0 0 0 0,-1 0 0 0 0,1 1 1 0 0,-1-1-1 0 0,1 1 0 0 0,-1 0 0 0 0,5 0 0 0 0,-4 0-1 0 0,5 1-15 0 0,-4 0-1 0 0,-1 0-1 0 0,1 1 1 0 0,0 0-1 0 0,-1-1 1 0 0,1 1-1 0 0,-1 1 1 0 0,0-1-1 0 0,0 0 1 0 0,1 1-1 0 0,-2 0 1 0 0,1 0-1 0 0,0 0 1 0 0,-1 0-1 0 0,1 0 1 0 0,-1 0-1 0 0,0 1 1 0 0,0-1-1 0 0,0 1 1 0 0,0-1-1 0 0,1 7 1 0 0,0-4-68 0 0,0 6-128 0 0,-1-1 1 0 0,0 1-1 0 0,-1-1 1 0 0,0 1-1 0 0,0 0 1 0 0,-1-1 0 0 0,-1 1-1 0 0,0 0 1 0 0,-1-1-1 0 0,-4 18 1 0 0,0-9-1309 0 0,-1 0-1 0 0,-1 0 1 0 0,-20 37 0 0 0,27-55 1324 0 0,-14 28-4406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0.7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78 473 2016 0 0,'-4'1'1105'0'0,"-15"1"4900"0"0,19-7-5696 0 0,0-15-20 0 0,0 15-27 0 0,1 0-56 0 0,7-32 170 0 0,-1-1 1 0 0,-2 0-1 0 0,-2 0 1 0 0,-1-1 0 0 0,-7-73-1 0 0,-8 5 170 0 0,12 102-505 0 0,0 1-15 0 0,-3-19 202 0 0,0 26-181 0 0,1-1-36 0 0,0 1-1 0 0,-1 0 0 0 0,1 1 1 0 0,0-1-1 0 0,1 0 1 0 0,-1 1-1 0 0,0 0 0 0 0,1 0 1 0 0,0-1-1 0 0,0 1 1 0 0,0 1-1 0 0,1-1 0 0 0,-1 0 1 0 0,1 0-1 0 0,0 1 1 0 0,-1 6-1 0 0,-2 9-23 0 0,0 1 0 0 0,1 0 1 0 0,2 0-1 0 0,0 0 0 0 0,1 1 0 0 0,1-1 0 0 0,8 41 1 0 0,-8-54-131 0 0,1 0 0 0 0,1 0 1 0 0,-1 0-1 0 0,1 0 0 0 0,1 0 1 0 0,-1-1-1 0 0,1 0 0 0 0,1 1 1 0 0,-1-1-1 0 0,1-1 0 0 0,1 1 1 0 0,-1-1-1 0 0,1 0 0 0 0,0 0 1 0 0,0-1-1 0 0,1 1 0 0 0,0-2 1 0 0,-1 1-1 0 0,2-1 0 0 0,-1 0 1 0 0,0 0-1 0 0,16 5 0 0 0,-10-6-797 0 0,1-1-1 0 0,0 0 1 0 0,0-1-1 0 0,0 0 0 0 0,0-2 1 0 0,24-2-1 0 0,-32 2-2567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0.9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31 111 2376 0 0,'-5'0'1282'0'0,"-1"1"-829"0"0,-3 0 20 0 0,-1-1 3186 0 0,10 0-3652 0 0,0 0-1 0 0,0 0 0 0 0,1 0 1 0 0,-1 0-1 0 0,0 0 0 0 0,0-1 0 0 0,0 1 1 0 0,1 0-1 0 0,-1 0 0 0 0,0 0 1 0 0,0 0-1 0 0,1 0 0 0 0,-1 0 1 0 0,0 0-1 0 0,0 0 0 0 0,0 0 0 0 0,1-1 1 0 0,-1 1-1 0 0,0 0 0 0 0,0 0 1 0 0,0 0-1 0 0,1 0 0 0 0,-1-1 1 0 0,0 1-1 0 0,0 0 0 0 0,0 0 0 0 0,0 0 1 0 0,0-1-1 0 0,0 1 0 0 0,0 0 1 0 0,1 0-1 0 0,-1-1 0 0 0,0 1 1 0 0,0 0-1 0 0,0 0 0 0 0,0-1 0 0 0,0 0-4 0 0,0 1-1 0 0,0-1 0 0 0,1 0 1 0 0,-1 1-1 0 0,0-1 0 0 0,1 0 1 0 0,-1 1-1 0 0,1-1 1 0 0,-1 1-1 0 0,1-1 0 0 0,-1 0 1 0 0,1 1-1 0 0,-1-1 0 0 0,1 1 1 0 0,-1-1-1 0 0,1 1 0 0 0,0 0 1 0 0,-1-1-1 0 0,1 1 0 0 0,0 0 1 0 0,-1-1-1 0 0,1 1 0 0 0,0 0 1 0 0,-1 0-1 0 0,1-1 0 0 0,1 1 1 0 0,24-7-163 0 0,112-35-405 0 0,-45 7-3577 0 0,-69 26 540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1.4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55 2300 0 0,'-1'-4'1380'0'0,"-8"-22"2616"0"0,5 21-1065 0 0,6 25-2654 0 0,17 29-49 0 0,-17-46 88 0 0,21-7-26 0 0,-21 1-203 0 0,14-32 210 0 0,-15 32-229 0 0,0-1-4 0 0,2-13-12 0 0,-2 13 16 0 0,-1 1-42 0 0,3-12-30 0 0,-2 11 4 0 0,0 9-444 0 0,2 6 70 0 0,-1-1-205 0 0,0 1 0 0 0,2-1 0 0 0,4 13 1 0 0,-6-20-24 0 0,0 1 0 0 0,0-1 0 0 0,0 0 1 0 0,0 1-1 0 0,1-1 0 0 0,-1 0 0 0 0,6 5 0 0 0,13 9-3786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1.8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11 3548 0 0,'0'0'1153'0'0,"-3"-2"-143"0"0,-10-7 910 0 0,10 12-1476 0 0,-1 2-207 0 0,-1 0 0 0 0,1 1 0 0 0,0-1 0 0 0,1 1 0 0 0,-1 0 0 0 0,-3 10 0 0 0,6-13 159 0 0,2 1-242 0 0,1 19 772 0 0,1-22-698 0 0,-1 0-154 0 0,0-1-1 0 0,0 1 0 0 0,0-1 0 0 0,0 0 0 0 0,0 0 0 0 0,0 0 1 0 0,0 0-1 0 0,0 0 0 0 0,0 0 0 0 0,-1 0 0 0 0,1-1 0 0 0,0 1 1 0 0,0-1-1 0 0,0 1 0 0 0,0-1 0 0 0,0 0 0 0 0,2-1 0 0 0,30-22 661 0 0,-14 8-500 0 0,-17 14-201 0 0,-2 2-44 0 0,-1-1 0 0 0,0 1 1 0 0,0 0-1 0 0,0-1 0 0 0,0 1 0 0 0,0 0 1 0 0,1-1-1 0 0,-1 1 0 0 0,0 0 0 0 0,0-1 1 0 0,1 1-1 0 0,-1 0 0 0 0,0-1 0 0 0,0 1 0 0 0,1 0 1 0 0,-1 0-1 0 0,0-1 0 0 0,1 1 0 0 0,-1 0 1 0 0,0 0-1 0 0,1 0 0 0 0,-1 0 0 0 0,0-1 1 0 0,1 1-1 0 0,-1 0 0 0 0,0 0 0 0 0,1 0 0 0 0,-1 0 1 0 0,1 0-1 0 0,-1 0 0 0 0,0 0 0 0 0,1 0 1 0 0,-1 0-1 0 0,1 0 0 0 0,-1 0 0 0 0,0 0 1 0 0,1 0-1 0 0,-1 0 0 0 0,0 1 0 0 0,1-1 1 0 0,0 0-1 0 0,16 6-665 0 0,-16-6 576 0 0,2 2-157 0 0,-1 0 0 0 0,0 0 0 0 0,0 0 0 0 0,0 0 0 0 0,0 1 0 0 0,0-1 0 0 0,-1 1 0 0 0,1-1 0 0 0,-1 1 0 0 0,1 0 0 0 0,-1-1-1 0 0,0 1 1 0 0,0 0 0 0 0,1 5 0 0 0,7 42-3734 0 0,-7-21-650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3.7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144 84 2052 0 0,'0'-6'1195'0'0,"-6"-46"2005"0"0,5 47-2756 0 0,0 5-430 0 0,1 0 1 0 0,0 0 0 0 0,0 0 0 0 0,-1 0 0 0 0,1 0-1 0 0,0 0 1 0 0,-1 0 0 0 0,1 0 0 0 0,0-1-1 0 0,0 1 1 0 0,-1 0 0 0 0,1 0 0 0 0,0 0 0 0 0,0 0-1 0 0,0-1 1 0 0,-1 1 0 0 0,1 0 0 0 0,0 0 0 0 0,0-1-1 0 0,0 1 1 0 0,0 0 0 0 0,-1 0 0 0 0,1-1-1 0 0,0 1 1 0 0,0 0 0 0 0,0 0 0 0 0,0-1 0 0 0,0 1-1 0 0,0 0 1 0 0,0-1 0 0 0,0 1 0 0 0,0 0-1 0 0,0-1 1 0 0,0 1 22 0 0,0-1-1 0 0,0 0 0 0 0,-1 1 1 0 0,1-1-1 0 0,0 1 1 0 0,0-1-1 0 0,0 0 0 0 0,-1 1 1 0 0,1-1-1 0 0,0 1 1 0 0,-1-1-1 0 0,1 1 0 0 0,0-1 1 0 0,-1 1-1 0 0,1-1 1 0 0,-1 1-1 0 0,1 0 0 0 0,-1-1 1 0 0,1 1-1 0 0,-1-1 1 0 0,1 1-1 0 0,-1 0 0 0 0,1-1 1 0 0,-1 1-1 0 0,1 0 1 0 0,-2-1-1 0 0,0 1-2 0 0,0 0 1 0 0,1 0-1 0 0,-1-1 1 0 0,0 1-1 0 0,0 0 0 0 0,0 0 1 0 0,0 1-1 0 0,1-1 0 0 0,-1 0 1 0 0,0 1-1 0 0,0-1 0 0 0,0 1 1 0 0,1-1-1 0 0,-1 1 0 0 0,0 0 1 0 0,1 0-1 0 0,-4 2 1 0 0,1 0 19 0 0,0 0 1 0 0,1 0-1 0 0,-1 1 1 0 0,1-1-1 0 0,0 1 1 0 0,-5 7 0 0 0,0 3 23 0 0,0 1 1 0 0,1 0 0 0 0,-6 17 0 0 0,9-24-59 0 0,1 0 0 0 0,0-1-1 0 0,1 1 1 0 0,0 0 0 0 0,0 0-1 0 0,1 1 1 0 0,0-1 0 0 0,0 0-1 0 0,1 0 1 0 0,0 1 0 0 0,1 8-1 0 0,0-14-39 0 0,1 0-1 0 0,-1 0 0 0 0,1-1 0 0 0,-1 1 1 0 0,1 0-1 0 0,0-1 0 0 0,0 0 1 0 0,0 1-1 0 0,1-1 0 0 0,-1 0 1 0 0,0 0-1 0 0,1 0 0 0 0,-1 0 0 0 0,1-1 1 0 0,0 1-1 0 0,-1-1 0 0 0,1 1 1 0 0,4 0-1 0 0,-3 0-59 0 0,1-2 1 0 0,4 0 101 0 0,0 0 1 0 0,-1-1-1 0 0,1 0 1 0 0,-1 0-1 0 0,1-1 1 0 0,-1 0-1 0 0,0 0 1 0 0,12-5-1 0 0,-14 4 69 0 0,0 1 0 0 0,0-1 0 0 0,-1 0 0 0 0,1 0 0 0 0,-1-1 0 0 0,0 0-1 0 0,0 0 1 0 0,0 0 0 0 0,-1 0 0 0 0,1-1 0 0 0,-1 1 0 0 0,0-1 0 0 0,0-1 0 0 0,-1 1 0 0 0,0 0 0 0 0,0-1-1 0 0,0 1 1 0 0,0-1 0 0 0,-1 0 0 0 0,3-12 0 0 0,-3 12-44 0 0,-1-1 0 0 0,0 0 0 0 0,-1 0 0 0 0,0 1 0 0 0,0-1 0 0 0,0 0 0 0 0,-1 0 0 0 0,0 0 0 0 0,0 1 0 0 0,-1-1 0 0 0,1 1 0 0 0,-6-12 0 0 0,5 14-23 0 0,2 3-20 0 0,-1-1-1 0 0,0 1 1 0 0,0 0-1 0 0,0-1 0 0 0,0 1 1 0 0,0 0-1 0 0,0 0 1 0 0,0-1-1 0 0,0 1 0 0 0,0 0 1 0 0,-2-1-1 0 0,0-1 16 0 0,-1 2-7 0 0,0 0-43 0 0,-1 0-1 0 0,0 1 1 0 0,0-1-1 0 0,0 1 1 0 0,0 0-1 0 0,1 1 1 0 0,-1-1-1 0 0,0 1 0 0 0,0 0 1 0 0,1 0-1 0 0,-1 0 1 0 0,0 1-1 0 0,1-1 1 0 0,-1 1-1 0 0,1 1 1 0 0,0-1-1 0 0,-8 5 0 0 0,1 2-361 0 0,0-1 1 0 0,1 1-1 0 0,-1 1 0 0 0,-15 20 0 0 0,16-14-937 0 0,9-12 1019 0 0,-1 0-767 0 0,2 0-2251 0 0,1 18-245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4.0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27 2368 0 0,'0'-5'1396'0'0,"-2"-12"-252"0"0,2 13 1211 0 0,-5 4-1837 0 0,0 1-384 0 0,0 1 0 0 0,0-1 0 0 0,0 1 1 0 0,0 0-1 0 0,0 0 0 0 0,1 0 0 0 0,-1 0 1 0 0,1 1-1 0 0,0 0 0 0 0,0 0 0 0 0,0 0 1 0 0,0 0-1 0 0,-6 7 0 0 0,-1 3 3 0 0,1 0 0 0 0,1 0-1 0 0,0 1 1 0 0,-10 19 0 0 0,16-26-123 0 0,-1 1 0 0 0,1-1 0 0 0,1 1 0 0 0,-1 0 0 0 0,2 0 0 0 0,-1 0 0 0 0,1 0 0 0 0,0 0 0 0 0,0 0 0 0 0,1 1 0 0 0,1 8 0 0 0,-1-14-69 0 0,1-1 0 0 0,-1 1 0 0 0,1-1 0 0 0,0 1 0 0 0,0-1 0 0 0,0 1 0 0 0,0-1 0 0 0,0 0 0 0 0,0 0 0 0 0,1 1-1 0 0,-1-1 1 0 0,1 0 0 0 0,-1 0 0 0 0,1-1 0 0 0,0 1 0 0 0,0 0 0 0 0,0 0 0 0 0,0-1 0 0 0,0 1 0 0 0,0-1 0 0 0,1 0 0 0 0,-1 0 0 0 0,4 2-1 0 0,0-1-289 0 0,1 0-1 0 0,-1 0 0 0 0,1-1 0 0 0,0 0 0 0 0,0 0 0 0 0,11-1 0 0 0,-8 0-136 0 0,0-1 0 0 0,0 0 0 0 0,-1-1 0 0 0,1 0 0 0 0,16-6 0 0 0,-12 3-678 0 0,8-1-1517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4.7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1 2256 0 0,'0'0'2658'0'0,"-5"0"-2120"0"0,1 1-406 0 0,0-1-1 0 0,0 1 1 0 0,0 0-1 0 0,0 0 0 0 0,0 0 1 0 0,0 1-1 0 0,0 0 1 0 0,1-1-1 0 0,-1 1 0 0 0,1 1 1 0 0,-1-1-1 0 0,1 0 1 0 0,0 1-1 0 0,-1 0 0 0 0,1 0 1 0 0,-5 6-1 0 0,-3 4 93 0 0,-1 0 0 0 0,2 2 0 0 0,0-1 0 0 0,1 1 1 0 0,0 0-1 0 0,1 1 0 0 0,-8 23 0 0 0,15-35-163 0 0,1-2-56 0 0,1 0 0 0 0,-1-1 0 0 0,1 1 1 0 0,-1 0-1 0 0,0-1 0 0 0,1 1 1 0 0,-1 0-1 0 0,0 0 0 0 0,0 0 1 0 0,0-1-1 0 0,-1 4 0 0 0,1-5-1 0 0,1 5 54 0 0,1-1 46 0 0,-1-2-153 0 0,1 1-1 0 0,-1 0 1 0 0,1-1 0 0 0,0 1 0 0 0,0-1 0 0 0,0 1-1 0 0,1-1 1 0 0,-1 0 0 0 0,0 0 0 0 0,1 0 0 0 0,-1 0-1 0 0,1 0 1 0 0,0-1 0 0 0,-1 1 0 0 0,1-1 0 0 0,0 0-1 0 0,0 0 1 0 0,0 0 0 0 0,4 1 0 0 0,1-1-158 0 0,0 0 0 0 0,0 0 0 0 0,0-1-1 0 0,0 0 1 0 0,0-1 0 0 0,0 0 0 0 0,0 0 0 0 0,0 0 0 0 0,0-1 0 0 0,-1 0 0 0 0,1-1 0 0 0,9-4 0 0 0,-12 5 154 0 0,16-10-327 0 0,34-22 1 0 0,-48 28 362 0 0,0 0 0 0 0,0 0 1 0 0,0 0-1 0 0,-1-1 0 0 0,0 0 0 0 0,0 0 0 0 0,0-1 1 0 0,8-15-1 0 0,13-39 994 0 0,-26 59-939 0 0,0 2 89 0 0,-1 0 1 0 0,1 0 0 0 0,-1 1-1 0 0,1-1 1 0 0,-1 0 0 0 0,0 0-1 0 0,1 0 1 0 0,-1 0 0 0 0,0 0 0 0 0,1 0-1 0 0,-1 0 1 0 0,0 0 0 0 0,0 0-1 0 0,0 0 1 0 0,0 0 0 0 0,0 0-1 0 0,0 0 1 0 0,0-1 0 0 0,-4 3-93 0 0,1 1 0 0 0,1 0 0 0 0,-1 0 0 0 0,0 0 1 0 0,0 0-1 0 0,1 1 0 0 0,-1-1 0 0 0,1 1 0 0 0,0-1 0 0 0,0 1 1 0 0,0 0-1 0 0,0 0 0 0 0,0 0 0 0 0,0 0 0 0 0,1 0 0 0 0,0 1 1 0 0,-1-1-1 0 0,0 5 0 0 0,-15 57 407 0 0,17-61-368 0 0,0-4-71 0 0,0 1 0 0 0,1 0 0 0 0,-1 0 0 0 0,0-1-1 0 0,0 1 1 0 0,0 0 0 0 0,0 0 0 0 0,0 0 0 0 0,1 0 0 0 0,-2-1 0 0 0,1 1 0 0 0,0 0 0 0 0,0 0 0 0 0,0 0 0 0 0,0-1-1 0 0,0 1 1 0 0,-1 0 0 0 0,1 0 0 0 0,0 0 0 0 0,-1-1 0 0 0,1 1 0 0 0,-1 1 0 0 0,3 7 57 0 0,0 0 1 0 0,-2-8-57 0 0,0-1 0 0 0,0 1 0 0 0,0-1 0 0 0,0 1 0 0 0,0 0 0 0 0,0-1 0 0 0,0 1 0 0 0,0 0 0 0 0,0-1 0 0 0,0 1 0 0 0,0-1 0 0 0,0 1 0 0 0,0-1 0 0 0,1 1 0 0 0,-1 0 0 0 0,0-1 0 0 0,0 1 0 0 0,1-1 0 0 0,-1 1 0 0 0,0-1 0 0 0,1 1 1 0 0,-1-1-1 0 0,1 1 0 0 0,8 10-2 0 0,-7-8 3 0 0,3-3-16 0 0,1 0 6 0 0,-1 0 0 0 0,1 0-1 0 0,-1-1 1 0 0,1 0 0 0 0,0 0-1 0 0,-1 0 1 0 0,1-1 0 0 0,-1 0-1 0 0,0 0 1 0 0,0 0 0 0 0,9-5-1 0 0,-2-2 36 0 0,-1-1-1 0 0,1 0 0 0 0,-2 0 0 0 0,1-1 1 0 0,-1-1-1 0 0,-1 0 0 0 0,0 0 0 0 0,13-24 1 0 0,-21 32 73 0 0,7-15-19 0 0,-7 15 285 0 0,6-11 641 0 0,-9 24-971 0 0,1 1 0 0 0,0-1 0 0 0,1 1 0 0 0,0-1 1 0 0,0 1-1 0 0,1-1 0 0 0,1 1 0 0 0,-1-1 0 0 0,1 0 0 0 0,6 16 0 0 0,-6-21-143 0 0,0 0-115 0 0,12 10-72 0 0,-10-11-530 0 0,0 0 0 0 0,0-1 0 0 0,0 0 0 0 0,0 0 0 0 0,1 0 0 0 0,-1-1 0 0 0,0 1 0 0 0,10 0 0 0 0,-9-1-3368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5.1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66 2168 0 0,'0'0'3257'0'0,"1"-4"-2586"0"0,2-14-176 0 0,-2 14 371 0 0,8 0-586 0 0,-9 4-268 0 0,1-1 0 0 0,-1 1 0 0 0,0-1-1 0 0,1 1 1 0 0,-1 0 0 0 0,1-1 0 0 0,-1 1 0 0 0,1 0 0 0 0,-1 0 0 0 0,1-1 0 0 0,-1 1 0 0 0,1 0 0 0 0,-1 0 0 0 0,1 0 0 0 0,0 0 0 0 0,-1 0 0 0 0,1 0 0 0 0,-1 0 0 0 0,1 0 0 0 0,-1 0 0 0 0,1 0 0 0 0,-1 0 0 0 0,1 0 0 0 0,0 0 0 0 0,-1 0-1 0 0,2 1 1 0 0,1-1 9 0 0,1 1-1 0 0,-1 0 0 0 0,1 0 0 0 0,-1 1 1 0 0,1-1-1 0 0,-1 1 0 0 0,0 0 1 0 0,1-1-1 0 0,-1 1 0 0 0,0 1 0 0 0,0-1 1 0 0,-1 0-1 0 0,1 1 0 0 0,4 5 0 0 0,-6-7-21 0 0,2 4 24 0 0,1 0 0 0 0,-1 1 0 0 0,1-1 0 0 0,-1 1 0 0 0,-1 0 0 0 0,1 0 0 0 0,-1 1 0 0 0,0-1 0 0 0,1 10-1 0 0,-3-3 97 0 0,-1 0-1 0 0,0 0 1 0 0,-1 0-1 0 0,-5 20 1 0 0,6-30 83 0 0,0 0-105 0 0,1-1 0 0 0,-1 1-1 0 0,0-1 1 0 0,0 0 0 0 0,-1 0 0 0 0,1 0-1 0 0,0 0 1 0 0,-4 4 0 0 0,-2 6 2222 0 0,7-21-2300 0 0,1 1 0 0 0,0-1-1 0 0,1 1 1 0 0,0 0 0 0 0,0-1-1 0 0,1 1 1 0 0,0 0-1 0 0,0 0 1 0 0,1 1 0 0 0,0-1-1 0 0,10-13 1 0 0,3-3-524 0 0,0 1 1 0 0,25-24-1 0 0,-29 36-1306 0 0,1 0-1 0 0,27-16 1 0 0,-38 25-341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5.5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9 140 2312 0 0,'0'0'854'0'0,"-1"4"-158"0"0,-5 9-121 0 0,5-9 1149 0 0,1-3-1710 0 0,0-1 0 0 0,0 1 0 0 0,0 0 1 0 0,0 0-1 0 0,0-1 0 0 0,1 1 0 0 0,-1 0 0 0 0,0 0 0 0 0,0-1 0 0 0,1 1 0 0 0,-1 0 0 0 0,1-1 0 0 0,-1 1 0 0 0,0-1 0 0 0,1 1 0 0 0,-1 0 1 0 0,1-1-1 0 0,0 1 0 0 0,-1-1 0 0 0,1 1 0 0 0,-1-1 0 0 0,1 0 0 0 0,0 1 0 0 0,-1-1 0 0 0,1 1 0 0 0,0-1 0 0 0,-1 0 0 0 0,1 0 0 0 0,0 1 1 0 0,0-1-1 0 0,-1 0 0 0 0,1 0 0 0 0,0 0 0 0 0,0 0 0 0 0,-1 0 0 0 0,1 0 0 0 0,0 0 0 0 0,0 0 0 0 0,-1 0 0 0 0,1 0 0 0 0,0-1 0 0 0,0 1 1 0 0,4-1 43 0 0,0 0 0 0 0,0 0 0 0 0,0-1 0 0 0,-1 1 0 0 0,1-1 0 0 0,4-2 0 0 0,-1-1 58 0 0,-1 1 1 0 0,0-1-1 0 0,0 0 0 0 0,-1-1 1 0 0,0 1-1 0 0,1-1 1 0 0,-2-1-1 0 0,1 1 1 0 0,-1-1-1 0 0,0 0 1 0 0,0 0-1 0 0,-1 0 1 0 0,0-1-1 0 0,4-11 0 0 0,-7 15 79 0 0,3-17 162 0 0,-3 16-234 0 0,-4-1-129 0 0,3 5 33 0 0,0 0 1 0 0,0 0 0 0 0,0 0-1 0 0,0 1 1 0 0,0-1 0 0 0,0 0-1 0 0,0 0 1 0 0,-1 0 0 0 0,1 1 0 0 0,0-1-1 0 0,-1 0 1 0 0,1 0 0 0 0,0 1-1 0 0,-1-1 1 0 0,1 0 0 0 0,-1 0-1 0 0,1 1 1 0 0,-1-1 0 0 0,0 0 0 0 0,0 0 2 0 0,-1 0-1 0 0,1 0 1 0 0,0 0 0 0 0,0 1 0 0 0,-1-1 0 0 0,1 1 0 0 0,0-1 0 0 0,-1 1 0 0 0,1-1 0 0 0,-1 1 0 0 0,1-1 0 0 0,0 1 0 0 0,-1 0 0 0 0,1 0 0 0 0,-1 0 0 0 0,1 0 0 0 0,-1 0 0 0 0,1 0-1 0 0,-1 0 1 0 0,1 1 0 0 0,0-1 0 0 0,-1 0 0 0 0,1 1 0 0 0,-1-1 0 0 0,1 1 0 0 0,0 0 0 0 0,-1-1 0 0 0,1 1 0 0 0,0 0 0 0 0,0 0 0 0 0,-2 1 0 0 0,-5 3 25 0 0,1 1 0 0 0,-1 0 1 0 0,1 1-1 0 0,0-1 0 0 0,1 1 0 0 0,-1 1 1 0 0,2-1-1 0 0,-1 1 0 0 0,1 0 0 0 0,-7 13 1 0 0,4 4 38 0 0,7-21-73 0 0,1 2 10 0 0,0-3-36 0 0,0-1-16 0 0,0 1 1 0 0,0-1 0 0 0,0 1 0 0 0,1-1 0 0 0,-1 1 0 0 0,1-1 0 0 0,-1 1 0 0 0,1-1 0 0 0,0 1 0 0 0,0-1-1 0 0,0 0 1 0 0,0 0 0 0 0,0 1 0 0 0,1-1 0 0 0,-1 0 0 0 0,0 0 0 0 0,1 0 0 0 0,0 0 0 0 0,0-1-1 0 0,3 4 1 0 0,2-1-184 0 0,0 0-1 0 0,0-1 0 0 0,0 1 0 0 0,0-1 1 0 0,1-1-1 0 0,0 0 0 0 0,-1 0 1 0 0,1 0-1 0 0,9 0 0 0 0,2-1-418 0 0,-1 0 0 0 0,1-2 0 0 0,24-3 0 0 0,-17 0-799 0 0,-1-1-1 0 0,50-18 0 0 0,-46 11-1156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6.0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143 388 2100 0 0,'9'-9'702'0'0,"0"-1"0"0"0,-1 0 0 0 0,0-1 0 0 0,-1 0 0 0 0,0 0 0 0 0,-1-1 0 0 0,10-23 0 0 0,-15 31-245 0 0,-2-15 453 0 0,1 15-523 0 0,-18-11 553 0 0,13 14-760 0 0,-3 1-119 0 0,-1 0 1 0 0,1 1 0 0 0,0-1-1 0 0,0 2 1 0 0,0-1 0 0 0,0 1 0 0 0,0 0-1 0 0,1 1 1 0 0,-1-1 0 0 0,1 2 0 0 0,-1-1-1 0 0,1 1 1 0 0,0 0 0 0 0,0 0-1 0 0,1 1 1 0 0,-1 0 0 0 0,1 0 0 0 0,0 1-1 0 0,0 0 1 0 0,1 0 0 0 0,0 0-1 0 0,-8 13 1 0 0,-6 25 22 0 0,18-39-61 0 0,2 0-19 0 0,-1-1-56 0 0,0 0 0 0 0,0-1 0 0 0,0 1 0 0 0,1 0 1 0 0,0-1-1 0 0,-1 1 0 0 0,1-1 0 0 0,1 1 0 0 0,-1-1 0 0 0,0 0 1 0 0,1 1-1 0 0,0-1 0 0 0,0 0 0 0 0,0 0 0 0 0,0 0 0 0 0,0 0 1 0 0,1 0-1 0 0,-1-1 0 0 0,1 1 0 0 0,0-1 0 0 0,-1 1 0 0 0,1-1 1 0 0,0 0-1 0 0,1 0 0 0 0,-1-1 0 0 0,4 3 0 0 0,0-2-18 0 0,-1-1-1 0 0,0 0 1 0 0,1 0-1 0 0,-1 0 1 0 0,1-1-1 0 0,-1 0 1 0 0,1 0-1 0 0,-1-1 1 0 0,1 0-1 0 0,-1 0 1 0 0,0 0-1 0 0,1-1 1 0 0,-1 0-1 0 0,0 0 1 0 0,0-1-1 0 0,0 1 1 0 0,0-1 0 0 0,-1 0-1 0 0,1-1 1 0 0,-1 0-1 0 0,7-6 1 0 0,-4 4 141 0 0,-1-1 1 0 0,0 1 0 0 0,-1-2-1 0 0,0 1 1 0 0,0-1 0 0 0,0 0-1 0 0,-1 0 1 0 0,0-1 0 0 0,-1 1-1 0 0,1-1 1 0 0,-2 0 0 0 0,1 0-1 0 0,-2-1 1 0 0,1 1 0 0 0,1-13-1 0 0,-1-8 332 0 0,-2-1-1 0 0,0 1 1 0 0,-2-1-1 0 0,-2 0 1 0 0,-1 1-1 0 0,-15-58 1 0 0,18 84-190 0 0,0 1-78 0 0,-8-5 316 0 0,6 19-232 0 0,4 28-87 0 0,0-27-65 0 0,25 321 339 0 0,0-6-2688 0 0,-27-109-4444 0 0,-4-152 1017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9.3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 14 3468 0 0,'0'0'1256'0'0,"-4"-1"-131"0"0,-37-7 3084 0 0,36 7-1787 0 0,1 1-1915 0 0,-13-3-49 0 0,12 2 1954 0 0,11 2-2348 0 0,91 7-138 0 0,542 28-1570 0 0,-580-40-1675 0 0,-54 4 2547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39.7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17 3300 0 0,'0'0'3853'0'0,"-2"-3"-3173"0"0,-5-10 2557 0 0,7 17-3053 0 0,1-1-148 0 0,-1 1 0 0 0,1-1-1 0 0,0 0 1 0 0,0 0 0 0 0,0 0-1 0 0,0 0 1 0 0,0 0 0 0 0,0 0-1 0 0,1 0 1 0 0,0 0 0 0 0,-1 0-1 0 0,1-1 1 0 0,0 1 0 0 0,0-1-1 0 0,1 1 1 0 0,-1-1 0 0 0,0 0-1 0 0,1 0 1 0 0,3 2 0 0 0,2 1-16 0 0,0-1 0 0 0,1 0 0 0 0,0-1 0 0 0,0 0 0 0 0,0-1 0 0 0,0 1 0 0 0,0-2 0 0 0,0 1 0 0 0,12-1 0 0 0,-16 0-16 0 0,-4-2 0 0 0,0 1-1 0 0,1-1 0 0 0,-1 1 0 0 0,0 0 0 0 0,1 0 0 0 0,-1 0 0 0 0,0 0 1 0 0,1 0-1 0 0,-1 0 0 0 0,1 0 0 0 0,-1 0 0 0 0,3 1 0 0 0,-1 0 4 0 0,1-1 27 0 0,1 6 114 0 0,-4-6-139 0 0,-1 0-1 0 0,0 0 1 0 0,1 0-1 0 0,-1 1 1 0 0,0-1-1 0 0,1 0 1 0 0,-1 0-1 0 0,0 1 1 0 0,0-1-1 0 0,1 0 1 0 0,-1 0-1 0 0,0 1 1 0 0,0-1-1 0 0,1 0 1 0 0,-1 1-1 0 0,0-1 1 0 0,0 0-1 0 0,0 1 1 0 0,0-1-1 0 0,1 0 1 0 0,-1 1-1 0 0,0-1 1 0 0,0 1-1 0 0,0-1 1 0 0,0 0-1 0 0,0 1 1 0 0,0-1-1 0 0,0 0 1 0 0,0 1-1 0 0,0-1 1 0 0,0 1-1 0 0,0-1 1 0 0,0 0-1 0 0,0 1 1 0 0,-1 0 0 0 0,-37 60 473 0 0,22-37-664 0 0,0 1 0 0 0,2 0 0 0 0,-19 48-1 0 0,32-69-91 0 0,0-1 0 0 0,0 1 0 0 0,0 0 0 0 0,1 0 0 0 0,0-1 0 0 0,0 9 0 0 0,7 9-5039 0 0,4-6 122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3.5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 3444 0 0,'0'0'5557'0'0,"1"-3"-4693"0"0,7-10 1845 0 0,-7 16-2352 0 0,3 9-171 0 0,-1 1 0 0 0,0 0 0 0 0,-1 0 0 0 0,0 0 0 0 0,-1 1 1 0 0,-1 18-1 0 0,1-5-199 0 0,-1-23-133 0 0,3 21-471 0 0,-3-20 269 0 0,3 15-607 0 0,-3-17 354 0 0,4 12-1099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3.9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28 1848 0 0,'0'0'1960'0'0,"-2"-3"-1271"0"0,-5-9-120 0 0,6 9 736 0 0,-5 4-1026 0 0,-15-1 10 0 0,16 1 10 0 0,1 1-11 0 0,-28 23 543 0 0,28-22-693 0 0,4-3-129 0 0,-1 0-1 0 0,1 0 0 0 0,0 1 0 0 0,-1-1 0 0 0,1 0 1 0 0,0 1-1 0 0,-1-1 0 0 0,1 0 0 0 0,0 1 0 0 0,-1-1 1 0 0,1 1-1 0 0,0-1 0 0 0,0 0 0 0 0,-1 1 0 0 0,1-1 1 0 0,0 1-1 0 0,0-1 0 0 0,0 1 0 0 0,0-1 0 0 0,0 1 1 0 0,0-1-1 0 0,0 1 0 0 0,-1 0 0 0 0,1-1-2 0 0,0 1-1 0 0,0-1 0 0 0,0 1 1 0 0,0-1-1 0 0,0 1 0 0 0,0-1 1 0 0,0 1-1 0 0,0-1 0 0 0,0 1 1 0 0,-1-1-1 0 0,1 0 0 0 0,0 1 1 0 0,0-1-1 0 0,0 1 0 0 0,-1-1 1 0 0,1 0-1 0 0,0 1 0 0 0,-1-1 0 0 0,1 0 1 0 0,0 1-1 0 0,-1-1 0 0 0,1 0 1 0 0,-1 1-1 0 0,-5 20 152 0 0,9 0-107 0 0,-1-18-90 0 0,9 7 129 0 0,-8-8-92 0 0,19 1-81 0 0,-18-3 131 0 0,2-1 136 0 0,1 0 0 0 0,-1 0 0 0 0,0-1 0 0 0,1 0 0 0 0,-1 0 0 0 0,0-1 0 0 0,-1 1 0 0 0,1-1-1 0 0,0-1 1 0 0,-1 1 0 0 0,1-1 0 0 0,-1 0 0 0 0,0 0 0 0 0,0 0 0 0 0,-1-1 0 0 0,8-10 0 0 0,-9 13-60 0 0,-1-1-1 0 0,-1 0 1 0 0,1 0 0 0 0,0 0 0 0 0,-1 0-1 0 0,1 0 1 0 0,-1 0 0 0 0,0 0 0 0 0,1-6 0 0 0,-1 5-165 0 0,0 1 182 0 0,-3 0-113 0 0,-4-10-45 0 0,4 10-6 0 0,-2 3-21 0 0,-1-1-137 0 0,0 1-1 0 0,1 0 1 0 0,-1 1 0 0 0,0-1-1 0 0,1 1 1 0 0,-1 0 0 0 0,1 0-1 0 0,-1 0 1 0 0,1 1 0 0 0,0 0-1 0 0,-1 0 1 0 0,1 0 0 0 0,0 0 0 0 0,0 0-1 0 0,0 1 1 0 0,1 0 0 0 0,-1 0-1 0 0,1 0 1 0 0,-1 0 0 0 0,1 1-1 0 0,0-1 1 0 0,0 1 0 0 0,0-1-1 0 0,1 1 1 0 0,0 0 0 0 0,-3 6-1 0 0,-1 30-5026 0 0,6-36 1969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4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3076 0 0,'0'0'4420'0'0,"4"0"-3735"0"0,-2 0-540 0 0,1 0 0 0 0,-1 0 0 0 0,0 0 0 0 0,0 0 0 0 0,0 1 0 0 0,0-1-1 0 0,0 1 1 0 0,0-1 0 0 0,0 1 0 0 0,0 0 0 0 0,0 0 0 0 0,0-1 0 0 0,0 2-1 0 0,2 0 1 0 0,-2 0 121 0 0,0-1-221 0 0,-1 1-1 0 0,0-1 1 0 0,0 1-1 0 0,-1-1 1 0 0,1 1-1 0 0,0 0 1 0 0,0-1-1 0 0,-1 1 0 0 0,1-1 1 0 0,-1 1-1 0 0,1 0 1 0 0,-1 3-1 0 0,4 15 96 0 0,-3-15-15 0 0,0 0-28 0 0,2 48 207 0 0,-3-48-212 0 0,0-1 36 0 0,-14 59 1197 0 0,12-59-201 0 0,-5-6-1040 0 0,7 2-72 0 0,-1 0 1 0 0,1 0-1 0 0,-1 0 0 0 0,1 0 0 0 0,-1 0 0 0 0,1 0 0 0 0,-1 0 0 0 0,1 0 0 0 0,-1 0 0 0 0,1 0 0 0 0,-1 0 1 0 0,1 0-1 0 0,-1-1 0 0 0,1 1 0 0 0,0 0 0 0 0,-1 0 0 0 0,1 0 0 0 0,-1-1 0 0 0,1 1 0 0 0,-1 0 0 0 0,1-1 1 0 0,0 1-1 0 0,-1 0 0 0 0,1-1 0 0 0,0 1 0 0 0,-1 0 0 0 0,1-1 0 0 0,0 1 0 0 0,-1 0 0 0 0,1-1 0 0 0,0 1 1 0 0,0-1-1 0 0,-1-7-57 0 0,1-1-1 0 0,0 1 1 0 0,1 0 0 0 0,0 0 0 0 0,0 0-1 0 0,1 0 1 0 0,-1 0 0 0 0,2 0 0 0 0,-1 0 0 0 0,1 1-1 0 0,1-1 1 0 0,-1 1 0 0 0,1 0 0 0 0,6-8 0 0 0,-6 10-17 0 0,0 0 1 0 0,1 1 0 0 0,0-1-1 0 0,0 1 1 0 0,0 0 0 0 0,1 0-1 0 0,-1 0 1 0 0,1 1 0 0 0,0 0-1 0 0,11-5 1 0 0,-13 7-30 0 0,2 1-4 0 0,-1 0 61 0 0,0 1 0 0 0,-1 0 1 0 0,1 0-1 0 0,0 0 0 0 0,-1 0 1 0 0,1 1-1 0 0,-1-1 0 0 0,1 1 0 0 0,-1 0 1 0 0,0 1-1 0 0,0-1 0 0 0,0 1 1 0 0,0 0-1 0 0,0 0 0 0 0,-1 0 0 0 0,1 0 1 0 0,-1 1-1 0 0,5 5 0 0 0,-4-2-133 0 0,0 1 1 0 0,0-1-1 0 0,0 1 0 0 0,-1 0 0 0 0,0 0 0 0 0,-1 0 1 0 0,0 0-1 0 0,0 1 0 0 0,-1-1 0 0 0,0 1 1 0 0,0-1-1 0 0,-1 1 0 0 0,0-1 0 0 0,-2 13 0 0 0,0-5-737 0 0,-1-1 0 0 0,0 1-1 0 0,-1 0 1 0 0,-1-1 0 0 0,-1 0-1 0 0,-12 25 1 0 0,1-13-3061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5.2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218 141 2508 0 0,'5'-16'1388'0'0,"-4"13"-278"0"0,-1-2-237 0 0,1-15-157 0 0,-1 15-98 0 0,-1 1-101 0 0,1 2-479 0 0,-1-3 112 0 0,0 1 0 0 0,0 0 1 0 0,0 0-1 0 0,0 0 0 0 0,-1 0 0 0 0,0 0 0 0 0,1 0 1 0 0,-1 0-1 0 0,-1 0 0 0 0,1 0 0 0 0,-1 1 0 0 0,1-1 1 0 0,-1 1-1 0 0,0 0 0 0 0,0 0 0 0 0,0 0 0 0 0,-5-3 1 0 0,-26-8 645 0 0,30 13-656 0 0,-1 1-7 0 0,0 1-117 0 0,0 0 1 0 0,-1 0-1 0 0,1 0 0 0 0,0 0 0 0 0,0 1 1 0 0,1 0-1 0 0,-1 0 0 0 0,0 0 0 0 0,0 0 1 0 0,1 1-1 0 0,0 0 0 0 0,-5 4 0 0 0,2-1 11 0 0,0 1-1 0 0,0 0 0 0 0,1 1 0 0 0,1 0 0 0 0,-1 0 0 0 0,1 0 0 0 0,1 0 0 0 0,-1 1 1 0 0,-5 16-1 0 0,8-17-9 0 0,0 0 1 0 0,0 0 0 0 0,1 1-1 0 0,0-1 1 0 0,0 0 0 0 0,1 0-1 0 0,1 16 1 0 0,-1-18 39 0 0,2-3-17 0 0,6 13 2 0 0,-6-12-21 0 0,1-2 12 0 0,2 2-21 0 0,0-1 0 0 0,-1 0 0 0 0,1-1 0 0 0,0 1 0 0 0,8 2 0 0 0,-9-4-6 0 0,1-2-8 0 0,1 1 9 0 0,0-1-1 0 0,0 0 0 0 0,1-1 0 0 0,-1 1 0 0 0,0-1 0 0 0,0-1 0 0 0,0 1 1 0 0,0-1-1 0 0,9-6 0 0 0,-8 3 20 0 0,0 0 0 0 0,0 0 0 0 0,-1-1 0 0 0,1 0 0 0 0,-1-1 0 0 0,-1 1 0 0 0,1-1 0 0 0,-2 0 0 0 0,1 0 0 0 0,4-12 1 0 0,-8 17-9 0 0,-1 3-18 0 0,0-1 1 0 0,0 0-1 0 0,1 0 1 0 0,-1 0-1 0 0,0 1 1 0 0,0-1-1 0 0,0 0 1 0 0,1 1-1 0 0,-1-1 1 0 0,1 0 0 0 0,-1 0-1 0 0,0 1 1 0 0,1-1-1 0 0,-1 1 1 0 0,1-1-1 0 0,-1 0 1 0 0,2 0-1 0 0,0-1 436 0 0,-3 11-399 0 0,1 0 0 0 0,1 0 0 0 0,0-1 1 0 0,0 1-1 0 0,4 14 0 0 0,-4-19-99 0 0,0 0 1 0 0,1 0 0 0 0,0-1 0 0 0,-1 1-1 0 0,1 0 1 0 0,0-1 0 0 0,1 1-1 0 0,-1-1 1 0 0,1 1 0 0 0,-1-1-1 0 0,1 0 1 0 0,0 0 0 0 0,0 0-1 0 0,0-1 1 0 0,1 1 0 0 0,6 4-1 0 0,-3-4-666 0 0,1 0 0 0 0,-1-1-1 0 0,0 0 1 0 0,0 0-1 0 0,1 0 1 0 0,0-1-1 0 0,-1 0 1 0 0,1-1-1 0 0,14 0 1 0 0,8-2-4364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6.6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326 538 3884 0 0,'7'-46'3612'0'0,"-7"41"-3103"0"0,-1 1-92 0 0,1 1-369 0 0,-1 1 0 0 0,1-1 0 0 0,-1 1-1 0 0,0-1 1 0 0,0 1 0 0 0,0-1 0 0 0,0 1 0 0 0,-1 0-1 0 0,1-1 1 0 0,-1 1 0 0 0,1 0 0 0 0,-1 0 0 0 0,0 0 0 0 0,1 0-1 0 0,-1 1 1 0 0,0-1 0 0 0,0 0 0 0 0,0 1 0 0 0,-1-1-1 0 0,1 1 1 0 0,0 0 0 0 0,-1 0 0 0 0,1 0 0 0 0,0 0-1 0 0,-1 0 1 0 0,1 0 0 0 0,-1 1 0 0 0,0-1 0 0 0,1 1 0 0 0,-1-1-1 0 0,1 1 1 0 0,-1 0 0 0 0,0 0 0 0 0,-3 1 0 0 0,-6 2 34 0 0,0 0 0 0 0,0 0 1 0 0,1 1-1 0 0,-1 1 1 0 0,1 0-1 0 0,0 1 1 0 0,1 0-1 0 0,-1 0 1 0 0,1 1-1 0 0,-10 9 0 0 0,4-3-16 0 0,1 1 0 0 0,0 1 0 0 0,2 0 0 0 0,-1 1 0 0 0,-14 24 0 0 0,19-28-5 0 0,-1 6 7 0 0,0 26-56 0 0,10-42-15 0 0,0-1-1 0 0,0 1 1 0 0,0-1 0 0 0,0 1-1 0 0,0-1 1 0 0,1 1 0 0 0,-1-1-1 0 0,1 1 1 0 0,-1-1 0 0 0,1 1-1 0 0,-1-1 1 0 0,1 0 0 0 0,0 1-1 0 0,-1-1 1 0 0,1 0-1 0 0,0 0 1 0 0,0 1 0 0 0,0-1-1 0 0,0 0 1 0 0,0 0 0 0 0,0 0-1 0 0,0 0 1 0 0,1 0 0 0 0,0 0-1 0 0,1 1-12 0 0,-1 0 1 0 0,0-1-1 0 0,1 0 0 0 0,-1 0 0 0 0,1 0 0 0 0,0 0 0 0 0,-1 0 0 0 0,1 0 1 0 0,0-1-1 0 0,-1 1 0 0 0,1-1 0 0 0,4 0 0 0 0,4 0 4 0 0,1-2 0 0 0,0 1 0 0 0,-1-2-1 0 0,1 1 1 0 0,-1-2 0 0 0,0 1 0 0 0,0-2 0 0 0,0 1 0 0 0,-1-2-1 0 0,1 1 1 0 0,-1-1 0 0 0,17-14 0 0 0,-14 8 27 0 0,0-1 0 0 0,-1 0 0 0 0,0 0 0 0 0,-1-1 0 0 0,-1-1-1 0 0,0 0 1 0 0,14-30 0 0 0,-8 7 129 0 0,-2 0-1 0 0,-2-1 0 0 0,-1-1 1 0 0,-2 0-1 0 0,-1 0 0 0 0,3-74 1 0 0,-10 83 208 0 0,-2 0 0 0 0,-7-59 0 0 0,7 86-327 0 0,-6-14-10 0 0,5 15 7 0 0,-16 18-23 0 0,13-10 9 0 0,1 1 1 0 0,0 0-1 0 0,0 0 0 0 0,0 0 0 0 0,1 0 0 0 0,0 0 1 0 0,1 1-1 0 0,-3 7 0 0 0,-12 56 118 0 0,16-68-120 0 0,-11 63 127 0 0,-6 99 0 0 0,17-138-188 0 0,1 1 0 0 0,1-1 1 0 0,1 1-1 0 0,1-1 0 0 0,2 0 1 0 0,13 44-1 0 0,-16-64-112 0 0,1 1 0 0 0,-1-1 0 0 0,1 0 0 0 0,0 0-1 0 0,1-1 1 0 0,0 1 0 0 0,0-1 0 0 0,0 1 0 0 0,0-1 0 0 0,1 0 0 0 0,0-1 0 0 0,0 1 0 0 0,0-1 0 0 0,0 0-1 0 0,9 5 1 0 0,-11-8-186 0 0,3-1 0 0 0,1 0 249 0 0,0 0-1 0 0,0-1 1 0 0,-1-1 0 0 0,1 1-1 0 0,0-1 1 0 0,-1 0-1 0 0,1 0 1 0 0,-1-1-1 0 0,1 0 1 0 0,-1 0-1 0 0,0 0 1 0 0,0-1 0 0 0,8-7-1 0 0,-6 3 74 0 0,0-1 1 0 0,0 0-1 0 0,-1 0 0 0 0,0 0 1 0 0,0-1-1 0 0,8-18 0 0 0,20-58 968 0 0,-35 86-935 0 0,1-3 187 0 0,3-20 654 0 0,-1 5-210 0 0,-10 32-587 0 0,1 1-1 0 0,0 0 1 0 0,1 0-1 0 0,0 0 1 0 0,1 0-1 0 0,-1 17 1 0 0,3-25-49 0 0,0 0 1 0 0,1 0-1 0 0,1 0 1 0 0,-1 0 0 0 0,1-1-1 0 0,1 14 1 0 0,0-12 27 0 0,-1-3-43 0 0,0-5 16 0 0,1 0 0 0 0,-1 0 0 0 0,0 0 0 0 0,0 1 0 0 0,1-1 0 0 0,-1 0 0 0 0,0 0 1 0 0,0 1-1 0 0,0-1 0 0 0,0 0 0 0 0,1 0 0 0 0,-1 1 0 0 0,0-1 0 0 0,0 0 0 0 0,0 0 0 0 0,0 1 1 0 0,0-1-1 0 0,0 0 0 0 0,1 1 0 0 0,-1-1 0 0 0,0 0 0 0 0,0 0 0 0 0,0 1 0 0 0,0-1 0 0 0,0 0 1 0 0,0 1-1 0 0,0-1 0 0 0,0 0 0 0 0,-1 1 0 0 0,1 0-1 0 0,0 0-1 0 0,0-1 1 0 0,0 1-1 0 0,0 0 1 0 0,0-1 0 0 0,0 1-1 0 0,0 0 1 0 0,1 0-1 0 0,-1-1 1 0 0,0 1 0 0 0,0 0-1 0 0,0-1 1 0 0,1 1-1 0 0,-1 0 1 0 0,0-1 0 0 0,1 1-1 0 0,-1-1 1 0 0,1 1-1 0 0,0 1 1 0 0,1-1-4 0 0,0 1 1 0 0,0-1-1 0 0,1 0 1 0 0,-1 1-1 0 0,0-1 0 0 0,1 0 1 0 0,-1 0-1 0 0,0 0 0 0 0,1-1 1 0 0,-1 1-1 0 0,1-1 1 0 0,3 1-1 0 0,-1 0 29 0 0,-1-3 20 0 0,6-1 128 0 0,-1-1 0 0 0,0 1 1 0 0,-1-2-1 0 0,1 1 0 0 0,-1-1 0 0 0,14-11 0 0 0,-16 10-36 0 0,0 0-1 0 0,-1 0 0 0 0,0 0 0 0 0,0-1 1 0 0,0 0-1 0 0,-1 0 0 0 0,0 0 0 0 0,0 0 0 0 0,4-14 1 0 0,-7 17-65 0 0,-1-1-9 0 0,0-16-14 0 0,0 16-9 0 0,-2 1-8 0 0,-6-11-26 0 0,6 11-43 0 0,-1 1 31 0 0,2 2 3 0 0,0 0-18 0 0,-1 0 0 0 0,1-1 0 0 0,-1 1 0 0 0,0 0 0 0 0,1 0 0 0 0,-1 0 0 0 0,0 0 0 0 0,0 0 0 0 0,0 1 0 0 0,0-1 0 0 0,0 0-1 0 0,1 1 1 0 0,-1 0 0 0 0,0-1 0 0 0,0 1 0 0 0,0 0 0 0 0,-1 0 0 0 0,1 0 0 0 0,0 0 0 0 0,0 0 0 0 0,0 1 0 0 0,-3 0 0 0 0,-1 1-132 0 0,-1 0 1 0 0,1 0 0 0 0,0 0 0 0 0,0 1 0 0 0,0 0 0 0 0,1 0 0 0 0,-1 1 0 0 0,1 0 0 0 0,0 0-1 0 0,0 0 1 0 0,0 0 0 0 0,0 1 0 0 0,-6 8 0 0 0,4-3-242 0 0,6-7-43 0 0,0 11-890 0 0,1-12 1107 0 0,0 0 1 0 0,0-1-1 0 0,0 1 0 0 0,0 0 1 0 0,0 0-1 0 0,0 0 1 0 0,1-1-1 0 0,-1 1 0 0 0,0 0 1 0 0,1 0-1 0 0,0 1 1 0 0,1 1-873 0 0,2-3-806 0 0,12 6-1342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8.0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97 2800 0 0,'69'-74'6520'0'0,"-67"72"-5897"0"0,-1 1-511 0 0,0 1 0 0 0,-1-1 0 0 0,1 1 0 0 0,-1-1-1 0 0,1 1 1 0 0,-1-1 0 0 0,1 0 0 0 0,-1 1 0 0 0,1-1 0 0 0,-1 0 0 0 0,1 1 0 0 0,-1-1 0 0 0,0 0 0 0 0,1 1 0 0 0,-1-1 0 0 0,0 0-1 0 0,0 0 1 0 0,1 0 0 0 0,-1 1 0 0 0,0-2 0 0 0,-5 4-94 0 0,0 1 1 0 0,1 0-1 0 0,-1 0 0 0 0,1 1 1 0 0,0-1-1 0 0,0 1 0 0 0,0 0 0 0 0,0 0 1 0 0,1 1-1 0 0,0-1 0 0 0,0 1 1 0 0,0-1-1 0 0,-4 10 0 0 0,3-6-11 0 0,0-1 0 0 0,1 1 1 0 0,0-1-1 0 0,1 1 0 0 0,-1 0 0 0 0,1 0 0 0 0,1 0 0 0 0,0 0 1 0 0,0 1-1 0 0,0 9 0 0 0,4-7-104 0 0,-1 1-1 0 0,2-1 1 0 0,4 14 0 0 0,-6-23-28 0 0,15 11-193 0 0,-14-11 142 0 0,1 0-22 0 0,13 3 6 0 0,-13-3 50 0 0,1-3 98 0 0,1 1-39 0 0,1 0 0 0 0,-1-1 1 0 0,0 0-1 0 0,0 0 1 0 0,0-1-1 0 0,0 0 0 0 0,0 0 1 0 0,0 0-1 0 0,-1-1 1 0 0,11-6-1 0 0,-7 2 70 0 0,0 0-1 0 0,-1 0 1 0 0,0-1 0 0 0,0 0-1 0 0,-1 0 1 0 0,0-1 0 0 0,-1 0-1 0 0,0 0 1 0 0,0-1 0 0 0,-1 1-1 0 0,0-1 1 0 0,0-1 0 0 0,2-11-1 0 0,6-20 278 0 0,-12 38-148 0 0,0 0-14 0 0,0-38 491 0 0,-6 48-624 0 0,4-5 38 0 0,0-1 1 0 0,1 0 0 0 0,-1 1-1 0 0,0-1 1 0 0,0 1 0 0 0,0-1-1 0 0,1 1 1 0 0,-1-1 0 0 0,0 1-1 0 0,1 0 1 0 0,-1-1 0 0 0,0 1-1 0 0,1 0 1 0 0,-1-1 0 0 0,1 1-1 0 0,-1 0 1 0 0,0 2 0 0 0,-5 10 17 0 0,1 0 0 0 0,1 0 0 0 0,-1 1 0 0 0,-1 17 0 0 0,5-27-28 0 0,0 1 1 0 0,0-1-1 0 0,1 0 0 0 0,0 1 0 0 0,0-1 1 0 0,0 1-1 0 0,0-1 0 0 0,1 1 0 0 0,0-1 1 0 0,0 0-1 0 0,0 1 0 0 0,0-1 1 0 0,1 0-1 0 0,-1 0 0 0 0,1 0 0 0 0,0 0 1 0 0,1 0-1 0 0,-1 0 0 0 0,1 0 0 0 0,3 4 1 0 0,3 0-70 0 0,-7-6-8 0 0,2 0 15 0 0,1-1 80 0 0,-1 1-1 0 0,0-1 1 0 0,1 0 0 0 0,-1 0-1 0 0,0-1 1 0 0,1 1 0 0 0,-1-1-1 0 0,1 0 1 0 0,-1 0-1 0 0,1 0 1 0 0,-1-1 0 0 0,1 0-1 0 0,-1 1 1 0 0,0-2 0 0 0,1 1-1 0 0,-1 0 1 0 0,0-1 0 0 0,0 0-1 0 0,0 0 1 0 0,0 0 0 0 0,0 0-1 0 0,0-1 1 0 0,-1 1 0 0 0,1-1-1 0 0,-1 0 1 0 0,0 0-1 0 0,0-1 1 0 0,0 1 0 0 0,0-1-1 0 0,0 1 1 0 0,3-7 0 0 0,27-60 445 0 0,-31 66-334 0 0,-1 0 13 0 0,11-33 524 0 0,-10 33-262 0 0,-3 8-363 0 0,-1 13 1 0 0,2-13 7 0 0,0 1-13 0 0,0 5-51 0 0,0 0-9 0 0,0 0 0 0 0,1-1 0 0 0,0 1-1 0 0,0 0 1 0 0,1-1 0 0 0,1 1 0 0 0,-1-1 0 0 0,5 9 0 0 0,12 11-1277 0 0,-16-26 818 0 0,0-1-597 0 0,10 5 468 0 0,-10-5 39 0 0,0-3-549 0 0,2 0 988 0 0,-1-1 0 0 0,1 1 1 0 0,-1-1-1 0 0,0 0 0 0 0,0 0 0 0 0,0 0 0 0 0,0-1 0 0 0,-1 1 0 0 0,1-1 1 0 0,0 0-1 0 0,-1 0 0 0 0,0-1 0 0 0,0 1 0 0 0,0 0 0 0 0,4-7 0 0 0,3-5 801 0 0,-1-1 0 0 0,14-32-1 0 0,-17 34-243 0 0,-5 10 10 0 0,0 1-203 0 0,1-1 1 0 0,-1 0 0 0 0,1 0 0 0 0,0 1-1 0 0,0-1 1 0 0,0 1 0 0 0,3-4-1 0 0,-2 3-115 0 0,-1 1 474 0 0,-1 3-583 0 0,0 1 0 0 0,0-1 1 0 0,0 0-1 0 0,0 1 0 0 0,-1-1 1 0 0,1 1-1 0 0,0-1 0 0 0,0 1 1 0 0,0-1-1 0 0,-1 1 0 0 0,1 0 1 0 0,0-1-1 0 0,-1 1 0 0 0,1 0 1 0 0,-1 0-1 0 0,1 0 0 0 0,-1-1 1 0 0,1 1-1 0 0,-1 0 0 0 0,1 0 1 0 0,-1 0-1 0 0,0 0 0 0 0,1 1 1 0 0,4 15 52 0 0,-4-13-38 0 0,-1 1 44 0 0,2 14-44 0 0,-1-14-32 0 0,-2 0-26 0 0,1 15 72 0 0,-1-15 28 0 0,1-1 10 0 0,-2 14 34 0 0,1-13 20 0 0,-3 17 559 0 0,-5-4 1723 0 0,8-21-2432 0 0,-1 0-1 0 0,2 0 0 0 0,-1 0 0 0 0,0 0 0 0 0,0 0 1 0 0,1 0-1 0 0,0 0 0 0 0,-1 0 0 0 0,1 0 0 0 0,0 0 1 0 0,1 0-1 0 0,-1 0 0 0 0,0 0 0 0 0,1 0 0 0 0,0 0 1 0 0,0 0-1 0 0,0 0 0 0 0,0 1 0 0 0,0-1 1 0 0,0 0-1 0 0,1 0 0 0 0,2-3 0 0 0,5-9-214 0 0,0-1-1 0 0,14-15 1 0 0,-21 28 205 0 0,1 1-1 0 0,-1-1 1 0 0,0 1 0 0 0,0 0 0 0 0,1 0 0 0 0,-1 0 0 0 0,1 0 0 0 0,0 0 0 0 0,-1 1 0 0 0,1-1 0 0 0,0 1 0 0 0,0 0 0 0 0,0-1 0 0 0,3 1 0 0 0,-2 1 31 0 0,-1 0 0 0 0,1 0 0 0 0,-1 0 0 0 0,0 1 0 0 0,1 0 1 0 0,-1 0-1 0 0,0 0 0 0 0,1 0 0 0 0,-1 0 0 0 0,0 1 0 0 0,0-1 0 0 0,0 1 0 0 0,0 0 1 0 0,-1 0-1 0 0,1 0 0 0 0,0 0 0 0 0,-1 0 0 0 0,1 1 0 0 0,-1-1 0 0 0,0 1 0 0 0,0-1 1 0 0,0 1-1 0 0,0 0 0 0 0,0 0 0 0 0,-1 0 0 0 0,1 0 0 0 0,-1 0 0 0 0,2 5 1 0 0,-2-5 28 0 0,0 1-20 0 0,2 12 6 0 0,-3-12 14 0 0,0 1-36 0 0,0 14-61 0 0,0-14 110 0 0,-3 17 339 0 0,-1-18-260 0 0,-4 3 107 0 0,7-10-252 0 0,0-1 1 0 0,1 1 0 0 0,-1-1-1 0 0,1 0 1 0 0,0 1-1 0 0,0-1 1 0 0,0 0-1 0 0,1 1 1 0 0,-1-1 0 0 0,1 0-1 0 0,0 1 1 0 0,0-1-1 0 0,0 1 1 0 0,1-1-1 0 0,-1 1 1 0 0,4-6-1 0 0,3-4-127 0 0,-1 1-1 0 0,18-21 0 0 0,-22 30 131 0 0,-1 1-1 0 0,1-1 1 0 0,0 1 0 0 0,-1 0-1 0 0,1 0 1 0 0,0 0 0 0 0,0 0-1 0 0,0 0 1 0 0,7-2 0 0 0,-7 3 7 0 0,0 0-45 0 0,2 0 13 0 0,-2 0 53 0 0,0 0 0 0 0,0 1 0 0 0,0 0 0 0 0,1 0 0 0 0,-1 0 0 0 0,0 0 1 0 0,0 0-1 0 0,0 1 0 0 0,0-1 0 0 0,0 1 0 0 0,0 0 0 0 0,0 0 0 0 0,0 0 0 0 0,0 0 0 0 0,0 0 0 0 0,0 1 0 0 0,0-1 0 0 0,-1 1 0 0 0,1 0 0 0 0,2 2 0 0 0,-1 1 24 0 0,-1 0 0 0 0,1 0-1 0 0,-1 0 1 0 0,-1 1 0 0 0,1-1-1 0 0,-1 1 1 0 0,0 0 0 0 0,0-1-1 0 0,0 1 1 0 0,0 6 0 0 0,-2-10-29 0 0,1 2 41 0 0,-1 1-6 0 0,0 7-257 0 0,-1-1 0 0 0,0 0 0 0 0,0 0 0 0 0,-1 0 0 0 0,-7 20 0 0 0,7-28-445 0 0,-3 14-3161 0 0,3-13 1070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9.1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1 369 2532 0 0,'2'-3'1130'0'0,"10"-8"2534"0"0,30-5-2315 0 0,-35 14-1249 0 0,0 0-1 0 0,-1 0 1 0 0,1-1-1 0 0,-1 0 1 0 0,1 0-1 0 0,-1 0 1 0 0,0-1-1 0 0,-1 0 0 0 0,1 0 1 0 0,0 0-1 0 0,-1-1 1 0 0,6-6-1 0 0,-8 8 18 0 0,-1-22 114 0 0,-27-3 217 0 0,23 26-149 0 0,-3 3-166 0 0,2-1-107 0 0,0 1 0 0 0,0 0 0 0 0,-1 0 0 0 0,1 0-1 0 0,0 1 1 0 0,0-1 0 0 0,0 1 0 0 0,0-1 0 0 0,1 1-1 0 0,-1 0 1 0 0,0 0 0 0 0,1 0 0 0 0,-1 1 0 0 0,1-1-1 0 0,0 1 1 0 0,0-1 0 0 0,0 1 0 0 0,0 0 0 0 0,-3 5-1 0 0,1-2-11 0 0,-6 10 29 0 0,0 36 55 0 0,9-41-86 0 0,2 0 0 0 0,-1 0-1 0 0,1 0 1 0 0,5 18 0 0 0,-5-25-104 0 0,2-1-17 0 0,-1 0 2 0 0,0 0-1 0 0,1-1 1 0 0,0 1-1 0 0,0-1 1 0 0,0 1-1 0 0,0-1 1 0 0,0 0-1 0 0,0 0 1 0 0,0-1-1 0 0,1 1 1 0 0,-1-1 0 0 0,1 1-1 0 0,-1-1 1 0 0,1 0-1 0 0,-1 0 1 0 0,6 0-1 0 0,1-1-248 0 0,0-1 0 0 0,0 0 0 0 0,0 0 0 0 0,0-1 0 0 0,-1 0 0 0 0,1-1-1 0 0,-1 0 1 0 0,1-1 0 0 0,-1 0 0 0 0,0 0 0 0 0,0-1 0 0 0,-1 0 0 0 0,0-1 0 0 0,1 0-1 0 0,9-9 1 0 0,-12 9 487 0 0,0-1 0 0 0,0 1 0 0 0,-1-1 0 0 0,0 0 0 0 0,0 0 0 0 0,0-1 0 0 0,-1 1 0 0 0,0-1 0 0 0,-1 0 0 0 0,3-9 0 0 0,2-4 875 0 0,4-19 1561 0 0,-11 37 168 0 0,-3 3-2724 0 0,1 0 0 0 0,-1 1 0 0 0,1-1 0 0 0,-1 1 0 0 0,1-1 0 0 0,-1 1 0 0 0,1-1 0 0 0,-1 1 0 0 0,1 0 0 0 0,-1 0 0 0 0,1 0 0 0 0,0 0 0 0 0,0 0 0 0 0,-1 0-1 0 0,1 0 1 0 0,0 0 0 0 0,0 0 0 0 0,0 1 0 0 0,0-1 0 0 0,0 0 0 0 0,1 1 0 0 0,-1-1 0 0 0,0 0 0 0 0,0 1 0 0 0,1-1 0 0 0,-1 1 0 0 0,1 1 0 0 0,-10 47 137 0 0,9-43-102 0 0,0-3-23 0 0,1 1-5 0 0,0 42 3 0 0,0-43-19 0 0,8 16-121 0 0,-1-13 88 0 0,-7-7 30 0 0,1 1 0 0 0,-1-1-1 0 0,0 0 1 0 0,0 1 0 0 0,1-1-1 0 0,-1 1 1 0 0,0-1-1 0 0,1 0 1 0 0,-1 1 0 0 0,0-1-1 0 0,1 1 1 0 0,-1-1 0 0 0,1 0-1 0 0,-1 0 1 0 0,0 1-1 0 0,1-1 1 0 0,-1 0 0 0 0,1 0-1 0 0,-1 1 1 0 0,1-1 0 0 0,-1 0-1 0 0,1 0 1 0 0,-1 0 0 0 0,1 0-1 0 0,-1 0 1 0 0,1 0-1 0 0,-1 0 1 0 0,1 0 0 0 0,-1 0-1 0 0,1 0 1 0 0,-1 0 0 0 0,1 0-1 0 0,0 0 1 0 0,18-2 13 0 0,-14 1 7 0 0,-1-1 0 0 0,1-2-44 0 0,1 1 1 0 0,-1-1 0 0 0,1 0-1 0 0,-1-1 1 0 0,0 1 0 0 0,-1-1-1 0 0,1 0 1 0 0,-1 0 0 0 0,0-1-1 0 0,-1 1 1 0 0,5-9-1 0 0,0 0 10 0 0,35-61 297 0 0,-41 72-76 0 0,2-1-163 0 0,4-2 11 0 0,-6 22-25 0 0,-2-12-11 0 0,1 0 7 0 0,1 4-37 0 0,0 0-1 0 0,1-1 1 0 0,0 0 0 0 0,0 1-1 0 0,0-1 1 0 0,1 0 0 0 0,0-1-1 0 0,6 8 1 0 0,-6-10 8 0 0,-2-1-51 0 0,1 1 1 0 0,0-1-1 0 0,0-1 1 0 0,0 1-1 0 0,0 0 1 0 0,1-1-1 0 0,-1 1 1 0 0,1-1-1 0 0,-1 0 1 0 0,1 0-1 0 0,0-1 1 0 0,0 1-1 0 0,0-1 1 0 0,0 1-1 0 0,0-1 1 0 0,0-1-1 0 0,0 1 1 0 0,0-1-1 0 0,7 1 1 0 0,-6-1 30 0 0,1-1 0 0 0,-1 1 0 0 0,0-1 1 0 0,1 0-1 0 0,-1 0 0 0 0,0-1 1 0 0,1 1-1 0 0,-1-1 0 0 0,0 0 0 0 0,0-1 1 0 0,0 1-1 0 0,-1-1 0 0 0,1 0 0 0 0,-1 0 1 0 0,1-1-1 0 0,-1 1 0 0 0,0-1 0 0 0,0 0 1 0 0,-1 0-1 0 0,1 0 0 0 0,-1 0 0 0 0,0-1 1 0 0,0 0-1 0 0,0 1 0 0 0,2-7 0 0 0,0-1 116 0 0,0 0 0 0 0,-1-1 1 0 0,-1 1-1 0 0,0-1 0 0 0,0 0 0 0 0,-2 0 0 0 0,1 0 0 0 0,-2 0 0 0 0,0-20 0 0 0,-4-8 876 0 0,-11-59 0 0 0,14 96-761 0 0,1 3-198 0 0,-1 1-1 0 0,1 0 1 0 0,0 0 0 0 0,-1-1 0 0 0,1 1-1 0 0,0 0 1 0 0,0-1 0 0 0,-1 1 0 0 0,1-1 0 0 0,0 1-1 0 0,0 0 1 0 0,0-1 0 0 0,-1 1 0 0 0,1-1-1 0 0,0 1 1 0 0,0-1 0 0 0,0 1 0 0 0,0-1-1 0 0,0 1 1 0 0,0 0 0 0 0,0-1 0 0 0,0 1-1 0 0,0-1 1 0 0,0 1 0 0 0,0-1 0 0 0,0 0-1 0 0,1 1 10 0 0,-1-1 0 0 0,0 1 0 0 0,0-1-1 0 0,0 1 1 0 0,0 0 0 0 0,0-1 0 0 0,0 1-1 0 0,0-1 1 0 0,0 1 0 0 0,0-1 0 0 0,0 1-1 0 0,0-1 1 0 0,0 1 0 0 0,-1 0-1 0 0,1-1 1 0 0,0 1 0 0 0,0-1 0 0 0,0 1-1 0 0,-1-1 1 0 0,1 1 0 0 0,0 0 0 0 0,0-1-1 0 0,-1 1 1 0 0,1 0 0 0 0,0-1 0 0 0,-1 1-1 0 0,-16 9 200 0 0,12-3-127 0 0,4-5-86 0 0,-1 6 64 0 0,-1 1 0 0 0,1 0 0 0 0,0-1 0 0 0,0 1 1 0 0,1 0-1 0 0,0 0 0 0 0,0 10 0 0 0,2 15 31 0 0,8 57 1 0 0,-6-74-208 0 0,0 0 1 0 0,1 0-1 0 0,1-1 1 0 0,0 1-1 0 0,15 27 1 0 0,-18-38-543 0 0,2-1 1 0 0,-1 0 0 0 0,0 0-1 0 0,1-1 1 0 0,0 1 0 0 0,-1-1-1 0 0,1 1 1 0 0,1-1 0 0 0,-1-1-1 0 0,0 1 1 0 0,1 0 0 0 0,-1-1-1 0 0,9 3 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49.2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53 2988 0 0,'0'0'2928'0'0,"-4"-1"-1876"0"0,4 1-1003 0 0,0 0 0 0 0,0 1-1 0 0,0-1 1 0 0,-1 0 0 0 0,1 0 0 0 0,0 0-1 0 0,0 0 1 0 0,0 0 0 0 0,-1 0 0 0 0,1 0-1 0 0,0 0 1 0 0,0 0 0 0 0,-1 0 0 0 0,1 0-1 0 0,0 0 1 0 0,0 0 0 0 0,0 0 0 0 0,-1 0 0 0 0,1 0-1 0 0,0-1 1 0 0,0 1 0 0 0,0 0 0 0 0,0 0-1 0 0,-1 0 1 0 0,1 0 0 0 0,0 0 0 0 0,0 0-1 0 0,0 0 1 0 0,0-1 0 0 0,-1 1 0 0 0,1 0 0 0 0,0 0-1 0 0,0 0 1 0 0,0 0 0 0 0,0-1 0 0 0,0 1-1 0 0,0 0 1 0 0,0 0 0 0 0,0 0 0 0 0,-1-1-1 0 0,1 1 1 0 0,0 0 0 0 0,0 0 0 0 0,0 0-1 0 0,0-1 1 0 0,0 1 0 0 0,0 0 0 0 0,0 0 0 0 0,15-4 943 0 0,40 1-1115 0 0,-29 1 134 0 0,157-12-1103 0 0,30-4-4461 0 0,-168 11 2000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1.1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3512 0 0,'0'0'1771'0'0,"0"-4"-302"0"0,0 4-1374 0 0,0-1 0 0 0,0 0 0 0 0,0 1 0 0 0,0-1 0 0 0,0 0 1 0 0,0 1-1 0 0,0-1 0 0 0,0 0 0 0 0,1 1 0 0 0,-1-1 0 0 0,0 1 0 0 0,0-1 0 0 0,0 0 0 0 0,1 1 1 0 0,-1-1-1 0 0,0 1 0 0 0,1-1 0 0 0,-1 1 0 0 0,1-1 0 0 0,-1 1 0 0 0,0-1 0 0 0,1 1 0 0 0,0-2 1 0 0,4 16 4049 0 0,0 17-863 0 0,-4-16-4479 0 0,5 70 927 0 0,26 129 0 0 0,-17-172-2446 0 0,-14-39 1978 0 0,21 2-6793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1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96 120 2508 0 0,'-51'0'3354'0'0,"47"0"-2623"0"0,-1 1-107 0 0,-26 6 1141 0 0,26-3-690 0 0,30-4-1028 0 0,40-7 110 0 0,119-30 1 0 0,65-37-3182 0 0,-242 70 2645 0 0,11-1-2769 0 0,5 0-680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2.0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105 85 2696 0 0,'5'-46'3783'0'0,"-5"41"-3137"0"0,-2 2-64 0 0,-2-11-50 0 0,2 11-80 0 0,0 1-25 0 0,0 0-269 0 0,-1 1-1 0 0,1-1 1 0 0,-1 1-1 0 0,1 0 1 0 0,-1 0-1 0 0,1 0 1 0 0,-1 0-1 0 0,0 1 1 0 0,1-1-1 0 0,-6 0 1 0 0,4 1 73 0 0,-14 8 109 0 0,15-6-309 0 0,0-1-1 0 0,0 1 0 0 0,0 0 1 0 0,1 0-1 0 0,-1 0 0 0 0,1 1 0 0 0,-1-1 1 0 0,1 1-1 0 0,0-1 0 0 0,0 1 1 0 0,0 0-1 0 0,0 0 0 0 0,0 0 1 0 0,1 0-1 0 0,-1 0 0 0 0,1 0 0 0 0,0 0 1 0 0,0 0-1 0 0,0 1 0 0 0,0-1 1 0 0,0 6-1 0 0,0-4 9 0 0,1-1-57 0 0,0 2-30 0 0,0-4 44 0 0,0 3-85 0 0,1 1 0 0 0,-1 0 0 0 0,1 0 1 0 0,0 0-1 0 0,1-1 0 0 0,-1 1 0 0 0,1-1 0 0 0,0 1 1 0 0,1-1-1 0 0,-1 0 0 0 0,1 0 0 0 0,0 0 0 0 0,0 0 1 0 0,1 0-1 0 0,-1-1 0 0 0,6 6 0 0 0,-5-7 13 0 0,-1 0 0 0 0,1 0-1 0 0,-1 0 1 0 0,1-1 0 0 0,0 0 0 0 0,0 0-1 0 0,0 0 1 0 0,0 0 0 0 0,0 0-1 0 0,1-1 1 0 0,-1 0 0 0 0,0 0-1 0 0,6 1 1 0 0,-5-2 157 0 0,1-1 0 0 0,0 1 0 0 0,0-1 0 0 0,0 0 0 0 0,-1-1 0 0 0,1 1-1 0 0,-1-1 1 0 0,1 0 0 0 0,-1-1 0 0 0,0 1 0 0 0,0-1 0 0 0,0 0 0 0 0,0-1 0 0 0,0 1 0 0 0,0-1 0 0 0,-1 0-1 0 0,0 0 1 0 0,0 0 0 0 0,0 0 0 0 0,0-1 0 0 0,-1 0 0 0 0,0 0 0 0 0,0 0 0 0 0,0 0 0 0 0,0 0-1 0 0,-1 0 1 0 0,0-1 0 0 0,0 1 0 0 0,2-9 0 0 0,-4 10 2 0 0,0-1-15 0 0,0 4-67 0 0,0-2-3 0 0,0 0 1 0 0,0 0 0 0 0,0 0 0 0 0,-1 0-1 0 0,1 0 1 0 0,-1 0 0 0 0,0 0 0 0 0,1 0 0 0 0,-1 1-1 0 0,-1-1 1 0 0,1 0 0 0 0,0 0 0 0 0,-1 1 0 0 0,1-1-1 0 0,-1 1 1 0 0,0-1 0 0 0,0 1 0 0 0,0 0 0 0 0,-3-3-1 0 0,1 3-38 0 0,-1 1 0 0 0,1-1 0 0 0,-1 1 0 0 0,0 0 0 0 0,1 1 0 0 0,-1-1 0 0 0,0 1 0 0 0,0 0-1 0 0,1 0 1 0 0,-1 0 0 0 0,0 1 0 0 0,0-1 0 0 0,1 1 0 0 0,-1 1 0 0 0,1-1 0 0 0,-1 0 0 0 0,-6 4-1 0 0,1 0-231 0 0,1-1-1 0 0,0 1 0 0 0,0 0 1 0 0,0 1-1 0 0,1 0 0 0 0,-15 14 1 0 0,21-18-257 0 0,-8 11-511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2.3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32 3184 0 0,'2'-3'1504'0'0,"1"-4"-1588"0"0,9-13 5216 0 0,-12 20-5076 0 0,1 0 1 0 0,-1 0 0 0 0,0-1 0 0 0,1 1 0 0 0,-1 0 0 0 0,1 0-1 0 0,-1 0 1 0 0,0 0 0 0 0,1 0 0 0 0,-1-1 0 0 0,0 1-1 0 0,1 0 1 0 0,-1 0 0 0 0,1 0 0 0 0,-1 0 0 0 0,1 0-1 0 0,-1 0 1 0 0,0 0 0 0 0,1 1 0 0 0,-1-1 0 0 0,0 0-1 0 0,1 0 1 0 0,-1 0 0 0 0,1 0 0 0 0,-1 0 0 0 0,0 1 0 0 0,1-1-1 0 0,-1 0 1 0 0,0 0 0 0 0,1 0 0 0 0,-1 1 0 0 0,0-1-1 0 0,1 0 1 0 0,-1 1 0 0 0,0-1 0 0 0,0 0 0 0 0,1 1-1 0 0,-1-1 1 0 0,0 0 0 0 0,0 1 0 0 0,0-1 0 0 0,0 0 0 0 0,1 1-1 0 0,-1-1 1 0 0,0 1 0 0 0,0-1 0 0 0,1 5 25 0 0,0 0 1 0 0,0 1-1 0 0,-1-1 1 0 0,0 0 0 0 0,0 0-1 0 0,0 0 1 0 0,0 0-1 0 0,-1 0 1 0 0,-2 8-1 0 0,2 13 96 0 0,1-1 0 0 0,1 1 0 0 0,1-1-1 0 0,1 0 1 0 0,8 30 0 0 0,-10-51-198 0 0,0 1 0 0 0,0-1 1 0 0,1 0-1 0 0,-1-1 0 0 0,1 1 0 0 0,0 0 0 0 0,0 0 1 0 0,0-1-1 0 0,0 1 0 0 0,1-1 0 0 0,0 0 1 0 0,-1 0-1 0 0,1 0 0 0 0,0 0 0 0 0,1 0 0 0 0,-1 0 1 0 0,0-1-1 0 0,1 0 0 0 0,-1 1 0 0 0,1-1 0 0 0,4 1 1 0 0,-5-1-303 0 0,3-2-51 0 0,0 1 90 0 0,1-1 1 0 0,-1 0-1 0 0,1 0 1 0 0,-1-1-1 0 0,1 0 1 0 0,-1 0-1 0 0,0 0 1 0 0,0-1-1 0 0,1 0 1 0 0,9-5-1 0 0,-3-1-1816 0 0,0 0 1 0 0,16-15-1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2.5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68 3412 0 0,'0'0'6556'0'0,"2"-3"-6365"0"0,1 0-179 0 0,-1 0 0 0 0,1 0 0 0 0,0 0-1 0 0,0 0 1 0 0,1 1 0 0 0,-1-1 0 0 0,0 1 0 0 0,1 0 0 0 0,0 0 0 0 0,-1 0 0 0 0,1 1-1 0 0,0-1 1 0 0,5-1 0 0 0,62-14-1858 0 0,-51 13 396 0 0,8-4-1924 0 0,-24 6-241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3.3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178 264 3660 0 0,'-2'-3'1215'0'0,"-21"-27"2213"0"0,20 28-2808 0 0,-1 0-58 0 0,-38-7 1146 0 0,37 9-1382 0 0,0 1 27 0 0,1 0-298 0 0,-1 1 1 0 0,1 0-1 0 0,-1 0 0 0 0,1 0 1 0 0,-1 1-1 0 0,1-1 0 0 0,0 1 1 0 0,0 0-1 0 0,1 0 1 0 0,-1 0-1 0 0,0 1 0 0 0,1-1 1 0 0,0 1-1 0 0,-5 7 0 0 0,3 0-18 0 0,-1 1-1 0 0,2 0 0 0 0,0 0 0 0 0,0 1 1 0 0,-2 18-1 0 0,5-27-76 0 0,2 1-30 0 0,1 5-96 0 0,1-1-1 0 0,-1 0 1 0 0,2 1 0 0 0,5 12-1 0 0,-6-19 17 0 0,-3-2 136 0 0,1 0 1 0 0,-1-1-1 0 0,1 1 1 0 0,0 0-1 0 0,0-1 1 0 0,-1 1-1 0 0,1-1 0 0 0,0 0 1 0 0,0 1-1 0 0,-1-1 1 0 0,1 1-1 0 0,0-1 1 0 0,0 0-1 0 0,0 0 1 0 0,0 1-1 0 0,0-1 1 0 0,0 0-1 0 0,-1 0 1 0 0,1 0-1 0 0,0 0 0 0 0,0 0 1 0 0,0 0-1 0 0,0 0 1 0 0,1-1-1 0 0,16 0-44 0 0,-14 1 38 0 0,1-2 17 0 0,3-1 67 0 0,-1-1 0 0 0,0 1 0 0 0,0-1 0 0 0,0-1-1 0 0,0 1 1 0 0,-1-1 0 0 0,1 0 0 0 0,5-7-1 0 0,1-4 263 0 0,-1-1 0 0 0,15-26 0 0 0,-25 40-174 0 0,-2 3-137 0 0,0-1 1 0 0,0 1 0 0 0,0-1-1 0 0,0 1 1 0 0,0-1 0 0 0,0 1-1 0 0,1-1 1 0 0,-1 1-1 0 0,0-1 1 0 0,0 1 0 0 0,0-1-1 0 0,1 1 1 0 0,-1-1-1 0 0,0 1 1 0 0,1-1 0 0 0,-1 1-1 0 0,0 0 1 0 0,1-1 0 0 0,-1 1-1 0 0,0 0 1 0 0,1-1-1 0 0,-1 1 1 0 0,1 0 0 0 0,-1-1-1 0 0,1 1 1 0 0,-1 0-1 0 0,1 0 1 0 0,-1 0 0 0 0,1-1-1 0 0,-1 1 1 0 0,1 0 0 0 0,-1 0-1 0 0,1 0 1 0 0,-1 0-1 0 0,1 0 1 0 0,-1 0 0 0 0,1 0-1 0 0,0 0 1 0 0,-1 0-1 0 0,1 0 1 0 0,-1 0 0 0 0,1 0-1 0 0,-1 1 1 0 0,1-1 0 0 0,-1 0-1 0 0,1 0 1 0 0,-1 0-1 0 0,1 1 1 0 0,-1-1 0 0 0,0 0-1 0 0,1 1 1 0 0,-1-1 0 0 0,1 0-1 0 0,-1 1 1 0 0,0-1-1 0 0,1 1 1 0 0,2 1 29 0 0,-1 2-30 0 0,9 20-18 0 0,-6-15-3 0 0,4-1-78 0 0,19 14-472 0 0,-25-20 267 0 0,1 0-52 0 0,15 4-44 0 0,-15-4-38 0 0,2-2-22 0 0,1-1 247 0 0,0 1-1 0 0,0-1 0 0 0,-1 0 1 0 0,1 0-1 0 0,0-1 0 0 0,-1 0 0 0 0,1 0 1 0 0,-1 0-1 0 0,0-1 0 0 0,0 0 1 0 0,0 0-1 0 0,0-1 0 0 0,0 0 0 0 0,-1 0 1 0 0,0 0-1 0 0,1 0 0 0 0,-1-1 0 0 0,-1 0 1 0 0,1 0-1 0 0,3-6 0 0 0,-3 3 281 0 0,-1 0-1 0 0,0-1 1 0 0,-1 1-1 0 0,0-1 0 0 0,0 0 1 0 0,0 0-1 0 0,-1 0 0 0 0,-1 0 1 0 0,0 0-1 0 0,0 0 1 0 0,-1 0-1 0 0,0 0 0 0 0,0-1 1 0 0,-2-10-1 0 0,-2-2 746 0 0,0 0-1 0 0,-2 0 1 0 0,0 0-1 0 0,-16-35 0 0 0,20 53-463 0 0,-4-12 179 0 0,4 13-446 0 0,0-1 1198 0 0,-1 7-1098 0 0,2-1-169 0 0,-1 1 0 0 0,1-1 0 0 0,0 1 0 0 0,0 0 0 0 0,0-1 0 0 0,0 1 0 0 0,0 0 0 0 0,0 0 0 0 0,1 0 0 0 0,-1-1 0 0 0,1 1 0 0 0,0 0 0 0 0,0 0 0 0 0,0 0 0 0 0,0 0-1 0 0,1 4 1 0 0,20 119-312 0 0,6-1 0 0 0,53 149 0 0 0,-53-186-1741 0 0,4 11-4231 0 0,-18-58-224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4.3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19 2944 0 0,'0'0'2996'0'0,"-2"-3"-1956"0"0,-2-9-196 0 0,2 9 1406 0 0,2 7-2080 0 0,0 47 508 0 0,1-1 0 0 0,15 86 0 0 0,-4-94-583 0 0,-10-36-73 0 0,-1-3 50 0 0,3 3 76 0 0,-4-5-130 0 0,0-1 0 0 0,0 1 0 0 0,0-1 0 0 0,0 0-1 0 0,0 1 1 0 0,0-1 0 0 0,0 0 0 0 0,0 1 0 0 0,0-1-1 0 0,0 1 1 0 0,0-1 0 0 0,0 0 0 0 0,1 1 0 0 0,-1-1 0 0 0,0 0-1 0 0,0 1 1 0 0,0-1 0 0 0,1 0 0 0 0,-1 1 0 0 0,0-1-1 0 0,0 0 1 0 0,1 0 0 0 0,-1 1 0 0 0,0-1 0 0 0,1 0 0 0 0,-1 0-1 0 0,0 0 1 0 0,1 1 0 0 0,-1-1 0 0 0,0 0 0 0 0,1 0 0 0 0,-1 0-1 0 0,0 0 1 0 0,1 0 0 0 0,-1 1 0 0 0,0-1 0 0 0,1 0-1 0 0,-1 0 1 0 0,1 0 0 0 0,0 0 0 0 0,2-1 2 0 0,0 0 0 0 0,0 0-1 0 0,0 0 1 0 0,-1-1 0 0 0,1 1 0 0 0,0-1 0 0 0,0 1 0 0 0,-1-1 0 0 0,1 0-1 0 0,-1 0 1 0 0,0 0 0 0 0,1 0 0 0 0,-1-1 0 0 0,0 1 0 0 0,0 0-1 0 0,-1-1 1 0 0,1 0 0 0 0,0 1 0 0 0,-1-1 0 0 0,0 0 0 0 0,2-4 0 0 0,1 2-9 0 0,16-43 17 0 0,5-23 93 0 0,-24 68-111 0 0,3-3 1 0 0,-4 5-8 0 0,0 1-1 0 0,0-1 1 0 0,0 1-1 0 0,0 0 1 0 0,0-1-1 0 0,0 1 0 0 0,0 0 1 0 0,0-1-1 0 0,0 1 1 0 0,0 0-1 0 0,0-1 1 0 0,1 1-1 0 0,-1 0 1 0 0,0-1-1 0 0,0 1 1 0 0,0 0-1 0 0,1 0 1 0 0,-1-1-1 0 0,0 1 1 0 0,0 0-1 0 0,1 0 0 0 0,-1-1 1 0 0,0 1-1 0 0,0 0 1 0 0,1 0-1 0 0,-1 0 1 0 0,0-1-1 0 0,1 1 1 0 0,-1 0-1 0 0,0 0 1 0 0,1 0-1 0 0,-1 0 1 0 0,0 0-1 0 0,1 0 1 0 0,-1 0-1 0 0,0 0 0 0 0,1 0 1 0 0,1 0 4 0 0,0 2-1 0 0,0-1 1 0 0,0 0-1 0 0,0 0 1 0 0,0 0-1 0 0,0 1 1 0 0,-1-1-1 0 0,1 1 1 0 0,-1-1 0 0 0,1 1-1 0 0,-1 0 1 0 0,0 0-1 0 0,1 0 1 0 0,0 2-1 0 0,13 36 61 0 0,1 3-85 0 0,-15-40-4 0 0,1 1-102 0 0,-1 0 0 0 0,1 0 0 0 0,0 0 0 0 0,1 0 1 0 0,-1 0-1 0 0,1-1 0 0 0,-1 1 0 0 0,1-1 0 0 0,0 0 0 0 0,1 1 0 0 0,-1-1 0 0 0,5 3 0 0 0,8 1-344 0 0,-12-5-90 0 0,2-3-123 0 0,9-1-668 0 0,0-1 1 0 0,0 0-1 0 0,-1-1 1 0 0,20-8-1 0 0,-15 1-2733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4.7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17 3700 0 0,'0'0'2257'0'0,"-2"-3"-1376"0"0,2 2-763 0 0,-1 0-1 0 0,1 0 1 0 0,-1 0 0 0 0,0 0-1 0 0,1 1 1 0 0,-1-1-1 0 0,0 0 1 0 0,0 0 0 0 0,0 1-1 0 0,0-1 1 0 0,0 0 0 0 0,0 1-1 0 0,1-1 1 0 0,-1 1 0 0 0,0-1-1 0 0,-1 1 1 0 0,1 0 0 0 0,0-1-1 0 0,0 1 1 0 0,0 0-1 0 0,0 0 1 0 0,0 0 0 0 0,0-1-1 0 0,0 1 1 0 0,0 1 0 0 0,0-1-1 0 0,0 0 1 0 0,-3 0 0 0 0,0 1 245 0 0,0 1-2 0 0,-1 2-250 0 0,0 0 1 0 0,0 0 0 0 0,0 0-1 0 0,1 0 1 0 0,0 1 0 0 0,0 0-1 0 0,0-1 1 0 0,0 2 0 0 0,-5 8-1 0 0,-12 49 243 0 0,21-59-461 0 0,0 1 120 0 0,0-1-11 0 0,0 0 1 0 0,1 0-1 0 0,-1 1 1 0 0,1-1-1 0 0,0 0 1 0 0,0 0-1 0 0,0 0 1 0 0,0 0 0 0 0,1 0-1 0 0,0 0 1 0 0,-1 0-1 0 0,2-1 1 0 0,3 7-1 0 0,-2-8-47 0 0,-1 1-1 0 0,1-1 1 0 0,0 0 0 0 0,0 0-1 0 0,0-1 1 0 0,1 1-1 0 0,-1-1 1 0 0,0 0 0 0 0,1 0-1 0 0,-1 0 1 0 0,0 0 0 0 0,1-1-1 0 0,-1 0 1 0 0,5 0-1 0 0,-4-1 6 0 0,0 1 45 0 0,1-1 96 0 0,0 0 0 0 0,0 0 0 0 0,-1-1 0 0 0,1 0-1 0 0,0 0 1 0 0,-1 0 0 0 0,1 0 0 0 0,-1-1 0 0 0,0 0 0 0 0,0 0 0 0 0,0 0 0 0 0,0-1 0 0 0,-1 0-1 0 0,1 0 1 0 0,5-7 0 0 0,-5 3 44 0 0,-1-1-1 0 0,0 0 1 0 0,0 0-1 0 0,2-12 1 0 0,-5 18-70 0 0,-2-2-28 0 0,0 1-55 0 0,0 0-107 0 0,0-1 1 0 0,1 1-1 0 0,-2 0 1 0 0,1 0-1 0 0,0 0 1 0 0,-1 1-1 0 0,0-1 1 0 0,0 0-1 0 0,0 1 1 0 0,0-1 0 0 0,-1 1-1 0 0,1-1 1 0 0,-1 1-1 0 0,0 0 1 0 0,0 0-1 0 0,0 0 1 0 0,0 1-1 0 0,0-1 1 0 0,-1 1-1 0 0,-5-4 1 0 0,-25-6-2317 0 0,30 11 1227 0 0,0 0-219 0 0,-15-3-1021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5.0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0 134 4176 0 0,'2'-7'820'0'0,"0"1"0"0"0,0-1 0 0 0,0 1 0 0 0,1 0-1 0 0,-1 0 1 0 0,7-10 0 0 0,-7 14-764 0 0,0-1-1 0 0,0 1 0 0 0,1 0 1 0 0,-1-1-1 0 0,0 1 1 0 0,1 0-1 0 0,0 0 1 0 0,0 1-1 0 0,-1-1 0 0 0,1 0 1 0 0,0 1-1 0 0,0 0 1 0 0,0 0-1 0 0,1 0 1 0 0,-1 0-1 0 0,0 0 1 0 0,4 0-1 0 0,-1 0-23 0 0,1 0 0 0 0,-1 1 0 0 0,1 0 0 0 0,0 0 0 0 0,-1 1-1 0 0,1-1 1 0 0,0 1 0 0 0,-1 1 0 0 0,1-1 0 0 0,-1 1 0 0 0,0 0 0 0 0,0 1 0 0 0,1-1 0 0 0,-2 1 0 0 0,1 1-1 0 0,0-1 1 0 0,-1 1 0 0 0,1 0 0 0 0,8 8 0 0 0,-12-10 79 0 0,3 7 81 0 0,-5-9-161 0 0,1 0 0 0 0,-1 1 1 0 0,0-1-1 0 0,1 0 0 0 0,-1 1 0 0 0,0-1 1 0 0,1 0-1 0 0,-1 1 0 0 0,0-1 1 0 0,1 1-1 0 0,-1-1 0 0 0,0 1 0 0 0,0-1 1 0 0,0 1-1 0 0,1-1 0 0 0,-1 0 0 0 0,0 1 1 0 0,0-1-1 0 0,0 1 0 0 0,0-1 1 0 0,0 1-1 0 0,0-1 0 0 0,0 1 0 0 0,0-1 1 0 0,0 1-1 0 0,0-1 0 0 0,0 1 0 0 0,0-1 1 0 0,0 1-1 0 0,0-1 0 0 0,-1 2 1 0 0,-10 25 1325 0 0,11-26-1263 0 0,-1 0 0 0 0,1 1 0 0 0,-1-1 1 0 0,0 0-1 0 0,1 0 0 0 0,-1 0 1 0 0,0 0-1 0 0,0 0 0 0 0,0 0 0 0 0,0 0 1 0 0,0 0-1 0 0,0-1 0 0 0,0 1 1 0 0,0 0-1 0 0,0 0 0 0 0,0-1 0 0 0,0 1 1 0 0,-1-1-1 0 0,1 1 0 0 0,0-1 1 0 0,0 1-1 0 0,-1-1 0 0 0,1 0 0 0 0,0 0 1 0 0,0 0-1 0 0,-1 0 0 0 0,-1 0 1 0 0,-19-4-32 0 0,20-15-376 0 0,3 12-88 0 0,0 0 1 0 0,1 1 0 0 0,0-1 0 0 0,0 1 0 0 0,1-1 0 0 0,0 1-1 0 0,0 0 1 0 0,0 0 0 0 0,1 0 0 0 0,0 1 0 0 0,9-11 0 0 0,-6 9-387 0 0,-1-1-731 0 0,1 1 0 0 0,0 1 1 0 0,11-9-1 0 0,0 2-3384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5.2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55 2508 0 0,'-12'14'1564'0'0,"10"-11"-273"0"0,0 0-284 0 0,2-3-942 0 0,-1 0-1 0 0,1 1 1 0 0,-1-1-1 0 0,1 1 1 0 0,0-1 0 0 0,0 0-1 0 0,-1 1 1 0 0,1-1-1 0 0,0 1 1 0 0,0-1 0 0 0,0 1-1 0 0,-1-1 1 0 0,1 1-1 0 0,0-1 1 0 0,0 1 0 0 0,0-1-1 0 0,0 1 1 0 0,0-1-1 0 0,0 1 1 0 0,0-1 0 0 0,0 1-1 0 0,0 0 1 0 0,0-1-1 0 0,0 1 1 0 0,1-1 0 0 0,-1 1-1 0 0,0-1 1 0 0,0 1-1 0 0,0-1 1 0 0,1 0 0 0 0,-1 1-1 0 0,0-1 1 0 0,1 1-1 0 0,-1-1 1 0 0,0 1 0 0 0,1-1-1 0 0,-1 0 1 0 0,0 1-1 0 0,1-1 1 0 0,-1 0-1 0 0,1 1 1 0 0,-1-1 0 0 0,1 0-1 0 0,-1 0 1 0 0,1 0-1 0 0,-1 1 1 0 0,1-1 0 0 0,-1 0-1 0 0,1 0 1 0 0,-1 0-1 0 0,1 0 1 0 0,-1 0 0 0 0,1 0-1 0 0,-1 0 1 0 0,1 0-1 0 0,-1 0 1 0 0,1 0 0 0 0,38-1 28 0 0,-37 0-2 0 0,42-5-476 0 0,0-3 0 0 0,47-15 0 0 0,24-14-4338 0 0,-111 36 4458 0 0,34-11-3853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6.5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155 388 3500 0 0,'-2'-23'1800'0'0,"1"19"-321"0"0,0 0-279 0 0,-10-33 2210 0 0,10 33-2723 0 0,-7-1-352 0 0,8 5-317 0 0,0-1 0 0 0,0 1 1 0 0,-1-1-1 0 0,1 1 0 0 0,0 0 1 0 0,-1-1-1 0 0,1 1 0 0 0,0 0 1 0 0,-1-1-1 0 0,1 1 0 0 0,-1 0 1 0 0,1-1-1 0 0,0 1 0 0 0,-1 0 1 0 0,1 0-1 0 0,-1 0 0 0 0,1-1 1 0 0,-1 1-1 0 0,1 0 0 0 0,-1 0 1 0 0,1 0-1 0 0,-1 0 0 0 0,1 0 1 0 0,-1 0-1 0 0,1 0 0 0 0,-1 0 1 0 0,1 0-1 0 0,-1 0 1 0 0,1 0-1 0 0,-1 0 0 0 0,1 0 1 0 0,-1 1-1 0 0,-4-1 8 0 0,1 1-1 0 0,-1 0 1 0 0,1 1 0 0 0,-1-1-1 0 0,1 1 1 0 0,0 0 0 0 0,0 0-1 0 0,-1 0 1 0 0,2 1 0 0 0,-1-1-1 0 0,0 1 1 0 0,0 0 0 0 0,1 0 0 0 0,-5 4-1 0 0,2 1 3 0 0,0 1-1 0 0,1-1 1 0 0,0 1-1 0 0,0 0 1 0 0,1 0 0 0 0,0 0-1 0 0,1 1 1 0 0,-1-1-1 0 0,2 1 1 0 0,0 0-1 0 0,-2 11 1 0 0,4-17-61 0 0,1 0-7 0 0,13 31-230 0 0,-12-32 174 0 0,2-1 54 0 0,10 6 30 0 0,-10-6 4 0 0,2-2-3 0 0,5-1 9 0 0,0-1 1 0 0,-1 0-1 0 0,1 0 1 0 0,-1-1-1 0 0,1 0 0 0 0,-1-1 1 0 0,12-6-1 0 0,-15 7 18 0 0,-1 0 0 0 0,0-1 0 0 0,0 0 0 0 0,0 0 0 0 0,-1 0 0 0 0,1-1 0 0 0,-1 0 1 0 0,0 0-1 0 0,-1 0 0 0 0,1 0 0 0 0,-1-1 0 0 0,0 0 0 0 0,0 0 0 0 0,-1 0 0 0 0,0 0 0 0 0,4-11 0 0 0,-6 14 4 0 0,-1-2-9 0 0,-4-17-2 0 0,-4 2-14 0 0,6 17 8 0 0,-1 0 0 0 0,1 1 0 0 0,-1-1 1 0 0,0 1-1 0 0,1-1 0 0 0,-1 1 0 0 0,-1 0 1 0 0,1 0-1 0 0,0 0 0 0 0,0 0 1 0 0,-1 1-1 0 0,1-1 0 0 0,-1 1 0 0 0,1 0 1 0 0,-1 0-1 0 0,0 0 0 0 0,1 0 0 0 0,-1 1 1 0 0,-7-1-1 0 0,7 1-8 0 0,-18 4-14 0 0,13 6-1 0 0,5-5-95 0 0,11 4 19 0 0,-5-7-19 0 0,4-1-52 0 0,7 0 40 0 0,0-1 0 0 0,0 0 1 0 0,0-1-1 0 0,0-1 0 0 0,0 0 0 0 0,0 0 0 0 0,17-7 0 0 0,-9 3 86 0 0,-1-1 0 0 0,0-2-1 0 0,0 0 1 0 0,22-14 0 0 0,-27 14 216 0 0,-1-2 1 0 0,0 1-1 0 0,20-21 1 0 0,-30 27-87 0 0,0 0-1 0 0,0-1 1 0 0,0 1 0 0 0,-1-1 0 0 0,0 0-1 0 0,0 0 1 0 0,0-1 0 0 0,-1 1 0 0 0,0 0-1 0 0,0-1 1 0 0,0 0 0 0 0,-1 1 0 0 0,0-1-1 0 0,0 0 1 0 0,1-9 0 0 0,-2 8 20 0 0,-1 1 0 0 0,1-1 0 0 0,-1 0 0 0 0,0 1 0 0 0,-1 0 0 0 0,1-1 0 0 0,-1 1 0 0 0,-1 0 0 0 0,1 0 0 0 0,-1 0 0 0 0,0 0 0 0 0,-1 0 0 0 0,1 1 0 0 0,-1-1 0 0 0,0 1 0 0 0,0 0 0 0 0,-9-8 0 0 0,10 11 264 0 0,-8 0-177 0 0,9 2-179 0 0,1-1 0 0 0,-1 1 0 0 0,1 0 0 0 0,-1-1 0 0 0,0 1 0 0 0,1 0 0 0 0,-1 0 0 0 0,0 0-1 0 0,1 0 1 0 0,-1 1 0 0 0,0-1 0 0 0,1 0 0 0 0,-1 1 0 0 0,1-1 0 0 0,-1 1 0 0 0,0-1 0 0 0,1 1 0 0 0,-1 0 0 0 0,1 0 0 0 0,0-1 0 0 0,-1 1 0 0 0,1 0 0 0 0,0 1 0 0 0,-1-1 0 0 0,0 1 0 0 0,-6 9 13 0 0,0-1 1 0 0,1 1-1 0 0,0 0 1 0 0,1 0-1 0 0,1 1 1 0 0,0-1 0 0 0,0 1-1 0 0,1 1 1 0 0,0-1-1 0 0,1 0 1 0 0,1 1-1 0 0,-2 25 1 0 0,1 18 104 0 0,7 92 1 0 0,-3-129-98 0 0,26 235-246 0 0,-19-212-638 0 0,1-1-1 0 0,2 1 0 0 0,31 72 0 0 0,-23-86-1715 0 0,-10-23-5035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6.7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9 157 3824 0 0,'0'0'2161'0'0,"-8"-20"-77"0"0,14-5-1788 0 0,8 10 44 0 0,12-3-400 0 0,-7 6-160 0 0,3 1-280 0 0,7-2-372 0 0,0-1-208 0 0,3 0-881 0 0,3-1-2011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7.4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69 2660 0 0,'-1'-4'1506'0'0,"-10"-37"2366"0"0,10 37-2755 0 0,0 1-689 0 0,-3-10-41 0 0,3 10 1035 0 0,1 7-1082 0 0,0 76 191 0 0,4-1 0 0 0,3 0 0 0 0,20 88 0 0 0,-23-146-462 0 0,1-1 0 0 0,12 31 0 0 0,-16-50-85 0 0,0 1 0 0 0,0 0 0 0 0,0 0 0 0 0,0 0 0 0 0,0 0 0 0 0,0-1-1 0 0,1 1 1 0 0,-1-1 0 0 0,1 1 0 0 0,-1-1 0 0 0,1 1 0 0 0,-1-1 0 0 0,1 0 0 0 0,0 0 0 0 0,0 0-1 0 0,0 0 1 0 0,0 0 0 0 0,2 1 0 0 0,-1-1 16 0 0,1 1-167 0 0,1-3-96 0 0,0 1-9 0 0,1 0 1 0 0,-1-1-1 0 0,1 0 1 0 0,-1 0-1 0 0,1-1 1 0 0,-1 0-1 0 0,1 0 1 0 0,-1 0 0 0 0,0 0-1 0 0,8-6 1 0 0,-11 7-245 0 0,1-2 1 0 0,0 1 0 0 0,-1 0 0 0 0,1 0-1 0 0,-1-1 1 0 0,0 0 0 0 0,0 1-1 0 0,0-1 1 0 0,0 0 0 0 0,0 0-1 0 0,1-4 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7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1 140 3860 0 0,'0'0'5234'0'0,"1"-3"-4958"0"0,2 1-231 0 0,-1-1-1 0 0,0 1 0 0 0,1-1 1 0 0,0 1-1 0 0,-1 0 0 0 0,1 0 1 0 0,0 0-1 0 0,0 0 0 0 0,0 1 1 0 0,0-1-1 0 0,7-1 0 0 0,46-14 42 0 0,-28 10-108 0 0,103-33-1244 0 0,-1 1-3986 0 0,-106 32 1844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8.1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 58 2116 0 0,'0'0'1070'0'0,"-3"1"-196"0"0,-9 7-123 0 0,9-6 1127 0 0,1 0-1586 0 0,2-2-236 0 0,-1 0-1 0 0,1 1 1 0 0,0-1 0 0 0,-1 0-1 0 0,1 0 1 0 0,0 1-1 0 0,-1-1 1 0 0,1 0-1 0 0,0 1 1 0 0,0-1 0 0 0,-1 0-1 0 0,1 1 1 0 0,0-1-1 0 0,0 1 1 0 0,-1-1-1 0 0,1 1 1 0 0,0-1 0 0 0,0 0-1 0 0,0 1 1 0 0,0-1-1 0 0,0 1 1 0 0,0-1-1 0 0,0 1 1 0 0,0-1 0 0 0,0 1-1 0 0,0 0 1 0 0,11 4 502 0 0,-7-4-465 0 0,16-7 184 0 0,-2-3-59 0 0,-14 7-122 0 0,-3 2-79 0 0,1-1 0 0 0,-1 1-1 0 0,0-1 1 0 0,1 1 0 0 0,-1-1-1 0 0,0 0 1 0 0,1 1-1 0 0,-1-1 1 0 0,0 0 0 0 0,0 0-1 0 0,0 0 1 0 0,2-2 0 0 0,-2 2 18 0 0,3-2 113 0 0,4-4 81 0 0,4-2 109 0 0,-11 8-316 0 0,0 0 0 0 0,0-1 0 0 0,0 1 1 0 0,-1-1-1 0 0,1 1 0 0 0,0-1 0 0 0,-1 1 0 0 0,1-1 0 0 0,0 1 0 0 0,-1-1 1 0 0,0 0-1 0 0,1 1 0 0 0,-1-1 0 0 0,0 1 0 0 0,0-1 0 0 0,0 0 0 0 0,0 1 1 0 0,-1-3-1 0 0,1-1 66 0 0,-21 2-51 0 0,17 2-4 0 0,1 2-18 0 0,-1 1 1 0 0,1-1-1 0 0,-1 0 0 0 0,1 1 0 0 0,0 0 0 0 0,0 0 0 0 0,0 0 0 0 0,0 0 0 0 0,0 0 0 0 0,0 1 1 0 0,1-1-1 0 0,-4 6 0 0 0,-1-1 56 0 0,0 0 0 0 0,1 1-1 0 0,-9 14 1 0 0,15-21-66 0 0,-5 8 84 0 0,1 0 1 0 0,0 0-1 0 0,1 0 0 0 0,-3 11 1 0 0,5-16-64 0 0,0 0 0 0 0,1 0 0 0 0,0 0 1 0 0,-1 0-1 0 0,2 0 0 0 0,-1 0 0 0 0,0 0 1 0 0,1 0-1 0 0,0 0 0 0 0,0 0 0 0 0,0 0 0 0 0,0 0 1 0 0,0 0-1 0 0,4 5 0 0 0,-3-5-29 0 0,0 0 0 0 0,1 0 0 0 0,-1 0 0 0 0,1 0-1 0 0,0-1 1 0 0,0 1 0 0 0,0-1 0 0 0,0 0 0 0 0,1 0 0 0 0,0 0-1 0 0,-1 0 1 0 0,1-1 0 0 0,0 1 0 0 0,8 2 0 0 0,0-2-316 0 0,0-1 0 0 0,1-1 0 0 0,-1 0 0 0 0,1 0 0 0 0,-1-1 0 0 0,14-3 0 0 0,-17 2-241 0 0,-1 0-1 0 0,0-1 1 0 0,0 0-1 0 0,-1 0 1 0 0,1-1 0 0 0,0 0-1 0 0,9-6 1 0 0,0-1-1252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8.4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5 214 2916 0 0,'1'-4'-314'0'0,"7"-39"43"0"0,-8 38 480 0 0,-1-1 97 0 0,-11-75 2643 0 0,11 77-2257 0 0,2-1-375 0 0,1-14-80 0 0,-2 18-218 0 0,0 1 0 0 0,0-1 0 0 0,0 0 0 0 0,0 1 0 0 0,0-1 0 0 0,0 0-1 0 0,0 1 1 0 0,1-1 0 0 0,-1 0 0 0 0,0 1 0 0 0,0-1 0 0 0,0 1 0 0 0,1-1 0 0 0,-1 0 0 0 0,0 1 0 0 0,1-1 0 0 0,-1 1 0 0 0,1-1 0 0 0,-1 1 0 0 0,0-1 0 0 0,1 1 0 0 0,-1-1 0 0 0,1 1 0 0 0,0 0 0 0 0,-1-1-1 0 0,1 1 1 0 0,-1-1 0 0 0,1 1 0 0 0,-1 0 0 0 0,1 0 0 0 0,0-1 0 0 0,-1 1 0 0 0,1 0 0 0 0,0 0 0 0 0,-1 0 0 0 0,1 0 0 0 0,0 0 0 0 0,-1 0 0 0 0,2 0 0 0 0,4 3 37 0 0,-1 0 0 0 0,1 0 0 0 0,-1 1 0 0 0,0 0 0 0 0,0 0-1 0 0,0 0 1 0 0,-1 0 0 0 0,1 1 0 0 0,-1 0 0 0 0,0 0 0 0 0,-1 0 0 0 0,1 0 0 0 0,2 7 0 0 0,-4-9 145 0 0,-2-2-185 0 0,0-1 0 0 0,0 1 0 0 0,0 0 0 0 0,0-1-1 0 0,-1 1 1 0 0,1 0 0 0 0,0-1 0 0 0,0 1-1 0 0,1 0 1 0 0,-1-1 0 0 0,0 1 0 0 0,0-1-1 0 0,0 1 1 0 0,0 0 0 0 0,0-1 0 0 0,1 1 0 0 0,-1 0-1 0 0,0-1 1 0 0,1 1 0 0 0,-1 0 0 0 0,6 15 658 0 0,-5-8-134 0 0,-1-1 0 0 0,0 1 0 0 0,0-1 0 0 0,-1 1 0 0 0,-3 14 0 0 0,3-19 951 0 0,-6-7-1206 0 0,7 4-270 0 0,-1 0 0 0 0,1 0 0 0 0,-1 0 0 0 0,1 0 0 0 0,-1 0-1 0 0,1 0 1 0 0,-1 0 0 0 0,0 0 0 0 0,1 0 0 0 0,-1 0 0 0 0,1-1 0 0 0,-1 1 0 0 0,1 0 0 0 0,-1 0 0 0 0,1-1 0 0 0,0 1 0 0 0,-1 0 0 0 0,1-1 0 0 0,-1 1 0 0 0,1-1 0 0 0,0 1 0 0 0,-1 0 0 0 0,1-1 0 0 0,0 1 0 0 0,-1-1 0 0 0,1 1 0 0 0,0-1 0 0 0,-1 0 0 0 0,-3-12 73 0 0,3 9-16 0 0,1-1 18 0 0,0-1-188 0 0,0 0 0 0 0,0 0 0 0 0,1 0-1 0 0,0-1 1 0 0,0 1 0 0 0,0 0 0 0 0,1 0-1 0 0,0 0 1 0 0,0 1 0 0 0,4-7 0 0 0,-3 6-309 0 0,1 0 1 0 0,0 1 0 0 0,0-1-1 0 0,0 1 1 0 0,1 0 0 0 0,-1 0-1 0 0,1 1 1 0 0,11-8 0 0 0,-10 9-212 0 0,15-9-1009 0 0,-2 4-2937 0 0,3 0 661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9.1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95 2776 0 0,'0'0'6980'0'0,"3"3"-6821"0"0,5 9-25 0 0,-6-9-25 0 0,0 1-29 0 0,6 21 291 0 0,6 42 0 0 0,-13-62-270 0 0,0-1-39 0 0,1 12-19 0 0,-2-11 127 0 0,0-1-71 0 0,1 13 22 0 0,0-13 974 0 0,-4 16 358 0 0,0-25-1472 0 0,1-1 0 0 0,1 0 1 0 0,-1 0-1 0 0,1 0 0 0 0,0 0 0 0 0,0 0 0 0 0,1 0 0 0 0,0 0 1 0 0,0 0-1 0 0,0 0 0 0 0,1-1 0 0 0,0 1 0 0 0,3-10 1 0 0,-4 11-21 0 0,1 0 0 0 0,0 0 1 0 0,0 0-1 0 0,1 0 1 0 0,-1 0-1 0 0,1 0 0 0 0,0 1 1 0 0,1-1-1 0 0,-1 1 1 0 0,1-1-1 0 0,0 1 0 0 0,0 0 1 0 0,0 0-1 0 0,0 0 1 0 0,1 0-1 0 0,0 1 0 0 0,-1-1 1 0 0,1 1-1 0 0,1 0 0 0 0,6-4 1 0 0,-8 5 21 0 0,1 2 3 0 0,-1-1 9 0 0,-2 0 3 0 0,0 1 0 0 0,1 0 0 0 0,-1-1 0 0 0,0 1 0 0 0,0 0 0 0 0,0 0 0 0 0,0 0 0 0 0,0 0 0 0 0,0 0 0 0 0,0 0 0 0 0,0 0 0 0 0,0 0 0 0 0,1 0 0 0 0,-1 0 0 0 0,0 0 0 0 0,0 1 0 0 0,0-1 0 0 0,1 1 0 0 0,3 0 1 0 0,-1 0 0 0 0,0 1 0 0 0,0-1 1 0 0,0 1-1 0 0,0 0 0 0 0,0 0 0 0 0,0 1 0 0 0,-1-1 0 0 0,1 1 1 0 0,-1-1-1 0 0,0 1 0 0 0,1 0 0 0 0,-1 0 0 0 0,0 1 0 0 0,-1-1 1 0 0,1 1-1 0 0,-1-1 0 0 0,1 1 0 0 0,-1 0 0 0 0,0 0 1 0 0,2 6-1 0 0,0-1-20 0 0,2 5 27 0 0,-4-10-9 0 0,0 10 101 0 0,-2-14-95 0 0,0 0 1 0 0,0 0 0 0 0,0 0 0 0 0,0 0 0 0 0,0 0-1 0 0,0 0 1 0 0,0 0 0 0 0,0 0 0 0 0,0 0-1 0 0,0 0 1 0 0,-1 0 0 0 0,1 0 0 0 0,0 0 0 0 0,0 0-1 0 0,0 0 1 0 0,0 0 0 0 0,0 0 0 0 0,0 0-1 0 0,0 0 1 0 0,0 0 0 0 0,0 0 0 0 0,0 0 0 0 0,0 0-1 0 0,0 0 1 0 0,0 0 0 0 0,0 0 0 0 0,0 0 0 0 0,0 0-1 0 0,0 0 1 0 0,0 0 0 0 0,-1 0 0 0 0,1 0-1 0 0,0 0 1 0 0,0 1 0 0 0,0-1 0 0 0,0 0 0 0 0,0 0-1 0 0,0 0 1 0 0,0 0 0 0 0,0 0 0 0 0,0 0-1 0 0,0 0 1 0 0,-10-6 39 0 0,10 1-97 0 0,-1-1 54 0 0,0-2 20 0 0,0 0 0 0 0,0 0 0 0 0,1 0 0 0 0,2-14 0 0 0,9-33-28 0 0,-1 36-8 0 0,-5 12 18 0 0,0-2-14 0 0,18-17-19 0 0,-17 22 28 0 0,-1 2-2 0 0,-2 1-5 0 0,1-1 1 0 0,-1 1-1 0 0,0 0 1 0 0,1 0 0 0 0,-1 0-1 0 0,1 1 1 0 0,-1-1-1 0 0,1 1 1 0 0,-1 0-1 0 0,1 0 1 0 0,-1 0-1 0 0,1 0 1 0 0,-1 1-1 0 0,5 0 1 0 0,-5 0 32 0 0,4 0-22 0 0,0 2 1 0 0,0-1 0 0 0,0 1 0 0 0,0 0 0 0 0,0 1 0 0 0,-1 0 0 0 0,0 0 0 0 0,1 0 0 0 0,-2 0 0 0 0,1 1 0 0 0,0 0 0 0 0,-1 1-1 0 0,0-1 1 0 0,0 1 0 0 0,7 10 0 0 0,-5-2-46 0 0,0 0-1 0 0,11 29 0 0 0,-13-27-47 0 0,-4-12-44 0 0,0 1-107 0 0,3 13-78 0 0,-3-13-69 0 0,5 14-1177 0 0,-5-15 636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6:59.5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195 1 3628 0 0,'0'0'2387'0'0,"-4"-1"-1491"0"0,2 1-746 0 0,0 0 1 0 0,-1 0-1 0 0,1 0 1 0 0,-1 0-1 0 0,1 1 1 0 0,0-1-1 0 0,-1 1 1 0 0,1-1-1 0 0,0 1 1 0 0,-1 0 0 0 0,1 0-1 0 0,0 0 1 0 0,0 0-1 0 0,0 0 1 0 0,0 0-1 0 0,0 1 1 0 0,0-1-1 0 0,0 1 1 0 0,0 0-1 0 0,0-1 1 0 0,1 1-1 0 0,-3 3 1 0 0,1 0-112 0 0,0-1 1 0 0,1 0-1 0 0,0 1 1 0 0,0-1-1 0 0,0 1 1 0 0,0 0-1 0 0,1 0 1 0 0,0 0-1 0 0,0 0 1 0 0,0 0-1 0 0,1 0 1 0 0,0 0-1 0 0,0 0 1 0 0,0 0-1 0 0,0 0 1 0 0,1 0-1 0 0,0 0 1 0 0,0 0-1 0 0,0 0 1 0 0,0-1-1 0 0,1 1 1 0 0,0 0-1 0 0,0-1 1 0 0,0 1-1 0 0,1-1 1 0 0,-1 0-1 0 0,1 1 1 0 0,0-1-1 0 0,0-1 1 0 0,1 1-1 0 0,-1 0 1 0 0,8 5-1 0 0,48 48 133 0 0,-57-54-155 0 0,0 12 77 0 0,-2-14-86 0 0,1 1 0 0 0,-1 0 0 0 0,0-1 0 0 0,0 1 0 0 0,1 0 0 0 0,-1-1 0 0 0,0 1 1 0 0,0-1-1 0 0,-1 1 0 0 0,1 0 0 0 0,0-1 0 0 0,-1 1 0 0 0,1 0 0 0 0,0-1 0 0 0,-1 1 0 0 0,0-1 0 0 0,1 1 0 0 0,-1-1 1 0 0,0 1-1 0 0,0-1 0 0 0,0 0 0 0 0,0 1 0 0 0,0-1 0 0 0,-2 2 0 0 0,-7 6-55 0 0,0 0-1 0 0,-1 0 0 0 0,0-1 1 0 0,-1 0-1 0 0,-20 10 1 0 0,-72 25-6420 0 0,77-33 1098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0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3468 0 0,'0'0'5644'0'0,"0"-4"-4826"0"0,2-11 1502 0 0,4 32-1573 0 0,6 40-379 0 0,-2 10-202 0 0,-5-41-1012 0 0,17 52 0 0 0,-21-75 401 0 0,1 0-145 0 0,0-2 232 0 0,-1 0 0 0 0,0 0 0 0 0,1 1 0 0 0,-1-1-1 0 0,1 0 1 0 0,0 0 0 0 0,-1-1 0 0 0,1 1 0 0 0,0 0 0 0 0,-1-1 0 0 0,1 1 0 0 0,0-1 0 0 0,0 1 0 0 0,0-1 0 0 0,-1 0 0 0 0,1 1 0 0 0,0-1 0 0 0,3-1 0 0 0,0 1-3603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0.6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182 51 3020 0 0,'-4'-1'1148'0'0,"-13"-1"-182"0"0,12 1-95 0 0,0 2-199 0 0,-7 1-383 0 0,0 0-1 0 0,0 1 0 0 0,0 0 1 0 0,1 1-1 0 0,-1 1 1 0 0,1 0-1 0 0,0 0 0 0 0,-16 12 1 0 0,24-15-216 0 0,0 0 1 0 0,0 0-1 0 0,0 0 1 0 0,1 1-1 0 0,-1-1 1 0 0,1 1 0 0 0,0-1-1 0 0,0 1 1 0 0,0 0-1 0 0,-3 6 1 0 0,4-7-71 0 0,1-1 0 0 0,0 0 0 0 0,0 0 0 0 0,1 0 0 0 0,-1 0 0 0 0,0 0 0 0 0,0 1 0 0 0,1-1 0 0 0,-1 0 0 0 0,0 0 1 0 0,1 0-1 0 0,-1 0 0 0 0,1 0 0 0 0,-1 0 0 0 0,1 0 0 0 0,0 0 0 0 0,-1 0 0 0 0,1 0 0 0 0,0-1 0 0 0,0 1 0 0 0,0 0 0 0 0,0 0 1 0 0,1 0-1 0 0,0 0-6 0 0,0 0 0 0 0,1 0 0 0 0,-1 0 1 0 0,0-1-1 0 0,0 1 0 0 0,1-1 0 0 0,-1 0 0 0 0,0 0 1 0 0,0 0-1 0 0,1 0 0 0 0,2 0 0 0 0,6-2 35 0 0,1 0-1 0 0,-1-1 0 0 0,18-6 0 0 0,-28 8-6 0 0,7-2 219 0 0,0 0 1 0 0,0 0-1 0 0,-1-1 0 0 0,1 0 0 0 0,-1-1 0 0 0,0 0 1 0 0,-1 0-1 0 0,1 0 0 0 0,-1-1 0 0 0,0 0 0 0 0,0 0 1 0 0,-1 0-1 0 0,0-1 0 0 0,0 0 0 0 0,8-13 0 0 0,-12 17 39 0 0,5-21 319 0 0,-6 24-598 0 0,-1 0 0 0 0,1 0 0 0 0,0 0-1 0 0,0 0 1 0 0,-1 0 0 0 0,1 0 0 0 0,0 0 0 0 0,0-1 0 0 0,-1 1-1 0 0,1 0 1 0 0,0 0 0 0 0,0 0 0 0 0,-1 0 0 0 0,1-1 0 0 0,0 1-1 0 0,0 0 1 0 0,0 0 0 0 0,-1-1 0 0 0,1 1 0 0 0,0 0 0 0 0,0 0 0 0 0,0-1-1 0 0,0 1 1 0 0,0 0 0 0 0,0 0 0 0 0,0-1 0 0 0,0 1 0 0 0,-1 0-1 0 0,1-1 1 0 0,0 1 0 0 0,0-1 0 0 0,0 1-9 0 0,0-1 0 0 0,0 1 1 0 0,0 0-1 0 0,0-1 0 0 0,0 1 1 0 0,0-1-1 0 0,0 1 0 0 0,0-1 0 0 0,-1 1 1 0 0,1 0-1 0 0,0-1 0 0 0,0 1 0 0 0,0-1 1 0 0,-1 1-1 0 0,1 0 0 0 0,0-1 0 0 0,-1 1 1 0 0,1 0-1 0 0,0-1 0 0 0,-1 1 0 0 0,1 0 1 0 0,0 0-1 0 0,-1-1 0 0 0,1 1 0 0 0,-1 0 1 0 0,1 0-1 0 0,0 0 0 0 0,-1-1 1 0 0,1 1-1 0 0,-1 0 0 0 0,1 0 0 0 0,-1 0 1 0 0,1 0-1 0 0,-1 0 0 0 0,1 0 0 0 0,0 0 1 0 0,-1 0-1 0 0,1 0 0 0 0,-2 0 0 0 0,-5 2-227 0 0,0 0 0 0 0,0 0 0 0 0,0 0 0 0 0,0 1 0 0 0,1 0 0 0 0,-1 0-1 0 0,1 1 1 0 0,-1-1 0 0 0,1 1 0 0 0,0 1 0 0 0,1-1 0 0 0,-1 1 0 0 0,1 0-1 0 0,0 1 1 0 0,0-1 0 0 0,-7 13 0 0 0,9-14-247 0 0,0 0-1 0 0,1 0 1 0 0,0 1 0 0 0,0-1-1 0 0,0 0 1 0 0,0 1 0 0 0,-1 9 0 0 0,0-6-333 0 0,2-4-1544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1.0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41 3388 0 0,'4'0'1382'0'0,"2"-2"-754"0"0,1 1 0 0 0,0 1-1 0 0,-1-1 1 0 0,1 1 0 0 0,0 0 0 0 0,0 1 0 0 0,8 1 0 0 0,-11-1-257 0 0,0 1-265 0 0,-1 0 0 0 0,0 1 0 0 0,0-1 0 0 0,0 1 1 0 0,0-1-1 0 0,0 1 0 0 0,0 0 0 0 0,-1 0 0 0 0,3 4 1 0 0,-4-7-76 0 0,3 8 157 0 0,0-1 0 0 0,0 1 0 0 0,0-1 0 0 0,-1 1 0 0 0,4 15 0 0 0,-6-18-175 0 0,0-1 94 0 0,0 1 12 0 0,2 16 20 0 0,-2-16 9 0 0,-2 0 6 0 0,0 15-13 0 0,1-15 14 0 0,-1 0 5 0 0,-14 34 559 0 0,14-35-527 0 0,-1-2-15 0 0,-7 7 29 0 0,7-6 400 0 0,-2-2-424 0 0,2-1-164 0 0,1 0 0 0 0,-1 0 0 0 0,1 0 0 0 0,-1 0 0 0 0,1 0 0 0 0,-1 0 0 0 0,0 0 0 0 0,1 0 0 0 0,-1-1 0 0 0,1 1 0 0 0,-1 0 0 0 0,1-1 0 0 0,-1 0 0 0 0,1 1 0 0 0,0-1 0 0 0,-1 0 0 0 0,1 0 0 0 0,0 1 0 0 0,-1-1 0 0 0,1 0 1 0 0,0 0-1 0 0,0-1 0 0 0,0 1 0 0 0,0 0 0 0 0,0 0 0 0 0,0 0 0 0 0,0-1 0 0 0,0 1 0 0 0,1-1 0 0 0,-1 1 0 0 0,0 0 0 0 0,1-1 0 0 0,-1 1 0 0 0,1-1 0 0 0,0 1 0 0 0,-1-1 0 0 0,1 1 0 0 0,0-3 0 0 0,-1-7-35 0 0,0 1-1 0 0,1-1 0 0 0,1 1 1 0 0,0 0-1 0 0,0-1 1 0 0,1 1-1 0 0,0 0 1 0 0,1 0-1 0 0,0 0 0 0 0,1 0 1 0 0,0 0-1 0 0,0 1 1 0 0,1 0-1 0 0,0-1 1 0 0,1 2-1 0 0,0-1 1 0 0,0 1-1 0 0,1 0 0 0 0,10-9 1 0 0,-12 13 8 0 0,-1 1 0 0 0,2 0 0 0 0,-1 0-1 0 0,0 0 1 0 0,1 0 0 0 0,-1 1 0 0 0,10-2 0 0 0,-11 2-5 0 0,1 1-27 0 0,0 1 1 0 0,0 0-1 0 0,0 0 0 0 0,0 0 0 0 0,0 0 0 0 0,-1 1 1 0 0,1 0-1 0 0,0 0 0 0 0,0 0 0 0 0,-1 0 0 0 0,1 1 1 0 0,-1 0-1 0 0,1 0 0 0 0,-1 0 0 0 0,0 1 0 0 0,0-1 1 0 0,0 1-1 0 0,0 0 0 0 0,0 0 0 0 0,3 4 0 0 0,-2-2-139 0 0,0 0 0 0 0,-1 0-1 0 0,0 1 1 0 0,0 0 0 0 0,-1-1-1 0 0,0 1 1 0 0,0 1 0 0 0,0-1-1 0 0,-1 0 1 0 0,1 1-1 0 0,-2-1 1 0 0,1 1 0 0 0,-1 0-1 0 0,0-1 1 0 0,0 1 0 0 0,-1 0-1 0 0,0 0 1 0 0,-1 11 0 0 0,-1-2-859 0 0,-1 0 1 0 0,0 1-1 0 0,-2-2 1 0 0,0 1 0 0 0,0-1-1 0 0,-14 27 1 0 0,3-12-3238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1.7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67 347 3268 0 0,'0'0'8266'0'0,"2"-2"-8018"0"0,-1-1-161 0 0,1 1 1 0 0,-1 0-1 0 0,0-1 1 0 0,0 1-1 0 0,-1-1 0 0 0,1 1 1 0 0,0-1-1 0 0,-1 1 1 0 0,0-1-1 0 0,1 0 1 0 0,-1 1-1 0 0,0-5 1 0 0,-1 3 60 0 0,1-1-24 0 0,1-24 29 0 0,-2-1 1 0 0,-1 1 0 0 0,-2 0 0 0 0,-12-49-1 0 0,-8-2-3 0 0,22 76-79 0 0,0-2 30 0 0,2 5-79 0 0,0 1 1 0 0,0-1-1 0 0,0 0 1 0 0,0 1-1 0 0,0-1 1 0 0,-1 0-1 0 0,1 1 1 0 0,0-1 0 0 0,0 0-1 0 0,-1 1 1 0 0,1-1-1 0 0,0 1 1 0 0,-1-1-1 0 0,1 0 1 0 0,-1 1-1 0 0,1-1 1 0 0,0 1 0 0 0,-1-1-1 0 0,1 1 1 0 0,-1-1-1 0 0,-1 0 1 0 0,0 4-6 0 0,0-1-1 0 0,0 1 1 0 0,1 0 0 0 0,-1-1 0 0 0,1 1 0 0 0,-1 0 0 0 0,1 0 0 0 0,0 0 0 0 0,0 0-1 0 0,0 1 1 0 0,0-1 0 0 0,1 0 0 0 0,-1 0 0 0 0,1 0 0 0 0,0 1 0 0 0,0 5 0 0 0,6 66 38 0 0,-6-68-53 0 0,7 44-274 0 0,16 63-1 0 0,-16-91-894 0 0,0-1 0 0 0,16 34 0 0 0,-21-52 520 0 0,0-1-55 0 0,0-1 228 0 0,3 4 562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1.9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67 200 3040 0 0,'-64'-33'6199'0'0,"61"31"-5014"0"0,3 2-1176 0 0,1-1 0 0 0,-1 1 0 0 0,0 0 0 0 0,0 0 0 0 0,0 0 0 0 0,1 0 1 0 0,-1 0-1 0 0,0 0 0 0 0,0 0 0 0 0,0 0 0 0 0,1 0 0 0 0,-1-1 0 0 0,0 1 1 0 0,0 0-1 0 0,0 0 0 0 0,0 0 0 0 0,0 0 0 0 0,1-1 0 0 0,-1 1 0 0 0,0 0 1 0 0,0 0-1 0 0,0 0 0 0 0,0-1 0 0 0,0 1 0 0 0,0 0 0 0 0,0 0 0 0 0,0 0 0 0 0,0-1 1 0 0,1 1-1 0 0,-1 0 0 0 0,0 0 0 0 0,0 0 0 0 0,0-1 0 0 0,0 1 0 0 0,-1 0 1 0 0,1-1-3 0 0,1 0 1 0 0,-1 1-1 0 0,0-1 1 0 0,0 1-1 0 0,0-1 1 0 0,0 0-1 0 0,0 1 1 0 0,1-1-1 0 0,-1 1 1 0 0,0-1-1 0 0,0 1 1 0 0,1-1-1 0 0,-1 1 1 0 0,0-1 0 0 0,1 1-1 0 0,-1-1 1 0 0,1 1-1 0 0,-1 0 1 0 0,0-1-1 0 0,1 1 1 0 0,-1-1-1 0 0,1 1 1 0 0,-1 0-1 0 0,1 0 1 0 0,0-1-1 0 0,-1 1 1 0 0,1 0-1 0 0,0-1 1 0 0,196-39 335 0 0,-25 8-1497 0 0,-144 24-172 0 0,-1 0 0 0 0,0-1 0 0 0,0-2-1 0 0,25-14 1 0 0,-33 14-2163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2.5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119 117 2408 0 0,'-3'-9'481'0'0,"1"0"-1"0"0,-1 0 1 0 0,-1 0-1 0 0,0 0 0 0 0,0 1 1 0 0,-1 0-1 0 0,1 0 1 0 0,-2 0-1 0 0,1 0 1 0 0,-1 1-1 0 0,-7-7 0 0 0,11 12-26 0 0,1 1-408 0 0,1 1-1 0 0,0-1 1 0 0,0 1 0 0 0,-1-1 0 0 0,1 1 0 0 0,0-1 0 0 0,-1 1-1 0 0,1 0 1 0 0,0-1 0 0 0,-1 1 0 0 0,1-1 0 0 0,-1 1 0 0 0,1 0 0 0 0,-1-1-1 0 0,1 1 1 0 0,0 0 0 0 0,-1 0 0 0 0,0-1 0 0 0,1 1 0 0 0,-1 0-1 0 0,1 0 1 0 0,-1 0 0 0 0,1-1 0 0 0,-1 1 0 0 0,1 0 0 0 0,-1 0-1 0 0,0 0 1 0 0,1 0 0 0 0,-1 0 0 0 0,1 0 0 0 0,-1 0 0 0 0,0 1-1 0 0,0-1-14 0 0,0 0-1 0 0,0 0 0 0 0,0 0 1 0 0,0 0-1 0 0,0 0 0 0 0,0 0 1 0 0,0 1-1 0 0,0-1 1 0 0,0 0-1 0 0,0 1 0 0 0,0-1 1 0 0,0 1-1 0 0,0-1 0 0 0,0 1 1 0 0,1-1-1 0 0,-1 1 0 0 0,0 0 1 0 0,0-1-1 0 0,1 1 0 0 0,-1 0 1 0 0,-1 1-1 0 0,-3 15 177 0 0,0 1 1 0 0,1-1-1 0 0,1 1 1 0 0,1 0-1 0 0,0 0 1 0 0,2 34-1 0 0,1-18 39 0 0,7 62 1 0 0,-5-76-102 0 0,1 1 0 0 0,1-1-1 0 0,8 20 1 0 0,-11-37-35 0 0,-2-2-97 0 0,0-1 0 0 0,1 1-1 0 0,-1-1 1 0 0,0 1 0 0 0,1-1-1 0 0,-1 0 1 0 0,0 1 0 0 0,1-1-1 0 0,-1 1 1 0 0,1-1 0 0 0,-1 0-1 0 0,1 1 1 0 0,-1-1 0 0 0,1 0-1 0 0,-1 0 1 0 0,1 1 0 0 0,-1-1-1 0 0,1 0 1 0 0,-1 0 0 0 0,2 1-1 0 0,-2-1-10 0 0,1 0 1 0 0,-1 0-1 0 0,0 0 0 0 0,1 0 1 0 0,-1 0-1 0 0,1 0 0 0 0,-1 0 1 0 0,0 0-1 0 0,1 1 0 0 0,-1-1 1 0 0,1 0-1 0 0,-1 0 0 0 0,0 1 1 0 0,1-1-1 0 0,-1 0 0 0 0,0 0 0 0 0,1 1 1 0 0,-1-1-1 0 0,0 0 0 0 0,0 1 1 0 0,1-1-1 0 0,-1 1 0 0 0,0-1 1 0 0,0 0-1 0 0,0 1 0 0 0,0-1 1 0 0,1 1-1 0 0,5-1 25 0 0,1 0-25 0 0,-6 1 1 0 0,0-1-1 0 0,1 0 0 0 0,-1 1 0 0 0,1-1 1 0 0,-1 0-1 0 0,1 0 0 0 0,-1 0 0 0 0,1-1 1 0 0,-1 1-1 0 0,1 0 0 0 0,-1-1 0 0 0,3 0 1 0 0,3-2-1 0 0,0-1 0 0 0,0 0 0 0 0,0 0 0 0 0,0 0 0 0 0,7-7 0 0 0,1-1-20 0 0,-1-1-1 0 0,19-23 0 0 0,8-10 79 0 0,-38 44-86 0 0,1 3-40 0 0,12 3 34 0 0,-11-3 8 0 0,-3 5 17 0 0,0-1 0 0 0,1 1-1 0 0,0-1 1 0 0,0 0 0 0 0,5 7-1 0 0,-6-9 7 0 0,0 1-1 0 0,0-1 1 0 0,0 0 0 0 0,1 0-1 0 0,-1 0 1 0 0,1-1-1 0 0,5 5 1 0 0,-5-4-4 0 0,-1 0-10 0 0,2-2 21 0 0,9 5-7 0 0,-9-5-9 0 0,0-1-37 0 0,2 1-7 0 0,0-1 1 0 0,1 0-1 0 0,-1 0 1 0 0,0 0-1 0 0,0-1 1 0 0,0 0-1 0 0,0-1 1 0 0,0 1-1 0 0,0-1 0 0 0,0 0 1 0 0,0 0-1 0 0,-1-1 1 0 0,1 0-1 0 0,-1 0 1 0 0,8-6-1 0 0,-9 7-4 0 0,0-1 0 0 0,0 0-1 0 0,-1-1 1 0 0,0 1 0 0 0,1-1 0 0 0,-1 1-1 0 0,0-1 1 0 0,-1 0 0 0 0,5-8-1 0 0,-5 9 32 0 0,1-2-27 0 0,-1 1-1 0 0,0-1 0 0 0,0 1 1 0 0,0-1-1 0 0,0 0 1 0 0,-1 1-1 0 0,0-1 1 0 0,0 0-1 0 0,0 0 1 0 0,0 0-1 0 0,-1 0 0 0 0,0 0 1 0 0,0 0-1 0 0,0 0 1 0 0,-1 0-1 0 0,-1-7 1 0 0,-8-13 12 0 0,6 21 59 0 0,1 1-7 0 0,1 1 56 0 0,-16-8 127 0 0,14 9-69 0 0,0 1 18 0 0,1 0-111 0 0,1 1 1 0 0,-1-1-1 0 0,0 1 1 0 0,1-1-1 0 0,-1 1 1 0 0,1 0-1 0 0,-1 0 1 0 0,1 0-1 0 0,0 1 0 0 0,-1-1 1 0 0,1 0-1 0 0,0 1 1 0 0,0 0-1 0 0,0-1 1 0 0,0 1-1 0 0,0 0 1 0 0,0 0-1 0 0,0 0 1 0 0,1 0-1 0 0,-1 0 1 0 0,1 1-1 0 0,0-1 1 0 0,-2 4-1 0 0,2-1-15 0 0,1 0 0 0 0,-1 1-1 0 0,1-1 1 0 0,0 0 0 0 0,1 0 0 0 0,-1 1-1 0 0,1-1 1 0 0,0 0 0 0 0,1 0-1 0 0,-1 1 1 0 0,1-1 0 0 0,0 0 0 0 0,0-1-1 0 0,0 1 1 0 0,1 0 0 0 0,0-1 0 0 0,0 1-1 0 0,0-1 1 0 0,0 0 0 0 0,1 0-1 0 0,0 0 1 0 0,-1 0 0 0 0,1-1 0 0 0,1 0-1 0 0,-1 1 1 0 0,9 3 0 0 0,-5-2-82 0 0,1-1-1 0 0,1 1 1 0 0,-1-2 0 0 0,0 0 0 0 0,1 0-1 0 0,0 0 1 0 0,0-1 0 0 0,-1-1 0 0 0,1 0-1 0 0,0 0 1 0 0,0-1 0 0 0,19-2 0 0 0,-11 0-985 0 0,-1 0 0 0 0,1-2 1 0 0,-1 0-1 0 0,0-1 0 0 0,0-1 0 0 0,25-12 1 0 0,-15 3-3562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3.8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342 538 3460 0 0,'1'-4'1482'0'0,"8"-41"2373"0"0,-9 41-3222 0 0,-1 1-522 0 0,0 1 0 0 0,0-1 0 0 0,0 1 0 0 0,-1 0 0 0 0,1-1 0 0 0,-1 1 0 0 0,1 0 0 0 0,-1 0 0 0 0,0 0 0 0 0,1 0 0 0 0,-1 0 0 0 0,0 1 0 0 0,-4-4 0 0 0,3 4 160 0 0,-2 0-8 0 0,-7 1-146 0 0,0 1-1 0 0,1 0 1 0 0,0 1-1 0 0,-1 0 0 0 0,1 1 1 0 0,0 0-1 0 0,0 1 1 0 0,0 0-1 0 0,1 1 1 0 0,-1 0-1 0 0,1 1 0 0 0,-13 9 1 0 0,5-3-37 0 0,0 1 0 0 0,2 1 0 0 0,-1 0-1 0 0,2 2 1 0 0,0-1 0 0 0,-14 20 0 0 0,25-29-88 0 0,0 0-1 0 0,0 0 0 0 0,1 0 1 0 0,-1 1-1 0 0,2 0 0 0 0,-1-1 1 0 0,0 1-1 0 0,1 0 0 0 0,1 0 1 0 0,-1 1-1 0 0,1-1 0 0 0,0 0 1 0 0,1 0-1 0 0,0 15 0 0 0,1-21 6 0 0,-1 0-1 0 0,0 1 1 0 0,1-1-1 0 0,-1 1 1 0 0,1-1-1 0 0,0 0 1 0 0,-1 1-1 0 0,1-1 0 0 0,0 0 1 0 0,0 0-1 0 0,0 1 1 0 0,0-1-1 0 0,0 0 1 0 0,0 0-1 0 0,0 0 1 0 0,0 0-1 0 0,0 0 1 0 0,0-1-1 0 0,1 1 1 0 0,-1 0-1 0 0,0 0 1 0 0,1-1-1 0 0,2 2 0 0 0,-1-1-6 0 0,1 1-1 0 0,0-1 1 0 0,0 0-1 0 0,0 0 0 0 0,0 0 1 0 0,0-1-1 0 0,1 1 0 0 0,-1-1 1 0 0,4 0-1 0 0,6-3-14 0 0,0 0 1 0 0,0 0-1 0 0,0-2 1 0 0,-1 0-1 0 0,1 0 1 0 0,-1-1-1 0 0,0 0 1 0 0,-1-2-1 0 0,0 1 0 0 0,0-1 1 0 0,-1-1-1 0 0,1 0 1 0 0,-2-1-1 0 0,0 0 1 0 0,0 0-1 0 0,10-16 1 0 0,-6 8-69 0 0,0-1 0 0 0,-2 0 0 0 0,0-1 0 0 0,-2-1 1 0 0,0 0-1 0 0,-1 0 0 0 0,-1-1 0 0 0,-1 0 0 0 0,6-37 0 0 0,-8 28 133 0 0,-2 0 0 0 0,-1 0 0 0 0,-1 0 0 0 0,-2 0 0 0 0,-1 0-1 0 0,-1 0 1 0 0,-2 0 0 0 0,-1 0 0 0 0,-1 1 0 0 0,-16-40-1 0 0,23 70-25 0 0,0-1-1 0 0,0 0 1 0 0,-1 0-1 0 0,1 0 1 0 0,0 1-1 0 0,-1-1 1 0 0,1 0-1 0 0,0 0 1 0 0,-1 1-1 0 0,1-1 1 0 0,-1 0-1 0 0,1 1 1 0 0,-1-1-1 0 0,1 1 1 0 0,-1-1-1 0 0,1 0 1 0 0,-1 1-1 0 0,0-1 1 0 0,1 1-1 0 0,-1 0 1 0 0,0-1-1 0 0,0 1 1 0 0,1-1-1 0 0,-1 1 1 0 0,0 0-1 0 0,0 0 1 0 0,1-1-1 0 0,-1 1 1 0 0,0 0-1 0 0,0 0 1 0 0,0 0-1 0 0,1 0 1 0 0,-1 0-1 0 0,0 0 1 0 0,0 0-1 0 0,0 0 1 0 0,1 0-1 0 0,-1 1 0 0 0,0-1 1 0 0,0 0-1 0 0,0 0 1 0 0,1 1-1 0 0,-1-1 1 0 0,0 0-1 0 0,1 1 1 0 0,-1-1-1 0 0,-1 1 1 0 0,-1 1-49 0 0,3-2 37 0 0,-1 0 1 0 0,1 0 0 0 0,0 0 0 0 0,-1 1 0 0 0,1-1 0 0 0,0 0 0 0 0,-1 0-1 0 0,1 0 1 0 0,0 1 0 0 0,-1-1 0 0 0,1 0 0 0 0,0 0 0 0 0,0 1 0 0 0,-1-1-1 0 0,1 0 1 0 0,0 1 0 0 0,0-1 0 0 0,0 0 0 0 0,-1 1 0 0 0,1-1 0 0 0,0 0 0 0 0,0 1-1 0 0,0-1 1 0 0,0 0 0 0 0,0 1 0 0 0,-1 0 0 0 0,-7 25 96 0 0,1 1 0 0 0,1 0 0 0 0,2 0 0 0 0,0 0-1 0 0,1 40 1 0 0,13 147 109 0 0,-8-197-260 0 0,0-1 0 0 0,0 1 0 0 0,1-1 0 0 0,2 0 0 0 0,-1 0 0 0 0,2 0 0 0 0,0-1 0 0 0,1 0 0 0 0,0 0 0 0 0,17 24 0 0 0,-21-36-69 0 0,1 1 0 0 0,-1-1 0 0 0,1-1 0 0 0,0 1 0 0 0,0 0 1 0 0,0-1-1 0 0,1 0 0 0 0,-1 0 0 0 0,0 0 0 0 0,9 1 0 0 0,-10-1 56 0 0,2-1-83 0 0,-1 0 0 0 0,1 0 0 0 0,0 0 0 0 0,0 0 0 0 0,0-1 0 0 0,-1 0 0 0 0,1 0 0 0 0,0 0 0 0 0,0 0-1 0 0,7-2 1 0 0,-7 1 73 0 0,6 0-138 0 0,-1-1-1 0 0,1-1 0 0 0,0 0 0 0 0,-1 0 1 0 0,1-1-1 0 0,-1 0 0 0 0,0-1 1 0 0,0 0-1 0 0,15-11 0 0 0,1-3-36 0 0,40-38 0 0 0,-19 1 2073 0 0,-45 54-1469 0 0,-1 1-308 0 0,-1 1 0 0 0,1 0 0 0 0,-1-1 1 0 0,1 1-1 0 0,0-1 0 0 0,-1 1 0 0 0,1-1 0 0 0,-1 1 1 0 0,1-1-1 0 0,-1 1 0 0 0,1-1 0 0 0,-1 1 1 0 0,0-1-1 0 0,1 1 0 0 0,-1-1 0 0 0,0 0 1 0 0,1 1-1 0 0,-1-1 0 0 0,0 0 0 0 0,0 1 1 0 0,1-1-1 0 0,-1 0 0 0 0,0 0 0 0 0,0 1 0 0 0,0-1 1 0 0,0 0-1 0 0,0 1 0 0 0,0-1 0 0 0,0-1 1 0 0,-1-18 773 0 0,1 16-748 0 0,-3 6-14 0 0,0 0-1 0 0,0 0 1 0 0,1 1 0 0 0,-1-1-1 0 0,1 0 1 0 0,-1 1 0 0 0,1 0-1 0 0,-3 3 1 0 0,4-3-15 0 0,-6 5 37 0 0,1 0-1 0 0,0 1 0 0 0,1 0 1 0 0,0 0-1 0 0,0 0 1 0 0,1 1-1 0 0,-4 10 0 0 0,1 0-16 0 0,0-7-14 0 0,3 3-38 0 0,0 5 5 0 0,3-17-37 0 0,1 1-8 0 0,3 12-17 0 0,-2-13-20 0 0,-1-4-21 0 0,1 0 83 0 0,-1 0 0 0 0,0 0 0 0 0,1 0 0 0 0,-1 0 0 0 0,1 0 0 0 0,-1 0 0 0 0,0 1 0 0 0,1-1 0 0 0,-1 0-1 0 0,0 0 1 0 0,1 0 0 0 0,-1 0 0 0 0,0 0 0 0 0,1 1 0 0 0,-1-1 0 0 0,0 0 0 0 0,1 0 0 0 0,-1 0-1 0 0,0 1 1 0 0,0-1 0 0 0,1 0 0 0 0,-1 1 0 0 0,0-1 0 0 0,0 0 0 0 0,0 0 0 0 0,1 1 0 0 0,-1 0 0 0 0,0-1-3 0 0,1 1 0 0 0,-1-1 1 0 0,0 1-1 0 0,1-1 1 0 0,-1 1-1 0 0,1-1 1 0 0,-1 0-1 0 0,0 1 1 0 0,1-1-1 0 0,-1 1 0 0 0,1-1 1 0 0,-1 0-1 0 0,1 0 1 0 0,0 1-1 0 0,-1-1 1 0 0,1 0-1 0 0,-1 0 1 0 0,1 1-1 0 0,-1-1 1 0 0,1 0-1 0 0,0 0 0 0 0,-1 0 1 0 0,1 0-1 0 0,0 0 1 0 0,-1 0-1 0 0,1 0 1 0 0,-1 0-1 0 0,1 0 1 0 0,0 0-1 0 0,0-1 1 0 0,6 1 23 0 0,1-1 1 0 0,-1-1 0 0 0,0 1 0 0 0,0-1 0 0 0,0 0 0 0 0,0-1 0 0 0,0 1 0 0 0,0-2 0 0 0,-1 1 0 0 0,8-6 0 0 0,-8 6 22 0 0,-1-1 0 0 0,0-1 1 0 0,0 1-1 0 0,0-1 0 0 0,0 0 1 0 0,-1 0-1 0 0,0 0 0 0 0,0-1 1 0 0,0 0-1 0 0,-1 1 0 0 0,0-1 0 0 0,0 0 1 0 0,0-1-1 0 0,-1 1 0 0 0,0 0 1 0 0,0-1-1 0 0,-1 1 0 0 0,0-1 1 0 0,1-12-1 0 0,-2 6-13 0 0,-2 1-1 0 0,1-1 1 0 0,-5-15 0 0 0,5 24-19 0 0,-2 2-19 0 0,2 1-5 0 0,-1 0-1 0 0,0 0 1 0 0,1 1 0 0 0,-1-1 0 0 0,0 0-1 0 0,1 1 1 0 0,-1-1 0 0 0,0 1-1 0 0,0-1 1 0 0,0 1 0 0 0,1 0 0 0 0,-1 0-1 0 0,0 0 1 0 0,0 0 0 0 0,0 0-1 0 0,0 0 1 0 0,-3 1 0 0 0,-1 1-28 0 0,1-1 0 0 0,-1 1 0 0 0,0 1 1 0 0,1-1-1 0 0,-9 6 0 0 0,-1 1-409 0 0,2 1 0 0 0,-1 1 0 0 0,-22 23 0 0 0,6 2-1827 0 0,27-33 1213 0 0,2 1-351 0 0,-4 11-1058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4.6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55 3872 0 0,'2'-3'1521'0'0,"0"-2"-524"0"0,-1 0 0 0 0,1 0 0 0 0,-1-1 1 0 0,0 1-1 0 0,1-11 0 0 0,-21 21-513 0 0,15-2-428 0 0,0 0-1 0 0,0 0 0 0 0,0 0 1 0 0,1 0-1 0 0,-1 1 0 0 0,1-1 0 0 0,-1 1 1 0 0,1 0-1 0 0,0 0 0 0 0,1 0 1 0 0,-1 1-1 0 0,1-1 0 0 0,-4 9 0 0 0,-15 59 106 0 0,21-68-143 0 0,0 1-8 0 0,2 2-79 0 0,-1 1 0 0 0,1-2-1 0 0,0 1 1 0 0,1 0 0 0 0,0 0 0 0 0,7 12-1 0 0,-8-17-104 0 0,2 0 4 0 0,11 7-56 0 0,-11-6-24 0 0,1-3 10 0 0,6 0 137 0 0,-1 0 0 0 0,1-1 1 0 0,0-1-1 0 0,-1 0 1 0 0,0 0-1 0 0,1-1 0 0 0,-1 0 1 0 0,0-1-1 0 0,0 0 1 0 0,-1-1-1 0 0,1 1 0 0 0,-1-2 1 0 0,0 0-1 0 0,0 0 0 0 0,-1 0 1 0 0,0-1-1 0 0,0 0 1 0 0,0-1-1 0 0,-1 0 0 0 0,0 0 1 0 0,-1-1-1 0 0,0 1 0 0 0,9-17 1 0 0,7-26 98 0 0,-21 48 92 0 0,2-2 119 0 0,-1 0 0 0 0,0 0-1 0 0,-1 0 1 0 0,1-1 0 0 0,0-5 0 0 0,-2 11-199 0 0,0 0 0 0 0,0 1 0 0 0,0-1 0 0 0,0 0 0 0 0,-1 0 0 0 0,1 1 0 0 0,0-1 0 0 0,0 0 0 0 0,0 0 0 0 0,0 1 0 0 0,-1-1 0 0 0,1 0 0 0 0,0 0 0 0 0,0 0 0 0 0,-1 1 0 0 0,1-1 0 0 0,0 0 0 0 0,0 0 0 0 0,-1 0 0 0 0,1 0 0 0 0,0 0 0 0 0,-1 0 0 0 0,1 1 0 0 0,0-1 0 0 0,0 0 1 0 0,-1 0-1 0 0,1 0 0 0 0,0 0 0 0 0,-1 0 0 0 0,1 0 0 0 0,-1 0 1 0 0,0 0 0 0 0,0 0 0 0 0,1 0 1 0 0,-1 0-1 0 0,0 0 0 0 0,1 1 0 0 0,-1-1 1 0 0,0 0-1 0 0,1 1 0 0 0,-1-1 0 0 0,0 0 0 0 0,1 1 1 0 0,-1-1-1 0 0,1 1 0 0 0,-1-1 0 0 0,1 1 1 0 0,-1-1-1 0 0,1 1 0 0 0,-1-1 0 0 0,1 1 1 0 0,-1-1-1 0 0,1 2 0 0 0,-17 56 404 0 0,16-53-407 0 0,2 0 17 0 0,-1-3-32 0 0,0 1-1 0 0,0 1-1 0 0,1-1 1 0 0,-1 0 0 0 0,1 1 0 0 0,0-1-1 0 0,0 0 1 0 0,0 1 0 0 0,1-1 0 0 0,-1 0-1 0 0,1 0 1 0 0,-1 0 0 0 0,1 0-1 0 0,0 0 1 0 0,0-1 0 0 0,1 1 0 0 0,-1 0-1 0 0,0-1 1 0 0,1 0 0 0 0,0 1 0 0 0,-1-1-1 0 0,1 0 1 0 0,0-1 0 0 0,5 4 0 0 0,-2-3-1 0 0,-1-1 1 0 0,1 1-1 0 0,0-1 1 0 0,0 0-1 0 0,0 0 1 0 0,0-1-1 0 0,0 0 1 0 0,1 0-1 0 0,-1 0 1 0 0,0-1-1 0 0,0 0 1 0 0,0 0-1 0 0,0 0 1 0 0,-1-1-1 0 0,1 0 1 0 0,0 0-1 0 0,-1 0 1 0 0,1-1-1 0 0,-1 0 1 0 0,0 0-1 0 0,0 0 0 0 0,0-1 1 0 0,0 0-1 0 0,6-6 1 0 0,-4 1 57 0 0,0 0 1 0 0,0-1-1 0 0,-1 0 1 0 0,0 0-1 0 0,-1 0 1 0 0,0-1-1 0 0,0 0 1 0 0,3-14-1 0 0,-7 22 65 0 0,1-17 1472 0 0,-4 24-1548 0 0,-1 0 1 0 0,1 0 0 0 0,0 0 0 0 0,1 0-1 0 0,-1 0 1 0 0,-1 7 0 0 0,2-7-5 0 0,1 1-5 0 0,-1 16-5 0 0,1-16-3 0 0,1 1-15 0 0,-1 0-52 0 0,0-2-28 0 0,1 0 0 0 0,-1 0 0 0 0,0 0 0 0 0,1 0 0 0 0,0-1 0 0 0,0 1 0 0 0,0 0 0 0 0,1 0 0 0 0,-1 0 0 0 0,1-1 0 0 0,0 1 0 0 0,0-1 0 0 0,0 1 0 0 0,0-1 0 0 0,1 0 0 0 0,-1 0-1 0 0,1 0 1 0 0,5 4 0 0 0,2-1-477 0 0,-7-4-98 0 0,2-1-149 0 0,0-1 301 0 0,0 1 0 0 0,0-1 1 0 0,1 1-1 0 0,-1-1 1 0 0,0-1-1 0 0,1 1 1 0 0,-1-1-1 0 0,0 0 1 0 0,0 0-1 0 0,0-1 0 0 0,0 1 1 0 0,7-4-1 0 0,6-7-2491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5.3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97 2708 0 0,'31'-79'5018'0'0,"-30"75"-4272"0"0,0 1-483 0 0,5-7 1523 0 0,-4 23-1331 0 0,-4 35-219 0 0,-7 40 73 0 0,9-83-199 0 0,-1-2 31 0 0,-1 8 65 0 0,-2 7 1823 0 0,3-32-1645 0 0,1 9-347 0 0,3-4-62 0 0,0-1 0 0 0,0 1-1 0 0,1 0 1 0 0,0 0 0 0 0,0 0 0 0 0,1 1 0 0 0,0 0-1 0 0,1 0 1 0 0,0 0 0 0 0,0 0 0 0 0,1 1 0 0 0,0 0-1 0 0,0 0 1 0 0,10-7 0 0 0,-14 13 13 0 0,-1-1 1 0 0,1 1-1 0 0,0-1 1 0 0,0 1-1 0 0,0 0 1 0 0,0 0-1 0 0,0 1 1 0 0,0-1-1 0 0,0 0 0 0 0,0 1 1 0 0,0 0-1 0 0,1 0 1 0 0,-1 0-1 0 0,0 0 1 0 0,0 0-1 0 0,0 1 1 0 0,0-1-1 0 0,0 1 1 0 0,0 0-1 0 0,0 0 0 0 0,0 0 1 0 0,0 0-1 0 0,0 1 1 0 0,3 1-1 0 0,15 20-28 0 0,-19-21 28 0 0,0 2-15 0 0,4 13 2 0 0,-4-13 18 0 0,-1 0 18 0 0,0 12-15 0 0,0-12-14 0 0,-1 1-8 0 0,-1 13-64 0 0,1-13 104 0 0,0-5-8 0 0,0 1 0 0 0,0 0 0 0 0,0 0 0 0 0,0-1-1 0 0,0 1 1 0 0,0 0 0 0 0,0-1 0 0 0,0 1 0 0 0,0 0-1 0 0,-1-1 1 0 0,1 1 0 0 0,0 0 0 0 0,0-1 0 0 0,-1 1 0 0 0,1 0-1 0 0,0-1 1 0 0,-1 1 0 0 0,1 0 0 0 0,0-1 0 0 0,-1 1 0 0 0,0 0-1 0 0,-11-5 431 0 0,10 2-406 0 0,3-5-37 0 0,0-1 0 0 0,1 0 0 0 0,0 1 0 0 0,0-1 1 0 0,1 1-1 0 0,0 0 0 0 0,0 0 0 0 0,1 0 0 0 0,0 0 1 0 0,0 1-1 0 0,1 0 0 0 0,0-1 0 0 0,0 2 1 0 0,0-1-1 0 0,9-7 0 0 0,-5 2 0 0 0,4 4 3 0 0,9-1 1 0 0,-21 8 2 0 0,1-1 0 0 0,0 0 0 0 0,-1 1 1 0 0,1-1-1 0 0,0 1 0 0 0,0 0 0 0 0,-1-1 0 0 0,1 1 0 0 0,0 0 0 0 0,0 0 1 0 0,2 1-1 0 0,2-1-1 0 0,-1-1 5 0 0,-1 3 3 0 0,0 0-4 0 0,0 0 1 0 0,0 0-1 0 0,-1 0 0 0 0,1 0 0 0 0,-1 0 0 0 0,1 1 1 0 0,-1 0-1 0 0,0 0 0 0 0,0 0 0 0 0,0 0 0 0 0,-1 0 0 0 0,1 0 1 0 0,-1 1-1 0 0,0-1 0 0 0,1 1 0 0 0,-2 0 0 0 0,1-1 0 0 0,2 8 1 0 0,-3-8-40 0 0,0 2 60 0 0,-1 4-124 0 0,0 0 1 0 0,-1 0 0 0 0,0 0 0 0 0,0 0 0 0 0,-1-1 0 0 0,0 1-1 0 0,-5 11 1 0 0,6-17-434 0 0,-3 7 130 0 0,1-5-1522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6.3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0 388 2888 0 0,'0'0'4327'0'0,"4"-1"-4012"0"0,36 6 700 0 0,-36-4-962 0 0,11-1 27 0 0,-8 1-56 0 0,0-1-1 0 0,0 0 1 0 0,1-1-1 0 0,-1 0 1 0 0,8-2-1 0 0,-4 1-1 0 0,0-1-1 0 0,0-1 0 0 0,0 0 1 0 0,0 0-1 0 0,-1-1 0 0 0,12-7 1 0 0,-18 9-6 0 0,0-1 0 0 0,0 0 0 0 0,0 0 0 0 0,-1 0 0 0 0,1 0 0 0 0,-1-1 0 0 0,0 1 0 0 0,4-9 0 0 0,-5 10-35 0 0,-2-1 85 0 0,2-13 34 0 0,-1 12 44 0 0,-3 1 16 0 0,-18-25 494 0 0,18 27-441 0 0,-2 0 3 0 0,-14-3 33 0 0,14 4-73 0 0,0 1-32 0 0,0 0-94 0 0,0 1 0 0 0,0-1-1 0 0,0 1 1 0 0,0 0 0 0 0,0 0 0 0 0,1 1 0 0 0,-1-1 0 0 0,0 1 0 0 0,1-1 0 0 0,-1 1 0 0 0,1 0 0 0 0,0 1 0 0 0,-1-1 0 0 0,1 0 0 0 0,0 1 0 0 0,-4 5-1 0 0,2-1 18 0 0,0 1 1 0 0,0 0-1 0 0,1 0 0 0 0,1 0 0 0 0,-1 0 0 0 0,-3 17 0 0 0,5-16-28 0 0,1 0 0 0 0,0 0 0 0 0,1 0 1 0 0,1 13-1 0 0,-1-18-64 0 0,1-1 0 0 0,0 1-1 0 0,-1-1 1 0 0,1 0 0 0 0,0 1 0 0 0,1-1 0 0 0,-1 0-1 0 0,1 0 1 0 0,-1 0 0 0 0,1 0 0 0 0,0 0 0 0 0,0 0-1 0 0,0-1 1 0 0,0 1 0 0 0,1-1 0 0 0,-1 1 0 0 0,4 2-1 0 0,-1-2-148 0 0,0 0 0 0 0,0-1-1 0 0,0 0 1 0 0,1 1 0 0 0,-1-2-1 0 0,1 1 1 0 0,-1 0 0 0 0,1-1 0 0 0,-1 0-1 0 0,1-1 1 0 0,0 1 0 0 0,0-1-1 0 0,-1 0 1 0 0,1-1 0 0 0,0 1-1 0 0,-1-1 1 0 0,1 0 0 0 0,0 0-1 0 0,8-4 1 0 0,-4 1 8 0 0,1 0 1 0 0,0-1 0 0 0,-1 0-1 0 0,0-1 1 0 0,0 0 0 0 0,-1 0-1 0 0,0-1 1 0 0,0 0-1 0 0,12-14 1 0 0,-10 9 491 0 0,-1-1 1 0 0,-1-1-1 0 0,0 0 0 0 0,-1 0 0 0 0,0-1 1 0 0,-1 0-1 0 0,8-24 0 0 0,-14 35-4 0 0,3-11 491 0 0,-7 26 86 0 0,2-8-837 0 0,-9 73 151 0 0,10-72-165 0 0,0 1-30 0 0,2 16-31 0 0,-1-15-58 0 0,0-2 72 0 0,5 14 2 0 0,-5-16-19 0 0,0 0 0 0 0,0 0 0 0 0,1 0-1 0 0,-1 0 1 0 0,0 0 0 0 0,1-1 0 0 0,0 1 0 0 0,-1-1-1 0 0,1 1 1 0 0,0-1 0 0 0,0 1 0 0 0,0-1 0 0 0,0 0-1 0 0,0 0 1 0 0,0 0 0 0 0,0 0 0 0 0,0 0 0 0 0,0-1-1 0 0,0 1 1 0 0,1-1 0 0 0,-1 1 0 0 0,0-1 0 0 0,3 0-1 0 0,7 1-46 0 0,-10 0 60 0 0,0-1-1 0 0,-1 0 0 0 0,1 0 1 0 0,0 0-1 0 0,0 0 0 0 0,0-1 1 0 0,-1 1-1 0 0,1 0 0 0 0,0-1 1 0 0,0 1-1 0 0,-1-1 0 0 0,3-1 1 0 0,19-6-9 0 0,5-8 3 0 0,-17 8 66 0 0,-1 0 0 0 0,0-1 0 0 0,-1 0 0 0 0,0-1 0 0 0,0 0 0 0 0,14-22 0 0 0,-13 17 216 0 0,-8 12-117 0 0,3-3 6 0 0,-5 6-152 0 0,0 0 1 0 0,0-1 0 0 0,1 1-1 0 0,-1-1 1 0 0,0 1 0 0 0,0-1-1 0 0,1 1 1 0 0,-1-1 0 0 0,0 1-1 0 0,0 0 1 0 0,1-1 0 0 0,-1 1-1 0 0,1-1 1 0 0,-1 1 0 0 0,0 0-1 0 0,1 0 1 0 0,-1-1 0 0 0,1 1-1 0 0,-1 0 1 0 0,0 0 0 0 0,1-1-1 0 0,-1 1 1 0 0,1 0 0 0 0,-1 0-1 0 0,1 0 1 0 0,-1 0 0 0 0,1 0-1 0 0,-1 0 1 0 0,2-1 0 0 0,-1 4-6 0 0,1-1 1 0 0,-1 0 0 0 0,1 0 0 0 0,-1 1 0 0 0,0-1 0 0 0,0 0 0 0 0,0 1 0 0 0,0-1 0 0 0,-1 1 0 0 0,1 0 0 0 0,0 3 0 0 0,-1-2 57 0 0,1 1-15 0 0,0-3-52 0 0,0 3 4 0 0,-1 0 0 0 0,2 0 0 0 0,-1-1 0 0 0,0 1 0 0 0,1-1 0 0 0,0 1 0 0 0,0-1 0 0 0,0 0 0 0 0,1 0 0 0 0,0 0 0 0 0,3 4 0 0 0,-4-5-47 0 0,1-1-1 0 0,0 0 1 0 0,0 0-1 0 0,0-1 1 0 0,1 1-1 0 0,-1-1 1 0 0,0 1-1 0 0,1-1 1 0 0,-1 0 0 0 0,1 0-1 0 0,-1 0 1 0 0,1-1-1 0 0,-1 1 1 0 0,1-1-1 0 0,-1 0 1 0 0,1 0-1 0 0,-1 0 1 0 0,1-1-1 0 0,-1 1 1 0 0,1-1-1 0 0,-1 0 1 0 0,1 0-1 0 0,-1 0 1 0 0,1 0 0 0 0,4-3-1 0 0,-5 2 26 0 0,1 0 0 0 0,-1 0 0 0 0,0-1 0 0 0,1 1 0 0 0,-1-1 0 0 0,-1 1 0 0 0,1-1 0 0 0,0 0 0 0 0,-1 0 0 0 0,1-1 0 0 0,-1 1 0 0 0,2-4 0 0 0,-2 4 16 0 0,2-3 8 0 0,-1-1-1 0 0,1 1 1 0 0,-1-1-1 0 0,0 0 0 0 0,-1 0 1 0 0,0 0-1 0 0,0 0 1 0 0,-1 0-1 0 0,2-13 1 0 0,-2-3 79 0 0,-2-37 0 0 0,0 41 164 0 0,-1 0 0 0 0,-1 0 0 0 0,-1 0 0 0 0,-1 0 0 0 0,0 1 0 0 0,-16-34 0 0 0,19 48-105 0 0,2 4-132 0 0,0-1 1 0 0,0 1-1 0 0,0-1 0 0 0,0 1 0 0 0,0 0 0 0 0,0-1 1 0 0,0 1-1 0 0,0-1 0 0 0,0 1 0 0 0,-1 0 0 0 0,1-1 1 0 0,0 1-1 0 0,0 0 0 0 0,0-1 0 0 0,-1 1 0 0 0,1 0 1 0 0,0-1-1 0 0,0 1 0 0 0,-1 0 0 0 0,1-1 0 0 0,0 1 1 0 0,-1 0-1 0 0,1 0 0 0 0,0-1 0 0 0,-1 1 1 0 0,1 0-1 0 0,0 0 0 0 0,-1 0 0 0 0,1 0 0 0 0,0-1 1 0 0,-1 1-1 0 0,1 0 0 0 0,-1 0 0 0 0,1 0 0 0 0,0 0 1 0 0,-1 0-1 0 0,1 0 0 0 0,-1 0 0 0 0,1 0 0 0 0,0 0 1 0 0,-1 0-1 0 0,1 0 0 0 0,-1 1 0 0 0,1-1 0 0 0,0 0 1 0 0,-1 0-1 0 0,1 0 0 0 0,-1 0 0 0 0,1 1 0 0 0,-18 7 242 0 0,17-8-280 0 0,-1 3 60 0 0,0 0-1 0 0,0 0 1 0 0,0 1-1 0 0,1-1 0 0 0,-1 0 1 0 0,1 1-1 0 0,0-1 1 0 0,0 1-1 0 0,0-1 1 0 0,0 1-1 0 0,1 0 0 0 0,0-1 1 0 0,-1 8-1 0 0,1-11-27 0 0,-1 14 39 0 0,0 0 0 0 0,1 0-1 0 0,0 0 1 0 0,1 0-1 0 0,1 0 1 0 0,0-1-1 0 0,7 27 1 0 0,-5-29-275 0 0,-1 0 0 0 0,1-1-1 0 0,1 0 1 0 0,-1 1 0 0 0,2-2 0 0 0,0 1-1 0 0,0 0 1 0 0,0-1 0 0 0,1-1 0 0 0,1 1-1 0 0,-1-1 1 0 0,2 0 0 0 0,-1 0 0 0 0,19 11-1 0 0,-6-11-2627 0 0,-15-7 2235 0 0,-1 0-2255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06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1 127 2624 0 0,'0'0'5395'0'0,"5"0"-4745"0"0,388-61 2950 0 0,-261 34-5581 0 0,-3-5-3440 0 0,-105 25 594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41.8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4 2664 0 0,'0'0'2209'0'0,"-1"-3"-1440"0"0,1 4 31 0 0,-3 43 2195 0 0,-11 144-1614 0 0,0 114-736 0 0,41 518 1 0 0,7-523-2518 0 0,0 12-4245 0 0,-27-239 2037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43.6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0 443 2072 0 0,'0'0'5775'0'0,"5"1"-5551"0"0,38 3 195 0 0,1-2 0 0 0,56-5 0 0 0,-56 1-365 0 0,543-36-71 0 0,-279 14-108 0 0,124-8 210 0 0,407-22 786 0 0,-366 34-801 0 0,242-7-87 0 0,61-17-117 0 0,-396 17 167 0 0,832-40-102 0 0,-110 27 116 0 0,-302 15-105 0 0,-254-5 154 0 0,-424 15 452 0 0,-118 15-83 0 0,1-1-382 0 0,11 0-16 0 0,-12 1 249 0 0,0 1-321 0 0,-1 0 28 0 0,0 1-1 0 0,-1-1 0 0 0,1 1 1 0 0,-1-1-1 0 0,0 1 0 0 0,0 0 0 0 0,1 0 1 0 0,-1 0-1 0 0,0 0 0 0 0,0 0 1 0 0,-1 0-1 0 0,1 1 0 0 0,0-1 0 0 0,-1 1 1 0 0,1-1-1 0 0,-1 1 0 0 0,0 0 0 0 0,0-1 1 0 0,0 1-1 0 0,0 0 0 0 0,-1 0 1 0 0,1 0-1 0 0,0 4 0 0 0,3 16 250 0 0,1 46 0 0 0,-4-45-101 0 0,22 358 1112 0 0,9 127-769 0 0,7 223-767 0 0,-42-365-2198 0 0,-20 0-3688 0 0,9-233 337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45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18 222 3104 0 0,'0'0'1880'0'0,"-4"1"-1126"0"0,4-1-621 0 0,-1 0 0 0 0,0 0 0 0 0,1 0 0 0 0,-1 0 0 0 0,1 0 0 0 0,-1 0-1 0 0,1 0 1 0 0,-1 0 0 0 0,0 0 0 0 0,1 0 0 0 0,-1 0 0 0 0,1 1 0 0 0,-1-1 0 0 0,1 0 0 0 0,-1 0 0 0 0,1 1 0 0 0,-1-1 0 0 0,1 0 0 0 0,-1 1 0 0 0,1-1 0 0 0,-1 0 0 0 0,1 1 0 0 0,-1-1 0 0 0,1 1 0 0 0,7 12 1026 0 0,-4-11-1123 0 0,0 0 0 0 0,0-1 0 0 0,0 1 0 0 0,1-1 0 0 0,-1 0 0 0 0,0 0 0 0 0,1 0 0 0 0,-1 0-1 0 0,1-1 1 0 0,-1 1 0 0 0,7-1 0 0 0,31 7 138 0 0,46 1-1 0 0,-65-6-152 0 0,457 13-542 0 0,737-10-350 0 0,-239-30 661 0 0,-660 15 161 0 0,117-7 41 0 0,-93 6-329 0 0,126-8 207 0 0,-12-23 25 0 0,163-13 121 0 0,245 5-22 0 0,-275 20-58 0 0,-531 26 65 0 0,644-24-650 0 0,-616 29 371 0 0,-20-1 230 0 0,195 8 334 0 0,-1 8 1224 0 0,-203-13-1049 0 0,4 0-15 0 0,87 4 360 0 0,-143-7-678 0 0,1 0-108 0 0,13 0-23 0 0,-13 0-40 0 0,-10 1-1036 0 0,-30 2-625 0 0,1-1 0 0 0,-56-5 0 0 0,56 2 366 0 0,-37-2-2465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7.7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60 3056 0 0,'3'-19'1556'0'0,"-2"15"805"0"0,6-33 2584 0 0,-33 255-4005 0 0,-7 114-2174 0 0,37-297 137 0 0,-1-10-5027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8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341 111 3064 0 0,'1'-5'1222'0'0,"2"-4"-722"0"0,0-1 1 0 0,1 1 0 0 0,0 0-1 0 0,1 1 1 0 0,6-11 0 0 0,-9 16-429 0 0,0 0 1 0 0,1 0-1 0 0,-1 0 1 0 0,1 0-1 0 0,0 0 1 0 0,0 1-1 0 0,0-1 0 0 0,0 1 1 0 0,1 0-1 0 0,-1 0 1 0 0,1 0-1 0 0,-1 0 1 0 0,1 1-1 0 0,-1-1 1 0 0,1 1-1 0 0,0 0 1 0 0,7-1-1 0 0,-8 1-55 0 0,0 1-1 0 0,1-1 1 0 0,-1 1-1 0 0,0 0 1 0 0,0 0-1 0 0,0 0 1 0 0,0 1-1 0 0,0-1 1 0 0,0 1-1 0 0,0-1 1 0 0,0 1-1 0 0,0 0 1 0 0,0 0-1 0 0,0 1 1 0 0,0-1-1 0 0,-1 0 1 0 0,1 1-1 0 0,-1 0 1 0 0,1 0-1 0 0,-1-1 1 0 0,1 1-1 0 0,-1 1 1 0 0,0-1 0 0 0,0 0-1 0 0,0 1 1 0 0,0-1-1 0 0,0 1 1 0 0,-1-1-1 0 0,1 1 1 0 0,-1 0-1 0 0,1 0 1 0 0,-1-1-1 0 0,0 1 1 0 0,0 0-1 0 0,-1 0 1 0 0,1 0-1 0 0,-1 0 1 0 0,1 0-1 0 0,-1 1 1 0 0,0-1-1 0 0,0 0 1 0 0,0 0-1 0 0,-1 4 1 0 0,-2 10-6 0 0,0 0 0 0 0,-1 0 0 0 0,-1 0 0 0 0,0-1 0 0 0,-1 1 0 0 0,-1-1 0 0 0,-1-1 0 0 0,0 0 0 0 0,-1 0 0 0 0,-1 0 0 0 0,0-1 0 0 0,-1 0 0 0 0,0-1 0 0 0,-17 14 0 0 0,11-10-17 0 0,-2-1 1 0 0,0-1 0 0 0,-1 0 0 0 0,0-2 0 0 0,-1 0 0 0 0,0-2 0 0 0,-1 0-1 0 0,-1-1 1 0 0,-41 12 0 0 0,57-20-44 0 0,0-1 0 0 0,0 1 0 0 0,0-1 0 0 0,0-1 1 0 0,0 1-1 0 0,-1-1 0 0 0,1 0 0 0 0,0-1 0 0 0,0 0 0 0 0,0 0 0 0 0,0-1 0 0 0,0 1 0 0 0,0-1 0 0 0,-10-5 0 0 0,14 5 39 0 0,1 1 0 0 0,-1-1-1 0 0,1 0 1 0 0,0 0 0 0 0,0 0 0 0 0,0 0-1 0 0,0 0 1 0 0,0-1 0 0 0,0 1 0 0 0,1-1 0 0 0,-2-2-1 0 0,0 1-5 0 0,2 1-17 0 0,0-1-4 0 0,1 2 33 0 0,0 0-1 0 0,0 0 0 0 0,0 0 0 0 0,0 0 0 0 0,0-1 0 0 0,1 1 0 0 0,-1 0 0 0 0,1 0 0 0 0,-1 0 0 0 0,1 0 0 0 0,0 0 0 0 0,0 0 1 0 0,0 0-1 0 0,0 0 0 0 0,2-2 0 0 0,-1 1-11 0 0,5 3 29 0 0,4 1 7 0 0,1 1 0 0 0,-1 0 0 0 0,1 1 0 0 0,-1 0 1 0 0,0 1-1 0 0,15 6 0 0 0,72 40 369 0 0,-10-4 74 0 0,-60-34-336 0 0,0-2 0 0 0,0-1 1 0 0,50 10-1 0 0,-61-16-521 0 0,1-1 0 0 0,-1-1 0 0 0,1 0 1 0 0,0-2-1 0 0,-1 0 0 0 0,1-1 0 0 0,23-5 0 0 0,-16-3-2034 0 0,-19 7 1625 0 0,-1 0-2687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8.9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64 2012 0 0,'0'0'2361'0'0,"-4"1"-1737"0"0,2 0-477 0 0,0-1-1 0 0,1 1 1 0 0,-1-1 0 0 0,0 1 0 0 0,0 0-1 0 0,0 0 1 0 0,1 0 0 0 0,-1 0-1 0 0,0 0 1 0 0,1 0 0 0 0,-1 0-1 0 0,1 0 1 0 0,-1 1 0 0 0,1-1-1 0 0,-2 2 1 0 0,1 0 368 0 0,4 4-358 0 0,-2-7-139 0 0,0 1-1 0 0,0-1 1 0 0,0 0 0 0 0,0 1 0 0 0,0-1-1 0 0,0 1 1 0 0,0-1 0 0 0,0 1 0 0 0,0-1 0 0 0,0 1-1 0 0,0-1 1 0 0,0 1 0 0 0,0-1 0 0 0,0 0-1 0 0,0 1 1 0 0,0-1 0 0 0,1 1 0 0 0,-1-1-1 0 0,0 1 1 0 0,0-1 0 0 0,0 0 0 0 0,1 1 0 0 0,-1-1-1 0 0,0 0 1 0 0,1 1 0 0 0,-1-1 0 0 0,0 0-1 0 0,1 1 1 0 0,-1-1 0 0 0,0 0 0 0 0,1 0-1 0 0,-1 1 1 0 0,1-1 0 0 0,-1 0 0 0 0,1 0-1 0 0,17 0 55 0 0,-14 0-30 0 0,19-9 195 0 0,-20 7-240 0 0,-1 0-1 0 0,0 0 1 0 0,0-1 0 0 0,0 1-1 0 0,0-1 1 0 0,0 1 0 0 0,0-1-1 0 0,-1 0 1 0 0,1 0-1 0 0,-1 0 1 0 0,0 0 0 0 0,0 0-1 0 0,0 0 1 0 0,0 0 0 0 0,0-5-1 0 0,-1 4 13 0 0,-12-18-13 0 0,-19 2 58 0 0,28 18 86 0 0,-2 3 39 0 0,2 0-152 0 0,-1-1 0 0 0,1 1-1 0 0,0 0 1 0 0,0 0 0 0 0,0 0 0 0 0,0 0-1 0 0,0 1 1 0 0,0-1 0 0 0,0 1 0 0 0,0-1-1 0 0,1 1 1 0 0,-1 0 0 0 0,0 0-1 0 0,1 1 1 0 0,0-1 0 0 0,0 0 0 0 0,-1 1-1 0 0,1-1 1 0 0,1 1 0 0 0,-3 3 0 0 0,0 3 22 0 0,1 0 1 0 0,1 0-1 0 0,0 1 1 0 0,0-1-1 0 0,0 1 1 0 0,1-1-1 0 0,1 1 1 0 0,0-1-1 0 0,0 1 1 0 0,1-1-1 0 0,0 1 1 0 0,0-1 0 0 0,1 1-1 0 0,0-1 1 0 0,1 0-1 0 0,4 10 1 0 0,5 6 24 0 0,3-4-51 0 0,-1-6-20 0 0,0-8-35 0 0,2 1-243 0 0,1-1-1 0 0,20 6 0 0 0,-33-12-7 0 0,2-2-51 0 0,-4 1 345 0 0,2 0-164 0 0,0 0 0 0 0,0 0 0 0 0,0-1 0 0 0,0 1 0 0 0,-1-1 0 0 0,1 0-1 0 0,0 0 1 0 0,-1 0 0 0 0,1 0 0 0 0,-1-1 0 0 0,1 0 0 0 0,-1 0 0 0 0,1 0 0 0 0,-1 0 0 0 0,0 0 0 0 0,0 0 0 0 0,3-4 0 0 0,-1-5-124 0 0,0 1-1 0 0,0-1 1 0 0,-1 0 0 0 0,-1-1 0 0 0,1 1-1 0 0,1-17 1 0 0,6-70 1313 0 0,-10 95-686 0 0,-1-2-8 0 0,1-13-55 0 0,-1 13 124 0 0,1 2-213 0 0,-1 3-166 0 0,0-1 1 0 0,0 1 0 0 0,-1-1 0 0 0,1 1 0 0 0,0 0 0 0 0,0-1-1 0 0,0 1 1 0 0,0 0 0 0 0,1-1 0 0 0,-1 1 0 0 0,0 0-1 0 0,0-1 1 0 0,0 1 0 0 0,0 0 0 0 0,0-1 0 0 0,0 1 0 0 0,0 0-1 0 0,1-1 1 0 0,-1 1 0 0 0,0 0 0 0 0,0 0 0 0 0,0-1-1 0 0,1 1 1 0 0,-1 0 0 0 0,0 0 0 0 0,0-1 0 0 0,1 1-1 0 0,-1 0 1 0 0,0 0 0 0 0,1-1 0 0 0,-1 1 0 0 0,0 0 0 0 0,1 0-1 0 0,-1 0 1 0 0,0 0 0 0 0,1 0 0 0 0,-1 0 0 0 0,0 0-1 0 0,1 0 1 0 0,-1-1 0 0 0,0 1 0 0 0,1 0 0 0 0,-1 0 0 0 0,1 1-1 0 0,12 15 590 0 0,9 37-236 0 0,-21-49-307 0 0,9 21-15 0 0,-7-13-103 0 0,2-1 1 0 0,-1 1-1 0 0,1-1 0 0 0,1-1 1 0 0,0 1-1 0 0,7 9 1 0 0,-11-17-319 0 0,-1-3 329 0 0,-1 0 0 0 0,1 0 0 0 0,-1 0 1 0 0,1 0-1 0 0,-1 0 0 0 0,0 0 0 0 0,1 0 0 0 0,-1 0 1 0 0,1 0-1 0 0,-1 0 0 0 0,0 0 0 0 0,1 1 0 0 0,-1-1 1 0 0,1 0-1 0 0,-1 0 0 0 0,0 0 0 0 0,1 1 0 0 0,-1-1 1 0 0,0 0-1 0 0,1 0 0 0 0,-1 1 0 0 0,0-1 0 0 0,0 0 1 0 0,1 1-1 0 0,-1-1 0 0 0,0 1 0 0 0,1-1-83 0 0,-1 1-1 0 0,1 0 1 0 0,-1-1-1 0 0,1 1 1 0 0,-1-1-1 0 0,1 1 1 0 0,-1-1 0 0 0,1 0-1 0 0,-1 1 1 0 0,1-1-1 0 0,0 1 1 0 0,-1-1-1 0 0,1 0 1 0 0,0 0-1 0 0,-1 1 1 0 0,1-1-1 0 0,0 0 1 0 0,-1 0 0 0 0,1 0-1 0 0,0 0 1 0 0,0 0-1 0 0,-1 0 1 0 0,1 0-1 0 0,1 0 1 0 0,15 1-2013 0 0,-13-1-1472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9.2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1 3508 0 0,'0'0'3959'0'0,"-3"3"-3384"0"0,-4 3-393 0 0,1 0 0 0 0,1 1 0 0 0,-1 0 0 0 0,1 0-1 0 0,0 0 1 0 0,0 1 0 0 0,1-1 0 0 0,-5 15 0 0 0,-26 79 232 0 0,13-36-237 0 0,13-39-623 0 0,0 0 0 0 0,-7 40 0 0 0,16-62-137 0 0,-1 7-583 0 0,0 1-2674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9.4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4112 0 0,'0'0'5203'0'0,"3"2"-4830"0"0,-1-1-327 0 0,0 0 0 0 0,0 0 1 0 0,-1 0-1 0 0,1 0 0 0 0,0 0 1 0 0,-1 1-1 0 0,1-1 0 0 0,-1 1 1 0 0,0-1-1 0 0,1 1 0 0 0,-1-1 1 0 0,0 1-1 0 0,0 0 0 0 0,0-1 1 0 0,0 1-1 0 0,0 0 0 0 0,-1 0 1 0 0,2 3-1 0 0,6 47 341 0 0,-2-7-197 0 0,16 54-709 0 0,-20-95-1 0 0,8 7-850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4:59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11 2820 0 0,'0'0'1956'0'0,"-17"-11"-843"0"0,-5 18-4370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0.1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 5 2024 0 0,'0'0'3172'0'0,"-3"-1"-2447"0"0,0 0-503 0 0,1 0 0 0 0,0 1 0 0 0,-1-1-1 0 0,1 1 1 0 0,-1 0 0 0 0,1-1 0 0 0,-1 1 0 0 0,1 0 0 0 0,0 1-1 0 0,-1-1 1 0 0,1 0 0 0 0,-4 2 0 0 0,1-1 134 0 0,3 2-249 0 0,-20 25 179 0 0,20-25-194 0 0,1 1-48 0 0,-3 12-12 0 0,3-12 51 0 0,2 1-76 0 0,0 12 2 0 0,-1-13 29 0 0,0-3-31 0 0,1 0-1 0 0,-1-1 1 0 0,1 1-1 0 0,-1-1 1 0 0,1 1 0 0 0,-1-1-1 0 0,1 1 1 0 0,-1-1-1 0 0,1 1 1 0 0,0-1 0 0 0,-1 1-1 0 0,1-1 1 0 0,0 0 0 0 0,-1 1-1 0 0,1-1 1 0 0,0 0-1 0 0,-1 0 1 0 0,1 0 0 0 0,0 1-1 0 0,0-1 1 0 0,-1 0 0 0 0,1 0-1 0 0,0 0 1 0 0,0 0-1 0 0,-1 0 1 0 0,1 0 0 0 0,0 0-1 0 0,0-1 1 0 0,-1 1 0 0 0,2 0-1 0 0,16-3 148 0 0,-14 2 90 0 0,-1-1-165 0 0,20-25 136 0 0,-21 24-187 0 0,-5-20-468 0 0,-4 19 90 0 0,7 4 302 0 0,-1 0 1 0 0,1-1-1 0 0,0 1 0 0 0,-1 0 1 0 0,1-1-1 0 0,-1 1 1 0 0,1 0-1 0 0,-1 0 1 0 0,1 0-1 0 0,-1-1 0 0 0,1 1 1 0 0,-1 0-1 0 0,1 0 1 0 0,0 0-1 0 0,-1 0 1 0 0,1 0-1 0 0,-1 0 0 0 0,1 0 1 0 0,-1 0-1 0 0,1 0 1 0 0,-1 0-1 0 0,1 0 1 0 0,-1 0-1 0 0,1 0 0 0 0,-1 0 1 0 0,1 1-1 0 0,-1-1 1 0 0,1 0-1 0 0,-1 0 1 0 0,1 0-1 0 0,-1 1 0 0 0,-15 9-942 0 0,15-9 675 0 0,-1 0 1 0 0,1 0 0 0 0,0 0-1 0 0,-1 0 1 0 0,1 0-1 0 0,0 0 1 0 0,0 0-1 0 0,0 0 1 0 0,0 1 0 0 0,0-1-1 0 0,0 0 1 0 0,0 1-1 0 0,-1 2 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0.5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1 166 2904 0 0,'0'0'2364'0'0,"2"2"-1527"0"0,8 7-97 0 0,-8-6 1264 0 0,1-2-1739 0 0,1 1-185 0 0,0 0 1 0 0,1-1 0 0 0,-1 0-1 0 0,0 0 1 0 0,1 0 0 0 0,-1 0-1 0 0,1 0 1 0 0,-1-1 0 0 0,1 0 0 0 0,-1 0-1 0 0,1 0 1 0 0,-1-1 0 0 0,1 1-1 0 0,-1-1 1 0 0,1 0 0 0 0,-1-1 0 0 0,0 1-1 0 0,0-1 1 0 0,1 1 0 0 0,-1-1-1 0 0,0-1 1 0 0,0 1 0 0 0,5-4 0 0 0,-3 1-62 0 0,1 0 1 0 0,-1 0-1 0 0,0-1 1 0 0,0 1 0 0 0,0-1-1 0 0,-1-1 1 0 0,0 1-1 0 0,0-1 1 0 0,-1 0 0 0 0,1 0-1 0 0,4-13 1 0 0,-8 17-5 0 0,1-22-2 0 0,-2 20-13 0 0,-1 1 1 0 0,-2-14-7 0 0,3 17 6 0 0,0 0-1 0 0,-1-1 1 0 0,1 1-1 0 0,-1 0 1 0 0,1-1 0 0 0,-1 1-1 0 0,1 0 1 0 0,-1 0 0 0 0,0-1-1 0 0,0 1 1 0 0,1 0-1 0 0,-1 0 1 0 0,0 0 0 0 0,0 0-1 0 0,0 0 1 0 0,0 0-1 0 0,-1 0 1 0 0,1 0 0 0 0,0 1-1 0 0,0-1 1 0 0,0 0-1 0 0,-1 1 1 0 0,1-1 0 0 0,0 1-1 0 0,-1-1 1 0 0,1 1-1 0 0,0-1 1 0 0,-1 1 0 0 0,-2 0-1 0 0,2-1-2 0 0,0 2 7 0 0,0-1-1 0 0,-1 1 1 0 0,1-1 0 0 0,0 1-1 0 0,0 0 1 0 0,-1 0-1 0 0,1 0 1 0 0,0 0-1 0 0,0 0 1 0 0,0 1-1 0 0,0-1 1 0 0,1 0-1 0 0,-1 1 1 0 0,0 0 0 0 0,0-1-1 0 0,1 1 1 0 0,-1 0-1 0 0,-1 2 1 0 0,-5 7 38 0 0,0-1-1 0 0,1 2 1 0 0,0-1 0 0 0,0 1 0 0 0,1 0 0 0 0,1 0 0 0 0,0 1 0 0 0,0 0 0 0 0,-2 16 0 0 0,6-25-38 0 0,-1 1-4 0 0,0 0 0 0 0,1 0 0 0 0,0 0 0 0 0,0 0 0 0 0,1 0 0 0 0,-1 0 0 0 0,1 0 0 0 0,0 1 0 0 0,1-1 0 0 0,-1 0 0 0 0,1 0 0 0 0,0 0 0 0 0,0 0 0 0 0,0 0 0 0 0,1 0 0 0 0,0 0 1 0 0,0-1-1 0 0,0 1 0 0 0,1 0 0 0 0,-1-1 0 0 0,1 0 0 0 0,0 0 0 0 0,0 0 0 0 0,1 0 0 0 0,7 7 0 0 0,-7-8-145 0 0,1 0 1 0 0,0 0-1 0 0,0 0 1 0 0,1-1-1 0 0,-1 0 1 0 0,0 0-1 0 0,1 0 1 0 0,-1-1-1 0 0,1 0 1 0 0,0 0-1 0 0,-1 0 0 0 0,1-1 1 0 0,0 1-1 0 0,-1-1 1 0 0,1-1-1 0 0,8-1 1 0 0,-2 0-397 0 0,0-1 0 0 0,-1 0 0 0 0,1-1 0 0 0,-1-1 0 0 0,0 0 0 0 0,0 0 0 0 0,0-1 0 0 0,-1 0 0 0 0,0-1 0 0 0,0 0 0 0 0,16-16 0 0 0,-10 5-2256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1.1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33 188 3244 0 0,'1'-3'1046'0'0,"-2"-36"4264"0"0,1 39-5300 0 0,0 1-1 0 0,0-1 0 0 0,0 0 1 0 0,0 1-1 0 0,0-1 0 0 0,0 1 0 0 0,0-1 1 0 0,0 0-1 0 0,0 1 0 0 0,0-1 1 0 0,0 1-1 0 0,-1-1 0 0 0,1 0 1 0 0,0 1-1 0 0,0-1 0 0 0,0 0 1 0 0,-1 1-1 0 0,1-1 0 0 0,0 0 1 0 0,0 0-1 0 0,-1 1 0 0 0,1-1 1 0 0,0 0-1 0 0,0 1 0 0 0,-1-1 1 0 0,0 0-1 0 0,1 1 7 0 0,-1-1-1 0 0,0 1 1 0 0,0 0 0 0 0,1-1-1 0 0,-1 1 1 0 0,0 0 0 0 0,1 0 0 0 0,-1-1-1 0 0,1 1 1 0 0,-1 0 0 0 0,1 0-1 0 0,-1 0 1 0 0,1 0 0 0 0,0 0-1 0 0,-1-1 1 0 0,1 1 0 0 0,0 0 0 0 0,0 2-1 0 0,-6 22 113 0 0,1 0 0 0 0,2 0 0 0 0,-1 29 0 0 0,4-50-112 0 0,0 2 10 0 0,0 6-24 0 0,0-1 0 0 0,1 1 0 0 0,5 22 0 0 0,-4-31 35 0 0,2-3-119 0 0,0 0 92 0 0,0 0 1 0 0,-1-1-1 0 0,1 1 1 0 0,0-1-1 0 0,-1 0 0 0 0,1 0 1 0 0,-1-1-1 0 0,1 1 1 0 0,-1-1-1 0 0,1 0 1 0 0,-1 0-1 0 0,0 0 0 0 0,0 0 1 0 0,0 0-1 0 0,0-1 1 0 0,0 1-1 0 0,-1-1 0 0 0,3-3 1 0 0,8-9 118 0 0,0-2-1 0 0,12-21 1 0 0,-13 20 168 0 0,-10 15-101 0 0,0 0 75 0 0,-2 2-240 0 0,0 0-1 0 0,0 1 1 0 0,1-1 0 0 0,-1 0-1 0 0,0 1 1 0 0,1-1 0 0 0,-1 1 0 0 0,0-1-1 0 0,1 1 1 0 0,-1-1 0 0 0,1 1-1 0 0,-1-1 1 0 0,1 1 0 0 0,-1-1-1 0 0,1 1 1 0 0,-1-1 0 0 0,1 1 0 0 0,-1 0-1 0 0,1-1 1 0 0,0 1 0 0 0,-1 0-1 0 0,1 0 1 0 0,1-1 0 0 0,-1 2-24 0 0,0 1 0 0 0,0-1-1 0 0,0 0 1 0 0,0 1 0 0 0,-1-1 0 0 0,1 1 0 0 0,0-1-1 0 0,-1 1 1 0 0,1-1 0 0 0,-1 1 0 0 0,1-1 0 0 0,-1 1 0 0 0,0 0-1 0 0,1-1 1 0 0,-1 1 0 0 0,0 0 0 0 0,-1 2 0 0 0,3 14 17 0 0,-2-13-14 0 0,4 17 4 0 0,3 1-10 0 0,0-9 18 0 0,0-9-16 0 0,-3-2-6 0 0,-1 0 0 0 0,1-1 0 0 0,-1 1 0 0 0,1-1 1 0 0,0 0-1 0 0,0 0 0 0 0,0 0 0 0 0,0 0 0 0 0,1-1 0 0 0,-1 0 0 0 0,0 0 0 0 0,1 0 0 0 0,-1 0 0 0 0,0 0 0 0 0,1-1 0 0 0,-1 0 0 0 0,1 0 0 0 0,-1 0 0 0 0,1-1 0 0 0,8-1 1 0 0,-4-1 103 0 0,0-1 0 0 0,0 0 1 0 0,0 0-1 0 0,0-1 0 0 0,-1 0 1 0 0,1 0-1 0 0,-1-1 0 0 0,0 0 1 0 0,-1 0-1 0 0,0-1 0 0 0,0 0 1 0 0,0 0-1 0 0,-1 0 0 0 0,0-1 1 0 0,0 0-1 0 0,6-15 0 0 0,-8 16-154 0 0,-1 0-1 0 0,1 0 0 0 0,-2 0 0 0 0,1-1 0 0 0,-1 0 0 0 0,0 1 0 0 0,-1-1 0 0 0,0 0 1 0 0,0 0-1 0 0,-1 0 0 0 0,0 1 0 0 0,0-1 0 0 0,-1 0 0 0 0,0 0 0 0 0,0 0 0 0 0,-1 0 1 0 0,0 1-1 0 0,0-1 0 0 0,-1 1 0 0 0,0 0 0 0 0,-7-13 0 0 0,6 13-461 0 0,0 0-1 0 0,0 1 0 0 0,-1 0 0 0 0,0 0 1 0 0,0 0-1 0 0,-1 1 0 0 0,0 0 1 0 0,0 0-1 0 0,0 0 0 0 0,0 1 0 0 0,-1 0 1 0 0,0 0-1 0 0,0 0 0 0 0,-9-3 1 0 0,-18-3-5369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2.1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15 2836 0 0,'5'-1'884'0'0,"211"-9"2581"0"0,-159 9-4639 0 0,34-1-2785 0 0,-86 2 1947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2.2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6 2468 0 0,'0'0'524'0'0,"5"0"-10"0"0,16-1-49 0 0,-15 1 742 0 0,-2-1-888 0 0,15 0-17 0 0,-15 0 169 0 0,1 1-262 0 0,13-1-17 0 0,-13 1-48 0 0,-1 0-43 0 0,81 1-789 0 0,-80-1 189 0 0,2 0-159 0 0,46 0-2183 0 0,-49 0 651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2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 2988 0 0,'0'0'1140'0'0,"26"-3"457"0"0,-1 0-753 0 0,1 1-716 0 0,-1-1-644 0 0,1-1-1181 0 0,2 0-2747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2.7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1424 0 0,'31'-4'1840'0'0,"5"-1"-856"0"0,2 0-316 0 0,3 1 77 0 0,7 0-629 0 0,-22 2-112 0 0,0 0-60 0 0,16-1-369 0 0,-1-1-871 0 0,-2 0-428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3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 2648 0 0,'44'-1'1232'0'0,"0"-2"-216"0"0,-2 3-207 0 0,0-1-125 0 0,0-1-136 0 0,-1-2-104 0 0,-5 4-112 0 0,-1-1-20 0 0,-1 1-152 0 0,1-1-144 0 0,-2 1-188 0 0,2 1-260 0 0,4 0-84 0 0,1 2-164 0 0,-7-2-321 0 0,0 2-759 0 0,7 1-1840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3.5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4268 0 0,'0'0'1921'0'0,"27"3"-3178"0"0,26-3-3635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4.4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0 4660 0 0,'-25'4'5269'0'0,"51"-1"-6129"0"0,1-4-1276 0 0,12 1-853 0 0,-11 0-915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4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33 3356 0 0,'34'-6'2989'0'0,"-7"2"-1205"0"0,-4 0-876 0 0,1 0-888 0 0,-4-1-692 0 0,2 1-1312 0 0,3-2-777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4.7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 2664 0 0,'0'0'3701'0'0,"27"-2"-1989"0"0,5-1-2580 0 0,-3-1-6301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4.9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 1960 0 0,'0'0'1292'0'0,"28"-5"-740"0"0,-1 1-704 0 0,8 0-960 0 0,-4-2-1388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5.3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 2520 0 0,'101'-12'4109'0'0,"-97"12"-4068"0"0,1-1-86 0 0,17-2-43 0 0,-17 3-13 0 0,-1-1 36 0 0,35-2 509 0 0,61 3-1 0 0,-37 1-336 0 0,-4 1-90 0 0,418 6 672 0 0,-418-12-2179 0 0,10-1-2180 0 0,-62 4 799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5.6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 2280 0 0,'53'-4'3365'0'0,"-47"4"-2875"0"0,-1-1-124 0 0,58-8 456 0 0,-4 1-830 0 0,80-1 0 0 0,77 14 518 0 0,36 0 236 0 0,-180-6-3407 0 0,104-17 0 0 0,-145 13-540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5.7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 1772 0 0,'0'0'500'0'0,"26"-5"-336"0"0,7 1-1448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5.9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 3100 0 0,'32'-2'1456'0'0,"0"1"-183"0"0,1 1-329 0 0,-1-1-152 0 0,3-1-112 0 0,-1 0-104 0 0,-1-1-56 0 0,1 0-136 0 0,-2 2-80 0 0,-2-2-192 0 0,-1 0-108 0 0,-1 3-296 0 0,0-2-352 0 0,12-3-1860 0 0,-9 4-4161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6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 4252 0 0,'0'0'928'0'0,"25"-5"-3176"0"0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6.6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4196 0 0,'39'-8'2865'0'0,"0"0"-1773"0"0,5-1-1152 0 0,-19 7-588 0 0,-2-4-508 0 0,2 3-897 0 0,-1 1-2143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6.8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 2688 0 0,'0'0'867'0'0,"5"0"-122"0"0,49-5 616 0 0,-48 5-1148 0 0,0 0-11 0 0,46-4 185 0 0,9 0-903 0 0,-9-1-2751 0 0,-19 2 627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7.0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58 4072 0 0,'62'-26'5236'0'0,"-59"23"-5126"0"0,2 2-111 0 0,14-5-753 0 0,1 0 1 0 0,0 2-1 0 0,1 1 1 0 0,-1 0 0 0 0,33 1-1 0 0,-53 2 752 0 0,26-2-1790 0 0,1 1-1270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7.2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3316 0 0,'228'13'7454'0'0,"-75"-9"-8291"0"0,-100-3-1282 0 0,10 2-1650 0 0,-30-2-236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7.3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 2964 0 0,'0'0'1356'0'0,"24"-2"453"0"0,1 0-1189 0 0,-2 0-916 0 0,5-1-1449 0 0,7 0-2923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7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 3168 0 0,'41'-1'2276'0'0,"-8"-1"-1083"0"0,1 1-1057 0 0,-1-1-1348 0 0,-4 0-1177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7.7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 2000 0 0,'5'0'1184'0'0,"170"-13"3437"0"0,319 21-2760 0 0,-350 7-2058 0 0,-87-8-4822 0 0,-52-6 609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8.3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 6129 0 0,'0'0'5152'0'0,"23"-9"-3788"0"0,6 4-1080 0 0,0 2-524 0 0,14 2-648 0 0,-13 1 368 0 0,1 0-312 0 0,1-1-440 0 0,0-2-204 0 0,3 3-1001 0 0,4-3-2707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8.4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 4588 0 0,'34'-4'2525'0'0,"-1"-2"-1413"0"0,2 2-1108 0 0,4 0-1624 0 0,2 1-1225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8.6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 2972 0 0,'5'-1'1538'0'0,"86"-1"2361"0"0,56 2-4724 0 0,-82 0 172 0 0,48 2-485 0 0,64-1-2423 0 0,-173-1 1369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8.8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 3552 0 0,'29'-1'2317'0'0,"-1"-2"-1033"0"0,-5 0-620 0 0,6 2-1408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09.0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51 3100 0 0,'4'-1'1073'0'0,"27"-6"714"0"0,66-9-1000 0 0,76 5-3001 0 0,-12 1 4743 0 0,-156 10-2546 0 0,-1-1-561 0 0,18-4-2485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0.0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27 4516 0 0,'0'0'5093'0'0,"0"-4"-3822"0"0,0-19 5124 0 0,3 26-6180 0 0,0 0-152 0 0,-1 1 1 0 0,1-1 0 0 0,-1 1 0 0 0,0 0-1 0 0,0 0 1 0 0,0 0 0 0 0,0 0-1 0 0,0 0 1 0 0,-1 0 0 0 0,0 1 0 0 0,1 7-1 0 0,5 69 277 0 0,-7-76-301 0 0,3 110-377 0 0,-3-111 91 0 0,0 2-27 0 0,0 14-10 0 0,0-14-107 0 0,0-2-694 0 0,1 1 820 0 0,0 3 4 0 0,0 1-2809 0 0,3-8 2352 0 0,0-1 468 0 0,0 0-1 0 0,-1-1 1 0 0,1 1-1 0 0,0 0 1 0 0,0-1 0 0 0,0 0-1 0 0,0 0 1 0 0,0 0-1 0 0,-1-1 1 0 0,1 1-1 0 0,0-1 1 0 0,-1 0-1 0 0,1 0 1 0 0,-1 0-1 0 0,0 0 1 0 0,0 0-1 0 0,0-1 1 0 0,0 0-1 0 0,0 1 1 0 0,0-1-1 0 0,3-6 1 0 0,10-11-395 0 0,0 0 1 0 0,14-27-1 0 0,-21 31 755 0 0,30-48 2572 0 0,-37 61-2101 0 0,19-31 2012 0 0,-19 31-647 0 0,-15 19-1546 0 0,7-9-304 0 0,1 1 0 0 0,1-1 1 0 0,-1 1-1 0 0,2 0 0 0 0,-1 1 0 0 0,1-1 1 0 0,0 1-1 0 0,-3 13 0 0 0,0 0-7 0 0,4-18-65 0 0,2 1 0 0 0,-1 15-11 0 0,1-15-7 0 0,1 19 23 0 0,1-22-33 0 0,3 10-4 0 0,-4-9-17 0 0,-1-3 24 0 0,0 0 1 0 0,1 0-1 0 0,-1 0 0 0 0,0 0 1 0 0,0 0-1 0 0,1 0 0 0 0,-1 0 1 0 0,0 1-1 0 0,0-1 0 0 0,1 0 1 0 0,-1 0-1 0 0,0 0 0 0 0,0 0 1 0 0,1 0-1 0 0,-1 0 0 0 0,0 1 1 0 0,0-1-1 0 0,0 0 0 0 0,1 0 1 0 0,-1 0-1 0 0,0 0 0 0 0,0 1 1 0 0,0-1-1 0 0,0 0 0 0 0,1 0 1 0 0,-1 1-1 0 0,0-1 0 0 0,0 0 1 0 0,0 0-1 0 0,0 1 0 0 0,0-1 1 0 0,0 1-1 0 0,0-1-4 0 0,1 1 1 0 0,-1-1-1 0 0,0 0 0 0 0,0 1 0 0 0,0-1 1 0 0,1 1-1 0 0,-1-1 0 0 0,0 1 0 0 0,1-1 0 0 0,-1 0 1 0 0,0 1-1 0 0,1-1 0 0 0,-1 1 0 0 0,1-1 1 0 0,-1 0-1 0 0,0 0 0 0 0,1 1 0 0 0,-1-1 1 0 0,1 0-1 0 0,-1 0 0 0 0,1 1 0 0 0,-1-1 0 0 0,1 0 1 0 0,-1 0-1 0 0,1 0 0 0 0,-1 0 0 0 0,1 0 1 0 0,0 0-1 0 0,15 2-82 0 0,-12-1 54 0 0,-1-3 25 0 0,1 1-11 0 0,0-1 1 0 0,0 1-1 0 0,0-1 1 0 0,-1 0-1 0 0,1 0 1 0 0,-1-1-1 0 0,1 1 1 0 0,-1-1-1 0 0,0 0 1 0 0,0 0-1 0 0,0 0 1 0 0,4-6-1 0 0,17-49-55 0 0,-23 54 87 0 0,-1-1-34 0 0,0-17 58 0 0,0 16 18 0 0,-1 5-41 0 0,0-1-1 0 0,0 0 1 0 0,0 0 0 0 0,1 1-1 0 0,-1-1 1 0 0,1 0-1 0 0,-1 0 1 0 0,1 0 0 0 0,0-3-1 0 0,-1 2 0 0 0,0 0-1 0 0,-1 1 0 0 0,1-1 0 0 0,0 1 1 0 0,-1 0-1 0 0,1-1 0 0 0,-1 1 1 0 0,0 0-1 0 0,0 0 0 0 0,0 0 1 0 0,0 0-1 0 0,0 0 0 0 0,-4-2 1 0 0,4 2-10 0 0,-1-1 24 0 0,-17-3 17 0 0,17 4-60 0 0,-2 2-97 0 0,-13 0 154 0 0,13 0-27 0 0,1 1-111 0 0,-13 4 115 0 0,13-4-153 0 0,7 2-2393 0 0,-3-2 2464 0 0,1 0 0 0 0,0-1-1 0 0,-1 1 1 0 0,1 0 0 0 0,0-1 0 0 0,0 1 0 0 0,0-1 0 0 0,0 1 0 0 0,0-1-1 0 0,-1 0 1 0 0,1 1 0 0 0,0-1 0 0 0,0 0 0 0 0,0 1 0 0 0,0-1 0 0 0,0 0 0 0 0,0 0-1 0 0,0 0 1 0 0,0 0 0 0 0,0 0 0 0 0,2 0 0 0 0,18 0-458 0 0,18-2-357 0 0,62-11 1 0 0,-80 10 869 0 0,4-1 702 0 0,45-13 1 0 0,0-3 842 0 0,-67 19-993 0 0,8 0-38 0 0,-11 1-463 0 0,0 1 0 0 0,0-1 0 0 0,-1 0 0 0 0,1 0-1 0 0,0 0 1 0 0,0 0 0 0 0,0 1 0 0 0,0-1 0 0 0,0 0 0 0 0,0 0 0 0 0,0 0 0 0 0,0 1 0 0 0,0-1-1 0 0,0 0 1 0 0,0 0 0 0 0,0 0 0 0 0,0 1 0 0 0,0-1 0 0 0,0 0 0 0 0,0 0 0 0 0,0 0-1 0 0,0 1 1 0 0,0-1 0 0 0,0 0 0 0 0,0 0 0 0 0,0 0 0 0 0,0 1 0 0 0,1-1 0 0 0,-1 0-1 0 0,0 0 1 0 0,0 0 0 0 0,0 0 0 0 0,0 1 0 0 0,0-1 0 0 0,0 0 0 0 0,1 0 0 0 0,-1 0-1 0 0,0 0 1 0 0,0 0 0 0 0,0 0 0 0 0,1 1 0 0 0,-1-1 0 0 0,0 0 0 0 0,0 0 0 0 0,0 0-1 0 0,0 0 1 0 0,1 0 0 0 0,-1 0 0 0 0,0 0 0 0 0,0 0 0 0 0,0 0 0 0 0,1 0 0 0 0,-1 0-1 0 0,0 0 1 0 0,0 0 0 0 0,1 0 0 0 0,-4 4-352 0 0,2 0 458 0 0,-3-1-86 0 0,0 0 1 0 0,1 1 0 0 0,0-1-1 0 0,0 1 1 0 0,0 0 0 0 0,0 0-1 0 0,-2 6 1 0 0,-16 24 287 0 0,20-31-363 0 0,0 1 10 0 0,-5 14-9 0 0,4-14 1 0 0,2 0 2 0 0,-4 25-14 0 0,6-24 22 0 0,0-1-2 0 0,-2-1-20 0 0,1-3 20 0 0,-1 0 1 0 0,1 0 0 0 0,-1 1-1 0 0,0-1 1 0 0,0 0-1 0 0,1 0 1 0 0,-1 0-1 0 0,0 1 1 0 0,1-1-1 0 0,-1 0 1 0 0,0 0-1 0 0,0 1 1 0 0,1-1 0 0 0,-1 0-1 0 0,0 0 1 0 0,0 1-1 0 0,0-1 1 0 0,1 0-1 0 0,-1 1 1 0 0,0-1-1 0 0,0 0 1 0 0,0 1-1 0 0,0-1 1 0 0,0 0-1 0 0,0 1 1 0 0,0-1 0 0 0,0 1-1 0 0,9 12-308 0 0,-5-11 246 0 0,0 0 1 0 0,0 0-1 0 0,0 0 0 0 0,1-1 1 0 0,-1 0-1 0 0,1 0 1 0 0,-1 0-1 0 0,1 0 0 0 0,-1-1 1 0 0,1 1-1 0 0,4-1 0 0 0,-3-1 46 0 0,-2 0 43 0 0,15-5 42 0 0,-15 5 15 0 0,0-1 7 0 0,1 0-8 0 0,-1-1-1 0 0,0 1 1 0 0,0-1 0 0 0,0 0 0 0 0,0 0 0 0 0,0 0-1 0 0,-1-1 1 0 0,1 1 0 0 0,-1-1 0 0 0,0 0 0 0 0,0 0-1 0 0,0 0 1 0 0,-1 0 0 0 0,1 0 0 0 0,2-9 0 0 0,-2 10-55 0 0,0-34 94 0 0,-3 34-147 0 0,0 1 1 0 0,0-1 0 0 0,-1 1-1 0 0,1 0 1 0 0,-1-1-1 0 0,0 1 1 0 0,0 0 0 0 0,0 0-1 0 0,0-1 1 0 0,0 1 0 0 0,0 0-1 0 0,0 0 1 0 0,-1 0-1 0 0,1 0 1 0 0,-1 0 0 0 0,0 1-1 0 0,1-1 1 0 0,-3-1 0 0 0,3 2 4 0 0,-1-1-188 0 0,-3 0-33 0 0,-13-4-106 0 0,13 4 42 0 0,-1 3-21 0 0,-4 0-221 0 0,0 0-1 0 0,0 1 0 0 0,0 0 0 0 0,0 1 0 0 0,0 0 1 0 0,0 1-1 0 0,-14 7 0 0 0,18-8 83 0 0,-14 10-2908 0 0,2 1-734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1.0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3928 0 0,'0'0'7930'0'0,"2"4"-7762"0"0,1 88 402 0 0,-3-87-546 0 0,0 0-9 0 0,2 45 160 0 0,-1-45-151 0 0,6 13-84 0 0,-6-15 62 0 0,3-2 16 0 0,22 1 6 0 0,-21-6-14 0 0,-3 3-1 0 0,1-1 21 0 0,4-6-5 0 0,5-1 23 0 0,32-57 443 0 0,-42 63-407 0 0,19-33 514 0 0,-17 74-556 0 0,-4-34-46 0 0,0 0-9 0 0,12 62-296 0 0,-11-62 139 0 0,-1-3 130 0 0,1 0 1 0 0,0 0-1 0 0,-1 0 1 0 0,1 0 0 0 0,0 0-1 0 0,-1 0 1 0 0,1 0-1 0 0,0 0 1 0 0,0 0-1 0 0,0 0 1 0 0,0-1 0 0 0,0 1-1 0 0,0 0 1 0 0,0 0-1 0 0,0-1 1 0 0,0 1 0 0 0,0-1-1 0 0,0 1 1 0 0,2 0-1 0 0,10 7-515 0 0,-9-7 420 0 0,13 1 33 0 0,-12-2 166 0 0,0 0 0 0 0,0-1 0 0 0,0 1 0 0 0,0-1 0 0 0,0 0 0 0 0,1 0 0 0 0,-2-1 0 0 0,1 1 0 0 0,0-1 0 0 0,0 0 0 0 0,0-1 0 0 0,-1 1 0 0 0,1-1 0 0 0,-1 0 0 0 0,0 0 0 0 0,0 0 0 0 0,0-1 0 0 0,0 1 0 0 0,4-6 0 0 0,-2 0 164 0 0,0-1 1 0 0,0 0-1 0 0,8-20 1 0 0,-13 25-102 0 0,0 0-47 0 0,-1 3-96 0 0,-3-37 170 0 0,3 37-197 0 0,-1 0-1 0 0,1 0 0 0 0,-1 0 1 0 0,0 0-1 0 0,0 0 0 0 0,1 0 1 0 0,-1 0-1 0 0,-1 0 0 0 0,1 1 1 0 0,0-1-1 0 0,0 1 0 0 0,-1-1 1 0 0,1 0-1 0 0,0 1 0 0 0,-1 0 1 0 0,0-1-1 0 0,1 1 1 0 0,-1 0-1 0 0,0 0 0 0 0,1 0 1 0 0,-1 0-1 0 0,-2-1 0 0 0,-10-2-290 0 0,11 3-40 0 0,-3 1-21 0 0,-1 0 116 0 0,0 0 0 0 0,-1 1 0 0 0,1 0 0 0 0,0 1 0 0 0,-8 1 0 0 0,9-1-492 0 0,1 1 0 0 0,-1-1 0 0 0,1 1 1 0 0,-1 0-1 0 0,-8 6 0 0 0,3-1-1514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1.9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 85 4164 0 0,'0'0'2052'0'0,"3"-2"-279"0"0,10-10 5459 0 0,-16 13-7111 0 0,-1 0-100 0 0,2 0-1 0 0,-1 1 1 0 0,0-1-1 0 0,0 1 1 0 0,0-1-1 0 0,1 1 1 0 0,-1 0-1 0 0,0 0 1 0 0,1 0-1 0 0,0 0 1 0 0,-1 0-1 0 0,1 1 0 0 0,-3 4 1 0 0,-19 37 70 0 0,23-41-64 0 0,-1 1-21 0 0,-3 14-28 0 0,4-14-54 0 0,2 1-240 0 0,-1 16 100 0 0,1-16-32 0 0,0-1 0 0 0,22 27-598 0 0,-20-29 692 0 0,43 5-206 0 0,-41-7 418 0 0,0-1 61 0 0,0-1-9 0 0,0 0-1 0 0,0 0 1 0 0,0 0 0 0 0,0 0-1 0 0,0-1 1 0 0,-1 0 0 0 0,1 0-1 0 0,-1 0 1 0 0,0-1 0 0 0,0 1-1 0 0,0-1 1 0 0,0 0-1 0 0,-1 0 1 0 0,1 0 0 0 0,-1-1-1 0 0,0 1 1 0 0,0-1 0 0 0,-1 0-1 0 0,1 0 1 0 0,1-7 0 0 0,-3 8 10 0 0,0-1-23 0 0,-1 4-94 0 0,0-4 17 0 0,1-1 0 0 0,-1 1-1 0 0,0 0 1 0 0,-1-1 0 0 0,1 1 0 0 0,-1 0 0 0 0,0 0 0 0 0,0 0-1 0 0,-1-1 1 0 0,0 1 0 0 0,-3-7 0 0 0,2 9-101 0 0,0 0 0 0 0,0 1 1 0 0,0-1-1 0 0,0 1 0 0 0,-1-1 1 0 0,1 1-1 0 0,-1 0 0 0 0,1 0 0 0 0,-1 1 1 0 0,0-1-1 0 0,0 1 0 0 0,0 0 1 0 0,0 0-1 0 0,0 0 0 0 0,0 0 0 0 0,-4 1 1 0 0,-13-1-286 0 0,15 0-46 0 0,2 2-51 0 0,-14 0-24 0 0,14-1 21 0 0,0 0-1114 0 0,-14 3 1040 0 0,14-2-210 0 0,24 4-3883 0 0,-19-5 4615 0 0,-1-1 0 0 0,1 1-1 0 0,0 0 1 0 0,0-1 0 0 0,-1 1 0 0 0,1 0 0 0 0,0 0 0 0 0,-1-1 0 0 0,1 1-1 0 0,0 0 1 0 0,0 0 0 0 0,0 0 0 0 0,-1 0 0 0 0,1 0 0 0 0,0 0 0 0 0,0 0-1 0 0,-1 0 1 0 0,2 0 0 0 0,13 0-145 0 0,103-14 2814 0 0,-115 14-2246 0 0,3 0-20 0 0,-2 0-300 0 0,2 1 53 0 0,-1-1 0 0 0,1 0-1 0 0,-1 1 1 0 0,1 0 0 0 0,-1 1 0 0 0,0-1-1 0 0,1 1 1 0 0,-1 0 0 0 0,0 0 0 0 0,0 1 0 0 0,0-1-1 0 0,0 1 1 0 0,-1 0 0 0 0,1 1 0 0 0,5 4-1 0 0,23 42 448 0 0,-31-47-516 0 0,-1 2 8 0 0,7 41 349 0 0,-8-41-246 0 0,-2-1-74 0 0,-4 11 20 0 0,5-11 14 0 0,-15 12 886 0 0,13-16-877 0 0,1 1 0 0 0,0 0 1 0 0,0 0-1 0 0,0-1 0 0 0,-1 1 1 0 0,1-1-1 0 0,0 0 1 0 0,0 0-1 0 0,-1 0 0 0 0,-3 0 1 0 0,-4-1 80 0 0,8-3-86 0 0,-4-12-33 0 0,5 12-27 0 0,2-2-20 0 0,0-2-109 0 0,1-1 0 0 0,1 1 0 0 0,-1-1 0 0 0,2 1-1 0 0,-1 0 1 0 0,1 0 0 0 0,0 0 0 0 0,5-7 0 0 0,0 3-489 0 0,0 1 0 0 0,0 1 1 0 0,1 0-1 0 0,1 0 1 0 0,-1 1-1 0 0,2 0 0 0 0,-1 1 1 0 0,1 1-1 0 0,0-1 1 0 0,1 2-1 0 0,17-8 0 0 0,-26 13-221 0 0,0 0-57 0 0,47-7-3488 0 0,-45 8 1648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2.9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102 396 3628 0 0,'0'0'1082'0'0,"4"0"-69"0"0,20-1 7783 0 0,-29 1-8464 0 0,1 1-247 0 0,-1 0 0 0 0,1 0 0 0 0,-1 1 0 0 0,1-1 0 0 0,-1 1 0 0 0,1 0 1 0 0,0 0-1 0 0,0 0 0 0 0,0 1 0 0 0,0-1 0 0 0,-6 6 0 0 0,2 1-20 0 0,-1 0-1 0 0,1 1 1 0 0,-12 17-1 0 0,19-25-57 0 0,-2 3-5 0 0,0 0 0 0 0,1-1 0 0 0,-1 1 0 0 0,1 0-1 0 0,0 1 1 0 0,1-1 0 0 0,-1 0 0 0 0,1 1 0 0 0,0-1 0 0 0,0 8 0 0 0,13 21-485 0 0,-10-31 265 0 0,-2-2 186 0 0,1 0-1 0 0,0 0 1 0 0,-1 0-1 0 0,1-1 1 0 0,0 1-1 0 0,0 0 1 0 0,-1-1-1 0 0,1 1 0 0 0,0-1 1 0 0,0 1-1 0 0,0-1 1 0 0,0 1-1 0 0,0-1 1 0 0,0 1-1 0 0,0-1 1 0 0,0 0-1 0 0,0 0 0 0 0,0 1 1 0 0,0-1-1 0 0,0 0 1 0 0,0 0-1 0 0,0 0 1 0 0,0 0-1 0 0,0 0 1 0 0,1-1-1 0 0,20 1-187 0 0,-17-1 196 0 0,1 0 0 0 0,-1-1 0 0 0,0 1 0 0 0,0-1 0 0 0,0-1 0 0 0,-1 1 0 0 0,1 0 0 0 0,0-1 0 0 0,-1 0 0 0 0,0 0 0 0 0,0-1 0 0 0,0 1 0 0 0,0-1 0 0 0,0 0 0 0 0,0 0 0 0 0,-1 0 0 0 0,4-7 0 0 0,-4 8 17 0 0,1-4-9 0 0,1 0-1 0 0,-1 0 1 0 0,0-1 0 0 0,-1 1 0 0 0,0-1-1 0 0,0 0 1 0 0,-1 0 0 0 0,0 0-1 0 0,2-8 1 0 0,-1-10 66 0 0,0-35 0 0 0,-3 57-36 0 0,-16-299 2685 0 0,15 298-2517 0 0,1 0-8 0 0,-6-27 214 0 0,1 22-162 0 0,1 31-216 0 0,4 16 2 0 0,2-1 0 0 0,1 1 0 0 0,13 63 0 0 0,0-34-70 0 0,29 77 1 0 0,-34-116-615 0 0,1 0 0 0 0,17 29 0 0 0,-27-53 152 0 0,-2-2 421 0 0,1 0 0 0 0,-1 0 0 0 0,1 0 0 0 0,-1 0 1 0 0,1-1-1 0 0,-1 1 0 0 0,1 0 0 0 0,-1 0 0 0 0,1 0 1 0 0,0-1-1 0 0,0 1 0 0 0,-1 0 0 0 0,1-1 0 0 0,0 1 1 0 0,0-1-1 0 0,0 1 0 0 0,0-1 0 0 0,-1 1 0 0 0,1-1 1 0 0,0 0-1 0 0,0 1 0 0 0,0-1 0 0 0,0 0 0 0 0,0 0 1 0 0,2 1-1 0 0,16 2-917 0 0,-14-3 406 0 0,0-2-32 0 0,4-2 251 0 0,-1 0 0 0 0,1-1 1 0 0,-1 0-1 0 0,0-1 1 0 0,0 0-1 0 0,-1 0 0 0 0,0-1 1 0 0,0 0-1 0 0,0 0 1 0 0,-1 0-1 0 0,0-1 0 0 0,0 0 1 0 0,-1 0-1 0 0,0-1 1 0 0,-1 0-1 0 0,0 1 1 0 0,5-16-1 0 0,-6 15 785 0 0,0-1 0 0 0,-1 1 0 0 0,-1-1 0 0 0,1 0 0 0 0,-1 0 0 0 0,-1 0 0 0 0,-1-16 0 0 0,0 22-8 0 0,1 2-267 0 0,-1 0 1 0 0,0 1 0 0 0,1-1 0 0 0,-1 1-1 0 0,0 0 1 0 0,0-1 0 0 0,0 1 0 0 0,0 0-1 0 0,0-1 1 0 0,0 1 0 0 0,0 0 0 0 0,0 0-1 0 0,-1 0 1 0 0,1 0 0 0 0,0 0 0 0 0,-1 0-1 0 0,1 0 1 0 0,-3 0 0 0 0,3 0-203 0 0,-2 0 651 0 0,-20 6 93 0 0,5 5-333 0 0,14-8-248 0 0,1 0-1 0 0,0 1 0 0 0,0-1 1 0 0,0 1-1 0 0,1-1 1 0 0,-1 1-1 0 0,1 0 0 0 0,-5 6 1 0 0,5-6-99 0 0,-1 0 93 0 0,-5 13-15 0 0,7-14-40 0 0,-1 2 50 0 0,1 0-12 0 0,-3 12-3 0 0,3-12 58 0 0,2 1-72 0 0,3 15-14 0 0,-3-15-4 0 0,1-1 2 0 0,25 30 16 0 0,-24-31-22 0 0,5 5 28 0 0,5 0 166 0 0,-3 2-164 0 0,-8-7 372 0 0,0 0-144 0 0,-1-1-167 0 0,-1-1 0 0 0,1 1 1 0 0,0 0-1 0 0,-1 0 0 0 0,1-1 1 0 0,-1 1-1 0 0,0 0 0 0 0,0 0 1 0 0,0 0-1 0 0,0-1 0 0 0,0 1 1 0 0,0 0-1 0 0,0 0 0 0 0,0 0 0 0 0,-1-1 1 0 0,1 1-1 0 0,-2 3 0 0 0,1-1 177 0 0,-3-1-49 0 0,-7 5-307 0 0,-1-1 0 0 0,1 0-1 0 0,-2-1 1 0 0,1-1 0 0 0,-1 1 0 0 0,0-2-1 0 0,0 0 1 0 0,-25 4 0 0 0,34-7-613 0 0,-1-1-127 0 0,-15 1-91 0 0,16-1-155 0 0,-1 0-1962 0 0,-11-1 56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3.2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 3424 0 0,'0'-1'329'0'0,"1"0"0"0"0,0-1 0 0 0,0 1-1 0 0,0 0 1 0 0,0 0 0 0 0,0 0 0 0 0,0 0-1 0 0,0 0 1 0 0,1 0 0 0 0,-1 0 0 0 0,0 0-1 0 0,1 0 1 0 0,-1 0 0 0 0,0 1-1 0 0,1-1 1 0 0,-1 0 0 0 0,1 1 0 0 0,-1 0-1 0 0,1-1 1 0 0,2 1 0 0 0,0-1-17 0 0,-1 1 0 0 0,1 1-1 0 0,0-1 1 0 0,-1 0 0 0 0,1 1 0 0 0,0 0 0 0 0,-1 0-1 0 0,7 2 1 0 0,6 5 82 0 0,0 0 0 0 0,29 21 0 0 0,-35-22 109 0 0,11 7-240 0 0,-1 1 0 0 0,-1 1 1 0 0,0 1-1 0 0,-1 1 0 0 0,-1 0 0 0 0,-1 1 1 0 0,0 1-1 0 0,16 27 0 0 0,-26-37-266 0 0,-1 1 0 0 0,-1-1-1 0 0,1 1 1 0 0,-2-1 0 0 0,1 1-1 0 0,-1 0 1 0 0,-1 0 0 0 0,2 22-1 0 0,-4-24-69 0 0,-1 0-1 0 0,1-1 0 0 0,-1 1 1 0 0,-1-1-1 0 0,0 1 1 0 0,0-1-1 0 0,0 0 0 0 0,-1 0 1 0 0,0 0-1 0 0,-1 0 1 0 0,0 0-1 0 0,-10 14 0 0 0,3-8-392 0 0,0 0-1 0 0,-1-1 0 0 0,-1 0 1 0 0,0-1-1 0 0,-1 0 0 0 0,-28 18 1 0 0,5-8-2922 0 0,-70 30 0 0 0,48-27-2731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5:33.9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342 58 3648 0 0,'1'-4'1545'0'0,"1"-13"-298"0"0,-2 12-258 0 0,-1 3-810 0 0,-1 0 0 0 0,1 0 0 0 0,-1-1 0 0 0,0 1 0 0 0,1 0 0 0 0,-1 0 0 0 0,0 1 0 0 0,0-1 0 0 0,-1 0 1 0 0,1 1-1 0 0,0-1 0 0 0,0 1 0 0 0,-1 0 0 0 0,-3-2 0 0 0,4 2-68 0 0,-1 0 1 0 0,0 1-1 0 0,0-1 1 0 0,0 1 0 0 0,0-1-1 0 0,0 1 1 0 0,0 0-1 0 0,1 0 1 0 0,-1 1-1 0 0,0-1 1 0 0,0 0-1 0 0,0 1 1 0 0,0 0-1 0 0,-2 1 1 0 0,-38 17 621 0 0,27-8-525 0 0,0 1 0 0 0,1 1 1 0 0,1 0-1 0 0,0 1 0 0 0,1 0 0 0 0,0 1 0 0 0,1 1 0 0 0,1 0 0 0 0,-17 32 0 0 0,16-24-91 0 0,1 0 0 0 0,1 1-1 0 0,1 0 1 0 0,1 0-1 0 0,2 1 1 0 0,-7 47 0 0 0,12-59-143 0 0,0 0 0 0 0,1 0 0 0 0,1-1 0 0 0,0 1-1 0 0,1 0 1 0 0,0-1 0 0 0,1 1 0 0 0,0-1 0 0 0,2 0 0 0 0,-1 0 0 0 0,2 0 0 0 0,-1 0 0 0 0,2-1 0 0 0,0 0 0 0 0,0 0 0 0 0,1-1 0 0 0,0 0 0 0 0,1-1 0 0 0,1 1 0 0 0,-1-2 0 0 0,1 1 0 0 0,1-1 0 0 0,0-1-1 0 0,0 0 1 0 0,1-1 0 0 0,22 11 0 0 0,-3-3-652 0 0,1-2-1 0 0,0-1 0 0 0,1-2 1 0 0,0-1-1 0 0,46 6 0 0 0,29-1-4531 0 0,-58-10-183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52.0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98 2820 0 0,'0'0'2950'0'0,"-2"-4"-1780"0"0,-6-19 3196 0 0,-9-33 842 0 0,16 53-3840 0 0,0-1-1110 0 0,-1-4 583 0 0,2 11-287 0 0,3 25-46 0 0,8 43-52 0 0,17 56 362 0 0,-28-123-751 0 0,2 0 2 0 0,18 56-522 0 0,-18-56 2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7:52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23 4588 0 0,'0'0'7934'0'0,"0"-3"-7471"0"0,1-13-93 0 0,0 12 708 0 0,1 11-903 0 0,0 0 0 0 0,0-1 0 0 0,1 0 0 0 0,0 1-1 0 0,0-1 1 0 0,9 11 0 0 0,-4-6-98 0 0,1-1-1 0 0,0 0 1 0 0,0 0-1 0 0,1-1 1 0 0,1 0-1 0 0,-1-1 1 0 0,13 7-1 0 0,-20-14-6 0 0,8 5 57 0 0,-9-5 149 0 0,0 1 1 0 0,1-1-1 0 0,-1 1 0 0 0,1-1 1 0 0,-1 0-1 0 0,1 0 1 0 0,-1 0-1 0 0,1 0 0 0 0,5 0 1 0 0,-10 3-185 0 0,-6 10-32 0 0,0 0 0 0 0,-20 24 0 0 0,-9 15-266 0 0,16-15-1530 0 0,-27 65 0 0 0,14-3-6923 0 0,25-68 1534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46.1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17 4692 0 0,'0'0'1815'0'0,"-4"-2"-286"0"0,-2-1-1225 0 0,-16-9 8940 0 0,233 27-13881 0 0,-182-11 1832 0 0,-25-4 977 0 0,0 1-1211 0 0,17 3-2196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46.3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 3188 0 0,'-4'2'1502'0'0,"-26"18"4062"0"0,28-18-4686 0 0,6 0-559 0 0,25 6-60 0 0,1-1 1 0 0,0-2-1 0 0,57 3 1 0 0,8-7-2037 0 0,-6-6-3805 0 0,-61 1 492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48.6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215 140 3852 0 0,'2'-49'4699'0'0,"-2"44"-3736"0"0,0 1-80 0 0,-11-59 2858 0 0,9 60-3197 0 0,-3-4-201 0 0,5 7-329 0 0,0 0 1 0 0,0-1 0 0 0,-1 1 0 0 0,1-1-1 0 0,0 1 1 0 0,0 0 0 0 0,0-1-1 0 0,0 1 1 0 0,0 0 0 0 0,-1-1-1 0 0,1 1 1 0 0,0-1 0 0 0,0 1 0 0 0,-1 0-1 0 0,1 0 1 0 0,0-1 0 0 0,-1 1-1 0 0,1 0 1 0 0,0 0 0 0 0,-1-1-1 0 0,1 1 1 0 0,0 0 0 0 0,-1 0 0 0 0,1 0-1 0 0,0-1 1 0 0,-1 1 0 0 0,1 0-1 0 0,-1 0 1 0 0,1 0 0 0 0,0 0-1 0 0,-1 0 1 0 0,1 0 0 0 0,-1 0 0 0 0,1 0-1 0 0,0 0 1 0 0,-1 0 0 0 0,1 0-1 0 0,-1 0 1 0 0,-6 2 27 0 0,0 1-1 0 0,0 0 0 0 0,1 0 1 0 0,-1 0-1 0 0,1 1 1 0 0,0 0-1 0 0,0 0 1 0 0,0 1-1 0 0,1 0 1 0 0,-1-1-1 0 0,1 2 1 0 0,0-1-1 0 0,1 1 0 0 0,-1 0 1 0 0,-4 8-1 0 0,-5 7-7 0 0,1 0-1 0 0,1 2 1 0 0,-12 31 0 0 0,19-41-35 0 0,0 0 0 0 0,1 1 0 0 0,0 0 0 0 0,1 0 0 0 0,1 0 1 0 0,0 0-1 0 0,1 16 0 0 0,1-25-36 0 0,1 0-1 0 0,-1 0 1 0 0,1 0 0 0 0,0 0-1 0 0,1 0 1 0 0,-1-1 0 0 0,5 9-1 0 0,-4-7-13 0 0,-1-4 12 0 0,1 0 0 0 0,-1 0 0 0 0,1 0 0 0 0,0 1 1 0 0,0-2-1 0 0,0 1 0 0 0,0 0 0 0 0,0 0 0 0 0,0 0 1 0 0,0-1-1 0 0,1 0 0 0 0,-1 1 0 0 0,5 1 0 0 0,-3-1-17 0 0,-1 0 21 0 0,1-1 0 0 0,-1 0 0 0 0,1 0 0 0 0,-1 0 0 0 0,1-1 0 0 0,-1 1 0 0 0,1-1 0 0 0,-1 1 0 0 0,1-1 0 0 0,0 0 0 0 0,-1-1 0 0 0,1 1 0 0 0,-1-1 0 0 0,1 1 0 0 0,3-2 0 0 0,41-18-89 0 0,-44 18 117 0 0,6-4 75 0 0,0 0 0 0 0,0-1 0 0 0,0 0 0 0 0,-1-1 0 0 0,-1 0 0 0 0,1 0 0 0 0,-1-1 0 0 0,-1 0 0 0 0,1 0 0 0 0,-2-1 0 0 0,1 0 0 0 0,-1 0 0 0 0,-1 0 0 0 0,0-1 0 0 0,0 0 0 0 0,-1 0 0 0 0,0 0-1 0 0,3-23 1 0 0,-3 17 37 0 0,-3 15-99 0 0,-1 0 0 0 0,1-1 0 0 0,-1 1 1 0 0,0-1-1 0 0,0 1 0 0 0,0-1 0 0 0,0 1 0 0 0,0-1 1 0 0,0 1-1 0 0,-2-4 0 0 0,2-1-24 0 0,-1 0-1 0 0,-1 0 1 0 0,1 0 0 0 0,-1 0-1 0 0,0 0 1 0 0,-1 1 0 0 0,0-1-1 0 0,0 1 1 0 0,0 0 0 0 0,-1 0-1 0 0,1 0 1 0 0,-2 0 0 0 0,1 0-1 0 0,-9-7 1 0 0,11 11-36 0 0,0 1 0 0 0,-1-1 0 0 0,1 1 1 0 0,0 0-1 0 0,-1 0 0 0 0,1 0 0 0 0,-1 0 0 0 0,0 1 0 0 0,1-1 1 0 0,-1 1-1 0 0,0-1 0 0 0,1 1 0 0 0,-1 0 0 0 0,0 0 1 0 0,1 0-1 0 0,-1 1 0 0 0,-4 0 0 0 0,4-1-1 0 0,-3 1-107 0 0,0 1 0 0 0,1-1 0 0 0,-1 1 0 0 0,0 0 0 0 0,1 0 0 0 0,-1 1 0 0 0,1-1 0 0 0,0 1 0 0 0,0 0 0 0 0,0 1 0 0 0,0-1 0 0 0,0 1 0 0 0,-4 5 0 0 0,1-1-556 0 0,1 0 1 0 0,-1 1 0 0 0,1 0-1 0 0,1 0 1 0 0,-7 12-1 0 0,5 3-2330 0 0,7-18 2076 0 0,0-1-3308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49.3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52 3688 0 0,'1'-3'1723'0'0,"13"-20"7462"0"0,-21 32-9437 0 0,5-6 343 0 0,1 1-56 0 0,-3 39 41 0 0,4-38-57 0 0,2-2-20 0 0,6 9 22 0 0,-6-9 26 0 0,2-3-5 0 0,14 0 33 0 0,-14 0 79 0 0,-2-2-70 0 0,20-24 572 0 0,-20 22-553 0 0,3-15 43 0 0,-4 15-87 0 0,7-36 301 0 0,-7 37-331 0 0,-8-2-42 0 0,6 5 12 0 0,1-1 1 0 0,0 1 0 0 0,0 0 0 0 0,-1-1 0 0 0,1 1-1 0 0,0 0 1 0 0,-1 0 0 0 0,1-1 0 0 0,0 1 0 0 0,-1 0-1 0 0,1 0 1 0 0,-1-1 0 0 0,1 1 0 0 0,0 0 0 0 0,-1 0 0 0 0,1 0-1 0 0,-1 0 1 0 0,1 0 0 0 0,0 0 0 0 0,-1-1 0 0 0,1 1-1 0 0,-1 0 1 0 0,1 0 0 0 0,-1 0 0 0 0,1 0 0 0 0,-1 1-1 0 0,1-1 1 0 0,0 0 0 0 0,-1 0 0 0 0,1 0 0 0 0,-1 0 0 0 0,1 0-1 0 0,-1 1 1 0 0,-29 20 19 0 0,27-18-60 0 0,1-1-5 0 0,-6 8-15 0 0,6-7-62 0 0,3 1-416 0 0,1 14 417 0 0,-2-14-6 0 0,36 10-320 0 0,-33-13 387 0 0,3-1 76 0 0,16 0 33 0 0,-16 0 37 0 0,-2-2 48 0 0,3-1 147 0 0,0-1-1 0 0,-1 1 1 0 0,1-2 0 0 0,-1 1 0 0 0,7-7 0 0 0,-11 9 304 0 0,-2-3-551 0 0,-3-18-17 0 0,3 23-51 0 0,-1-1 0 0 0,0 0 0 0 0,1 1 0 0 0,-1-1 0 0 0,0 1 0 0 0,0-1 0 0 0,1 1 0 0 0,-1-1 0 0 0,0 1 0 0 0,0 0 0 0 0,0-1 0 0 0,0 1 0 0 0,0 0 0 0 0,1-1 0 0 0,-1 1 0 0 0,0 0 0 0 0,0 0 0 0 0,0 0 0 0 0,0 0 0 0 0,0 0 0 0 0,0 0 0 0 0,0 0 0 0 0,0 0 0 0 0,0 1 0 0 0,0-1 0 0 0,-19 2-595 0 0,16-2 126 0 0,1 3-760 0 0,2-3 1414 0 0,-13 11-1958 0 0,13-10 1366 0 0,0 0 1 0 0,0 0-1 0 0,0 0 0 0 0,0 0 1 0 0,0 0-1 0 0,1 0 1 0 0,-1 0-1 0 0,0 0 0 0 0,1 0 1 0 0,-1 0-1 0 0,1 0 1 0 0,-1 1-1 0 0,1-1 0 0 0,-1 0 1 0 0,1 2-1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49.6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76 3196 0 0,'6'-15'1806'0'0,"-5"12"-233"0"0,0-1-199 0 0,4-13-107 0 0,-3 12 945 0 0,-2 2-1300 0 0,8-21 2184 0 0,-8 24-3049 0 0,1-1-1 0 0,-1 1 1 0 0,0 0-1 0 0,0 0 1 0 0,0-1-1 0 0,0 1 1 0 0,0 0-1 0 0,0 0 1 0 0,0 0-1 0 0,1 0 1 0 0,-1-1-1 0 0,0 1 1 0 0,0 0 0 0 0,0 0-1 0 0,0 0 1 0 0,1 0-1 0 0,-1 0 1 0 0,0-1-1 0 0,0 1 1 0 0,1 0-1 0 0,-1 0 1 0 0,0 0-1 0 0,0 0 1 0 0,0 0-1 0 0,1 0 1 0 0,-1 0-1 0 0,0 0 1 0 0,0 0-1 0 0,1 0 1 0 0,-1 0-1 0 0,0 0 1 0 0,0 0-1 0 0,0 0 1 0 0,1 0-1 0 0,-1 0 1 0 0,0 0-1 0 0,9 17-172 0 0,-5 6 130 0 0,0 0 0 0 0,-2 0 1 0 0,0 0-1 0 0,-2 0 0 0 0,-2 24 0 0 0,-6 42-2478 0 0,-5-12-3817 0 0,13-73 3260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50.0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80 4176 0 0,'2'-4'1411'0'0,"1"-1"-825"0"0,0 0 1 0 0,0 1 0 0 0,1-1 0 0 0,-1 1 0 0 0,1-1 0 0 0,0 1 0 0 0,6-5 0 0 0,-3 5-275 0 0,-1-1 1 0 0,1 1 0 0 0,0 0 0 0 0,0 1-1 0 0,0 0 1 0 0,0 0 0 0 0,1 1 0 0 0,11-3 0 0 0,-15 4-112 0 0,2 1-46 0 0,5 1-51 0 0,1 0 0 0 0,0 1 0 0 0,21 7 0 0 0,-30-7-64 0 0,16 13 26 0 0,-18-12-22 0 0,-1 1-3 0 0,0 0 0 0 0,0 0 1 0 0,0-1-1 0 0,0 1 0 0 0,-1 0 1 0 0,0 0-1 0 0,0-1 0 0 0,0 1 1 0 0,0-1-1 0 0,0 1 0 0 0,-1-1 1 0 0,1 1-1 0 0,-1-1 0 0 0,0 0 1 0 0,0 0-1 0 0,0 0 0 0 0,-1 0 1 0 0,1 0-1 0 0,-1 0 1 0 0,-5 4-1 0 0,-9 8 301 0 0,0-1 0 0 0,-28 17 0 0 0,13-10-47 0 0,30-19-216 0 0,-3 3 43 0 0,5-5-119 0 0,0 1 0 0 0,-1-1 0 0 0,1 0 0 0 0,0 0 0 0 0,-1 0 1 0 0,1 0-1 0 0,0 1 0 0 0,-1-1 0 0 0,1 0 0 0 0,0 0 0 0 0,0 1 0 0 0,-1-1 0 0 0,1 0 1 0 0,0 1-1 0 0,0-1 0 0 0,0 0 0 0 0,-1 0 0 0 0,1 1 0 0 0,0-1 0 0 0,0 0 0 0 0,0 1 1 0 0,0-1-1 0 0,0 0 0 0 0,0 1 0 0 0,0-1 0 0 0,-1 1 0 0 0,1-1 0 0 0,0 0 0 0 0,0 1 1 0 0,1-1-1 0 0,-1 0 0 0 0,0 1 0 0 0,0-1 0 0 0,0 0 0 0 0,0 1 0 0 0,0-1 0 0 0,0 1 1 0 0,5 4-2 0 0,-1-1 1 0 0,1 0 0 0 0,0 0 0 0 0,0 0 0 0 0,0 0 0 0 0,0-1 0 0 0,1 0-1 0 0,-1 0 1 0 0,1 0 0 0 0,0-1 0 0 0,0 1 0 0 0,11 1 0 0 0,-9-2 17 0 0,-1 0 1 0 0,1 1-1 0 0,-1 0 1 0 0,0 0-1 0 0,0 1 1 0 0,0-1-1 0 0,-1 2 1 0 0,1-1-1 0 0,-1 1 1 0 0,9 8-1 0 0,-13-11 80 0 0,-1 2-13 0 0,-1-1-72 0 0,0 1-1 0 0,0-1 1 0 0,-1 0 0 0 0,1 0-1 0 0,0 0 1 0 0,-1 1 0 0 0,0-1-1 0 0,0 0 1 0 0,0 0 0 0 0,0 0 0 0 0,0 0-1 0 0,-1 0 1 0 0,1 0 0 0 0,-1-1-1 0 0,0 1 1 0 0,0 0 0 0 0,0-1 0 0 0,0 0-1 0 0,-4 4 1 0 0,-2 2-194 0 0,-1-2 0 0 0,0 1-1 0 0,0-1 1 0 0,0-1 0 0 0,0 0 0 0 0,-1 0-1 0 0,0-1 1 0 0,0 0 0 0 0,-13 3 0 0 0,-13 2-3508 0 0,-47 5 0 0 0,74-13 2691 0 0,-36 5-6073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7.8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63 3536 0 0,'-3'-14'1086'0'0,"-5"-23"9745"0"0,5 29-11008 0 0,2 5 2443 0 0,-4 16-1814 0 0,3-10-388 0 0,1 0 1 0 0,0 0-1 0 0,0 0 0 0 0,0 1 1 0 0,0-1-1 0 0,1 0 0 0 0,-1 0 1 0 0,1 1-1 0 0,0-1 0 0 0,0 4 1 0 0,4 194 664 0 0,-1-2-3111 0 0,-3-194 1592 0 0,1 0-152 0 0,1 17-192 0 0,-2-17 113 0 0,6 10-6586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8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47 127 3556 0 0,'-4'0'1238'0'0,"-14"-1"-167"0"0,14 0 1541 0 0,0 1-1834 0 0,-12-7 1628 0 0,16-1-1183 0 0,18-3-1501 0 0,35-11 133 0 0,1 3 0 0 0,2 1-1 0 0,-1 3 1 0 0,65-8 0 0 0,-109 22-1576 0 0,1 0 0 0 0,-1 1 0 0 0,23 3 0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8.3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12 153 3648 0 0,'-11'16'5068'0'0,"12"-12"-4120"0"0,0-1-824 0 0,7 10 890 0 0,-6-12-931 0 0,-1 0 0 0 0,1-1 0 0 0,-1 1 0 0 0,1 0 0 0 0,0-1 0 0 0,-1 0 0 0 0,1 1 0 0 0,0-1 0 0 0,0 0 0 0 0,-1 0 0 0 0,1 0 0 0 0,0 0 0 0 0,-1 0 0 0 0,1 0 0 0 0,2-1 0 0 0,102-21 867 0 0,176-60 0 0 0,-112 29-3357 0 0,-87 26-3739 0 0,-59 18 709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8.6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 42 4404 0 0,'-1'-7'-290'0'0,"-5"-16"8700"0"0,3 15-7189 0 0,2 5 101 0 0,-1 6-1004 0 0,-2 6-194 0 0,0 0-1 0 0,1-1 1 0 0,1 1-1 0 0,-1 0 1 0 0,1 0-1 0 0,1 0 1 0 0,0 1-1 0 0,0 13 1 0 0,3 86 48 0 0,-2-98-189 0 0,8 88-1025 0 0,3-7-4826 0 0,-11-87 4089 0 0,1 0-1134 0 0,0 16-2097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8.9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48 135 3040 0 0,'3'-8'415'0'0,"1"1"0"0"0,-1 0-1 0 0,1 1 1 0 0,0-1 0 0 0,1 1 0 0 0,-1 0-1 0 0,1 0 1 0 0,1 0 0 0 0,-1 0-1 0 0,1 1 1 0 0,0 0 0 0 0,0 0 0 0 0,0 1-1 0 0,1 0 1 0 0,10-6 0 0 0,-2 4-98 0 0,-1 0 1 0 0,1 0 0 0 0,1 1-1 0 0,-1 1 1 0 0,1 1-1 0 0,20-3 1 0 0,-23 6-182 0 0,-1-1-1 0 0,1 1 1 0 0,-1 1-1 0 0,1 0 1 0 0,-1 1-1 0 0,0 1 1 0 0,0 0-1 0 0,0 0 1 0 0,0 1 0 0 0,0 0-1 0 0,-1 1 1 0 0,14 8-1 0 0,-16-8-43 0 0,0 1-1 0 0,-1 0 0 0 0,0 0 1 0 0,0 1-1 0 0,0 0 1 0 0,-1 0-1 0 0,0 1 0 0 0,0 0 1 0 0,0 0-1 0 0,-2 0 1 0 0,1 1-1 0 0,-1 0 0 0 0,9 19 1 0 0,-13-21-67 0 0,1-1 0 0 0,-1 0 0 0 0,0 1 0 0 0,-1-1 0 0 0,1 1 0 0 0,-1 0 0 0 0,0-1 0 0 0,-1 1 0 0 0,0-1 0 0 0,0 1 0 0 0,0-1 0 0 0,-1 0 0 0 0,0 1 0 0 0,-5 11 0 0 0,-2 0 1 0 0,0 0 1 0 0,-2 0-1 0 0,-15 20 0 0 0,7-12-112 0 0,-1-2 0 0 0,-1 0-1 0 0,-1-2 1 0 0,-1 0-1 0 0,-1-1 1 0 0,-1-2-1 0 0,-1 0 1 0 0,-1-2 0 0 0,0 0-1 0 0,-56 23 1 0 0,77-38-249 0 0,1 1 0 0 0,-1-1 1 0 0,0 0-1 0 0,0-1 0 0 0,0 1 1 0 0,0-1-1 0 0,-1 0 1 0 0,1-1-1 0 0,0 0 0 0 0,0 0 1 0 0,0 0-1 0 0,-1 0 0 0 0,1-1 1 0 0,0 0-1 0 0,0 0 0 0 0,0-1 1 0 0,0 0-1 0 0,0 0 1 0 0,0 0-1 0 0,1-1 0 0 0,-10-6 1 0 0,7 2-2271 0 0,-7-15-1859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9.4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 4196 0 0,'0'0'8634'0'0,"-3"2"-8102"0"0,0 3-401 0 0,0-1 0 0 0,0 1 0 0 0,1 0 0 0 0,-1 0 0 0 0,1 0 0 0 0,0 0 0 0 0,1 1 0 0 0,-1-1 0 0 0,1 0 0 0 0,0 1 0 0 0,0-1 0 0 0,0 12 0 0 0,1 80 456 0 0,0-84-516 0 0,6 139-9 0 0,2-54-4613 0 0,-7-94 2849 0 0,2 18-7790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9.6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21 103 3340 0 0,'-3'-2'1344'0'0,"-9"-11"2783"0"0,10 11-3328 0 0,2 1-723 0 0,0 0 1 0 0,-1 1 0 0 0,1-1-1 0 0,-1 1 1 0 0,1-1 0 0 0,0 0 0 0 0,0 1-1 0 0,-1-1 1 0 0,1 0 0 0 0,0 1 0 0 0,0-1-1 0 0,0 0 1 0 0,0 1 0 0 0,0-1-1 0 0,-1 0 1 0 0,1 0 0 0 0,1 1 0 0 0,-1-1-1 0 0,0 0 1 0 0,0 1 0 0 0,0-1 0 0 0,0 0-1 0 0,0 1 1 0 0,1-1 0 0 0,-1 0-1 0 0,1 0 1 0 0,0-1-1 0 0,0 1 0 0 0,0 0 1 0 0,0-1-1 0 0,1 1 0 0 0,-1 0 0 0 0,1 0 0 0 0,-1 0 0 0 0,1 0 0 0 0,-1 0 0 0 0,1 1 1 0 0,1-2-1 0 0,10-2 73 0 0,-1 0 0 0 0,22-3 0 0 0,-25 5-10 0 0,19-4-418 0 0,85-14 247 0 0,-33 12-7362 0 0,-58 7 1958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49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1 101 3388 0 0,'0'0'8032'0'0,"3"2"-7480"0"0,0-1-431 0 0,0-1 0 0 0,1 1 0 0 0,-1-1 0 0 0,1 1 0 0 0,-1-1-1 0 0,0 0 1 0 0,1 0 0 0 0,-1 0 0 0 0,1-1 0 0 0,-1 1 0 0 0,0-1-1 0 0,6-1 1 0 0,50-19 151 0 0,-30 11-197 0 0,75-26-2143 0 0,-35 11-4073 0 0,-43 15 500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0.3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51 5525 0 0,'0'0'7700'0'0,"5"-2"-7379"0"0,81-14 67 0 0,50-3-3470 0 0,-64 10-3262 0 0,-38 4 1876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0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76 2736 0 0,'-10'6'10326'0'0,"38"-6"-8680"0"0,35-3-1708 0 0,173-27 649 0 0,-89 2-4006 0 0,-122 21 1099 0 0,-21 6 639 0 0,-1-1-1176 0 0,15-8-2059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1.2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1 3680 0 0,'0'0'3649'0'0,"-4"1"-2781"0"0,-8 4-143 0 0,9-4 406 0 0,1 1-682 0 0,1-1-375 0 0,0 0 0 0 0,1 1 0 0 0,-1-1 1 0 0,0 0-1 0 0,1 0 0 0 0,-1 0 0 0 0,1 1 1 0 0,0-1-1 0 0,-1 0 0 0 0,1 1 0 0 0,0-1 1 0 0,0 0-1 0 0,0 1 0 0 0,0-1 0 0 0,0 0 1 0 0,0 1-1 0 0,0-1 0 0 0,0 0 0 0 0,1 1 1 0 0,-1-1-1 0 0,1 0 0 0 0,-1 0 0 0 0,1 1 1 0 0,-1-1-1 0 0,1 0 0 0 0,-1 0 0 0 0,1 0 1 0 0,0 0-1 0 0,0 0 0 0 0,0 0 0 0 0,-1 0 1 0 0,1 0-1 0 0,0 0 0 0 0,0 0 0 0 0,0 0 1 0 0,0 0-1 0 0,2 0 0 0 0,0 1 96 0 0,2-1 6 0 0,13 2-15 0 0,-12-2-108 0 0,0 0 1 0 0,0-1-1 0 0,0 0 0 0 0,0 0 0 0 0,1-1 1 0 0,6-1-1 0 0,-4 1 52 0 0,-5 0 63 0 0,-2 0-147 0 0,-1 1 0 0 0,1-1 1 0 0,0 1-1 0 0,0-1 0 0 0,-1 1 0 0 0,1 0 0 0 0,0-1 1 0 0,0 1-1 0 0,-1 0 0 0 0,1 0 0 0 0,0 0 1 0 0,2 1-1 0 0,-3-1 7 0 0,4-1 179 0 0,-1 1-133 0 0,12-2-17 0 0,-12 1 160 0 0,-5 7-138 0 0,-3 8-98 0 0,-1-1 0 0 0,-1 0 0 0 0,0 1 1 0 0,-1-2-1 0 0,0 1 0 0 0,-16 20 0 0 0,-10 19-428 0 0,-31 67-2815 0 0,26-38-3265 0 0,29-61 1521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3.4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213 8 3796 0 0,'0'0'2590'0'0,"-2"-2"-1693"0"0,2 1-849 0 0,-1 1-1 0 0,1-1 1 0 0,-1 1-1 0 0,1 0 1 0 0,-1-1-1 0 0,1 1 1 0 0,-1 0-1 0 0,1-1 1 0 0,-1 1-1 0 0,1 0 1 0 0,-1 0-1 0 0,1-1 1 0 0,-1 1-1 0 0,1 0 0 0 0,-1 0 1 0 0,0 0-1 0 0,1 0 1 0 0,-1 0-1 0 0,1 0 1 0 0,-1 0-1 0 0,0 0 1 0 0,1 0-1 0 0,-1 0 1 0 0,1 0-1 0 0,-1 0 1 0 0,0 0-1 0 0,1 1 1 0 0,-1-1-1 0 0,0 0 1 0 0,-17 17 740 0 0,-14 34-80 0 0,28-43-567 0 0,-22 44 56 0 0,2 2 1 0 0,3 0-1 0 0,2 1 1 0 0,2 1-1 0 0,-13 81 1 0 0,29-124-344 0 0,0-1 0 0 0,0 1 1 0 0,2 13-1 0 0,-1-21-269 0 0,1-1-169 0 0,1 1 232 0 0,1 3-20 0 0,0 1-4778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3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16 189 3760 0 0,'-2'-3'1460'0'0,"1"1"-1289"0"0,-1 1-1 0 0,1-1 1 0 0,0 0-1 0 0,0 1 1 0 0,0-1-1 0 0,0 0 0 0 0,0 1 1 0 0,0-1-1 0 0,0 0 1 0 0,0 0-1 0 0,1 0 1 0 0,-1 0-1 0 0,1 0 0 0 0,0 0 1 0 0,-1 0-1 0 0,1 0 1 0 0,0 0-1 0 0,0 0 0 0 0,0 0 1 0 0,1 0-1 0 0,-1 0 1 0 0,0 0-1 0 0,1 0 1 0 0,-1 0-1 0 0,1 0 0 0 0,0 1 1 0 0,0-3-1 0 0,3-1-54 0 0,-1 1 0 0 0,1 0-1 0 0,-1 1 1 0 0,1-1-1 0 0,0 1 1 0 0,1-1 0 0 0,-1 1-1 0 0,1 0 1 0 0,-1 1 0 0 0,10-5-1 0 0,26-10 50 0 0,1 2-1 0 0,1 1 1 0 0,1 2 0 0 0,85-12-1 0 0,-106 21-782 0 0,0 1 0 0 0,1 0 1 0 0,-1 2-1 0 0,0 0 0 0 0,41 7 0 0 0,-61-7 466 0 0,0 0-1 0 0,-1 1 1 0 0,1-1 0 0 0,-1 1-1 0 0,1-1 1 0 0,-1 1-1 0 0,1 0 1 0 0,-1 0 0 0 0,1-1-1 0 0,-1 1 1 0 0,0 0-1 0 0,0 0 1 0 0,2 2 0 0 0,1 0-292 0 0,2 4-1694 0 0,0 12-1487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3.9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59 176 3636 0 0,'-52'75'5361'0'0,"49"-70"-4690"0"0,3-5-644 0 0,0 0 0 0 0,1 1 0 0 0,-1-1 0 0 0,0 0 0 0 0,0 1 0 0 0,0-1 1 0 0,0 0-1 0 0,1 1 0 0 0,-1-1 0 0 0,0 1 0 0 0,0-1 0 0 0,0 0 0 0 0,0 1 0 0 0,0-1 0 0 0,0 1 0 0 0,0-1 0 0 0,0 0 0 0 0,0 1 0 0 0,0-1 0 0 0,0 1 0 0 0,0-1 0 0 0,-1 0 0 0 0,1 1 0 0 0,0-1 0 0 0,0 1 0 0 0,0-1 0 0 0,0 0 1 0 0,-1 1-1 0 0,1-1 0 0 0,0 1 0 0 0,-1-1-8 0 0,1 1 0 0 0,0-1 0 0 0,-1 0 1 0 0,1 1-1 0 0,0-1 0 0 0,0 1 0 0 0,-1-1 1 0 0,1 1-1 0 0,0 0 0 0 0,0-1 0 0 0,0 1 1 0 0,0-1-1 0 0,0 1 0 0 0,0-1 0 0 0,0 1 1 0 0,0-1-1 0 0,0 1 0 0 0,0 0 0 0 0,0-1 1 0 0,0 1-1 0 0,0-1 0 0 0,0 1 0 0 0,1-1 1 0 0,-1 1-1 0 0,0-1 0 0 0,0 1 0 0 0,1-1 1 0 0,-1 1-1 0 0,0-1 0 0 0,1 1 0 0 0,-1-1 1 0 0,0 0-1 0 0,1 1 0 0 0,5 4 84 0 0,0-1-1 0 0,1-1 1 0 0,-1 1 0 0 0,1-1-1 0 0,0 0 1 0 0,0-1 0 0 0,0 1-1 0 0,0-1 1 0 0,0-1 0 0 0,0 1 0 0 0,1-1-1 0 0,-1-1 1 0 0,0 1 0 0 0,12-2-1 0 0,20 0-12 0 0,56-11-1 0 0,-74 9-40 0 0,35-7-101 0 0,0-1 1 0 0,103-38 0 0 0,-124 35-734 0 0,0-1-1 0 0,-1-2 1 0 0,-1-1 0 0 0,0-2-1 0 0,40-33 1 0 0,-66 48 202 0 0,0-1 1 0 0,-1 0 0 0 0,0-1-1 0 0,-1 1 1 0 0,1-1 0 0 0,-1 0-1 0 0,-1-1 1 0 0,7-11 0 0 0,1-4-2200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4.3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56 3884 0 0,'2'-25'885'0'0,"-1"20"665"0"0,-1 1-926 0 0,0-14-99 0 0,0 14 3011 0 0,0 9-3404 0 0,0 20 444 0 0,0-1 0 0 0,-8 50 1 0 0,7-70-335 0 0,-1 5 88 0 0,0 0 1 0 0,0-1 0 0 0,-1 1 0 0 0,0-1 0 0 0,-7 13 0 0 0,9-18 205 0 0,0-3-534 0 0,0-1 0 0 0,1 1 1 0 0,-1-1-1 0 0,1 0 0 0 0,-1 1 0 0 0,1-1 0 0 0,-1 1 0 0 0,1-1 0 0 0,-1 0 1 0 0,1 1-1 0 0,0-1 0 0 0,-1 0 0 0 0,1 0 0 0 0,0 1 0 0 0,-1-1 1 0 0,1 0-1 0 0,0 0 0 0 0,0 1 0 0 0,0-1 0 0 0,0 0 0 0 0,0 0 0 0 0,0 0 1 0 0,0 1-1 0 0,0-1 0 0 0,0 0 0 0 0,0 0 0 0 0,0 0 0 0 0,1 1 1 0 0,-1-1-1 0 0,1-1 0 0 0,2-17 13 0 0,0 9-19 0 0,1 1 1 0 0,0 0-1 0 0,0 0 0 0 0,1 0 1 0 0,0 0-1 0 0,1 1 0 0 0,11-14 1 0 0,-12 17 16 0 0,0 0-1 0 0,0 0 1 0 0,1 1 0 0 0,-1-1 0 0 0,1 1 0 0 0,0 1-1 0 0,1-1 1 0 0,10-4 0 0 0,-8 4-5 0 0,-5 3-10 0 0,-1-1-1 0 0,2 0 1 0 0,-1 1 0 0 0,0 0-1 0 0,0 0 1 0 0,0 0 0 0 0,1 0-1 0 0,-1 1 1 0 0,0-1 0 0 0,1 1-1 0 0,-1 1 1 0 0,0-1 0 0 0,1 0-1 0 0,-1 1 1 0 0,0 0 0 0 0,0 0-1 0 0,1 0 1 0 0,-1 1 0 0 0,0-1-1 0 0,0 1 1 0 0,0 0 0 0 0,-1 0-1 0 0,1 0 1 0 0,0 1 0 0 0,-1-1-1 0 0,5 5 1 0 0,-3-2-40 0 0,0 0 1 0 0,-1 0-1 0 0,1 1 1 0 0,-1-1 0 0 0,0 1-1 0 0,-1 0 1 0 0,1 0-1 0 0,-1 1 1 0 0,-1-1-1 0 0,1 1 1 0 0,-1-1-1 0 0,0 1 1 0 0,0 0-1 0 0,1 13 1 0 0,-3-11-258 0 0,0 0 0 0 0,-1 0 0 0 0,1-1 0 0 0,-2 1 0 0 0,1-1 0 0 0,-1 1 0 0 0,-1-1 0 0 0,1 1 0 0 0,-7 11 0 0 0,-23 36-5655 0 0,15-33-181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5.0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 4752 0 0,'0'-13'7045'0'0,"6"22"-4290"0"0,14 42-3184 0 0,-10-25 1092 0 0,-7-18-647 0 0,8 18 2 0 0,26 47-1 0 0,-34-69-253 0 0,0 0 0 0 0,0 0 0 0 0,0-1 0 0 0,0 1 0 0 0,1-1 0 0 0,5 5 0 0 0,-5-5-66 0 0,-1 0-450 0 0,1-2-69 0 0,12 5-185 0 0,-11-5-243 0 0,-2-2-165 0 0,1 1 947 0 0,13-5-2753 0 0,-2-3-694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5.2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108 1 3960 0 0,'0'0'5226'0'0,"-3"2"-4758"0"0,-2 3-346 0 0,1 1 0 0 0,0-1 0 0 0,0 0 1 0 0,0 1-1 0 0,1 0 0 0 0,0 0 0 0 0,0 0 1 0 0,-2 8-1 0 0,-20 62 201 0 0,18-54-200 0 0,-30 120-2170 0 0,37-138 1524 0 0,0 0-1363 0 0,0-1 1499 0 0,0 16-2459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5.6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1 203 2848 0 0,'0'0'1247'0'0,"3"-2"-179"0"0,31-11 2564 0 0,-31 12-2707 0 0,1 1-878 0 0,0-1 0 0 0,0 1 0 0 0,-1-1 0 0 0,1 0 1 0 0,0 0-1 0 0,-1 0 0 0 0,1-1 0 0 0,-1 1 0 0 0,1-1 1 0 0,-1 0-1 0 0,5-3 0 0 0,32-30 8 0 0,-25 22 3 0 0,-8 7 30 0 0,0-1 0 0 0,0 0 0 0 0,-1 0 0 0 0,0 0 0 0 0,0-1 0 0 0,-1 1 1 0 0,0-1-1 0 0,5-10 0 0 0,-9 15-7 0 0,3-17 37 0 0,-3 17-79 0 0,-2 2-36 0 0,1 0 0 0 0,0 0 0 0 0,0 0-1 0 0,-1 0 1 0 0,1 0 0 0 0,-1 0 0 0 0,1 0 0 0 0,-1 0 0 0 0,1 0 0 0 0,-1 0 0 0 0,1 0 0 0 0,-1 1 0 0 0,0-1 0 0 0,0 0 0 0 0,1 0 0 0 0,-1 1 0 0 0,0-1 0 0 0,0 0 0 0 0,0 1 0 0 0,0-1-1 0 0,-1 0 1 0 0,-14 0 19 0 0,15 0-20 0 0,-1 1 0 0 0,1 0 0 0 0,0 0 0 0 0,-1 0-1 0 0,1 1 1 0 0,0-1 0 0 0,-1 0 0 0 0,1 0 0 0 0,0 1 0 0 0,0-1 0 0 0,-1 0 0 0 0,1 1 0 0 0,0 0 0 0 0,0-1 0 0 0,0 1 0 0 0,0 0 0 0 0,0-1 0 0 0,-2 3 0 0 0,1-2 13 0 0,-2 2 24 0 0,0-1-1 0 0,0 0 1 0 0,0 1-1 0 0,0 0 0 0 0,1 0 1 0 0,-1 0-1 0 0,1 1 1 0 0,0-1-1 0 0,0 1 0 0 0,0-1 1 0 0,-4 8-1 0 0,-14 36 348 0 0,18-42-333 0 0,1 3 11 0 0,-1 0 0 0 0,1 0 0 0 0,0 0 0 0 0,1 0 0 0 0,0 1 0 0 0,0-1 0 0 0,1 0 0 0 0,0 0 0 0 0,0 1 0 0 0,1-1-1 0 0,0 0 1 0 0,4 15 0 0 0,-3-20-95 0 0,-1 1-1 0 0,0-1 0 0 0,0 0 1 0 0,1 0-1 0 0,0 0 0 0 0,0 0 1 0 0,0 0-1 0 0,0 0 0 0 0,0 0 1 0 0,0-1-1 0 0,1 1 0 0 0,-1-1 1 0 0,1 0-1 0 0,0 0 0 0 0,0 0 1 0 0,0 0-1 0 0,0 0 0 0 0,0 0 1 0 0,0-1-1 0 0,0 0 0 0 0,0 1 1 0 0,1-1-1 0 0,-1 0 0 0 0,5 0 1 0 0,3 0-619 0 0,0-2 0 0 0,0 1 0 0 0,0-1 0 0 0,0-1 0 0 0,-1 0 0 0 0,1 0 0 0 0,0-1 0 0 0,-1-1 0 0 0,0 1 0 0 0,0-2 0 0 0,0 1 0 0 0,0-2 0 0 0,16-10 0 0 0,-10 4-2718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6.2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0 144 2268 0 0,'0'0'1324'0'0,"1"-4"-212"0"0,-1 2-906 0 0,1 0-1 0 0,0 0 1 0 0,-1 0-1 0 0,1 1 0 0 0,0-1 1 0 0,0 0-1 0 0,0 0 1 0 0,0 1-1 0 0,0-1 0 0 0,0 1 1 0 0,1-1-1 0 0,-1 1 1 0 0,0-1-1 0 0,1 1 0 0 0,1-1 1 0 0,0 0 162 0 0,1 4-210 0 0,3 2-32 0 0,0 0 1 0 0,0 0 0 0 0,-1 0-1 0 0,1 1 1 0 0,-1 0 0 0 0,0 1 0 0 0,9 10-1 0 0,-9-8 12 0 0,-1 1-1 0 0,0 0 1 0 0,0 0 0 0 0,-1 0-1 0 0,0 0 1 0 0,-1 0-1 0 0,4 18 1 0 0,-6-23 71 0 0,-2 2 31 0 0,-1 3 19 0 0,0 0-1 0 0,0 0 1 0 0,-1 0 0 0 0,-6 15 0 0 0,7-22 11 0 0,2-1-254 0 0,0-1-1 0 0,0 1 0 0 0,0 0 0 0 0,0-1 0 0 0,-1 1 1 0 0,1-1-1 0 0,0 1 0 0 0,0 0 0 0 0,-1-1 0 0 0,1 1 1 0 0,0-1-1 0 0,-1 1 0 0 0,1-1 0 0 0,-1 1 0 0 0,1-1 0 0 0,0 0 1 0 0,-1 1-1 0 0,1-1 0 0 0,-2 1 0 0 0,-5 7 1165 0 0,2-9-1026 0 0,4 1-148 0 0,1 0-1 0 0,-1 0 1 0 0,0 0-1 0 0,0-1 0 0 0,1 1 1 0 0,-1 0-1 0 0,0 0 1 0 0,1 0-1 0 0,-1-1 0 0 0,0 1 1 0 0,1 0-1 0 0,-1-1 1 0 0,0 1-1 0 0,1 0 1 0 0,-1-1-1 0 0,1 1 0 0 0,-1-1 1 0 0,1 1-1 0 0,-1-1 1 0 0,1 1-1 0 0,-1-1 1 0 0,1 0-1 0 0,-1 1 0 0 0,1-1 1 0 0,0 0-1 0 0,-1 0 1 0 0,4-8-94 0 0,0 1 0 0 0,0 0-1 0 0,1 0 1 0 0,0 0 0 0 0,1 0 0 0 0,0 1 0 0 0,0-1 0 0 0,0 1 0 0 0,1 0 0 0 0,0 1 0 0 0,1 0 0 0 0,7-7 0 0 0,19-13-950 0 0,48-30 1 0 0,-36 27 148 0 0,103-83-742 0 0,-145 109 3554 0 0,-7 4-1887 0 0,1 0-1 0 0,-1 0 1 0 0,1 0-1 0 0,0 1 1 0 0,-1-1-1 0 0,1 1 1 0 0,0 0-1 0 0,0 0 1 0 0,0 0-1 0 0,-4 3 1 0 0,-31 30 295 0 0,28-22-198 0 0,1 1-1 0 0,-10 21 1 0 0,17-32-57 0 0,2 2-8 0 0,0 0-53 0 0,0-1 0 0 0,0 0-1 0 0,0 0 1 0 0,1 0 0 0 0,-1 0-1 0 0,1 0 1 0 0,0 0-1 0 0,0 0 1 0 0,1 0 0 0 0,-1 0-1 0 0,1 0 1 0 0,0-1 0 0 0,0 1-1 0 0,0-1 1 0 0,0 1-1 0 0,6 5 1 0 0,46 36 85 0 0,-36-32-27 0 0,-1 1-1 0 0,17 18 0 0 0,-33-30-53 0 0,0 0 0 0 0,1-1 0 0 0,-1 2 0 0 0,0-1-1 0 0,0 0 1 0 0,-1 0 0 0 0,1 0 0 0 0,0 0 0 0 0,-1 1-1 0 0,1-1 1 0 0,-1 0 0 0 0,0 0 0 0 0,0 1-1 0 0,0-1 1 0 0,0 0 0 0 0,0 1 0 0 0,0-1 0 0 0,-1 0-1 0 0,1 1 1 0 0,-1-1 0 0 0,1 0 0 0 0,-1 0 0 0 0,0 0-1 0 0,0 0 1 0 0,0 1 0 0 0,0-1 0 0 0,-3 3 0 0 0,0 0-70 0 0,-1 1 0 0 0,0-1 0 0 0,-1 0 0 0 0,1 0 1 0 0,-1-1-1 0 0,0 0 0 0 0,0 0 0 0 0,0 0 0 0 0,-1-1 1 0 0,1 0-1 0 0,-12 4 0 0 0,15-6-281 0 0,1 0 0 0 0,-1 0 0 0 0,1-1 0 0 0,-1 1 0 0 0,0-1-1 0 0,1 1 1 0 0,-1-1 0 0 0,1 0 0 0 0,-1 0 0 0 0,0 0 0 0 0,1-1 0 0 0,-1 1 0 0 0,0-1-1 0 0,-4-1 1 0 0,4 1 298 0 0,-1 0-2657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6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1 158 3404 0 0,'0'0'3847'0'0,"3"1"-3241"0"0,12 2-34 0 0,-12-3 1322 0 0,2 1-1669 0 0,11 3 157 0 0,-12-3 8 0 0,1-1-38 0 0,10-1-224 0 0,1-1 0 0 0,-1 0-1 0 0,1-1 1 0 0,-1 0-1 0 0,0-1 1 0 0,0-1 0 0 0,0 0-1 0 0,-1-1 1 0 0,0-1 0 0 0,0 0-1 0 0,0-1 1 0 0,-1-1-1 0 0,0 0 1 0 0,13-12 0 0 0,-23 18-68 0 0,0-1 1 0 0,0 1-1 0 0,0 0 1 0 0,0-1 0 0 0,-1 0-1 0 0,1 1 1 0 0,2-7-1 0 0,-3 6-56 0 0,-1 1 60 0 0,-1-1-53 0 0,-2-12 49 0 0,2 12 130 0 0,-10 0-226 0 0,10 3 33 0 0,-1 1 1 0 0,1-1-1 0 0,-1 1 1 0 0,1-1-1 0 0,-1 1 1 0 0,1 0 0 0 0,-1-1-1 0 0,1 1 1 0 0,-1 0-1 0 0,0-1 1 0 0,1 1-1 0 0,-1 0 1 0 0,1 0 0 0 0,-1-1-1 0 0,0 1 1 0 0,1 0-1 0 0,-1 0 1 0 0,0 0-1 0 0,1 0 1 0 0,-1 0 0 0 0,0 0-1 0 0,1 0 1 0 0,-2 0-1 0 0,-10 1 24 0 0,0 0 0 0 0,0 0 0 0 0,1 1 0 0 0,-1 1 0 0 0,0 0 0 0 0,1 0 0 0 0,0 1 0 0 0,0 1 0 0 0,0 0 0 0 0,0 0 0 0 0,1 1 0 0 0,0 0 0 0 0,0 1 0 0 0,1 0 1 0 0,-1 1-1 0 0,2 0 0 0 0,-1 0 0 0 0,1 1 0 0 0,0 0 0 0 0,1 0 0 0 0,0 1 0 0 0,1 0 0 0 0,0 0 0 0 0,0 1 0 0 0,1 0 0 0 0,0 0 0 0 0,1 0 0 0 0,-4 19 0 0 0,7-26 1 0 0,1-1 0 0 0,0 0 0 0 0,0 1 0 0 0,0-1 0 0 0,1 0 0 0 0,-1 0 0 0 0,1 1 1 0 0,0-1-1 0 0,0 0 0 0 0,0 0 0 0 0,0 0 0 0 0,0 0 0 0 0,1 0 0 0 0,-1 0 0 0 0,3 3 0 0 0,-2-3 26 0 0,0 0-33 0 0,0 0-1 0 0,0-1 1 0 0,0 1-1 0 0,0-1 1 0 0,1 1 0 0 0,-1-1-1 0 0,1 0 1 0 0,-1 0-1 0 0,1 0 1 0 0,0 0 0 0 0,0-1-1 0 0,0 1 1 0 0,0-1-1 0 0,0 1 1 0 0,6 0 0 0 0,-6-1-6 0 0,2 1-127 0 0,1-1-1 0 0,0 0 0 0 0,-1 0 0 0 0,1 0 0 0 0,0-1 0 0 0,0 0 0 0 0,-1 0 1 0 0,1 0-1 0 0,0-1 0 0 0,0 0 0 0 0,8-3 0 0 0,-5 3 4 0 0,16-5-1248 0 0,-1-1 1 0 0,0 0 0 0 0,0-2-1 0 0,-1-1 1 0 0,38-21-1 0 0,-56 28 788 0 0,26-13-4653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7.9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350 632 4436 0 0,'4'-32'5995'0'0,"-4"23"-6098"0"0,0 5 1043 0 0,-10-1-456 0 0,10 5-472 0 0,0-1-1 0 0,-1 1 1 0 0,1-1 0 0 0,-1 1-1 0 0,1 0 1 0 0,-1-1-1 0 0,1 1 1 0 0,-1 0 0 0 0,1 0-1 0 0,-1-1 1 0 0,1 1 0 0 0,-1 0-1 0 0,1 0 1 0 0,-1-1-1 0 0,1 1 1 0 0,-1 0 0 0 0,0 0-1 0 0,1 0 1 0 0,-1 0 0 0 0,1 0-1 0 0,-1 0 1 0 0,1 0-1 0 0,-1 0 1 0 0,0 0 0 0 0,1 0-1 0 0,-1 1 1 0 0,1-1-1 0 0,-2 0 1 0 0,-14 5 86 0 0,1 0 1 0 0,-1 1-1 0 0,1 1 0 0 0,1 1 1 0 0,-1 0-1 0 0,1 0 0 0 0,0 1 1 0 0,-19 18-1 0 0,7-4 135 0 0,0 1 0 0 0,2 2-1 0 0,-22 29 1 0 0,39-46-189 0 0,0 0-1 0 0,1 0 1 0 0,0 1 0 0 0,1 0-1 0 0,0 0 1 0 0,1 0-1 0 0,-1 0 1 0 0,-3 17-1 0 0,8-26-46 0 0,0 0-1 0 0,0-1 1 0 0,0 1-1 0 0,0 0 0 0 0,-1 0 1 0 0,1 0-1 0 0,0 0 1 0 0,0 0-1 0 0,1-1 1 0 0,-1 1-1 0 0,0 0 1 0 0,0 0-1 0 0,0 0 0 0 0,0 0 1 0 0,1-1-1 0 0,-1 1 1 0 0,0 0-1 0 0,1 0 1 0 0,-1-1-1 0 0,1 1 0 0 0,-1 0 1 0 0,1-1-1 0 0,-1 1 1 0 0,1 0-1 0 0,-1-1 1 0 0,1 1-1 0 0,0-1 0 0 0,-1 1 1 0 0,1-1-1 0 0,0 1 1 0 0,-1-1-1 0 0,1 1 1 0 0,0-1-1 0 0,0 0 1 0 0,0 1-1 0 0,-1-1 0 0 0,1 0 1 0 0,0 0-1 0 0,0 0 1 0 0,0 1-1 0 0,0-1 1 0 0,-1 0-1 0 0,1 0 0 0 0,0 0 1 0 0,1-1-1 0 0,35-4-548 0 0,-16-3 342 0 0,-1 0 1 0 0,0-2 0 0 0,0 0 0 0 0,-1-1 0 0 0,-1-1 0 0 0,18-14 0 0 0,2-5-42 0 0,52-56 0 0 0,-69 64 286 0 0,-1-1-1 0 0,-2-1 1 0 0,0-1 0 0 0,-1 0-1 0 0,-2-1 1 0 0,-1-1 0 0 0,-1 0-1 0 0,-2-1 1 0 0,0 0 0 0 0,-2-1-1 0 0,-1 0 1 0 0,-2 0 0 0 0,-1-1-1 0 0,-1 1 1 0 0,-2-1 0 0 0,0 0-1 0 0,-6-55 1 0 0,3 84-25 0 0,1-13 94 0 0,-1 0 0 0 0,-1 1 1 0 0,0-1-1 0 0,-1 1 1 0 0,-1 0-1 0 0,0 0 0 0 0,-11-25 1 0 0,13 36 34 0 0,-3 4-64 0 0,1 2-52 0 0,-1-1 1 0 0,1 1 0 0 0,0 0-1 0 0,0 0 1 0 0,0 1-1 0 0,0-1 1 0 0,1 1-1 0 0,0 0 1 0 0,-1 0-1 0 0,1 0 1 0 0,1 0-1 0 0,-1 0 1 0 0,0 1 0 0 0,1-1-1 0 0,0 1 1 0 0,0 0-1 0 0,1 0 1 0 0,-2 4-1 0 0,-6 21 88 0 0,-7 55-1 0 0,12-62-81 0 0,-6 42 53 0 0,3 0 0 0 0,1 92 0 0 0,7-114-309 0 0,2 1 0 0 0,3-1 0 0 0,1 0 0 0 0,19 66 0 0 0,-24-102 14 0 0,1 1 0 0 0,0-1 0 0 0,0 0 0 0 0,0 0 1 0 0,9 12-1 0 0,-10-16-2 0 0,1 0 1 0 0,-1 0-1 0 0,1-1 1 0 0,0 1-1 0 0,0-1 1 0 0,0 1-1 0 0,1-1 1 0 0,-1 0-1 0 0,1 0 1 0 0,-1 0-1 0 0,1-1 1 0 0,4 2-1 0 0,-4-2-120 0 0,1-1 0 0 0,-1 1 0 0 0,0-1 0 0 0,0 0 0 0 0,0-1 0 0 0,0 1 0 0 0,0-1 0 0 0,0 1 0 0 0,0-1 0 0 0,0-1 0 0 0,0 1 0 0 0,-1 0 0 0 0,1-1 0 0 0,4-2 0 0 0,-3 2-72 0 0,19-11-3161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8.3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12 3144 0 0,'0'0'3067'0'0,"-2"-2"-2388"0"0,1 1-622 0 0,0 0 0 0 0,0 0-1 0 0,1 1 1 0 0,-1-1 0 0 0,0 0 0 0 0,0 1-1 0 0,0-1 1 0 0,0 1 0 0 0,0-1 0 0 0,0 1 0 0 0,0-1-1 0 0,0 1 1 0 0,0-1 0 0 0,0 1 0 0 0,0 0 0 0 0,0 0-1 0 0,0-1 1 0 0,0 1 0 0 0,0 0 0 0 0,0 0 0 0 0,0 0-1 0 0,0 0 1 0 0,0 0 0 0 0,-1 1 0 0 0,1-1-1 0 0,0 0 1 0 0,0 0 0 0 0,0 1 0 0 0,0-1 0 0 0,0 1-1 0 0,0-1 1 0 0,0 1 0 0 0,0-1 0 0 0,1 1 0 0 0,-1-1-1 0 0,0 1 1 0 0,0 0 0 0 0,0 0 0 0 0,0 0 0 0 0,-8 6 76 0 0,1 0 1 0 0,0 0-1 0 0,1 0 1 0 0,0 1 0 0 0,0 1-1 0 0,1-1 1 0 0,0 1 0 0 0,0 0-1 0 0,1 0 1 0 0,0 1 0 0 0,0-1-1 0 0,1 1 1 0 0,1 0 0 0 0,0 0-1 0 0,0 1 1 0 0,-1 12 0 0 0,2-7-76 0 0,1-12-7 0 0,2 2 5 0 0,-1-4-47 0 0,8 27 106 0 0,-8-27-112 0 0,1-1 1 0 0,-1 0-1 0 0,1 0 0 0 0,0 1 0 0 0,0-1 1 0 0,0 0-1 0 0,-1 0 0 0 0,1 0 0 0 0,0 0 1 0 0,1 0-1 0 0,-1 0 0 0 0,0 0 0 0 0,0 0 1 0 0,0-1-1 0 0,0 1 0 0 0,1 0 0 0 0,-1-1 1 0 0,0 1-1 0 0,1-1 0 0 0,-1 1 0 0 0,0-1 1 0 0,1 1-1 0 0,1-1 0 0 0,9 0 25 0 0,0-1 0 0 0,0-1 0 0 0,0 0 1 0 0,0 0-1 0 0,-1-1 0 0 0,1 0 0 0 0,-1-1 0 0 0,0-1 0 0 0,0 0 0 0 0,0 0 0 0 0,-1-1 1 0 0,1 0-1 0 0,-2-1 0 0 0,1 0 0 0 0,-1-1 0 0 0,17-16 0 0 0,-21 18 84 0 0,0 0 1 0 0,0 0-1 0 0,0 0 1 0 0,0-1-1 0 0,-1 1 0 0 0,0-1 1 0 0,-1 0-1 0 0,1 0 0 0 0,2-11 1 0 0,-5 15-97 0 0,-2-2-140 0 0,1 2 20 0 0,-1 1 0 0 0,0-1 0 0 0,0 1 0 0 0,0-1 1 0 0,0 1-1 0 0,0 0 0 0 0,-1 0 0 0 0,1-1 1 0 0,-1 1-1 0 0,-3-4 0 0 0,4 5-159 0 0,-1-1 0 0 0,-1 1 1 0 0,1 0-1 0 0,0-1 0 0 0,0 1 0 0 0,0 0 0 0 0,-1 0 1 0 0,1 1-1 0 0,0-1 0 0 0,-1 0 0 0 0,1 1 0 0 0,-1-1 1 0 0,1 1-1 0 0,-1 0 0 0 0,1 0 0 0 0,-1 0 0 0 0,-4 1 1 0 0,-31 2-2455 0 0,7 4-1949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8.9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219 41 3668 0 0,'-1'-22'1358'0'0,"1"18"-237"0"0,0 3-1038 0 0,0 1 1 0 0,0-1 0 0 0,-1 0-1 0 0,1 0 1 0 0,0 1 0 0 0,0-1-1 0 0,-1 1 1 0 0,1-1-1 0 0,-1 0 1 0 0,1 1 0 0 0,0-1-1 0 0,-1 1 1 0 0,1-1 0 0 0,-1 1-1 0 0,1-1 1 0 0,-1 1 0 0 0,1-1-1 0 0,-1 1 1 0 0,0-1 0 0 0,1 1-1 0 0,-1 0 1 0 0,1-1 0 0 0,-1 1-1 0 0,0 0 1 0 0,1 0 0 0 0,-1-1-1 0 0,0 1 1 0 0,0 0 0 0 0,1 0-1 0 0,-1 0 1 0 0,0 0 0 0 0,0 0-1 0 0,-21 0 699 0 0,22 0-874 0 0,-2 0 118 0 0,0 0 1 0 0,0 0-1 0 0,1 1 0 0 0,-1-1 1 0 0,0 0-1 0 0,1 1 0 0 0,-1-1 1 0 0,0 1-1 0 0,1-1 0 0 0,-1 1 0 0 0,1 0 1 0 0,-1 0-1 0 0,1 0 0 0 0,-1 0 1 0 0,1 0-1 0 0,-3 2 0 0 0,-2 2 52 0 0,-3 0 32 0 0,0 2 1 0 0,0-1 0 0 0,0 1 0 0 0,0 1 0 0 0,1 0 0 0 0,1 0 0 0 0,-1 0 0 0 0,-11 18 0 0 0,8-8 72 0 0,1 0 1 0 0,1 0 0 0 0,-12 32-1 0 0,20-45-157 0 0,0 0 0 0 0,0 0 0 0 0,0 1 0 0 0,1-1 0 0 0,0 0 0 0 0,0 0 0 0 0,0 1 0 0 0,0-1 0 0 0,2 7 0 0 0,-1-9-18 0 0,0 0 0 0 0,1 0 0 0 0,-1 0 0 0 0,0 0 1 0 0,1 0-1 0 0,0-1 0 0 0,-1 1 0 0 0,1 0 0 0 0,0-1 0 0 0,0 1 1 0 0,1-1-1 0 0,-1 0 0 0 0,0 0 0 0 0,1 0 0 0 0,-1 0 0 0 0,5 2 1 0 0,-5-3-9 0 0,-1 1 1 0 0,1-1 0 0 0,-1 0-1 0 0,1 0 1 0 0,-1 0 0 0 0,1 0-1 0 0,0 0 1 0 0,-1 0 0 0 0,1-1-1 0 0,0 1 1 0 0,0-1 0 0 0,-1 1 0 0 0,1-1-1 0 0,0 1 1 0 0,3-1 0 0 0,1 1-3 0 0,8 1-96 0 0,0-1 1 0 0,1 0-1 0 0,-1 0 1 0 0,0-2-1 0 0,0 0 0 0 0,0 0 1 0 0,1-1-1 0 0,24-8 1 0 0,-16 4-829 0 0,41-17 0 0 0,-10-6-4026 0 0,-38 18 412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8:59.6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11 3760 0 0,'8'-2'5661'0'0,"-8"13"-3222"0"0,-14 31-2522 0 0,4-10 606 0 0,6-6-396 0 0,4-21-71 0 0,0 0-8 0 0,1 3-19 0 0,0-1 1 0 0,1 1-1 0 0,0-1 0 0 0,3 9 0 0 0,-3-12-7 0 0,1-1-11 0 0,1-1-49 0 0,-1 0 1 0 0,0-1 0 0 0,1 1-1 0 0,-1-1 1 0 0,1 0-1 0 0,0 0 1 0 0,-1 0 0 0 0,1 0-1 0 0,0 0 1 0 0,0-1-1 0 0,-1 0 1 0 0,1 0-1 0 0,0 0 1 0 0,0 0 0 0 0,0 0-1 0 0,-1-1 1 0 0,6-1-1 0 0,-1 0 8 0 0,0-1-1 0 0,0 1 1 0 0,-1-2-1 0 0,1 1 1 0 0,-1-1-1 0 0,1 0 1 0 0,-1-1-1 0 0,-1 1 0 0 0,1-1 1 0 0,-1-1-1 0 0,10-9 1 0 0,1-7 28 0 0,-9 9 2 0 0,-5 0 16 0 0,6-26 262 0 0,-8 35-128 0 0,0 0 24 0 0,2-14-8 0 0,-3 13 305 0 0,1 1-335 0 0,-1 3-168 0 0,0-12 449 0 0,-6 23 300 0 0,4-7-608 0 0,2 1-32 0 0,-1 13-19 0 0,1-12-3 0 0,0 0 4 0 0,0 7-9 0 0,1 0-1 0 0,1 0 1 0 0,-1-1 0 0 0,2 1 0 0 0,7 21 0 0 0,-8-29-209 0 0,-2-3 116 0 0,1 0 0 0 0,0 1-1 0 0,-1-1 1 0 0,1 0-1 0 0,0 1 1 0 0,0-1 0 0 0,0 0-1 0 0,0 0 1 0 0,0 0-1 0 0,0 0 1 0 0,3 2 0 0 0,-4-2-12 0 0,3 2-357 0 0,0-1-77 0 0,1 0 154 0 0,0-1 0 0 0,0 1 1 0 0,0-1-1 0 0,0 0 0 0 0,1 0 0 0 0,-1 0 0 0 0,0-1 0 0 0,0 1 1 0 0,1-1-1 0 0,-1 0 0 0 0,0 0 0 0 0,1-1 0 0 0,-1 1 0 0 0,0-1 0 0 0,0 0 1 0 0,0 0-1 0 0,0 0 0 0 0,1-1 0 0 0,-2 0 0 0 0,9-3 0 0 0,-6 1-1927 0 0,9-8-1587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1.3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48 3088 0 0,'0'0'4059'0'0,"1"-3"-3119"0"0,-1 2-851 0 0,0 0 1 0 0,1 0-1 0 0,-1 0 1 0 0,0 0 0 0 0,1 1-1 0 0,-1-1 1 0 0,0 0-1 0 0,1 0 1 0 0,-1 1-1 0 0,1-1 1 0 0,-1 0 0 0 0,1 1-1 0 0,-1-1 1 0 0,1 1-1 0 0,0-1 1 0 0,-1 1-1 0 0,1-1 1 0 0,0 1 0 0 0,-1-1-1 0 0,1 1 1 0 0,0-1-1 0 0,0 1 1 0 0,0 0-1 0 0,-1 0 1 0 0,1-1 0 0 0,0 1-1 0 0,0 0 1 0 0,0 0-1 0 0,-1 0 1 0 0,1 0-1 0 0,0 0 1 0 0,0 0 0 0 0,0 0-1 0 0,0 0 1 0 0,0 0-1 0 0,-1 0 1 0 0,2 1-1 0 0,2-1 13 0 0,2 9 93 0 0,4 1-36 0 0,-4 2-91 0 0,-2 0-1 0 0,0 0 0 0 0,0 0 1 0 0,2 16-1 0 0,-5-23-15 0 0,-1 0-32 0 0,0 15 11 0 0,0-15 161 0 0,-2 2-80 0 0,2-7-74 0 0,0 1-1 0 0,0-1 0 0 0,0 1 1 0 0,0-1-1 0 0,0 1 1 0 0,0 0-1 0 0,0-1 0 0 0,0 1 1 0 0,0-1-1 0 0,0 1 1 0 0,-1-1-1 0 0,1 1 0 0 0,0-1 1 0 0,0 1-1 0 0,0-1 1 0 0,-1 1-1 0 0,1-1 0 0 0,0 1 1 0 0,-1-1-1 0 0,1 1 0 0 0,0-1 1 0 0,-1 0-1 0 0,1 1 1 0 0,-1-1-1 0 0,1 0 0 0 0,-1 1 1 0 0,0-1-1 0 0,0 0-28 0 0,0-1 1 0 0,0 1-1 0 0,0-1 0 0 0,0 0 0 0 0,0 1 1 0 0,0-1-1 0 0,0 0 0 0 0,0 0 0 0 0,0 0 0 0 0,0 0 1 0 0,0 0-1 0 0,1 0 0 0 0,-1 0 0 0 0,0 0 0 0 0,1 0 1 0 0,-1 0-1 0 0,1 0 0 0 0,-1-1 0 0 0,1 1 1 0 0,0 0-1 0 0,-1 0 0 0 0,1-1 0 0 0,0 1 0 0 0,0 0 1 0 0,0 0-1 0 0,0-1 0 0 0,0-1 0 0 0,0-2 37 0 0,0 3-40 0 0,0 0 1 0 0,0 0 0 0 0,0 1 0 0 0,0-1 0 0 0,0 0 0 0 0,0 0-1 0 0,1 1 1 0 0,-1-1 0 0 0,1 0 0 0 0,-1 0 0 0 0,1 1-1 0 0,0-3 1 0 0,0 4 1 0 0,-1-4 0 0 0,1 0 0 0 0,0 0 0 0 0,0 0 0 0 0,0 0 0 0 0,1 0 0 0 0,-1 0 0 0 0,1 0 0 0 0,0 1 0 0 0,0-1 0 0 0,0 1 0 0 0,1-1 0 0 0,3-4 0 0 0,9-8-2 0 0,5 0-14 0 0,4 4-6 0 0,11 0 6 0 0,-28 12 4 0 0,-2 2 1 0 0,1-3 0 0 0,-1 1 0 0 0,1 1 0 0 0,-1-1-1 0 0,1 1 1 0 0,-1 0 0 0 0,1 0 0 0 0,-1 0 0 0 0,0 1 0 0 0,0 0-1 0 0,1 0 1 0 0,-1 0 0 0 0,-1 1 0 0 0,1-1 0 0 0,0 1 0 0 0,-1 1 0 0 0,1-1-1 0 0,-1 0 1 0 0,0 1 0 0 0,0 0 0 0 0,0 0 0 0 0,5 7 0 0 0,2 9 10 0 0,-10-16 10 0 0,0 1 9 0 0,2 14 2 0 0,-2-15 23 0 0,-2 1 4 0 0,-2 7 220 0 0,-1 1 1 0 0,-11 22 0 0 0,13-31 165 0 0,2-5-439 0 0,0 1 0 0 0,-1 0 0 0 0,1-1 0 0 0,0 1 0 0 0,0 0 0 0 0,0 0 0 0 0,0-1-1 0 0,-1 1 1 0 0,1 0 0 0 0,0 0 0 0 0,0 0 0 0 0,-1-1 0 0 0,1 1 0 0 0,0 0 0 0 0,0 0 0 0 0,-1 0-1 0 0,1-1 1 0 0,0 1 0 0 0,-1 0 0 0 0,1 0 0 0 0,0 0 0 0 0,-1 0 0 0 0,1 0 0 0 0,0 0 0 0 0,-1 0-1 0 0,1 0 1 0 0,0 0 0 0 0,-1 0 0 0 0,1 0 0 0 0,-1 0-1 0 0,1 0-1 0 0,-1 0 1 0 0,1 0 0 0 0,-1 0 0 0 0,1 0 0 0 0,0 0-1 0 0,-1 0 1 0 0,1 0 0 0 0,-1 0 0 0 0,1-1 0 0 0,-1 1-1 0 0,1 0 1 0 0,-1 0 0 0 0,1 0 0 0 0,0-1-1 0 0,-1 1 1 0 0,1 0 0 0 0,0 0 0 0 0,-1-1 0 0 0,1 1-1 0 0,0 0 1 0 0,-1-1 0 0 0,1 1 0 0 0,0-1-1 0 0,-1 1 1 0 0,1 0 0 0 0,0-1 0 0 0,0 1 0 0 0,0-1-1 0 0,-1 1 1 0 0,1 0 0 0 0,0-1 0 0 0,0 1 0 0 0,0-1-1 0 0,0 0 1 0 0,1-7 9 0 0,0 0 0 0 0,0 0 0 0 0,1 0 0 0 0,0 1 0 0 0,1-1 0 0 0,0 0 0 0 0,0 1 0 0 0,1 0 0 0 0,-1 0 0 0 0,2 0 0 0 0,-1 0 0 0 0,1 1 0 0 0,0 0 0 0 0,0-1 0 0 0,1 2 0 0 0,-1-1 0 0 0,1 1 0 0 0,1 0 0 0 0,-1 0 0 0 0,1 1 0 0 0,-1-1 0 0 0,2 1 0 0 0,-1 1 0 0 0,0 0 0 0 0,0 0 0 0 0,1 0 0 0 0,0 1-1 0 0,10-2 1 0 0,-12 2-12 0 0,0 1 0 0 0,0 0 0 0 0,1 1-1 0 0,-1 0 1 0 0,0 0 0 0 0,0 0-1 0 0,0 0 1 0 0,0 1 0 0 0,0 0-1 0 0,0 0 1 0 0,0 1 0 0 0,0 0-1 0 0,0 0 1 0 0,-1 0 0 0 0,1 1-1 0 0,-1 0 1 0 0,1 0 0 0 0,-1 0-1 0 0,0 0 1 0 0,7 8 0 0 0,-9-9 9 0 0,-1 1-1 0 0,0 0 1 0 0,0 0 0 0 0,0-1-1 0 0,0 2 1 0 0,0-1 0 0 0,0 0 0 0 0,-1 0-1 0 0,0 0 1 0 0,0 1 0 0 0,0-1 0 0 0,0 1-1 0 0,0-1 1 0 0,-1 1 0 0 0,1 3 0 0 0,-4 38-113 0 0,3-42 76 0 0,-2 4-229 0 0,0 1-1 0 0,0-1 0 0 0,0 0 0 0 0,-1 0 0 0 0,0 0 0 0 0,-4 7 0 0 0,-13 16-4532 0 0,18-28 3119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2.1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0 150 3448 0 0,'0'0'3192'0'0,"4"1"-2729"0"0,8-2-245 0 0,-1 1 0 0 0,0-2 0 0 0,0 1 0 0 0,0-1 0 0 0,0-1 0 0 0,0 0 0 0 0,0-1 0 0 0,-1 0 0 0 0,1 0 0 0 0,-1-1 0 0 0,0-1 0 0 0,0 1 0 0 0,-1-2 0 0 0,0 1 0 0 0,0-1-1 0 0,-1-1 1 0 0,11-11 0 0 0,-17 17-125 0 0,1 0 0 0 0,-1 0 0 0 0,-1 0 0 0 0,1 0 0 0 0,0 0 1 0 0,0-1-1 0 0,-1 1 0 0 0,0-1 0 0 0,1 1 0 0 0,-1-1 0 0 0,0 0 0 0 0,0 1 0 0 0,0-1 0 0 0,0-5 0 0 0,-1 7-86 0 0,0 0 0 0 0,-1 0 0 0 0,1 0 0 0 0,0 0 0 0 0,-1 0 0 0 0,0 0 0 0 0,1 0 0 0 0,-1 0 0 0 0,1 0 0 0 0,-1 0 0 0 0,0 0 0 0 0,0 0 0 0 0,0 0 0 0 0,1 0 0 0 0,-1 1 0 0 0,0-1 0 0 0,0 0 0 0 0,0 0 0 0 0,0 1 0 0 0,0-1 0 0 0,0 1 0 0 0,-1-1 0 0 0,1 1 0 0 0,0 0 0 0 0,0-1 0 0 0,0 1 0 0 0,0 0 0 0 0,-1 0 0 0 0,1 0 0 0 0,-1 0 0 0 0,-3-1 5 0 0,1 1 0 0 0,0-1 0 0 0,0 1-1 0 0,0 0 1 0 0,0 1 0 0 0,0-1 0 0 0,0 1 0 0 0,0 0-1 0 0,-5 1 1 0 0,-4 3 47 0 0,2 0 0 0 0,-1 1-1 0 0,0 0 1 0 0,-13 10 0 0 0,20-13-28 0 0,1 1-1 0 0,0-1 1 0 0,0 1 0 0 0,1-1-1 0 0,-1 1 1 0 0,1 0 0 0 0,0 1 0 0 0,0-1-1 0 0,0 1 1 0 0,0-1 0 0 0,1 1 0 0 0,0 0-1 0 0,0 0 1 0 0,0 0 0 0 0,-2 10 0 0 0,3-10-23 0 0,1 0 0 0 0,-1 0 1 0 0,1 0-1 0 0,0 0 1 0 0,0 0-1 0 0,0 0 1 0 0,1 0-1 0 0,0 0 0 0 0,0 0 1 0 0,0-1-1 0 0,0 1 1 0 0,1 0-1 0 0,0 0 1 0 0,0-1-1 0 0,0 1 0 0 0,0-1 1 0 0,1 0-1 0 0,0 1 1 0 0,0-1-1 0 0,0 0 1 0 0,5 4-1 0 0,-7-7-26 0 0,0 0 1 0 0,-1 0-1 0 0,1-1 1 0 0,0 1-1 0 0,0 0 1 0 0,0-1-1 0 0,0 1 1 0 0,0-1-1 0 0,0 1 0 0 0,0-1 1 0 0,0 1-1 0 0,0-1 1 0 0,0 0-1 0 0,0 0 1 0 0,2 1-1 0 0,0 0-48 0 0,0 0-222 0 0,3-1-83 0 0,3 0 15 0 0,0 0-1 0 0,1-1 1 0 0,-1-1-1 0 0,1 1 1 0 0,-1-2-1 0 0,0 1 1 0 0,0-1-1 0 0,0 0 1 0 0,-1-1-1 0 0,1 0 1 0 0,-1-1-1 0 0,0 0 0 0 0,0 0 1 0 0,0 0-1 0 0,-1-1 1 0 0,12-12-1 0 0,31-37-1615 0 0,-11 3 3725 0 0,-37 49-1250 0 0,11-18 1351 0 0,-9 16-1467 0 0,-4 4-358 0 0,0 1 1 0 0,0 0 0 0 0,1-1 0 0 0,-1 1 0 0 0,0 0 0 0 0,0-1 0 0 0,0 1 0 0 0,0 0 0 0 0,0-1 0 0 0,1 1 0 0 0,-1 0 0 0 0,0-1 0 0 0,0 1 0 0 0,1 0-1 0 0,-1-1 1 0 0,0 1 0 0 0,0 0 0 0 0,1 0 0 0 0,-1 0 0 0 0,0-1 0 0 0,1 1 0 0 0,-1 0 0 0 0,0 0 0 0 0,1 0 0 0 0,-1 0 0 0 0,0-1 0 0 0,1 1 0 0 0,-1 0-1 0 0,0 0 1 0 0,1 0 0 0 0,-1 0 0 0 0,1 0 0 0 0,-1 0 0 0 0,0 0 0 0 0,1 0 0 0 0,5 5 90 0 0,-1 1 0 0 0,-1-1 0 0 0,1 1 0 0 0,-1 0 0 0 0,0 0 0 0 0,0 1-1 0 0,-1-1 1 0 0,0 1 0 0 0,4 10 0 0 0,19 65 706 0 0,-25-79-698 0 0,2 21 150 0 0,-2-19 22 0 0,-1-1-168 0 0,-2 14-3 0 0,1-14 80 0 0,-3 2-89 0 0,4-5-100 0 0,0-1 0 0 0,0 0 0 0 0,0 1 0 0 0,0-1-1 0 0,0 0 1 0 0,-1 1 0 0 0,1-1 0 0 0,0 0 0 0 0,0 1 0 0 0,0-1 0 0 0,0 0 0 0 0,0 1 0 0 0,-1-1 0 0 0,1 0-1 0 0,0 1 1 0 0,0-1 0 0 0,-1 0 0 0 0,1 0 0 0 0,0 1 0 0 0,0-1 0 0 0,-1 0 0 0 0,1 0 0 0 0,0 1 0 0 0,-1-1-1 0 0,1 0 1 0 0,0 0 0 0 0,-1 0 0 0 0,1 0 0 0 0,0 1 0 0 0,-1-1 0 0 0,1 0 0 0 0,0 0 0 0 0,-1 0 0 0 0,1 0-1 0 0,0 0 1 0 0,-1 0 0 0 0,1 0 0 0 0,-1 0 0 0 0,1 0 0 0 0,-3-1 22 0 0,1 1-1 0 0,0-1 1 0 0,0 1 0 0 0,0-1-1 0 0,0 0 1 0 0,0 0 0 0 0,0 0-1 0 0,0 0 1 0 0,0 0 0 0 0,0 0-1 0 0,0 0 1 0 0,0-1 0 0 0,0 1-1 0 0,1-1 1 0 0,-1 1 0 0 0,1-1-1 0 0,-1 0 1 0 0,1 1 0 0 0,0-1-1 0 0,0 0 1 0 0,0 0 0 0 0,0 0-1 0 0,0 0 1 0 0,0 0 0 0 0,-1-4-1 0 0,0 1 160 0 0,2 0 14 0 0,-1-17 3 0 0,1 17-19 0 0,1-1-13 0 0,0 0-153 0 0,0 0 0 0 0,0 0 0 0 0,0 1-1 0 0,1-1 1 0 0,0 0 0 0 0,0 0 0 0 0,1 1-1 0 0,-1 0 1 0 0,1-1 0 0 0,1 1 0 0 0,-1 0 0 0 0,1 0-1 0 0,-1 1 1 0 0,1-1 0 0 0,1 1 0 0 0,-1 0 0 0 0,0 0-1 0 0,1 0 1 0 0,0 0 0 0 0,0 1 0 0 0,10-5 0 0 0,15-2-7 0 0,-23 10-22 0 0,-2 1 1 0 0,1 0-15 0 0,0 0 0 0 0,-1 0 0 0 0,1 0 0 0 0,0 1 0 0 0,-1 0 0 0 0,1 0 0 0 0,-1 0 0 0 0,0 1 0 0 0,0 0 0 0 0,0 0 0 0 0,0 0-1 0 0,0 1 1 0 0,-1-1 0 0 0,0 1 0 0 0,1 0 0 0 0,-1 1 0 0 0,-1-1 0 0 0,4 5 0 0 0,-2-2-19 0 0,-1 0 1 0 0,0 0-1 0 0,-1 0 0 0 0,0 0 0 0 0,0 1 1 0 0,-1 0-1 0 0,0-1 0 0 0,0 1 0 0 0,0 0 0 0 0,0 13 1 0 0,-2-8-249 0 0,0 1 1 0 0,-1-1 0 0 0,0 1-1 0 0,-2-1 1 0 0,-5 24 0 0 0,0-14-506 0 0,-1 0 0 0 0,0-1 0 0 0,-2 0 1 0 0,0 0-1 0 0,-2-2 0 0 0,-23 32 1 0 0,-18 9-3845 0 0,24-36-310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2.7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53 4064 0 0,'0'-4'2103'0'0,"-2"-13"-426"0"0,1 13-219 0 0,1-1-216 0 0,-1-13-279 0 0,1 13 2888 0 0,0 12-3528 0 0,46 343 1062 0 0,-6-48-4036 0 0,-28-241-197 0 0,-11-57 1826 0 0,0-1-303 0 0,6 9-312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2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0 102 4196 0 0,'0'0'3333'0'0,"22"-18"-2169"0"0,14 11-768 0 0,-10 2-108 0 0,5-1-140 0 0,7 0-180 0 0,1-3-196 0 0,3 3-176 0 0,2-3-316 0 0,0 1-412 0 0,-1 0 56 0 0,2-2-873 0 0,0 1-1995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3.8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 4192 0 0,'0'0'2705'0'0,"2"-3"-1706"0"0,9-8 2194 0 0,-10 15-2488 0 0,8 72 872 0 0,0 112 1 0 0,-5-61-1278 0 0,0-39-401 0 0,5 71-3135 0 0,-8-155 2606 0 0,7 14-1154 0 0,-6-14 450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4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2 132 3804 0 0,'0'0'1415'0'0,"-1"-5"-235"0"0,1 5-1166 0 0,0-3 161 0 0,-1-1 0 0 0,1 1 0 0 0,0 0 0 0 0,0 0 0 0 0,1 0 0 0 0,-1 0 0 0 0,1 0 0 0 0,-1 0 0 0 0,1-1 0 0 0,0 1 0 0 0,0 0 0 0 0,0 1 0 0 0,0-1 0 0 0,1 0 0 0 0,-1 0 0 0 0,1 0 0 0 0,0 1 0 0 0,0-1 0 0 0,0 1 0 0 0,3-4 0 0 0,9-2 15 0 0,0 0-1 0 0,1 1 1 0 0,-1 1 0 0 0,1 0-1 0 0,1 1 1 0 0,26-5 0 0 0,-17 5-1338 0 0,0 2 1 0 0,0 1 0 0 0,44 1 0 0 0,-65 1-1357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4.2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18 2864 0 0,'-9'4'299'0'0,"2"-1"362"0"0,1 0 0 0 0,-1 0 0 0 0,1 1 0 0 0,0 0 0 0 0,0 0 0 0 0,1 0 0 0 0,-7 6 0 0 0,17-9-373 0 0,38-1-80 0 0,1-1 1 0 0,-1-3-1 0 0,78-16 0 0 0,11 0-1731 0 0,-53 8-2850 0 0,-75 11 737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4.6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55 2780 0 0,'0'0'5903'0'0,"2"-2"-5595"0"0,-2 0-260 0 0,1 1-1 0 0,0 0 0 0 0,0 0 1 0 0,0-1-1 0 0,0 1 0 0 0,0 0 1 0 0,0 0-1 0 0,0 0 0 0 0,0 0 1 0 0,1 0-1 0 0,-1 1 0 0 0,0-1 1 0 0,0 0-1 0 0,1 0 0 0 0,-1 1 1 0 0,1-1-1 0 0,-1 1 0 0 0,0-1 0 0 0,1 1 1 0 0,-1 0-1 0 0,1 0 0 0 0,-1 0 1 0 0,1-1-1 0 0,-1 1 0 0 0,1 0 1 0 0,-1 1-1 0 0,1-1 0 0 0,1 0 1 0 0,5 1 4 0 0,-1 0 1 0 0,0 0 0 0 0,0 0 0 0 0,0 1 0 0 0,1 0-1 0 0,-1 0 1 0 0,-1 1 0 0 0,1 0 0 0 0,11 6 0 0 0,-15-7-39 0 0,1 0 0 0 0,0 1 0 0 0,-1 0 1 0 0,1-1-1 0 0,-1 1 0 0 0,0 0 0 0 0,1 1 0 0 0,-1-1 1 0 0,-1 1-1 0 0,1-1 0 0 0,4 8 0 0 0,7 23 24 0 0,-14-26-28 0 0,0-2 1 0 0,1 1 54 0 0,-1 0 0 0 0,0-1-1 0 0,0 1 1 0 0,-1 0 0 0 0,0 0 0 0 0,0 0-1 0 0,0-1 1 0 0,-1 1 0 0 0,0-1 0 0 0,0 1-1 0 0,-1-1 1 0 0,0 0 0 0 0,-4 7 0 0 0,6-10 157 0 0,-2 0-19 0 0,-8 10 20 0 0,9-10 454 0 0,-1-1-437 0 0,-9 5-12 0 0,9-5 444 0 0,1-4-558 0 0,-6-7-20 0 0,6 6-6 0 0,3-1 0 0 0,2-10-174 0 0,1 1 0 0 0,0-1 0 0 0,1 1-1 0 0,1 0 1 0 0,0 0 0 0 0,1 1 0 0 0,0 0-1 0 0,0 0 1 0 0,15-16 0 0 0,-8 11-967 0 0,1 0 1 0 0,1 2-1 0 0,0 0 1 0 0,1 1-1 0 0,24-16 0 0 0,-15 17-2632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5.5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21 123 2932 0 0,'0'0'1060'0'0,"0"4"-163"0"0,-3 14-146 0 0,2-14 732 0 0,1 0-1120 0 0,0-3-308 0 0,-1 0 1 0 0,1 1-1 0 0,0-1 0 0 0,0 0 1 0 0,0 0-1 0 0,1 1 0 0 0,-1-1 1 0 0,0 0-1 0 0,0 0 0 0 0,1 0 1 0 0,-1 1-1 0 0,0-1 0 0 0,1 0 1 0 0,0 0-1 0 0,-1 0 0 0 0,1 0 1 0 0,-1 0-1 0 0,1 0 0 0 0,0 0 1 0 0,0 0-1 0 0,0 0 0 0 0,0 0 1 0 0,0 0-1 0 0,1 0 0 0 0,0 1 93 0 0,3-3-79 0 0,11-6 6 0 0,-12 6 34 0 0,0-2-17 0 0,2-1 21 0 0,1 0 1 0 0,-1-1 0 0 0,-1 1 0 0 0,1-1 0 0 0,-1 0-1 0 0,0-1 1 0 0,0 1 0 0 0,0-1 0 0 0,-1 0 0 0 0,0-1 0 0 0,0 1-1 0 0,-1-1 1 0 0,4-7 0 0 0,-6 11-26 0 0,0-2-29 0 0,0 1-23 0 0,-1 0-1 0 0,0 0 1 0 0,0 1 0 0 0,0-1 0 0 0,-1 0 0 0 0,1 0 0 0 0,-2-6-1 0 0,0 7 31 0 0,2 2-53 0 0,-1 0 0 0 0,1 1-1 0 0,-1-1 1 0 0,0 1 0 0 0,1-1 0 0 0,-1 0-1 0 0,0 1 1 0 0,1 0 0 0 0,-1-1-1 0 0,0 1 1 0 0,0-1 0 0 0,0 1-1 0 0,1 0 1 0 0,-1 0 0 0 0,0 0 0 0 0,0-1-1 0 0,0 1 1 0 0,0 0 0 0 0,1 0-1 0 0,-1 0 1 0 0,0 0 0 0 0,0 0 0 0 0,0 0-1 0 0,0 0 1 0 0,0 1 0 0 0,1-1-1 0 0,-2 0 1 0 0,-17 3 209 0 0,13-1-164 0 0,1 1 0 0 0,0 0 0 0 0,0 0 0 0 0,0 0 0 0 0,1 0 0 0 0,-1 1 0 0 0,1 0 0 0 0,0 0 1 0 0,0 0-1 0 0,0 0 0 0 0,0 1 0 0 0,1 0 0 0 0,-1-1 0 0 0,1 1 0 0 0,-2 6 0 0 0,2-6-53 0 0,0 1 1 0 0,1-1-1 0 0,0 1 0 0 0,0 0 1 0 0,0-1-1 0 0,1 1 0 0 0,-1 0 0 0 0,2 0 1 0 0,-1 0-1 0 0,1 0 0 0 0,-1 0 0 0 0,1 0 1 0 0,1 0-1 0 0,-1 0 0 0 0,1 0 1 0 0,1-1-1 0 0,-1 1 0 0 0,1 0 0 0 0,0 0 1 0 0,3 6-1 0 0,-4-10-61 0 0,1 1 0 0 0,0 0 0 0 0,0-1 0 0 0,0 0 0 0 0,1 1 0 0 0,-1-1 0 0 0,1 0 0 0 0,-1 0 0 0 0,1 0 0 0 0,0-1 0 0 0,-1 1 1 0 0,1-1-1 0 0,0 1 0 0 0,6 1 0 0 0,-6-2 13 0 0,8 2-305 0 0,0 0 1 0 0,1-1-1 0 0,-1 0 1 0 0,1-1-1 0 0,0-1 0 0 0,-1 0 1 0 0,1 0-1 0 0,-1-1 1 0 0,20-3-1 0 0,-10-1-128 0 0,0 0-1 0 0,-1-1 0 0 0,0-1 1 0 0,0-1-1 0 0,0 0 1 0 0,-1-2-1 0 0,0 0 1 0 0,19-15-1 0 0,-12 7 1201 0 0,-1-2 0 0 0,-1-1 1 0 0,-1-1-1 0 0,33-41 0 0 0,-55 62-629 0 0,0 0 0 0 0,0 0 0 0 0,0 0 0 0 0,-1 0 0 0 0,1-1-1 0 0,0 1 1 0 0,-1 0 0 0 0,1 0 0 0 0,0 0 0 0 0,-1-1 0 0 0,1 1 0 0 0,-1 0 0 0 0,0-1 0 0 0,0 1-1 0 0,1 0 1 0 0,-1-1 0 0 0,0 1 0 0 0,0-1 0 0 0,0 1 0 0 0,0 0 0 0 0,0-1 0 0 0,-1 1 0 0 0,1 0-1 0 0,0-1 1 0 0,-2-1 0 0 0,2 1-219 0 0,-1-2 497 0 0,-5 5-186 0 0,-2 0-118 0 0,0 1 0 0 0,0 0 0 0 0,0 1 1 0 0,0 0-1 0 0,0 0 0 0 0,1 0 0 0 0,0 1 0 0 0,-1 0 0 0 0,-10 9 0 0 0,6-3 20 0 0,1 0-1 0 0,0 1 1 0 0,0 1-1 0 0,1 0 0 0 0,0 0 1 0 0,1 1-1 0 0,1 0 1 0 0,0 1-1 0 0,1-1 0 0 0,0 2 1 0 0,1-1-1 0 0,1 1 1 0 0,0 0-1 0 0,-3 17 1 0 0,7-28-75 0 0,1 0 1 0 0,1 14 11 0 0,0-14 1 0 0,9 10-6 0 0,-9-12-18 0 0,1 1-7 0 0,2-2-18 0 0,12 4-30 0 0,-14-5 51 0 0,-1 1 0 0 0,1-1 0 0 0,-1 0 0 0 0,1 0 0 0 0,-1 1 0 0 0,0-1 0 0 0,1 0 0 0 0,-1 0 0 0 0,1-1 0 0 0,-1 1 0 0 0,1 0 0 0 0,-1 0 1 0 0,1-1-1 0 0,-1 1 0 0 0,1-1 0 0 0,1 0 0 0 0,1-1 2 0 0,3 1 21 0 0,0-1 1 0 0,-1 0-1 0 0,1-1 0 0 0,-1 0 1 0 0,1 0-1 0 0,-1 0 1 0 0,0 0-1 0 0,0-1 0 0 0,-1 0 1 0 0,1-1-1 0 0,6-6 1 0 0,42-32 939 0 0,-51 41-832 0 0,-2 1-108 0 0,-1 0 0 0 0,1 0 0 0 0,0 0 0 0 0,0 1 0 0 0,-1-1 0 0 0,1 0 0 0 0,0 1 0 0 0,0-1 0 0 0,0 1 0 0 0,0-1 0 0 0,0 1 0 0 0,0-1 0 0 0,0 1 0 0 0,0 0 0 0 0,0-1 0 0 0,0 1 0 0 0,2 0 0 0 0,-2 1-21 0 0,0-1 0 0 0,-1 1-1 0 0,1-1 1 0 0,0 1 0 0 0,-1-1-1 0 0,1 1 1 0 0,-1-1 0 0 0,1 1-1 0 0,-1 0 1 0 0,1-1 0 0 0,-1 1-1 0 0,0-1 1 0 0,1 1 0 0 0,-1 0-1 0 0,0 0 1 0 0,1-1 0 0 0,-1 1-1 0 0,0 0 1 0 0,0 0 0 0 0,0-1-1 0 0,1 1 1 0 0,-1 0 0 0 0,0 1-1 0 0,1 39 23 0 0,-1 0-1 0 0,-2 0 0 0 0,-11 67 0 0 0,5-56-9 0 0,-44 214 477 0 0,51-262-419 0 0,-6 14 175 0 0,7-35-449 0 0,1 0-1 0 0,1 0 1 0 0,0 1-1 0 0,1-1 1 0 0,1 1-1 0 0,1 0 1 0 0,0 0-1 0 0,1 0 1 0 0,9-15 0 0 0,10-18-2116 0 0,45-66 0 0 0,-25 50-2001 0 0,-21 34-310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6.3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0 3112 0 0,'0'0'7183'0'0,"-2"3"-6696"0"0,-8 34 851 0 0,10-33-1087 0 0,0 1-46 0 0,1 19 78 0 0,2-1 0 0 0,0 1 0 0 0,8 23-1 0 0,-10-43-233 0 0,0-2-39 0 0,0 0-1 0 0,1 1 1 0 0,-1-1-1 0 0,1 0 1 0 0,-1 0 0 0 0,1 0-1 0 0,0 0 1 0 0,0 0 0 0 0,0 0-1 0 0,0-1 1 0 0,0 1-1 0 0,0-1 1 0 0,1 1 0 0 0,-1-1-1 0 0,0 0 1 0 0,1 0 0 0 0,3 1-1 0 0,-4-2-10 0 0,5 1-19 0 0,0-1-1 0 0,-1 0 0 0 0,1-1 0 0 0,0 0 0 0 0,-1 0 1 0 0,1 0-1 0 0,-1-1 0 0 0,1 0 0 0 0,-1 0 0 0 0,0 0 0 0 0,7-5 1 0 0,-3 1 20 0 0,0 0 1 0 0,0-1 0 0 0,-1 0 0 0 0,0-1-1 0 0,-1 0 1 0 0,0 0 0 0 0,0-1 0 0 0,-1 0 0 0 0,0-1-1 0 0,0 1 1 0 0,5-12 0 0 0,-6 8-31 0 0,0 0 1 0 0,-1-1-1 0 0,4-19 1 0 0,-8 29 744 0 0,-2 5-694 0 0,0-1-1 0 0,-1 0 0 0 0,1 1 0 0 0,0-1 0 0 0,0 1 1 0 0,-1 0-1 0 0,1-1 0 0 0,0 1 0 0 0,0 0 0 0 0,0 0 1 0 0,0 0-1 0 0,0 0 0 0 0,0 0 0 0 0,0 0 1 0 0,0 0-1 0 0,1 0 0 0 0,-1 0 0 0 0,0 0 0 0 0,1 0 1 0 0,-1 1-1 0 0,0-1 0 0 0,1 0 0 0 0,0 0 0 0 0,-1 3 1 0 0,-1 1 32 0 0,1 0-1 0 0,0 0 1 0 0,0 0 0 0 0,0 0 0 0 0,0 0 0 0 0,1 7 0 0 0,0-4-17 0 0,1 0 1 0 0,0 0-1 0 0,1 0 1 0 0,0-1-1 0 0,0 1 1 0 0,5 10-1 0 0,-6-14-93 0 0,1-1 0 0 0,0 0 0 0 0,-1 0 0 0 0,2 0-1 0 0,-1 0 1 0 0,0 0 0 0 0,0 0 0 0 0,1 0 0 0 0,0-1-1 0 0,-1 0 1 0 0,1 1 0 0 0,0-1 0 0 0,0 0 0 0 0,1 0 0 0 0,-1-1-1 0 0,0 1 1 0 0,0-1 0 0 0,1 1 0 0 0,4 0 0 0 0,0-1-288 0 0,0 0-1 0 0,1 0 1 0 0,-1-1 0 0 0,1 0 0 0 0,-1 0 0 0 0,1-1 0 0 0,-1 0 0 0 0,0-1 0 0 0,1 0 0 0 0,-1 0 0 0 0,0-1 0 0 0,0 0 0 0 0,0 0 0 0 0,-1-1-1 0 0,1 0 1 0 0,-1 0 0 0 0,0-1 0 0 0,0 0 0 0 0,0 0 0 0 0,10-11 0 0 0,-15 13 75 0 0,0 1 1 0 0,1-1-1 0 0,-1 0 1 0 0,-1 0-1 0 0,1 0 1 0 0,0 0-1 0 0,-1 0 1 0 0,1-1-1 0 0,-1 1 0 0 0,1-5 1 0 0,-1 4-16 0 0,0 1-875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7.1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66 112 3624 0 0,'0'0'936'0'0,"-2"-2"-342"0"0,-9-6-57 0 0,8 7 623 0 0,-1 1-846 0 0,-12 3-20 0 0,12-2 270 0 0,1 0-310 0 0,2 0-197 0 0,0-1 0 0 0,1 1 0 0 0,-1-1-1 0 0,0 1 1 0 0,1-1 0 0 0,-1 1 0 0 0,0-1 0 0 0,1 1-1 0 0,-1 0 1 0 0,1-1 0 0 0,-1 1 0 0 0,1 0-1 0 0,0-1 1 0 0,-1 1 0 0 0,1 0 0 0 0,-1 0-1 0 0,1-1 1 0 0,0 1 0 0 0,0 0 0 0 0,0 0 0 0 0,-1 0-1 0 0,1 0 1 0 0,0-1 0 0 0,0 1 0 0 0,0 0-1 0 0,0 0 1 0 0,0 0 0 0 0,0 0 0 0 0,1-1-1 0 0,-1 1 1 0 0,0 0 0 0 0,0 0 0 0 0,1 0-1 0 0,-1 0 1 0 0,1 3 82 0 0,6-4-143 0 0,0-1-1 0 0,0 0 1 0 0,0 0-1 0 0,0-1 1 0 0,0 1-1 0 0,-1-2 1 0 0,1 1 0 0 0,-1-1-1 0 0,0 0 1 0 0,1 0-1 0 0,-1 0 1 0 0,0-1 0 0 0,-1 0-1 0 0,1 0 1 0 0,-1-1-1 0 0,0 0 1 0 0,0 0-1 0 0,0 0 1 0 0,-1 0 0 0 0,0-1-1 0 0,0 0 1 0 0,0 1-1 0 0,5-12 1 0 0,-8 14 29 0 0,-1 1 13 0 0,1 1-22 0 0,0-1 0 0 0,-1 1 0 0 0,0-1 0 0 0,1 0 0 0 0,-1 1 0 0 0,0-1 0 0 0,0 1 0 0 0,0-1 0 0 0,0 0 0 0 0,0 1 0 0 0,0-3 0 0 0,-1 3 3 0 0,1 0 1 0 0,-1 0-1 0 0,1 0 0 0 0,-1 0 0 0 0,0 0 0 0 0,0 0 1 0 0,1 0-1 0 0,-1 0 0 0 0,0 1 0 0 0,0-1 0 0 0,0 0 1 0 0,0 1-1 0 0,0-1 0 0 0,0 1 0 0 0,0-1 0 0 0,0 1 1 0 0,0-1-1 0 0,0 1 0 0 0,0-1 0 0 0,0 1 0 0 0,0 0 1 0 0,0 0-1 0 0,0 0 0 0 0,0 0 0 0 0,-1 0 0 0 0,1 0 1 0 0,0 0-1 0 0,0 0 0 0 0,0 0 0 0 0,0 0 0 0 0,0 0 1 0 0,0 1-1 0 0,0-1 0 0 0,0 0 0 0 0,-1 1 0 0 0,1-1 1 0 0,0 1-1 0 0,1 0 0 0 0,-1-1 0 0 0,0 1 0 0 0,0 0 1 0 0,0-1-1 0 0,-1 2 0 0 0,-8 5 106 0 0,1 1 0 0 0,0-1-1 0 0,0 2 1 0 0,1-1 0 0 0,0 1 0 0 0,0 0 0 0 0,1 1 0 0 0,0 0-1 0 0,1 0 1 0 0,0 0 0 0 0,0 1 0 0 0,1 0 0 0 0,1 0-1 0 0,-5 17 1 0 0,3 14 19 0 0,6-39-139 0 0,1 2-103 0 0,0-1-83 0 0,0 0 1 0 0,0-1-1 0 0,1 1 0 0 0,0 0 1 0 0,0-1-1 0 0,0 1 1 0 0,0-1-1 0 0,4 6 0 0 0,-3-7-433 0 0,2-1-33 0 0,3 0 278 0 0,0-1 0 0 0,1 1 0 0 0,-1-2 0 0 0,0 0 0 0 0,0 0 0 0 0,0 0 1 0 0,0-1-1 0 0,0 0 0 0 0,0 0 0 0 0,0-1 0 0 0,-1 0 0 0 0,1-1 0 0 0,-1 1 0 0 0,0-2 0 0 0,0 1 0 0 0,8-7 0 0 0,1-1 431 0 0,0-1-1 0 0,15-16 0 0 0,22-32 3761 0 0,-45 51-3258 0 0,-6 8-73 0 0,0-1-104 0 0,7-7-74 0 0,-7 8 1119 0 0,1 3-1243 0 0,-1 0-156 0 0,-1 0 0 0 0,0-1 0 0 0,1 1 0 0 0,-1 0 0 0 0,0 0 1 0 0,0 0-1 0 0,1 0 0 0 0,-1 0 0 0 0,0 0 0 0 0,0 0 0 0 0,0 1 0 0 0,0-1 0 0 0,0 0 0 0 0,-1 1 0 0 0,1-1 0 0 0,0 0 0 0 0,-1 1 1 0 0,1-1-1 0 0,0 1 0 0 0,-1-1 0 0 0,0 1 0 0 0,1-1 0 0 0,-1 1 0 0 0,0-1 0 0 0,0 1 0 0 0,0 0 0 0 0,0-1 0 0 0,0 3 0 0 0,0 13 129 0 0,0 0 0 0 0,-1-1 0 0 0,-1 1-1 0 0,0-1 1 0 0,-1 1 0 0 0,-7 21 0 0 0,9-35-72 0 0,-7 15 70 0 0,7-14 10 0 0,-3 1-62 0 0,4-5-85 0 0,0 0 0 0 0,0 1 0 0 0,0-1 0 0 0,-1 1 0 0 0,1-1 0 0 0,0 0 0 0 0,0 1 0 0 0,0-1 0 0 0,0 1 0 0 0,-1-1 1 0 0,1 0-1 0 0,0 1 0 0 0,0-1 0 0 0,-1 0 0 0 0,1 0 0 0 0,0 1 0 0 0,-1-1 0 0 0,1 0 0 0 0,0 0 0 0 0,-1 1 0 0 0,1-1 0 0 0,0 0 0 0 0,-1 0 0 0 0,1 0 1 0 0,0 1-1 0 0,-1-1 0 0 0,1 0 0 0 0,-1 0 0 0 0,1 0 0 0 0,0 0 0 0 0,-1 0 0 0 0,1 0 0 0 0,-1 0 0 0 0,1 0 0 0 0,-1 0 0 0 0,-1-1-6 0 0,1 0 0 0 0,0 0 0 0 0,-1 0 0 0 0,1 0 0 0 0,0 0 0 0 0,0 0 0 0 0,-1-1 0 0 0,1 1 0 0 0,0 0 0 0 0,0-1 0 0 0,1 1 0 0 0,-1-1 0 0 0,0 1 0 0 0,0-1 0 0 0,1 1 0 0 0,-1-1 0 0 0,1 0 0 0 0,-1 1-1 0 0,1-1 1 0 0,-1-2 0 0 0,1 0 94 0 0,1-1 12 0 0,-1-2-84 0 0,2 0 0 0 0,-1-1 0 0 0,1 1 0 0 0,0 1 0 0 0,0-1 0 0 0,1 0 0 0 0,0 0 0 0 0,0 1 0 0 0,1 0 0 0 0,-1-1 0 0 0,1 2-1 0 0,1-1 1 0 0,-1 0 0 0 0,1 1 0 0 0,7-7 0 0 0,-4 7-112 0 0,31-13 64 0 0,-33 17 6 0 0,0 1-3 0 0,0-1 1 0 0,0 1 0 0 0,0 0-1 0 0,0 0 1 0 0,0 1 0 0 0,0-1-1 0 0,0 2 1 0 0,0-1 0 0 0,0 0-1 0 0,0 1 1 0 0,0 0 0 0 0,-1 1-1 0 0,1-1 1 0 0,-1 1 0 0 0,1 0-1 0 0,-1 0 1 0 0,5 5 0 0 0,-6-5-35 0 0,0 1 0 0 0,0 0 0 0 0,-1 0 0 0 0,1 0 0 0 0,-1 0 0 0 0,0 0 0 0 0,0 1 0 0 0,0 0 1 0 0,-1-1-1 0 0,1 1 0 0 0,-1 0 0 0 0,0 0 0 0 0,-1 1 0 0 0,3 7 0 0 0,-3-4-100 0 0,-1-1 1 0 0,1 1-1 0 0,-1-1 0 0 0,-1 1 1 0 0,1-1-1 0 0,-2 1 0 0 0,1-1 0 0 0,-5 13 1 0 0,-1 0-976 0 0,-2 0 1 0 0,0-1-1 0 0,-1 0 1 0 0,-1 0 0 0 0,-1-1-1 0 0,-17 20 1 0 0,-7 4-5214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19:08.2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82 35 3392 0 0,'-1'-2'485'0'0,"0"-1"0"0"0,1 0-1 0 0,-1 0 1 0 0,0 0 0 0 0,-1 1-1 0 0,1-1 1 0 0,-1 0 0 0 0,1 1-1 0 0,-1-1 1 0 0,-3-2-1 0 0,3 2 569 0 0,-2 3-655 0 0,-11 2-48 0 0,11-1-26 0 0,1 2-1 0 0,-2 2-177 0 0,1 1-1 0 0,1 0 0 0 0,-1 0 1 0 0,1 0-1 0 0,0 0 1 0 0,0 1-1 0 0,0-1 1 0 0,1 1-1 0 0,0-1 1 0 0,1 1-1 0 0,-1 0 1 0 0,1 0-1 0 0,0 13 1 0 0,1-3-11 0 0,1-1 1 0 0,0 0 0 0 0,1 0 0 0 0,8 28 0 0 0,-9-40-212 0 0,0-1 0 0 0,1 1 1 0 0,0-1-1 0 0,0 1 0 0 0,0-1 1 0 0,0 0-1 0 0,1 0 0 0 0,-1 0 1 0 0,1 0-1 0 0,0 0 0 0 0,0 0 1 0 0,6 4-1 0 0,-6-5-20 0 0,0 0-27 0 0,0 0 1 0 0,1 0 0 0 0,-1-1 0 0 0,1 1-1 0 0,0-1 1 0 0,-1 0 0 0 0,1 0 0 0 0,0 0 0 0 0,0-1-1 0 0,0 1 1 0 0,-1-1 0 0 0,1 0 0 0 0,7-1 0 0 0,48-9-790 0 0,-44 6 857 0 0,0-2 0 0 0,-1 0 0 0 0,1-1 0 0 0,-1 0 1 0 0,-1-1-1 0 0,1 0 0 0 0,-2-1 0 0 0,1-1 0 0 0,-1 0 0 0 0,0-1 0 0 0,-1 0 0 0 0,-1-1 0 0 0,0 0 0 0 0,0-1 0 0 0,-1 1 0 0 0,12-25 0 0 0,-20 35 161 0 0,0 0 0 0 0,0 1-1 0 0,0-1 1 0 0,0 0 0 0 0,-1 0-1 0 0,1 0 1 0 0,-1 0 0 0 0,1 0 0 0 0,-1 1-1 0 0,0-1 1 0 0,0 0 0 0 0,0 0-1 0 0,0 0 1 0 0,0 0 0 0 0,0 0 0 0 0,-1-3-1 0 0,-1-7 417 0 0,-4 15-255 0 0,5-3-255 0 0,-1 0 1 0 0,1 0-1 0 0,0 1 0 0 0,0-1 1 0 0,0 0-1 0 0,0 1 1 0 0,0-1-1 0 0,0 0 0 0 0,0 1 1 0 0,0 0-1 0 0,0-1 1 0 0,0 1-1 0 0,0-1 0 0 0,-1 2 1 0 0,-3 4 54 0 0,0 0 0 0 0,1 0 0 0 0,0 0 0 0 0,0 1 0 0 0,1-1 0 0 0,-1 1 1 0 0,2 0-1 0 0,-4 10 0 0 0,4-9-38 0 0,1 1 0 0 0,0-1 0 0 0,0 0 0 0 0,1 0 0 0 0,0 1 0 0 0,0-1 0 0 0,1 0 0 0 0,4 15 0 0 0,-4-19-99 0 0,2-1-106 0 0,7 8-87 0 0,-7-8-41 0 0,2-2-53 0 0,2 0 215 0 0,1-1 1 0 0,0 0-1 0 0,0 0 0 0 0,-1-1 1 0 0,1 0-1 0 0,0 0 0 0 0,-1-1 1 0 0,1 0-1 0 0,-1 0 0 0 0,0-1 0 0 0,1 0 1 0 0,-1 0-1 0 0,0-1 0 0 0,-1 1 1 0 0,1-2-1 0 0,10-8 0 0 0,12-10 456 0 0,-2-1 0 0 0,31-35 0 0 0,-41 41 230 0 0,11-21 1386 0 0,-26 36-133 0 0,-5 6-1561 0 0,-4 6-172 0 0,1 0 1 0 0,0 1-1 0 0,1-1 1 0 0,0 1 0 0 0,0 0-1 0 0,1 1 1 0 0,0-1-1 0 0,1 1 1 0 0,0-1-1 0 0,-1 13 1 0 0,-12 120 492 0 0,15-122-418 0 0,-5 72 138 0 0,-6 77 35 0 0,8-139-268 0 0,-2 0-1 0 0,0 0 0 0 0,-15 38 0 0 0,15-52-38 0 0,-1-1 0 0 0,-1 0 0 0 0,0 0 0 0 0,-1-1 0 0 0,-1 0 0 0 0,-11 14 0 0 0,15-22-1 0 0,0 0 1 0 0,-1-1-1 0 0,0 0 1 0 0,0 0-1 0 0,0 0 1 0 0,0-1-1 0 0,-1 0 0 0 0,0-1 1 0 0,0 1-1 0 0,0-2 1 0 0,-1 1-1 0 0,-17 4 1 0 0,19-7-7 0 0,-1 0 1 0 0,1 0 0 0 0,0 0 0 0 0,-1-1 0 0 0,1-1 0 0 0,-1 1-1 0 0,1-1 1 0 0,0 0 0 0 0,0-1 0 0 0,-1 0 0 0 0,1 0 0 0 0,0 0-1 0 0,0-1 1 0 0,1 0 0 0 0,-1 0 0 0 0,1-1 0 0 0,-1 0-1 0 0,1 0 1 0 0,0 0 0 0 0,1-1 0 0 0,-1 0 0 0 0,-9-11 0 0 0,9 9-26 0 0,0-1 1 0 0,0 0-1 0 0,1 0 1 0 0,0 0 0 0 0,0-1-1 0 0,1 1 1 0 0,0-1 0 0 0,1 0-1 0 0,0 0 1 0 0,0-1-1 0 0,1 1 1 0 0,0-1 0 0 0,1 1-1 0 0,0-1 1 0 0,0 0 0 0 0,1-14-1 0 0,2 11-65 0 0,0 1 0 0 0,1 0 0 0 0,0 0 0 0 0,1 0 1 0 0,0 0-1 0 0,1 0 0 0 0,0 1 0 0 0,1 0 0 0 0,7-11 0 0 0,-1 6-99 0 0,0 1 1 0 0,0 0-1 0 0,1 1 0 0 0,1 0 1 0 0,18-14-1 0 0,10-2-1988 0 0,2 2 0 0 0,0 1 0 0 0,67-28 0 0 0,-70 36-3544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31.0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3984 0 0,'0'0'2169'0'0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38.2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3524 0 0,'0'0'5985'0'0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39.0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42 3612 0 0,'-1'-3'1552'0'0,"-4"-14"3764"0"0,4 13-4795 0 0,-1-10-125 0 0,2 10 1658 0 0,1 7-1779 0 0,4 6-123 0 0,-1 0 0 0 0,-1 1 0 0 0,0-1 0 0 0,0 1 0 0 0,-1 0 0 0 0,1 10 0 0 0,6 70 224 0 0,-7-64-234 0 0,-1 653 1046 0 0,-9-169-2697 0 0,9-479 913 0 0,4 98-1826 0 0,8-44-3945 0 0,-8-61 805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40.2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1 321 2860 0 0,'0'0'4137'0'0,"4"-1"-3771"0"0,208-18 1522 0 0,-21 3-1153 0 0,592-50 1208 0 0,1 38-1798 0 0,92-6-120 0 0,-618 19-77 0 0,796-53 13 0 0,-932 58 131 0 0,306-37 663 0 0,-425 46-616 0 0,2 1 67 0 0,12-3 31 0 0,-13 2 411 0 0,0 0-471 0 0,13-2-28 0 0,-13 2 809 0 0,16-6 607 0 0,1 8-1453 0 0,-17-1-4 0 0,-27 598 505 0 0,-11-302-3359 0 0,-20-1-5430 0 0,36-213 1371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47.3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17 192 2780 0 0,'0'0'3471'0'0,"-4"1"-2925"0"0,-8 4 234 0 0,19-2 1007 0 0,24 1-79 0 0,-28-3-2132 0 0,1-1 474 0 0,34 1 65 0 0,41 6 0 0 0,-19-1-31 0 0,67-1 0 0 0,58-6 917 0 0,-180 1-972 0 0,2-1 3 0 0,26-1-20 0 0,0 0 45 0 0,17 2-31 0 0,136-9 155 0 0,-182 9-134 0 0,2 0 8 0 0,72-4-71 0 0,-73 4 45 0 0,1 0-4 0 0,130-9 22 0 0,-74 5-18 0 0,-57 3-21 0 0,0 1-8 0 0,15-2 1 0 0,86-12 90 0 0,87-5-181 0 0,-105 13 97 0 0,203-10 295 0 0,-220 13-370 0 0,127 3-28 0 0,-146 0 142 0 0,-17-1-37 0 0,138-5-36 0 0,33-6 26 0 0,185 4 588 0 0,-294 8-503 0 0,473 10 946 0 0,-461-13-729 0 0,-1-4-1 0 0,136-28 1 0 0,-80 24 22 0 0,-131 10-213 0 0,-28 0-75 0 0,1 1-24 0 0,188-14 302 0 0,-190 13-280 0 0,2 1-5 0 0,50-5 204 0 0,-51 5-181 0 0,0-1 0 0 0,42-4 96 0 0,-42 4-133 0 0,-1 0 1 0 0,150-16-1604 0 0,-153 17 1493 0 0,-1 0-1 0 0,0 0 1 0 0,1 0-1 0 0,-1 0 1 0 0,1 0-1 0 0,-1 0 1 0 0,0 0-1 0 0,1-1 1 0 0,-1 1-1 0 0,0 0 1 0 0,1 0-1 0 0,-1-1 1 0 0,0 1-1 0 0,1 0 1 0 0,-1 0-1 0 0,0-1 1 0 0,1 1-1 0 0,-1 0 0 0 0,0-1 1 0 0,0 1-1 0 0,0 0 1 0 0,1-1-1 0 0,-1 1 1 0 0,0 0-1 0 0,0-1 1 0 0,4-5-1401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48.9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 8 2256 0 0,'0'0'1184'0'0,"-2"-2"-193"0"0,1 1-827 0 0,1 1 1 0 0,0 0-1 0 0,0-1 0 0 0,-1 1 0 0 0,1 0 1 0 0,0-1-1 0 0,-1 1 0 0 0,1 0 0 0 0,0 0 1 0 0,-1-1-1 0 0,1 1 0 0 0,0 0 1 0 0,-1 0-1 0 0,1 0 0 0 0,-1-1 0 0 0,1 1 1 0 0,0 0-1 0 0,-1 0 0 0 0,1 0 0 0 0,-1 0 1 0 0,1 0-1 0 0,-1 0 0 0 0,1 0 0 0 0,-1 0 1 0 0,1 0-1 0 0,-1 0 0 0 0,-4 11 1365 0 0,4-8-1336 0 0,1 1-8 0 0,7 164 1528 0 0,11 146-448 0 0,14-112-408 0 0,-31-198-792 0 0,3 21 67 0 0,-3-20-66 0 0,-1 0 2 0 0,4 18 84 0 0,9 81 770 0 0,-13-99-832 0 0,0 0-35 0 0,3 67 247 0 0,-3-67-67 0 0,0 0-206 0 0,0 16-1 0 0,0-16 8 0 0,0-1 10 0 0,10 90 574 0 0,-10-90-510 0 0,1 1-70 0 0,3 38 92 0 0,-3-39 38 0 0,0 0-86 0 0,2 14 3 0 0,-3-14 24 0 0,1 0-34 0 0,3 28 377 0 0,-1 1 1 0 0,-2 51-1 0 0,-1-79-390 0 0,0 0-33 0 0,-4 67 691 0 0,4-67-522 0 0,-1-1-101 0 0,-5 90 788 0 0,5-90-627 0 0,1 1-168 0 0,-1 12 23 0 0,-2 61 876 0 0,3-78-1040 0 0,0 1 0 0 0,0 0 0 0 0,0 0 0 0 0,-1-1 0 0 0,1 1 0 0 0,0 0 0 0 0,0 0 0 0 0,0-1 0 0 0,-1 1 0 0 0,1 0 0 0 0,-1-1 0 0 0,1 1 0 0 0,0 0 0 0 0,-1-1 0 0 0,1 1 0 0 0,-1-1 0 0 0,1 1 0 0 0,-1-1 0 0 0,1 1 0 0 0,-1-1 0 0 0,0 1 0 0 0,1-1 0 0 0,-1 0 0 0 0,0 1 0 0 0,1-1 0 0 0,-2 1 0 0 0,-26 5-2744 0 0,-124-5-8694 0 0,103-4 4041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49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14 5753 0 0,'0'0'1972'0'0,"-1"-4"-382"0"0,-2-5 2097 0 0,1 9-1571 0 0,-4 21-1094 0 0,1 43-1321 0 0,9 170 720 0 0,0-189-1817 0 0,2-1 1 0 0,2 1-1 0 0,15 49 0 0 0,-22-91 225 0 0,0 1-140 0 0,2 10 388 0 0,-1-10-2085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0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329 224 3308 0 0,'4'-22'1016'0'0,"0"1"0"0"0,2 0-1 0 0,11-28 1 0 0,-13 39-809 0 0,1 1 0 0 0,0-1 0 0 0,0 1 0 0 0,1 0 0 0 0,1 0 0 0 0,-1 1 0 0 0,1-1 0 0 0,10-7 0 0 0,-14 13-161 0 0,0 1 0 0 0,0 0 0 0 0,0 0 0 0 0,0 0 0 0 0,1 0 0 0 0,-1 1 0 0 0,1-1 0 0 0,-1 1 0 0 0,1 0 0 0 0,-1 0 0 0 0,8-1 0 0 0,-10 2-27 0 0,2 0 6 0 0,-1 0 0 0 0,0 0 0 0 0,0 1 1 0 0,1-1-1 0 0,-1 0 0 0 0,0 1 0 0 0,0 0 0 0 0,0 0 1 0 0,1-1-1 0 0,-1 1 0 0 0,0 1 0 0 0,0-1 0 0 0,-1 0 0 0 0,1 0 1 0 0,0 1-1 0 0,0-1 0 0 0,0 1 0 0 0,2 3 0 0 0,-3-4-20 0 0,2 2 8 0 0,-1 0 1 0 0,0 0 0 0 0,1 0 0 0 0,-1 0 0 0 0,-1 1 0 0 0,1-1-1 0 0,0 1 1 0 0,-1-1 0 0 0,1 1 0 0 0,-1-1 0 0 0,0 1 0 0 0,-1 0-1 0 0,1 0 1 0 0,0 7 0 0 0,-1-8-8 0 0,1 5 4 0 0,-1-1 0 0 0,1 1 0 0 0,-2-1 0 0 0,1 1 0 0 0,-1 0 0 0 0,0-1 0 0 0,-1 1 0 0 0,0-1 0 0 0,0 0 0 0 0,-1 1 0 0 0,1-1 0 0 0,-2 0 1 0 0,-5 9-1 0 0,-1 0-12 0 0,-1 0 1 0 0,0-1 0 0 0,-26 26 0 0 0,20-25 29 0 0,-1-1 0 0 0,-1-1 0 0 0,-1 0-1 0 0,0-2 1 0 0,0 0 0 0 0,-1-1 0 0 0,-1-1 0 0 0,0-1 0 0 0,0-2-1 0 0,-1 0 1 0 0,0-1 0 0 0,-38 5 0 0 0,43-8 61 0 0,-12-5 3 0 0,25 1-67 0 0,0 1 1 0 0,0-2-1 0 0,0 1 1 0 0,0-1-1 0 0,0 1 1 0 0,1-1 0 0 0,-1-1-1 0 0,0 1 1 0 0,1-1-1 0 0,0 1 1 0 0,-1-1-1 0 0,1 0 1 0 0,0-1-1 0 0,1 1 1 0 0,-1-1-1 0 0,1 0 1 0 0,-1 0 0 0 0,-2-5-1 0 0,4 6 58 0 0,3-18 107 0 0,0 20-174 0 0,-1-1-1 0 0,0 1 0 0 0,1 0 0 0 0,-1-1 0 0 0,1 1 0 0 0,-1 0 0 0 0,1-1 0 0 0,0 1 0 0 0,-1 0 1 0 0,1 0-1 0 0,0 0 0 0 0,0-1 0 0 0,0 1 0 0 0,0 0 0 0 0,0 0 0 0 0,0 0 0 0 0,0 1 0 0 0,1-1 1 0 0,-1 0-1 0 0,0 0 0 0 0,0 0 0 0 0,3 0 0 0 0,0-1 15 0 0,1 0-1 0 0,-1 1 1 0 0,0 0 0 0 0,1 0-1 0 0,-1 0 1 0 0,9 0 0 0 0,11 1 2 0 0,0 1-1 0 0,-1 1 1 0 0,1 1 0 0 0,42 12 0 0 0,94 38 103 0 0,-19-6-1991 0 0,-132-45 1464 0 0,1 0 0 0 0,-1 0 0 0 0,16 0 0 0 0,-23-2 348 0 0,2 0-335 0 0,2 0 111 0 0,4-1 153 0 0,-1 0 0 0 0,0-1-1 0 0,1 0 1 0 0,-1 0-1 0 0,0-1 1 0 0,0-1-1 0 0,14-6 1 0 0,-21 8 237 0 0,16-13 416 0 0,-15 10-90 0 0,1-1 0 0 0,-1 1 0 0 0,1 0 0 0 0,0 0-1 0 0,1 0 1 0 0,9-7 0 0 0,19-1-1173 0 0,-31 12 543 0 0,2-1 8 0 0,8-6-30 0 0,-9 6 55 0 0,0-1 66 0 0,8-7 51 0 0,-9 8-10 0 0,0-1 5 0 0,12-29 44 0 0,-14 28-9 0 0,0 0 38 0 0,-1-1 1 0 0,1 1-1 0 0,-1-1 0 0 0,-1 1 1 0 0,1-1-1 0 0,-1 1 0 0 0,-3-8 0 0 0,3 8 102 0 0,1 4-130 0 0,1 0 1 0 0,0 0 0 0 0,-1 0 0 0 0,1-1 0 0 0,0 1 0 0 0,-1 0 0 0 0,1 0 0 0 0,-1 0-1 0 0,1 0 1 0 0,0 0 0 0 0,-1-1 0 0 0,1 1 0 0 0,0 0 0 0 0,-1 0 0 0 0,1-1 0 0 0,0 1 0 0 0,0 0-1 0 0,-1 0 1 0 0,1-1 0 0 0,0 1 0 0 0,0 0 0 0 0,-1-1 0 0 0,1 1 0 0 0,0 0 0 0 0,0-1-1 0 0,-1 0 1 0 0,-11-10 413 0 0,0 6-343 0 0,8 3-177 0 0,1 3 222 0 0,-1-1-46 0 0,0 1 1 0 0,1-1-1 0 0,-1 1 1 0 0,1 0-1 0 0,-1 0 1 0 0,1 1-1 0 0,-1-1 1 0 0,1 1-1 0 0,0-1 1 0 0,0 1-1 0 0,0 0 1 0 0,0 0-1 0 0,0 1 1 0 0,0-1-1 0 0,-4 5 1 0 0,-11 24 347 0 0,16-28-339 0 0,2 2-23 0 0,1-2-73 0 0,-1 1 1 0 0,0 0-1 0 0,1-1 0 0 0,-1 1 0 0 0,1-1 1 0 0,0 1-1 0 0,0-1 0 0 0,1 1 1 0 0,-1-1-1 0 0,1 0 0 0 0,0 0 0 0 0,-1 1 1 0 0,2-1-1 0 0,-1 0 0 0 0,0-1 0 0 0,3 4 1 0 0,0-2-181 0 0,0 0 1 0 0,0 0 0 0 0,0 0 0 0 0,1 0 0 0 0,-1-1-1 0 0,1 0 1 0 0,0-1 0 0 0,0 1 0 0 0,0-1 0 0 0,0 0-1 0 0,7 1 1 0 0,72 8-6505 0 0,-79-11 2884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0.7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0 3928 0 0,'0'0'5003'0'0,"-2"3"-4518"0"0,-6 6-41 0 0,5-7-66 0 0,3 2-68 0 0,0 10-354 0 0,1 0 0 0 0,0-1 0 0 0,1 1 0 0 0,1 0 0 0 0,0-1 0 0 0,1 0 0 0 0,0 0 0 0 0,1 0 0 0 0,0 0 0 0 0,1-1 0 0 0,0 0 0 0 0,16 22 0 0 0,-20-31-320 0 0,1 0-1 0 0,-1 0 1 0 0,1-1-1 0 0,0 1 0 0 0,-1-1 1 0 0,1 1-1 0 0,6 2 1 0 0,5-1-3580 0 0,11-4 868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0.9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114 54 2704 0 0,'-2'-49'5544'0'0,"1"45"-4326"0"0,-1 6-934 0 0,-6 7-170 0 0,1 1 1 0 0,1-1-1 0 0,-1 1 1 0 0,2 0 0 0 0,-1 1-1 0 0,-6 18 1 0 0,-21 74 51 0 0,22-66-162 0 0,0 14-1260 0 0,9-23-2980 0 0,4-25 2313 0 0,10 9-1344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1.1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 3656 0 0,'0'0'1363'0'0,"2"-3"-219"0"0,7-5 3024 0 0,-6 20-2681 0 0,-3-8-1237 0 0,0 1-73 0 0,-1 14-40 0 0,1-14-35 0 0,0 0-24 0 0,-1 16-58 0 0,1-16-79 0 0,0 1-112 0 0,1 16-95 0 0,-1-17-103 0 0,0 0-79 0 0,2 14-73 0 0,-1-14-97 0 0,0-2-178 0 0,19 27-4801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1.3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16 4128 0 0,'-10'-15'4309'0'0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1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96 3748 0 0,'0'0'5966'0'0,"1"3"-5785"0"0,-1-2-166 0 0,0 1 1 0 0,1-1-1 0 0,-1 0 1 0 0,1 0-1 0 0,-1 0 1 0 0,1 0-1 0 0,0 0 1 0 0,-1 0-1 0 0,1 0 1 0 0,0 0-1 0 0,0 0 1 0 0,0 0-1 0 0,-1 0 1 0 0,1 0-1 0 0,0-1 1 0 0,0 1-1 0 0,0 0 1 0 0,0-1-1 0 0,1 1 1 0 0,-1 0-1 0 0,0-1 1 0 0,0 0-1 0 0,0 1 1 0 0,0-1-1 0 0,1 0 1 0 0,-1 1-1 0 0,0-1 1 0 0,0 0-1 0 0,1 0 1 0 0,-1 0-1 0 0,0 0 1 0 0,0 0-1 0 0,1 0 1 0 0,-1 0-1 0 0,0-1 1 0 0,0 1-1 0 0,0 0 0 0 0,2-1 1 0 0,0 0-163 0 0,19-10-366 0 0,-18 8 386 0 0,26-24-51 0 0,-27 24 208 0 0,-2-1 41 0 0,6-11 8 0 0,-5 11 23 0 0,-1 0 35 0 0,1-37 936 0 0,-2 37-468 0 0,-2 3-588 0 0,1 1 0 0 0,-1 0 0 0 0,1 0-1 0 0,-1-1 1 0 0,1 1 0 0 0,-1 0 0 0 0,1 0 0 0 0,0 1 0 0 0,-1-1-1 0 0,1 0 1 0 0,-1 0 0 0 0,1 1 0 0 0,-1-1 0 0 0,1 1-1 0 0,-1-1 1 0 0,1 1 0 0 0,0 0 0 0 0,0-1 0 0 0,-1 1 0 0 0,1 0-1 0 0,0 0 1 0 0,0 0 0 0 0,-2 1 0 0 0,0 1 29 0 0,0 0 0 0 0,-1 0 0 0 0,1 0 0 0 0,0 1 0 0 0,1 0 0 0 0,-1-1 0 0 0,-3 8-1 0 0,0 0 14 0 0,0 1 0 0 0,1-1-1 0 0,1 1 1 0 0,0 0-1 0 0,0 1 1 0 0,1-1 0 0 0,-2 22-1 0 0,5-29-130 0 0,-1-1 0 0 0,1 1 0 0 0,0 0 0 0 0,1 0 0 0 0,-1 0 0 0 0,1 0 0 0 0,0 0 0 0 0,0 0-1 0 0,0-1 1 0 0,1 1 0 0 0,0-1 0 0 0,0 1 0 0 0,0-1 0 0 0,0 1 0 0 0,1-1 0 0 0,0 0 0 0 0,-1 0 0 0 0,2 0 0 0 0,-1-1 0 0 0,0 1-1 0 0,1-1 1 0 0,-1 1 0 0 0,1-1 0 0 0,0 0 0 0 0,7 3 0 0 0,-8-4-207 0 0,1 0-1 0 0,-1-1 1 0 0,1 0 0 0 0,0 1-1 0 0,0-1 1 0 0,0-1 0 0 0,-1 1-1 0 0,1 0 1 0 0,0-1 0 0 0,0 0-1 0 0,0 0 1 0 0,8-1 0 0 0,35-10-2189 0 0,-41 9 2212 0 0,22-10-1441 0 0,-20 7 1154 0 0,12-7-1819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2.3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1 251 3076 0 0,'9'-17'1159'0'0,"-2"0"-1"0"0,9-27 0 0 0,-15 40-564 0 0,0 0-9 0 0,2-7-603 0 0,2-15 2998 0 0,-9 20-1685 0 0,-7 12-1356 0 0,9-4 146 0 0,0 2-28 0 0,-15 63 225 0 0,17-62-292 0 0,0-1-53 0 0,2 13-156 0 0,-1-13 194 0 0,0-1 23 0 0,0 0-18 0 0,1-1-1 0 0,0 1 1 0 0,0-1-1 0 0,-1 1 1 0 0,1-1-1 0 0,1 0 1 0 0,-1 1-1 0 0,0-1 1 0 0,1 0-1 0 0,-1-1 1 0 0,1 1-1 0 0,-1 0 1 0 0,1-1-1 0 0,0 1 1 0 0,-1-1-1 0 0,1 0 1 0 0,0 0-1 0 0,4 1 1 0 0,-3-1 28 0 0,2-2 4 0 0,3 0 6 0 0,0-1-1 0 0,0 0 0 0 0,0 0 1 0 0,0-1-1 0 0,0 0 0 0 0,-1-1 1 0 0,14-7-1 0 0,-6-2 82 0 0,0-1-1 0 0,25-27 0 0 0,-39 38-2 0 0,5-12 182 0 0,-6 14-23 0 0,-7 4-112 0 0,1-1-144 0 0,2 1 0 0 0,0 0 0 0 0,1 1-1 0 0,-1-1 1 0 0,1 1 0 0 0,0 0-1 0 0,0 0 1 0 0,0 0 0 0 0,0 0-1 0 0,1 0 1 0 0,0 0 0 0 0,0 0-1 0 0,0 0 1 0 0,-1 8 0 0 0,0 4 7 0 0,2-14-10 0 0,0-1 1 0 0,1 1 0 0 0,-1 0 0 0 0,0 0 0 0 0,1 0 0 0 0,-1 0 0 0 0,1-1 0 0 0,0 1-1 0 0,-1 0 1 0 0,1 0 0 0 0,0-1 0 0 0,0 1 0 0 0,0-1 0 0 0,0 1 0 0 0,0-1 0 0 0,1 1-1 0 0,-1-1 1 0 0,0 0 0 0 0,1 1 0 0 0,-1-1 0 0 0,4 2 0 0 0,-4-2 40 0 0,2 1 49 0 0,2-1 28 0 0,2 0 44 0 0,0 0 0 0 0,0-1 0 0 0,0 0 0 0 0,1-1 0 0 0,-1 1 0 0 0,0-1 0 0 0,0-1 0 0 0,0 1 0 0 0,0-1-1 0 0,0 0 1 0 0,0-1 0 0 0,-1 0 0 0 0,10-5 0 0 0,-11 5-103 0 0,0 0 0 0 0,-1 0 0 0 0,1 0 0 0 0,-1 0 0 0 0,0-1 0 0 0,0 0 0 0 0,0 0 0 0 0,-1 0 0 0 0,1 0 0 0 0,-1 0 0 0 0,0-1 0 0 0,0 0 0 0 0,0 1 0 0 0,-1-1 0 0 0,0 0 0 0 0,0 0 0 0 0,0-1 0 0 0,0 1 0 0 0,-1 0 0 0 0,1-10 1 0 0,-1 10-280 0 0,-1-1 1 0 0,0 0 0 0 0,0 1 0 0 0,0-1 0 0 0,-1 0 0 0 0,0 1 0 0 0,0-1 0 0 0,0 0-1 0 0,-1 1 1 0 0,0 0 0 0 0,0-1 0 0 0,0 1 0 0 0,-1 0 0 0 0,0 0 0 0 0,1 0 0 0 0,-2 0 0 0 0,1 1-1 0 0,-1-1 1 0 0,1 1 0 0 0,-1 0 0 0 0,-1 0 0 0 0,1 0 0 0 0,0 1 0 0 0,-1-1 0 0 0,0 1-1 0 0,0 0 1 0 0,0 1 0 0 0,0-1 0 0 0,0 1 0 0 0,-7-2 0 0 0,-24-6-3269 0 0,-3 2-2449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4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70 3820 0 0,'0'-4'1693'0'0,"3"-25"3330"0"0,0 5 143 0 0,-2 15-5164 0 0,-1 5 2786 0 0,1 9-2537 0 0,7 22 90 0 0,-3 1 0 0 0,5 40 0 0 0,-1 0-511 0 0,-5-49-315 0 0,6 26-1718 0 0,-8-14-8249 0 0,13-20 4036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4.6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194 140 3296 0 0,'-4'-29'2035'0'0,"-1"0"0"0"0,-9-30 0 0 0,12 56-1519 0 0,-12-16 1218 0 0,9 19-1744 0 0,1 1 1 0 0,-1 0-1 0 0,1 0 1 0 0,0 0-1 0 0,-1 1 0 0 0,1-1 1 0 0,0 1-1 0 0,0 0 1 0 0,0 0-1 0 0,0 1 0 0 0,0-1 1 0 0,0 1-1 0 0,1 0 0 0 0,-1 0 1 0 0,1 0-1 0 0,0 0 1 0 0,-4 6-1 0 0,-7 8-1498 0 0,0 2 0 0 0,-13 24-1 0 0,16-24-827 0 0,-2 3-2241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4.8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1 113 3552 0 0,'8'12'1157'0'0,"-6"-9"-157"0"0,3-4-170 0 0,264-57 3240 0 0,-92-1-10700 0 0,-155 50 2691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5.1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145 30 2652 0 0,'-1'-3'1410'0'0,"0"2"-1169"0"0,1-1-1 0 0,-1 1 1 0 0,1-1-1 0 0,-1 1 1 0 0,0-1-1 0 0,0 1 1 0 0,0 0-1 0 0,0 0 1 0 0,0-1-1 0 0,0 1 1 0 0,0 0-1 0 0,0 0 1 0 0,0 0-1 0 0,0 0 1 0 0,0 0-1 0 0,-1 0 1 0 0,1 0-1 0 0,-1 1 1 0 0,1-1-1 0 0,0 0 1 0 0,-1 1-1 0 0,1-1 1 0 0,-1 1-1 0 0,1-1 1 0 0,-1 1-1 0 0,0 0 1 0 0,1 0-1 0 0,-1 0 1 0 0,1 0-1 0 0,-3 0 1 0 0,1 1 64 0 0,1 3-219 0 0,1-1 1 0 0,-1 1-1 0 0,1 0 1 0 0,0 0-1 0 0,0 0 0 0 0,1 0 1 0 0,-1 1-1 0 0,1-1 1 0 0,0 0-1 0 0,0 0 0 0 0,1 0 1 0 0,-1 0-1 0 0,1 0 0 0 0,-1 0 1 0 0,4 8-1 0 0,-2-6-34 0 0,1 1 0 0 0,0-1-1 0 0,0 0 1 0 0,0 0-1 0 0,1 0 1 0 0,0 0 0 0 0,0 0-1 0 0,1-1 1 0 0,-1 0 0 0 0,1 0-1 0 0,0 0 1 0 0,1 0 0 0 0,-1-1-1 0 0,1 0 1 0 0,0 0 0 0 0,8 4-1 0 0,-10-7 43 0 0,1 0 36 0 0,15 3 12 0 0,-15-3 11 0 0,0-1 39 0 0,42 1 799 0 0,-42-1-809 0 0,-6 3-218 0 0,-3 4-44 0 0,1-1 0 0 0,-1 0 0 0 0,-1 0-1 0 0,1 0 1 0 0,-1-1 0 0 0,0 1 0 0 0,-1-1-1 0 0,1 0 1 0 0,-10 5 0 0 0,-12 14-429 0 0,-78 94-2911 0 0,45-34-2020 0 0,37-48-280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6.8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26 3920 0 0,'0'0'5720'0'0,"0"-5"-4540"0"0,1-11-213 0 0,-1 12 2336 0 0,10 22-2984 0 0,-6-8-384 0 0,0 1 1 0 0,0-1 0 0 0,-1 1-1 0 0,-1 0 1 0 0,3 18-1 0 0,-2-5-537 0 0,24 125-8134 0 0,-22-119 3092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7.1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 5505 0 0,'0'0'5516'0'0,"-1"4"-4757"0"0,0 13-101 0 0,1-13 181 0 0,0 2-572 0 0,4 61 203 0 0,2 93-2762 0 0,-12-12-4926 0 0,7-119 2754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7.3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 0 5649 0 0,'-17'9'4865'0'0,"14"-7"-3786"0"0,-15 25 1575 0 0,17-24-2294 0 0,0 2-69 0 0,-1 45-847 0 0,3 52-1 0 0,1-50-3463 0 0,-6 65 0 0 0,-1-77-1685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7.5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4504 0 0,'0'0'8144'0'0,"2"3"-7337"0"0,7 6-192 0 0,-7-7-179 0 0,-1 1-89 0 0,14 60-1991 0 0,6 76 0 0 0,-10-62-4621 0 0,-8-54 1005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8:57.8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6029 0 0,'0'0'5050'0'0,"2"4"-3993"0"0,9 36 1673 0 0,-10-36-2783 0 0,-1 0-112 0 0,16 71-869 0 0,-8-45-71 0 0,4 46 0 0 0,-11-59-1116 0 0,0-1-1 0 0,-4 31 1 0 0,0-16-2479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7:38:58.0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5909,'0'0'7111,"1"4"-6067,12 37 1585,5 31-3484,-5 0-1942,3 9-4551,-10-55 1695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02.1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62 3796 0 0,'-11'-42'5834'0'0,"10"38"-4790"0"0,1 3-946 0 0,1 1 0 0 0,-1-1 0 0 0,0 0 0 0 0,0 1 0 0 0,0-1 0 0 0,0 1 0 0 0,0-1 0 0 0,0 0 0 0 0,0 1 0 0 0,0-1 0 0 0,0 0-1 0 0,0 1 1 0 0,0-1 0 0 0,0 1 0 0 0,-1-1 0 0 0,1 0 0 0 0,0 1 0 0 0,0-1 0 0 0,-1 1 0 0 0,1-1 0 0 0,0 1 0 0 0,-1-1 0 0 0,1 1 0 0 0,-1-2 0 0 0,-4 6 1820 0 0,3 14-1091 0 0,2-18-827 0 0,4 167 549 0 0,-2-136-935 0 0,2 0 0 0 0,1 0 0 0 0,12 42 0 0 0,-16-70 121 0 0,0 0-1 0 0,0 0 0 0 0,1 0 0 0 0,-1-1 0 0 0,1 1 0 0 0,-1 0 0 0 0,1-1 1 0 0,0 1-1 0 0,0-1 0 0 0,0 0 0 0 0,5 4 0 0 0,-5-4 297 0 0,1 1-799 0 0,12-1-1386 0 0,-14-2 1931 0 0,1 1 0 0 0,-1-1 0 0 0,1 1 1 0 0,-1-1-1 0 0,1 0 0 0 0,-1 0 0 0 0,1 0 0 0 0,-1 0 0 0 0,1 0 0 0 0,-1 0 0 0 0,0 0 0 0 0,1-1 0 0 0,-1 1 0 0 0,1-1 0 0 0,-1 1 0 0 0,1-1 1 0 0,-1 1-1 0 0,0-1 0 0 0,0 1 0 0 0,1-1 0 0 0,-1 0 0 0 0,2-1 0 0 0,14-12-3402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14.6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78 3636 0 0,'0'0'1552'0'0,"2"-3"-251"0"0,6-10-233 0 0,-6 10 684 0 0,-2-1-1016 0 0,4-10-107 0 0,-3 10 1159 0 0,0 0-1449 0 0,0-12 15 0 0,-1 12 860 0 0,-3 1-1014 0 0,3 2-182 0 0,-1 1 0 0 0,0-1 1 0 0,0 0-1 0 0,0 0 0 0 0,1 1 1 0 0,-1-1-1 0 0,0 0 0 0 0,0 1 1 0 0,0-1-1 0 0,0 1 1 0 0,0-1-1 0 0,0 1 0 0 0,0 0 1 0 0,-1-1-1 0 0,1 1 0 0 0,0 0 1 0 0,0 0-1 0 0,0 0 0 0 0,0 0 1 0 0,0 0-1 0 0,0 0 0 0 0,0 0 1 0 0,-1 0-1 0 0,1 0 0 0 0,0 0 1 0 0,0 1-1 0 0,0-1 1 0 0,0 0-1 0 0,0 1 0 0 0,0-1 1 0 0,0 1-1 0 0,0-1 0 0 0,0 1 1 0 0,0 0-1 0 0,0-1 0 0 0,1 1 1 0 0,-2 1-1 0 0,-17 18 19 0 0,0 1 0 0 0,2 1 0 0 0,1 0-1 0 0,1 2 1 0 0,0-1 0 0 0,2 2 0 0 0,-19 49 0 0 0,30-68-48 0 0,0-1 1 0 0,1 1-1 0 0,0-1 1 0 0,0 1-1 0 0,1 0 0 0 0,-1 5 1 0 0,1-3-9 0 0,0-3-10 0 0,1-1-9 0 0,3 15-4 0 0,-3-14-9 0 0,1-1 2 0 0,1 0 5 0 0,0 0 0 0 0,1 0 1 0 0,-1 0-1 0 0,1-1 0 0 0,0 1 0 0 0,4 2 1 0 0,-4-3-33 0 0,0-3-28 0 0,13 3 11 0 0,-12-2 16 0 0,0-3 13 0 0,4 0 49 0 0,0-1 1 0 0,0 0 0 0 0,0 0-1 0 0,-1-1 1 0 0,0 0 0 0 0,1-1-1 0 0,10-8 1 0 0,-12 7 34 0 0,0 0-1 0 0,0-1 1 0 0,-1 1 0 0 0,0-1 0 0 0,0-1-1 0 0,0 1 1 0 0,-1-1 0 0 0,-1 0 0 0 0,1 0-1 0 0,-1 0 1 0 0,0-1 0 0 0,-1 1 0 0 0,0-1-1 0 0,-1 0 1 0 0,1 0 0 0 0,-2 0 0 0 0,2-14-1 0 0,-3 17-81 0 0,0-1 0 0 0,0 1 0 0 0,0 0 0 0 0,-1 0 0 0 0,0 0 0 0 0,-1 0-1 0 0,1-1 1 0 0,-1 2 0 0 0,0-1 0 0 0,-1 0 0 0 0,1 0 0 0 0,-1 1 0 0 0,0-1-1 0 0,-6-6 1 0 0,8 10-224 0 0,0 1 228 0 0,0 1 1 0 0,1-1-1 0 0,-1 0 0 0 0,0 1 0 0 0,1-1 1 0 0,-1 1-1 0 0,0-1 0 0 0,0 1 0 0 0,1-1 1 0 0,-1 1-1 0 0,0 0 0 0 0,0-1 0 0 0,0 1 1 0 0,1 0-1 0 0,-1 0 0 0 0,0 0 0 0 0,0 0 1 0 0,0-1-1 0 0,0 1 0 0 0,0 0 0 0 0,1 1 1 0 0,-1-1-1 0 0,0 0 0 0 0,0 0 0 0 0,0 0 1 0 0,-1 1-1 0 0,-17 1-544 0 0,14-1 230 0 0,2 2 0 0 0,-2 1-87 0 0,1 0 1 0 0,0 1 0 0 0,1-1 0 0 0,-1 1 0 0 0,1 0-1 0 0,0 0 1 0 0,-5 11 0 0 0,7-12-548 0 0,4 15-1876 0 0,-3-15-180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15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88 3040 0 0,'4'-2'1522'0'0,"52"-35"6913"0"0,-58 40-8358 0 0,-17 30 34 0 0,2 2 1 0 0,2 0-1 0 0,-18 61 0 0 0,31-89-159 0 0,1 0 1 0 0,0 0-1 0 0,0-1 0 0 0,0 1 0 0 0,1 11 0 0 0,0-12-4 0 0,0-4 5 0 0,1 1 1 0 0,-1-1-1 0 0,0 0 0 0 0,1 1 1 0 0,0-1-1 0 0,0 0 1 0 0,0 0-1 0 0,0 0 0 0 0,0 0 1 0 0,0 1-1 0 0,0-2 1 0 0,1 1-1 0 0,-1 0 0 0 0,1 0 1 0 0,-1 0-1 0 0,1-1 1 0 0,3 4-1 0 0,-1-2-53 0 0,-1-1 0 0 0,1 1 1 0 0,-1-1-1 0 0,1 0 0 0 0,0 0 0 0 0,0 0 0 0 0,5 1 0 0 0,-5-2-88 0 0,2-1 22 0 0,2-1 153 0 0,-1 0 0 0 0,1 0 0 0 0,-1 0 0 0 0,1-1 0 0 0,-1 0 0 0 0,0 0 0 0 0,1-1 0 0 0,-1 0 0 0 0,0-1 0 0 0,10-6 0 0 0,-11 6 67 0 0,0 0 23 0 0,-1 0 0 0 0,0 0 0 0 0,0-1 0 0 0,0 1 0 0 0,0-1 0 0 0,-1 0 0 0 0,0 0 0 0 0,0 0 0 0 0,0-1 0 0 0,3-5 0 0 0,-3 2-47 0 0,1 0 0 0 0,-1-1 1 0 0,-1 1-1 0 0,0-1 0 0 0,0 0 0 0 0,-1 0 1 0 0,0 0-1 0 0,-1 0 0 0 0,0 0 0 0 0,0 0 1 0 0,-1 0-1 0 0,-1 0 0 0 0,1 0 0 0 0,-2 0 1 0 0,-2-11-1 0 0,1 7-122 0 0,-1 1 1 0 0,0 1-1 0 0,-1-1 1 0 0,-1 0-1 0 0,-6-11 0 0 0,10 21-10 0 0,-2 2-117 0 0,-8-6 100 0 0,9 6 31 0 0,0 2-139 0 0,1 0 173 0 0,0 0 0 0 0,0 0-1 0 0,1 0 1 0 0,-1 0 0 0 0,0 0 0 0 0,1 0-1 0 0,-1 0 1 0 0,1 0 0 0 0,0 0-1 0 0,-1 1 1 0 0,1-1 0 0 0,0 1 0 0 0,0-1-1 0 0,0 1 1 0 0,0-1 0 0 0,0 1 0 0 0,0 0-1 0 0,0-1 1 0 0,1 1 0 0 0,-1 0 0 0 0,0 0-1 0 0,1 0 1 0 0,0-1 0 0 0,-1 1 0 0 0,1 0-1 0 0,0 0 1 0 0,0 0 0 0 0,0 0 0 0 0,0 0-1 0 0,0 0 1 0 0,1 0 0 0 0,-1-1 0 0 0,0 1-1 0 0,1 0 1 0 0,0 0 0 0 0,-1 0 0 0 0,1-1-1 0 0,0 1 1 0 0,0 0 0 0 0,0-1 0 0 0,0 1-1 0 0,2 2 1 0 0,-1-3-59 0 0,0 1 1 0 0,1 0-1 0 0,-1-1 0 0 0,1 1 1 0 0,-1-1-1 0 0,1 0 0 0 0,0 0 1 0 0,0 0-1 0 0,-1 0 0 0 0,1 0 1 0 0,0-1-1 0 0,0 1 0 0 0,0-1 1 0 0,0 0-1 0 0,0 0 0 0 0,0 0 1 0 0,0 0-1 0 0,2-1 0 0 0,33-2-603 0 0,-1-1-1 0 0,67-18 1 0 0,70-35 3236 0 0,-156 51-1948 0 0,-18 6-544 0 0,0 0-1 0 0,0 0 1 0 0,0 0 0 0 0,0 0-1 0 0,0 0 1 0 0,0 0 0 0 0,0 0-1 0 0,0 0 1 0 0,0 0 0 0 0,0 0-1 0 0,0 0 1 0 0,0 0 0 0 0,0 0-1 0 0,0 1 1 0 0,0-1 0 0 0,0 0-1 0 0,0 0 1 0 0,0 0 0 0 0,0 0-1 0 0,0 0 1 0 0,0 0 0 0 0,0 0-1 0 0,0 0 1 0 0,0 0 0 0 0,0 0 0 0 0,0 0-1 0 0,0 0 1 0 0,0 0 0 0 0,0 0-1 0 0,0 0 1 0 0,0 0 0 0 0,0 0-1 0 0,0 0 1 0 0,0 0 0 0 0,0 0-1 0 0,0 0 1 0 0,1 0 0 0 0,-1 0-1 0 0,0 0 1 0 0,0 0 0 0 0,0 0-1 0 0,0 0 1 0 0,0 0 0 0 0,0 0-1 0 0,0 0 1 0 0,0 0 0 0 0,0 0-1 0 0,0 0 1 0 0,0 0 0 0 0,-21 16 2734 0 0,5-6-3085 0 0,1 4 441 0 0,0 1 0 0 0,1 1 1 0 0,1 0-1 0 0,0 0 0 0 0,1 1 0 0 0,1 1 0 0 0,-10 21 0 0 0,19-35-125 0 0,0 0 0 0 0,1 0 0 0 0,-1 0 0 0 0,1 0 0 0 0,-1 1 0 0 0,1-1 0 0 0,1 0 0 0 0,-1 1 0 0 0,1-1 0 0 0,-1 0 0 0 0,1 1 0 0 0,0-1 0 0 0,1 0 0 0 0,-1 1 0 0 0,1-1 0 0 0,0 0 0 0 0,0 1 0 0 0,0-1 0 0 0,1 0 0 0 0,-1 0 0 0 0,4 6 0 0 0,-2-8-42 0 0,0 0 0 0 0,0 1 0 0 0,0-1-1 0 0,0 0 1 0 0,1 0 0 0 0,-1-1 0 0 0,1 1 0 0 0,-1-1 0 0 0,1 0 0 0 0,0 0 0 0 0,-1 0 0 0 0,1 0 0 0 0,0-1-1 0 0,0 1 1 0 0,0-1 0 0 0,0 0 0 0 0,-1 0 0 0 0,8-1 0 0 0,6-2-23 0 0,1 0 0 0 0,-1-1 1 0 0,0 0-1 0 0,24-11 0 0 0,-34 11 181 0 0,1 1-1 0 0,-1-1 1 0 0,0 0 0 0 0,0 0-1 0 0,-1-1 1 0 0,1 0 0 0 0,-1 0 0 0 0,0 0-1 0 0,0-1 1 0 0,-1 0 0 0 0,0 0-1 0 0,7-11 1 0 0,-11 15-79 0 0,0 0 0 0 0,0 0 0 0 0,0 0 1 0 0,-1-1-1 0 0,1 1 0 0 0,-1 0 0 0 0,0-1 0 0 0,1 1 0 0 0,-1 0 0 0 0,0-1 0 0 0,0 1 0 0 0,-1-1 1 0 0,1 1-1 0 0,0 0 0 0 0,-1-1 0 0 0,0 1 0 0 0,0-3 0 0 0,-18-32-242 0 0,14 31 46 0 0,0 0 0 0 0,0 0 0 0 0,0 0 1 0 0,-1 1-1 0 0,0 0 0 0 0,0 0 0 0 0,-1 0 0 0 0,1 1 0 0 0,-1 0 0 0 0,0 0 0 0 0,0 1 0 0 0,0 0 1 0 0,0 0-1 0 0,-9-2 0 0 0,2 2-695 0 0,0 0-1 0 0,0 1 1 0 0,-1 1 0 0 0,1 0 0 0 0,0 0 0 0 0,-23 4-1 0 0,-5 2-3240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18.2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2788 0 0,'0'0'4696'0'0,"0"4"-3917"0"0,1 29 129 0 0,2-1-1 0 0,1 1 0 0 0,2-1 0 0 0,10 34 1 0 0,-1 0-154 0 0,3 22-237 0 0,85 435 2089 0 0,-29 5-4286 0 0,-66-452-231 0 0,0 5-6009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19.2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17 268 3752 0 0,'0'0'2343'0'0,"-4"-1"-1505"0"0,4 1-892 0 0,-12-4 1411 0 0,12 4-1288 0 0,0-1 0 0 0,0 1 0 0 0,0 0 0 0 0,-1-1 0 0 0,1 1 0 0 0,1-1 0 0 0,-1 1 0 0 0,0 0 1 0 0,0-1-1 0 0,0 1 0 0 0,0-1 0 0 0,0 1 0 0 0,0 0 0 0 0,0-1 0 0 0,0 1 0 0 0,1-1 0 0 0,-1 1 0 0 0,0 0 0 0 0,0-1 0 0 0,0 1 0 0 0,1 0 0 0 0,-1-1 0 0 0,0 1 0 0 0,1 0 0 0 0,-1 0 0 0 0,0-1 0 0 0,1 1 0 0 0,-1 0 1 0 0,1-1-1 0 0,1-1 247 0 0,2 1 8 0 0,14-5-4 0 0,-1 1 0 0 0,1 1 0 0 0,0 0 0 0 0,19 0 0 0 0,82-2 98 0 0,-60 4-216 0 0,1279-31 2629 0 0,-909 27-2711 0 0,1423-66 27 0 0,-1739 65-79 0 0,674-67-334 0 0,-701 58 933 0 0,-82 15-394 0 0,47-7 881 0 0,-50 8-1121 0 0,0 0 0 0 0,0 0-1 0 0,1 1 1 0 0,-1-1 0 0 0,0 1 0 0 0,0-1-1 0 0,0 1 1 0 0,1-1 0 0 0,-1 1 0 0 0,0 0-1 0 0,0-1 1 0 0,0 1 0 0 0,0 0-1 0 0,0 0 1 0 0,0 0 0 0 0,-1 0 0 0 0,1 0-1 0 0,0 0 1 0 0,0 0 0 0 0,-1 0-1 0 0,1 0 1 0 0,0 0 0 0 0,0 2 0 0 0,10 31 605 0 0,-9-28-659 0 0,29 122 442 0 0,-7 1 0 0 0,11 154 0 0 0,-29-221-323 0 0,19 334-1271 0 0,-38-199-2711 0 0,6-149 970 0 0,-3-1-1 0 0,-16 50 0 0 0,6-39-4170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19.9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11 2512 0 0,'-5'0'1425'0'0,"-67"-3"3428"0"0,68 3-2022 0 0,11 0-2695 0 0,270-8 688 0 0,-151 8-498 0 0,2463 23 2951 0 0,-1725-7-3334 0 0,-6-12-3084 0 0,-293-12-4308 0 0,-443 6 1952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0.8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33 3060 0 0,'-2'-3'1708'0'0,"1"1"-1942"0"0,-16-23 6163 0 0,17 25-5857 0 0,0 0 0 0 0,0 0 0 0 0,0 0 0 0 0,-1-1 0 0 0,1 1 0 0 0,0 0 0 0 0,0 0-1 0 0,0 0 1 0 0,0 0 0 0 0,0 0 0 0 0,0-1 0 0 0,-1 1 0 0 0,1 0 0 0 0,0 0 0 0 0,0 0 0 0 0,0 0 0 0 0,0 0 0 0 0,-1 0-1 0 0,1 0 1 0 0,0 0 0 0 0,0 0 0 0 0,0 0 0 0 0,-1 0 0 0 0,1 0 0 0 0,0 0 0 0 0,0 0 0 0 0,0 0 0 0 0,-1 0-1 0 0,1 0 1 0 0,0 0 0 0 0,0 0 0 0 0,0 0 0 0 0,0 0 0 0 0,-1 0 0 0 0,1 0 0 0 0,0 0 0 0 0,0 0 0 0 0,0 0 0 0 0,0 0-1 0 0,-1 0 1 0 0,1 1 0 0 0,0-1 0 0 0,0 0 0 0 0,0 0 0 0 0,0 0 0 0 0,-1 0 0 0 0,0 23 226 0 0,15 246-145 0 0,-12-91-2790 0 0,3-145 1225 0 0,-2-9-4666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1.3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308 106 2860 0 0,'1'-8'528'0'0,"0"0"-1"0"0,0-1 0 0 0,1 2 0 0 0,0-1 1 0 0,1 0-1 0 0,-1 0 0 0 0,1 1 0 0 0,1-1 0 0 0,7-12 1 0 0,-9 18-230 0 0,19-10 228 0 0,-17 12-317 0 0,-1 0-171 0 0,0 1-1 0 0,0-1 1 0 0,0 1 0 0 0,0 0-1 0 0,0 0 1 0 0,0 0 0 0 0,0 0-1 0 0,0 0 1 0 0,-1 0 0 0 0,1 1-1 0 0,0 0 1 0 0,-1-1 0 0 0,1 1-1 0 0,-1 0 1 0 0,0 0 0 0 0,1 0-1 0 0,-1 1 1 0 0,0-1 0 0 0,0 0-1 0 0,2 5 1 0 0,-1 1-27 0 0,-1 0 0 0 0,0 0 1 0 0,0 0-1 0 0,-1 1 0 0 0,0-1 0 0 0,-1 0 0 0 0,1 1 1 0 0,-2-1-1 0 0,1 0 0 0 0,-1 0 0 0 0,0 1 0 0 0,-1-1 1 0 0,0 0-1 0 0,0 0 0 0 0,-1 0 0 0 0,0-1 0 0 0,0 1 1 0 0,-1-1-1 0 0,0 1 0 0 0,-6 7 0 0 0,-2 2-14 0 0,-1-1-1 0 0,-1 0 1 0 0,0-1-1 0 0,-1 0 0 0 0,0-1 1 0 0,-1-1-1 0 0,-1-1 1 0 0,0 0-1 0 0,-1-1 1 0 0,0-1-1 0 0,0-1 0 0 0,-1 0 1 0 0,-1-2-1 0 0,1 0 1 0 0,-1-1-1 0 0,-27 5 1 0 0,17-10-47 0 0,25-1-132 0 0,-1-1 184 0 0,-15-3 43 0 0,16 3-10 0 0,5 1-34 0 0,0-1 1 0 0,-1 1 0 0 0,1 0-1 0 0,0-1 1 0 0,0 1-1 0 0,0 0 1 0 0,0-1 0 0 0,-1 1-1 0 0,1 0 1 0 0,0-1 0 0 0,0 1-1 0 0,-1 0 1 0 0,1 0 0 0 0,0-1-1 0 0,0 1 1 0 0,-1 0 0 0 0,1 0-1 0 0,0 0 1 0 0,-1-1-1 0 0,1 1 1 0 0,0 0 0 0 0,-1 0-1 0 0,1 0 1 0 0,0 0 0 0 0,-1 0-1 0 0,1 0 1 0 0,0 0 0 0 0,-1-1-1 0 0,0 1 3 0 0,1 0 0 0 0,-1 0-1 0 0,1 0 1 0 0,-1 0 0 0 0,1 0 0 0 0,0 0-1 0 0,-1 0 1 0 0,1 0 0 0 0,-1-1 0 0 0,1 1-1 0 0,-1 0 1 0 0,1 0 0 0 0,0-1 0 0 0,-1 1-1 0 0,1 0 1 0 0,0-1 0 0 0,-1 1 0 0 0,1 0-1 0 0,0-1 1 0 0,-1 1 0 0 0,1 0 0 0 0,0-1-1 0 0,0 1 1 0 0,-1-1 0 0 0,1 1 0 0 0,0-1-1 0 0,0 1 1 0 0,0 0 0 0 0,0-1 0 0 0,0 1-1 0 0,0-1 1 0 0,-1 1 0 0 0,1-1 0 0 0,0 1-1 0 0,0-1 1 0 0,0 1 0 0 0,1-1 0 0 0,-1 0-1 0 0,-1-1-2 0 0,1 1 1 0 0,0-1-1 0 0,0 1 1 0 0,0-1 0 0 0,0 1-1 0 0,1-1 1 0 0,-1 1-1 0 0,0 0 1 0 0,1-1-1 0 0,-1 1 1 0 0,1-1-1 0 0,0-1 1 0 0,1 2 8 0 0,-1 1 1 0 0,1-1-1 0 0,-1 0 0 0 0,1 1 1 0 0,-1 0-1 0 0,1-1 0 0 0,-1 1 1 0 0,1 0-1 0 0,-1-1 1 0 0,1 1-1 0 0,0 0 0 0 0,2 1 1 0 0,-3-1 11 0 0,6-1 33 0 0,0 1-1 0 0,0 0 0 0 0,-1 0 0 0 0,1 0 1 0 0,0 1-1 0 0,-1 0 0 0 0,1 1 0 0 0,6 1 1 0 0,-2 0-28 0 0,198 56 718 0 0,-48-11-1904 0 0,-149-46 14 0 0,1 0-1 0 0,-1-2 1 0 0,1 1 0 0 0,0-2 0 0 0,20-2 0 0 0,-28 2-2398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1.7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82 116 3440 0 0,'-1'-4'1046'0'0,"-17"-24"2297"0"0,15 26-2259 0 0,-18 6-700 0 0,16-3-157 0 0,-15 29 667 0 0,18-27-578 0 0,5 3-219 0 0,-3-5-93 0 0,0-1 0 0 0,0 1-1 0 0,0-1 1 0 0,0 0 0 0 0,0 1 0 0 0,0-1-1 0 0,0 1 1 0 0,0-1 0 0 0,0 0 0 0 0,0 1 0 0 0,1-1-1 0 0,-1 0 1 0 0,0 1 0 0 0,0-1 0 0 0,0 0-1 0 0,0 1 1 0 0,0-1 0 0 0,1 0 0 0 0,-1 1-1 0 0,0-1 1 0 0,0 0 0 0 0,1 1 0 0 0,-1-1-1 0 0,0 0 1 0 0,0 0 0 0 0,1 1 0 0 0,-1-1-1 0 0,0 0 1 0 0,1 0 0 0 0,-1 0 0 0 0,0 1 0 0 0,1-1-1 0 0,-1 0 1 0 0,1 0 0 0 0,-1 0 0 0 0,0 0-1 0 0,1 0 1 0 0,-1 0 0 0 0,1 0 0 0 0,4 1 7 0 0,17-4 107 0 0,12-8-94 0 0,-30 9-22 0 0,7-5 1 0 0,33-31-169 0 0,-42 36 119 0 0,-1 0 32 0 0,0 0 1 0 0,0 0-1 0 0,0-1 0 0 0,0 1 1 0 0,0 0-1 0 0,-1 0 0 0 0,1 0 1 0 0,-1-1-1 0 0,0-2 0 0 0,0 3 6 0 0,0-1 0 0 0,0 1 0 0 0,-1-1 0 0 0,0 0 0 0 0,1 1 0 0 0,-1 0 0 0 0,0-1 0 0 0,0 1 0 0 0,0-1 0 0 0,-1 1 0 0 0,1 0 0 0 0,-1 0 0 0 0,1 0 0 0 0,-3-2 0 0 0,4 4 9 0 0,-2-4-2 0 0,-2 3 31 0 0,1-1-4 0 0,0 1 1 0 0,1 0 0 0 0,-1 0 0 0 0,0 0-1 0 0,0 1 1 0 0,1-1 0 0 0,-1 1 0 0 0,0-1 0 0 0,0 1-1 0 0,0 0 1 0 0,0 0 0 0 0,0 0 0 0 0,1 1-1 0 0,-1-1 1 0 0,0 1 0 0 0,0-1 0 0 0,0 1-1 0 0,1 0 1 0 0,-1 0 0 0 0,0 0 0 0 0,1 1-1 0 0,-1-1 1 0 0,1 0 0 0 0,-3 3 0 0 0,1-1 17 0 0,0 0 7 0 0,-1 1 0 0 0,1 0 0 0 0,0 0 0 0 0,0 1 0 0 0,1-1 0 0 0,-1 1 0 0 0,1 0 0 0 0,0 0 0 0 0,0 0 1 0 0,0 0-1 0 0,-2 9 0 0 0,2-7-12 0 0,1 1 1 0 0,0-1 0 0 0,1 0-1 0 0,0 1 1 0 0,0-1 0 0 0,0 1-1 0 0,1 0 1 0 0,0-1 0 0 0,1 1-1 0 0,2 13 1 0 0,-1-15-93 0 0,0 0-1 0 0,1 0 1 0 0,-1 0 0 0 0,1-1-1 0 0,0 1 1 0 0,1-1 0 0 0,-1 0-1 0 0,1 1 1 0 0,0-2 0 0 0,1 1-1 0 0,-1 0 1 0 0,1-1-1 0 0,0 0 1 0 0,0 0 0 0 0,0 0-1 0 0,0-1 1 0 0,1 1 0 0 0,-1-1-1 0 0,1-1 1 0 0,0 1 0 0 0,0-1-1 0 0,0 0 1 0 0,0 0-1 0 0,0-1 1 0 0,1 0 0 0 0,-1 0-1 0 0,9 0 1 0 0,26-4-1538 0 0,-34 2 692 0 0,-1 0 1 0 0,1-1 0 0 0,0 1-1 0 0,-1-2 1 0 0,10-3-1 0 0,6-6-2934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1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3508 0 0,'0'0'5771'0'0,"0"4"-5504"0"0,1 8-178 0 0,0 1 0 0 0,0 0-1 0 0,1-1 1 0 0,1 1 0 0 0,0-1-1 0 0,0 0 1 0 0,7 14-1 0 0,-5-16-504 0 0,0 0 0 0 0,0-1 0 0 0,1 1 0 0 0,0-1-1 0 0,8 9 1 0 0,-12-16-468 0 0,14 4-1641 0 0,-13-4 1776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2.2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17 3640 0 0,'0'0'2323'0'0,"-1"-4"-1448"0"0,-4-9 51 0 0,-4 17 683 0 0,-9 27-518 0 0,-3 12-1164 0 0,2 0-1 0 0,1 2 1 0 0,-18 78-1 0 0,35-118-500 0 0,1-1-219 0 0,0 13-281 0 0,0-13-275 0 0,11 10-4991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2.4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0 3488 0 0,'0'0'7382'0'0,"-2"4"-6986"0"0,-5 18-333 0 0,1 0 1 0 0,1 1-1 0 0,1-1 0 0 0,1 1 1 0 0,0 0-1 0 0,2 0 1 0 0,3 40-1 0 0,-1-59-472 0 0,10 15-3806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2.6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7 3896 0 0,'0'0'1236'0'0,"-21"-6"1765"0"0,-2 10-2349 0 0,8 11-1092 0 0,23 12-7865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23.5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0 188 3344 0 0,'0'0'2371'0'0,"2"3"-1486"0"0,15 28 1888 0 0,-15-28-2344 0 0,3 2-185 0 0,-5-4-233 0 0,0-1 0 0 0,0 1 0 0 0,0-1 0 0 0,1 1 0 0 0,-1-1 0 0 0,0 1 0 0 0,1-1 0 0 0,-1 1 0 0 0,0-1 1 0 0,1 1-1 0 0,-1-1 0 0 0,0 0 0 0 0,1 1 0 0 0,-1-1 0 0 0,1 1 0 0 0,-1-1 0 0 0,1 0 0 0 0,-1 1 0 0 0,1-1 0 0 0,-1 0 0 0 0,1 0 0 0 0,-1 1 1 0 0,2-1-1 0 0,2 1-37 0 0,0 0 0 0 0,0-1 1 0 0,1 1-1 0 0,-1-1 1 0 0,0 0-1 0 0,0 0 1 0 0,1-1-1 0 0,-1 1 1 0 0,0-1-1 0 0,0 0 0 0 0,0 0 1 0 0,0 0-1 0 0,0-1 1 0 0,5-1-1 0 0,-3-1 25 0 0,1 1 1 0 0,-1-1-1 0 0,0 0 0 0 0,-1-1 0 0 0,1 0 0 0 0,-1 1 0 0 0,0-2 0 0 0,0 1 0 0 0,0-1 1 0 0,-1 1-1 0 0,0-1 0 0 0,0 0 0 0 0,0-1 0 0 0,-1 1 0 0 0,0-1 0 0 0,3-9 1 0 0,-5 13 88 0 0,0-22 1126 0 0,-1 25-1183 0 0,0-1-1 0 0,0 0 0 0 0,0 1 1 0 0,-1-1-1 0 0,1 1 0 0 0,0-1 1 0 0,0 1-1 0 0,-1-1 0 0 0,1 1 1 0 0,0-1-1 0 0,-1 1 1 0 0,1-1-1 0 0,-1 1 0 0 0,1 0 1 0 0,0-1-1 0 0,-1 1 0 0 0,1 0 1 0 0,-1-1-1 0 0,1 1 0 0 0,-1 0 1 0 0,1-1-1 0 0,-1 1 0 0 0,1 0 1 0 0,-1 0-1 0 0,1 0 0 0 0,-1 0 1 0 0,0 0-1 0 0,1-1 0 0 0,-1 1 1 0 0,1 0-1 0 0,-1 0 0 0 0,0 0 1 0 0,1 0-1 0 0,-1 0 1 0 0,0 1-1 0 0,-1 0 20 0 0,0 0 0 0 0,1 0 0 0 0,-1 0 0 0 0,0 0 1 0 0,1 1-1 0 0,-1-1 0 0 0,1 0 0 0 0,-1 1 0 0 0,1-1 0 0 0,-3 4 0 0 0,-1 4 30 0 0,-1 0-1 0 0,2 0 0 0 0,-1 0 0 0 0,-4 15 1 0 0,7-17-93 0 0,-1 0-43 0 0,0 1 1 0 0,1 0-1 0 0,0 1 0 0 0,0-1 1 0 0,1 0-1 0 0,0 0 0 0 0,1 1 1 0 0,-1-1-1 0 0,2 1 0 0 0,1 13 1 0 0,0-17-145 0 0,-1-1 0 0 0,1 0 0 0 0,0 0-1 0 0,1 1 1 0 0,-1-2 0 0 0,0 1 0 0 0,1 0 0 0 0,6 6 0 0 0,-7-8-281 0 0,3-1-97 0 0,13 2-72 0 0,-13-2 89 0 0,1-2 61 0 0,5-1 256 0 0,0 0 0 0 0,0-1 0 0 0,-1-1 0 0 0,0 0 0 0 0,1 0-1 0 0,-1-1 1 0 0,-1 0 0 0 0,15-10 0 0 0,-12 4 490 0 0,0-1 0 0 0,-1 0 1 0 0,0 0-1 0 0,-1-1 0 0 0,0 0 1 0 0,13-26-1 0 0,-21 35 140 0 0,5-15 3280 0 0,-10 23-3643 0 0,0 0 0 0 0,0 1 0 0 0,0-1 0 0 0,1 0-1 0 0,0 1 1 0 0,0-1 0 0 0,0 1 0 0 0,0 0-1 0 0,1 0 1 0 0,-1 0 0 0 0,1-1 0 0 0,0 10 0 0 0,-2 0 36 0 0,2-10-18 0 0,2 1-19 0 0,6 42-25 0 0,-6-43-50 0 0,14 12-194 0 0,-7-12 133 0 0,-8-3 110 0 0,1-1 0 0 0,-1 1 0 0 0,1-1 0 0 0,-1 0 1 0 0,0 1-1 0 0,1-1 0 0 0,-1 0 0 0 0,1 0 0 0 0,-1 1 0 0 0,1-1 0 0 0,-1 0 0 0 0,1 0 0 0 0,-1 0 0 0 0,1 1 0 0 0,-1-1 0 0 0,1 0 1 0 0,-1 0-1 0 0,1 0 0 0 0,-1 0 0 0 0,1 0 0 0 0,0 0 0 0 0,-1 0 0 0 0,1 0 0 0 0,-1 0 0 0 0,1 0 0 0 0,-1-1 0 0 0,2 1 0 0 0,5-2 17 0 0,1 0-1 0 0,-1-1 0 0 0,1 0 0 0 0,-1 0 1 0 0,0-1-1 0 0,0 0 0 0 0,-1 0 0 0 0,1 0 1 0 0,-1-1-1 0 0,0 0 0 0 0,0 0 0 0 0,0-1 1 0 0,-1 0-1 0 0,0 0 0 0 0,0 0 0 0 0,0 0 1 0 0,-1-1-1 0 0,7-12 0 0 0,-4 3 103 0 0,-5 13 11 0 0,5-9 0 0 0,-8 10-48 0 0,-3 16 422 0 0,-6 28-786 0 0,10-38 245 0 0,0 1 48 0 0,1-2-9 0 0,-1 0-1 0 0,1-1 0 0 0,0 1 0 0 0,0 0 1 0 0,0 0-1 0 0,0-1 0 0 0,0 1 0 0 0,1 0 1 0 0,-1-1-1 0 0,1 1 0 0 0,0-1 0 0 0,0 0 0 0 0,0 1 1 0 0,0-1-1 0 0,0 0 0 0 0,0 0 0 0 0,0-1 1 0 0,3 3-1 0 0,-2-2-12 0 0,2-3 43 0 0,3 0 113 0 0,0-1 0 0 0,0 0 0 0 0,0-1-1 0 0,-1 0 1 0 0,1 0 0 0 0,-1 0 0 0 0,1-1 0 0 0,-1 0 0 0 0,0-1-1 0 0,-1 1 1 0 0,1-1 0 0 0,-1-1 0 0 0,0 1 0 0 0,0-1-1 0 0,0 0 1 0 0,-1-1 0 0 0,0 1 0 0 0,7-13 0 0 0,-9 14-161 0 0,0 0 0 0 0,-1 0 0 0 0,1-1 0 0 0,-1 1 0 0 0,0-1 1 0 0,-1 1-1 0 0,1-1 0 0 0,-1 0 0 0 0,0 0 0 0 0,0 1 0 0 0,-1-1 0 0 0,0 0 1 0 0,0 0-1 0 0,-1 0 0 0 0,1 0 0 0 0,-1 1 0 0 0,0-1 0 0 0,-1 0 0 0 0,1 1 1 0 0,-1-1-1 0 0,0 1 0 0 0,-4-7 0 0 0,1 6-552 0 0,0 0 0 0 0,0 1 0 0 0,-1 0 1 0 0,0 0-1 0 0,0 0 0 0 0,0 1 0 0 0,0 0 0 0 0,-1 0 0 0 0,0 1 0 0 0,0-1 0 0 0,0 1 1 0 0,0 1-1 0 0,0 0 0 0 0,-14-3 0 0 0,-21-4-5380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1.6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532 1 3488 0 0,'-6'2'1277'0'0,"-3"2"-968"0"0,0 1 1 0 0,0 0-1 0 0,1 0 0 0 0,0 0 0 0 0,0 1 1 0 0,1 1-1 0 0,-12 11 0 0 0,-51 63 652 0 0,25-27-558 0 0,-13 10-62 0 0,-215 224 742 0 0,271-285-721 0 0,3-9-286 0 0,0 2-42 0 0,-1-2-55 0 0,2 1 0 0 0,-1 0 0 0 0,0-1-1 0 0,1 1 1 0 0,0 0 0 0 0,1 0 0 0 0,-1 0-1 0 0,1 1 1 0 0,-1-1 0 0 0,2 1 0 0 0,-1-1-1 0 0,0 1 1 0 0,1 0 0 0 0,0 0 0 0 0,0 1-1 0 0,0-1 1 0 0,0 1 0 0 0,0-1 0 0 0,7-2-1 0 0,-8 4 31 0 0,10 0 91 0 0,-11 2-89 0 0,-1 0-1 0 0,0-1 1 0 0,0 1 0 0 0,1 0 0 0 0,-1 0 0 0 0,0 0 0 0 0,1 0 0 0 0,-1 0 0 0 0,0 0 0 0 0,0 0 0 0 0,1 0 0 0 0,-1 1 0 0 0,0-1 0 0 0,0 0 0 0 0,1 1 0 0 0,-1-1 0 0 0,0 1 0 0 0,0-1 0 0 0,0 1 0 0 0,0 0 0 0 0,0-1 0 0 0,0 1-1 0 0,0 0 1 0 0,0 0 0 0 0,0 0 0 0 0,1 1 0 0 0,0 0-14 0 0,6 8 43 0 0,-1 0-1 0 0,0 1 1 0 0,0 0-1 0 0,-1 0 1 0 0,6 15-1 0 0,-9-19-66 0 0,1 0 0 0 0,0 0-1 0 0,1 0 1 0 0,0 0 0 0 0,0-1 0 0 0,0 0-1 0 0,9 7 1 0 0,-11-10-38 0 0,0-1 0 0 0,0 0-1 0 0,1 0 1 0 0,-1 0 0 0 0,1 0 0 0 0,0 0-1 0 0,-1-1 1 0 0,1 0 0 0 0,0 0 0 0 0,0 0 0 0 0,0 0-1 0 0,0-1 1 0 0,0 1 0 0 0,0-1 0 0 0,0 0-1 0 0,0 0 1 0 0,0-1 0 0 0,4 0 0 0 0,9-2 21 0 0,0-1 0 0 0,0 0-1 0 0,-1-2 1 0 0,1 0 0 0 0,-1 0 0 0 0,-1-2 0 0 0,23-13 0 0 0,-27 13 131 0 0,0 1 0 0 0,-1-1 0 0 0,0-1 0 0 0,-1 0 0 0 0,0 0 0 0 0,0-1 0 0 0,-1 0 0 0 0,0-1 0 0 0,0 0 0 0 0,9-20 0 0 0,-15 28 22 0 0,-1-14 163 0 0,-1-8 332 0 0,-1 22-292 0 0,-4 3-202 0 0,-2 1-59 0 0,0 1 0 0 0,0 0 1 0 0,1 1-1 0 0,-1-1 0 0 0,1 1 0 0 0,-1 0 1 0 0,1 1-1 0 0,0 0 0 0 0,0 0 0 0 0,-9 8 1 0 0,8-6-32 0 0,0 0 0 0 0,1 0 0 0 0,0 1 0 0 0,0-1 0 0 0,0 2 0 0 0,1-1 0 0 0,0 1 0 0 0,1-1 0 0 0,-6 12 0 0 0,9-14-57 0 0,0 1 1 0 0,0-1-1 0 0,1 0 1 0 0,0 1-1 0 0,0 8 0 0 0,0-9-91 0 0,1-5 122 0 0,-1 0-1 0 0,0 0 0 0 0,1 0 0 0 0,-1 0 1 0 0,1 0-1 0 0,-1 0 0 0 0,0 0 0 0 0,1 1 0 0 0,-1-1 1 0 0,0 0-1 0 0,1 0 0 0 0,-1 0 0 0 0,0 1 0 0 0,1-1 1 0 0,-1 0-1 0 0,0 0 0 0 0,0 1 0 0 0,1-1 1 0 0,-1 0-1 0 0,0 0 0 0 0,0 1 0 0 0,0-1 0 0 0,1 0 1 0 0,-1 1-1 0 0,0-1 0 0 0,0 0 0 0 0,0 1 1 0 0,1 0-1 0 0,-1 0-9 0 0,0-1 0 0 0,1 1 0 0 0,-1 0 0 0 0,0 0 1 0 0,1-1-1 0 0,-1 1 0 0 0,1 0 0 0 0,0-1 0 0 0,-1 1 0 0 0,1 0 1 0 0,0-1-1 0 0,-1 1 0 0 0,1-1 0 0 0,0 1 0 0 0,-1-1 1 0 0,1 1-1 0 0,0-1 0 0 0,1 1 0 0 0,6 1 70 0 0,0 0 0 0 0,0 0 0 0 0,0-1 0 0 0,1 1-1 0 0,-1-2 1 0 0,0 1 0 0 0,1-1 0 0 0,-1-1 0 0 0,0 0 0 0 0,0 0 0 0 0,1 0 0 0 0,-1-1 0 0 0,0 0-1 0 0,0-1 1 0 0,0 0 0 0 0,-1 0 0 0 0,1-1 0 0 0,-1 1 0 0 0,0-2 0 0 0,0 1 0 0 0,0-1 0 0 0,11-10-1 0 0,-16 12 38 0 0,1-1 0 0 0,-1 1 0 0 0,1-1 0 0 0,-1 0 0 0 0,0 0 0 0 0,-1 0 0 0 0,1 0-1 0 0,-1-1 1 0 0,1 1 0 0 0,-1 0 0 0 0,-1-1 0 0 0,1 1 0 0 0,0-8 0 0 0,-1 7-37 0 0,-2 2 2 0 0,-6-10-32 0 0,6 10-7 0 0,-1 2-10 0 0,0 0-45 0 0,0 0 0 0 0,0 1-1 0 0,-1 0 1 0 0,1-1-1 0 0,0 1 1 0 0,0 0 0 0 0,0 0-1 0 0,0 1 1 0 0,0-1-1 0 0,-1 1 1 0 0,1-1 0 0 0,0 1-1 0 0,0 0 1 0 0,0 0 0 0 0,-5 3-1 0 0,2 0-257 0 0,1-1-1 0 0,-1 0 1 0 0,1 1 0 0 0,0 0-1 0 0,0 0 1 0 0,-7 9-1 0 0,10-11-412 0 0,-7 13-1042 0 0,7-9-2682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1.9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 3328 0 0,'2'-2'1624'0'0,"12"-11"2628"0"0,-12 11-3559 0 0,-1 2-639 0 0,-1-1 0 0 0,0 1 0 0 0,1-1 0 0 0,-1 1 0 0 0,1-1 0 0 0,-1 1-1 0 0,1 0 1 0 0,-1-1 0 0 0,0 1 0 0 0,1 0 0 0 0,-1 0 0 0 0,1-1 0 0 0,-1 1 0 0 0,1 0 0 0 0,0 0 0 0 0,-1 0 0 0 0,1 0 0 0 0,-1-1 0 0 0,1 1 0 0 0,-1 0 0 0 0,1 0 0 0 0,-1 0-1 0 0,1 0 1 0 0,0 0 0 0 0,-1 0 0 0 0,1 0 0 0 0,-1 1 0 0 0,1-1 0 0 0,-1 0 0 0 0,1 0 0 0 0,-1 0 0 0 0,1 1 0 0 0,-1-1 0 0 0,1 0 0 0 0,-1 0 0 0 0,1 1 0 0 0,-1-1 0 0 0,1 0-1 0 0,-1 1 1 0 0,0-1 0 0 0,1 1 0 0 0,-1-1 0 0 0,1 0 0 0 0,-1 1 0 0 0,0-1 0 0 0,0 1 0 0 0,1-1 0 0 0,-1 1 0 0 0,1 0 0 0 0,0 2 200 0 0,0 1-41 0 0,28 174-1192 0 0,-28-174 389 0 0,1 0-117 0 0,4 14-104 0 0,-4-13-341 0 0,1-3-392 0 0,6 8-1124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2.1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212 25 3340 0 0,'1'-4'1398'0'0,"-4"-13"2528"0"0,3 16-3874 0 0,-1 1 1 0 0,0 0-1 0 0,1-1 0 0 0,-1 1 0 0 0,0 0 0 0 0,0 0 1 0 0,1-1-1 0 0,-1 1 0 0 0,0 0 0 0 0,1 0 1 0 0,-1 0-1 0 0,0 0 0 0 0,0 0 0 0 0,1 0 0 0 0,-1 0 1 0 0,0 0-1 0 0,0 0 0 0 0,1 0 0 0 0,-1 0 0 0 0,0 1 1 0 0,1-1-1 0 0,-1 0 0 0 0,0 0 0 0 0,1 1 1 0 0,-1-1-1 0 0,0 1 0 0 0,1-1 0 0 0,-1 0 0 0 0,1 1 1 0 0,-1-1-1 0 0,0 1 0 0 0,1-1 0 0 0,-1 1 0 0 0,1 0 1 0 0,-29 22-7 0 0,2 1 1 0 0,1 1 0 0 0,1 1-1 0 0,1 2 1 0 0,-22 32 0 0 0,43-57-872 0 0,-4 12 476 0 0,8-8-5370 0 0,5 9 1880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2.6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1 110 3276 0 0,'0'0'6026'0'0,"3"2"-5942"0"0,3-1-30 0 0,0 1 0 0 0,1-1 0 0 0,-1 0 0 0 0,0 0 0 0 0,0-1 0 0 0,1 0 0 0 0,-1 0 0 0 0,0-1 0 0 0,0 1 1 0 0,0-1-1 0 0,1-1 0 0 0,6-1 0 0 0,-5 0 155 0 0,1 0-1 0 0,-1 0 1 0 0,0-1 0 0 0,0 0-1 0 0,0 0 1 0 0,0-1 0 0 0,-1 0-1 0 0,10-9 1 0 0,-15 12-56 0 0,10-15 88 0 0,-9 14-94 0 0,2-18-68 0 0,-4 17-29 0 0,-6-4-7 0 0,5 7-41 0 0,0 1 0 0 0,0 0 0 0 0,0-1 0 0 0,-1 1 0 0 0,1-1 0 0 0,0 1 0 0 0,0-1 0 0 0,0 1 0 0 0,0-1 0 0 0,-1 1 0 0 0,1 0 0 0 0,0-1 0 0 0,0 1 0 0 0,-1-1 0 0 0,1 1 0 0 0,0 0 0 0 0,-1-1 0 0 0,1 1 0 0 0,0 0 0 0 0,-1 0 0 0 0,1-1 0 0 0,-1 1 0 0 0,1 0 0 0 0,0 0 0 0 0,-1-1 0 0 0,1 1 0 0 0,-1 0 0 0 0,1 0 0 0 0,-1 0 0 0 0,1 0 0 0 0,-1 0 0 0 0,1 0 0 0 0,-1 0 1 0 0,-4-1 56 0 0,0 1 0 0 0,0 0 1 0 0,0 1-1 0 0,0-1 1 0 0,1 1-1 0 0,-1 0 1 0 0,0 0-1 0 0,0 0 1 0 0,1 1-1 0 0,-1 0 1 0 0,1 0-1 0 0,-1 0 1 0 0,1 0-1 0 0,0 1 1 0 0,0 0-1 0 0,0-1 1 0 0,-5 6-1 0 0,-4 4 93 0 0,0 0 1 0 0,0 1-1 0 0,-12 19 0 0 0,22-30-127 0 0,1 1 0 0 0,-1 0 0 0 0,1 1 1 0 0,0-1-1 0 0,0 0 0 0 0,1 1 0 0 0,-1-1 0 0 0,1 1 0 0 0,-1-1 1 0 0,1 1-1 0 0,0 0 0 0 0,0-1 0 0 0,1 1 0 0 0,-1 0 0 0 0,1 0 0 0 0,0 0 1 0 0,0-1-1 0 0,0 1 0 0 0,0 0 0 0 0,1 0 0 0 0,1 4 0 0 0,-1-3-47 0 0,1-1 0 0 0,1 0 1 0 0,-1 0-1 0 0,0 0 0 0 0,1 0 0 0 0,0 0 0 0 0,0-1 0 0 0,0 1 0 0 0,1-1 0 0 0,-1 0 0 0 0,1 0 0 0 0,-1 0 0 0 0,1-1 0 0 0,6 4 0 0 0,-5-3-118 0 0,0-1 0 0 0,0 0 0 0 0,1-1 0 0 0,-1 1 0 0 0,0-1 0 0 0,1 0 0 0 0,-1-1 0 0 0,1 1 0 0 0,8-1 0 0 0,48-5-1474 0 0,-57 4 1467 0 0,22-3-1682 0 0,0-2 0 0 0,0 0 0 0 0,36-14 0 0 0,-33 7-2306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3.3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56 4264 0 0,'-5'0'1567'0'0,"-70"-4"7376"0"0,134 7-9011 0 0,115-8-1 0 0,-19-15-2926 0 0,-140 17 1880 0 0,-8 3 219 0 0,0-2 0 0 0,1 1 0 0 0,-1-1 0 0 0,0 0 0 0 0,0-1 0 0 0,11-4-1 0 0,-2-2-3317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3.7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6 2540 0 0,'0'0'1973'0'0,"-5"0"-1128"0"0,-15-3-154 0 0,16 2 385 0 0,-1 1-612 0 0,-13-1-52 0 0,13 1 1001 0 0,1 1-1307 0 0,-14 3 312 0 0,21-1-361 0 0,27 16 115 0 0,-27-17-132 0 0,2-1 1 0 0,11 4 36 0 0,-12-3 43 0 0,1-2-37 0 0,13 2-28 0 0,-13-2-17 0 0,44 1 801 0 0,-44-2-510 0 0,-1 1-346 0 0,8-1-95 0 0,-23 5-132 0 0,7-2 241 0 0,1 0 44 0 0,-9 9-2 0 0,0 0 1 0 0,1 1-1 0 0,0 0 1 0 0,1 1 0 0 0,1 0-1 0 0,0 0 1 0 0,-11 23-1 0 0,18-33-16 0 0,2 13-120 0 0,0-15 42 0 0,-1 1 1 0 0,1-1-1 0 0,0 1 1 0 0,0 0-1 0 0,0-1 1 0 0,0 1-1 0 0,0 0 1 0 0,0-1-1 0 0,1 1 0 0 0,-1-1 1 0 0,0 1-1 0 0,1-1 1 0 0,-1 1-1 0 0,1-1 1 0 0,0 1-1 0 0,-1-1 1 0 0,1 1-1 0 0,0-1 0 0 0,0 0 1 0 0,1 2-1 0 0,2 1-437 0 0,0 0 1 0 0,1-1-1 0 0,-1 1 0 0 0,0-1 0 0 0,1 0 0 0 0,0-1 1 0 0,0 1-1 0 0,0-1 0 0 0,0 0 0 0 0,0 0 0 0 0,0-1 1 0 0,0 1-1 0 0,7 0 0 0 0,19 2-3133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4.0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21 3692 0 0,'6'-21'8989'0'0,"-6"26"-8481"0"0,-18 204 1628 0 0,18-202-2030 0 0,-1 5-888 0 0,1 0-1 0 0,0 0 1 0 0,0 0 0 0 0,1 0 0 0 0,1 0 0 0 0,3 12 0 0 0,-4-20-977 0 0,13 15-6398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34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83 112 3056 0 0,'2'-8'593'0'0,"0"0"0"0"0,0 1-1 0 0,0-1 1 0 0,1 1-1 0 0,0-1 1 0 0,1 1 0 0 0,0 0-1 0 0,0 0 1 0 0,0 1-1 0 0,1-1 1 0 0,0 1 0 0 0,6-7-1 0 0,-8 11-257 0 0,1 0-84 0 0,3 0-209 0 0,-1 0-1 0 0,1 1 0 0 0,-1 0 0 0 0,1 0 1 0 0,0 0-1 0 0,-1 1 0 0 0,1 0 0 0 0,0 0 1 0 0,-1 1-1 0 0,1 0 0 0 0,0 0 0 0 0,-1 0 0 0 0,1 1 1 0 0,-1 0-1 0 0,0 0 0 0 0,0 1 0 0 0,0 0 1 0 0,0 0-1 0 0,8 5 0 0 0,-11-6-6 0 0,-3-2-33 0 0,0 1 0 0 0,0-1-1 0 0,0 1 1 0 0,0-1-1 0 0,0 0 1 0 0,0 1-1 0 0,0-1 1 0 0,1 0-1 0 0,-1 1 1 0 0,0-1 0 0 0,0 1-1 0 0,0-1 1 0 0,0 0-1 0 0,1 1 1 0 0,-1-1-1 0 0,0 0 1 0 0,0 0-1 0 0,1 1 1 0 0,-1-1-1 0 0,0 0 1 0 0,0 0 0 0 0,1 1-1 0 0,-1-1 1 0 0,0 0-1 0 0,1 1 1 0 0,0-1 0 0 0,-1 0 1 0 0,1 0 0 0 0,-1 1 0 0 0,1-1-1 0 0,-1 0 1 0 0,0 1 0 0 0,1-1-1 0 0,-1 0 1 0 0,0 1 0 0 0,1-1-1 0 0,-1 1 1 0 0,0-1 0 0 0,0 1 0 0 0,1-1-1 0 0,-1 1 1 0 0,0-1 0 0 0,0 0-1 0 0,0 1 1 0 0,1-1 0 0 0,-1 1-1 0 0,0-1 1 0 0,0 1 0 0 0,0 0 0 0 0,0-1-1 0 0,0 1 1 0 0,0-1 0 0 0,0 1-1 0 0,0-1 1 0 0,0 1 0 0 0,-1 0-1 0 0,1 3 49 0 0,-1-1 0 0 0,0 1 0 0 0,0 0-1 0 0,-1-1 1 0 0,1 1 0 0 0,-1-1-1 0 0,1 0 1 0 0,-1 0 0 0 0,0 1 0 0 0,0-1-1 0 0,-1 0 1 0 0,-3 4 0 0 0,-37 29 760 0 0,39-34-662 0 0,1 1 11 0 0,-21 22 306 0 0,22-23-381 0 0,6 1-77 0 0,0 4 2 0 0,7 3 17 0 0,34 14 30 0 0,-30-17-15 0 0,-1 0-1 0 0,0 1 1 0 0,24 20-1 0 0,-36-26 62 0 0,3 6 115 0 0,-5-7-205 0 0,0-1-1 0 0,1 0 1 0 0,-1 1 0 0 0,0-1 0 0 0,1 0 0 0 0,-1 1 0 0 0,0-1 0 0 0,1 1 0 0 0,-1-1-1 0 0,0 1 1 0 0,0-1 0 0 0,1 1 0 0 0,-1-1 0 0 0,0 1 0 0 0,0-1 0 0 0,0 1-1 0 0,0-1 1 0 0,0 1 0 0 0,0-1 0 0 0,0 1 0 0 0,0 0 0 0 0,0-1 0 0 0,0 1 0 0 0,0-1-1 0 0,0 1 1 0 0,0-1 0 0 0,-1 1 0 0 0,1-1 0 0 0,0 1 0 0 0,0-1 0 0 0,-1 1-1 0 0,-1 3-12 0 0,0 0-1 0 0,0 0 0 0 0,-1-1 1 0 0,1 1-1 0 0,-1-1 0 0 0,0 0 0 0 0,0 0 1 0 0,0 0-1 0 0,0 0 0 0 0,-1 0 1 0 0,1 0-1 0 0,-1-1 0 0 0,0 0 0 0 0,-6 3 1 0 0,-19 6-1434 0 0,0-1-1 0 0,-1-2 1 0 0,0-1 0 0 0,-59 6 0 0 0,49-7-1357 0 0,-8 1-2858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4.6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504 48 3792 0 0,'0'-4'445'0'0,"-1"0"0"0"0,1 1 1 0 0,-1-1-1 0 0,0 0 0 0 0,0 1 0 0 0,0-1 0 0 0,-3-4 0 0 0,4 7-321 0 0,-1 0 0 0 0,0 0 0 0 0,0 0 0 0 0,1 0 0 0 0,-1 0 0 0 0,0 1 0 0 0,0-1 0 0 0,0 0 0 0 0,0 0 0 0 0,0 1 0 0 0,0-1 0 0 0,0 0-1 0 0,0 1 1 0 0,0-1 0 0 0,-1 1 0 0 0,1 0 0 0 0,0-1 0 0 0,0 1 0 0 0,0 0 0 0 0,-3-1 0 0 0,4 1-114 0 0,-1 0 0 0 0,1 0 0 0 0,0 0 0 0 0,0 0 0 0 0,-1 0 0 0 0,1 0 0 0 0,0 0 0 0 0,-1 0 0 0 0,1 0 0 0 0,0 0 0 0 0,-1 0 0 0 0,1 0 0 0 0,0 1 0 0 0,0-1 0 0 0,-1 0 0 0 0,1 0 0 0 0,0 0 0 0 0,0 0 0 0 0,-1 0 0 0 0,1 1 0 0 0,0-1 0 0 0,0 0 0 0 0,-1 0 0 0 0,1 0 0 0 0,0 1 0 0 0,0-1 0 0 0,0 0 0 0 0,-1 0 0 0 0,1 0 0 0 0,0 1 0 0 0,0-1 0 0 0,0 1 0 0 0,-17 22 223 0 0,1 0-1 0 0,1 1 0 0 0,2 1 0 0 0,-12 27 1 0 0,-40 118 91 0 0,35-85-211 0 0,-4 5-14 0 0,-4-3 0 0 0,-4-1 0 0 0,-54 82 0 0 0,58-125-45 0 0,36-40-73 0 0,0-3-168 0 0,1 1 164 0 0,0-1-1 0 0,0 1 1 0 0,0-1 0 0 0,0 0 0 0 0,0 1 0 0 0,0-1 0 0 0,0 0 0 0 0,0 0 0 0 0,0 0 0 0 0,1 1 0 0 0,-1-1 0 0 0,0 0 0 0 0,0 0 0 0 0,0 0 0 0 0,0-1 0 0 0,0 1 0 0 0,0 0 0 0 0,0 0 0 0 0,-1-1 0 0 0,0-4-36 0 0,0-1 1 0 0,0 1-1 0 0,1-1 0 0 0,0 0 1 0 0,0 1-1 0 0,0-1 1 0 0,1 0-1 0 0,-1 0 1 0 0,2 0-1 0 0,-1 1 0 0 0,2-10 1 0 0,1-4-27 0 0,1 1 0 0 0,0 0-1 0 0,8-19 1 0 0,-12 37 84 0 0,1-5-23 0 0,1 1 0 0 0,0 0 0 0 0,0-1 0 0 0,0 1 0 0 0,0 0 0 0 0,0 0 0 0 0,1 0 1 0 0,0 0-1 0 0,0 1 0 0 0,0-1 0 0 0,0 1 0 0 0,7-6 0 0 0,-8 8 72 0 0,3 1-24 0 0,0 1-1 0 0,0 0 0 0 0,-1 0 0 0 0,1 0 0 0 0,-1 1 1 0 0,1-1-1 0 0,-1 1 0 0 0,1 0 0 0 0,-1 1 1 0 0,0-1-1 0 0,0 1 0 0 0,0 0 0 0 0,0 0 1 0 0,0 0-1 0 0,4 5 0 0 0,9 11 45 0 0,28 37-1 0 0,-9-9 38 0 0,-31-42-149 0 0,1 1 0 0 0,-1-1 0 0 0,1 0 0 0 0,1 0 0 0 0,-1 0 0 0 0,1-1 0 0 0,-1 0 0 0 0,1 0 0 0 0,0-1 0 0 0,1 0 0 0 0,-1 0 0 0 0,1 0 0 0 0,-1-1 0 0 0,10 1 0 0 0,-6-2-76 0 0,0-1-1 0 0,0 0 1 0 0,0 0-1 0 0,0-1 0 0 0,-1 0 1 0 0,1-1-1 0 0,0-1 1 0 0,-1 0-1 0 0,20-7 1 0 0,-14 3 84 0 0,0 0 1 0 0,0-1-1 0 0,-1 0 0 0 0,0-1 1 0 0,-1-1-1 0 0,0 0 0 0 0,0-1 1 0 0,-1-1-1 0 0,0 0 0 0 0,-1-1 1 0 0,-1 0-1 0 0,0-1 0 0 0,0 0 1 0 0,-2 0-1 0 0,0-1 0 0 0,9-19 1 0 0,-16 26 134 0 0,0 0-1 0 0,0 0 1 0 0,-1 0 0 0 0,0 0 0 0 0,0 0 0 0 0,-1-1 0 0 0,0 1-1 0 0,-2-10 1 0 0,2 13 41 0 0,0 4-114 0 0,-1 1-1 0 0,1-1 0 0 0,0 1 0 0 0,0-1 1 0 0,0 0-1 0 0,-1 1 0 0 0,1-1 1 0 0,0 1-1 0 0,0-1 0 0 0,-1 1 1 0 0,1-1-1 0 0,0 1 0 0 0,-1-1 1 0 0,1 1-1 0 0,-1-1 0 0 0,1 1 0 0 0,-1-1 1 0 0,1 1-1 0 0,-1 0 0 0 0,1-1 1 0 0,-1 1-1 0 0,1 0 0 0 0,-1-1 1 0 0,1 1-1 0 0,-1 0 0 0 0,0 0 1 0 0,1 0-1 0 0,-1-1 0 0 0,0 1 1 0 0,1 0-1 0 0,-1 0 0 0 0,1 0 0 0 0,-1 0 1 0 0,0 0-1 0 0,1 0 0 0 0,-2 1 1 0 0,0-2 14 0 0,0 1 1 0 0,0 0-1 0 0,0 0 1 0 0,0 0 0 0 0,0 1-1 0 0,0-1 1 0 0,0 0-1 0 0,0 1 1 0 0,0-1 0 0 0,0 1-1 0 0,0 0 1 0 0,0-1-1 0 0,-2 3 1 0 0,-7 5 16 0 0,0 1 0 0 0,0 1 1 0 0,1-1-1 0 0,1 2 0 0 0,0-1 0 0 0,0 1 0 0 0,1 1 0 0 0,0 0 1 0 0,1 0-1 0 0,0 0 0 0 0,1 1 0 0 0,-8 25 0 0 0,13-34-57 0 0,1 1-18 0 0,0-1-1 0 0,0 1 0 0 0,0 0 0 0 0,1-1 1 0 0,0 1-1 0 0,0 0 0 0 0,0-1 0 0 0,3 7 1 0 0,-2-7-58 0 0,-2-3 63 0 0,1 0 1 0 0,-1 0-1 0 0,1 0 1 0 0,0 0 0 0 0,-1 0-1 0 0,1 0 1 0 0,0-1-1 0 0,-1 1 1 0 0,1 0-1 0 0,0 0 1 0 0,0-1-1 0 0,0 1 1 0 0,-1 0 0 0 0,1-1-1 0 0,0 1 1 0 0,0-1-1 0 0,0 1 1 0 0,0-1-1 0 0,0 1 1 0 0,0-1-1 0 0,0 0 1 0 0,2 1 0 0 0,15 4-94 0 0,-14-4 57 0 0,1-2 8 0 0,2 1 70 0 0,-1-1 1 0 0,1 0-1 0 0,-1 0 0 0 0,1 0 0 0 0,-1-1 0 0 0,0 0 0 0 0,0-1 0 0 0,0 1 1 0 0,9-6-1 0 0,-10 4 69 0 0,1 1 1 0 0,-1-2 0 0 0,0 1-1 0 0,0-1 1 0 0,0 1-1 0 0,-1-1 1 0 0,0-1 0 0 0,0 1-1 0 0,6-10 1 0 0,-8 10-70 0 0,1 0 1 0 0,-1-1-1 0 0,-1 1 0 0 0,1 0 1 0 0,-1-1-1 0 0,0 1 1 0 0,0-1-1 0 0,-1 0 1 0 0,1 1-1 0 0,-1-1 0 0 0,0 0 1 0 0,-1 1-1 0 0,1-1 1 0 0,-1 1-1 0 0,-3-10 1 0 0,3 11-58 0 0,-1 3-97 0 0,2 0 80 0 0,-1 0 0 0 0,0 0 1 0 0,0 1-1 0 0,1-1 0 0 0,-1 0 0 0 0,0 1 1 0 0,0-1-1 0 0,0 1 0 0 0,0-1 0 0 0,0 1 0 0 0,0-1 1 0 0,1 1-1 0 0,-1 0 0 0 0,0 0 0 0 0,0-1 0 0 0,0 1 1 0 0,0 0-1 0 0,-2 0 0 0 0,-1 0-151 0 0,0 1 0 0 0,-1 0 0 0 0,1 1-1 0 0,0-1 1 0 0,0 0 0 0 0,1 1 0 0 0,-1 0 0 0 0,0 0 0 0 0,1 0-1 0 0,-1 1 1 0 0,1-1 0 0 0,-1 1 0 0 0,1 0 0 0 0,0-1 0 0 0,0 2 0 0 0,0-1-1 0 0,1 0 1 0 0,-4 5 0 0 0,4-5-1180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 4776 0 0,'0'0'3052'0'0,"1"-3"-1929"0"0,0 2-1028 0 0,-1 1-1 0 0,0 0 1 0 0,0-1-1 0 0,0 1 0 0 0,0-1 1 0 0,1 1-1 0 0,-1 0 0 0 0,0-1 1 0 0,0 1-1 0 0,1 0 0 0 0,-1-1 1 0 0,0 1-1 0 0,1 0 0 0 0,-1-1 1 0 0,0 1-1 0 0,1 0 0 0 0,-1 0 1 0 0,1 0-1 0 0,-1-1 0 0 0,0 1 1 0 0,1 0-1 0 0,-1 0 0 0 0,1 0 1 0 0,-1 0-1 0 0,0 0 0 0 0,1-1 1 0 0,-1 1-1 0 0,1 0 0 0 0,-1 0 1 0 0,1 0-1 0 0,-1 0 0 0 0,1 0 1 0 0,-1 1-1 0 0,0-1 0 0 0,1 0 1 0 0,-1 0-1 0 0,1 0 0 0 0,-1 0 1 0 0,0 0-1 0 0,1 1 1 0 0,-1-1-1 0 0,1 0 0 0 0,-1 0 1 0 0,1 1-1 0 0,14 23 1166 0 0,5 37-1510 0 0,-19-57 496 0 0,54 148-1777 0 0,-54-149 1102 0 0,0-1 0 0 0,0 0 0 0 0,0 0 0 0 0,1 0 0 0 0,-1 0 0 0 0,1 0 0 0 0,0 0 0 0 0,-1 0 0 0 0,1 0 0 0 0,0-1 0 0 0,0 1 0 0 0,4 2 0 0 0,-4-3 413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5.1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189 39 2860 0 0,'0'0'1590'0'0,"1"-5"-259"0"0,0-13-301 0 0,-1 13 1264 0 0,-7 0-1415 0 0,7 5-852 0 0,0 0 0 0 0,0-1 0 0 0,0 1-1 0 0,0-1 1 0 0,-1 1 0 0 0,1 0 0 0 0,0-1-1 0 0,0 1 1 0 0,-1 0 0 0 0,1 0 0 0 0,0-1-1 0 0,-1 1 1 0 0,1 0 0 0 0,0 0 0 0 0,-1-1-1 0 0,1 1 1 0 0,-1 0 0 0 0,1 0 0 0 0,0 0-1 0 0,-1 0 1 0 0,1-1 0 0 0,0 1 0 0 0,-1 0-1 0 0,1 0 1 0 0,-1 0 0 0 0,1 0 0 0 0,-1 0 0 0 0,1 0-1 0 0,0 0 1 0 0,-1 0 0 0 0,1 0 0 0 0,-1 0-1 0 0,1 1 1 0 0,0-1 0 0 0,-1 0 0 0 0,0 0-1 0 0,-7 6 74 0 0,0 1-1 0 0,1 0 0 0 0,0 0 0 0 0,0 0 1 0 0,1 1-1 0 0,0 0 0 0 0,0 0 1 0 0,-6 11-1 0 0,-40 84-104 0 0,38-75-138 0 0,-19 61-1477 0 0,31-84 1074 0 0,2-4 484 0 0,1 0 0 0 0,-1-1 1 0 0,0 1-1 0 0,0 0 0 0 0,0 0 1 0 0,1 0-1 0 0,-1-1 0 0 0,0 1 1 0 0,0 0-1 0 0,0 0 0 0 0,-1 0 1 0 0,1-1-1 0 0,0 1 0 0 0,0 0 1 0 0,0 0-1 0 0,0 0 0 0 0,-1 1 1 0 0,-2 9-4391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5.5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1 140 3668 0 0,'0'0'5392'0'0,"2"2"-5254"0"0,5 7-10 0 0,-5-6 87 0 0,2-2-136 0 0,9 4-27 0 0,-9-3 32 0 0,1-2-62 0 0,15 0-14 0 0,-15 0 22 0 0,1-1 4 0 0,2-1 16 0 0,1 0 1 0 0,0-1 0 0 0,-1 0-1 0 0,1 0 1 0 0,-1 0 0 0 0,0-1-1 0 0,8-5 1 0 0,-11 5-35 0 0,-1 0 0 0 0,1-1-1 0 0,-1 1 1 0 0,0-1 0 0 0,0 0 0 0 0,-1 0 0 0 0,0 0-1 0 0,1 0 1 0 0,-2 0 0 0 0,1-1 0 0 0,0 1-1 0 0,1-7 1 0 0,-3 8 26 0 0,-1 0-2 0 0,0-15-5 0 0,0 15 28 0 0,-6-18 82 0 0,3 20-82 0 0,2 1-30 0 0,-1 0-1 0 0,0 0 0 0 0,0 1 0 0 0,0-1 1 0 0,0 0-1 0 0,0 1 0 0 0,-1 0 1 0 0,1-1-1 0 0,0 1 0 0 0,0 0 1 0 0,0 0-1 0 0,0 0 0 0 0,0 0 0 0 0,0 0 1 0 0,0 1-1 0 0,-1-1 0 0 0,1 1 1 0 0,0-1-1 0 0,0 1 0 0 0,0 0 0 0 0,0 0 1 0 0,1 0-1 0 0,-1 0 0 0 0,0 0 1 0 0,0 0-1 0 0,0 0 0 0 0,1 1 0 0 0,-1-1 1 0 0,-2 4-1 0 0,-6 4 64 0 0,0 1 0 0 0,0 1 1 0 0,-14 20-1 0 0,18-23-56 0 0,1 0 1 0 0,0 0-1 0 0,0 1 1 0 0,0 0-1 0 0,1 0 1 0 0,1 0-1 0 0,0 0 1 0 0,0 0-1 0 0,1 1 1 0 0,0-1-1 0 0,0 1 1 0 0,1 0-1 0 0,0 15 1 0 0,2-22-51 0 0,0 1 0 0 0,0-1 0 0 0,0 1 1 0 0,0-1-1 0 0,1 1 0 0 0,0-1 1 0 0,-1 0-1 0 0,1 1 0 0 0,0-1 1 0 0,1 0-1 0 0,-1 0 0 0 0,5 4 1 0 0,-5-5-14 0 0,1 1-101 0 0,0 1-1 0 0,1-1 0 0 0,0 0 1 0 0,-1-1-1 0 0,1 1 0 0 0,0 0 1 0 0,0-1-1 0 0,1 0 0 0 0,-1 0 0 0 0,0-1 1 0 0,1 1-1 0 0,-1-1 0 0 0,9 2 1 0 0,45 1-2023 0 0,-53-4 1910 0 0,11 0-1157 0 0,-14 0 1280 0 0,0 0 0 0 0,0 0 0 0 0,1 0 0 0 0,-1 0 0 0 0,0 0 1 0 0,0-1-1 0 0,0 1 0 0 0,0-1 0 0 0,4-1 0 0 0,10-3-2099 0 0,17-5-1492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5.7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62 3916 0 0,'0'0'5230'0'0,"-4"0"-4623"0"0,-7-2 503 0 0,21-1-490 0 0,42-4-247 0 0,-13 1-245 0 0,5-1-483 0 0,31-5-715 0 0,-20-3-4641 0 0,-26 6 903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7.4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58 3732 0 0,'0'0'2781'0'0,"-2"2"-2155"0"0,-8 7-69 0 0,8-7 456 0 0,-1-1-549 0 0,-1 1-86 0 0,0-1 1 0 0,1 0 0 0 0,-1 0-1 0 0,0 0 1 0 0,0-1-1 0 0,0 0 1 0 0,0 1-1 0 0,-7-2 1 0 0,10 1-370 0 0,0-1 0 0 0,1 1 1 0 0,-1 0-1 0 0,1-1 0 0 0,-1 1 1 0 0,0-1-1 0 0,1 0 0 0 0,-1 1 1 0 0,1-1-1 0 0,-1 1 0 0 0,1-1 0 0 0,0 0 1 0 0,-1 1-1 0 0,1-1 0 0 0,0 0 1 0 0,-1 1-1 0 0,1-1 0 0 0,0 0 1 0 0,0 0-1 0 0,-1 1 0 0 0,1-1 0 0 0,0 0 1 0 0,0 0-1 0 0,0 0 0 0 0,0 1 1 0 0,0-1-1 0 0,0 0 0 0 0,0 0 1 0 0,0 1-1 0 0,1-1 0 0 0,-1 0 1 0 0,0 0-1 0 0,0 1 0 0 0,1-1 0 0 0,-1 0 1 0 0,0 1-1 0 0,1-1 0 0 0,0-1 1 0 0,12-23 94 0 0,-11 23-87 0 0,14-13 15 0 0,-16 14-30 0 0,1 0 0 0 0,0 0 0 0 0,0 1 1 0 0,0-1-1 0 0,0 0 0 0 0,0 1 0 0 0,0-1 0 0 0,0 1 0 0 0,0-1 1 0 0,1 1-1 0 0,-1 0 0 0 0,0-1 0 0 0,0 1 0 0 0,0 0 1 0 0,0 0-1 0 0,1 0 0 0 0,-1 0 0 0 0,0 0 0 0 0,0 0 0 0 0,0 0 1 0 0,0 0-1 0 0,1 0 0 0 0,-1 1 0 0 0,0-1 0 0 0,0 0 1 0 0,0 1-1 0 0,0-1 0 0 0,0 1 0 0 0,0-1 0 0 0,0 1 0 0 0,0 0 1 0 0,0-1-1 0 0,0 1 0 0 0,0 0 0 0 0,0 0 0 0 0,0 0 1 0 0,-1 0-1 0 0,1-1 0 0 0,1 3 0 0 0,22 32 99 0 0,-23-33-97 0 0,3 6 29 0 0,-1 0-1 0 0,1 0 1 0 0,-2 0 0 0 0,1 1-1 0 0,-1 0 1 0 0,2 14 0 0 0,-1-3 11 0 0,-2-4-15 0 0,0 0 1 0 0,-1 0-1 0 0,-1 0 1 0 0,-1-1 0 0 0,0 1-1 0 0,-1 0 1 0 0,-8 27-1 0 0,7-28-9 0 0,-3 4-9 0 0,-27 29 7 0 0,25-37-39 0 0,0-1 0 0 0,-1 0 0 0 0,-17 12 1 0 0,24-20-8 0 0,0 0-37 0 0,1-2 36 0 0,0 1 1 0 0,0-1-1 0 0,-1 0 1 0 0,1 1-1 0 0,0-1 0 0 0,0 0 1 0 0,0 0-1 0 0,0-1 1 0 0,0 1-1 0 0,0 0 1 0 0,0 0-1 0 0,0-1 0 0 0,0 0 1 0 0,-3-1-1 0 0,1 1-55 0 0,2-3 20 0 0,-4-11-14 0 0,4 12-5 0 0,2-2 27 0 0,-2-1 40 0 0,2-18-101 0 0,7-20 144 0 0,0 31 55 0 0,-3 8-136 0 0,-3 1 27 0 0,0 3 25 0 0,-1 1 1 0 0,0-1-1 0 0,0 0 1 0 0,0 1-1 0 0,1-1 1 0 0,-1 1 0 0 0,0-1-1 0 0,1 1 1 0 0,-1-1-1 0 0,0 0 1 0 0,1 1 0 0 0,-1-1-1 0 0,1 1 1 0 0,-1 0-1 0 0,1-1 1 0 0,-1 1-1 0 0,1-1 1 0 0,-1 1 0 0 0,1 0-1 0 0,-1-1 1 0 0,1 1-1 0 0,-1 0 1 0 0,1 0-1 0 0,0-1 1 0 0,-1 1 0 0 0,1 0-1 0 0,0 0 1 0 0,-1 0-1 0 0,1 0 1 0 0,-1 0 0 0 0,1 0-1 0 0,0 0 1 0 0,-1 0-1 0 0,1 0 1 0 0,0 0 0 0 0,18-1-13 0 0,-15 2 8 0 0,14 8-20 0 0,-13-6 25 0 0,0 0 0 0 0,0 1 0 0 0,0 0 1 0 0,-1 0-1 0 0,0 0 0 0 0,7 9 0 0 0,8 7-30 0 0,-18-19 19 0 0,11 10-145 0 0,1 0 0 0 0,25 17 0 0 0,-35-26-77 0 0,20 3-1042 0 0,-18-5 475 0 0,5-2-432 0 0,1 0 0 0 0,-1-1-1 0 0,0-1 1 0 0,16-7 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48.7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53 1924 0 0,'-1'-4'1157'0'0,"0"-2"-1823"0"0,0 3 1791 0 0,0 0-1 0 0,0 0 1 0 0,1 0 0 0 0,-1 0 0 0 0,1 0 0 0 0,0 0 0 0 0,0 0-1 0 0,0 0 1 0 0,0 0 0 0 0,1 0 0 0 0,-1 0 0 0 0,2-3 0 0 0,-3 8-1111 0 0,-5 9 7 0 0,1 0 1 0 0,0 0-1 0 0,0 0 0 0 0,-3 19 1 0 0,-2 2 55 0 0,9-28-61 0 0,-5 12-14 0 0,1-1 1 0 0,1 1-1 0 0,0 0 1 0 0,1 0 0 0 0,1 1-1 0 0,1-1 1 0 0,0 0-1 0 0,3 31 1 0 0,1-30-4 0 0,-1-10-38 0 0,3 5-104 0 0,-4-9 106 0 0,-1-2 32 0 0,1-1 0 0 0,0 1 0 0 0,-1 0 0 0 0,1 0 0 0 0,0 0-1 0 0,0-1 1 0 0,0 1 0 0 0,-1 0 0 0 0,1-1 0 0 0,0 1 0 0 0,0-1 0 0 0,0 1 0 0 0,0-1 0 0 0,0 0 0 0 0,0 1 0 0 0,0-1 0 0 0,0 0 0 0 0,0 1-1 0 0,0-1 1 0 0,0 0 0 0 0,0 0 0 0 0,0 0 0 0 0,0 0 0 0 0,2 0 0 0 0,17-1-137 0 0,-15-1 141 0 0,-1 1 1 0 0,1-1-1 0 0,-1 0 0 0 0,0 0 0 0 0,0-1 1 0 0,0 1-1 0 0,0-1 0 0 0,-1 0 0 0 0,1 0 1 0 0,0 0-1 0 0,-1 0 0 0 0,0 0 0 0 0,0-1 1 0 0,0 0-1 0 0,4-6 0 0 0,-1 0-25 0 0,1 0 0 0 0,-1-1 0 0 0,-1 1 0 0 0,0-1 0 0 0,0 0 0 0 0,-1-1 0 0 0,-1 1 0 0 0,0-1 0 0 0,2-13 0 0 0,-3 15-74 0 0,0 0 1 0 0,-1 0-1 0 0,0 0 0 0 0,0 0 0 0 0,-1 0 0 0 0,-1 0 1 0 0,1 0-1 0 0,-2 0 0 0 0,-4-18 0 0 0,5 26-40 0 0,1 0-1 0 0,-1 0 0 0 0,0 0 1 0 0,0 1-1 0 0,-1-1 1 0 0,1 0-1 0 0,0 1 1 0 0,0-1-1 0 0,-1 1 1 0 0,1 0-1 0 0,-1-1 0 0 0,1 1 1 0 0,-1 0-1 0 0,0 0 1 0 0,0 0-1 0 0,1 0 1 0 0,-1 0-1 0 0,0 0 1 0 0,0 1-1 0 0,0-1 0 0 0,0 1 1 0 0,0-1-1 0 0,0 1 1 0 0,0 0-1 0 0,0-1 1 0 0,0 1-1 0 0,0 0 1 0 0,0 0-1 0 0,-3 1 0 0 0,-4 0-554 0 0,0 0-1 0 0,0 0 0 0 0,-1 1 0 0 0,-8 3 0 0 0,16-4 557 0 0,-24 9-2675 0 0,3 1-2013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0.3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18 3000 0 0,'0'0'1665'0'0,"0"-4"-375"0"0,-3-10 761 0 0,-10 21 1639 0 0,10-4-3285 0 0,1 0-28 0 0,-6 12-61 0 0,6-12-57 0 0,1 2-7 0 0,-12 41 437 0 0,11-41-592 0 0,2-1-13 0 0,0 1-38 0 0,0-1 0 0 0,0 0 0 0 0,1 1 1 0 0,0-1-1 0 0,0 0 0 0 0,0 0 0 0 0,0 0 0 0 0,0 1 1 0 0,1-1-1 0 0,0 0 0 0 0,2 4 0 0 0,-2-5 22 0 0,1-1-12 0 0,31 17 237 0 0,-30-17-255 0 0,12 4 19 0 0,-13-4-43 0 0,1-1 27 0 0,34 19 200 0 0,-35-18-202 0 0,19 34 187 0 0,-21-32-179 0 0,2 19 72 0 0,-10 0 6 0 0,4-18-130 0 0,0 0 0 0 0,-1 0-1 0 0,1 0 1 0 0,-1-1 0 0 0,0 1-1 0 0,0-1 1 0 0,-1 0-1 0 0,1 0 1 0 0,-1-1 0 0 0,0 1-1 0 0,0-1 1 0 0,0 0 0 0 0,-1-1-1 0 0,-9 5 1 0 0,11-6-241 0 0,-1 0-158 0 0,-15 2-53 0 0,15-3-110 0 0,0 0-107 0 0,3 0 610 0 0,-2-1-360 0 0,-1 1-1 0 0,1-1 1 0 0,-1 0-1 0 0,1 0 0 0 0,-9-3 1 0 0,12 3 50 0 0,-1 0 1 0 0,1 1-1 0 0,0-1 0 0 0,-1 0 1 0 0,1 0-1 0 0,0 0 1 0 0,0 0-1 0 0,0 0 1 0 0,0 0-1 0 0,0 0 0 0 0,0-1 1 0 0,0 1-1 0 0,0 0 1 0 0,0-1-1 0 0,-1-2 0 0 0,-4-11-4662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0.5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0 177 4400 0 0,'0'0'2542'0'0,"2"-4"-1603"0"0,1 0-600 0 0,0-1-1 0 0,1 1 0 0 0,0-1 0 0 0,0 1 0 0 0,0 0 1 0 0,0 1-1 0 0,0-1 0 0 0,1 1 0 0 0,0 0 1 0 0,0 0-1 0 0,8-4 0 0 0,70-25 644 0 0,-48 19-602 0 0,141-45-2046 0 0,-142 47-1061 0 0,-26 8-542 0 0,8-3-2331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8.6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191 188 3732 0 0,'5'-25'1510'0'0,"2"-5"276"0"0,-1 0-1 0 0,-2-1 0 0 0,1-41 1 0 0,-16 87-1626 0 0,7-11-143 0 0,-11 22 120 0 0,0 0-1 0 0,2 1 1 0 0,1 1-1 0 0,-10 33 1 0 0,4-11-57 0 0,-12 30-10 0 0,5 0 0 0 0,-24 124 0 0 0,48-199-57 0 0,1-5-5 0 0,-1 1 1 0 0,1 0-1 0 0,0 0 1 0 0,-1 0 0 0 0,1 0-1 0 0,0 0 1 0 0,0 0 0 0 0,0-1-1 0 0,0 1 1 0 0,0 0 0 0 0,0 0-1 0 0,0 0 1 0 0,0 0-1 0 0,0 0 1 0 0,0 0 0 0 0,0 0-1 0 0,0 0 1 0 0,1 0 0 0 0,-1 0-1 0 0,11-8 389 0 0,13-27-85 0 0,4-31-306 0 0,36-129-1 0 0,-39 112-45 0 0,41-129 100 0 0,-65 207-70 0 0,-1 4 11 0 0,0 0 0 0 0,0-1 0 0 0,0 1 0 0 0,0-1 0 0 0,0 1 0 0 0,1-1-1 0 0,-1 1 1 0 0,0-1 0 0 0,0 1 0 0 0,0-1 0 0 0,0 1 0 0 0,1 0 0 0 0,-1-1 0 0 0,0 1 0 0 0,0-1 0 0 0,1 1 0 0 0,-1 0 0 0 0,0-1 0 0 0,1 1 0 0 0,-1 0 0 0 0,0-1 0 0 0,1 1 0 0 0,-1 0 0 0 0,0 0 0 0 0,1-1 0 0 0,-1 1 0 0 0,1 0 0 0 0,-1 0 0 0 0,0-1 0 0 0,1 1 0 0 0,-1 0 0 0 0,2 0 0 0 0,-2 0-2 0 0,1 0-1 0 0,0 0 1 0 0,0 1 0 0 0,-1-1 0 0 0,1 0 0 0 0,0 1-1 0 0,0-1 1 0 0,-1 0 0 0 0,1 1 0 0 0,0-1 0 0 0,-1 1-1 0 0,1-1 1 0 0,0 1 0 0 0,-1-1 0 0 0,1 1 0 0 0,-1-1-1 0 0,1 1 1 0 0,-1 0 0 0 0,1-1 0 0 0,-1 1 0 0 0,1 0 0 0 0,-1-1-1 0 0,0 1 1 0 0,1 0 0 0 0,-1 0 0 0 0,0-1 0 0 0,1 2-1 0 0,26 83 164 0 0,29 159 0 0 0,-21-79-758 0 0,-26-110-3481 0 0,-9-50 2315 0 0,-4-2-1282 0 0,-15 9-2208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8.8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16 118 3172 0 0,'-4'-2'1487'0'0,"4"1"-1376"0"0,-1 1 0 0 0,0 0 0 0 0,1 0 0 0 0,-1 0 0 0 0,1-1 0 0 0,-1 1 0 0 0,1 0 0 0 0,-1-1 0 0 0,1 1 0 0 0,-1 0 0 0 0,1-1 0 0 0,-1 1 0 0 0,1-1-1 0 0,-1 1 1 0 0,1 0 0 0 0,0-1 0 0 0,-1 1 0 0 0,1-1 0 0 0,0 0 0 0 0,-1 1 0 0 0,1-1 0 0 0,0 1 0 0 0,0-1 0 0 0,-1 1 0 0 0,1-1 0 0 0,0 0 0 0 0,0 1 0 0 0,0-1 0 0 0,0 1 0 0 0,0-1 0 0 0,0 0 0 0 0,0 1 0 0 0,0-1 0 0 0,0 1 0 0 0,0-1 0 0 0,1-1-1 0 0,0 1-33 0 0,0-1 0 0 0,1 1 0 0 0,-1 0 0 0 0,1 0 0 0 0,-1 0 0 0 0,1 0 0 0 0,0 0 0 0 0,-1 0 0 0 0,1 0 0 0 0,0 0 0 0 0,3-1 0 0 0,62-12-2 0 0,172-9 293 0 0,-74 9-1689 0 0,-2-10-3716 0 0,-122 16 1304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9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55 2392 0 0,'-2'-5'1250'0'0,"-2"-14"-216"0"0,2 14-144 0 0,1 1-164 0 0,-2-14-147 0 0,2 14 1879 0 0,-1 7-2212 0 0,-1 2-154 0 0,1 1-1 0 0,0 0 1 0 0,0-1 0 0 0,0 1-1 0 0,1 0 1 0 0,0 0-1 0 0,0 0 1 0 0,0 9 0 0 0,1 60 131 0 0,1-42-115 0 0,6 185 129 0 0,8-130-1351 0 0,-14-85 492 0 0,1 1-149 0 0,-1-3 313 0 0,6 7 482 0 0,-4 0-4122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39:59.3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42 3112 0 0,'0'-5'1098'0'0,"1"-1"-1090"0"0,3-25 5300 0 0,-4 31-5216 0 0,0 27 74 0 0,8 340-5 0 0,11-208-5746 0 0,-15-132 1265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0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260 665 2984 0 0,'-1'-5'1418'0'0,"1"-3"-932"0"0,-1 1 0 0 0,-1-1 0 0 0,0 1 0 0 0,0 0 0 0 0,0 0 0 0 0,-1-1 0 0 0,-3-5 0 0 0,4 9-359 0 0,0 0 0 0 0,0 1 0 0 0,-1 0 0 0 0,1-1 0 0 0,-1 1 0 0 0,0 0 0 0 0,0 0 1 0 0,0 1-1 0 0,0-1 0 0 0,0 1 0 0 0,-1-1 0 0 0,1 1 0 0 0,-1 0 0 0 0,0 0 0 0 0,1 1 0 0 0,-1-1 1 0 0,-5-1-1 0 0,5 3-56 0 0,1-1 1 0 0,0 1 0 0 0,-1-1 0 0 0,1 1 0 0 0,-1 0 0 0 0,1 0-1 0 0,-1 1 1 0 0,1-1 0 0 0,0 1 0 0 0,-1 0 0 0 0,1-1-1 0 0,0 1 1 0 0,-1 1 0 0 0,1-1 0 0 0,-4 2 0 0 0,1 1-6 0 0,0 0 1 0 0,-1 0 0 0 0,2 1 0 0 0,-1 0 0 0 0,0 0 0 0 0,-9 11-1 0 0,6-4-28 0 0,1 0 0 0 0,0 1-1 0 0,0 0 1 0 0,1 0 0 0 0,1 1-1 0 0,0-1 1 0 0,1 2 0 0 0,0-1-1 0 0,-3 20 1 0 0,7-29-23 0 0,1 0 5 0 0,0-1-20 0 0,0 0 1 0 0,0 0 0 0 0,1 0-1 0 0,-1-1 1 0 0,1 1-1 0 0,0 0 1 0 0,0 0-1 0 0,0-1 1 0 0,0 1 0 0 0,1-1-1 0 0,-1 1 1 0 0,1-1-1 0 0,0 1 1 0 0,3 3-1 0 0,-3-5-7 0 0,3 0-35 0 0,0-1 10 0 0,0-1 0 0 0,0 1 0 0 0,0-1 0 0 0,0 0-1 0 0,0 0 1 0 0,0-1 0 0 0,0 1 0 0 0,1-1 0 0 0,-1 0 0 0 0,-1-1-1 0 0,1 1 1 0 0,8-4 0 0 0,-2-1 8 0 0,-1-1 0 0 0,0 0 0 0 0,0 0 0 0 0,-1 0 0 0 0,0-1 0 0 0,0-1 1 0 0,-1 0-1 0 0,0 0 0 0 0,-1 0 0 0 0,9-15 0 0 0,-2 1-17 0 0,0-2-1 0 0,-2 1 1 0 0,12-37 0 0 0,-8 10 23 0 0,-2-1 1 0 0,-2 0-1 0 0,4-54 0 0 0,-1-156 26 0 0,-16 251-26 0 0,-2-7 20 0 0,-4-1 2 0 0,5 15-4 0 0,0 1 34 0 0,-2 6 28 0 0,-3 4-51 0 0,1 1-1 0 0,0-1 0 0 0,0 1 1 0 0,1 1-1 0 0,0-1 1 0 0,0 1-1 0 0,1 0 0 0 0,0 0 1 0 0,0 0-1 0 0,-4 19 0 0 0,-19 106 164 0 0,21-85-149 0 0,3-1 0 0 0,1 1-1 0 0,2 0 1 0 0,3-1-1 0 0,2 1 1 0 0,17 78-1 0 0,-19-116-189 0 0,-1-1-1 0 0,2 0 1 0 0,-1 1-1 0 0,1-2 0 0 0,1 1 1 0 0,0 0-1 0 0,0-1 1 0 0,1 0-1 0 0,0 0 0 0 0,1-1 1 0 0,0 1-1 0 0,0-1 0 0 0,1-1 1 0 0,8 8-1 0 0,-11-13-26 0 0,-1 0-1 0 0,1 0 0 0 0,-1 0 1 0 0,1-1-1 0 0,0 0 1 0 0,0 1-1 0 0,0-2 0 0 0,-1 1 1 0 0,1-1-1 0 0,6 1 0 0 0,-10-1 150 0 0,4 0-36 0 0,0-1 0 0 0,0 1 0 0 0,-1-1 0 0 0,1 0 0 0 0,0 0 1 0 0,-1-1-1 0 0,1 1 0 0 0,0-1 0 0 0,-1 0 0 0 0,0 0 0 0 0,1-1 0 0 0,-1 1 0 0 0,4-4 0 0 0,1-1 54 0 0,-1 0 1 0 0,0 0-1 0 0,-1 0 0 0 0,10-14 0 0 0,-9 10 222 0 0,-1 0 1 0 0,-1-1-1 0 0,0 0 0 0 0,-1 0 0 0 0,0-1 1 0 0,-1 1-1 0 0,0-1 0 0 0,-1 0 0 0 0,0 0 1 0 0,-1-1-1 0 0,0-13 0 0 0,-1 23 38 0 0,-2-1-22 0 0,0-15-42 0 0,1 15 107 0 0,-3-2-93 0 0,3 6-169 0 0,0 1 0 0 0,0-1 0 0 0,0 1 0 0 0,0-1 0 0 0,0 1 0 0 0,0 0 0 0 0,0-1 0 0 0,0 1 0 0 0,0-1 0 0 0,0 1 0 0 0,0-1 0 0 0,0 1 0 0 0,-1 0 0 0 0,1-1 0 0 0,0 1 0 0 0,0-1 1 0 0,0 1-1 0 0,-1 0 0 0 0,1-1 0 0 0,0 1 0 0 0,-1 0 0 0 0,1-1 0 0 0,0 1 0 0 0,-1 0 0 0 0,1-1 0 0 0,0 1 0 0 0,-1 0 0 0 0,1 0 0 0 0,-1-1 0 0 0,1 1 0 0 0,0 0 0 0 0,-2 0 0 0 0,-1 2 3 0 0,-1 0 0 0 0,1 0 0 0 0,-1 0 0 0 0,1 1 0 0 0,0 0 1 0 0,0 0-1 0 0,0 0 0 0 0,0 0 0 0 0,0 0 0 0 0,1 0 0 0 0,-1 1 0 0 0,1-1 0 0 0,0 1 0 0 0,0 0 0 0 0,0 0 1 0 0,1-1-1 0 0,-2 6 0 0 0,-2 5 1 0 0,1 1 1 0 0,0 0 0 0 0,-2 20 0 0 0,5-31-8 0 0,1 1 1 0 0,1 16-2 0 0,0-16 1 0 0,-1-4-13 0 0,0-1 1 0 0,1 0-1 0 0,-1 1 1 0 0,1-1-1 0 0,-1 1 1 0 0,0-1-1 0 0,1 1 0 0 0,-1-1 1 0 0,0 0-1 0 0,1 1 1 0 0,-1-1-1 0 0,0 1 1 0 0,0 0-1 0 0,1-1 1 0 0,-1 1-1 0 0,0-1 1 0 0,0 1-1 0 0,0-1 1 0 0,0 1-1 0 0,0-1 1 0 0,0 1-1 0 0,0 0 1 0 0,0 0-2 0 0,0-1 0 0 0,0 1 0 0 0,0-1-1 0 0,0 1 1 0 0,0-1 0 0 0,1 1 0 0 0,-1-1 0 0 0,0 1 0 0 0,0-1 0 0 0,0 1 0 0 0,0-1 0 0 0,0 1 0 0 0,1-1 0 0 0,-1 1 0 0 0,0-1 0 0 0,1 0 0 0 0,-1 1 0 0 0,0-1 0 0 0,0 0 0 0 0,1 1 0 0 0,-1-1-1 0 0,1 1 1 0 0,-1-1 0 0 0,1 1 0 0 0,0-1 0 0 0,-1-1-1 0 0,0 1 0 0 0,1 0 0 0 0,-1 1 0 0 0,0-1 1 0 0,1 0-1 0 0,-1 0 0 0 0,0 0 0 0 0,1 0 0 0 0,-1 0 1 0 0,1 0-1 0 0,-1 0 0 0 0,0 0 0 0 0,1 1 0 0 0,-1-1 1 0 0,0 0-1 0 0,0 0 0 0 0,1 0 0 0 0,-1 1 0 0 0,0-1 1 0 0,1 0-1 0 0,-1 0 0 0 0,0 1 0 0 0,0-1 0 0 0,0 0 1 0 0,1 1-1 0 0,-1-1 0 0 0,0 0 0 0 0,0 1 0 0 0,1 0-4 0 0,-1 0 0 0 0,0-1-1 0 0,1 1 1 0 0,-1 0 0 0 0,1-1-1 0 0,-1 1 1 0 0,1-1 0 0 0,-1 1-1 0 0,1-1 1 0 0,-1 1 0 0 0,1-1-1 0 0,0 1 1 0 0,-1-1-1 0 0,1 0 1 0 0,0 1 0 0 0,-1-1-1 0 0,1 0 1 0 0,0 0 0 0 0,-1 1-1 0 0,1-1 1 0 0,0 0 0 0 0,0 0-1 0 0,-1 0 1 0 0,2 0 0 0 0,5 1 14 0 0,-1-1 0 0 0,1 1 0 0 0,-1-2 0 0 0,1 1 0 0 0,0-1 0 0 0,-1 0 0 0 0,0 0 0 0 0,1 0 0 0 0,-1-1 0 0 0,0 0 0 0 0,10-5 0 0 0,-10 4 148 0 0,-1-1 0 0 0,1 0 0 0 0,-1 0 0 0 0,0 0-1 0 0,0 0 1 0 0,0-1 0 0 0,-1 0 0 0 0,0 0 0 0 0,0 0-1 0 0,0 0 1 0 0,0-1 0 0 0,-1 0 0 0 0,0 1 0 0 0,0-1-1 0 0,0 0 1 0 0,-1-1 0 0 0,0 1 0 0 0,1-9 0 0 0,-2 11 21 0 0,-1-1-38 0 0,-9-42 267 0 0,8 43-380 0 0,-6-2 4 0 0,6 6-28 0 0,1-1 0 0 0,0 1 1 0 0,0 0-1 0 0,-1-1 1 0 0,1 1-1 0 0,0-1 0 0 0,-1 1 1 0 0,1 0-1 0 0,0-1 0 0 0,-1 1 1 0 0,1 0-1 0 0,-1-1 1 0 0,1 1-1 0 0,-1 0 0 0 0,1 0 1 0 0,-1-1-1 0 0,1 1 0 0 0,-1 0 1 0 0,1 0-1 0 0,-1 0 1 0 0,1 0-1 0 0,-1 0 0 0 0,1-1 1 0 0,-1 1-1 0 0,1 0 0 0 0,-1 0 1 0 0,1 1-1 0 0,-1-1 0 0 0,1 0 1 0 0,-1 0-1 0 0,1 0 1 0 0,-1 0-1 0 0,0 1 0 0 0,-5-1-86 0 0,1 1 0 0 0,0 0 0 0 0,-1 1 0 0 0,1-1 0 0 0,0 1 0 0 0,0 0 0 0 0,0 0 0 0 0,0 1 0 0 0,1-1 0 0 0,-1 1 0 0 0,1 0 0 0 0,-1 1 0 0 0,1-1 0 0 0,0 1 0 0 0,0 0 0 0 0,-6 7 0 0 0,-5 22-1937 0 0,13-29 1397 0 0,6 2-449 0 0,-4-5 925 0 0,0 0 0 0 0,1 0 1 0 0,-1 0-1 0 0,0 0 0 0 0,0 0 0 0 0,0-1 0 0 0,1 1 0 0 0,-1 0 0 0 0,0 0 0 0 0,1 0 0 0 0,-1-1 0 0 0,1 1 0 0 0,-1 0 0 0 0,1-1 0 0 0,-1 1 0 0 0,1 0 0 0 0,0-1 0 0 0,-1 1 1 0 0,2 0-1 0 0,14 8-2193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1.1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79 2448 0 0,'4'-5'440'0'0,"0"2"121"0"0,0-2 0 0 0,0 1-1 0 0,-1 0 1 0 0,0-1-1 0 0,0 1 1 0 0,0-1 0 0 0,-1 0-1 0 0,1 0 1 0 0,-1 0 0 0 0,0 0-1 0 0,-1 0 1 0 0,1-1-1 0 0,0-7 1 0 0,-6 14-510 0 0,1 0-23 0 0,-1 0 0 0 0,1 1 0 0 0,-1 0 0 0 0,1-1 0 0 0,-1 1 0 0 0,1 0 0 0 0,0 0 0 0 0,0 1 0 0 0,0-1 0 0 0,0 1 0 0 0,1 0 0 0 0,-1-1 0 0 0,1 1 0 0 0,-1 0 0 0 0,1 0-1 0 0,0 1 1 0 0,0-1 0 0 0,0 0 0 0 0,1 1 0 0 0,-1-1 0 0 0,-1 7 0 0 0,0 0-19 0 0,0 0 0 0 0,0-1 0 0 0,1 1 0 0 0,1 0 0 0 0,0 0 0 0 0,0 19 0 0 0,1-26-66 0 0,0 1-1 0 0,1 0 0 0 0,-1 0 1 0 0,1-1-1 0 0,0 1 0 0 0,0 0 1 0 0,0-1-1 0 0,1 1 0 0 0,0-1 1 0 0,-1 0-1 0 0,1 1 0 0 0,0-1 1 0 0,0 0-1 0 0,1 0 0 0 0,-1 0 1 0 0,1 0-1 0 0,-1-1 0 0 0,1 1 1 0 0,0-1-1 0 0,0 1 1 0 0,0-1-1 0 0,0 0 0 0 0,1 0 1 0 0,-1 0-1 0 0,0-1 0 0 0,1 1 1 0 0,-1-1-1 0 0,1 0 0 0 0,0 0 1 0 0,-1 0-1 0 0,1 0 0 0 0,0-1 1 0 0,4 1-1 0 0,5-1-230 0 0,-1 1 0 0 0,1-1 0 0 0,-1-1 0 0 0,1 0 0 0 0,-1-1-1 0 0,1-1 1 0 0,15-4 0 0 0,-21 5 136 0 0,0-1-1 0 0,-1 0 0 0 0,1 0 1 0 0,0 0-1 0 0,-1-1 0 0 0,0 0 1 0 0,0 0-1 0 0,0 0 0 0 0,-1-1 0 0 0,8-7 1 0 0,-9 7-469 0 0,0-1 0 0 0,0 1 0 0 0,0-1 0 0 0,4-10 1 0 0,1-2-1758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2.3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70 3284 0 0,'0'0'4505'0'0,"-1"-3"-4137"0"0,-5-7 67 0 0,2 15 717 0 0,-3 21 89 0 0,7-24-1410 0 0,-1 2 291 0 0,1-4-113 0 0,-1 1 0 0 0,1 0-1 0 0,-1 0 1 0 0,1-1 0 0 0,-1 1-1 0 0,1 0 1 0 0,-1 0 0 0 0,1 0-1 0 0,0-1 1 0 0,0 1 0 0 0,-1 0-1 0 0,1 0 1 0 0,0 0 0 0 0,0 0 0 0 0,0 0-1 0 0,0 0 1 0 0,0 1 0 0 0,-1 14 104 0 0,-5 19 69 0 0,5-31-110 0 0,1 1-52 0 0,0 15-8 0 0,0-15-4 0 0,1-1-30 0 0,12 33 114 0 0,-11-33-75 0 0,-1-4-16 0 0,0 1-1 0 0,0 0 0 0 0,0 0 1 0 0,0-1-1 0 0,0 1 1 0 0,0-1-1 0 0,0 1 1 0 0,0-1-1 0 0,0 1 1 0 0,0-1-1 0 0,0 1 1 0 0,1-1-1 0 0,-1 0 1 0 0,0 0-1 0 0,0 0 1 0 0,0 0-1 0 0,1 0 1 0 0,-1 0-1 0 0,0 0 1 0 0,0 0-1 0 0,2 0 1 0 0,19-2-11 0 0,-17 2-3 0 0,-4 0 8 0 0,0 0 1 0 0,0 0 0 0 0,1 0-1 0 0,-1 0 1 0 0,0 0 0 0 0,0 0-1 0 0,1-1 1 0 0,-1 1 0 0 0,0 0-1 0 0,0-1 1 0 0,0 1 0 0 0,1-1-1 0 0,-1 1 1 0 0,2-2 0 0 0,5-3-2 0 0,-3 2 13 0 0,0 1 0 0 0,0-1 0 0 0,-1 0 0 0 0,1 0 0 0 0,-1 0 0 0 0,0-1 0 0 0,0 1 0 0 0,0-1 0 0 0,0 0 0 0 0,4-7 0 0 0,-3 5-13 0 0,-1 0 58 0 0,0 0-1 0 0,0 0 0 0 0,0 0 1 0 0,-1-1-1 0 0,0 0 1 0 0,0 1-1 0 0,0-1 1 0 0,-1 0-1 0 0,0 0 1 0 0,-1 0-1 0 0,2-15 0 0 0,-2 18 63 0 0,-1 0-66 0 0,2-13 111 0 0,-1 12 263 0 0,-1 1-318 0 0,1-12-4 0 0,-1 12 282 0 0,-3 26-239 0 0,3 4-133 0 0,-1-9 84 0 0,1 1 0 0 0,4 22 1 0 0,-3-35-193 0 0,0 1 1 0 0,0 0 0 0 0,1 0-1 0 0,0-1 1 0 0,0 1 0 0 0,1-1-1 0 0,-1 1 1 0 0,1-1 0 0 0,0 0-1 0 0,7 8 1 0 0,-8-11-438 0 0,2 0-5 0 0,0-1 273 0 0,0 1 0 0 0,0-1 0 0 0,0 0 0 0 0,0-1 0 0 0,0 1 0 0 0,0-1 0 0 0,0 0 0 0 0,0 0 0 0 0,0 0 0 0 0,0 0 0 0 0,0-1 0 0 0,0 1 0 0 0,0-1 0 0 0,0 0 0 0 0,0-1 0 0 0,0 1 0 0 0,5-3 0 0 0,-1-2 14 0 0,1-1 1 0 0,-2 0 0 0 0,1 0-1 0 0,-1-1 1 0 0,0 0 0 0 0,0 0-1 0 0,7-14 1 0 0,34-66 2877 0 0,-46 85-2179 0 0,10-19 958 0 0,-4 11-1245 0 0,-6 9 494 0 0,-1 5-659 0 0,5 13 154 0 0,-5-12 13 0 0,6 67 325 0 0,-6-67-452 0 0,-2 1 17 0 0,0 17 44 0 0,1 5-64 0 0,0-23 107 0 0,0 0 99 0 0,-1 12 33 0 0,1-12 1600 0 0,1-7-1819 0 0,8-22 10 0 0,-5 14-57 0 0,-1 1 1 0 0,1 0-1 0 0,1 0 0 0 0,0 1 0 0 0,0-1 1 0 0,1 1-1 0 0,0 0 0 0 0,1 1 0 0 0,9-11 1 0 0,-9 13-32 0 0,0 1 0 0 0,1 0 0 0 0,0 0 0 0 0,0 1 0 0 0,0 0 1 0 0,0 0-1 0 0,16-4 0 0 0,-21 7 7 0 0,2 1-5 0 0,13 2 17 0 0,-13-1-21 0 0,-1 1 5 0 0,19 14 1 0 0,-20-10 18 0 0,-3-3 1 0 0,2 0 9 0 0,-1 1 1 0 0,2 14-10 0 0,-3-13-8 0 0,0 0 2 0 0,-1 15 5 0 0,1-15 8 0 0,-1 0-7 0 0,-3 13 6 0 0,3-14 5 0 0,-3 17 188 0 0,-1-5 811 0 0,9-28-1007 0 0,0-1 0 0 0,0 1 0 0 0,1 0 0 0 0,1 0 0 0 0,0 1 0 0 0,1 0 0 0 0,0 0 0 0 0,1 0 0 0 0,0 1 0 0 0,0 0 0 0 0,1 1 0 0 0,1 0 0 0 0,0 0 0 0 0,21-14 0 0 0,-29 21 0 0 0,1 1-1 0 0,-1-1 1 0 0,1 1-1 0 0,0 0 1 0 0,0-1-1 0 0,0 1 1 0 0,0 0 0 0 0,0 1-1 0 0,0-1 1 0 0,0 0-1 0 0,0 1 1 0 0,0 0 0 0 0,0 0-1 0 0,4 0 1 0 0,-5 1 4 0 0,1 0 1 0 0,-1 0 0 0 0,1 0-1 0 0,-1 0 1 0 0,1 1 0 0 0,-1-1-1 0 0,0 1 1 0 0,1 0-1 0 0,-1 0 1 0 0,0-1 0 0 0,0 1-1 0 0,0 1 1 0 0,0-1 0 0 0,-1 0-1 0 0,1 0 1 0 0,-1 1 0 0 0,1-1-1 0 0,-1 1 1 0 0,0-1-1 0 0,0 1 1 0 0,0-1 0 0 0,0 1-1 0 0,0 0 1 0 0,-1-1 0 0 0,1 1-1 0 0,-1 3 1 0 0,3 10-2 0 0,-1-1 0 0 0,0 30 0 0 0,-5 8-439 0 0,3-49 36 0 0,0 0-125 0 0,-2 15-600 0 0,2-18 812 0 0,0 0-1 0 0,-1-1 1 0 0,1 1 0 0 0,0 0 0 0 0,0 0-1 0 0,0 0 1 0 0,0 0 0 0 0,0 0 0 0 0,0-1-1 0 0,0 1 1 0 0,0 0 0 0 0,1 0 0 0 0,-1 0-1 0 0,0 0 1 0 0,0-1 0 0 0,1 1 0 0 0,-1 0-1 0 0,0 0 1 0 0,1-1 0 0 0,-1 1-1 0 0,1 0 1 0 0,-1-1 0 0 0,1 1 0 0 0,-1 0-1 0 0,1-1 1 0 0,-1 1 0 0 0,2 1 0 0 0,18-6-3206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3.3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1 503 4232 0 0,'3'-4'796'0'0,"39"-47"2261"0"0,-39 48-2571 0 0,-2 3-426 0 0,0-1 0 0 0,0 0 0 0 0,0 1 0 0 0,0-1 0 0 0,0 0 0 0 0,0 0 0 0 0,0 0 0 0 0,0 0 0 0 0,-1 0-1 0 0,1 0 1 0 0,0 0 0 0 0,-1 0 0 0 0,2-2 0 0 0,3-3 927 0 0,4-6-831 0 0,-7 9 191 0 0,0 1-305 0 0,27-16 152 0 0,-25 16-175 0 0,34-20-3 0 0,-34 19-34 0 0,0 1 0 0 0,11-9 9 0 0,-11 8 14 0 0,-3 2 0 0 0,0-1-1 0 0,0 1 1 0 0,0-1-1 0 0,1 1 1 0 0,-1 0-1 0 0,0-1 1 0 0,1 1-1 0 0,-1 0 1 0 0,4-2-1 0 0,-2 0-20 0 0,-1 0 9 0 0,13-30 26 0 0,-15 30-20 0 0,0-1 17 0 0,0-14 25 0 0,0 14 359 0 0,-2 2-240 0 0,1 2-139 0 0,0-1 1 0 0,0 1-1 0 0,0-1 0 0 0,0 1 1 0 0,0 0-1 0 0,0 0 1 0 0,0-1-1 0 0,0 1 0 0 0,0 0 1 0 0,0 0-1 0 0,0 0 1 0 0,0 0-1 0 0,0 0 0 0 0,0 0 1 0 0,0 0-1 0 0,0 0 0 0 0,0 0 1 0 0,0 0-1 0 0,0 1 1 0 0,1-1-1 0 0,-1 0 0 0 0,0 1 1 0 0,0-1-1 0 0,0 1 1 0 0,-2 0-1 0 0,1 2 22 0 0,-1-1-1 0 0,1 0 1 0 0,-1 1-1 0 0,1-1 1 0 0,0 1 0 0 0,0 0-1 0 0,-4 6 1 0 0,-1 5 28 0 0,1 0 0 0 0,-8 24 0 0 0,12-32-64 0 0,0 1-1 0 0,0 0 1 0 0,1-1 0 0 0,0 1 0 0 0,0 0-1 0 0,1 0 1 0 0,0 0 0 0 0,0 0 0 0 0,0 0 0 0 0,1 0-1 0 0,0 0 1 0 0,2 7 0 0 0,-2-11-76 0 0,-1-3 49 0 0,1 0 1 0 0,-1 0-1 0 0,1 1 1 0 0,-1-1-1 0 0,0 0 1 0 0,1 0-1 0 0,-1 1 1 0 0,1-1-1 0 0,-1 0 1 0 0,0 1-1 0 0,1-1 1 0 0,-1 0-1 0 0,0 1 1 0 0,0-1-1 0 0,1 0 1 0 0,-1 1-1 0 0,0-1 1 0 0,0 1-1 0 0,0-1 1 0 0,1 1-1 0 0,-1-1 1 0 0,0 0-1 0 0,0 1 1 0 0,0 0-1 0 0,8 9-639 0 0,-4-9 435 0 0,0 0 0 0 0,0 0 1 0 0,0-1-1 0 0,1 0 1 0 0,-1 0-1 0 0,0 0 0 0 0,0 0 1 0 0,1 0-1 0 0,-1-1 0 0 0,0 0 1 0 0,0 0-1 0 0,0 0 1 0 0,0 0-1 0 0,0-1 0 0 0,0 1 1 0 0,7-5-1 0 0,-2 0 139 0 0,-1-1 1 0 0,1 0-1 0 0,-1-1 0 0 0,-1 0 1 0 0,1 0-1 0 0,-1-1 0 0 0,-1 0 0 0 0,0 0 1 0 0,6-10-1 0 0,2-9 895 0 0,-1 1 1 0 0,11-33-1 0 0,-23 56-432 0 0,0 0-42 0 0,14-30 1651 0 0,-16 56-1911 0 0,-1-1 14 0 0,2 40-1 0 0,2-32 92 0 0,-1-24-168 0 0,0-2-54 0 0,0-1 30 0 0,0 0-1 0 0,-1-1 1 0 0,1 1-1 0 0,0-1 1 0 0,0 1-1 0 0,0-1 0 0 0,0 1 1 0 0,0-1-1 0 0,0 1 1 0 0,0-1-1 0 0,0 0 1 0 0,0 0-1 0 0,1 0 1 0 0,-1 0-1 0 0,1 0 1 0 0,-1 0-1 0 0,1 0 1 0 0,-1 0-1 0 0,1 0 1 0 0,-1-1-1 0 0,1 1 1 0 0,3 0-1 0 0,-1-1-3 0 0,0 0 0 0 0,0 0 1 0 0,0 0-1 0 0,0-1 0 0 0,-1 1 0 0 0,1-1 0 0 0,0 0 0 0 0,0-1 1 0 0,4-1-1 0 0,-1-1 0 0 0,1-1 0 0 0,-1 0 0 0 0,0-1 1 0 0,0 0-1 0 0,-1 0 0 0 0,0 0 0 0 0,0 0 0 0 0,0-1 1 0 0,5-9-1 0 0,27-34 127 0 0,-36 47-102 0 0,0 1-8 0 0,-2 1 3 0 0,0 1 0 0 0,0 0-1 0 0,0 0 1 0 0,0-1 0 0 0,0 1-1 0 0,0 0 1 0 0,0-1-1 0 0,0 1 1 0 0,1 0 0 0 0,-1 0-1 0 0,0-1 1 0 0,0 1-1 0 0,0 0 1 0 0,0 0 0 0 0,1 0-1 0 0,-1-1 1 0 0,0 1 0 0 0,0 0-1 0 0,0 0 1 0 0,1 0-1 0 0,-1 0 1 0 0,0-1 0 0 0,0 1-1 0 0,1 0 1 0 0,-1 0-1 0 0,0 0 1 0 0,0 0 0 0 0,1 0-1 0 0,-1 0 1 0 0,0 0 0 0 0,1 0-1 0 0,-1 0 1 0 0,0 0-1 0 0,0 0 1 0 0,1 0 0 0 0,-1 0-1 0 0,0 0 1 0 0,0 0-1 0 0,1 0 1 0 0,-1 0 0 0 0,3 11 174 0 0,-2-7-228 0 0,0 0 52 0 0,-1 0 6 0 0,0 1-2 0 0,3 15 27 0 0,-1-11-57 0 0,1-1-1 0 0,0 0 1 0 0,1 0-1 0 0,5 9 1 0 0,9 1-308 0 0,-15-16 284 0 0,0 0-129 0 0,-2-2 154 0 0,1 0 0 0 0,-1 0-1 0 0,0 0 1 0 0,1 0 0 0 0,-1 1 0 0 0,1-1 0 0 0,-1 0 0 0 0,0 1 0 0 0,1-1-1 0 0,-1 1 1 0 0,0 0 0 0 0,3 1 0 0 0,-2-1-20 0 0,2 0-93 0 0,1-1 20 0 0,1-1 58 0 0,-1 1 1 0 0,1-1-1 0 0,-1 0 1 0 0,0-1-1 0 0,1 1 1 0 0,-1-1 0 0 0,0 0-1 0 0,0-1 1 0 0,0 1-1 0 0,0-1 1 0 0,8-5-1 0 0,-6 0 80 0 0,-1 1-1 0 0,0 0 1 0 0,-1-1-1 0 0,1 0 1 0 0,-1-1-1 0 0,-1 1 1 0 0,0-1 0 0 0,6-16-1 0 0,-3 0 239 0 0,0 0-1 0 0,4-35 0 0 0,3-68 1393 0 0,-13 124-1463 0 0,-1-1-44 0 0,-1-10 87 0 0,-8 26 208 0 0,7-5-399 0 0,-1 0 0 0 0,1 0 0 0 0,1 0 0 0 0,-1 0 0 0 0,1 0 0 0 0,0 1 0 0 0,1-1 0 0 0,-1 11 0 0 0,1-5-64 0 0,-5 43-913 0 0,3 0 0 0 0,8 87 0 0 0,-1-117-1035 0 0,-4-21 257 0 0,1 0-1281 0 0,5 14-2155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3.7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14 199 3364 0 0,'-13'-18'4471'0'0,"13"13"-4054"0"0,3-14-72 0 0,-2 18-313 0 0,-1-1-1 0 0,1 1 1 0 0,0 0 0 0 0,0 0 0 0 0,0 0-1 0 0,0-1 1 0 0,0 1 0 0 0,0 0 0 0 0,0 0-1 0 0,0 0 1 0 0,0 1 0 0 0,0-1 0 0 0,1 0-1 0 0,-1 0 1 0 0,0 1 0 0 0,1-1 0 0 0,-1 0-1 0 0,2 0 1 0 0,15-5 63 0 0,40-15-25 0 0,68-16 0 0 0,19-7 169 0 0,-141 42-112 0 0,0 1-42 0 0,-1-1 1 0 0,0 0-1 0 0,0 0 1 0 0,0 0-1 0 0,0 0 0 0 0,0-1 1 0 0,-1 1-1 0 0,1-1 1 0 0,2-3-1 0 0,-3 4 577 0 0,-23 7-464 0 0,17-5-127 0 0,-1 7 12 0 0,5-6-72 0 0,-1-1 0 0 0,0 1 0 0 0,1-1 1 0 0,-1 1-1 0 0,0-1 0 0 0,1 1 0 0 0,-1-1 0 0 0,0 1 1 0 0,1-1-1 0 0,-1 1 0 0 0,1 0 0 0 0,0-1 0 0 0,-1 1 1 0 0,1 0-1 0 0,-1 0 0 0 0,1-1 0 0 0,-1 3 0 0 0,-4 13 19 0 0,3-12-11 0 0,2 1 16 0 0,3 7 22 0 0,-1 1-1 0 0,2-1 0 0 0,-1 0 0 0 0,2 0 0 0 0,5 12 0 0 0,15 44 101 0 0,-25-65-182 0 0,0-1-1 0 0,0 1 1 0 0,0 0 0 0 0,0-1 0 0 0,0 1-1 0 0,0 0 1 0 0,-1-1 0 0 0,1 1 0 0 0,-1-1-1 0 0,0 1 1 0 0,0-1 0 0 0,0 1 0 0 0,0-1 0 0 0,0 1-1 0 0,0-1 1 0 0,-1 0 0 0 0,1 0 0 0 0,-1 1-1 0 0,1-1 1 0 0,-1 0 0 0 0,0 0 0 0 0,0-1-1 0 0,0 1 1 0 0,0 0 0 0 0,-4 2 0 0 0,-3 2-559 0 0,0-1 1 0 0,-1 1 0 0 0,0-2-1 0 0,-14 6 1 0 0,-20 5-2674 0 0,-13 2-2321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06.6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1 362 2456 0 0,'0'0'6003'0'0,"1"4"-5658"0"0,4 13 12 0 0,-4-12-39 0 0,39 4 416 0 0,-30-6-582 0 0,0-1 1 0 0,0 0-1 0 0,18 2 1 0 0,27-3-9 0 0,-1-4 0 0 0,1-1 0 0 0,-1-3 1 0 0,63-17-1 0 0,-88 17-28 0 0,-9 2-45 0 0,-1 0 1 0 0,38-3-1 0 0,-52 8-95 0 0,-1 0-78 0 0,40 12 8 0 0,-40-11 84 0 0,0 1 10 0 0,2 1 2 0 0,35 4 2 0 0,-13-5 56 0 0,0-1 1 0 0,0-1-1 0 0,1-2 0 0 0,-1 0 1 0 0,0-2-1 0 0,28-8 1 0 0,-38 8 8 0 0,50-13 289 0 0,8-6 113 0 0,-72 22-430 0 0,0 0-35 0 0,0 0-1 0 0,-1 0 0 0 0,1 1 1 0 0,-1-1-1 0 0,1 1 0 0 0,0 0 0 0 0,-1 0 1 0 0,1 1-1 0 0,6 1 0 0 0,-6-1 18 0 0,-1 0-40 0 0,0 0 1 0 0,0 0-1 0 0,0 0 1 0 0,0 1-1 0 0,0-1 1 0 0,0 1-1 0 0,0 0 1 0 0,4 4-1 0 0,22 12-100 0 0,-16-14 116 0 0,0 0 0 0 0,0-1 1 0 0,0-1-1 0 0,0 0 0 0 0,0 0 0 0 0,0-2 1 0 0,0 1-1 0 0,18-3 0 0 0,7-2 90 0 0,-1-2-1 0 0,1-1 1 0 0,-1-2-1 0 0,-1-1 1 0 0,65-28 0 0 0,-69 23 63 0 0,-28 13-162 0 0,17-3-26 0 0,-17 6 46 0 0,-1 0-1 0 0,1 0 0 0 0,-1 1 1 0 0,0-1-1 0 0,0 1 0 0 0,0 0 1 0 0,6 4-1 0 0,20 10-27 0 0,-12-11 0 0 0,-1-2 0 0 0,1 0 0 0 0,0 0 0 0 0,0-2 0 0 0,0 0 0 0 0,0-1 0 0 0,0-1 0 0 0,0-1-1 0 0,0 0 1 0 0,28-8 0 0 0,-1-2 61 0 0,0-2 0 0 0,71-33-1 0 0,-113 46-96 0 0,-1 0 49 0 0,0 0-1 0 0,-1 1 0 0 0,1-1 1 0 0,0 1-1 0 0,0-1 1 0 0,-1 1-1 0 0,1-1 0 0 0,0 1 1 0 0,0-1-1 0 0,0 1 0 0 0,-1-1 1 0 0,1 1-1 0 0,0 0 1 0 0,0 0-1 0 0,0 0 0 0 0,0-1 1 0 0,0 1-1 0 0,0 0 1 0 0,0 0-1 0 0,0 0 0 0 0,0 0 1 0 0,1 1-1 0 0,15-1 70 0 0,-12 0 13 0 0,33 17-105 0 0,-27-12 7 0 0,0-1 0 0 0,0 0 0 0 0,0-1 0 0 0,1 0 0 0 0,0-1 0 0 0,15 1 0 0 0,-9-1 21 0 0,0-1 0 0 0,-1-1 0 0 0,1 0 0 0 0,23-4 1 0 0,-17 1 3 0 0,0 0 53 0 0,0-1 0 0 0,0-1-1 0 0,0-1 1 0 0,0-1 0 0 0,-1-1-1 0 0,40-20 1 0 0,-60 26-9 0 0,37-12 32 0 0,-36 13-71 0 0,0 2 4 0 0,36 15 60 0 0,-29-11-133 0 0,-1-1 1 0 0,0 0 0 0 0,1 0 0 0 0,0-1-1 0 0,14 2 1 0 0,34 1-59 0 0,-39-6 103 0 0,0-1 0 0 0,0-1 1 0 0,-1 0-1 0 0,1-2 0 0 0,-1 0 1 0 0,1-1-1 0 0,22-10 0 0 0,7-6 229 0 0,57-33 0 0 0,-104 53-204 0 0,0-1-33 0 0,7-1-5 0 0,-9 2 24 0 0,1 1 0 0 0,-1-1 0 0 0,1 1 0 0 0,-1-1 0 0 0,1 1 0 0 0,0 0 0 0 0,-1-1 1 0 0,1 1-1 0 0,-1-1 0 0 0,1 1 0 0 0,0 0 0 0 0,-1 0 0 0 0,1-1 0 0 0,0 1 0 0 0,-1 0 0 0 0,1 0 0 0 0,0 0 1 0 0,-1 0-1 0 0,1 0 0 0 0,0 0 0 0 0,1 0 0 0 0,0 0 0 0 0,1 0 0 0 0,0 0 0 0 0,-1 0-1 0 0,1 0 1 0 0,0 1 0 0 0,-1-1 0 0 0,1 1 0 0 0,0 0 0 0 0,-1 0 0 0 0,5 3 0 0 0,-4-3-30 0 0,72 32-28 0 0,-36-23 68 0 0,0-1 1 0 0,1-3-1 0 0,-1-1 1 0 0,49 0-1 0 0,156-18 644 0 0,-198 6-328 0 0,-1-1 1 0 0,1-3 0 0 0,-2-1-1 0 0,64-28 1 0 0,-104 39-288 0 0,0-1-11 0 0,-3 1-24 0 0,1 0-1 0 0,0-1 0 0 0,0 1 1 0 0,0 0-1 0 0,0 0 0 0 0,0 0 1 0 0,0 0-1 0 0,0 0 0 0 0,0 0 1 0 0,0 1-1 0 0,0-1 1 0 0,0 1-1 0 0,1 0 0 0 0,-1-1 1 0 0,0 1-1 0 0,0 0 0 0 0,1 0 1 0 0,-1 0-1 0 0,0 1 1 0 0,0-1-1 0 0,0 0 0 0 0,1 1 1 0 0,-1 0-1 0 0,0-1 0 0 0,3 3 1 0 0,23 10 138 0 0,-20-8-142 0 0,0-1 0 0 0,0-1 0 0 0,1 1 0 0 0,11 2 0 0 0,23 2 32 0 0,0-3 0 0 0,1-1 0 0 0,0-2 0 0 0,-1-2 0 0 0,1-2 0 0 0,0-2 0 0 0,-1-2 0 0 0,0-1 0 0 0,72-23 0 0 0,1-16 389 0 0,-112 44-377 0 0,35-13-40 0 0,-36 14-118 0 0,17 6 117 0 0,-15-3 28 0 0,10 6 16 0 0,-2-2 8 0 0,-1 0-1 0 0,1-1 0 0 0,0-1 1 0 0,25 6-1 0 0,31 3-42 0 0,-39-11 9 0 0,0-2 0 0 0,-1 0-1 0 0,58-10 1 0 0,21-9 535 0 0,-38 5 619 0 0,82-5-1 0 0,-146 18-1085 0 0,-2 1-26 0 0,44 0-504 0 0,-44 0-353 0 0,-7-18-9762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10.8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660 35 3940 0 0,'15'-6'1349'0'0,"-12"5"509"0"0,-6-1-1228 0 0,-13-3-152 0 0,-1 1-1 0 0,1 0 1 0 0,-32-2 0 0 0,-61 0 357 0 0,-131 8 354 0 0,75 1-1435 0 0,160-3 26 0 0,-1 0-57 0 0,-16 1-58 0 0,16-1-82 0 0,2 0-1719 0 0,-12-2 1220 0 0,12 2-131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11.1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246 21 2592 0 0,'0'0'3363'0'0,"-1"-3"-3070"0"0,-3-10 46 0 0,3 10-64 0 0,-3 2-96 0 0,-8 1 36 0 0,1-1-1 0 0,-1 2 0 0 0,1-1 0 0 0,-1 1 1 0 0,1 1-1 0 0,-23 6 0 0 0,-73 28 947 0 0,103-34-1069 0 0,1-1 6 0 0,-8 5 9 0 0,8-5 134 0 0,1 2-107 0 0,2-2-117 0 0,-1 1 1 0 0,1-1-1 0 0,-1 1 1 0 0,1-1 0 0 0,0 1-1 0 0,0-1 1 0 0,-1 1 0 0 0,1-1-1 0 0,0 1 1 0 0,0-1-1 0 0,0 1 1 0 0,1-1 0 0 0,-1 1-1 0 0,0 0 1 0 0,0-1 0 0 0,1 0-1 0 0,-1 1 1 0 0,1-1-1 0 0,0 1 1 0 0,-1-1 0 0 0,1 0-1 0 0,0 1 1 0 0,0-1 0 0 0,0 0-1 0 0,0 0 1 0 0,0 1-1 0 0,0-1 1 0 0,0 0 0 0 0,1 1-1 0 0,52 50 124 0 0,-16-17-740 0 0,-3 1 0 0 0,39 50 0 0 0,-63-64-3789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18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103 543 4500 0 0,'0'0'1646'0'0,"-3"2"-189"0"0,-10 5-135 0 0,10-5-138 0 0,0 0-195 0 0,-47 34 2889 0 0,48-34-3481 0 0,-7 4 96 0 0,-1 1 124 0 0,9-6-581 0 0,1-1 1 0 0,-1 0 0 0 0,1 0-1 0 0,-1 1 1 0 0,1-1-1 0 0,-1 0 1 0 0,1 1-1 0 0,-1-1 1 0 0,1 0-1 0 0,-1 1 1 0 0,1-1 0 0 0,-1 1-1 0 0,1-1 1 0 0,0 1-1 0 0,-1-1 1 0 0,1 1-1 0 0,0-1 1 0 0,-1 1-1 0 0,1-1 1 0 0,0 1 0 0 0,0-1-1 0 0,-1 1 1 0 0,1 0-1 0 0,10-2-59 0 0,0-1 0 0 0,0 0 0 0 0,0 0-1 0 0,0-1 1 0 0,0-1 0 0 0,-1 0 0 0 0,1 0 0 0 0,-1-1-1 0 0,0 0 1 0 0,10-8 0 0 0,88-68-249 0 0,-105 79 271 0 0,27-24-68 0 0,-1-1 1 0 0,-1-1-1 0 0,-1-2 0 0 0,-2-1 1 0 0,29-47-1 0 0,-27 34 33 0 0,-3-1-1 0 0,-1-2 1 0 0,25-77-1 0 0,-46 120 120 0 0,-3 2-179 0 0,1 2 95 0 0,0-1 0 0 0,1 1 0 0 0,-1 0 1 0 0,1-1-1 0 0,-1 1 0 0 0,0 0 0 0 0,1-1 0 0 0,-1 1 1 0 0,0 0-1 0 0,1 0 0 0 0,-1 0 0 0 0,0 0 0 0 0,1 0 1 0 0,-1 0-1 0 0,0 0 0 0 0,1 0 0 0 0,-1 0 1 0 0,0 0-1 0 0,1 0 0 0 0,-1 0 0 0 0,0 0 0 0 0,1 0 1 0 0,-1 1-1 0 0,-1 0 0 0 0,-21 13-7 0 0,-21 31 14 0 0,37-36-2 0 0,-28 31 57 0 0,3 1 1 0 0,-52 87-1 0 0,-30 104 66 0 0,102-204-113 0 0,2 1 0 0 0,-13 56 0 0 0,23-83-14 0 0,-1 0 0 0 0,1 1 1 0 0,0-1-1 0 0,-1 0 0 0 0,1 0 1 0 0,0 0-1 0 0,0 1 1 0 0,1-1-1 0 0,-1 0 0 0 0,1 4 1 0 0,1 1-10 0 0,-2-6 8 0 0,0 1 0 0 0,0-1 0 0 0,0 1 0 0 0,0-1 0 0 0,0 1 0 0 0,1-1 0 0 0,-1 0 0 0 0,1 1 0 0 0,-1-1 0 0 0,1 1 0 0 0,-1-1 0 0 0,1 0 0 0 0,0 1 0 0 0,0-1 0 0 0,-1 0 0 0 0,2 2 0 0 0,1 0 0 0 0,-2-1-5 0 0,-1-1-1 0 0,1 1 1 0 0,0-1 0 0 0,0 0 0 0 0,-1 0-1 0 0,1 0 1 0 0,0 1 0 0 0,0-1 0 0 0,0 0-1 0 0,0 0 1 0 0,1 0 0 0 0,-1 0 0 0 0,0-1 0 0 0,0 1-1 0 0,0 0 1 0 0,1 0 0 0 0,1 0 0 0 0,1 1-29 0 0,-2-1 14 0 0,-1 0 1 0 0,0 0 0 0 0,1 0 0 0 0,-1 0 0 0 0,1 0-1 0 0,-1 0 1 0 0,1-1 0 0 0,0 1 0 0 0,-1 0 0 0 0,1-1 0 0 0,0 1-1 0 0,-1-1 1 0 0,1 0 0 0 0,0 0 0 0 0,-1 0 0 0 0,1 0 0 0 0,2 0-1 0 0,1 0-52 0 0,5 2-89 0 0,1-1 0 0 0,-1 0 0 0 0,1-1-1 0 0,-1 0 1 0 0,0-1 0 0 0,1 0-1 0 0,-1 0 1 0 0,12-4 0 0 0,10-4-805 0 0,34-14 0 0 0,-48 16 454 0 0,0 0-899 0 0,0-1-1 0 0,-1-1 0 0 0,0 0 0 0 0,21-16 0 0 0,-19 10-3565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19.2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177 113 3176 0 0,'1'-4'1345'0'0,"1"0"-756"0"0,0 0-72 0 0,0-1 1 0 0,0 0-1 0 0,0 0 0 0 0,-1-1 1 0 0,0 1-1 0 0,0 0 0 0 0,0 0 1 0 0,-1-1-1 0 0,1 1 0 0 0,-1 0 1 0 0,0-1-1 0 0,-1 1 0 0 0,1 0 1 0 0,-3-8-1 0 0,2 9-204 0 0,-3-1 77 0 0,4 4-365 0 0,0 1 0 0 0,0 0-1 0 0,0-1 1 0 0,0 1 0 0 0,-1-1-1 0 0,1 1 1 0 0,0 0 0 0 0,0-1-1 0 0,0 1 1 0 0,0-1 0 0 0,-1 1 0 0 0,1 0-1 0 0,0-1 1 0 0,0 1 0 0 0,-1 0-1 0 0,1-1 1 0 0,0 1 0 0 0,0 0-1 0 0,-1-1 1 0 0,1 1 0 0 0,0 0-1 0 0,-1 0 1 0 0,1-1 0 0 0,-1 1-1 0 0,1 0 1 0 0,0 0 0 0 0,-1 0 0 0 0,1-1-1 0 0,-1 1 1 0 0,1 0 0 0 0,0 0-1 0 0,-1 0 1 0 0,0 0 0 0 0,-3 0 19 0 0,1 0 1 0 0,-1 0 0 0 0,0 0-1 0 0,1 0 1 0 0,-1 1 0 0 0,0 0-1 0 0,1-1 1 0 0,-1 1 0 0 0,1 1-1 0 0,-1-1 1 0 0,1 0 0 0 0,-1 1-1 0 0,-4 3 1 0 0,1 0 3 0 0,1 0 1 0 0,-1 0 0 0 0,1 0-1 0 0,0 1 1 0 0,-9 13 0 0 0,4-5-17 0 0,1 1 0 0 0,1 1 1 0 0,0 0-1 0 0,2 0 0 0 0,-8 21 0 0 0,8-11-44 0 0,6-21-50 0 0,1 0 27 0 0,-2 15-10 0 0,2-15-30 0 0,1-1 9 0 0,15 30-205 0 0,-15-31 109 0 0,19 7-32 0 0,-16-8-10 0 0,1-2-24 0 0,6 0 154 0 0,0-1 1 0 0,0 0-1 0 0,0 0 0 0 0,0-1 0 0 0,0-1 0 0 0,14-5 1 0 0,-15 4 123 0 0,-1 0 0 0 0,1-1 0 0 0,-1 0 0 0 0,-1-1 0 0 0,1 1 1 0 0,9-10-1 0 0,-13 11 12 0 0,-1 0 1 0 0,-1 0-1 0 0,1-1 1 0 0,-1 1-1 0 0,1-1 1 0 0,-1 1 0 0 0,-1-1-1 0 0,1 0 1 0 0,-1 0-1 0 0,0-1 1 0 0,0 1-1 0 0,0 0 1 0 0,-1-1-1 0 0,2-5 1 0 0,-3 8-35 0 0,0-1-1 0 0,0 1 1 0 0,0 0 0 0 0,0 0 0 0 0,0 0-1 0 0,-1 0 1 0 0,1 0 0 0 0,-1 0-1 0 0,0 0 1 0 0,0 0 0 0 0,0 0 0 0 0,0 0-1 0 0,-1 1 1 0 0,1-1 0 0 0,-4-4-1 0 0,2 2-22 0 0,0 1-1 0 0,0 0 0 0 0,0 0 0 0 0,-1 0 1 0 0,1 1-1 0 0,-1-1 0 0 0,0 1 0 0 0,0 0 1 0 0,0 0-1 0 0,0 0 0 0 0,-9-4 0 0 0,10 6-52 0 0,-1 1-1 0 0,1-1 1 0 0,0 0-1 0 0,-1 1 1 0 0,1 0-1 0 0,0 0 1 0 0,-1 0-1 0 0,1 0 1 0 0,-7 1-1 0 0,1 0-81 0 0,5 0-20 0 0,-1 0 0 0 0,1 0 0 0 0,-1 0 0 0 0,1 1 0 0 0,-1 0 1 0 0,1 0-1 0 0,0 0 0 0 0,0 0 0 0 0,0 0 0 0 0,0 1 0 0 0,0 0 1 0 0,1 0-1 0 0,-1 0 0 0 0,1 0 0 0 0,0 1 0 0 0,0-1 0 0 0,0 1 1 0 0,-4 5-1 0 0,6-6-361 0 0,2 2-689 0 0,2 16 417 0 0,2-13-140 0 0,3-4-11 0 0,1 1 1 0 0,-1-2-1 0 0,1 1 1 0 0,15 3-1 0 0,5-2-2915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19.9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60 3612 0 0,'23'-27'5952'0'0,"-22"24"-3952"0"0,-3-4-830 0 0,2 6-1096 0 0,0 1 0 0 0,0-1 0 0 0,0 0-1 0 0,0 1 1 0 0,0-1 0 0 0,0 0 0 0 0,0 0 0 0 0,0 1 0 0 0,-1-1-1 0 0,1 0 1 0 0,0 1 0 0 0,0-1 0 0 0,-1 0 0 0 0,1 1-1 0 0,0-1 1 0 0,-1 1 0 0 0,1-1 0 0 0,-1 0 0 0 0,1 1 0 0 0,-1-1-1 0 0,1 1 1 0 0,-2-1 0 0 0,-3-1 53 0 0,0 1 0 0 0,0-1 0 0 0,-1 1 0 0 0,1 1 0 0 0,-1-1 0 0 0,1 1 0 0 0,-1 0 1 0 0,1 0-1 0 0,-1 0 0 0 0,1 1 0 0 0,-1 0 0 0 0,1 0 0 0 0,-1 0 0 0 0,1 1 0 0 0,0 0 0 0 0,-7 3 0 0 0,-4 2-36 0 0,1 0-1 0 0,0 1 0 0 0,1 0 1 0 0,-22 18-1 0 0,24-17-100 0 0,1 2-1 0 0,0-1 0 0 0,1 1 1 0 0,0 1-1 0 0,1 0 0 0 0,0 0 1 0 0,1 1-1 0 0,0 0 0 0 0,-6 15 1 0 0,13-26-28 0 0,0 0 1 0 0,1 0 0 0 0,-1 0 0 0 0,0 0 0 0 0,1 1-1 0 0,-1-1 1 0 0,1 0 0 0 0,-1 0 0 0 0,1 0 0 0 0,0 1 0 0 0,0-1-1 0 0,0 0 1 0 0,0 1 0 0 0,1-1 0 0 0,-1 0 0 0 0,1 0-1 0 0,-1 0 1 0 0,1 1 0 0 0,0-1 0 0 0,-1 0 0 0 0,1 0-1 0 0,0 0 1 0 0,1 0 0 0 0,-1 0 0 0 0,0-1 0 0 0,0 1 0 0 0,1 0-1 0 0,-1 0 1 0 0,1-1 0 0 0,0 1 0 0 0,-1-1 0 0 0,4 3-1 0 0,0-2-93 0 0,0 1 0 0 0,0-1-1 0 0,0 0 1 0 0,0 0 0 0 0,0-1-1 0 0,1 1 1 0 0,-1-1-1 0 0,1 0 1 0 0,-1-1 0 0 0,0 1-1 0 0,1-1 1 0 0,-1 0 0 0 0,7-1-1 0 0,2-2 180 0 0,-1 1 0 0 0,1-2 0 0 0,-1 0-1 0 0,0 0 1 0 0,0-2 0 0 0,0 1 0 0 0,-1-1 0 0 0,0-1 0 0 0,0 0-1 0 0,0-1 1 0 0,-1-1 0 0 0,-1 1 0 0 0,1-2 0 0 0,-1 1-1 0 0,-1-1 1 0 0,0-1 0 0 0,0 0 0 0 0,-1 0 0 0 0,13-23-1 0 0,-4-6 503 0 0,-16 36-372 0 0,0 0 16 0 0,0 3-280 0 0,2-13 698 0 0,-3 14-583 0 0,-1 0-1 0 0,1 0 0 0 0,-1 0 1 0 0,1-1-1 0 0,0 1 0 0 0,-1 0 0 0 0,1 0 1 0 0,-1 0-1 0 0,1 0 0 0 0,0 0 0 0 0,-1 0 1 0 0,1 0-1 0 0,-1 0 0 0 0,1 0 0 0 0,0 1 1 0 0,-1-1-1 0 0,1 0 0 0 0,-1 0 0 0 0,1 0 1 0 0,0 0-1 0 0,-1 0 0 0 0,1 1 0 0 0,0-1 1 0 0,-1 0-1 0 0,1 0 0 0 0,0 1 0 0 0,-1-1 1 0 0,1 0-1 0 0,0 1 0 0 0,0-1 0 0 0,-1 1 1 0 0,-4 7 28 0 0,-16 96 9 0 0,-11 139 1 0 0,-11 65-149 0 0,42-304 66 0 0,-30 119-156 0 0,27-112 171 0 0,0-1 1 0 0,0 1-1 0 0,-1-1 0 0 0,0 0 0 0 0,-1-1 0 0 0,0 1 1 0 0,-1-1-1 0 0,-13 15 0 0 0,13-19-6 0 0,-24 13 46 0 0,24-17-32 0 0,1-1 1 0 0,3 1-6 0 0,1-1 1 0 0,-1 1-1 0 0,0-1 1 0 0,0 0 0 0 0,0 0-1 0 0,0 0 1 0 0,0-1 0 0 0,0 1-1 0 0,1-1 1 0 0,-1 1-1 0 0,0-1 1 0 0,0 0 0 0 0,1 0-1 0 0,-1 0 1 0 0,-2-2 0 0 0,-34-26 14 0 0,31 21-66 0 0,0-1 0 0 0,0 0-1 0 0,0 0 1 0 0,1-1 0 0 0,1 0 0 0 0,-1 0 0 0 0,2-1-1 0 0,-1 0 1 0 0,2 0 0 0 0,-1 0 0 0 0,2 0 0 0 0,-1-1-1 0 0,2 1 1 0 0,-1-1 0 0 0,2 0 0 0 0,-1 0 0 0 0,1-16-1 0 0,2 14-203 0 0,0 1-1 0 0,1-1 0 0 0,0 1 1 0 0,1-1-1 0 0,1 1 0 0 0,0 0 1 0 0,1 0-1 0 0,0 0 0 0 0,1 1 1 0 0,0 0-1 0 0,1 0 0 0 0,0 0 1 0 0,1 1-1 0 0,17-19 0 0 0,10-5-3354 0 0,49-39 0 0 0,-45 43-1644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0.8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631 28 3888 0 0,'-3'-3'257'0'0,"1"1"-106"0"0,1 0 1 0 0,-1 0-1 0 0,0 0 0 0 0,0 1 1 0 0,0-1-1 0 0,0 0 0 0 0,0 1 1 0 0,0-1-1 0 0,0 1 0 0 0,-1 0 1 0 0,1 0-1 0 0,0 0 1 0 0,-1 0-1 0 0,1 0 0 0 0,-1 0 1 0 0,1 1-1 0 0,-1-1 0 0 0,1 1 1 0 0,-1-1-1 0 0,1 1 0 0 0,-1 0 1 0 0,0 0-1 0 0,-4 1 0 0 0,-7 3 47 0 0,0 0-1 0 0,0 0 0 0 0,0 1 0 0 0,1 1 1 0 0,-1 1-1 0 0,2-1 0 0 0,-25 18 1 0 0,17-8-27 0 0,1 1 1 0 0,0 0 0 0 0,1 1-1 0 0,-16 22 1 0 0,-1 8 90 0 0,2 2 0 0 0,2 2 0 0 0,-30 65 0 0 0,30-48-94 0 0,2 2-1 0 0,3 1 0 0 0,4 1 0 0 0,-19 108 0 0 0,33-133-69 0 0,3 1 0 0 0,2 0 0 0 0,1-1 0 0 0,3 1 0 0 0,2 0 0 0 0,2 0 0 0 0,3-1 0 0 0,13 49 0 0 0,-16-79-143 0 0,1 1 1 0 0,1-2-1 0 0,1 1 0 0 0,0-1 0 0 0,1 0 1 0 0,1-1-1 0 0,1 0 0 0 0,0-1 1 0 0,1 0-1 0 0,0 0 0 0 0,23 19 1 0 0,-23-25-454 0 0,-1 0 0 0 0,2-1 1 0 0,-1 0-1 0 0,1-1 0 0 0,0-1 1 0 0,0 0-1 0 0,1-1 0 0 0,0 0 0 0 0,0-1 1 0 0,0 0-1 0 0,0-2 0 0 0,1 1 1 0 0,-1-2-1 0 0,1 0 0 0 0,24-1 0 0 0,10-5-3942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3.0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1 3856 0 0,'0'0'6469'0'0,"-3"1"-5982"0"0,-1 2-348 0 0,0 0 1 0 0,1 0-1 0 0,-1 1 1 0 0,1-1-1 0 0,0 1 1 0 0,0-1-1 0 0,0 1 1 0 0,0 0-1 0 0,1 1 1 0 0,-4 6-1 0 0,-22 54 464 0 0,17-38-314 0 0,2-4-163 0 0,1 0 1 0 0,1 0-1 0 0,-5 28 1 0 0,11-45-255 0 0,1 0 0 0 0,-1 0 0 0 0,1 0 0 0 0,0-1 0 0 0,2 9-1 0 0,-2-12 1 0 0,0 0 0 0 0,1 0 0 0 0,-1 0-1 0 0,0 0 1 0 0,1 0 0 0 0,0 0-1 0 0,-1 0 1 0 0,1 0 0 0 0,0-1-1 0 0,0 1 1 0 0,0 0 0 0 0,0-1-1 0 0,1 1 1 0 0,-1 0 0 0 0,0-1-1 0 0,0 0 1 0 0,4 3 0 0 0,11 5-388 0 0,-11-6 76 0 0,1-4-84 0 0,4 0 391 0 0,1 0 0 0 0,0-1 0 0 0,-1-1 0 0 0,0 0 1 0 0,1 0-1 0 0,-1-1 0 0 0,0 0 0 0 0,-1-1 0 0 0,1 0 1 0 0,-1-1-1 0 0,0 1 0 0 0,0-2 0 0 0,-1 1 1 0 0,0-2-1 0 0,0 1 0 0 0,0-1 0 0 0,-1 0 0 0 0,12-17 1 0 0,-11 14 279 0 0,-1-1 0 0 0,0 0 0 0 0,0 0 0 0 0,-1 0 0 0 0,6-18 0 0 0,-2-15 580 0 0,-9 41-438 0 0,0-1 41 0 0,1-15 32 0 0,-2 15 410 0 0,0 1-407 0 0,-1-18 1370 0 0,-5 26-1472 0 0,5-4-251 0 0,0 0 0 0 0,1 0 0 0 0,-1 0 0 0 0,1 0 0 0 0,-1 0-1 0 0,1 0 1 0 0,-1 0 0 0 0,0 1 0 0 0,1-1 0 0 0,-1 0 0 0 0,1 0 0 0 0,-1 1 0 0 0,1-1 0 0 0,-1 0 0 0 0,1 1 0 0 0,-1-1 0 0 0,1 0-1 0 0,0 1 1 0 0,-1-1 0 0 0,1 1 0 0 0,-1-1 0 0 0,1 1 0 0 0,0-1 0 0 0,-1 2 0 0 0,-8 27 196 0 0,2 1 1 0 0,0 0-1 0 0,3 1 1 0 0,-2 37-1 0 0,5-61-210 0 0,2-1-1 0 0,-1 0 1 0 0,1 0-1 0 0,0 0 1 0 0,0 0 0 0 0,3 9-1 0 0,-3-12-21 0 0,14 18-298 0 0,-12-19 149 0 0,13 7-2 0 0,-12-7 20 0 0,1-1-31 0 0,4 0 140 0 0,-5 0-2 0 0,0-1 0 0 0,-1 1 0 0 0,1-1 0 0 0,-1 0-1 0 0,1 0 1 0 0,0 0 0 0 0,4-1 0 0 0,-1-1 27 0 0,0 0-1 0 0,0-1 1 0 0,0 1-1 0 0,0-2 1 0 0,0 1-1 0 0,10-8 0 0 0,-13 9 41 0 0,-1 0 0 0 0,1 0 0 0 0,-1 0 0 0 0,1-1 0 0 0,-1 0 0 0 0,0 1-1 0 0,0-1 1 0 0,0 0 0 0 0,-1-1 0 0 0,1 1 0 0 0,-1 0 0 0 0,1-1-1 0 0,-1 0 1 0 0,0 1 0 0 0,-1-1 0 0 0,1 0 0 0 0,-1 0 0 0 0,1 0-1 0 0,-1 0 1 0 0,0 0 0 0 0,-1 0 0 0 0,1 0 0 0 0,-1-1 0 0 0,1 1 0 0 0,-1 0-1 0 0,-1 0 1 0 0,1 0 0 0 0,-1-1 0 0 0,1 1 0 0 0,-1 0 0 0 0,0 0-1 0 0,-1 0 1 0 0,1 0 0 0 0,-1 0 0 0 0,1 0 0 0 0,-1 1 0 0 0,-3-5 0 0 0,1 1 27 0 0,-1 1 0 0 0,1-1 1 0 0,-1 1-1 0 0,0 0 1 0 0,-1 1-1 0 0,0-1 0 0 0,1 1 1 0 0,-2 0-1 0 0,1 1 1 0 0,0-1-1 0 0,-1 1 0 0 0,0 0 1 0 0,0 1-1 0 0,-14-5 1 0 0,17 6 6 0 0,1 2-79 0 0,-1 0 1 0 0,1 1-1 0 0,-1-1 1 0 0,1 0-1 0 0,0 1 1 0 0,-1 0-1 0 0,1 0 0 0 0,0 0 1 0 0,0 0-1 0 0,-1 0 1 0 0,-4 3-1 0 0,13 16-511 0 0,-5-19 507 0 0,1 0 0 0 0,-1-1 0 0 0,0 1 0 0 0,1 0 0 0 0,-1 0 0 0 0,1 0 0 0 0,-1 0 1 0 0,1-1-1 0 0,0 1 0 0 0,-1 0 0 0 0,1-1 0 0 0,0 1 0 0 0,-1 0 0 0 0,1-1 0 0 0,0 1 0 0 0,0-1 0 0 0,0 1 0 0 0,-1-1 1 0 0,1 1-1 0 0,0-1 0 0 0,2 1 0 0 0,-2-1-54 0 0,2 2-12 0 0,1 0-1 0 0,-1 0 0 0 0,1 0 1 0 0,0-1-1 0 0,0 1 0 0 0,0-1 0 0 0,0 0 1 0 0,0 0-1 0 0,0-1 0 0 0,8 1 0 0 0,1 1-239 0 0,13 1-131 0 0,-1-1 0 0 0,1-1-1 0 0,0-1 1 0 0,0-1 0 0 0,0-2-1 0 0,33-7 1 0 0,-38 5 797 0 0,0-1 0 0 0,0-1 0 0 0,0-1 0 0 0,27-15 0 0 0,-46 22 254 0 0,-1 0-472 0 0,0 1 1 0 0,-1-1-1 0 0,1 1 1 0 0,0-1-1 0 0,-1 0 1 0 0,1 1-1 0 0,-1-1 1 0 0,1 1-1 0 0,-1-1 1 0 0,1 0-1 0 0,-1 0 1 0 0,1 1-1 0 0,-1-1 1 0 0,0 0-1 0 0,0 0 1 0 0,1 1-1 0 0,-1-1 1 0 0,0 0-1 0 0,0 0 1 0 0,0-1-1 0 0,-4 2-61 0 0,0-1 0 0 0,0 2 0 0 0,-1-1 0 0 0,1 0 0 0 0,0 1 0 0 0,0 0 0 0 0,-1 0-1 0 0,1 0 1 0 0,0 0 0 0 0,0 1 0 0 0,0-1 0 0 0,0 1 0 0 0,1 0 0 0 0,-1 1 0 0 0,0-1 0 0 0,1 0 0 0 0,0 1 0 0 0,-1 0 0 0 0,1 0 0 0 0,0 0-1 0 0,-3 5 1 0 0,-7 7 32 0 0,1 2 1 0 0,0 0-1 0 0,-10 20 0 0 0,17-28-46 0 0,1-1-2 0 0,-12 29 7 0 0,14-30-41 0 0,0 8-92 0 0,1-12 70 0 0,1 0 1 0 0,-1 0-1 0 0,1 0 1 0 0,-1 0-1 0 0,1 1 1 0 0,0-1-1 0 0,1 0 1 0 0,-1 0-1 0 0,0 0 1 0 0,1 0-1 0 0,0 0 0 0 0,0 0 1 0 0,0 0-1 0 0,0 0 1 0 0,0 0-1 0 0,0 0 1 0 0,1 0-1 0 0,0-1 1 0 0,1 4-1 0 0,1-3-76 0 0,0 1 1 0 0,0-1-1 0 0,0 0 0 0 0,0-1 1 0 0,0 1-1 0 0,0-1 0 0 0,1 1 0 0 0,-1-1 1 0 0,1 0-1 0 0,0-1 0 0 0,0 1 1 0 0,-1-1-1 0 0,1 0 0 0 0,0 0 0 0 0,0-1 1 0 0,9 1-1 0 0,-6-2 76 0 0,0 1-1 0 0,0-1 1 0 0,0 0-1 0 0,-1-1 1 0 0,1 1-1 0 0,0-2 1 0 0,-1 1-1 0 0,1-1 1 0 0,-1 0-1 0 0,13-8 1 0 0,-18 10 18 0 0,6-5 161 0 0,-1 1 0 0 0,1-1-1 0 0,-1 0 1 0 0,-1-1 0 0 0,1 1 0 0 0,-1-1 0 0 0,9-15-1 0 0,-12 17-85 0 0,-1 0 0 0 0,0 0 0 0 0,0-1 0 0 0,-1 1 0 0 0,1-1 0 0 0,-1 1-1 0 0,0-1 1 0 0,-1 0 0 0 0,1 1 0 0 0,-1-1 0 0 0,-1 0 0 0 0,0-10 0 0 0,-1 10-33 0 0,0 0 0 0 0,0 1 0 0 0,0-1 0 0 0,-1 0 0 0 0,0 1 1 0 0,0-1-1 0 0,0 1 0 0 0,0 0 0 0 0,-1 0 0 0 0,0 0 1 0 0,0 0-1 0 0,-1 1 0 0 0,1 0 0 0 0,-1 0 0 0 0,0 0 1 0 0,0 0-1 0 0,-10-5 0 0 0,12 7 1 0 0,-2 2-87 0 0,-40 2-657 0 0,41-1 386 0 0,5 0-1077 0 0,0-1 1373 0 0,-1 0 0 0 0,0 0 0 0 0,0 0 1 0 0,1 1-1 0 0,-1-1 0 0 0,0 0 0 0 0,0 0 0 0 0,0 1 0 0 0,1-1 0 0 0,-1 0 1 0 0,0 0-1 0 0,0 0 0 0 0,0 1 0 0 0,0-1 0 0 0,1 0 0 0 0,-1 1 0 0 0,0-1 1 0 0,0 0-1 0 0,0 0 0 0 0,0 1 0 0 0,0-1 0 0 0,0 0 0 0 0,0 1 0 0 0,0-1 1 0 0,0 0-1 0 0,0 1 0 0 0,0 0-2 0 0,0-1-1 0 0,0 1 1 0 0,0-1 0 0 0,0 1 0 0 0,0-1 0 0 0,0 1-1 0 0,0-1 1 0 0,1 1 0 0 0,-1-1 0 0 0,0 1-1 0 0,0-1 1 0 0,0 0 0 0 0,1 1 0 0 0,-1-1-1 0 0,0 1 1 0 0,1-1 0 0 0,-1 1 0 0 0,0-1 0 0 0,1 0-1 0 0,-1 1 1 0 0,0-1 0 0 0,1 0 0 0 0,-1 1-1 0 0,1-1 1 0 0,-1 0 0 0 0,0 0 0 0 0,1 0-1 0 0,-1 1 1 0 0,1-1 0 0 0,-1 0 0 0 0,1 0 0 0 0,-1 0-1 0 0,1 0 1 0 0,-1 0 0 0 0,1 0 0 0 0,59 10-2419 0 0,-50-9 1922 0 0,0-1-1 0 0,0 0 0 0 0,0 0 0 0 0,15-2 1 0 0,-3-1-1082 0 0,5 0-1801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3.4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 14 3004 0 0,'33'-14'7792'0'0,"-47"16"-7272"0"0,9 0-396 0 0,0 0-1 0 0,0 0 1 0 0,0 1-1 0 0,0-1 1 0 0,1 1-1 0 0,-1 0 1 0 0,1 0 0 0 0,-5 5-1 0 0,-31 30 450 0 0,40-37-565 0 0,-9 8 74 0 0,1 0-1 0 0,0 1 1 0 0,1 1 0 0 0,0-1-1 0 0,1 1 1 0 0,0 0 0 0 0,0 0-1 0 0,1 1 1 0 0,1 0-1 0 0,0 0 1 0 0,-2 15 0 0 0,5-23-116 0 0,0 0 1 0 0,1 0 0 0 0,0 0-1 0 0,0 0 1 0 0,0 0-1 0 0,1 0 1 0 0,-1 0 0 0 0,1 0-1 0 0,0 0 1 0 0,0 0 0 0 0,0 0-1 0 0,1 0 1 0 0,-1 0 0 0 0,1 0-1 0 0,0-1 1 0 0,0 1 0 0 0,1-1-1 0 0,-1 0 1 0 0,0 1-1 0 0,1-1 1 0 0,0 0 0 0 0,0 0-1 0 0,0-1 1 0 0,0 1 0 0 0,0-1-1 0 0,1 1 1 0 0,-1-1 0 0 0,1 0-1 0 0,4 2 1 0 0,-4-3-47 0 0,1 1-1 0 0,0-1 1 0 0,-1 0 0 0 0,1 0-1 0 0,0 0 1 0 0,-1 0 0 0 0,1-1-1 0 0,0 0 1 0 0,0 0 0 0 0,0-1-1 0 0,-1 1 1 0 0,1-1 0 0 0,0 0-1 0 0,-1 0 1 0 0,1 0 0 0 0,-1-1-1 0 0,8-3 1 0 0,-3 1 124 0 0,-1 0 0 0 0,1-1 0 0 0,-1 0 1 0 0,-1 0-1 0 0,1-1 0 0 0,-1 0 0 0 0,12-12 0 0 0,-15 13-20 0 0,1-1 0 0 0,-1 1-1 0 0,-1-1 1 0 0,1 0 0 0 0,-1 0 0 0 0,0 0-1 0 0,0 0 1 0 0,-1 0 0 0 0,0-1 0 0 0,0 1-1 0 0,0-1 1 0 0,-1 0 0 0 0,0 1-1 0 0,0-1 1 0 0,-1 0 0 0 0,0-11 0 0 0,-1 13-217 0 0,0 0 1 0 0,0 1 0 0 0,0-1 0 0 0,-1 0 0 0 0,1 0-1 0 0,-1 1 1 0 0,0-1 0 0 0,-1 1 0 0 0,1-1-1 0 0,-1 1 1 0 0,0 0 0 0 0,0 0 0 0 0,0 0 0 0 0,0 1-1 0 0,-1-1 1 0 0,1 1 0 0 0,-1-1 0 0 0,0 1-1 0 0,0 0 1 0 0,0 1 0 0 0,-1-1 0 0 0,1 1 0 0 0,-8-3-1 0 0,-21-6-2622 0 0,-5 5-2015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4.1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159 567 5288 0 0,'-159'35'6732'0'0,"296"-78"-6781"0"0,-58 17-33 0 0,30-7 7 0 0,557-188 86 0 0,-472 143-170 0 0,95-35 122 0 0,-202 83-2303 0 0,123-24 1 0 0,-186 50-211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4.9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319 121 3996 0 0,'0'0'1188'0'0,"-5"0"-315"0"0,-13 0-70 0 0,13 0-56 0 0,0 0-108 0 0,1-1-552 0 0,-2 1 115 0 0,1-1-1 0 0,-1 1 0 0 0,1-1 1 0 0,-1 0-1 0 0,1-1 0 0 0,-1 0 0 0 0,1 0 1 0 0,0 0-1 0 0,0 0 0 0 0,0-1 0 0 0,0 0 1 0 0,0 0-1 0 0,0 0 0 0 0,1-1 1 0 0,-1 1-1 0 0,-4-6 0 0 0,7 5-119 0 0,0 1-1 0 0,0-1 1 0 0,1 0-1 0 0,-1 0 1 0 0,1 1-1 0 0,0-1 1 0 0,-1-5-1 0 0,1 5 37 0 0,4-1-18 0 0,-2 3-88 0 0,1-1-1 0 0,-1 1 1 0 0,1 0-1 0 0,0-1 1 0 0,0 1-1 0 0,0 0 1 0 0,0 0 0 0 0,0 0-1 0 0,1 1 1 0 0,-1-1-1 0 0,1 0 1 0 0,-1 1-1 0 0,1-1 1 0 0,-1 1-1 0 0,1 0 1 0 0,0 0-1 0 0,-1 0 1 0 0,1 0 0 0 0,0 1-1 0 0,0-1 1 0 0,0 1-1 0 0,0-1 1 0 0,0 1-1 0 0,3 0 1 0 0,-1 1 0 0 0,1 0 0 0 0,-1 0 1 0 0,0 1-1 0 0,1-1 0 0 0,-1 1 1 0 0,0 0-1 0 0,0 0 0 0 0,0 1 1 0 0,-1 0-1 0 0,1 0 0 0 0,0 0 1 0 0,-1 0-1 0 0,0 0 0 0 0,0 1 1 0 0,0 0-1 0 0,0 0 0 0 0,5 7 0 0 0,-5-4-15 0 0,0-1-1 0 0,0 1 0 0 0,-1 0 1 0 0,0 0-1 0 0,0 0 0 0 0,-1 0 0 0 0,0 0 1 0 0,0 0-1 0 0,0 1 0 0 0,-1-1 1 0 0,0 1-1 0 0,-1 12 0 0 0,0-10-3 0 0,-1 0 0 0 0,-1-1 0 0 0,0 1 0 0 0,0-1 0 0 0,-1 1 0 0 0,0-1 0 0 0,-1 0 0 0 0,0 0 0 0 0,0 0 0 0 0,-1-1-1 0 0,0 1 1 0 0,0-1 0 0 0,-1 0 0 0 0,0-1 0 0 0,0 0 0 0 0,-15 13 0 0 0,7-8 76 0 0,-2 0 0 0 0,1-1 0 0 0,-1-1 0 0 0,-1 0 0 0 0,0-1 0 0 0,0-1 0 0 0,-25 8 0 0 0,36-14-96 0 0,0 0 0 0 0,0-1 0 0 0,0 0 0 0 0,0 0 0 0 0,-1 0 0 0 0,1 0 0 0 0,0-1 0 0 0,-1 0 0 0 0,1 0 0 0 0,0-1 0 0 0,-1 0 0 0 0,1 0 0 0 0,0-1 0 0 0,0 1 0 0 0,-7-4 0 0 0,11 4 17 0 0,1 0-1 0 0,-1-1 0 0 0,0 1 1 0 0,1-1-1 0 0,-1 1 1 0 0,1-1-1 0 0,0 0 1 0 0,-1 1-1 0 0,1-1 0 0 0,0 0 1 0 0,0 0-1 0 0,0 0 1 0 0,0 0-1 0 0,0 0 0 0 0,1 0 1 0 0,-1 0-1 0 0,0-4 1 0 0,0 4-2 0 0,0-2-37 0 0,2-1 16 0 0,-1 1 30 0 0,0 1-1 0 0,1 0 1 0 0,-1 0 0 0 0,0-1-1 0 0,1 1 1 0 0,0 0 0 0 0,0 0-1 0 0,0 0 1 0 0,0 0-1 0 0,0 0 1 0 0,1 0 0 0 0,-1 0-1 0 0,1 0 1 0 0,0 0 0 0 0,3-3-1 0 0,30-23 3 0 0,-17 24-7 0 0,-12 4 11 0 0,0 0 2 0 0,-5 0-5 0 0,0 0 0 0 0,1 1 1 0 0,-1 0-1 0 0,1-1 1 0 0,-1 1-1 0 0,1 0 0 0 0,-1 0 1 0 0,1-1-1 0 0,-1 1 0 0 0,1 0 1 0 0,-1 1-1 0 0,1-1 1 0 0,-1 0-1 0 0,1 0 0 0 0,-1 1 1 0 0,2 0-1 0 0,2 0 5 0 0,35 8 26 0 0,-31-4-26 0 0,-2 1 2 0 0,6 1 9 0 0,-1 1 1 0 0,-1 0 0 0 0,0 1-1 0 0,0 0 1 0 0,0 1-1 0 0,14 17 1 0 0,-14-15-386 0 0,0 0 0 0 0,1-1 0 0 0,14 11 0 0 0,-23-20-61 0 0,1 0-1 0 0,-1-1 1 0 0,1 1-1 0 0,-1-1 1 0 0,1 1-1 0 0,0-1 1 0 0,0 0 0 0 0,-1-1-1 0 0,1 1 1 0 0,0-1-1 0 0,0 1 1 0 0,0-1-1 0 0,0 0 1 0 0,-1-1-1 0 0,1 1 1 0 0,0-1-1 0 0,6-1 1 0 0,15-5-3224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5.3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7 3772 0 0,'0'0'3859'0'0,"-2"-1"-3326"0"0,1 0-476 0 0,0 0 0 0 0,1 1 0 0 0,-1-1 0 0 0,0 1 0 0 0,0-1 0 0 0,0 1 0 0 0,0 0 0 0 0,0-1 0 0 0,0 1 0 0 0,0 0 0 0 0,0 0 0 0 0,0-1 0 0 0,0 1-1 0 0,0 0 1 0 0,0 0 0 0 0,0 0 0 0 0,0 0 0 0 0,0 1 0 0 0,0-1 0 0 0,0 0 0 0 0,0 0 0 0 0,0 0 0 0 0,0 1 0 0 0,-2 0 0 0 0,1 1 44 0 0,-1-1-1 0 0,1 1 1 0 0,0 0-1 0 0,-1 0 1 0 0,1 0 0 0 0,0 0-1 0 0,0 0 1 0 0,-3 5-1 0 0,-1 2 67 0 0,1 0-1 0 0,-1 1 1 0 0,2 0-1 0 0,-5 10 1 0 0,6-10-217 0 0,0-1 0 0 0,1 1 0 0 0,0 0 0 0 0,1 0 0 0 0,0-1 0 0 0,0 1 0 0 0,1 0 0 0 0,0 0 1 0 0,1 0-1 0 0,0 0 0 0 0,1 0 0 0 0,0 0 0 0 0,4 11 0 0 0,-6-19-39 0 0,1 0-1 0 0,0 0 1 0 0,0 0-1 0 0,0 0 1 0 0,0 0-1 0 0,0 0 1 0 0,0 0-1 0 0,0 0 1 0 0,0 0-1 0 0,1-1 1 0 0,-1 1 0 0 0,1-1-1 0 0,-1 1 1 0 0,1-1-1 0 0,0 0 1 0 0,0 1-1 0 0,2 1 1 0 0,-3-3 81 0 0,2 2-250 0 0,2-2 70 0 0,1 1 207 0 0,0-1 1 0 0,0 0-1 0 0,0 0 1 0 0,0-1 0 0 0,0 0-1 0 0,0 0 1 0 0,-1 0-1 0 0,1 0 1 0 0,0-1-1 0 0,0 0 1 0 0,9-5-1 0 0,-7 2 154 0 0,-1 0 0 0 0,-1 0 0 0 0,1-1-1 0 0,-1 1 1 0 0,0-1 0 0 0,0-1-1 0 0,-1 1 1 0 0,0-1 0 0 0,0 0 0 0 0,0 0-1 0 0,-1 0 1 0 0,0-1 0 0 0,-1 0-1 0 0,1 1 1 0 0,-1-1 0 0 0,-1 0 0 0 0,0-1-1 0 0,0 1 1 0 0,0 0 0 0 0,0-12-1 0 0,-4-24 205 0 0,2 40-275 0 0,-1-1-27 0 0,-4-13-36 0 0,5 17-68 0 0,-1 0 1 0 0,1 0 0 0 0,-1 0 0 0 0,1 0 0 0 0,-1 0 0 0 0,0 0-1 0 0,1 0 1 0 0,-1 0 0 0 0,0 0 0 0 0,0 0 0 0 0,0 1 0 0 0,1-1 0 0 0,-1 0-1 0 0,0 0 1 0 0,0 1 0 0 0,0-1 0 0 0,0 1 0 0 0,0-1 0 0 0,-1 1-1 0 0,1-1 1 0 0,0 1 0 0 0,0 0 0 0 0,0-1 0 0 0,0 1 0 0 0,0 0 0 0 0,0 0-1 0 0,-1 0 1 0 0,1 0 0 0 0,0 0 0 0 0,0 0 0 0 0,0 0 0 0 0,-2 1-1 0 0,-1-1-133 0 0,0 1-1 0 0,0 0 0 0 0,0 0 0 0 0,1 0 0 0 0,-1 0 0 0 0,0 1 0 0 0,1-1 0 0 0,-6 4 0 0 0,-16 17-1497 0 0,22-20 801 0 0,2 1-198 0 0,-8 9-2312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5.7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145 1 3568 0 0,'0'0'6888'0'0,"-2"2"-6302"0"0,-17 25 990 0 0,17-25-1324 0 0,0 1-30 0 0,0 0-158 0 0,0-1-17 0 0,1 0 0 0 0,0 0 0 0 0,0 0 1 0 0,-1 0-1 0 0,1 0 0 0 0,0 0 0 0 0,1 0 0 0 0,-1 0 0 0 0,0 0 0 0 0,1 0 0 0 0,-1 1 0 0 0,1-1 0 0 0,-1 0 0 0 0,1 0 0 0 0,0 1 1 0 0,1 3-1 0 0,4 10-12 0 0,-3-14-33 0 0,0 0-1 0 0,-1 0 1 0 0,1 0 0 0 0,0 0 0 0 0,0 0 0 0 0,0 0-1 0 0,0-1 1 0 0,1 1 0 0 0,-1-1 0 0 0,0 0-1 0 0,1 1 1 0 0,-1-1 0 0 0,1 0 0 0 0,-1 0 0 0 0,3 0-1 0 0,0 1 2 0 0,49 17 76 0 0,-43-17-23 0 0,0 1-1 0 0,0 1 0 0 0,-1 0 1 0 0,0 1-1 0 0,0 0 0 0 0,0 0 0 0 0,0 1 1 0 0,-1 0-1 0 0,16 14 0 0 0,-24-18-7 0 0,0-1 0 0 0,0 1-1 0 0,0 0 1 0 0,0 0-1 0 0,0-1 1 0 0,-1 1 0 0 0,1 0-1 0 0,0 0 1 0 0,-1 0-1 0 0,0 0 1 0 0,1 0 0 0 0,-1 0-1 0 0,0 0 1 0 0,0 0 0 0 0,0 0-1 0 0,0 0 1 0 0,0 0-1 0 0,-1 0 1 0 0,1 0 0 0 0,-2 4-1 0 0,1-2 21 0 0,0 0-1 0 0,-1 0 1 0 0,1 0-1 0 0,-1-1 1 0 0,0 1-1 0 0,0 0 1 0 0,0-1-1 0 0,-1 1 1 0 0,1-1-1 0 0,-1 0 1 0 0,-4 4 0 0 0,-4 2-89 0 0,0 0 0 0 0,-1-1 0 0 0,-1-1 0 0 0,1 0 0 0 0,-26 11 0 0 0,27-14-367 0 0,1-1 0 0 0,0 0 0 0 0,-1 0 0 0 0,0-1 0 0 0,0-1 0 0 0,0 0 0 0 0,0 0 0 0 0,1-1 0 0 0,-17-1 0 0 0,26 1 390 0 0,-3-1-304 0 0,1 1 0 0 0,-1-1-1 0 0,0 1 1 0 0,0-1 0 0 0,0 0 0 0 0,1-1 0 0 0,-1 1-1 0 0,0-1 1 0 0,1 1 0 0 0,-1-1 0 0 0,1 0-1 0 0,0 0 1 0 0,0-1 0 0 0,-1 1 0 0 0,2-1-1 0 0,-1 1 1 0 0,-3-4 0 0 0,3-3-680 0 0,-1 0-1 0 0,2 0 1 0 0,-3-14 0 0 0,4 17-2071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5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1 155 2660 0 0,'18'-14'1259'0'0,"1"2"-1"0"0,1 0 1 0 0,0 1 0 0 0,37-14-1 0 0,84-19-1168 0 0,-103 34-1330 0 0,5-5-3081 0 0,-17 3 879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26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25 2908 0 0,'2'-2'226'0'0,"0"0"0"0"0,0 0 0 0 0,0 0-1 0 0,0 0 1 0 0,0 0 0 0 0,0 1 0 0 0,0-1-1 0 0,1 1 1 0 0,-1 0 0 0 0,0-1 0 0 0,1 1 0 0 0,-1 0-1 0 0,1 0 1 0 0,0 1 0 0 0,-1-1 0 0 0,1 0-1 0 0,0 1 1 0 0,-1 0 0 0 0,1-1 0 0 0,3 1-1 0 0,4 1 89 0 0,0-1-1 0 0,1 2 1 0 0,-1-1-1 0 0,13 5 1 0 0,-3-1 56 0 0,-1 2-1 0 0,0 1 1 0 0,0 0 0 0 0,0 1-1 0 0,-1 1 1 0 0,-1 1 0 0 0,0 0 0 0 0,21 19-1 0 0,-17-11 52 0 0,-1 1-1 0 0,-1 0 1 0 0,-1 2-1 0 0,0 0 1 0 0,24 43-1 0 0,-26-36-196 0 0,-1 1-1 0 0,-1 1 0 0 0,-2 0 0 0 0,-1 1 1 0 0,-1 0-1 0 0,-2 1 0 0 0,-2-1 1 0 0,0 2-1 0 0,-3-1 0 0 0,0 65 1 0 0,-7-56-407 0 0,-1-1 1 0 0,-2 0 0 0 0,-2 0 0 0 0,-2-1 0 0 0,-2-1-1 0 0,-1 1 1 0 0,-2-2 0 0 0,-1 0 0 0 0,-3-1-1 0 0,-29 42 1 0 0,2-13-1682 0 0,-2-3-1 0 0,-4-2 0 0 0,-2-3 1 0 0,-84 70-1 0 0,48-53-4291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1.1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1 5549 0 0,'0'0'7188'0'0,"-4"2"-6700"0"0,-1 4-337 0 0,-1-1 1 0 0,1 1-1 0 0,0-1 0 0 0,0 1 1 0 0,1 1-1 0 0,0-1 0 0 0,0 1 0 0 0,1-1 1 0 0,-4 9-1 0 0,-27 76 414 0 0,29-77-487 0 0,-57 188-2213 0 0,61-197 1416 0 0,0-1-88 0 0,-2 15-142 0 0,3-15-233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1.4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96 3888 0 0,'-43'-16'3927'0'0,"39"14"-2215"0"0,3-10-989 0 0,1 6-389 0 0,13 0-230 0 0,28-6-15 0 0,0 3 0 0 0,1 1 0 0 0,-1 2 0 0 0,59-1 0 0 0,-61 4-121 0 0,126-4-945 0 0,-60 5-4640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1.6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1 2936 0 0,'-4'2'1369'0'0,"4"-2"-1378"0"0,-1 1 169 0 0,-1 0 1 0 0,1-1-1 0 0,-1 1 0 0 0,1 0 0 0 0,-1 0 0 0 0,1 0 1 0 0,0 0-1 0 0,0 0 0 0 0,0 0 0 0 0,-1 0 0 0 0,1 0 1 0 0,0 1-1 0 0,0-1 0 0 0,0 0 0 0 0,1 1 0 0 0,-1-1 1 0 0,0 1-1 0 0,0-1 0 0 0,1 1 0 0 0,-1-1 0 0 0,1 1 0 0 0,0-1 1 0 0,-1 1-1 0 0,1-1 0 0 0,0 1 0 0 0,0 0 0 0 0,0-1 1 0 0,0 1-1 0 0,0 0 0 0 0,0 1 0 0 0,0-3-150 0 0,0 0-1 0 0,0 0 0 0 0,0 1 1 0 0,0-1-1 0 0,0 0 1 0 0,1 0-1 0 0,-1 1 1 0 0,0-1-1 0 0,0 0 0 0 0,0 0 1 0 0,0 0-1 0 0,0 1 1 0 0,0-1-1 0 0,1 0 1 0 0,-1 0-1 0 0,0 0 0 0 0,0 0 1 0 0,0 1-1 0 0,0-1 1 0 0,1 0-1 0 0,-1 0 1 0 0,0 0-1 0 0,0 0 0 0 0,0 0 1 0 0,1 0-1 0 0,-1 0 1 0 0,0 1-1 0 0,0-1 1 0 0,1 0-1 0 0,-1 0 0 0 0,0 0 1 0 0,0 0-1 0 0,0 0 1 0 0,1 0-1 0 0,25 5 313 0 0,1-1 0 0 0,-1-1 0 0 0,50-2 0 0 0,88-12 4 0 0,-121 8-254 0 0,131-17-1510 0 0,-66-2-4814 0 0,-102 20 2704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2.4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7 4500 0 0,'0'0'4514'0'0,"3"-6"10"0"0,-4 19-2946 0 0,-6 39-1360 0 0,0-5-2 0 0,-9 106-1048 0 0,4-36-6387 0 0,11-112 4471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2.7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90 4084 0 0,'1'-4'1320'0'0,"1"0"-1133"0"0,0-1 0 0 0,-1 1 0 0 0,2 0 0 0 0,-1-1 0 0 0,0 1 0 0 0,1 0 0 0 0,0 1 0 0 0,0-1-1 0 0,0 0 1 0 0,0 1 0 0 0,0-1 0 0 0,1 1 0 0 0,0 0 0 0 0,-1 0 0 0 0,1 1 0 0 0,0-1 0 0 0,0 1 0 0 0,1 0 0 0 0,-1 0 0 0 0,0 0 0 0 0,1 1 0 0 0,0-1 0 0 0,6 0 0 0 0,5-2-83 0 0,1 1 0 0 0,-1 1 1 0 0,1 1-1 0 0,0 0 0 0 0,0 2 1 0 0,-1-1-1 0 0,1 2 0 0 0,0 0 0 0 0,28 8 1 0 0,-34-7-26 0 0,0 0 0 0 0,0 1 0 0 0,0 1 0 0 0,0-1 0 0 0,-1 1 0 0 0,0 1 0 0 0,0 0 0 0 0,0 1 0 0 0,-1 0 0 0 0,0 0 0 0 0,0 1-1 0 0,-1 0 1 0 0,0 0 0 0 0,13 18 0 0 0,-18-21-35 0 0,0 0-1 0 0,-1 0 1 0 0,0 0-1 0 0,0 0 1 0 0,0 0-1 0 0,-1 0 0 0 0,1 1 1 0 0,-1-1-1 0 0,-1 0 1 0 0,1 1-1 0 0,-1-1 1 0 0,1 1-1 0 0,-2-1 1 0 0,0 9-1 0 0,-1-6 11 0 0,0 0 1 0 0,0 0-1 0 0,-1 0 1 0 0,0 0-1 0 0,0-1 1 0 0,-1 1-1 0 0,0-1 1 0 0,-9 12-1 0 0,-1-2 48 0 0,-1 0 0 0 0,0 0 0 0 0,-2-2 0 0 0,0 0 0 0 0,0-1 0 0 0,-22 13 0 0 0,14-12-210 0 0,0-1 0 0 0,-1-1-1 0 0,0-1 1 0 0,-1-2 0 0 0,0 0 0 0 0,-1-2-1 0 0,1-1 1 0 0,-2-1 0 0 0,-54 3 0 0 0,77-9-191 0 0,1 0 0 0 0,-1-1 0 0 0,1 0 0 0 0,-1 0 0 0 0,1 0 0 0 0,-1 0 0 0 0,1-1-1 0 0,0 0 1 0 0,0 0 0 0 0,0-1 0 0 0,0 0 0 0 0,0 1 0 0 0,1-1 0 0 0,-1-1 0 0 0,1 1 0 0 0,-5-5 0 0 0,4 1-2557 0 0,-8-17-2056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3.2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42 4396 0 0,'1'-4'1809'0'0,"2"-12"-290"0"0,-2 12 907 0 0,2-13 1854 0 0,-3 47-3199 0 0,-14 181-685 0 0,12-75-4485 0 0,2-131 3116 0 0,0-1-1977 0 0,2 13 62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3.4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96 4072 0 0,'0'0'1190'0'0,"0"-5"-239"0"0,2-13-218 0 0,-1 14-156 0 0,0 3-496 0 0,1 0 0 0 0,-1 0 1 0 0,1 0-1 0 0,-1-1 1 0 0,1 1-1 0 0,-1 0 0 0 0,0 0 1 0 0,1-1-1 0 0,-1 1 1 0 0,2-3-1 0 0,5-2 57 0 0,1 1 1 0 0,0 1-1 0 0,0 0 1 0 0,0 0-1 0 0,1 1 0 0 0,-1 0 1 0 0,1 0-1 0 0,12-1 1 0 0,-18 3-134 0 0,24-4-118 0 0,0 0 1 0 0,39-1-1 0 0,19 10-5586 0 0,-81-4 2107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3.6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22 3792 0 0,'0'0'5244'0'0,"2"3"-4832"0"0,1-2-346 0 0,-1 1 1 0 0,1-1-1 0 0,-1 0 0 0 0,1 0 0 0 0,0 0 1 0 0,0 0-1 0 0,-1 0 0 0 0,1 0 0 0 0,0-1 1 0 0,0 0-1 0 0,0 1 0 0 0,0-1 0 0 0,0 0 1 0 0,0 0-1 0 0,3-1 0 0 0,56-5-400 0 0,-45 4 179 0 0,88-14-3152 0 0,-71 10 641 0 0,-7 1-1340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4.0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56 2820 0 0,'0'0'5714'0'0,"4"-1"-5049"0"0,111-25 2019 0 0,-88 21-2511 0 0,53-10-40 0 0,-25 7-2806 0 0,-51 7 978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34.2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50 4684 0 0,'0'0'3971'0'0,"2"2"-2963"0"0,-2 0-891 0 0,1-1 0 0 0,0 0-1 0 0,0 0 1 0 0,0 0 0 0 0,1 0 0 0 0,-1 0 0 0 0,0 0-1 0 0,0 0 1 0 0,1 0 0 0 0,-1 0 0 0 0,0 0 0 0 0,1-1-1 0 0,-1 1 1 0 0,1-1 0 0 0,-1 1 0 0 0,1-1 0 0 0,-1 1 0 0 0,1-1-1 0 0,-1 0 1 0 0,1 0 0 0 0,2 0 0 0 0,38-3 268 0 0,-31 1-148 0 0,154-26-306 0 0,-60 0-7161 0 0,-81 22 1714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1.7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197 27 5929 0 0,'0'0'1676'0'0,"0"-4"-217"0"0,1-14-277 0 0,-1 13 2172 0 0,-1 5-3299 0 0,0 1 0 0 0,-1-1 1 0 0,1 0-1 0 0,0 1 0 0 0,0-1 0 0 0,-1 1 1 0 0,1-1-1 0 0,0 1 0 0 0,0 0 0 0 0,0-1 1 0 0,0 1-1 0 0,-2 2 0 0 0,1-2 56 0 0,-5 7 213 0 0,-9 24 45 0 0,1 0-1 0 0,-15 53 0 0 0,-15 81-158 0 0,29-104-124 0 0,-31 109-2617 0 0,46-152 1364 0 0,0-15 915 0 0,0 0-655 0 0,30-8-10350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2.5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149 64 3284 0 0,'1'-3'1468'0'0,"0"3"-1242"0"0,-1-1 0 0 0,0 0 0 0 0,0 1 0 0 0,0-1-1 0 0,0 0 1 0 0,1 1 0 0 0,-1-1 0 0 0,0 0 0 0 0,0 0-1 0 0,0 1 1 0 0,-1-1 0 0 0,1 0 0 0 0,0 1 0 0 0,0-1-1 0 0,0 0 1 0 0,0 1 0 0 0,-1-1 0 0 0,1 0 0 0 0,-1 0-1 0 0,1 1-170 0 0,-1-1 0 0 0,1 1 0 0 0,-1 0 0 0 0,1 0-1 0 0,-1-1 1 0 0,0 1 0 0 0,1 0 0 0 0,-1 0 0 0 0,0 0-1 0 0,1 0 1 0 0,-1 0 0 0 0,0 0 0 0 0,1 0 0 0 0,-1 0-1 0 0,0 0 1 0 0,1 0 0 0 0,-1 0 0 0 0,0 0 0 0 0,1 0-1 0 0,-1 1 1 0 0,0-1 0 0 0,1 0 0 0 0,-1 0 0 0 0,1 1-1 0 0,-1-1 1 0 0,1 0 0 0 0,-1 1 0 0 0,0-1 0 0 0,1 1-1 0 0,0-1 1 0 0,-1 1 0 0 0,1-1 0 0 0,-1 1 0 0 0,-9 7 45 0 0,1 0 0 0 0,1 1 0 0 0,0-1 1 0 0,0 2-1 0 0,1-1 0 0 0,0 1 0 0 0,0 0 0 0 0,1 0 1 0 0,-5 14-1 0 0,0 0 116 0 0,1 0 1 0 0,2 1-1 0 0,-6 28 1 0 0,10-30-208 0 0,4-19 15 0 0,1 19 10 0 0,4-18-80 0 0,-5-4 30 0 0,0-1-1 0 0,0 1 0 0 0,0-1 1 0 0,0 0-1 0 0,0 1 1 0 0,0-1-1 0 0,0 1 0 0 0,0-1 1 0 0,0 0-1 0 0,1 1 1 0 0,-1-1-1 0 0,0 0 0 0 0,0 1 1 0 0,0-1-1 0 0,1 1 1 0 0,-1-1-1 0 0,0 0 0 0 0,1 0 1 0 0,-1 1-1 0 0,0-1 1 0 0,1 0-1 0 0,-1 1 0 0 0,0-1 1 0 0,1 0-1 0 0,-1 0 1 0 0,0 0-1 0 0,1 0 0 0 0,-1 1 1 0 0,1-1-1 0 0,-1 0 1 0 0,0 0-1 0 0,1 0 0 0 0,-1 0 1 0 0,1 0-1 0 0,-1 0 1 0 0,1 0-1 0 0,0 0 0 0 0,6 0-73 0 0,0 0-1 0 0,0-1 0 0 0,0 0 0 0 0,0 0 0 0 0,0-1 0 0 0,0 0 0 0 0,0 0 1 0 0,0 0-1 0 0,-1-1 0 0 0,13-7 0 0 0,-16 8 79 0 0,9-6-10 0 0,0 0 0 0 0,16-16-1 0 0,-24 20 73 0 0,0 1 0 0 0,-1-1-1 0 0,1-1 1 0 0,-1 1-1 0 0,0 0 1 0 0,0-1 0 0 0,-1 0-1 0 0,1 1 1 0 0,-1-1-1 0 0,0 0 1 0 0,0 0-1 0 0,1-9 1 0 0,-1 5 12 0 0,-1 5-24 0 0,0 1 0 0 0,-1-1 0 0 0,1 0 0 0 0,-1 0 1 0 0,0 1-1 0 0,0-1 0 0 0,-1-5 0 0 0,0 1-17 0 0,-1 0 0 0 0,-1 0 0 0 0,0 0 0 0 0,0 0 0 0 0,0 1 0 0 0,-6-10 0 0 0,-12-12-7 0 0,20 28-28 0 0,0-1 1 0 0,0 1-1 0 0,-1 0 1 0 0,1 0-1 0 0,0 0 0 0 0,-1 0 1 0 0,1 0-1 0 0,0 0 1 0 0,-1 0-1 0 0,0 0 1 0 0,1 0-1 0 0,-1 1 1 0 0,1-1-1 0 0,-1 1 1 0 0,0-1-1 0 0,0 1 0 0 0,1-1 1 0 0,-1 1-1 0 0,-3 0 1 0 0,4 0-21 0 0,1 0 1 0 0,-1 0 0 0 0,1 0-1 0 0,-1 0 1 0 0,1 0 0 0 0,-1 0-1 0 0,0 0 1 0 0,1 0 0 0 0,-1 0-1 0 0,1 0 1 0 0,-1 0 0 0 0,1 0-1 0 0,-1 0 1 0 0,1 1 0 0 0,-1-1-1 0 0,1 0 1 0 0,-1 0 0 0 0,1 1-1 0 0,-1-1 1 0 0,1 0-1 0 0,-1 1 1 0 0,1-1 0 0 0,0 0-1 0 0,-1 1 1 0 0,1-1 0 0 0,-1 1-1 0 0,1-1 1 0 0,0 1 0 0 0,-1-1-1 0 0,1 1 1 0 0,0-1 0 0 0,0 1-1 0 0,0-1 1 0 0,-1 1 0 0 0,1-1-1 0 0,0 1 1 0 0,0-1 0 0 0,0 1-1 0 0,0-1 1 0 0,0 1-1 0 0,0 0 1 0 0,0-1 0 0 0,0 1-1 0 0,0-1 1 0 0,0 1 0 0 0,0-1-1 0 0,0 1 1 0 0,0-1 0 0 0,1 1-1 0 0,-1 0 1 0 0,0-1 0 0 0,0 1-1 0 0,1-1 1 0 0,-1 1 0 0 0,1 0-1 0 0,-1-1-5 0 0,1 1 0 0 0,0 0-1 0 0,-1-1 1 0 0,1 1 0 0 0,0-1-1 0 0,0 1 1 0 0,-1-1 0 0 0,1 1 0 0 0,0-1-1 0 0,0 0 1 0 0,0 1 0 0 0,0-1-1 0 0,-1 0 1 0 0,1 0 0 0 0,0 0-1 0 0,0 1 1 0 0,0-1 0 0 0,0 0-1 0 0,0 0 1 0 0,0 0 0 0 0,1-1 0 0 0,17 3-295 0 0,0-1 1 0 0,0-1 0 0 0,0-1-1 0 0,0-1 1 0 0,-1 0 0 0 0,32-9-1 0 0,-23 6 185 0 0,178-50 1674 0 0,-186 50-972 0 0,-15 4-82 0 0,13-5 249 0 0,-13 4-599 0 0,0 0 1928 0 0,-6 5-1883 0 0,-27 37 360 0 0,15-21-321 0 0,0 1 0 0 0,-20 40 0 0 0,27-45-117 0 0,1 0-1 0 0,-8 30 0 0 0,12-40-80 0 0,1 1 0 0 0,0-1 0 0 0,1 0 0 0 0,-1 0 0 0 0,1 0 0 0 0,0 0 0 0 0,1 1 0 0 0,-1-1 0 0 0,1 0 0 0 0,0 0 0 0 0,0 0 0 0 0,4 9 0 0 0,-4-12-24 0 0,0-1 0 0 0,0 1-1 0 0,1 0 1 0 0,-1-1 0 0 0,0 1 0 0 0,1-1 0 0 0,0 1 0 0 0,-1-1-1 0 0,1 0 1 0 0,0 1 0 0 0,0-1 0 0 0,0 0 0 0 0,0 0 0 0 0,0-1-1 0 0,0 1 1 0 0,0 0 0 0 0,2 0 0 0 0,1 0-76 0 0,0 0 1 0 0,1 0-1 0 0,-1 0 0 0 0,0-1 1 0 0,0 1-1 0 0,10-2 1 0 0,0-1-5 0 0,-1-1 0 0 0,1 0 0 0 0,-1-1 0 0 0,1 0 1 0 0,-1-1-1 0 0,-1-1 0 0 0,22-12 0 0 0,-26 13 204 0 0,-1-1-1 0 0,1 0 0 0 0,-1 0 1 0 0,0-1-1 0 0,-1 0 1 0 0,0-1-1 0 0,0 0 1 0 0,-1 0-1 0 0,0 0 0 0 0,0-1 1 0 0,9-17-1 0 0,-14 22-55 0 0,1-1 0 0 0,-1 1 0 0 0,0-1 0 0 0,-1 0 0 0 0,1 1 0 0 0,-1-1 0 0 0,1 0 0 0 0,-2 1 0 0 0,0-9 0 0 0,1 7-5 0 0,-1 3-66 0 0,1 0-1 0 0,-1-1 0 0 0,0 1 0 0 0,0 0 0 0 0,-1 0 1 0 0,1 0-1 0 0,-1 0 0 0 0,1 0 0 0 0,-1 1 0 0 0,0-1 1 0 0,0 0-1 0 0,0 1 0 0 0,0-1 0 0 0,0 1 0 0 0,-4-3 1 0 0,4 3 9 0 0,1 1-21 0 0,0 0 1 0 0,0 0-1 0 0,0 0 0 0 0,0-1 1 0 0,-1 1-1 0 0,1 1 1 0 0,0-1-1 0 0,0 0 0 0 0,-1 0 1 0 0,1 0-1 0 0,-1 1 0 0 0,1-1 1 0 0,-1 1-1 0 0,1-1 1 0 0,-3 0-1 0 0,-1 0-83 0 0,1 0 0 0 0,0-1-1 0 0,0 1 1 0 0,0 0-1 0 0,-1 0 1 0 0,1 1-1 0 0,0 0 1 0 0,0-1-1 0 0,-1 1 1 0 0,1 1-1 0 0,0-1 1 0 0,-1 1-1 0 0,-4 0 1 0 0,-43 16-1691 0 0,35-9 29 0 0,0 1-1 0 0,-22 15 0 0 0,18-9-2777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3.0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 55 4740 0 0,'1'-3'1566'0'0,"17"-34"3565"0"0,-15 22-3251 0 0,-15 25-1686 0 0,0 0 0 0 0,0 1 1 0 0,1 1-1 0 0,1 0 1 0 0,0 0-1 0 0,-17 27 0 0 0,10-10 27 0 0,2 0 0 0 0,-17 43-1 0 0,30-66-199 0 0,-1 1 0 0 0,2 0 1 0 0,-1 0-1 0 0,1-1 0 0 0,-2 14 0 0 0,3-18-47 0 0,0 0 1 0 0,0 0-1 0 0,0 0 1 0 0,0-1-1 0 0,1 1 1 0 0,-1 0-1 0 0,0 0 1 0 0,1 0-1 0 0,-1-1 0 0 0,1 1 1 0 0,0 0-1 0 0,-1 0 1 0 0,1-1-1 0 0,0 1 1 0 0,0-1-1 0 0,0 1 1 0 0,0-1-1 0 0,1 1 1 0 0,-1-1-1 0 0,0 1 1 0 0,1-1-1 0 0,-1 0 1 0 0,1 0-1 0 0,-1 0 1 0 0,1 0-1 0 0,-1 0 1 0 0,1 0-1 0 0,0 0 1 0 0,2 0-1 0 0,4 1-106 0 0,1 0-1 0 0,0-1 1 0 0,0 0 0 0 0,0 0 0 0 0,0-1-1 0 0,0 0 1 0 0,0-1 0 0 0,0 0 0 0 0,-1-1-1 0 0,1 1 1 0 0,0-2 0 0 0,-1 1-1 0 0,1-1 1 0 0,-1 0 0 0 0,0-1 0 0 0,0 0-1 0 0,15-10 1 0 0,-13 8 187 0 0,0-1-1 0 0,0-1 1 0 0,-1 0 0 0 0,0 0-1 0 0,0-1 1 0 0,0 0 0 0 0,-2 0-1 0 0,1-1 1 0 0,-1 0 0 0 0,0-1 0 0 0,-1 1-1 0 0,8-21 1 0 0,-12 26-106 0 0,-1-1 0 0 0,0 0 0 0 0,-1 0 0 0 0,1 0 0 0 0,-1 0 0 0 0,0 0 0 0 0,-1 0 0 0 0,1 1 0 0 0,-1-1 0 0 0,0 0 0 0 0,-1 0 1 0 0,1 1-1 0 0,-1-1 0 0 0,0 0 0 0 0,-1 1 0 0 0,1 0 0 0 0,-1 0 0 0 0,0-1 0 0 0,0 2 0 0 0,-1-1 0 0 0,-4-5 0 0 0,3 7-359 0 0,0-1 0 0 0,0 0 0 0 0,0 1-1 0 0,-1 0 1 0 0,1 0 0 0 0,-1 1 0 0 0,0-1 0 0 0,0 1-1 0 0,0 1 1 0 0,0-1 0 0 0,0 1 0 0 0,0 0 0 0 0,0 0-1 0 0,0 1 1 0 0,-1-1 0 0 0,1 1 0 0 0,-6 2 0 0 0,-19 0-4076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3.5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54 4084 0 0,'0'0'1615'0'0,"-4"-1"-325"0"0,-13-1-215 0 0,12 2 762 0 0,-11-4 1392 0 0,57 2-3257 0 0,185-12 535 0 0,-81-8-5225 0 0,-120 14 455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3.8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 6 2384 0 0,'-2'-2'1482'0'0,"1"2"-1380"0"0,1 0 0 0 0,0-1 1 0 0,-1 1-1 0 0,1 0 0 0 0,0 0 1 0 0,-1-1-1 0 0,1 1 0 0 0,0 0 1 0 0,-1 0-1 0 0,1 0 0 0 0,0-1 1 0 0,-1 1-1 0 0,1 0 0 0 0,0 0 1 0 0,-1 0-1 0 0,1 0 0 0 0,-1 0 1 0 0,1 0-1 0 0,0 0 0 0 0,-1 0 1 0 0,1 0-1 0 0,-1 0 0 0 0,1 0 1 0 0,0 0-1 0 0,-1 0 0 0 0,1 0 1 0 0,-1 0-1 0 0,1 0 0 0 0,0 1 1 0 0,-1-1-1 0 0,1 0 0 0 0,0 0 1 0 0,-1 0-1 0 0,1 1 0 0 0,0-1 1 0 0,-1 0-1 0 0,1 0 0 0 0,0 1 1 0 0,-1-1-1 0 0,1 0 0 0 0,0 1 1 0 0,0-1-1 0 0,-1 0 0 0 0,1 1 1 0 0,0-1-1 0 0,0 0 0 0 0,0 1 1 0 0,0-1-1 0 0,-1 0 0 0 0,1 1 1 0 0,0-1-1 0 0,0 1 0 0 0,0 0 1 0 0,0 14 2744 0 0,2-5-3858 0 0,-1-6 1089 0 0,10 14 52 0 0,-9-15-105 0 0,1 0 1 0 0,-1 0-1 0 0,1 0 1 0 0,0-1-1 0 0,0 1 0 0 0,0-1 1 0 0,0 1-1 0 0,0-1 1 0 0,1 0-1 0 0,-1 0 1 0 0,1 0-1 0 0,-1-1 1 0 0,1 1-1 0 0,0-1 1 0 0,6 1-1 0 0,-5 0 17 0 0,-3-3-28 0 0,0 1 1 0 0,0 0-1 0 0,0 0 0 0 0,0 0 1 0 0,0 0-1 0 0,0 0 0 0 0,0 0 1 0 0,0 0-1 0 0,3 2 0 0 0,0-2 250 0 0,-1 0-100 0 0,15-1 8 0 0,-15 1 726 0 0,-5 5-873 0 0,-1 0 0 0 0,1 1 0 0 0,-1-1 0 0 0,-1 0 0 0 0,1 0 0 0 0,-1 0 0 0 0,1 0 0 0 0,-2 0 1 0 0,1-1-1 0 0,0 1 0 0 0,-9 7 0 0 0,-2 7 14 0 0,-9 13-321 0 0,1 2 1 0 0,-25 54-1 0 0,38-66-1537 0 0,0 0-1 0 0,2 0 0 0 0,-5 25 1 0 0,7-23-3884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5.3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15 5985 0 0,'5'-15'6683'0'0,"-4"31"-5136"0"0,-3 34-1691 0 0,2-50 297 0 0,-6 102 512 0 0,-2 13-847 0 0,9 135-1 0 0,3-223-872 0 0,-4-23 318 0 0,2 0-248 0 0,0-2 377 0 0,3 7 612 0 0,-3-2-6245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5.5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26 3392 0 0,'-6'0'1592'0'0,"-45"1"1744"0"0,47-1-2579 0 0,-1 1-116 0 0,5-2-560 0 0,-1 1 0 0 0,1 0 0 0 0,-1 0 0 0 0,1 0 0 0 0,-1 0 0 0 0,1 0 0 0 0,-1-1-1 0 0,1 1 1 0 0,-1 0 0 0 0,1 0 0 0 0,-1 1 0 0 0,1-1 0 0 0,-1 0 0 0 0,0 0 0 0 0,1 0 0 0 0,-1 0 0 0 0,1 0 0 0 0,-1 0 0 0 0,1 1 0 0 0,-1-1 0 0 0,1 0 0 0 0,-1 0 0 0 0,1 1 0 0 0,0-1 0 0 0,-1 0 0 0 0,1 1 0 0 0,-1-1 0 0 0,1 1 0 0 0,0-1 0 0 0,-1 1 0 0 0,18 6 406 0 0,42 3-532 0 0,43-13-59 0 0,130-20-1 0 0,1 0-7722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6.1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121 211 3264 0 0,'4'-11'682'0'0,"0"0"1"0"0,-2 0-1 0 0,1 0 0 0 0,-1 0 0 0 0,-1-1 0 0 0,0 1 0 0 0,0 0 0 0 0,-1-1 0 0 0,-1 1 1 0 0,-2-14-1 0 0,2 20-484 0 0,1 5-190 0 0,0 0 0 0 0,0 0-1 0 0,-1-1 1 0 0,1 1-1 0 0,0 0 1 0 0,-1 0 0 0 0,1 0-1 0 0,0 0 1 0 0,0 0 0 0 0,-1-1-1 0 0,1 1 1 0 0,0 0-1 0 0,0 0 1 0 0,-1 0 0 0 0,1-1-1 0 0,0 1 1 0 0,0 0-1 0 0,0 0 1 0 0,-1-1 0 0 0,1 1-1 0 0,0 0 1 0 0,0 0 0 0 0,0-1-1 0 0,0 1 1 0 0,0 0-1 0 0,0-1 1 0 0,0 1 0 0 0,0 0-1 0 0,0-1 1 0 0,-1 1 0 0 0,1 0-1 0 0,1-1 1 0 0,-2 0 2 0 0,1 1 0 0 0,0-1 1 0 0,0 0-1 0 0,0 1 0 0 0,0-1 1 0 0,0 1-1 0 0,-1-1 0 0 0,1 0 1 0 0,0 1-1 0 0,0-1 0 0 0,-1 1 1 0 0,1-1-1 0 0,-1 1 0 0 0,1-1 1 0 0,0 1-1 0 0,-1-1 0 0 0,1 1 1 0 0,-1-1-1 0 0,1 1 0 0 0,-1-1 0 0 0,1 1 1 0 0,-1 0-1 0 0,0-1 0 0 0,1 1 1 0 0,-1 0-1 0 0,0-1 0 0 0,-2 1 17 0 0,0 0 0 0 0,0 0 0 0 0,1 0 0 0 0,-1 1-1 0 0,0-1 1 0 0,0 0 0 0 0,0 1 0 0 0,1 0 0 0 0,-1 0-1 0 0,0 0 1 0 0,1 0 0 0 0,-1 0 0 0 0,1 0 0 0 0,-1 1-1 0 0,1-1 1 0 0,0 1 0 0 0,-1 0 0 0 0,1 0-1 0 0,0 0 1 0 0,0 0 0 0 0,0 0 0 0 0,0 0 0 0 0,-2 4-1 0 0,-4 4 104 0 0,1 1 0 0 0,0-1 0 0 0,1 1-1 0 0,0 1 1 0 0,-4 11 0 0 0,-1 19 171 0 0,11-39-290 0 0,0 0-1 0 0,0-1 1 0 0,0 1-1 0 0,0 0 1 0 0,0-1-1 0 0,1 1 0 0 0,-1 0 1 0 0,1-1-1 0 0,-1 1 1 0 0,1-1-1 0 0,0 1 1 0 0,0-1-1 0 0,0 1 1 0 0,1-1-1 0 0,-1 1 1 0 0,3 3-1 0 0,-1-4-57 0 0,1-1-10 0 0,13 2-29 0 0,-12-2-7 0 0,1-3-8 0 0,8-1 35 0 0,0-2-1 0 0,0 0 1 0 0,0 0-1 0 0,0-1 0 0 0,23-15 1 0 0,-31 17 67 0 0,-1 1 1 0 0,0-1 0 0 0,1-1-1 0 0,-2 1 1 0 0,1-1 0 0 0,0 0-1 0 0,-1 0 1 0 0,0 0 0 0 0,0 0-1 0 0,0-1 1 0 0,-1 0 0 0 0,0 0-1 0 0,0 0 1 0 0,-1 0 0 0 0,1 0-1 0 0,-1 0 1 0 0,0-1 0 0 0,-1 1-1 0 0,0-1 1 0 0,0 1 0 0 0,0-10-1 0 0,-1 12-8 0 0,0 1-1 0 0,0 0 1 0 0,0 0-1 0 0,-1 0 0 0 0,1 0 1 0 0,-1 0-1 0 0,0 0 0 0 0,0 0 1 0 0,0 0-1 0 0,0 0 1 0 0,-1 0-1 0 0,1 0 0 0 0,-1 1 1 0 0,0-1-1 0 0,0 0 0 0 0,0 1 1 0 0,0 0-1 0 0,0-1 0 0 0,0 1 1 0 0,-1 0-1 0 0,1 0 1 0 0,-1 0-1 0 0,1 0 0 0 0,-1 1 1 0 0,0-1-1 0 0,1 1 0 0 0,-1 0 1 0 0,0-1-1 0 0,0 1 0 0 0,-4 0 1 0 0,3 0-167 0 0,-1 1-52 0 0,-3 1-110 0 0,0 1 0 0 0,1 0 0 0 0,-1 0 0 0 0,1 0 0 0 0,-1 1 0 0 0,1 0 0 0 0,0 0 0 0 0,0 1-1 0 0,-11 8 1 0 0,15-10-685 0 0,-4 16-6571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6.5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6 4216 0 0,'3'-2'1549'0'0,"-3"1"-1316"0"0,1 1 0 0 0,-1 0 1 0 0,1-1-1 0 0,-1 1 0 0 0,1 0 1 0 0,-1-1-1 0 0,1 1 0 0 0,0 0 1 0 0,-1 0-1 0 0,1 0 0 0 0,-1-1 1 0 0,1 1-1 0 0,0 0 0 0 0,-1 0 1 0 0,1 0-1 0 0,-1 0 0 0 0,1 0 1 0 0,0 0-1 0 0,-1 0 1 0 0,1 0-1 0 0,0 0 0 0 0,-1 1 1 0 0,1-1-1 0 0,-1 0 0 0 0,1 0 1 0 0,-1 0-1 0 0,1 1 0 0 0,0-1 1 0 0,-1 0-1 0 0,2 1 0 0 0,-1 15-244 0 0,-29 108 1631 0 0,15-77-1263 0 0,3 1 1 0 0,-7 71-1 0 0,17-115-381 0 0,0 0 1 0 0,-1 0 0 0 0,1 0-1 0 0,0 1 1 0 0,1-1 0 0 0,-1 0-1 0 0,1 0 1 0 0,0 0-1 0 0,0 0 1 0 0,0 0 0 0 0,1 0-1 0 0,-1 0 1 0 0,1 0 0 0 0,0-1-1 0 0,0 1 1 0 0,0 0 0 0 0,1-1-1 0 0,-1 0 1 0 0,1 0-1 0 0,-1 1 1 0 0,5 2 0 0 0,-4-4-381 0 0,7-2-149 0 0,0-1 0 0 0,0 0 0 0 0,-1 0 0 0 0,1-1 0 0 0,-1 0 0 0 0,1-1 1 0 0,11-4-1 0 0,-17 6 98 0 0,-1-1 0 0 0,1 0 0 0 0,-1 0 0 0 0,1 0 0 0 0,-1 0 0 0 0,0 0 0 0 0,0-1 0 0 0,0 1 0 0 0,0-1 0 0 0,0 0 0 0 0,-1 0 0 0 0,1 0 0 0 0,2-4 0 0 0,8-14-3473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6.6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62 3796 0 0,'-5'0'1228'0'0,"-15"1"4148"0"0,21-1-5384 0 0,1 0-1 0 0,-1-1 1 0 0,1 0 0 0 0,-1 1 0 0 0,0-1 0 0 0,1 0 0 0 0,-1 1 0 0 0,0-1 0 0 0,1 0 0 0 0,-1 0-1 0 0,0 0 1 0 0,1-2 0 0 0,6-2-46 0 0,10-3-397 0 0,1 2 1 0 0,0 1 0 0 0,1 0-1 0 0,0 1 1 0 0,34-2 0 0 0,0 0-1942 0 0,-43 4 506 0 0,24-2-1334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7.4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223 384 3584 0 0,'1'-5'1508'0'0,"3"-12"-236"0"0,-3 13-196 0 0,-3 0-225 0 0,1 0-670 0 0,0 1 0 0 0,0-1 0 0 0,-1 1 0 0 0,0-1 0 0 0,1 1-1 0 0,-1 0 1 0 0,0 0 0 0 0,-1 0 0 0 0,1 0 0 0 0,-1 0 0 0 0,1 0 0 0 0,-1 1 0 0 0,0-1 0 0 0,0 1 0 0 0,0 0 0 0 0,0 0 0 0 0,0 0 0 0 0,0 0 0 0 0,-6-2 0 0 0,6 3 189 0 0,-3 1-36 0 0,0 0-239 0 0,-1 0-1 0 0,1 1 1 0 0,-1 0-1 0 0,1 0 1 0 0,-1 0-1 0 0,1 1 1 0 0,0 0-1 0 0,0 0 1 0 0,-1 0-1 0 0,2 1 1 0 0,-1 0-1 0 0,-6 4 1 0 0,5-2-87 0 0,0 1 1 0 0,1-1 0 0 0,-1 1 0 0 0,1 1 0 0 0,1-1 0 0 0,-1 1 0 0 0,1 0-1 0 0,0 0 1 0 0,1 0 0 0 0,-1 1 0 0 0,2-1 0 0 0,-1 1 0 0 0,-4 15 0 0 0,7-19-87 0 0,2 1 2 0 0,1 15-23 0 0,-2-15-22 0 0,3-2-21 0 0,-2-1 107 0 0,0 0-26 0 0,1 0-1 0 0,-1 0 0 0 0,1 0 1 0 0,-1-1-1 0 0,1 1 1 0 0,0-1-1 0 0,-1 1 0 0 0,1-1 1 0 0,0 1-1 0 0,0-1 1 0 0,0 0-1 0 0,0 0 0 0 0,0 0 1 0 0,0 0-1 0 0,0 0 0 0 0,1 0 1 0 0,-1-1-1 0 0,0 1 1 0 0,0-1-1 0 0,5 1 0 0 0,2-2 25 0 0,0 0-1 0 0,-1 0 1 0 0,1-1-1 0 0,-1 0 1 0 0,1 0-1 0 0,-1-1 1 0 0,0 0-1 0 0,1-1 1 0 0,7-5-1 0 0,-5 1 248 0 0,-1 0-1 0 0,0-1 0 0 0,0 0 1 0 0,-1-1-1 0 0,13-18 1 0 0,-20 25 58 0 0,0-1-36 0 0,5-14 1222 0 0,-10 19-1393 0 0,-11 3-4 0 0,11-2-20 0 0,2 1-11 0 0,-2 13-13 0 0,3-13-35 0 0,0 0 0 0 0,-1 0-1 0 0,1 0 1 0 0,1 0 0 0 0,-1 1 0 0 0,0-1 0 0 0,1 0-1 0 0,0 0 1 0 0,0 0 0 0 0,0 0 0 0 0,0 0-1 0 0,0-1 1 0 0,2 4 0 0 0,-3-5 13 0 0,2 3-126 0 0,-2-4 119 0 0,0 1 0 0 0,1-1 1 0 0,-1 1-1 0 0,0-1 0 0 0,0 0 1 0 0,1 1-1 0 0,-1-1 0 0 0,0 0 0 0 0,0 0 1 0 0,1 1-1 0 0,-1-1 0 0 0,0 0 1 0 0,1 1-1 0 0,-1-1 0 0 0,0 0 1 0 0,1 0-1 0 0,-1 0 0 0 0,1 0 0 0 0,-1 1 1 0 0,0-1-1 0 0,1 0 0 0 0,-1 0 1 0 0,1 0-1 0 0,-1 0 0 0 0,1 0 1 0 0,9 6-574 0 0,-6-6 146 0 0,7-2 178 0 0,0 0 0 0 0,-1 0 1 0 0,1-1-1 0 0,-1-1 1 0 0,0 1-1 0 0,0-2 0 0 0,0 1 1 0 0,-1-2-1 0 0,1 1 1 0 0,-1-1-1 0 0,-1-1 0 0 0,1 1 1 0 0,-1-1-1 0 0,0-1 1 0 0,-1 0-1 0 0,13-15 0 0 0,-4 2 236 0 0,-1 0 0 0 0,-1-1 0 0 0,-1-1 0 0 0,-1 0 0 0 0,-1-1 0 0 0,9-26 0 0 0,23-118 3168 0 0,-42 165-676 0 0,-19 17-1881 0 0,14-6-530 0 0,0 0 0 0 0,0 0 0 0 0,1 0 0 0 0,0 1 0 0 0,1-1 0 0 0,0 1 0 0 0,-2 13 0 0 0,0 1 29 0 0,-13 72-1021 0 0,5 0 1 0 0,1 104-1 0 0,3-46-2730 0 0,4-102 460 0 0,2-1-2287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8.3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10 3748 0 0,'0'0'2519'0'0,"0"-4"-1638"0"0,0-1 1524 0 0,-1 10-943 0 0,-2 30-496 0 0,-3 50-771 0 0,6-74-163 0 0,-2 7 79 0 0,2 1 0 0 0,0-1 0 0 0,2 1 0 0 0,3 19 0 0 0,-4-34-83 0 0,-1-4-78 0 0,0 0 51 0 0,0 0 0 0 0,0 0 1 0 0,1 0-1 0 0,-1 0 0 0 0,0 0 0 0 0,0 0 0 0 0,0 0 1 0 0,1 0-1 0 0,-1 0 0 0 0,0 0 0 0 0,0 1 0 0 0,0-1 1 0 0,0 0-1 0 0,1 0 0 0 0,-1 0 0 0 0,0 0 0 0 0,0 0 1 0 0,0 0-1 0 0,0 1 0 0 0,1-1 0 0 0,-1 0 0 0 0,0 0 1 0 0,0 0-1 0 0,0 0 0 0 0,0 1 0 0 0,0-1 0 0 0,0 0 1 0 0,0 0-1 0 0,0 0 0 0 0,0 0 0 0 0,0 1 0 0 0,0-1 1 0 0,0 0-1 0 0,1 0 0 0 0,-1 0 0 0 0,0 1 0 0 0,0-1 1 0 0,-1 0-1 0 0,1 0 0 0 0,0 1 0 0 0,4 6 9 0 0,20-12 153 0 0,-18 2-162 0 0,-1-1-1 0 0,0 0 1 0 0,0 0 0 0 0,-1 0-1 0 0,1 0 1 0 0,-1-1-1 0 0,0 0 1 0 0,0 0 0 0 0,0 0-1 0 0,0 0 1 0 0,-1-1-1 0 0,4-7 1 0 0,-4 6 27 0 0,37-64 49 0 0,-39 70-72 0 0,-1 0 1 0 0,0 1 0 0 0,1-1-1 0 0,-1 0 1 0 0,1 0-1 0 0,-1 1 1 0 0,0-1-1 0 0,1 0 1 0 0,0 1-1 0 0,-1-1 1 0 0,1 0 0 0 0,-1 1-1 0 0,1-1 1 0 0,0 1-1 0 0,-1-1 1 0 0,1 1-1 0 0,0-1 1 0 0,0 1-1 0 0,-1 0 1 0 0,1-1 0 0 0,0 1-1 0 0,0 0 1 0 0,0 0-1 0 0,0 0 1 0 0,-1-1-1 0 0,1 1 1 0 0,0 0-1 0 0,0 0 1 0 0,0 0 0 0 0,0 0-1 0 0,-1 0 1 0 0,1 0-1 0 0,0 1 1 0 0,0-1-1 0 0,0 0 1 0 0,0 0-1 0 0,-1 1 1 0 0,2 0 0 0 0,2 0 63 0 0,-3 4-12 0 0,14 45 87 0 0,-7-14-100 0 0,-5-22-264 0 0,0 1 0 0 0,1-1-1 0 0,0 0 1 0 0,10 19 0 0 0,-12-30-220 0 0,-2-3 416 0 0,0 0 0 0 0,1 0 1 0 0,-1 0-1 0 0,1 0 0 0 0,-1 0 0 0 0,0 0 1 0 0,1 0-1 0 0,-1 0 0 0 0,1 0 0 0 0,-1 0 1 0 0,0 1-1 0 0,1-1 0 0 0,-1 0 0 0 0,0 0 1 0 0,1 0-1 0 0,-1 1 0 0 0,0-1 0 0 0,0 0 1 0 0,1 0-1 0 0,-1 1 0 0 0,0-1 1 0 0,1 0-1 0 0,-1 1 0 0 0,0-1 0 0 0,0 0 1 0 0,0 1-1 0 0,1-1 0 0 0,-1 0 0 0 0,0 1 1 0 0,0 0-1 0 0,0-1-55 0 0,1 1 0 0 0,-1 0 0 0 0,0-1 1 0 0,1 1-1 0 0,-1 0 0 0 0,1-1 0 0 0,-1 1 0 0 0,1 0 0 0 0,-1-1 1 0 0,1 1-1 0 0,0-1 0 0 0,-1 1 0 0 0,1-1 0 0 0,0 1 1 0 0,-1-1-1 0 0,1 0 0 0 0,0 1 0 0 0,-1-1 0 0 0,1 0 0 0 0,0 1 1 0 0,0-1-1 0 0,-1 0 0 0 0,2 0 0 0 0,16 4-865 0 0,-14-3-34 0 0,2-2-35 0 0,0 1 641 0 0,-5 0 161 0 0,1 0 0 0 0,0-1 0 0 0,0 1 0 0 0,0 0 0 0 0,0 0 0 0 0,0-1 0 0 0,-1 1 0 0 0,1-1 0 0 0,0 0 0 0 0,0 0 0 0 0,-1 1 0 0 0,4-3 0 0 0,15-8-3137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8.6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94 70 2616 0 0,'2'-4'1462'0'0,"4"-11"-235"0"0,-4 11 1889 0 0,-2 3-3041 0 0,-1 0-1 0 0,1 1 0 0 0,-1-1 0 0 0,1 0 0 0 0,-1 0 0 0 0,1 1 0 0 0,-1-1 0 0 0,1 0 0 0 0,-1 1 0 0 0,0-1 0 0 0,1 0 0 0 0,-1 1 1 0 0,0-1-1 0 0,0 1 0 0 0,1-1 0 0 0,-1 1 0 0 0,0 0 0 0 0,0-1 0 0 0,0 1 0 0 0,0 0 0 0 0,1-1 0 0 0,-1 1 0 0 0,0 0 1 0 0,0 0-1 0 0,0 0 0 0 0,-1 0 0 0 0,0 0-11 0 0,0 1 1 0 0,1-1-1 0 0,-1 1 1 0 0,0-1 0 0 0,0 1-1 0 0,1 0 1 0 0,-1 0-1 0 0,1 0 1 0 0,-1 0-1 0 0,1 0 1 0 0,-1 0 0 0 0,1 0-1 0 0,0 0 1 0 0,-1 1-1 0 0,1-1 1 0 0,-1 2-1 0 0,-5 7 50 0 0,0-1 0 0 0,1 1 0 0 0,0 0 0 0 0,1 0 0 0 0,0 1 0 0 0,1 0 0 0 0,0 0 0 0 0,1 0 0 0 0,0 0 0 0 0,1 0 0 0 0,0 1 0 0 0,0-1 0 0 0,1 20 0 0 0,3-22-92 0 0,-1-7-22 0 0,-1 0 1 0 0,1 0 0 0 0,0-1 0 0 0,0 1-1 0 0,0 0 1 0 0,-1 0 0 0 0,2-1 0 0 0,-1 1 0 0 0,0-1-1 0 0,0 1 1 0 0,0-1 0 0 0,1 1 0 0 0,-1-1 0 0 0,1 0-1 0 0,-1 0 1 0 0,1 1 0 0 0,0-1 0 0 0,-1 0 0 0 0,4 1-1 0 0,-5-2-6 0 0,1 0-1 0 0,0 0 1 0 0,0 1-1 0 0,-1-1 1 0 0,1 0 0 0 0,-1 1-1 0 0,1-1 1 0 0,0 1-1 0 0,-1-1 1 0 0,1 0-1 0 0,-1 1 1 0 0,1 0-1 0 0,-1-1 1 0 0,1 1-1 0 0,-1-1 1 0 0,1 1-1 0 0,-1-1 1 0 0,1 2 0 0 0,4-1-71 0 0,16 3-6 0 0,-16-3 26 0 0,0-2 1 0 0,1 0 88 0 0,0 1-1 0 0,0-1 0 0 0,0 0 0 0 0,0-1 0 0 0,-1 0 0 0 0,1 0 0 0 0,-1 0 0 0 0,1 0 0 0 0,-1-1 0 0 0,0 0 0 0 0,0 0 1 0 0,0 0-1 0 0,0-1 0 0 0,-1 0 0 0 0,1 0 0 0 0,-1 0 0 0 0,0 0 0 0 0,0-1 0 0 0,0 1 0 0 0,-1-1 0 0 0,0 0 0 0 0,0 0 0 0 0,3-7 1 0 0,6-30 305 0 0,-11 38-260 0 0,-2-2-24 0 0,1 5-47 0 0,0-4-75 0 0,0 0 0 0 0,-1 0 0 0 0,1 0 0 0 0,-1 1 0 0 0,-1-1 0 0 0,1 0 0 0 0,-1 0 0 0 0,1 1 0 0 0,-1-1 0 0 0,0 1 0 0 0,-1 0 0 0 0,1-1 0 0 0,-1 1 0 0 0,-4-5 1 0 0,-48-28-2727 0 0,23 18-2801 0 0,17 10 1205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9.0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41 2748 0 0,'9'-5'903'0'0,"0"1"0"0"0,0-1 0 0 0,0 1 0 0 0,0 1 0 0 0,0 0 0 0 0,16-3 0 0 0,-15 4-530 0 0,0 1-1 0 0,0 0 0 0 0,0 1 0 0 0,0 0 0 0 0,15 2 0 0 0,-20-1-320 0 0,0 1-1 0 0,0-1 0 0 0,-1 1 0 0 0,1 0 0 0 0,0 0 0 0 0,-1 1 1 0 0,0-1-1 0 0,0 1 0 0 0,1 0 0 0 0,-2 0 0 0 0,1 1 0 0 0,0-1 1 0 0,-1 1-1 0 0,1 0 0 0 0,-1-1 0 0 0,0 2 0 0 0,0-1 0 0 0,-1 0 1 0 0,1 0-1 0 0,-1 1 0 0 0,0-1 0 0 0,0 1 0 0 0,-1 0 0 0 0,1 0 1 0 0,-1 0-1 0 0,1 6 0 0 0,-1-7 122 0 0,-1 2 29 0 0,-1 2 102 0 0,0 0-1 0 0,-1 1 0 0 0,0-1 1 0 0,0 0-1 0 0,-1 0 0 0 0,0 0 1 0 0,0-1-1 0 0,-8 13 0 0 0,10-17 1066 0 0,-3-10-1246 0 0,3 7-121 0 0,1-1-1 0 0,0 1 1 0 0,-1 0 0 0 0,1-1 0 0 0,0 1-1 0 0,-1 0 1 0 0,1-1 0 0 0,0 1 0 0 0,0-1 0 0 0,-1 1-1 0 0,1 0 1 0 0,0-1 0 0 0,0 1 0 0 0,0-1-1 0 0,0 1 1 0 0,-1-1 0 0 0,1 1 0 0 0,0-1 0 0 0,0 1-1 0 0,0 0 1 0 0,0-1 0 0 0,0 1 0 0 0,0-1-1 0 0,0 1 1 0 0,0-1 0 0 0,0 1 0 0 0,1-1-1 0 0,-1 1 1 0 0,0-1 0 0 0,0 1 0 0 0,0 0 0 0 0,0-1-1 0 0,1 1 1 0 0,-1-1 0 0 0,10-16-256 0 0,0 1-1 0 0,2 0 1 0 0,-1 0-1 0 0,2 1 1 0 0,0 1 0 0 0,19-16-1 0 0,-20 20-878 0 0,-1 1 0 0 0,2 0 0 0 0,-1 1 0 0 0,2 1 0 0 0,12-7-1 0 0,-21 12-2081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49.1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42 4392 0 0,'0'0'3505'0'0,"10"15"-2169"0"0,17-13-516 0 0,20-5-496 0 0,-18 0-136 0 0,2 1-44 0 0,8-4-108 0 0,0 1-216 0 0,3-1-344 0 0,0-1-564 0 0,-1-5-348 0 0,1 5-981 0 0,1-1-2643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0:50.1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172 532 3612 0 0,'8'-51'4243'0'0,"-8"47"-3366"0"0,-1 0-167 0 0,1 2-621 0 0,0 0 1 0 0,-1 1-1 0 0,0-1 0 0 0,1 0 0 0 0,-1 0 0 0 0,0 0 1 0 0,0 1-1 0 0,0-1 0 0 0,0 0 0 0 0,0 1 1 0 0,-1-1-1 0 0,1 1 0 0 0,0-1 0 0 0,-1 1 0 0 0,-2-2 1 0 0,2 1 181 0 0,-3 3 4 0 0,-4 2-183 0 0,0 0 1 0 0,0 1-1 0 0,0-1 0 0 0,1 2 1 0 0,-1-1-1 0 0,1 1 1 0 0,0 0-1 0 0,1 1 1 0 0,-1 0-1 0 0,1 0 0 0 0,0 1 1 0 0,1-1-1 0 0,0 2 1 0 0,0-1-1 0 0,0 1 1 0 0,1-1-1 0 0,0 2 1 0 0,0-1-1 0 0,1 0 0 0 0,0 1 1 0 0,-2 9-1 0 0,3 6-76 0 0,3-20-18 0 0,2 0 4 0 0,-2-2-1 0 0,1 1 0 0 0,0-1 0 0 0,0 0 1 0 0,0 0-1 0 0,1 0 0 0 0,-1 0 0 0 0,0 0 0 0 0,1 0 0 0 0,-1 0 0 0 0,1 0 0 0 0,0 0 0 0 0,0 0 0 0 0,0-1 0 0 0,0 1 0 0 0,0-1 1 0 0,0 0-1 0 0,0 1 0 0 0,0-1 0 0 0,0 0 0 0 0,1 0 0 0 0,-1 0 0 0 0,0-1 0 0 0,1 1 0 0 0,-1-1 0 0 0,0 1 0 0 0,1-1 0 0 0,-1 0 1 0 0,4 1-1 0 0,9-2 9 0 0,-1 0 0 0 0,1-1 0 0 0,0-1 0 0 0,-1 0 0 0 0,1-1 0 0 0,-1 0 0 0 0,0-1 0 0 0,0-1 0 0 0,-1 0 0 0 0,0-1 0 0 0,13-8 0 0 0,-23 13 21 0 0,0 0-1 0 0,0-1 0 0 0,-1 1 1 0 0,1 0-1 0 0,-1-1 0 0 0,0 0 0 0 0,0 1 1 0 0,0-1-1 0 0,0 0 0 0 0,0 0 1 0 0,0 0-1 0 0,-1 0 0 0 0,0 0 1 0 0,1-1-1 0 0,-1 1 0 0 0,0 0 1 0 0,-1-1-1 0 0,1 1 0 0 0,-1 0 1 0 0,1-1-1 0 0,-1 1 0 0 0,0-1 1 0 0,0 1-1 0 0,0-1 0 0 0,-1 1 1 0 0,1-1-1 0 0,-1 1 0 0 0,-1-4 1 0 0,0 2 3 0 0,1 0 1 0 0,-1 0-1 0 0,0 1 1 0 0,-1-1 0 0 0,1 0-1 0 0,-1 1 1 0 0,0 0-1 0 0,0 0 1 0 0,0 0 0 0 0,-1 0-1 0 0,1 0 1 0 0,-1 0-1 0 0,0 1 1 0 0,0 0 0 0 0,0 0-1 0 0,0 0 1 0 0,-7-3-1 0 0,8 5-47 0 0,-43 0 80 0 0,42 2-67 0 0,2 1-12 0 0,-7 9 7 0 0,9-10 1 0 0,0-1 0 0 0,0 1 0 0 0,0-1 0 0 0,0 1 1 0 0,0-1-1 0 0,0 0 0 0 0,0 1 0 0 0,0-1 0 0 0,1 1 0 0 0,-1-1 0 0 0,0 1 0 0 0,0-1 0 0 0,0 1 1 0 0,0-1-1 0 0,1 0 0 0 0,-1 1 0 0 0,0-1 0 0 0,0 1 0 0 0,1-1 0 0 0,-1 0 0 0 0,0 1 0 0 0,1-1 0 0 0,-1 0 1 0 0,1 1-1 0 0,5 5-62 0 0,-5-6 45 0 0,0 1-1 0 0,1 0 0 0 0,-1 0 1 0 0,0 0-1 0 0,0-1 0 0 0,0 1 1 0 0,0 0-1 0 0,1-1 0 0 0,-1 1 1 0 0,0-1-1 0 0,0 0 1 0 0,1 1-1 0 0,-1-1 0 0 0,0 0 1 0 0,1 0-1 0 0,-1 0 0 0 0,0 0 1 0 0,3 0-1 0 0,-1 0-45 0 0,14 2-161 0 0,1-1 1 0 0,0-1 0 0 0,0 0-1 0 0,0-2 1 0 0,-1 0 0 0 0,1 0-1 0 0,22-8 1 0 0,-27 7 131 0 0,17-3 7 0 0,0-2-1 0 0,-1-1 1 0 0,-1-1 0 0 0,0-2 0 0 0,0 0-1 0 0,-1-2 1 0 0,29-20 0 0 0,-44 25 168 0 0,0 0 0 0 0,0 0 0 0 0,-1-1 0 0 0,0-1 0 0 0,-1 0 0 0 0,-1 0 0 0 0,1-1 0 0 0,-2 0 0 0 0,0-1 1 0 0,0 0-1 0 0,-1 0 0 0 0,-1 0 0 0 0,0-1 0 0 0,-1 0 0 0 0,0 0 0 0 0,4-22 0 0 0,-8 28 58 0 0,0 0 0 0 0,0 0 0 0 0,0 0 0 0 0,-1 0 0 0 0,0 0 0 0 0,-1 0 0 0 0,0 0 0 0 0,0 1 0 0 0,0-1 0 0 0,-1 0 0 0 0,0 0 0 0 0,-7-14 0 0 0,9 21-114 0 0,-1 1 0 0 0,1-1 0 0 0,-1 0 0 0 0,1 0 0 0 0,-1 1 1 0 0,1-1-1 0 0,-1 0 0 0 0,0 1 0 0 0,1-1 0 0 0,-1 0 0 0 0,0 1 0 0 0,1-1 1 0 0,-1 1-1 0 0,0-1 0 0 0,0 1 0 0 0,1 0 0 0 0,-1-1 0 0 0,0 1 0 0 0,0 0 1 0 0,0-1-1 0 0,0 1 0 0 0,0 0 0 0 0,1 0 0 0 0,-1 0 0 0 0,0 0 1 0 0,0 0-1 0 0,0 0 0 0 0,0 0 0 0 0,0 0 0 0 0,0 0 0 0 0,0 0 0 0 0,1 1 1 0 0,-1-1-1 0 0,-2 1 0 0 0,-25 14 335 0 0,17-4-290 0 0,1-1 1 0 0,0 2 0 0 0,0 0 0 0 0,1 0-1 0 0,1 0 1 0 0,0 1 0 0 0,0 1-1 0 0,-8 20 1 0 0,-36 119 179 0 0,-100 536-1929 0 0,134-595 343 0 0,-9 63-4031 0 0,18-129 1210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08.0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40 3708 0 0,'0'0'7705'0'0,"5"1"-7318"0"0,21 2-262 0 0,0-1-1 0 0,52-4 0 0 0,63-12-1876 0 0,-87 8 555 0 0,80-9-3219 0 0,-64 7-352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0.5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433 560 4020 0 0,'-1'-4'1622'0'0,"1"0"-1476"0"0,0 0 0 0 0,0 0 1 0 0,-1 1-1 0 0,1-1 0 0 0,-1 0 0 0 0,0 0 1 0 0,-1 1-1 0 0,1-1 0 0 0,0 1 0 0 0,-1-1 1 0 0,0 1-1 0 0,0 0 0 0 0,0-1 0 0 0,0 1 0 0 0,-1 0 1 0 0,1 0-1 0 0,-1 1 0 0 0,1-1 0 0 0,-1 0 1 0 0,0 1-1 0 0,0 0 0 0 0,0-1 0 0 0,-1 1 1 0 0,1 1-1 0 0,0-1 0 0 0,-1 0 0 0 0,1 1 1 0 0,-1 0-1 0 0,0-1 0 0 0,1 1 0 0 0,-1 1 1 0 0,0-1-1 0 0,0 1 0 0 0,0-1 0 0 0,1 1 1 0 0,-1 0-1 0 0,-5 1 0 0 0,-4 0-2 0 0,0 1-1 0 0,-1 1 1 0 0,1 0-1 0 0,0 0 1 0 0,1 2 0 0 0,-1-1-1 0 0,1 2 1 0 0,0-1-1 0 0,0 2 1 0 0,0 0-1 0 0,1 0 1 0 0,0 1 0 0 0,1 0-1 0 0,-1 1 1 0 0,2 0-1 0 0,-16 18 1 0 0,11-10-37 0 0,1 0 0 0 0,0 1 0 0 0,2 1 0 0 0,0 0 0 0 0,1 1 0 0 0,0 0 0 0 0,2 0 0 0 0,1 1 0 0 0,-9 35 0 0 0,15-52-118 0 0,0 0 0 0 0,1 0 0 0 0,-1 0-1 0 0,1 0 1 0 0,-1 0 0 0 0,1 0 0 0 0,0 0 0 0 0,1 1 0 0 0,-1-1 0 0 0,1 0-1 0 0,0 0 1 0 0,0 0 0 0 0,0 0 0 0 0,0-1 0 0 0,1 1 0 0 0,-1 0 0 0 0,1 0-1 0 0,0-1 1 0 0,1 1 0 0 0,-1-1 0 0 0,0 0 0 0 0,1 1 0 0 0,0-1-1 0 0,3 3 1 0 0,-3-5-35 0 0,-1 0 0 0 0,0 0 0 0 0,1 0 0 0 0,-1 0-1 0 0,1 0 1 0 0,-1-1 0 0 0,1 1 0 0 0,-1-1 0 0 0,1 0 0 0 0,-1 0-1 0 0,1 0 1 0 0,-1 0 0 0 0,1 0 0 0 0,-1 0 0 0 0,1-1 0 0 0,2 0-1 0 0,38-13-543 0 0,-23 5 469 0 0,0 0 0 0 0,0-2 0 0 0,-1 0 1 0 0,-1-2-1 0 0,0 0 0 0 0,0 0 0 0 0,-2-2 1 0 0,29-31-1 0 0,-26 23 28 0 0,-2-1 1 0 0,-1 0-1 0 0,0-1 1 0 0,-2-1-1 0 0,-1-1 1 0 0,10-28-1 0 0,-5-1 323 0 0,-3-1 0 0 0,-2 0 0 0 0,-2-1 0 0 0,-3-1 0 0 0,-3 0 0 0 0,-2-63 0 0 0,-7 57 386 0 0,4 60-546 0 0,-1 2-6 0 0,1 2-61 0 0,0 1 0 0 0,0-1 0 0 0,0 1 0 0 0,0 0 0 0 0,0-1 0 0 0,0 1 0 0 0,0-1 1 0 0,0 1-1 0 0,-1-1 0 0 0,1 1 0 0 0,0-1 0 0 0,0 1 0 0 0,0-1 0 0 0,-1 1 0 0 0,1 0 1 0 0,0-1-1 0 0,0 1 0 0 0,-1-1 0 0 0,1 1 0 0 0,0 0 0 0 0,-1-1 0 0 0,1 1 0 0 0,-1 0 1 0 0,1 0-1 0 0,0-1 0 0 0,-1 1 0 0 0,1 0 0 0 0,-1 0 0 0 0,1-1 0 0 0,-1 1 0 0 0,1 0 1 0 0,-2 0-1 0 0,-8 13 30 0 0,-5 35-29 0 0,-8 115 29 0 0,-2 246 1 0 0,25-408-33 0 0,-2 31-148 0 0,2 0 0 0 0,1 0 0 0 0,1 0 0 0 0,12 54 0 0 0,-13-82-2 0 0,1 0 0 0 0,-1 0 0 0 0,1 0-1 0 0,0 0 1 0 0,0-1 0 0 0,1 1 0 0 0,-1 0 0 0 0,1-1 0 0 0,0 0 0 0 0,0 1 0 0 0,0-1 0 0 0,0 0-1 0 0,0-1 1 0 0,1 1 0 0 0,-1-1 0 0 0,5 3 0 0 0,-4-4-248 0 0,2-1 73 0 0,3-1 155 0 0,0-1 1 0 0,0 0-1 0 0,0-1 0 0 0,0 0 0 0 0,0 0 0 0 0,-1-1 0 0 0,1 0 0 0 0,-1-1 0 0 0,0 1 1 0 0,8-7-1 0 0,-3-2 52 0 0,-1 0 1 0 0,0 0-1 0 0,-1-1 1 0 0,-1-1-1 0 0,0 0 1 0 0,0 0-1 0 0,-2-1 1 0 0,0 0-1 0 0,9-28 1 0 0,-15 40 254 0 0,-1-1 0 0 0,0 1 0 0 0,-1-1 0 0 0,1 1 0 0 0,-1-1 0 0 0,0 0 0 0 0,0 1 0 0 0,0-1 0 0 0,0 1 0 0 0,-1-1 0 0 0,0 1 0 0 0,0-1 0 0 0,-2-4-1 0 0,2 6 513 0 0,-23-3-137 0 0,21 9-347 0 0,-2 3-93 0 0,0 0 1 0 0,0 1-1 0 0,1-1 0 0 0,0 1 0 0 0,0 0 0 0 0,0 0 1 0 0,1 0-1 0 0,0 1 0 0 0,-2 9 0 0 0,1-6-22 0 0,1 1 1 0 0,1-1-1 0 0,0 1 0 0 0,1 0 0 0 0,0 20 1 0 0,1-28-27 0 0,4 16-2 0 0,-4-15-21 0 0,1 0 2 0 0,8 14-36 0 0,-7-15-46 0 0,-1-4 72 0 0,-1 0 1 0 0,0 0-1 0 0,1 0 0 0 0,-1 0 1 0 0,1 0-1 0 0,-1 0 1 0 0,0 0-1 0 0,1 0 1 0 0,-1 0-1 0 0,0 0 0 0 0,1 1 1 0 0,-1-1-1 0 0,0 0 1 0 0,1 0-1 0 0,-1 0 1 0 0,0 0-1 0 0,1 1 1 0 0,-1-1-1 0 0,0 0 0 0 0,1 0 1 0 0,-1 1-1 0 0,0-1 1 0 0,0 0-1 0 0,1 0 1 0 0,-1 1-1 0 0,0-1 0 0 0,1 1 1 0 0,-1 0-8 0 0,0-1-1 0 0,1 1 1 0 0,-1-1 0 0 0,1 1 0 0 0,-1-1 0 0 0,0 1-1 0 0,1-1 1 0 0,-1 1 0 0 0,1-1 0 0 0,0 0 0 0 0,-1 1-1 0 0,1-1 1 0 0,-1 0 0 0 0,1 1 0 0 0,0-1-1 0 0,-1 0 1 0 0,1 0 0 0 0,0 0 0 0 0,-1 0 0 0 0,1 1-1 0 0,0-1 1 0 0,-1 0 0 0 0,1 0 0 0 0,0 0 0 0 0,0 0-1 0 0,18 0-109 0 0,-15 1 20 0 0,1-3 22 0 0,3-1 161 0 0,0 0-1 0 0,-1-1 1 0 0,0 0-1 0 0,0-1 1 0 0,0 1-1 0 0,-1-1 1 0 0,1-1 0 0 0,-1 1-1 0 0,0-1 1 0 0,-1 0-1 0 0,1 0 1 0 0,-1-1 0 0 0,-1 0-1 0 0,1 1 1 0 0,-1-2-1 0 0,0 1 1 0 0,-1 0 0 0 0,0-1-1 0 0,0 0 1 0 0,0 1-1 0 0,-1-1 1 0 0,0 0 0 0 0,1-10-1 0 0,-2 1 50 0 0,-1 13 10 0 0,-1-1-52 0 0,-3-15-29 0 0,3 15-11 0 0,-1 2-12 0 0,1 1-28 0 0,1 1-5 0 0,0 0 1 0 0,-1 1-1 0 0,1-1 1 0 0,-1 0-1 0 0,1 0 0 0 0,-1 0 1 0 0,1 0-1 0 0,-1 0 1 0 0,1 0-1 0 0,-1 0 0 0 0,0 1 1 0 0,1-1-1 0 0,-1 0 1 0 0,0 1-1 0 0,0-1 0 0 0,0 0 1 0 0,0 1-1 0 0,1-1 1 0 0,-1 1-1 0 0,0-1 0 0 0,-1 0 1 0 0,-14-3 14 0 0,15 4-18 0 0,0-1 0 0 0,-1 1 1 0 0,1 0-1 0 0,0 0 0 0 0,-1 0 0 0 0,1 0 0 0 0,0 0 0 0 0,0 0 0 0 0,-1 0 1 0 0,1 0-1 0 0,0 1 0 0 0,-1-1 0 0 0,1 0 0 0 0,0 1 0 0 0,0-1 0 0 0,0 1 0 0 0,0-1 1 0 0,-3 2-1 0 0,2 0-5 0 0,-4 0-138 0 0,1 1 1 0 0,0 0 0 0 0,-1 1-1 0 0,1 0 1 0 0,0-1 0 0 0,1 1-1 0 0,-1 1 1 0 0,1-1 0 0 0,0 1-1 0 0,0 0 1 0 0,0 0 0 0 0,1 0 0 0 0,-1 0-1 0 0,-3 10 1 0 0,5-11-401 0 0,1 0-78 0 0,-1 5 604 0 0,5 19-5811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1.3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11 3780 0 0,'2'-2'1650'0'0,"1"-6"2290"0"0,-15 14-402 0 0,7-3-4547 0 0,4-3 1019 0 0,0 1-1 0 0,0 0 1 0 0,-1 0-1 0 0,1 0 1 0 0,0 0 0 0 0,0 0-1 0 0,0 0 1 0 0,0 0-1 0 0,1 0 1 0 0,-1 0-1 0 0,0 0 1 0 0,0 0 0 0 0,1 0-1 0 0,-1 1 1 0 0,1-1-1 0 0,-1 0 1 0 0,1 1-1 0 0,-1-1 1 0 0,1 2 0 0 0,-2 2 22 0 0,-5 9 18 0 0,1-1 1 0 0,0 2-1 0 0,1-1 0 0 0,1 1 0 0 0,0-1 0 0 0,1 1 1 0 0,1 0-1 0 0,-1 17 0 0 0,3-27-72 0 0,-1-1 0 0 0,1 1 0 0 0,1 0 1 0 0,-1-1-1 0 0,1 1 0 0 0,-1-1 0 0 0,1 1 0 0 0,1-1 0 0 0,-1 1 0 0 0,1-1 0 0 0,-1 0 0 0 0,1 1 0 0 0,1-1 1 0 0,-1 0-1 0 0,0 0 0 0 0,1-1 0 0 0,0 1 0 0 0,0 0 0 0 0,4 3 0 0 0,-1-3-165 0 0,0 0 0 0 0,0-1 0 0 0,0 0 0 0 0,1 0-1 0 0,-1 0 1 0 0,1-1 0 0 0,0 1 0 0 0,0-2 0 0 0,0 1 0 0 0,0-1 0 0 0,0 0 0 0 0,0-1-1 0 0,0 1 1 0 0,0-1 0 0 0,0-1 0 0 0,0 1 0 0 0,0-1 0 0 0,0-1 0 0 0,0 1 0 0 0,8-4-1 0 0,-3 0-158 0 0,1 0 0 0 0,-1-1 0 0 0,0-1 0 0 0,0 0-1 0 0,-1-1 1 0 0,17-14 0 0 0,-22 13 478 0 0,0 0 0 0 0,0 0 0 0 0,-1 0 0 0 0,0-1 0 0 0,-1 0 0 0 0,0 0-1 0 0,-1 0 1 0 0,0 0 0 0 0,2-14 0 0 0,-4 20 212 0 0,0-1-59 0 0,2-14 5 0 0,-2 15 353 0 0,-1-1-510 0 0,1-12 26 0 0,-1 13 828 0 0,-1 4-964 0 0,0 1 0 0 0,0-1 0 0 0,0 1 0 0 0,1 0 1 0 0,-1 0-1 0 0,0-1 0 0 0,0 1 0 0 0,0 0 0 0 0,1 0 1 0 0,-1 0-1 0 0,0 0 0 0 0,1 0 0 0 0,-1 0 0 0 0,1 0 1 0 0,-1 0-1 0 0,1 0 0 0 0,0 0 0 0 0,-1 0 1 0 0,1 0-1 0 0,0 2 0 0 0,-5 15 132 0 0,4-14-34 0 0,1 1-16 0 0,-2 14-25 0 0,1-14-12 0 0,2 0-21 0 0,1 15 3 0 0,-2-15 12 0 0,1-1 26 0 0,14 33 5 0 0,-13-33-95 0 0,16 4-166 0 0,-14-7 99 0 0,6-3-58 0 0,6 0 11 0 0,-12 3 96 0 0,31-22-88 0 0,-26 16 132 0 0,-1 0 0 0 0,0-1 0 0 0,0-1 0 0 0,0 1 0 0 0,-1-1 0 0 0,0 0 0 0 0,0-1 0 0 0,-1 0 0 0 0,0 0 0 0 0,7-12 0 0 0,-6 7 567 0 0,0 0-1 0 0,7-21 1 0 0,-11 26-451 0 0,-2 4 1525 0 0,-1 10-1571 0 0,-3 8-68 0 0,2 0 1 0 0,-1 0-1 0 0,2 0 0 0 0,0 0 1 0 0,1 0-1 0 0,0 0 1 0 0,1 0-1 0 0,5 16 1 0 0,-6-26-214 0 0,-1-3 126 0 0,1 0-1 0 0,-1 0 1 0 0,1 0 0 0 0,0 1-1 0 0,-1-1 1 0 0,1 0-1 0 0,0 0 1 0 0,-1 0 0 0 0,1 0-1 0 0,0 0 1 0 0,0 0 0 0 0,0-1-1 0 0,0 1 1 0 0,0 0 0 0 0,0 0-1 0 0,0-1 1 0 0,0 1 0 0 0,0 0-1 0 0,3 0 1 0 0,14 7-654 0 0,-14-7 117 0 0,1-1-72 0 0,0 0 266 0 0,1 0 1 0 0,-1-1-1 0 0,1 0 0 0 0,-1 0 1 0 0,1 0-1 0 0,-1-1 1 0 0,0 0-1 0 0,0 0 0 0 0,1 0 1 0 0,-1 0-1 0 0,7-6 1 0 0,2-3-516 0 0,-11 8-13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1.9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1 112 3780 0 0,'2'-4'425'0'0,"22"-56"2052"0"0,-23 56-1964 0 0,0 1-21 0 0,1-2-525 0 0,7-15 1842 0 0,-8 19-1790 0 0,-1 1 1 0 0,1 0-1 0 0,-1 0 0 0 0,0 0 1 0 0,1-1-1 0 0,-1 1 1 0 0,0 0-1 0 0,1 0 0 0 0,-1 0 1 0 0,1 0-1 0 0,-1 0 0 0 0,0 0 1 0 0,1 0-1 0 0,-1 0 0 0 0,1 0 1 0 0,-1 0-1 0 0,0 0 1 0 0,1 0-1 0 0,-1 0 0 0 0,1 0 1 0 0,-1 0-1 0 0,0 0 0 0 0,1 1 1 0 0,-1-1-1 0 0,0 0 0 0 0,1 0 1 0 0,-1 0-1 0 0,0 1 0 0 0,1-1 1 0 0,-1 0-1 0 0,0 0 1 0 0,1 1-1 0 0,-1-1 0 0 0,0 0 1 0 0,0 1-1 0 0,1-1 0 0 0,-1 0 1 0 0,0 1-1 0 0,0-1 0 0 0,0 0 1 0 0,1 1-1 0 0,-1-1 1 0 0,0 0-1 0 0,0 1 0 0 0,0 0 1 0 0,2 2-11 0 0,1 16 220 0 0,-3-15-107 0 0,1 1 8 0 0,1 14 0 0 0,-2-14 20 0 0,0 0 4 0 0,1 14 20 0 0,0-14 6 0 0,-2-1 12 0 0,0 13-3 0 0,1-13 202 0 0,0 1-171 0 0,-2 11 18 0 0,1-12 1055 0 0,-6 13 615 0 0,5-20-1879 0 0,0 1 0 0 0,1-1 0 0 0,-1 0 0 0 0,1 1 0 0 0,0-1 0 0 0,0 0 0 0 0,0 0 0 0 0,-1-5-1 0 0,2 5-34 0 0,1-3-44 0 0,0-2-29 0 0,0 0 0 0 0,1 0 0 0 0,0 0-1 0 0,1 0 1 0 0,0 0 0 0 0,0 1 0 0 0,0-1-1 0 0,6-7 1 0 0,-6 10-48 0 0,2 0 1 0 0,-1-1-1 0 0,1 1 0 0 0,-1 1 0 0 0,1-1 0 0 0,1 1 1 0 0,8-6-1 0 0,-11 8 83 0 0,0 0 0 0 0,0 1-1 0 0,0 0 1 0 0,0 0 0 0 0,0 0 0 0 0,1 0 0 0 0,-1 0-1 0 0,0 0 1 0 0,0 1 0 0 0,1 0 0 0 0,-1 0 0 0 0,0 0-1 0 0,1 0 1 0 0,-1 0 0 0 0,0 0 0 0 0,1 1 0 0 0,-1 0-1 0 0,0 0 1 0 0,0 0 0 0 0,5 2 0 0 0,-3-1 28 0 0,1 1 1 0 0,-1 0-1 0 0,0 0 1 0 0,-1 0-1 0 0,1 1 1 0 0,-1 0-1 0 0,1 0 1 0 0,-1 0-1 0 0,0 0 1 0 0,-1 1-1 0 0,1 0 1 0 0,-1-1-1 0 0,0 1 1 0 0,0 0-1 0 0,3 8 1 0 0,-4-10 4 0 0,-2 1 15 0 0,3 41 79 0 0,-3-40-12 0 0,-9 15 248 0 0,9-20-311 0 0,-1 1 1 0 0,1-1 0 0 0,0 1-1 0 0,0-1 1 0 0,-1 1-1 0 0,1-1 1 0 0,0 1-1 0 0,-1-1 1 0 0,1 1-1 0 0,0-1 1 0 0,-1 0-1 0 0,1 1 1 0 0,-1-1-1 0 0,1 0 1 0 0,-1 1-1 0 0,1-1 1 0 0,-1 0 0 0 0,1 0-1 0 0,-1 1 1 0 0,1-1-1 0 0,-1 0 1 0 0,1 0-1 0 0,-1 0 1 0 0,1 0-1 0 0,-1 0 1 0 0,1 0-1 0 0,-1 0 1 0 0,0 0-1 0 0,1 0 1 0 0,-1 0-1 0 0,1 0 1 0 0,-1 0 0 0 0,1 0-1 0 0,-1 0 1 0 0,0 0-4 0 0,0 0 1 0 0,0 0 0 0 0,0-1 0 0 0,0 1 0 0 0,0 0 0 0 0,0 0 0 0 0,0-1 0 0 0,0 1 0 0 0,0 0 0 0 0,1-1-1 0 0,-1 1 1 0 0,0-1 0 0 0,0 1 0 0 0,0-1 0 0 0,1 1 0 0 0,-1-1 0 0 0,0 0 0 0 0,1 1 0 0 0,-1-1-1 0 0,0 0 1 0 0,1 1 0 0 0,-1-1 0 0 0,0-2 0 0 0,1 3-4 0 0,-1-3 5 0 0,0 0 0 0 0,0 0 0 0 0,0 0 0 0 0,1 0 0 0 0,0 0 0 0 0,-1 0 0 0 0,1 0 0 0 0,0 0 0 0 0,0 0 0 0 0,1 0 0 0 0,-1 0 0 0 0,2-5 0 0 0,1-1-16 0 0,0-1 1 0 0,1 1 0 0 0,10-17-1 0 0,-12 23 6 0 0,0-1-1 0 0,1 2 0 0 0,-1-1 0 0 0,1 0 1 0 0,0 0-1 0 0,0 1 0 0 0,0 0 0 0 0,0-1 1 0 0,4-1-1 0 0,32-17-21 0 0,-36 20 11 0 0,2 1 26 0 0,-2-1-8 0 0,1 1 1 0 0,-1 0-1 0 0,0 0 1 0 0,0 0-1 0 0,1 0 1 0 0,-1 1-1 0 0,0 0 1 0 0,0-1 0 0 0,0 1-1 0 0,0 0 1 0 0,0 0-1 0 0,0 1 1 0 0,0-1-1 0 0,0 0 1 0 0,0 1-1 0 0,0 0 1 0 0,-1 0-1 0 0,1 0 1 0 0,-1 0-1 0 0,4 4 1 0 0,-2 0 2 0 0,0 0 1 0 0,0 0-1 0 0,-1 0 1 0 0,1 1-1 0 0,-2-1 1 0 0,1 1-1 0 0,-1 0 0 0 0,0 0 1 0 0,0 0-1 0 0,-1 0 1 0 0,0 0-1 0 0,0 0 1 0 0,-1 0-1 0 0,0 1 1 0 0,0-1-1 0 0,0 0 0 0 0,-1 0 1 0 0,-2 8-1 0 0,-20 47-437 0 0,21-59 12 0 0,-1 0-91 0 0,-4 7 0 0 0,-12 6-8530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2.3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0 180 3688 0 0,'0'0'2758'0'0,"4"0"-2155"0"0,13 1 236 0 0,-11-1-649 0 0,0 1 0 0 0,1-1 0 0 0,-1 0 0 0 0,1 0-1 0 0,-1-1 1 0 0,0 0 0 0 0,0 0 0 0 0,1 0-1 0 0,8-4 1 0 0,-4 2-108 0 0,0-1 0 0 0,-1 0-1 0 0,1-1 1 0 0,-1 0 0 0 0,1 0 0 0 0,-2-1-1 0 0,1 0 1 0 0,-1-1 0 0 0,1 0 0 0 0,-2-1-1 0 0,1 0 1 0 0,-1 0 0 0 0,-1-1-1 0 0,1 0 1 0 0,-1 0 0 0 0,6-11 0 0 0,-12 17 100 0 0,0-2 14 0 0,2-11-1 0 0,-2 12 104 0 0,-11-13 11 0 0,8 14 105 0 0,0 2-369 0 0,1 1 0 0 0,-1-1 0 0 0,0 1 0 0 0,0 0 0 0 0,0 0 0 0 0,0 0 0 0 0,0 0-1 0 0,1 0 1 0 0,-1 1 0 0 0,0-1 0 0 0,0 1 0 0 0,0-1 0 0 0,1 1 0 0 0,-1-1 0 0 0,0 1 0 0 0,0 0 0 0 0,1 0-1 0 0,-1 0 1 0 0,-2 2 0 0 0,-26 20 519 0 0,23-15-493 0 0,0 1 0 0 0,1-1 0 0 0,0 1 0 0 0,0 0 0 0 0,1 0 0 0 0,1 1 0 0 0,-1 0 0 0 0,1 0 0 0 0,1 0 1 0 0,0 0-1 0 0,0 0 0 0 0,-1 20 0 0 0,3-26-125 0 0,1 1 0 0 0,0-1 1 0 0,0 1-1 0 0,0-1 0 0 0,0 1 1 0 0,1-1-1 0 0,0 0 0 0 0,0 1 0 0 0,0-1 1 0 0,1 0-1 0 0,-1 0 0 0 0,1 0 1 0 0,0 0-1 0 0,0 0 0 0 0,0 0 1 0 0,1 0-1 0 0,-1-1 0 0 0,1 1 1 0 0,0-1-1 0 0,0 0 0 0 0,0 1 0 0 0,0-2 1 0 0,1 1-1 0 0,0 0 0 0 0,-1-1 1 0 0,1 1-1 0 0,6 2 0 0 0,-4-4-219 0 0,1 1 0 0 0,-1-1-1 0 0,1-1 1 0 0,-1 1 0 0 0,1-1 0 0 0,-1-1-1 0 0,0 1 1 0 0,1-1 0 0 0,-1 0-1 0 0,1 0 1 0 0,-1-1 0 0 0,10-3 0 0 0,-6 1-256 0 0,0-1 0 0 0,1 0-1 0 0,-1 0 1 0 0,-1-1 0 0 0,1 0 0 0 0,-1-1 0 0 0,0 0 0 0 0,-1 0 0 0 0,1-1 0 0 0,-2 0 0 0 0,1-1 0 0 0,-1 0 0 0 0,9-14 0 0 0,-3 3-2217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3.0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50 237 4660 0 0,'11'-42'4994'0'0,"-11"41"-4951"0"0,0 1 0 0 0,0-1 0 0 0,-1 1 1 0 0,1-1-1 0 0,0 1 0 0 0,0-1 0 0 0,0 1 0 0 0,0-1 0 0 0,0 1 0 0 0,0 0 0 0 0,0-1 0 0 0,-1 1 0 0 0,1-1 0 0 0,0 1 1 0 0,0-1-1 0 0,-1 1 0 0 0,1 0 0 0 0,0-1 0 0 0,-1 1 0 0 0,1 0 0 0 0,0-1 0 0 0,-1 1 0 0 0,1 0 0 0 0,-1 0 0 0 0,1-1 1 0 0,0 1-1 0 0,-1 0 0 0 0,1 0 0 0 0,-1-1 0 0 0,1 1 0 0 0,-1 0 0 0 0,1 0 0 0 0,0 0 0 0 0,-1 0 0 0 0,1 0 0 0 0,-1 0 1 0 0,0 0-1 0 0,0 0-5 0 0,0 0 1 0 0,0 0 0 0 0,0 0-1 0 0,0 0 1 0 0,0 0-1 0 0,0 0 1 0 0,0 0 0 0 0,0 0-1 0 0,0 0 1 0 0,0 1-1 0 0,0-1 1 0 0,0 0 0 0 0,1 1-1 0 0,-1-1 1 0 0,0 1 0 0 0,0-1-1 0 0,0 1 1 0 0,0-1-1 0 0,1 1 1 0 0,-1 0 0 0 0,0-1-1 0 0,1 1 1 0 0,-2 1-1 0 0,-2 5 34 0 0,1 0 0 0 0,-1 0-1 0 0,1 0 1 0 0,0 1-1 0 0,1 0 1 0 0,0-1 0 0 0,0 1-1 0 0,1 0 1 0 0,-1 11 0 0 0,2-15-60 0 0,0 2-8 0 0,1 10 8 0 0,0-1 1 0 0,2 1-1 0 0,-1-1 0 0 0,8 22 1 0 0,-8-33 13 0 0,1-2 51 0 0,-2 0-74 0 0,0-1-8 0 0,0 0 1 0 0,0 0 0 0 0,1 0 0 0 0,-1 0 0 0 0,0 0 0 0 0,1-1 0 0 0,-1 1 0 0 0,0 0-1 0 0,1-1 1 0 0,-1 1 0 0 0,1-1 0 0 0,-1 1 0 0 0,1-1 0 0 0,0 1 0 0 0,-1-1-1 0 0,4 0 1 0 0,0-1 0 0 0,0 0 0 0 0,0 0 0 0 0,0-1 0 0 0,0 0 0 0 0,-1 0 0 0 0,1 0 0 0 0,0 0 0 0 0,-1-1 0 0 0,1 0 0 0 0,-1 1 0 0 0,5-6 0 0 0,6-4 62 0 0,0-1 0 0 0,-1-1 0 0 0,0 0 0 0 0,14-21 1 0 0,-22 27-86 0 0,4-5 810 0 0,-8 15-419 0 0,-4 9-326 0 0,1-7 11 0 0,1 1-22 0 0,1 6-13 0 0,0 0 1 0 0,0-1 0 0 0,1 1-1 0 0,0 0 1 0 0,1-1 0 0 0,0 0-1 0 0,1 1 1 0 0,6 12 0 0 0,-8-21-38 0 0,1 1-38 0 0,-1-1 9 0 0,1 0 1 0 0,-1 0-1 0 0,0 0 1 0 0,0 0-1 0 0,1-1 1 0 0,-1 1-1 0 0,1-1 1 0 0,-1 0-1 0 0,1 0 1 0 0,-1 0-1 0 0,1 0 1 0 0,0 0-1 0 0,0 0 1 0 0,-1-1-1 0 0,1 1 1 0 0,4-1 0 0 0,-2 0 0 0 0,1-1 0 0 0,-1 0 1 0 0,0 0-1 0 0,1-1 0 0 0,-1 0 1 0 0,0 1-1 0 0,6-5 1 0 0,-4 3 38 0 0,-1 0 0 0 0,0-1 1 0 0,0 0-1 0 0,0-1 1 0 0,0 0-1 0 0,0 0 1 0 0,-1 0-1 0 0,0 0 0 0 0,0-1 1 0 0,-1 1-1 0 0,8-13 1 0 0,-3 2 42 0 0,-1 1 0 0 0,-1-2 1 0 0,8-25-1 0 0,-6 7 382 0 0,-1-1-1 0 0,-3 1 0 0 0,0-1 0 0 0,-1-45 1 0 0,-4 76-166 0 0,-1 1-20 0 0,-3-11 7 0 0,3 11 465 0 0,-4 6-438 0 0,-14 5-63 0 0,11 0-41 0 0,2 7-68 0 0,0 0 1 0 0,0 0 0 0 0,2 1 0 0 0,-1 0 0 0 0,2 0 0 0 0,0 0 0 0 0,1 0 0 0 0,1 1 0 0 0,0-1 0 0 0,1 0-1 0 0,3 30 1 0 0,5 5-1507 0 0,1 0-1 0 0,21 62 1 0 0,-29-109 889 0 0,0 0-1 0 0,0-1 1 0 0,1 1-1 0 0,-1-1 1 0 0,1 1 0 0 0,-1-1-1 0 0,1 1 1 0 0,0-1 0 0 0,0 0-1 0 0,0 0 1 0 0,3 3-1 0 0,-3-4 112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3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19 148 4120 0 0,'-3'-2'1669'0'0,"-9"-7"-296"0"0,8 6 1361 0 0,5 0-2179 0 0,1 0-524 0 0,0 1 1 0 0,0-1-1 0 0,0 1 1 0 0,0-1-1 0 0,0 1 1 0 0,1 0-1 0 0,-1 0 1 0 0,1 0-1 0 0,-1 0 1 0 0,1 0-1 0 0,0 1 1 0 0,0-1-1 0 0,0 1 1 0 0,0 0-1 0 0,0 0 1 0 0,0 0-1 0 0,6-1 1 0 0,71-16-1033 0 0,-60 14 694 0 0,267-49-4437 0 0,-168 32 5459 0 0,-115 21 2245 0 0,-8 0-2810 0 0,0 0 1 0 0,0 1-1 0 0,0 0 1 0 0,0 0-1 0 0,0 0 0 0 0,0 1 1 0 0,0-1-1 0 0,0 1 1 0 0,0 0-1 0 0,1 0 1 0 0,-1 0-1 0 0,1 1 0 0 0,-1-1 1 0 0,1 1-1 0 0,0 0 1 0 0,0 0-1 0 0,0 0 0 0 0,0 0 1 0 0,1 0-1 0 0,-1 0 1 0 0,1 1-1 0 0,0 0 1 0 0,0-1-1 0 0,0 1 0 0 0,1 0 1 0 0,-1 0-1 0 0,1 0 1 0 0,-2 8-1 0 0,3-7-96 0 0,0 1-1 0 0,0 0 0 0 0,1-1 1 0 0,-1 1-1 0 0,1-1 1 0 0,1 1-1 0 0,-1-1 0 0 0,1 1 1 0 0,0-1-1 0 0,0 0 0 0 0,0 0 1 0 0,6 9-1 0 0,6 9 140 0 0,0-2 0 0 0,20 23-1 0 0,13 19-324 0 0,-46-61 50 0 0,-1-1 1 0 0,1 0-1 0 0,0 0 1 0 0,-1 0-1 0 0,1 1 0 0 0,-1-1 1 0 0,1 0-1 0 0,-1 1 1 0 0,0-1-1 0 0,1 0 1 0 0,-1 1-1 0 0,0-1 1 0 0,0 3-1 0 0,0 0-226 0 0,-2 5-1021 0 0,2-9 1250 0 0,-2 4-454 0 0,-1 0 0 0 0,1-1 0 0 0,-1 1 0 0 0,0-1 0 0 0,0 0 0 0 0,0 1 0 0 0,-1-2 0 0 0,1 1 0 0 0,-6 3 0 0 0,-20 9-5382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39.3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38 21 5064 0 0,'0'0'1551'0'0,"-4"-1"-216"0"0,-4-1-1209 0 0,-11-7 4616 0 0,13 3-571 0 0,27 4-3637 0 0,50 4-365 0 0,93 5-1040 0 0,-62 5-4712 0 0,-96-11 3631 0 0,16 7-7294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39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0 3816 0 0,'-3'1'1615'0'0,"-30"16"2726"0"0,30-15-1467 0 0,9 16-2280 0 0,-4-15-501 0 0,4 2 143 0 0,33 3-63 0 0,0-2 1 0 0,77 1 0 0 0,17-11-3027 0 0,-73-3-2485 0 0,-32 1-521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5.4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300 119 4256 0 0,'0'0'2266'0'0,"-1"-3"-1513"0"0,-5-39 1206 0 0,5 37-1721 0 0,5-14 210 0 0,-3 15-245 0 0,0 1-154 0 0,0 0 1 0 0,0 1 0 0 0,0-1-1 0 0,1 0 1 0 0,-1 1-1 0 0,1 0 1 0 0,0-1-1 0 0,0 1 1 0 0,0 0-1 0 0,0 0 1 0 0,0 0-1 0 0,0 0 1 0 0,3-2 0 0 0,-4 3-54 0 0,2-1 123 0 0,7-2 27 0 0,-10 3-139 0 0,0 1 0 0 0,1 0 1 0 0,0-1-1 0 0,-1 1 0 0 0,1 0 0 0 0,-1-1 1 0 0,1 1-1 0 0,-1 0 0 0 0,1 0 0 0 0,-1 0 1 0 0,1-1-1 0 0,0 1 0 0 0,-1 0 0 0 0,1 0 1 0 0,0 0-1 0 0,-1 0 0 0 0,1 0 0 0 0,-1 0 1 0 0,1 0-1 0 0,0 0 0 0 0,-1 1 0 0 0,1-1 1 0 0,-1 0-1 0 0,1 0 0 0 0,0 0 1 0 0,-1 1-1 0 0,2-1 0 0 0,1 2 8 0 0,1-1 0 0 0,-1 1 0 0 0,1 0-1 0 0,-1 0 1 0 0,0 1 0 0 0,0-1 0 0 0,0 0 0 0 0,0 1 0 0 0,0 0 0 0 0,-1 0-1 0 0,1 0 1 0 0,-1 0 0 0 0,1 0 0 0 0,-1 0 0 0 0,0 1 0 0 0,-1-1 0 0 0,1 1-1 0 0,0-1 1 0 0,-1 1 0 0 0,0 0 0 0 0,0 0 0 0 0,0-1 0 0 0,0 1 0 0 0,-1 0 0 0 0,0 0-1 0 0,1 0 1 0 0,-2 6 0 0 0,0 5 3 0 0,0 0-1 0 0,-1 0 1 0 0,-1 0-1 0 0,-1 0 1 0 0,0 0-1 0 0,0-1 1 0 0,-2 0-1 0 0,0 0 1 0 0,0 0-1 0 0,-2-1 1 0 0,1 0-1 0 0,-2-1 1 0 0,1 1-1 0 0,-2-1 1 0 0,-16 16-1 0 0,12-15 122 0 0,1 0-1 0 0,-2-1 1 0 0,0 0 0 0 0,0-2-1 0 0,-1 0 1 0 0,0 0 0 0 0,-1-2-1 0 0,0 0 1 0 0,0-1-1 0 0,-1 0 1 0 0,1-2 0 0 0,-28 6-1 0 0,43-11-139 0 0,0 0 0 0 0,-1 0 0 0 0,1 0 0 0 0,0 0 0 0 0,0 0-1 0 0,0 0 1 0 0,0-1 0 0 0,0 1 0 0 0,0-1 0 0 0,0 0 0 0 0,0 1 0 0 0,0-1 0 0 0,0 0-1 0 0,0 0 1 0 0,0 0 0 0 0,0 0 0 0 0,0-1 0 0 0,1 1 0 0 0,-1 0 0 0 0,1-1 0 0 0,-1 1-1 0 0,1-1 1 0 0,-1 0 0 0 0,0-2 0 0 0,-1 0-30 0 0,0 0-1 0 0,1 0 1 0 0,0 0-1 0 0,0-1 1 0 0,0 1-1 0 0,0-1 1 0 0,1 0-1 0 0,-2-7 1 0 0,2 5-2 0 0,1 1 0 0 0,-1-1-1 0 0,1 0 1 0 0,0 0 0 0 0,1 1 0 0 0,0-1 0 0 0,1-7-1 0 0,-1 11 22 0 0,0 0 0 0 0,0 0 0 0 0,0 0 0 0 0,1 0 0 0 0,-1 0 0 0 0,1 0 0 0 0,-1 1 0 0 0,1-1 0 0 0,0 1 0 0 0,0-1 0 0 0,0 1 0 0 0,0-1 0 0 0,1 1 0 0 0,-1 0-1 0 0,0 0 1 0 0,1 0 0 0 0,0 1 0 0 0,2-2 0 0 0,-3 3 11 0 0,-1 0-1 0 0,1 0 0 0 0,-1 0 0 0 0,0 0 1 0 0,1 0-1 0 0,-1 0 0 0 0,1 0 1 0 0,-1 0-1 0 0,1 0 0 0 0,-1 0 1 0 0,0-1-1 0 0,3 0 0 0 0,-2 0 0 0 0,3 1 6 0 0,0 2 2 0 0,28 16-6 0 0,-28-10 2 0 0,-2-3 1 0 0,10 10 0 0 0,0 1 1 0 0,15 27-1 0 0,-21-32-24 0 0,0 0 0 0 0,1 0-1 0 0,0 0 1 0 0,16 15 0 0 0,-21-24-113 0 0,-1 0 0 0 0,1 0 0 0 0,0-1 0 0 0,0 1 0 0 0,0-1 1 0 0,1 1-1 0 0,-1-1 0 0 0,0 0 0 0 0,0-1 0 0 0,1 1 0 0 0,-1 0 0 0 0,1-1 0 0 0,-1 0 0 0 0,0 0 1 0 0,6 0-1 0 0,44-10-1842 0 0,-45 8 1847 0 0,8-2-605 0 0,0-2 1 0 0,0 0-1 0 0,-1 0 1 0 0,0-2-1 0 0,0 0 0 0 0,-1 0 1 0 0,22-18-1 0 0,-12 8-1978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5.7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56 3752 0 0,'27'-39'2571'0'0,"-25"37"-1909"0"0,-1-1-81 0 0,0 3-540 0 0,-1-1 0 0 0,0 1-1 0 0,0 0 1 0 0,0 0 0 0 0,1 0 0 0 0,-1 0 0 0 0,0-1 0 0 0,0 1-1 0 0,0 0 1 0 0,1 0 0 0 0,-1 0 0 0 0,0-1 0 0 0,0 1-1 0 0,0 0 1 0 0,0 0 0 0 0,0-1 0 0 0,0 1 0 0 0,0 0 0 0 0,1 0-1 0 0,-1-1 1 0 0,0 1 0 0 0,0 0 0 0 0,0 0 0 0 0,0-1-1 0 0,0 1 1 0 0,0 0 0 0 0,0 0 0 0 0,0-1 0 0 0,0 1-1 0 0,0 0 1 0 0,-1 0 0 0 0,1-1 0 0 0,0 1 0 0 0,0 0 0 0 0,0 0-1 0 0,0-1 1 0 0,0 1 0 0 0,0 0 0 0 0,-1 0 0 0 0,1-1-1 0 0,0 1 1 0 0,0 0 0 0 0,0 0 0 0 0,0 0 0 0 0,-1 0 0 0 0,1-1-1 0 0,0 1 1 0 0,-1 0 0 0 0,-12 4 1817 0 0,8-2-2359 0 0,2 0 549 0 0,1 0 1 0 0,-1 1-1 0 0,1-1 1 0 0,-1 1-1 0 0,1-1 1 0 0,0 1-1 0 0,0 0 1 0 0,0 0-1 0 0,1 0 1 0 0,-1 0-1 0 0,1 0 1 0 0,-1 0-1 0 0,1 0 1 0 0,-1 6-1 0 0,2-9-44 0 0,-6 12 92 0 0,1 1 1 0 0,1 0-1 0 0,0 1 1 0 0,1-1 0 0 0,0 1-1 0 0,-1 23 1 0 0,4-33-26 0 0,0 1 74 0 0,1 15-127 0 0,0-15-46 0 0,0-1-34 0 0,6 12-57 0 0,-5-13-58 0 0,1-1-42 0 0,10 5-8 0 0,-10-5 28 0 0,1-2 18 0 0,4-1 117 0 0,-1 0-1 0 0,0-1 0 0 0,0 0 1 0 0,0 0-1 0 0,0 0 0 0 0,0-1 1 0 0,0 0-1 0 0,10-7 0 0 0,-10 4 179 0 0,0 0 0 0 0,0 0 0 0 0,-1 0 0 0 0,0-1-1 0 0,0 0 1 0 0,-1-1 0 0 0,0 1 0 0 0,0-1 0 0 0,-1 0-1 0 0,0 0 1 0 0,0 0 0 0 0,-1-1 0 0 0,0 0 0 0 0,0 1-1 0 0,2-17 1 0 0,-5 21-39 0 0,0-1-22 0 0,-1-13-12 0 0,1 14-8 0 0,-4-2 7 0 0,4 5-40 0 0,0 0-1 0 0,0 1 1 0 0,0-1 0 0 0,0 0 0 0 0,0 1 0 0 0,-1-1-1 0 0,1 1 1 0 0,0-1 0 0 0,0 1 0 0 0,-1-1 0 0 0,1 0-1 0 0,0 1 1 0 0,-1-1 0 0 0,1 1 0 0 0,0-1 0 0 0,-1 1-1 0 0,1-1 1 0 0,-1 1 0 0 0,1 0 0 0 0,-1-1-1 0 0,1 1 1 0 0,-1 0 0 0 0,0-1 0 0 0,-3 0-122 0 0,0 0 0 0 0,0 0 0 0 0,0 1 0 0 0,0 0 0 0 0,0 0 0 0 0,-8 1 0 0 0,8-1-346 0 0,-15 8-515 0 0,16-6 330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6.1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1 3880 0 0,'0'0'7748'0'0,"-1"3"-7432"0"0,-4 12-26 0 0,4-11 178 0 0,-1-1-321 0 0,-11 34 570 0 0,12-34-646 0 0,7 20 129 0 0,-4-20-148 0 0,6 4-14 0 0,-1-2 0 0 0,1 1-1 0 0,0-1 1 0 0,1 0 0 0 0,-1 0 0 0 0,1-1 0 0 0,0-1 0 0 0,11 4 0 0 0,47 22-133 0 0,-31-10 87 0 0,-33-17 14 0 0,8 6 32 0 0,-9-7-9 0 0,0 1-1 0 0,0-1 0 0 0,1 1 0 0 0,-1 0 0 0 0,-1 0 1 0 0,1 0-1 0 0,0 0 0 0 0,0 0 0 0 0,-1 0 1 0 0,1 1-1 0 0,-1-1 0 0 0,0 0 0 0 0,0 1 1 0 0,0-1-1 0 0,0 1 0 0 0,0-1 0 0 0,1 5 0 0 0,-3-5-6 0 0,1 1 0 0 0,0-1 0 0 0,-1 0 0 0 0,1 0 0 0 0,-1 1 0 0 0,0-1 0 0 0,0 0-1 0 0,0 0 1 0 0,0 0 0 0 0,0 0 0 0 0,0 0 0 0 0,-1 0 0 0 0,1-1 0 0 0,-1 1 0 0 0,1 0-1 0 0,-1-1 1 0 0,0 1 0 0 0,1-1 0 0 0,-1 1 0 0 0,0-1 0 0 0,0 0 0 0 0,0 0 0 0 0,0 0-1 0 0,0 0 1 0 0,0 0 0 0 0,-4 1 0 0 0,-29 14 17 0 0,-9 0 1 0 0,33-13-39 0 0,-8-2-108 0 0,11-1-202 0 0,0 1 0 0 0,0-1-1 0 0,0 0 1 0 0,0-1-1 0 0,0 0 1 0 0,-12-3-1 0 0,16 2-259 0 0,0 1 1 0 0,0-1-1 0 0,0 0 0 0 0,0 0 0 0 0,0 0 0 0 0,0-1 0 0 0,1 1 0 0 0,-1-1 0 0 0,1 0 0 0 0,0 0 0 0 0,0 0 0 0 0,0 0 0 0 0,-3-5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6.3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73 3852 0 0,'0'0'1641'0'0,"11"-13"1379"0"0,15 0-2104 0 0,2 4-92 0 0,13-3-572 0 0,-18 6-140 0 0,3 1-160 0 0,0 2-232 0 0,2-1-316 0 0,1 2-444 0 0,-3-2-340 0 0,3 3-961 0 0,-1 1-2551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6.7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56 72 3264 0 0,'-22'-1'1742'0'0,"17"0"-308"0"0,1 1-209 0 0,-16 0-147 0 0,15 0 2126 0 0,9-2-2971 0 0,15-3-126 0 0,-1 1 0 0 0,1 0 0 0 0,0 1-1 0 0,0 1 1 0 0,0 1 0 0 0,21 1-1 0 0,17-2 4 0 0,15-2-321 0 0,114-12-884 0 0,-156 12-1393 0 0,-1-2-1 0 0,30-10 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1:17.0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87 0 3188 0 0,'-4'0'1468'0'0,"-3"0"-778"0"0,0 1 0 0 0,0-1 0 0 0,0 2 0 0 0,0-1 0 0 0,0 1 0 0 0,-9 3 0 0 0,13-3 10 0 0,2-2-630 0 0,0 1 1 0 0,0 0-1 0 0,0 0 0 0 0,0 1 0 0 0,1-1 0 0 0,-1 0 0 0 0,0 0 0 0 0,0 0 0 0 0,1 1 1 0 0,-1-1-1 0 0,1 0 0 0 0,-1 0 0 0 0,1 1 0 0 0,0-1 0 0 0,-1 2 0 0 0,3 1-17 0 0,-1 0 0 0 0,1-1 0 0 0,0 1-1 0 0,0-1 1 0 0,0 0 0 0 0,0 0 0 0 0,0 0-1 0 0,1 0 1 0 0,0 0 0 0 0,-1 0 0 0 0,1-1 0 0 0,0 1-1 0 0,0-1 1 0 0,0 0 0 0 0,6 3 0 0 0,5 2 64 0 0,0 0 1 0 0,24 6 0 0 0,-20-7-74 0 0,-14-5 23 0 0,0 1-73 0 0,15 3 73 0 0,-15-3 77 0 0,2 1-42 0 0,-6-3-96 0 0,1 0 0 0 0,0 0 1 0 0,-1 1-1 0 0,1-1 1 0 0,0 0-1 0 0,-1 0 1 0 0,1 1-1 0 0,0-1 0 0 0,-1 0 1 0 0,1 1-1 0 0,-1-1 1 0 0,1 1-1 0 0,0-1 1 0 0,-1 1-1 0 0,1-1 1 0 0,-1 1-1 0 0,0-1 0 0 0,1 1 1 0 0,-1-1-1 0 0,1 1 1 0 0,-1 0-1 0 0,0-1 1 0 0,1 1-1 0 0,-1 1 1 0 0,0 2 33 0 0,-1 1 1 0 0,0-1 0 0 0,0 0 0 0 0,-1 1-1 0 0,1-1 1 0 0,-1 0 0 0 0,0 0 0 0 0,0 0-1 0 0,0 0 1 0 0,0 0 0 0 0,-4 4 0 0 0,-41 49 382 0 0,21-27-431 0 0,8-7-123 0 0,-29 48 1 0 0,41-58-1557 0 0,-1-1 1 0 0,-7 28-1 0 0,13-30-1490 0 0,3 12-2274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2:59.8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95 38 3468 0 0,'4'-22'1947'0'0,"-3"18"1086"0"0,0 0-1823 0 0,-1-4 3522 0 0,-8 30-3740 0 0,-8 38-985 0 0,-59 352 24 0 0,74-384-978 0 0,1-24 267 0 0,1 15-1038 0 0,-1-15 619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0.1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186 1 2752 0 0,'-68'8'3219'0'0,"-45"21"616"0"0,109-28-2506 0 0,6 2-1078 0 0,1 0-228 0 0,0-1 1 0 0,0 1 0 0 0,1-1 0 0 0,-1 0-1 0 0,0 0 1 0 0,1-1 0 0 0,-1 1 0 0 0,1-1-1 0 0,-1 0 1 0 0,1 1 0 0 0,0-2 0 0 0,0 1-1 0 0,0 0 1 0 0,-1-1 0 0 0,1 1-1 0 0,0-1 1 0 0,0 0 0 0 0,7-2 0 0 0,8 3 93 0 0,76-1-220 0 0,0-5-1 0 0,117-20 1 0 0,-73 8-3831 0 0,-129 17 1109 0 0,21 1-2020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0.7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134 141 2860 0 0,'10'-58'3707'0'0,"-10"53"-2905"0"0,0-1-139 0 0,0-1-454 0 0,0 4-51 0 0,0-1 1 0 0,0 0 0 0 0,0 0-1 0 0,-1 1 1 0 0,1-1 0 0 0,-1 0 0 0 0,0 0-1 0 0,0 1 1 0 0,0-1 0 0 0,0 1-1 0 0,-1-1 1 0 0,0 1 0 0 0,1 0-1 0 0,-1-1 1 0 0,-4-4 0 0 0,3 6 213 0 0,0 2-331 0 0,0 0-1 0 0,-1 1 1 0 0,1 0-1 0 0,0-1 0 0 0,0 1 1 0 0,-1 1-1 0 0,1-1 1 0 0,0 0-1 0 0,0 1 1 0 0,0 0-1 0 0,0-1 0 0 0,1 1 1 0 0,-1 0-1 0 0,0 0 1 0 0,1 1-1 0 0,-1-1 0 0 0,-3 5 1 0 0,-2 4 42 0 0,0 0 0 0 0,-12 23 0 0 0,17-30-58 0 0,-2 7-2 0 0,1-1 1 0 0,0 1-1 0 0,0 0 1 0 0,1 0-1 0 0,-2 19 0 0 0,4-26-31 0 0,1 2-37 0 0,1 14 20 0 0,0-14-4 0 0,1-2-29 0 0,-1-2 33 0 0,1 1 1 0 0,0-1-1 0 0,-1 1 0 0 0,1-1 0 0 0,1 1 1 0 0,-1-1-1 0 0,0 0 0 0 0,0 0 1 0 0,1 0-1 0 0,5 3 0 0 0,-5-3-41 0 0,2-2 9 0 0,1 0 38 0 0,0 0 1 0 0,0 0 0 0 0,0-1 0 0 0,0 0-1 0 0,0 0 1 0 0,0 0 0 0 0,0-1 0 0 0,0 0-1 0 0,-1 0 1 0 0,1 0 0 0 0,9-6-1 0 0,-11 6 94 0 0,6-5 177 0 0,0 0 0 0 0,-1 0 0 0 0,15-16 0 0 0,-21 20-187 0 0,0-1 0 0 0,0 1 0 0 0,-1-1 0 0 0,1 0 1 0 0,-1 0-1 0 0,0 0 0 0 0,0 0 0 0 0,0 0 0 0 0,-1 0 0 0 0,0 0 0 0 0,1-1 0 0 0,-1 1 0 0 0,-1 0 0 0 0,1-1 0 0 0,-1-5 0 0 0,1 6-62 0 0,-1 1 0 0 0,0-1-1 0 0,-1 0 1 0 0,1 0 0 0 0,0 0 0 0 0,-1 0-1 0 0,0 0 1 0 0,0 1 0 0 0,0-1 0 0 0,-1 0 0 0 0,1 1-1 0 0,-1-1 1 0 0,0 1 0 0 0,0-1 0 0 0,0 1 0 0 0,0 0-1 0 0,-1 0 1 0 0,1 0 0 0 0,-1 0 0 0 0,0 0 0 0 0,1 1-1 0 0,-2-1 1 0 0,1 1 0 0 0,0 0 0 0 0,-5-3 0 0 0,5 4-244 0 0,-1 1 117 0 0,-4 1-55 0 0,1 0 0 0 0,0 0 0 0 0,0 1 0 0 0,0 0 0 0 0,0 0 0 0 0,0 1 0 0 0,0 0 0 0 0,0 0 1 0 0,1 0-1 0 0,-8 6 0 0 0,11-7-441 0 0,0 2-194 0 0,-6 8-297 0 0,6-8-424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1.1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 3640 0 0,'0'0'2995'0'0,"1"-3"-2089"0"0,5-13 4057 0 0,-4 19-4737 0 0,2 6-126 0 0,0 1 0 0 0,-1-1 0 0 0,0 1 0 0 0,-1 0 0 0 0,0 0 0 0 0,-1 0 0 0 0,0 0 0 0 0,-1 17 0 0 0,4 35 74 0 0,-3-57-158 0 0,-1 10-15 0 0,0 0 0 0 0,2 0 0 0 0,0 0 0 0 0,1 0 0 0 0,0 0 0 0 0,1 0 0 0 0,1-1 0 0 0,7 16 0 0 0,-10-27-147 0 0,8 5-119 0 0,-10-8 251 0 0,1 0-1 0 0,-1 0 0 0 0,1 0 0 0 0,-1 0 0 0 0,1 1 1 0 0,-1-1-1 0 0,1 0 0 0 0,-1 0 0 0 0,0 0 0 0 0,1 1 0 0 0,-1-1 1 0 0,0 0-1 0 0,1 1 0 0 0,-1-1 0 0 0,0 0 0 0 0,1 0 0 0 0,-1 1 1 0 0,0-1-1 0 0,1 1 0 0 0,-1-1 0 0 0,0 0 0 0 0,0 1 1 0 0,1-1-1 0 0,-1 1 0 0 0,4 1-258 0 0,11 4-13 0 0,-11-4 23 0 0,1-2-141 0 0,1-1 55 0 0,0 1 0 0 0,-1-1 0 0 0,1 0-1 0 0,0 0 1 0 0,0-1 0 0 0,-1 1 0 0 0,1-1-1 0 0,-1 0 1 0 0,1-1 0 0 0,5-3 0 0 0,19-22-4013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1.2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72 2660 0 0,'0'0'6649'0'0,"2"-3"-6366"0"0,1 0-242 0 0,0 0 1 0 0,0 1 0 0 0,1 0-1 0 0,-1-1 1 0 0,0 1 0 0 0,1 1 0 0 0,0-1-1 0 0,-1 0 1 0 0,1 1 0 0 0,0 0 0 0 0,-1 0-1 0 0,1 0 1 0 0,0 0 0 0 0,0 0-1 0 0,5 1 1 0 0,10-4 24 0 0,28-6-276 0 0,36-8-772 0 0,-20 10-4208 0 0,-38 6 1287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2.0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235 164 2664 0 0,'0'0'2594'0'0,"-1"-3"-1652"0"0,-2-11-145 0 0,3 11-97 0 0,-3 1-86 0 0,-35-18 1200 0 0,34 19-1469 0 0,-2 0-21 0 0,-1 1-210 0 0,0 0 1 0 0,-1 0 0 0 0,1 1-1 0 0,0 0 1 0 0,0 0 0 0 0,0 1-1 0 0,0-1 1 0 0,0 2 0 0 0,0-1-1 0 0,-7 4 1 0 0,6-1-90 0 0,1 1-1 0 0,-1 0 1 0 0,1 1-1 0 0,0 0 1 0 0,0 0-1 0 0,1 0 1 0 0,0 1-1 0 0,0-1 1 0 0,1 2-1 0 0,0-1 1 0 0,0 0 0 0 0,1 1-1 0 0,0 0 1 0 0,-4 15-1 0 0,7-20-95 0 0,1 0-7 0 0,1 15 5 0 0,-1-15 1 0 0,2 0-2 0 0,-1-3 56 0 0,-1 1-1 0 0,1 0 1 0 0,0-1 0 0 0,1 1-1 0 0,-1 0 1 0 0,0-1-1 0 0,0 0 1 0 0,1 1 0 0 0,-1-1-1 0 0,1 0 1 0 0,-1 1-1 0 0,1-1 1 0 0,-1 0 0 0 0,1 0-1 0 0,0 0 1 0 0,2 0-1 0 0,0 1-55 0 0,1-3 14 0 0,4 0 60 0 0,0-1 0 0 0,0 0 0 0 0,-1 0 0 0 0,1-1 0 0 0,-1 0 0 0 0,0 0 0 0 0,12-8 0 0 0,32-34 1076 0 0,-50 43-790 0 0,-1 1-153 0 0,0 0-1 0 0,-1 0 1 0 0,1 0 0 0 0,0 0-1 0 0,0 1 1 0 0,0-1 0 0 0,-1 0-1 0 0,1 1 1 0 0,0-1 0 0 0,0 0-1 0 0,0 1 1 0 0,0-1 0 0 0,0 1-1 0 0,0-1 1 0 0,2 0 0 0 0,3 40 106 0 0,-6-33-264 0 0,0-1 0 0 0,1 1 1 0 0,0-1-1 0 0,0 1 0 0 0,0-1 0 0 0,3 8 1 0 0,-3-10-106 0 0,1 0 0 0 0,0 0 1 0 0,0 0-1 0 0,0 0 0 0 0,0-1 1 0 0,1 1-1 0 0,-1-1 0 0 0,1 1 1 0 0,-1-1-1 0 0,1 0 1 0 0,0 0-1 0 0,0 0 0 0 0,0-1 1 0 0,0 1-1 0 0,0 0 0 0 0,0-1 1 0 0,0 0-1 0 0,1 0 0 0 0,-1 0 1 0 0,0 0-1 0 0,1-1 0 0 0,-1 1 1 0 0,1-1-1 0 0,-1 0 0 0 0,0 0 1 0 0,1 0-1 0 0,-1 0 0 0 0,1-1 1 0 0,4 0-1 0 0,3-1-13 0 0,-1 0-1 0 0,0-1 1 0 0,0 0-1 0 0,0 0 1 0 0,0-1-1 0 0,0 0 1 0 0,-1-1 0 0 0,0 0-1 0 0,0 0 1 0 0,0-1-1 0 0,-1 0 1 0 0,0-1-1 0 0,0 0 1 0 0,0 0 0 0 0,-1-1-1 0 0,0 0 1 0 0,0 0-1 0 0,-1 0 1 0 0,0-1-1 0 0,-1 0 1 0 0,0 0 0 0 0,0-1-1 0 0,3-10 1 0 0,-5 8 450 0 0,0-1 0 0 0,0 0 0 0 0,-1 0 0 0 0,-1 0 1 0 0,0 0-1 0 0,-1-1 0 0 0,0 1 0 0 0,-1 0 0 0 0,-1 0 1 0 0,0 0-1 0 0,-8-25 0 0 0,9 34 23 0 0,-7-13 261 0 0,6 14 268 0 0,-2 5-623 0 0,1 1-200 0 0,0 0-1 0 0,0 0 0 0 0,0 0 0 0 0,1 0 1 0 0,-1 1-1 0 0,1-1 0 0 0,0 1 1 0 0,0 0-1 0 0,0 0 0 0 0,0-1 0 0 0,1 1 1 0 0,-1 0-1 0 0,1 0 0 0 0,0 1 1 0 0,-1 5-1 0 0,-2 16 54 0 0,-1 36 1 0 0,4-36-40 0 0,-7 128-1468 0 0,-8 79-6217 0 0,9-181 2405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2.8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72 4480 0 0,'5'-72'10396'0'0,"-16"150"-9911"0"0,4 0-1 0 0,3 78 0 0 0,5-151-422 0 0,1-3 12 0 0,-1-1-67 0 0,-1-1 0 0 0,0 1 0 0 0,1 0 0 0 0,-1-1 0 0 0,1 1 0 0 0,-1-1-1 0 0,1 1 1 0 0,0-1 0 0 0,-1 1 0 0 0,1-1 0 0 0,-1 0 0 0 0,1 1 0 0 0,0-1 0 0 0,-1 0 0 0 0,1 1 0 0 0,0-1 0 0 0,0 0 0 0 0,-1 0 0 0 0,1 0 0 0 0,0 1 0 0 0,0-1 0 0 0,-1 0 0 0 0,1 0 0 0 0,0 0 0 0 0,1 0 0 0 0,18-11-42 0 0,4-7-2 0 0,-10 5 9 0 0,-1-1 0 0 0,-1-1 0 0 0,0 0 1 0 0,16-27-1 0 0,31-44 3 0 0,-56 83 33 0 0,0 1-15 0 0,-2 1 11 0 0,0 0 0 0 0,0 0 0 0 0,0 0 0 0 0,1 0 0 0 0,-1 0 1 0 0,1 1-1 0 0,-1-1 0 0 0,0 1 0 0 0,1-1 0 0 0,-1 1 0 0 0,1-1 0 0 0,-1 1 0 0 0,1 0 1 0 0,-1-1-1 0 0,1 1 0 0 0,0 0 0 0 0,-1 0 0 0 0,1 0 0 0 0,-1 1 0 0 0,1-1 0 0 0,1 1 1 0 0,1 0 57 0 0,-2 3 0 0 0,6 18-20 0 0,-1 0 0 0 0,-1 0 0 0 0,-1 0 1 0 0,3 44-1 0 0,4 16-1794 0 0,-12-80 1572 0 0,0-1 1 0 0,1 1 0 0 0,0 0-1 0 0,-1 0 1 0 0,1-1 0 0 0,0 1-1 0 0,0-1 1 0 0,0 1 0 0 0,0 0-1 0 0,0-1 1 0 0,0 0 0 0 0,0 1-1 0 0,1-1 1 0 0,2 2-1 0 0,-2-1-304 0 0,0-1 0 0 0,0 1-1 0 0,0-1 1 0 0,0 0 0 0 0,1 0 0 0 0,-1 0-1 0 0,0-1 1 0 0,1 1 0 0 0,-1 0-1 0 0,1-1 1 0 0,-1 0 0 0 0,1 1-1 0 0,-1-1 1 0 0,1 0 0 0 0,-1 0-1 0 0,6-1 1 0 0,10-3-3637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3.2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86 48 2564 0 0,'2'-9'-399'0'0,"-1"8"695"0"0,-1 0 0 0 0,0 0 0 0 0,0 0 0 0 0,0 0 0 0 0,0 0 0 0 0,0 0 0 0 0,0 0 0 0 0,0 0-1 0 0,0-1 1 0 0,0 1 0 0 0,-1 0 0 0 0,1 0 0 0 0,0 0 0 0 0,-1 0 0 0 0,1 0 0 0 0,0 0 0 0 0,-1 0 0 0 0,1 0 0 0 0,-1 1 0 0 0,0-1 0 0 0,1 0 0 0 0,-1 0 0 0 0,0 0 0 0 0,-1-1 0 0 0,0 0 126 0 0,-16 15 691 0 0,10-2-921 0 0,1 0 1 0 0,0 0-1 0 0,1 0 1 0 0,0 1-1 0 0,1 0 1 0 0,0 0-1 0 0,1 0 1 0 0,-5 23-1 0 0,8-30-143 0 0,1-4-45 0 0,1 1 0 0 0,-1-1 0 0 0,0 1 0 0 0,1-1 0 0 0,-1 1 0 0 0,0 0 0 0 0,0-1 0 0 0,0 1 0 0 0,-1-1 0 0 0,1 1 0 0 0,0-1 0 0 0,-1 4 0 0 0,0-2-4 0 0,1 2-40 0 0,1-1 51 0 0,15 28-30 0 0,-14-30 4 0 0,18 6-146 0 0,-15-8 196 0 0,-3 0-39 0 0,2 0 64 0 0,0 0 0 0 0,0 0 1 0 0,0 0-1 0 0,0-1 0 0 0,0 0 1 0 0,0 0-1 0 0,0 0 0 0 0,0 0 1 0 0,0 0-1 0 0,0-1 0 0 0,-1 1 1 0 0,1-1-1 0 0,-1 0 0 0 0,1-1 1 0 0,-1 1-1 0 0,0 0 0 0 0,0-1 1 0 0,0 0-1 0 0,0 0 0 0 0,0 0 1 0 0,3-5-1 0 0,-2 2 14 0 0,0 0 0 0 0,-1 0 0 0 0,0-1 0 0 0,0 0 0 0 0,-1 1 0 0 0,1-1 0 0 0,-2 0 0 0 0,1 0 1 0 0,-1 0-1 0 0,1-12 0 0 0,-1 14-249 0 0,-1 1 1 0 0,0-1 0 0 0,0 1 0 0 0,0-1 0 0 0,-1 0-1 0 0,1 1 1 0 0,-1-1 0 0 0,0 1 0 0 0,-1-1 0 0 0,1 1-1 0 0,-1 0 1 0 0,0 0 0 0 0,0 0 0 0 0,0 0 0 0 0,-3-5-1 0 0,-26-24-6648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3.6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90 3268 0 0,'8'-9'903'0'0,"0"1"0"0"0,0 0 0 0 0,1 1 0 0 0,0 0 0 0 0,0 0 0 0 0,1 1 0 0 0,13-6 0 0 0,-16 8-664 0 0,0 1-1 0 0,1 0 1 0 0,0 0-1 0 0,-1 1 0 0 0,1 0 1 0 0,0 1-1 0 0,0 0 1 0 0,0 0-1 0 0,0 0 1 0 0,0 1-1 0 0,0 1 0 0 0,13 1 1 0 0,-14-1-180 0 0,0 0-1 0 0,-1 0 1 0 0,1 1 0 0 0,0 0-1 0 0,-1 1 1 0 0,1-1 0 0 0,-1 1 0 0 0,0 1-1 0 0,0-1 1 0 0,0 1 0 0 0,-1 0-1 0 0,1 0 1 0 0,-1 0 0 0 0,0 1 0 0 0,0 0-1 0 0,0 0 1 0 0,-1 0 0 0 0,7 11-1 0 0,-10-15-54 0 0,-1 0-1 0 0,1 0 1 0 0,0 0 0 0 0,-1 1-1 0 0,1-1 1 0 0,-1 0-1 0 0,1 0 1 0 0,-1 0-1 0 0,0 0 1 0 0,0 1-1 0 0,1-1 1 0 0,-1 0-1 0 0,0 0 1 0 0,0 2 0 0 0,0 1 10 0 0,0 0 36 0 0,0 0 8 0 0,-1 15-1 0 0,1-15 13 0 0,-2 0 27 0 0,-3 13 33 0 0,3-13 16 0 0,-4 3 26 0 0,-4 5 326 0 0,10-12-488 0 0,0 1-1 0 0,-1-1 1 0 0,1 1 0 0 0,-1-1-1 0 0,1 0 1 0 0,-1 0 0 0 0,1 1 0 0 0,-1-1-1 0 0,1 0 1 0 0,-1 0 0 0 0,1 1 0 0 0,-1-1-1 0 0,1 0 1 0 0,-1 0 0 0 0,1 0-1 0 0,-1 0 1 0 0,0 0 0 0 0,1 0 0 0 0,-1 0-1 0 0,1 0 1 0 0,-1 0 0 0 0,1 0-1 0 0,-1 0 1 0 0,1 0 0 0 0,-1 0 0 0 0,0-1-1 0 0,1 1 1 0 0,-1 0 0 0 0,1 0 0 0 0,-1-1-1 0 0,1 1 1 0 0,-1 0 0 0 0,1 0-1 0 0,0-1 1 0 0,-1 1 0 0 0,1-1 0 0 0,-1 1-1 0 0,1 0 1 0 0,0-1 0 0 0,-1 1 0 0 0,1-1-1 0 0,0 1 1 0 0,-1-1 0 0 0,1 1-1 0 0,0-2 1 0 0,-2 0 12 0 0,4-3-39 0 0,4-8-213 0 0,1 1-1 0 0,0 0 1 0 0,1 0 0 0 0,0 1 0 0 0,1 0-1 0 0,0 0 1 0 0,1 1 0 0 0,16-13 0 0 0,-14 13-1581 0 0,1 1 0 0 0,0 0 1 0 0,0 1-1 0 0,20-9 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3.7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16 3596 0 0,'-14'15'4879'0'0,"16"-11"-4168"0"0,9 12 179 0 0,-9-15-827 0 0,1 0 0 0 0,-1 0 0 0 0,0-1 0 0 0,1 1 0 0 0,-1-1-1 0 0,0 1 1 0 0,1-1 0 0 0,-1 0 0 0 0,0 0 0 0 0,5 0 0 0 0,153-17-489 0 0,5-13-5393 0 0,-158 29 5424 0 0,31-7-3693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4.6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258 502 3116 0 0,'1'-7'371'0'0,"4"-46"3457"0"0,-5 49-3588 0 0,0 0 1 0 0,-1 1-1 0 0,1-1 1 0 0,-1 1-1 0 0,0-1 1 0 0,0 1-1 0 0,0-1 0 0 0,-1 1 1 0 0,1 0-1 0 0,-1-1 1 0 0,1 1-1 0 0,-1 0 1 0 0,0 0-1 0 0,-5-5 1 0 0,5 6-137 0 0,-1-1 0 0 0,1 1 0 0 0,-1-1 0 0 0,0 1 0 0 0,1 0 0 0 0,-1 0 0 0 0,0 0 0 0 0,-1 0 0 0 0,1 1 0 0 0,0-1 0 0 0,0 1 0 0 0,-1 0 0 0 0,1 0 0 0 0,-1 0 0 0 0,1 0 0 0 0,-1 1 0 0 0,1 0 0 0 0,-1-1 0 0 0,1 1 0 0 0,-1 0 0 0 0,1 1 0 0 0,-1-1 0 0 0,1 1 0 0 0,-1-1 1 0 0,1 1-1 0 0,-1 0 0 0 0,-4 2 0 0 0,-2 1-33 0 0,1 1-1 0 0,0 0 1 0 0,-1 0 0 0 0,2 1 0 0 0,-1 0 0 0 0,1 0 0 0 0,0 1 0 0 0,0 0 0 0 0,0 1 0 0 0,1-1 0 0 0,1 1-1 0 0,-1 1 1 0 0,1 0 0 0 0,1-1 0 0 0,-1 2 0 0 0,1-1 0 0 0,1 1 0 0 0,0-1 0 0 0,-5 19 0 0 0,9-25-15 0 0,1 2 143 0 0,0 1-186 0 0,-1-4-17 0 0,0 0 0 0 0,0 1 1 0 0,1-1-1 0 0,-1 0 0 0 0,1 0 0 0 0,0 0 0 0 0,0 1 0 0 0,0-1 0 0 0,0 0 0 0 0,0 0 0 0 0,0 0 1 0 0,2 2-1 0 0,-1-2-12 0 0,1 0 1 0 0,-1 0-1 0 0,1 0 1 0 0,0 0-1 0 0,0 0 1 0 0,0-1 0 0 0,0 1-1 0 0,0-1 1 0 0,0 0-1 0 0,0 0 1 0 0,1 0-1 0 0,-1 0 1 0 0,0-1-1 0 0,1 1 1 0 0,-1-1 0 0 0,5 0-1 0 0,-2 1 10 0 0,1-1 0 0 0,0 0 1 0 0,0 0-1 0 0,0-1 0 0 0,-1 1 0 0 0,1-1 0 0 0,0-1 0 0 0,-1 0 1 0 0,1 0-1 0 0,-1 0 0 0 0,0 0 0 0 0,1-1 0 0 0,-1 0 0 0 0,0-1 1 0 0,10-7-1 0 0,-12 8 1 0 0,0 0 1 0 0,-1-1-1 0 0,1 0 0 0 0,-1 0 1 0 0,0 0-1 0 0,0 0 1 0 0,0 0-1 0 0,0-1 1 0 0,-1 1-1 0 0,0-1 0 0 0,0 0 1 0 0,0 0-1 0 0,-1 0 1 0 0,2-8-1 0 0,-2 9 18 0 0,-1-1 8 0 0,-1-2 2 0 0,0 1 0 0 0,0 0 0 0 0,0 0 0 0 0,-1 0 0 0 0,0 0 0 0 0,-1 0 0 0 0,1 0 0 0 0,-4-5 0 0 0,4 8-3 0 0,-19-4 26 0 0,2 9-5 0 0,15-1-24 0 0,0 1 17 0 0,-11 5-24 0 0,11-5-4 0 0,2 1-10 0 0,2-3-5 0 0,-1 1-1 0 0,1-1 0 0 0,-1 1 0 0 0,1 0 1 0 0,-1-1-1 0 0,1 1 0 0 0,0 0 0 0 0,-1-1 1 0 0,1 1-1 0 0,0 0 0 0 0,0-1 0 0 0,-1 1 1 0 0,1 0-1 0 0,0-1 0 0 0,0 1 0 0 0,0 0 1 0 0,0 0-1 0 0,0-1 0 0 0,0 1 0 0 0,0 0 1 0 0,0 0-1 0 0,0-1 0 0 0,1 1 0 0 0,-1 0 1 0 0,0-1-1 0 0,0 1 0 0 0,1 0 0 0 0,-1-1 1 0 0,0 1-1 0 0,1 0 0 0 0,-1-1 0 0 0,0 1 1 0 0,1 0-1 0 0,-1-1 0 0 0,1 1 0 0 0,-1-1 1 0 0,1 1-1 0 0,0-1 0 0 0,-1 1 0 0 0,1-1 1 0 0,-1 0-1 0 0,1 1 0 0 0,0-1 0 0 0,-1 0 1 0 0,1 1-1 0 0,0-1 0 0 0,-1 0 0 0 0,1 0 0 0 0,0 0 1 0 0,0 0-1 0 0,-1 1 0 0 0,1-1 0 0 0,1 0 1 0 0,14 0-153 0 0,0 0 1 0 0,0-1 0 0 0,-1 0 0 0 0,1-1 0 0 0,0-1-1 0 0,-1 0 1 0 0,1-1 0 0 0,-1-1 0 0 0,-1-1 0 0 0,24-11-1 0 0,-20 8 161 0 0,0-1-1 0 0,0-1 1 0 0,-2-1-1 0 0,1 0 0 0 0,-1-1 1 0 0,-1-1-1 0 0,-1 0 1 0 0,14-17-1 0 0,-18 19 173 0 0,-1-1 0 0 0,-1-1-1 0 0,0 1 1 0 0,-1-1 0 0 0,0 0-1 0 0,-1-1 1 0 0,-1 0 0 0 0,0 0-1 0 0,-1 0 1 0 0,-1 0 0 0 0,0-1-1 0 0,-1 0 1 0 0,-1 1 0 0 0,0-1-1 0 0,-2-15 1 0 0,-5 6 334 0 0,6 24-487 0 0,-1 0 0 0 0,1 0 0 0 0,0 0 0 0 0,-1 1 1 0 0,1-1-1 0 0,0 0 0 0 0,-1 0 0 0 0,1 0 0 0 0,-1 1 1 0 0,0-1-1 0 0,1 0 0 0 0,-1 1 0 0 0,1-1 0 0 0,-1 0 0 0 0,0 1 1 0 0,0-1-1 0 0,1 1 0 0 0,-1-1 0 0 0,0 1 0 0 0,0-1 1 0 0,0 1-1 0 0,0-1 0 0 0,-2 2-1 0 0,1 0-1 0 0,-1-1 1 0 0,1 1 0 0 0,0 0 0 0 0,-1 0 0 0 0,1 1-1 0 0,0-1 1 0 0,0 0 0 0 0,0 1 0 0 0,0-1 0 0 0,0 1-1 0 0,0 0 1 0 0,0 0 0 0 0,0 0 0 0 0,1 0 0 0 0,-1 0-1 0 0,1 0 1 0 0,-2 3 0 0 0,-23 43 131 0 0,5 4-43 0 0,1 0 0 0 0,-14 69 0 0 0,-11 113-23 0 0,43-224-121 0 0,-27 202-622 0 0,25-167-259 0 0,2 0 0 0 0,7 78 0 0 0,13-48-4780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4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16 160 3924 0 0,'0'0'1765'0'0,"-2"-3"-315"0"0,-11-33 2642 0 0,13 34-4077 0 0,1 1-1 0 0,-1-1 1 0 0,0 1 0 0 0,1 0-1 0 0,-1-1 1 0 0,1 1 0 0 0,0 0-1 0 0,-1 0 1 0 0,1-1-1 0 0,0 1 1 0 0,0 0 0 0 0,0 0-1 0 0,0 0 1 0 0,0 0 0 0 0,0 0-1 0 0,0 0 1 0 0,0 0 0 0 0,1 0-1 0 0,-1 0 1 0 0,0 1 0 0 0,0-1-1 0 0,3 0 1 0 0,28-15-333 0 0,-31 16 314 0 0,58-21-3006 0 0,103-21 1 0 0,-138 36 1706 0 0,17-3-2581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5.7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215 655 3592 0 0,'0'-32'4771'0'0,"0"18"-3808"0"0,-1 13-942 0 0,1 1 1 0 0,0-1 0 0 0,-1 1-1 0 0,1 0 1 0 0,0-1 0 0 0,-1 1-1 0 0,1-1 1 0 0,-1 1 0 0 0,1-1-1 0 0,-1 1 1 0 0,1 0 0 0 0,-1-1-1 0 0,1 1 1 0 0,-1 0 0 0 0,1 0-1 0 0,-1 0 1 0 0,1-1 0 0 0,-1 1-1 0 0,1 0 1 0 0,-1 0 0 0 0,0 0-1 0 0,1 0 1 0 0,-1 0 0 0 0,1 0-1 0 0,-1 0 1 0 0,1 0 0 0 0,-1 0-1 0 0,0 0 1 0 0,1 0 0 0 0,-1 0-1 0 0,1 0 1 0 0,-1 0 0 0 0,1 1-1 0 0,-1-1 1 0 0,1 0 0 0 0,-2 1-1 0 0,-19 5 279 0 0,21-6-303 0 0,0 0 2 0 0,-10 6 124 0 0,-1 0-1 0 0,1 0 1 0 0,0 1-1 0 0,1 1 1 0 0,0 0-1 0 0,0 0 1 0 0,1 0 0 0 0,0 1-1 0 0,0 1 1 0 0,1-1-1 0 0,0 1 1 0 0,-8 17-1 0 0,7-13-53 0 0,0 0 0 0 0,1 1 0 0 0,1 1 0 0 0,0-1 0 0 0,1 1-1 0 0,0 0 1 0 0,-2 19 0 0 0,7-30-29 0 0,1-1-50 0 0,3 15-82 0 0,-4-17 86 0 0,1-1-1 0 0,-1 0 1 0 0,1 0-1 0 0,0 1 1 0 0,-1-1-1 0 0,1 0 1 0 0,0 0-1 0 0,0 0 1 0 0,0 0 0 0 0,0 0-1 0 0,0 0 1 0 0,0 0-1 0 0,0 0 1 0 0,0 0-1 0 0,0-1 1 0 0,1 1-1 0 0,-1 0 1 0 0,3 0-1 0 0,6-1-24 0 0,1-1-1 0 0,0-1 1 0 0,0 0-1 0 0,-1 0 0 0 0,1-1 1 0 0,-1 0-1 0 0,0-1 0 0 0,0 0 1 0 0,0-1-1 0 0,0 0 0 0 0,-1-1 1 0 0,0 1-1 0 0,0-2 0 0 0,0 1 1 0 0,-1-1-1 0 0,0-1 0 0 0,0 0 1 0 0,-1 0-1 0 0,12-16 0 0 0,-4 2-5 0 0,-1 0-1 0 0,-2-1 1 0 0,0-1 0 0 0,-1 0-1 0 0,-1 0 1 0 0,-1-1-1 0 0,5-28 1 0 0,15-95 263 0 0,11-159 0 0 0,-32 228 175 0 0,-5 60-230 0 0,-1 14-56 0 0,-2-1 1 0 0,1 1 0 0 0,0 0-1 0 0,-1 0 1 0 0,0-9 0 0 0,-15 29 140 0 0,10-3-209 0 0,1-1 1 0 0,0 1 0 0 0,0 0-1 0 0,1 0 1 0 0,1 0-1 0 0,-2 22 1 0 0,-1-1 10 0 0,-7 48-118 0 0,4 0 1 0 0,3 1 0 0 0,3 0-1 0 0,5 0 1 0 0,19 129 0 0 0,-20-196-271 0 0,1-1 0 0 0,0 1 0 0 0,1-1 0 0 0,1 0 0 0 0,0-1 0 0 0,1 1 0 0 0,1-1 1 0 0,11 18-1 0 0,-16-29 93 0 0,0 1 1 0 0,0-1-1 0 0,1 0 1 0 0,-1 1-1 0 0,1-1 1 0 0,-1-1 0 0 0,1 1-1 0 0,0 0 1 0 0,0-1-1 0 0,0 1 1 0 0,0-1-1 0 0,0 0 1 0 0,0 0 0 0 0,0 0-1 0 0,0 0 1 0 0,0-1-1 0 0,1 1 1 0 0,-1-1-1 0 0,0 0 1 0 0,0 0 0 0 0,1 0-1 0 0,-1 0 1 0 0,0 0-1 0 0,0-1 1 0 0,6-1-1 0 0,12-8-1345 0 0,-2-1-1138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6.1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102 64 3216 0 0,'0'-4'1174'0'0,"3"-14"-163"0"0,-2 14-168 0 0,3-18 474 0 0,-4 18-507 0 0,-1 2-423 0 0,0 1-345 0 0,0 0 1 0 0,1 0-1 0 0,-1 1 0 0 0,0-1 1 0 0,1 0-1 0 0,-1 1 0 0 0,0-1 1 0 0,0 1-1 0 0,0-1 0 0 0,1 1 1 0 0,-1-1-1 0 0,0 1 0 0 0,0 0 1 0 0,0-1-1 0 0,0 1 0 0 0,0 0 1 0 0,0 0-1 0 0,0 0 0 0 0,0-1 1 0 0,0 1-1 0 0,0 0 0 0 0,0 0 1 0 0,0 1-1 0 0,0-1 0 0 0,0 0 1 0 0,0 0-1 0 0,1 0 0 0 0,-1 1 0 0 0,0-1 1 0 0,0 0-1 0 0,0 1 0 0 0,0-1 1 0 0,0 1-1 0 0,0-1 0 0 0,1 1 1 0 0,-1-1-1 0 0,0 1 0 0 0,0 0 1 0 0,1-1-1 0 0,-1 1 0 0 0,0 0 1 0 0,1-1-1 0 0,-2 3 0 0 0,-6 6 122 0 0,-1 0 1 0 0,2 1-1 0 0,-1 0 0 0 0,1 1 0 0 0,-5 10 0 0 0,9-16-130 0 0,1 0 0 0 0,-1-1 0 0 0,1 1 0 0 0,0 0 0 0 0,0 1 0 0 0,1-1 0 0 0,0 0 0 0 0,0 0 1 0 0,0 0-1 0 0,0 1 0 0 0,1-1 0 0 0,0 1 0 0 0,0-1 0 0 0,0 0 0 0 0,3 11 0 0 0,2-2-22 0 0,-5-13-15 0 0,1 0-1 0 0,0 1 1 0 0,0-1-1 0 0,0 0 0 0 0,0 0 1 0 0,0 1-1 0 0,0-1 1 0 0,0 0-1 0 0,0 0 0 0 0,0 0 1 0 0,0 0-1 0 0,0-1 1 0 0,1 1-1 0 0,-1 0 0 0 0,0 0 1 0 0,1-1-1 0 0,-1 1 1 0 0,1-1-1 0 0,-1 1 0 0 0,1-1 1 0 0,-1 0-1 0 0,1 1 1 0 0,-1-1-1 0 0,1 0 0 0 0,1 0 1 0 0,0 0-1 0 0,1 0-1 0 0,-1 0 1 0 0,0 0 0 0 0,1-1 0 0 0,-1 1 0 0 0,0-1-1 0 0,1 0 1 0 0,-1 0 0 0 0,0 0 0 0 0,0 0 0 0 0,4-2-1 0 0,3-5 148 0 0,1 0-1 0 0,-1 0 0 0 0,0 0 0 0 0,-1-2 0 0 0,0 1 0 0 0,-1-1 0 0 0,0 0 1 0 0,0-1-1 0 0,-1 0 0 0 0,11-21 0 0 0,-13 11 146 0 0,-4 17-74 0 0,-2 0-166 0 0,-2-12-80 0 0,3 12 143 0 0,-8 5-261 0 0,1 0 0 0 0,0 0 0 0 0,0 1 0 0 0,0 0 1 0 0,0 0-1 0 0,1 1 0 0 0,-1 0 0 0 0,1 0 1 0 0,-1 1-1 0 0,1 0 0 0 0,0 0 0 0 0,0 0 0 0 0,1 1 1 0 0,-1-1-1 0 0,1 1 0 0 0,0 1 0 0 0,0-1 0 0 0,1 1 1 0 0,0 0-1 0 0,-5 7 0 0 0,8-10-518 0 0,-2 16-1333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6.4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19 3596 0 0,'0'0'2290'0'0,"2"-3"-1439"0"0,3-10-163 0 0,-3 10 1961 0 0,-6 4-2397 0 0,1 0-197 0 0,0 1 0 0 0,-1-1 0 0 0,1 1 1 0 0,0-1-1 0 0,0 1 0 0 0,0 0 1 0 0,1 1-1 0 0,-1-1 0 0 0,0 0 0 0 0,1 1 1 0 0,0-1-1 0 0,-1 1 0 0 0,1 0 1 0 0,0 0-1 0 0,0 0 0 0 0,1 0 0 0 0,-1 0 1 0 0,-2 6-1 0 0,-2 7 93 0 0,0 0 0 0 0,-4 25 0 0 0,9-38-133 0 0,-1 5-10 0 0,2-1-1 0 0,-1 1 0 0 0,1-1 1 0 0,0 1-1 0 0,0-1 1 0 0,1 1-1 0 0,0-1 1 0 0,1 1-1 0 0,0-1 0 0 0,0 0 1 0 0,0 0-1 0 0,1 1 1 0 0,4 7-1 0 0,-6-13-90 0 0,1 1 0 0 0,-1-1 0 0 0,1 1 0 0 0,0-1 0 0 0,0 1 0 0 0,0-1 0 0 0,0 0 0 0 0,0 0 0 0 0,0 0 0 0 0,1 0 1 0 0,-1 0-1 0 0,1-1 0 0 0,-1 1 0 0 0,1-1 0 0 0,0 0 0 0 0,-1 1 0 0 0,1-1 0 0 0,0 0 0 0 0,0-1 0 0 0,0 1 0 0 0,0 0 0 0 0,0-1 0 0 0,0 0 0 0 0,0 0 0 0 0,0 0 0 0 0,6 0 0 0 0,2-1-299 0 0,0-1-1 0 0,0 0 1 0 0,0-1-1 0 0,-1 0 1 0 0,13-6-1 0 0,-16 6-30 0 0,1-1-1 0 0,-1 0 1 0 0,0-1-1 0 0,-1 1 1 0 0,1-1-1 0 0,-1-1 1 0 0,1 1-1 0 0,-2-1 1 0 0,1 0-1 0 0,9-14 1 0 0,-2 3-2226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6.8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 23 3304 0 0,'1'-4'1040'0'0,"6"-14"4212"0"0,-10 19-4952 0 0,-1 3-220 0 0,0-1-1 0 0,0 0 0 0 0,1 1 1 0 0,-1 0-1 0 0,1 0 1 0 0,0 0-1 0 0,0 0 1 0 0,0 1-1 0 0,0-1 0 0 0,1 1 1 0 0,0 0-1 0 0,0-1 1 0 0,0 1-1 0 0,1 0 0 0 0,-1 0 1 0 0,1 0-1 0 0,0 6 1 0 0,-2 1-42 0 0,1 0 0 0 0,1-1 1 0 0,0 1-1 0 0,1 0 0 0 0,0-1 0 0 0,3 13 1 0 0,-2-19-75 0 0,-1-4 7 0 0,0 1-1 0 0,1 0 1 0 0,-1-1 0 0 0,1 0 0 0 0,0 1 0 0 0,-1-1 0 0 0,1 1 0 0 0,0-1 0 0 0,0 0-1 0 0,0 1 1 0 0,0-1 0 0 0,0 0 0 0 0,0 0 0 0 0,0 0 0 0 0,0 0 0 0 0,0 0 0 0 0,1 0-1 0 0,-1 0 1 0 0,0 0 0 0 0,1-1 0 0 0,2 2 0 0 0,-1 0-121 0 0,2-3-33 0 0,-1 0 147 0 0,1 1 1 0 0,0-1-1 0 0,-1-1 1 0 0,1 1-1 0 0,-1-1 1 0 0,1 0 0 0 0,-1 0-1 0 0,1 0 1 0 0,-1-1-1 0 0,0 1 1 0 0,0-1-1 0 0,-1 0 1 0 0,1 0 0 0 0,0 0-1 0 0,-1-1 1 0 0,3-3-1 0 0,3-3 140 0 0,-1-1-1 0 0,-1 1 1 0 0,1-1-1 0 0,8-20 1 0 0,-14 27 155 0 0,15-31 2896 0 0,-19 52-2925 0 0,1-13-24 0 0,1 1-41 0 0,0 6-187 0 0,1 0-1 0 0,0 0 1 0 0,0 0-1 0 0,1 0 1 0 0,1-1-1 0 0,0 1 1 0 0,0-1-1 0 0,1 0 1 0 0,0 0 0 0 0,0 0-1 0 0,9 12 1 0 0,-11-19-459 0 0,14 6-602 0 0,-14-8 892 0 0,2 1-561 0 0,0-1-284 0 0,35-5-4832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7.5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3452 0 0,'0'0'5750'0'0,"3"3"-5523"0"0,0 2-95 0 0,-1 1-1 0 0,1 0 1 0 0,-1 0-1 0 0,0 0 1 0 0,0 1 0 0 0,-1-1-1 0 0,0 0 1 0 0,1 13 0 0 0,-2-14 31 0 0,0 0 4 0 0,-1 22 1003 0 0,-8 41-1 0 0,9-64 801 0 0,-5-13-1836 0 0,5 8-127 0 0,-1 1-1 0 0,1 0 1 0 0,0-1 0 0 0,-1 1-1 0 0,1-1 1 0 0,0 1 0 0 0,-1-1 0 0 0,1 1-1 0 0,0-1 1 0 0,-1 0 0 0 0,1 1-1 0 0,0-1 1 0 0,0 1 0 0 0,0-1-1 0 0,0 1 1 0 0,0-1 0 0 0,0 0 0 0 0,0 1-1 0 0,0-1 1 0 0,0 1 0 0 0,0-1-1 0 0,0 0 1 0 0,0 1 0 0 0,0-1 0 0 0,0 1-1 0 0,0-1 1 0 0,1 0 0 0 0,-1-8 22 0 0,2-7 45 0 0,22-31 19 0 0,-21 41-97 0 0,0 0 0 0 0,1 0 1 0 0,0 0-1 0 0,0 1 0 0 0,1-1 0 0 0,0 1 1 0 0,0 0-1 0 0,0 0 0 0 0,0 1 0 0 0,1 0 1 0 0,0 0-1 0 0,0 0 0 0 0,0 0 0 0 0,0 1 1 0 0,10-4-1 0 0,-13 6-5 0 0,2 1 40 0 0,19 2 107 0 0,-1 6-104 0 0,-18-5-24 0 0,0 1 0 0 0,0 0 0 0 0,0 0 0 0 0,-1 0 0 0 0,1 1 0 0 0,-1-1 0 0 0,0 1 0 0 0,-1 0 0 0 0,1 0-1 0 0,-1 0 1 0 0,0 1 0 0 0,0-1 0 0 0,0 1 0 0 0,-1 0 0 0 0,0-1 0 0 0,0 1 0 0 0,-1 0 0 0 0,1 0 0 0 0,-1 1 0 0 0,-1-1 0 0 0,1 6 0 0 0,-1-7-35 0 0,0-1-11 0 0,0 0 59 0 0,-1 1 0 0 0,0-1 0 0 0,0 0-1 0 0,0 0 1 0 0,0 0 0 0 0,-1 0 0 0 0,1-1-1 0 0,-1 1 1 0 0,0 0 0 0 0,0-1-1 0 0,0 1 1 0 0,-4 3 0 0 0,4-5 78 0 0,-2-11-108 0 0,3 9 9 0 0,1 0 0 0 0,0-1-1 0 0,-1 1 1 0 0,1-1 0 0 0,-1 1 0 0 0,1-1 0 0 0,0 1 0 0 0,-1-1-1 0 0,1 1 1 0 0,0-1 0 0 0,0 1 0 0 0,-1-1 0 0 0,1 0 0 0 0,0 1 0 0 0,0-1-1 0 0,0 1 1 0 0,0-1 0 0 0,0 1 0 0 0,0-1 0 0 0,0 0 0 0 0,0 1-1 0 0,0-1 1 0 0,0 1 0 0 0,0-1 0 0 0,0 0 0 0 0,1-9-27 0 0,1 1 0 0 0,0 0 1 0 0,0 0-1 0 0,1 0 0 0 0,0 0 1 0 0,0 0-1 0 0,1 1 0 0 0,0-1 0 0 0,1 1 1 0 0,0 0-1 0 0,0 0 0 0 0,1 1 1 0 0,0-1-1 0 0,0 1 0 0 0,1 1 1 0 0,-1-1-1 0 0,11-7 0 0 0,-13 12 28 0 0,-1 1 1 0 0,1-1-1 0 0,-1 1 0 0 0,1-1 1 0 0,-1 1-1 0 0,1 0 0 0 0,0 0 1 0 0,-1 0-1 0 0,5 1 0 0 0,-2-1-2 0 0,-2 0-14 0 0,1 2 8 0 0,32 8-15 0 0,-31-6 15 0 0,-2 1 0 0 0,0-2 5 0 0,0 1 0 0 0,-1-1 0 0 0,1 1 0 0 0,-1 0 0 0 0,0 0 0 0 0,0 0 0 0 0,0 0-1 0 0,-1 0 1 0 0,1 1 0 0 0,4 7 0 0 0,-5-8 5 0 0,0 1-12 0 0,1 1 1 0 0,-1-1-1 0 0,0 1 0 0 0,0-1 1 0 0,0 1-1 0 0,-1 0 0 0 0,1-1 0 0 0,-1 1 1 0 0,1 8-1 0 0,-2-8 9 0 0,1 3-155 0 0,-1 1 0 0 0,0-1 1 0 0,-1 0-1 0 0,0 0 0 0 0,0 1 0 0 0,-1-1 1 0 0,0 0-1 0 0,0 0 0 0 0,-1 0 0 0 0,0-1 1 0 0,-6 13-1 0 0,7-16-425 0 0,0-1-65 0 0,1-2-185 0 0,-5 6 1578 0 0,4-4-3466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8.3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0 174 3672 0 0,'0'0'1984'0'0,"3"-2"-1304"0"0,9-10 2063 0 0,-5 13-2678 0 0,0-2 0 0 0,1 1 0 0 0,-1-1 0 0 0,0 0 0 0 0,0-1 0 0 0,7-2 0 0 0,-7 2-72 0 0,0 1 1 0 0,0-2 0 0 0,0 1-1 0 0,0-1 1 0 0,-1 0 0 0 0,1-1 0 0 0,-1 1-1 0 0,0-1 1 0 0,0 0 0 0 0,0-1 0 0 0,6-6-1 0 0,-6 6 3 0 0,19-28 112 0 0,-23 29 70 0 0,-1 0-81 0 0,-1-15 81 0 0,0 19-136 0 0,-1-1 0 0 0,1 0 1 0 0,0 0-1 0 0,0 1 1 0 0,0-1-1 0 0,0 0 1 0 0,-1 0-1 0 0,1 1 0 0 0,0-1 1 0 0,-1 0-1 0 0,1 0 1 0 0,0 1-1 0 0,-1-1 0 0 0,1 0 1 0 0,-1 1-1 0 0,1-1 1 0 0,-1 1-1 0 0,1-1 0 0 0,-1 1 1 0 0,0-1-1 0 0,1 1 1 0 0,-1-1-1 0 0,0 1 0 0 0,1-1 1 0 0,-1 1-1 0 0,0 0 1 0 0,1 0-1 0 0,-1-1 0 0 0,0 1 1 0 0,0 0-1 0 0,1 0 1 0 0,-1 0-1 0 0,0 0 1 0 0,0 0-1 0 0,0-1 0 0 0,0 2 1 0 0,-4-1 20 0 0,1 0 1 0 0,-1 1 0 0 0,0 0 0 0 0,1 0-1 0 0,-1 0 1 0 0,1 1 0 0 0,0-1-1 0 0,-1 1 1 0 0,1 0 0 0 0,0 0-1 0 0,0 1 1 0 0,0-1 0 0 0,0 1 0 0 0,1 0-1 0 0,-1 0 1 0 0,1 0 0 0 0,-1 0-1 0 0,1 1 1 0 0,0-1 0 0 0,1 1-1 0 0,-1 0 1 0 0,0 0 0 0 0,1 0-1 0 0,0 0 1 0 0,-2 6 0 0 0,2-6-47 0 0,0 1-1 0 0,0-1 1 0 0,1 1 0 0 0,-1 0-1 0 0,1 0 1 0 0,0-1 0 0 0,0 1-1 0 0,1 0 1 0 0,-1 0 0 0 0,1 0-1 0 0,0 0 1 0 0,1 0 0 0 0,-1 0-1 0 0,1 0 1 0 0,0-1 0 0 0,0 1-1 0 0,4 9 1 0 0,-4-12-49 0 0,1 1 0 0 0,-1 0 0 0 0,1-1 0 0 0,0 1-1 0 0,0-1 1 0 0,0 0 0 0 0,0 0 0 0 0,0 1 0 0 0,1-1 0 0 0,4 3 0 0 0,-4-3-43 0 0,0 0-203 0 0,2-1-56 0 0,3 0 110 0 0,0 0 1 0 0,1-1-1 0 0,-1-1 0 0 0,1 1 1 0 0,-1-1-1 0 0,0 0 1 0 0,0-1-1 0 0,1 0 0 0 0,-1 0 1 0 0,0-1-1 0 0,-1 0 1 0 0,1-1-1 0 0,0 1 0 0 0,-1-2 1 0 0,9-5-1 0 0,-10 6 139 0 0,0 0 0 0 0,0-1 1 0 0,0 0-1 0 0,-1 0 0 0 0,8-9 0 0 0,-8 8 55 0 0,65-72 1111 0 0,-67 75-885 0 0,-1 0-31 0 0,25-18 426 0 0,-24 19-209 0 0,4 45 85 0 0,-7-38-408 0 0,0 0 15 0 0,-1 15-42 0 0,0-15-18 0 0,1 0 10 0 0,-2 15 2 0 0,1-15 6 0 0,-3 17 202 0 0,4-20-154 0 0,0-1-1 0 0,-1 1 0 0 0,1 0 1 0 0,0 0-1 0 0,-1 0 0 0 0,0 0 0 0 0,1-1 1 0 0,-1 1-1 0 0,0 0 0 0 0,0 0 0 0 0,0-1 1 0 0,0 1-1 0 0,0-1 0 0 0,0 1 1 0 0,0-1-1 0 0,-1 1 0 0 0,1-1 0 0 0,-1 0 1 0 0,-1 2-1 0 0,2-4-62 0 0,1 1 1 0 0,-1 0-1 0 0,0-1 1 0 0,0 1-1 0 0,1-1 0 0 0,-1 1 1 0 0,0-1-1 0 0,0 1 1 0 0,1-1-1 0 0,-1 1 1 0 0,1-1-1 0 0,-1 0 0 0 0,1 1 1 0 0,-1-1-1 0 0,1 0 1 0 0,-1 0-1 0 0,1 1 1 0 0,-1-1-1 0 0,1 0 1 0 0,0 0-1 0 0,0 0 0 0 0,-1 0 1 0 0,1 1-1 0 0,0-1 1 0 0,0-1-1 0 0,-4-21 248 0 0,5 18-210 0 0,2-5-44 0 0,0 1 0 0 0,1 0 0 0 0,0 0 1 0 0,1 0-1 0 0,0 1 0 0 0,0-1 0 0 0,1 1 1 0 0,0 0-1 0 0,0 1 0 0 0,1 0 0 0 0,0 0 1 0 0,0 0-1 0 0,1 1 0 0 0,-1 0 0 0 0,1 0 1 0 0,17-8-1 0 0,-24 13-6 0 0,33-12-11 0 0,-31 12 12 0 0,-1 1 0 0 0,1-1 0 0 0,0 1 1 0 0,-1-1-1 0 0,1 1 0 0 0,0 0 0 0 0,-1 0 1 0 0,1 0-1 0 0,-1 0 0 0 0,1 1 1 0 0,0-1-1 0 0,-1 1 0 0 0,1-1 0 0 0,4 3 1 0 0,-2 0 32 0 0,0 0 0 0 0,-1 0 0 0 0,1 0 0 0 0,-1 1 0 0 0,1-1 1 0 0,-1 1-1 0 0,0 0 0 0 0,0 1 0 0 0,-1-1 0 0 0,0 1 0 0 0,1-1 0 0 0,-1 1 0 0 0,-1 0 1 0 0,1 0-1 0 0,-1 1 0 0 0,3 9 0 0 0,-2-8-14 0 0,-2-5-16 0 0,0 1-1 0 0,0-1 1 0 0,-1 1 0 0 0,1 0-1 0 0,0-1 1 0 0,-1 1 0 0 0,0 0 0 0 0,0-1-1 0 0,0 1 1 0 0,0 5 0 0 0,-5 61-7 0 0,3-50-274 0 0,-4 4-148 0 0,2-15 66 0 0,3-6-27 0 0,-13 23-374 0 0,8-8-6427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8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 3908 0 0,'1'-3'2133'0'0,"-1"3"-1896"0"0,0-1 0 0 0,1 1 0 0 0,-1 0 0 0 0,0-1 1 0 0,0 1-1 0 0,0-1 0 0 0,0 1 0 0 0,0 0 1 0 0,1-1-1 0 0,-1 1 0 0 0,0-1 0 0 0,0 1 0 0 0,0 0 1 0 0,1-1-1 0 0,-1 1 0 0 0,0 0 0 0 0,1 0 1 0 0,-1-1-1 0 0,0 1 0 0 0,1 0 0 0 0,-1 0 0 0 0,0-1 1 0 0,1 1-1 0 0,-1 0 0 0 0,0 0 0 0 0,1 0 1 0 0,-1 0-1 0 0,1-1 0 0 0,0 1 0 0 0,2 10 3815 0 0,-1 6-5022 0 0,4 173 2490 0 0,-2-67-2073 0 0,1-6-3652 0 0,-5-111 2863 0 0,1 0-435 0 0,2 13-58 0 0,-2-14-1108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09.0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33 164 2984 0 0,'-29'-18'4919'0'0,"26"16"-3164"0"0,5-1-1427 0 0,0-1-281 0 0,1 1-1 0 0,-1 0 0 0 0,1 0 0 0 0,0 1 1 0 0,0-1-1 0 0,1 1 0 0 0,-1-1 1 0 0,0 1-1 0 0,1 0 0 0 0,0 0 1 0 0,-1 1-1 0 0,1-1 0 0 0,5-1 0 0 0,66-18-151 0 0,-47 14-3 0 0,235-61-1216 0 0,-258 67 1300 0 0,8-5-21 0 0,-10 4 1188 0 0,-11 3-996 0 0,0 0 0 0 0,-1 0 1 0 0,1 1-1 0 0,0 1 0 0 0,1-1 0 0 0,-1 1 1 0 0,0 0-1 0 0,1 1 0 0 0,-1 0 1 0 0,1 0-1 0 0,0 1 0 0 0,1 0 0 0 0,-1 0 1 0 0,-10 11-1 0 0,15-14-81 0 0,-1 1 1 0 0,1 0 0 0 0,-1 0-1 0 0,1 0 1 0 0,0 1-1 0 0,0-1 1 0 0,1 0-1 0 0,-1 1 1 0 0,1-1 0 0 0,-1 1-1 0 0,1 0 1 0 0,0-1-1 0 0,1 1 1 0 0,-1 0-1 0 0,1 0 1 0 0,-1 0 0 0 0,1 6-1 0 0,1 1 58 0 0,1 0-1 0 0,0 0 1 0 0,1-1 0 0 0,4 14-1 0 0,-3-10-21 0 0,0-3-106 0 0,6 32-352 0 0,-10-41 173 0 0,1 0 1 0 0,-1 0-1 0 0,0-1 1 0 0,0 1 0 0 0,-1 0-1 0 0,1 0 1 0 0,0-1-1 0 0,-1 1 1 0 0,1 0-1 0 0,-1-1 1 0 0,1 1-1 0 0,-1 0 1 0 0,0-1-1 0 0,1 1 1 0 0,-1-1-1 0 0,0 1 1 0 0,0-1-1 0 0,0 1 1 0 0,0-1 0 0 0,-1 0-1 0 0,-1 2 1 0 0,-18 13-3482 0 0,0-4-2556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0.7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14 5621 0 0,'0'0'1836'0'0,"1"-4"-268"0"0,5-6 3501 0 0,-7 27-4120 0 0,-8 29-1149 0 0,-30 78 761 0 0,-4 15-2955 0 0,42-135 1637 0 0,1 0-132 0 0,-1 1 453 0 0,0 3 21 0 0,1 1-5460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1.5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124 76 3120 0 0,'-8'-51'4808'0'0,"7"47"-4050"0"0,-1 2-122 0 0,1 1-544 0 0,-1 0 1 0 0,1-1-1 0 0,0 1 1 0 0,0 0 0 0 0,0 0-1 0 0,-1 0 1 0 0,1 1 0 0 0,0-1-1 0 0,-1 0 1 0 0,1 1-1 0 0,-1-1 1 0 0,1 0 0 0 0,-1 1-1 0 0,1 0 1 0 0,-1-1 0 0 0,0 1-1 0 0,1 0 1 0 0,-1 0-1 0 0,1 0 1 0 0,-1 0 0 0 0,0 0-1 0 0,1 0 1 0 0,-1 0 0 0 0,1 1-1 0 0,-1-1 1 0 0,1 0-1 0 0,-3 2 1 0 0,-2 1-27 0 0,0 1 1 0 0,0 0-1 0 0,0 1 0 0 0,1-1 0 0 0,0 1 1 0 0,0 0-1 0 0,0 1 0 0 0,0-1 0 0 0,1 1 1 0 0,-4 7-1 0 0,6-10-52 0 0,-4 17-28 0 0,5-16 12 0 0,4 3-77 0 0,-3-6 78 0 0,0 0 0 0 0,0-1 0 0 0,0 1 0 0 0,0 0 0 0 0,0 0 0 0 0,0-1 0 0 0,0 1 0 0 0,0 0 0 0 0,1-1 0 0 0,-1 1 0 0 0,0 0 0 0 0,0 0 0 0 0,1-1 0 0 0,-1 1 0 0 0,0 0 0 0 0,1-1 0 0 0,-1 1 0 0 0,1-1 0 0 0,-1 1 0 0 0,1-1 0 0 0,0 2-1 0 0,4 0 23 0 0,-1 1-1 0 0,1-1 0 0 0,0 0 1 0 0,-1 0-1 0 0,1-1 0 0 0,0 1 1 0 0,0-1-1 0 0,0 0 1 0 0,0 0-1 0 0,0-1 0 0 0,1 0 1 0 0,-1 0-1 0 0,0 0 0 0 0,0 0 1 0 0,0-1-1 0 0,0 0 0 0 0,0 0 1 0 0,0 0-1 0 0,6-3 0 0 0,2 0 256 0 0,-1-2-1 0 0,1 0 0 0 0,-1 0 1 0 0,0-1-1 0 0,0-1 0 0 0,-1 0 1 0 0,11-10-1 0 0,-20 16-206 0 0,0 0 1 0 0,0-1-1 0 0,0 1 1 0 0,0-1-1 0 0,-1 0 0 0 0,1 1 1 0 0,-1-1-1 0 0,1 0 0 0 0,-1 0 1 0 0,0 0-1 0 0,0 0 0 0 0,0-3 1 0 0,0 3-82 0 0,0-1 131 0 0,-1 4-119 0 0,-1 0-1 0 0,1 0 0 0 0,0 0 1 0 0,0-1-1 0 0,-1 1 0 0 0,1 0 1 0 0,0 0-1 0 0,0 0 0 0 0,-1 0 1 0 0,1 0-1 0 0,0-1 0 0 0,0 1 1 0 0,-1 0-1 0 0,1 0 0 0 0,0 0 0 0 0,0 0 1 0 0,0-1-1 0 0,0 1 0 0 0,-1 0 1 0 0,1 0-1 0 0,0-1 0 0 0,0 1 1 0 0,0 0-1 0 0,0 0 0 0 0,0-1 1 0 0,0 1-1 0 0,-1 0 0 0 0,1-1 1 0 0,0 1-1 0 0,0 0 0 0 0,0 0 1 0 0,0-1-1 0 0,0 1 0 0 0,0-1 0 0 0,0 1-11 0 0,0-1-1 0 0,0 1 0 0 0,0-1 0 0 0,0 1 1 0 0,0-1-1 0 0,0 1 0 0 0,0-1 0 0 0,0 1 1 0 0,-1-1-1 0 0,1 1 0 0 0,0-1 0 0 0,0 1 1 0 0,-1 0-1 0 0,1-1 0 0 0,0 1 0 0 0,-1-1 1 0 0,1 1-1 0 0,0 0 0 0 0,-1-1 0 0 0,1 1 1 0 0,-1 0-1 0 0,1-1 0 0 0,0 1 0 0 0,-1 0 0 0 0,1 0 1 0 0,-1-1-1 0 0,1 1 0 0 0,-1 0 0 0 0,1 0 1 0 0,-1 0-1 0 0,1 0 0 0 0,-1 0 0 0 0,1 0 1 0 0,-1-1-1 0 0,0 1 0 0 0,-6 0-278 0 0,-1 1-1 0 0,1-1 1 0 0,0 1 0 0 0,0 1-1 0 0,-1-1 1 0 0,1 1 0 0 0,0 0-1 0 0,0 1 1 0 0,1-1 0 0 0,-1 2-1 0 0,0-1 1 0 0,1 1-1 0 0,0 0 1 0 0,0 0 0 0 0,0 0-1 0 0,0 1 1 0 0,1 0 0 0 0,0 0-1 0 0,0 0 1 0 0,0 1 0 0 0,-6 9-1 0 0,-7 24-1679 0 0,17-35 1479 0 0,1 0 80 0 0,7 38-498 0 0,-5-38 862 0 0,-2-4 51 0 0,0 0 1 0 0,1 0-1 0 0,-1 0 0 0 0,0 0 0 0 0,1 0 0 0 0,-1 1 1 0 0,0-1-1 0 0,0 0 0 0 0,1 0 0 0 0,-1 0 1 0 0,0 0-1 0 0,1 0 0 0 0,-1 1 0 0 0,0-1 0 0 0,0 0 1 0 0,1 0-1 0 0,-1 1 0 0 0,0-1 0 0 0,0 0 0 0 0,1 0 1 0 0,-1 1-1 0 0,0-1 0 0 0,0 0 0 0 0,0 0 1 0 0,0 1-1 0 0,1-1 0 0 0,-1 0 0 0 0,0 1 0 0 0,0 0 1 0 0,0-1 29 0 0,1 1 0 0 0,-1 0 0 0 0,0 0 0 0 0,1 0 0 0 0,-1 0 0 0 0,1-1 0 0 0,-1 1 0 0 0,1 0 0 0 0,0-1 0 0 0,-1 1 0 0 0,1 0 0 0 0,0-1 1 0 0,-1 1-1 0 0,1-1 0 0 0,0 1 0 0 0,0-1 0 0 0,0 1 0 0 0,0-1 0 0 0,43 12 1394 0 0,-39-12-963 0 0,0 1-56 0 0,5 0-38 0 0,0 0-1 0 0,-1 1 1 0 0,1 0 0 0 0,0 0 0 0 0,13 6 0 0 0,-19-6-258 0 0,-1 1 0 0 0,1-1 0 0 0,-1 1 1 0 0,1 0-1 0 0,-1 0 0 0 0,0 0 0 0 0,0 0 1 0 0,0 1-1 0 0,-1-1 0 0 0,1 1 0 0 0,3 6 0 0 0,-5-7 71 0 0,0 2-21 0 0,3 14-27 0 0,-3-14-11 0 0,-1 0-26 0 0,0-4-86 0 0,0 6 57 0 0,-1 1 0 0 0,1-1 0 0 0,-1 0 0 0 0,-1 0 0 0 0,1 0 0 0 0,-1-1 0 0 0,-1 1 0 0 0,1 0 0 0 0,-1-1 0 0 0,0 1 0 0 0,-7 11 0 0 0,5-13 105 0 0,0 1 0 0 0,0-1 1 0 0,-1 0-1 0 0,1 0 0 0 0,-1-1 0 0 0,-8 5 0 0 0,11-8 120 0 0,3-1-289 0 0,0 0 0 0 0,0 0 0 0 0,0-1 0 0 0,0 1 0 0 0,-1 0 0 0 0,1-1 1 0 0,0 1-1 0 0,0 0 0 0 0,0 0 0 0 0,0 0 0 0 0,0-1 0 0 0,0 1 0 0 0,-1 0 0 0 0,1 0 1 0 0,0 0-1 0 0,0-1 0 0 0,0 1 0 0 0,-1 0 0 0 0,1 0 0 0 0,0 0 0 0 0,0 0 0 0 0,-1-1 1 0 0,1 1-1 0 0,0 0 0 0 0,0 0 0 0 0,-1 0 0 0 0,1 0 0 0 0,0 0 0 0 0,0 0 0 0 0,-1 0 1 0 0,1 0-1 0 0,0 0 0 0 0,0 0 0 0 0,-1 0 0 0 0,0 0 2 0 0,1 0 0 0 0,-1 0-1 0 0,1 0 1 0 0,-1-1 0 0 0,0 1-1 0 0,1 0 1 0 0,-1 0 0 0 0,1 0-1 0 0,-1-1 1 0 0,1 1 0 0 0,-1 0-1 0 0,1-1 1 0 0,-1 1 0 0 0,1 0-1 0 0,-1-1 1 0 0,1 1 0 0 0,-1-1 0 0 0,1 1-1 0 0,0 0 1 0 0,-1-1 0 0 0,1 1-1 0 0,0-1 1 0 0,-1 1 0 0 0,1-1-1 0 0,0 0 1 0 0,0 1 0 0 0,-1-1-1 0 0,1 0 1 0 0,-3-3-11 0 0,0-2-14 0 0,6-28 53 0 0,-3 31-35 0 0,1-4 4 0 0,0 1-1 0 0,0-1 1 0 0,0 1 0 0 0,1 0 0 0 0,0 0-1 0 0,0-1 1 0 0,5-8 0 0 0,18-27 13 0 0,-20 37-14 0 0,-2 2-31 0 0,0 0 0 0 0,0 0 0 0 0,1 0 0 0 0,-1 0 0 0 0,1 0 0 0 0,0 1 0 0 0,-1 0 0 0 0,1 0 0 0 0,0 0 0 0 0,0 0 0 0 0,1 0 0 0 0,3 0 0 0 0,-4 0 10 0 0,1 1-23 0 0,-1 0 0 0 0,1 0 0 0 0,0 1 0 0 0,-1-1-1 0 0,1 1 1 0 0,0 0 0 0 0,-1 0 0 0 0,1 1-1 0 0,-1-1 1 0 0,1 1 0 0 0,7 2 0 0 0,-4 0-33 0 0,0-1 0 0 0,-1 1 0 0 0,0 0 0 0 0,1 1 0 0 0,10 6 0 0 0,-12-6-37 0 0,-1 1 0 0 0,1-1 1 0 0,-1 1-1 0 0,0 0 0 0 0,0 0 1 0 0,0 1-1 0 0,-1 0 1 0 0,0-1-1 0 0,0 1 0 0 0,-1 1 1 0 0,1-1-1 0 0,-1 0 0 0 0,-1 1 1 0 0,1 0-1 0 0,-1-1 0 0 0,0 1 1 0 0,-1 0-1 0 0,1 0 1 0 0,-1 0-1 0 0,0 11 0 0 0,-2-6-531 0 0,0 1 0 0 0,-1-1-1 0 0,0 0 1 0 0,-1 0 0 0 0,0 0 0 0 0,-1 0-1 0 0,0 0 1 0 0,-1 0 0 0 0,0-1 0 0 0,-13 20-1 0 0,-2 1-4121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2.4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72 4684 0 0,'2'-4'1741'0'0,"14"-60"3650"0"0,-15 60-3595 0 0,-4 6-1659 0 0,-3 2-106 0 0,2-1 1 0 0,-1 1 0 0 0,0 1 0 0 0,1-1-1 0 0,0 1 1 0 0,0-1 0 0 0,0 1-1 0 0,1 0 1 0 0,0 1 0 0 0,0-1 0 0 0,0 1-1 0 0,0-1 1 0 0,-2 10 0 0 0,-6 17-224 0 0,-8 32 1 0 0,18-59 123 0 0,-1 3-42 0 0,0 1 1 0 0,1 0-1 0 0,0 0 1 0 0,0 11 0 0 0,1-15 55 0 0,1-4 46 0 0,-1 0 0 0 0,1 0 1 0 0,0 0-1 0 0,-1 0 1 0 0,1 0-1 0 0,0 0 1 0 0,0 0-1 0 0,0 0 0 0 0,0 0 1 0 0,0-1-1 0 0,0 1 1 0 0,0 0-1 0 0,0-1 1 0 0,0 1-1 0 0,0-1 0 0 0,3 2 1 0 0,5-3 21 0 0,0 0 1 0 0,0 0 0 0 0,1-1-1 0 0,-1 0 1 0 0,0-1-1 0 0,-1 0 1 0 0,1 0 0 0 0,0-1-1 0 0,-1 0 1 0 0,0 0-1 0 0,15-11 1 0 0,1-4 107 0 0,0 0 0 0 0,26-30 0 0 0,-48 46-72 0 0,1 1-20 0 0,9-7 63 0 0,-11 9-82 0 0,-1 1 0 0 0,1-1 1 0 0,-1 1-1 0 0,1-1 0 0 0,-1 1 0 0 0,0 0 1 0 0,1-1-1 0 0,-1 1 0 0 0,0-1 1 0 0,1 1-1 0 0,-1 0 0 0 0,0-1 0 0 0,0 1 1 0 0,0 0-1 0 0,0-1 0 0 0,0 1 1 0 0,1 0-1 0 0,-1-1 0 0 0,0 1 0 0 0,-1 1 1 0 0,1 3-7 0 0,0 1 0 0 0,0-1 1 0 0,-1 0-1 0 0,0 0 1 0 0,0 0-1 0 0,-4 10 0 0 0,-3 15-33 0 0,8-26-20 0 0,-1 1 1 0 0,1-1-1 0 0,0 0 1 0 0,0 1-1 0 0,1-1 1 0 0,-1 0-1 0 0,1 0 1 0 0,0 1-1 0 0,2 6 1 0 0,-2-9 8 0 0,0 0-1 0 0,0 0 1 0 0,0 0 0 0 0,1-1 0 0 0,-1 1 0 0 0,0 0 0 0 0,1 0 0 0 0,-1-1-1 0 0,1 1 1 0 0,-1-1 0 0 0,1 1 0 0 0,0-1 0 0 0,0 0 0 0 0,0 0-1 0 0,0 1 1 0 0,0-1 0 0 0,0-1 0 0 0,0 1 0 0 0,0 0 0 0 0,0 0-1 0 0,0-1 1 0 0,0 1 0 0 0,0-1 0 0 0,3 0 0 0 0,4 1 122 0 0,1 0 0 0 0,-1-1 1 0 0,0-1-1 0 0,0 0 1 0 0,0 0-1 0 0,0-1 0 0 0,0 0 1 0 0,0 0-1 0 0,0-1 0 0 0,12-6 1 0 0,-16 7 79 0 0,1-1 0 0 0,-1 0 0 0 0,0-1 0 0 0,0 1 0 0 0,0-1 1 0 0,-1 0-1 0 0,1-1 0 0 0,-1 1 0 0 0,0-1 0 0 0,0 1 0 0 0,0-1 1 0 0,-1 0-1 0 0,0-1 0 0 0,0 1 0 0 0,0-1 0 0 0,-1 1 0 0 0,1-1 1 0 0,1-10-1 0 0,-2 11-136 0 0,0-2-18 0 0,0 1 0 0 0,0-1 0 0 0,-1 0 0 0 0,0 0 1 0 0,0 1-1 0 0,-1-1 0 0 0,0 0 0 0 0,0 0 0 0 0,-1 0 0 0 0,1 0 0 0 0,-1 0 0 0 0,-1 1 1 0 0,1-1-1 0 0,-5-10 0 0 0,-20-12-601 0 0,23 27 376 0 0,-2 1-2 0 0,0 0 42 0 0,0 1 0 0 0,0-1 1 0 0,0 1-1 0 0,0 0 0 0 0,-1 0 1 0 0,1 0-1 0 0,0 1 0 0 0,0 0 1 0 0,0 0-1 0 0,0 0 0 0 0,0 1 1 0 0,0 0-1 0 0,-7 3 0 0 0,-2 6-471 0 0,-23 22-6669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3.0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 70 4084 0 0,'2'-4'2069'0'0,"16"-58"4504"0"0,-17 59-4489 0 0,-14 22-1267 0 0,-1 14-586 0 0,2 1-1 0 0,0 0 1 0 0,-9 53-1 0 0,6-24-81 0 0,-3 1-36 0 0,-38 177-276 0 0,55-237 97 0 0,0 0 30 0 0,-3 13 7 0 0,3-13-2 0 0,26-11-428 0 0,-24 7 451 0 0,0-1 0 0 0,0 1 0 0 0,1-1 0 0 0,-1 1 0 0 0,0-1 0 0 0,0 0 1 0 0,0 1-1 0 0,1-1 0 0 0,-1 0 0 0 0,0 0 0 0 0,0 0 0 0 0,0 0 0 0 0,0 0 0 0 0,-1 0 0 0 0,1 0 1 0 0,0 0-1 0 0,0 0 0 0 0,1-3 0 0 0,0 0-21 0 0,15-16-107 0 0,100-104-188 0 0,-114 121 305 0 0,-2 2 27 0 0,1 0 0 0 0,-1 0 1 0 0,1 1-1 0 0,-1-1 0 0 0,1 0 0 0 0,-1 1 1 0 0,1-1-1 0 0,0 1 0 0 0,-1-1 1 0 0,1 1-1 0 0,0 0 0 0 0,-1 0 0 0 0,3 0 1 0 0,-2 0 3 0 0,0 1 0 0 0,0 0 0 0 0,0 0 1 0 0,0 0-1 0 0,0 0 0 0 0,0 0 0 0 0,0 0 0 0 0,-1 1 1 0 0,1-1-1 0 0,0 1 0 0 0,-1-1 0 0 0,1 1 0 0 0,-1-1 1 0 0,1 1-1 0 0,-1 0 0 0 0,0 0 0 0 0,2 2 0 0 0,-1 1 13 0 0,0 0 0 0 0,-1-1 0 0 0,1 1 0 0 0,-1 0 0 0 0,0 0 0 0 0,0 0 0 0 0,0 0 0 0 0,-1 6 0 0 0,-3 106-354 0 0,3-112-128 0 0,0 0-153 0 0,0 14-123 0 0,0-14-112 0 0,2 1-398 0 0,0 4 169 0 0,25-1-9524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3.2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57 3812 0 0,'40'-47'6908'0'0,"-38"44"-5169"0"0,0 2-1202 0 0,-2 0-490 0 0,0 1 0 0 0,0 0 0 0 0,0-1 1 0 0,1 1-1 0 0,-1 0 0 0 0,0-1 1 0 0,1 1-1 0 0,-1 0 0 0 0,0-1 0 0 0,1 1 1 0 0,-1 0-1 0 0,0 0 0 0 0,1-1 1 0 0,-1 1-1 0 0,0 0 0 0 0,1 0 0 0 0,-1 0 1 0 0,1 0-1 0 0,-1-1 0 0 0,0 1 1 0 0,1 0-1 0 0,-1 0 0 0 0,1 0 1 0 0,-1 0-1 0 0,1 0 0 0 0,-1 0 0 0 0,0 0 1 0 0,1 0-1 0 0,-1 0 0 0 0,1 0 1 0 0,-1 0-1 0 0,0 1 0 0 0,1-1 0 0 0,0 0 1 0 0,-3 64 497 0 0,-6-10-794 0 0,8-38-1130 0 0,-1 0-1 0 0,5 27 0 0 0,-3-39 247 0 0,18-1-4222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3.6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162 15 3380 0 0,'-3'-2'1198'0'0,"-1"0"-851"0"0,1 0-1 0 0,0 1 1 0 0,-1-1-1 0 0,1 1 1 0 0,-1 0-1 0 0,1 0 0 0 0,-1 0 1 0 0,1 0-1 0 0,-6 0 1 0 0,4 1-240 0 0,0 1-1 0 0,0-1 1 0 0,0 1 0 0 0,0 0 0 0 0,1 0 0 0 0,-1 0 0 0 0,0 1 0 0 0,1-1 0 0 0,-10 6 0 0 0,9-4-134 0 0,0 0 0 0 0,-1 1 0 0 0,1 0 1 0 0,1 0-1 0 0,-1 0 0 0 0,1 1 1 0 0,-1-1-1 0 0,1 1 0 0 0,0 0 1 0 0,1 1-1 0 0,0-1 0 0 0,-4 8 1 0 0,6-10-100 0 0,1 0-123 0 0,0-1 229 0 0,1-1 1 0 0,-1 0-1 0 0,0 1 0 0 0,0-1 0 0 0,1 0 0 0 0,-1 0 1 0 0,1 1-1 0 0,-1-1 0 0 0,1 0 0 0 0,-1 0 1 0 0,1 0-1 0 0,0 0 0 0 0,1 2 0 0 0,1-2 64 0 0,0 0 0 0 0,1 0 0 0 0,-1 0 0 0 0,0-1 0 0 0,0 1-1 0 0,0-1 1 0 0,1 0 0 0 0,-1 0 0 0 0,0 0 0 0 0,0 0 0 0 0,0-1 0 0 0,1 1-1 0 0,-1-1 1 0 0,0 0 0 0 0,0 0 0 0 0,0 0 0 0 0,0 0 0 0 0,0-1-1 0 0,0 1 1 0 0,0-1 0 0 0,-1 0 0 0 0,4-2 0 0 0,5-3 597 0 0,0-1 0 0 0,-1-1 1 0 0,18-18-1 0 0,-25 23 70 0 0,-3-6-574 0 0,-1 1-196 0 0,-18 12-479 0 0,15-1 317 0 0,1 0 0 0 0,0 0 0 0 0,0 0 0 0 0,1 1 0 0 0,-1-1 0 0 0,0 1 1 0 0,1 0-1 0 0,0 0 0 0 0,-1-1 0 0 0,-1 5 0 0 0,2-4-666 0 0,3 2-1559 0 0,2 13 175 0 0,-2-14-1593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4.2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165 310 4020 0 0,'0'0'4939'0'0,"-4"-1"-4038"0"0,-3 2-652 0 0,0-1 0 0 0,0 1 0 0 0,0 0 1 0 0,0 0-1 0 0,0 1 0 0 0,1 0 0 0 0,-1 0 0 0 0,0 1 0 0 0,1 0 0 0 0,0 0 0 0 0,0 0 0 0 0,0 1 0 0 0,0 0 0 0 0,0 0 0 0 0,1 0 1 0 0,-9 10-1 0 0,10-10-173 0 0,0 0 0 0 0,0 1 0 0 0,0-1 0 0 0,1 1-1 0 0,0 0 1 0 0,0 0 0 0 0,-3 6 0 0 0,3-4-27 0 0,1-4-38 0 0,1-1 0 0 0,0 1 0 0 0,-1 0 0 0 0,1 0 0 0 0,1 0-1 0 0,-1 0 1 0 0,0 0 0 0 0,1 0 0 0 0,-1 0 0 0 0,1 0 0 0 0,0 0 0 0 0,0 0 0 0 0,0 1 0 0 0,1-1 0 0 0,-1 0 0 0 0,1 0 0 0 0,-1 0 0 0 0,1 0 0 0 0,0 0 0 0 0,0 0 0 0 0,1-1 0 0 0,2 7 0 0 0,0-3-108 0 0,0-1 0 0 0,1 1 1 0 0,0-1-1 0 0,0 0 0 0 0,0 0 0 0 0,0 0 0 0 0,11 6 1 0 0,-11-8-32 0 0,-1-1 1 0 0,1 1 0 0 0,1-1 0 0 0,-1-1-1 0 0,0 1 1 0 0,0-1 0 0 0,1 0 0 0 0,-1 0 0 0 0,1 0-1 0 0,-1-1 1 0 0,6 0 0 0 0,-6 1 51 0 0,6-1-146 0 0,0 0 0 0 0,0 0 0 0 0,0-1 0 0 0,0 0 0 0 0,-1-1 0 0 0,1 0 0 0 0,-1-1 0 0 0,1 0 0 0 0,15-7 0 0 0,-9 2-125 0 0,0-1 1 0 0,-1 0-1 0 0,0-1 0 0 0,19-17 0 0 0,-21 14 317 0 0,0 0 1 0 0,-1-1-1 0 0,0-1 0 0 0,-1-1 0 0 0,-1 1 1 0 0,0-2-1 0 0,-2 1 0 0 0,16-36 0 0 0,-13 23 444 0 0,-2-1-1 0 0,-1 0 1 0 0,-2-1-1 0 0,7-49 1 0 0,-13 69-129 0 0,0 1 0 0 0,-1-1 0 0 0,0 0 1 0 0,-1 1-1 0 0,0-1 0 0 0,-4-16 0 0 0,4 23 537 0 0,-3 7-741 0 0,-1 2-60 0 0,0 0-1 0 0,1 0 1 0 0,-1 0 0 0 0,1 0 0 0 0,0 1 0 0 0,0-1 0 0 0,1 1 0 0 0,0 0 0 0 0,0 0 0 0 0,0 1 0 0 0,1-1 0 0 0,-3 10 0 0 0,-20 93 155 0 0,21-87-133 0 0,-1 8 29 0 0,-9 41 67 0 0,-6 82 1 0 0,20-149-152 0 0,1 16-20 0 0,0-16 10 0 0,-1-3-4 0 0,0-1 26 0 0,0 1 0 0 0,0-1-1 0 0,1 1 1 0 0,-1-1 0 0 0,0 1 0 0 0,1-1-1 0 0,-1 1 1 0 0,0-1 0 0 0,1 0 0 0 0,-1 1-1 0 0,0-1 1 0 0,1 0 0 0 0,-1 1 0 0 0,1-1-1 0 0,-1 0 1 0 0,0 0 0 0 0,1 1 0 0 0,-1-1-1 0 0,1 0 1 0 0,-1 0 0 0 0,1 0 0 0 0,-1 0 0 0 0,1 1-1 0 0,-1-1 1 0 0,1 0 0 0 0,-1 0 0 0 0,1 0-1 0 0,-1 0 1 0 0,1 0 0 0 0,-1 0 0 0 0,1 0-1 0 0,-1-1 1 0 0,1 1 0 0 0,-1 0 0 0 0,1 0-1 0 0,-1 0 1 0 0,1 0 0 0 0,0-1 0 0 0,23-8 75 0 0,14-21 157 0 0,-10 8 206 0 0,59-37 1 0 0,-63 51-315 0 0,-19 8-103 0 0,0-1 29 0 0,2 1-7 0 0,-3 1-34 0 0,0-1-1 0 0,1 1 1 0 0,-1 0 0 0 0,0 0-1 0 0,0 1 1 0 0,1-1 0 0 0,-1 1-1 0 0,0 0 1 0 0,-1 0 0 0 0,1 0-1 0 0,0 0 1 0 0,0 1 0 0 0,-1 0-1 0 0,0 0 1 0 0,1 0 0 0 0,-1 0-1 0 0,0 0 1 0 0,0 0 0 0 0,-1 1-1 0 0,1-1 1 0 0,-1 1 0 0 0,0 0-1 0 0,0 0 1 0 0,3 7 0 0 0,-3-3-148 0 0,-1 0 1 0 0,0 0 0 0 0,0 0-1 0 0,-1 0 1 0 0,0 0-1 0 0,-1 0 1 0 0,1 0 0 0 0,-2 0-1 0 0,1 0 1 0 0,-1-1-1 0 0,0 1 1 0 0,-1 0-1 0 0,1-1 1 0 0,-1 1 0 0 0,-1-1-1 0 0,-8 13 1 0 0,-5 6-2065 0 0,-2-1 0 0 0,-40 43 0 0 0,55-63 1733 0 0,-39 41-5809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15.6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44 5220 0 0,'7'-44'7700'0'0,"-7"44"-7684"0"0,0 1-1 0 0,0-1 1 0 0,0 1 0 0 0,0-1 0 0 0,0 0-1 0 0,-1 1 1 0 0,1-1 0 0 0,0 0 0 0 0,0 1-1 0 0,0-1 1 0 0,0 0 0 0 0,-1 1 0 0 0,1-1-1 0 0,0 0 1 0 0,-1 1 0 0 0,1-1 0 0 0,0 0-1 0 0,0 0 1 0 0,-1 1 0 0 0,1-1 0 0 0,0 0-1 0 0,-1 0 1 0 0,1 0 0 0 0,0 0 0 0 0,-1 1-1 0 0,1-1 1 0 0,-1 0 0 0 0,0 0 9 0 0,0 1 0 0 0,0-1 0 0 0,0 1 0 0 0,0 0 0 0 0,0-1 0 0 0,0 1 0 0 0,0 0 0 0 0,0 0 0 0 0,0-1 0 0 0,1 1 0 0 0,-1 0 0 0 0,0 0 0 0 0,-1 2 0 0 0,-8 18 195 0 0,0 0 1 0 0,1 0 0 0 0,-10 39 0 0 0,16-47-199 0 0,1 0-1 0 0,0 1 1 0 0,0-1 0 0 0,1 0-1 0 0,1 1 1 0 0,0-1 0 0 0,4 23-1 0 0,-1-30-25 0 0,5 6 4 0 0,-8-11-1 0 0,1 0 0 0 0,0 0 0 0 0,0 0 0 0 0,-1 0 0 0 0,1-1 0 0 0,0 1 0 0 0,0 0 0 0 0,0 0 0 0 0,0-1 0 0 0,0 1 0 0 0,0-1 0 0 0,0 1 0 0 0,0-1 0 0 0,0 1 0 0 0,0-1 0 0 0,0 0 0 0 0,1 0 0 0 0,-1 1 0 0 0,1-1 0 0 0,0 0-4 0 0,1 1 5 0 0,1 0 1 0 0,-1-1-1 0 0,0 1 0 0 0,1-1 1 0 0,-1 0-1 0 0,0 0 0 0 0,1 0 1 0 0,-1 0-1 0 0,1-1 0 0 0,-1 1 1 0 0,0-1-1 0 0,4-1 0 0 0,37-14 37 0 0,-39 14-31 0 0,9-5 53 0 0,1-1 0 0 0,-2-1 0 0 0,1 0 0 0 0,-1 0 0 0 0,0-2 0 0 0,-1 0 0 0 0,0 0 0 0 0,-1-1 0 0 0,-1 0 0 0 0,1-1 0 0 0,9-16 0 0 0,-18 26 342 0 0,-2 8-329 0 0,0 14 29 0 0,0-1-116 0 0,-1-10 12 0 0,1-1 0 0 0,0 1 0 0 0,1-1 0 0 0,0 1 0 0 0,0-1 0 0 0,3 11 0 0 0,-3-15-19 0 0,0-1 0 0 0,1 1 0 0 0,-1-1 0 0 0,1 1 0 0 0,0-1 0 0 0,0 1 0 0 0,0-1 0 0 0,0 0 0 0 0,0 0 0 0 0,0 0 0 0 0,1 0 0 0 0,-1-1 0 0 0,1 1 0 0 0,-1 0 0 0 0,1-1 0 0 0,-1 0 0 0 0,1 0 0 0 0,0 1 0 0 0,5 0 0 0 0,-1 0 29 0 0,1-1 0 0 0,0 0 0 0 0,0 0 0 0 0,0 0 0 0 0,0-1 0 0 0,-1 0 0 0 0,1 0 0 0 0,0-1 0 0 0,0 0 0 0 0,0-1 0 0 0,0 0 0 0 0,-1 0 0 0 0,1 0 0 0 0,-1-1 0 0 0,1 0 0 0 0,9-6 0 0 0,-10 5 74 0 0,-1 0 0 0 0,0 0-1 0 0,0-1 1 0 0,0 0 0 0 0,0 0 0 0 0,-1 0-1 0 0,0 0 1 0 0,0-1 0 0 0,0 0 0 0 0,-1 0-1 0 0,0 0 1 0 0,0-1 0 0 0,-1 1 0 0 0,1-1-1 0 0,-1 0 1 0 0,3-13 0 0 0,-4 15-60 0 0,-1-1-1 0 0,0 1 1 0 0,0-1 0 0 0,-1 1 0 0 0,1-1 0 0 0,-1 1-1 0 0,-1-7 1 0 0,1 2-14 0 0,0 7-122 0 0,-1-1-1 0 0,0 0 1 0 0,0 0 0 0 0,0 1-1 0 0,0-1 1 0 0,-1 0 0 0 0,1 1-1 0 0,-1-1 1 0 0,0 1-1 0 0,0 0 1 0 0,0 0 0 0 0,0 0-1 0 0,-1 0 1 0 0,1 0-1 0 0,-1 0 1 0 0,-4-4 0 0 0,4 5-625 0 0,-2 1-113 0 0,-1 1 96 0 0,1 0-1 0 0,-1 0 1 0 0,0 0 0 0 0,0 1-1 0 0,1 0 1 0 0,-1 0 0 0 0,0 0-1 0 0,1 1 1 0 0,-1 0 0 0 0,-5 3-1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2.8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 16 3344 0 0,'0'0'5922'0'0,"1"-3"-5394"0"0,-1-9 582 0 0,-12 14 684 0 0,8-1-1730 0 0,1 3 43 0 0,-9 11 81 0 0,0 0-1 0 0,-12 23 0 0 0,13-15-80 0 0,-16 45 0 0 0,26-65-111 0 0,1-2 4 0 0,0-1 0 0 0,-1 1-1 0 0,1-1 1 0 0,0 1 0 0 0,0-1-1 0 0,-1 1 1 0 0,1-1 0 0 0,0 1-1 0 0,0-1 1 0 0,0 1 0 0 0,0 0-1 0 0,0-1 1 0 0,0 1 0 0 0,0-1-1 0 0,0 1 1 0 0,0-1 0 0 0,0 1-1 0 0,0-1 1 0 0,0 1 0 0 0,0-1-1 0 0,1 1 1 0 0,-1-1 0 0 0,0 1-1 0 0,0-1 1 0 0,1 1 0 0 0,-1 0-1 0 0,1 0 2 0 0,-1-1-1 0 0,0 0 0 0 0,0 1 1 0 0,1-1-1 0 0,-1 1 0 0 0,0-1 1 0 0,0 1-1 0 0,0-1 0 0 0,0 1 1 0 0,0-1-1 0 0,0 1 0 0 0,1-1 1 0 0,-1 1-1 0 0,0-1 0 0 0,-1 1 1 0 0,1-1-1 0 0,0 1 0 0 0,0-1 1 0 0,0 1-1 0 0,0-1 0 0 0,0 1 1 0 0,0-1-1 0 0,-1 1 0 0 0,1-1 1 0 0,0 1-1 0 0,-1 0 0 0 0,6 19-10 0 0,-4-15-14 0 0,1-3 20 0 0,1 1-12 0 0,0 0 0 0 0,0-1 0 0 0,0 0 0 0 0,0 0 1 0 0,0 0-1 0 0,0 0 0 0 0,0 0 0 0 0,1 0 0 0 0,-1-1 1 0 0,1 0-1 0 0,-1 1 0 0 0,1-1 0 0 0,0-1 1 0 0,-1 1-1 0 0,1 0 0 0 0,0-1 0 0 0,0 0 0 0 0,-1 0 1 0 0,1 0-1 0 0,0 0 0 0 0,3-1 0 0 0,-2 0 9 0 0,-1-1 30 0 0,6-3 0 0 0,0-1 0 0 0,0 0 0 0 0,12-11 0 0 0,-20 15 13 0 0,0-2-4 0 0,17-36 96 0 0,-18 36-98 0 0,-1 0-28 0 0,0 0 0 0 0,0 1 0 0 0,0-1 1 0 0,0 0-1 0 0,-1 0 0 0 0,0 0 1 0 0,0 1-1 0 0,0-1 0 0 0,0 0 1 0 0,-3-5-1 0 0,4 9 3 0 0,-1-5-26 0 0,-2 2-38 0 0,2 1 52 0 0,-1-1-159 0 0,0 0 0 0 0,0 0 0 0 0,0 0 0 0 0,0 0 0 0 0,0 1 0 0 0,-1-1 0 0 0,0 1 0 0 0,1 0 0 0 0,-1-1 0 0 0,0 1 0 0 0,0 0 0 0 0,0 1 0 0 0,0-1 0 0 0,0 0 0 0 0,-1 1 0 0 0,-4-2 0 0 0,4 4-431 0 0,-1-1-1 0 0,1 1 1 0 0,0 0-1 0 0,0 0 1 0 0,0 1-1 0 0,0-1 1 0 0,1 1-1 0 0,-1 0 1 0 0,0 0-1 0 0,1 0 1 0 0,-5 4-1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3.2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31 2468 0 0,'5'-1'1250'0'0,"13"-4"-196"0"0,-13 3-142 0 0,8 2 51 0 0,-5 0-664 0 0,-1 0 0 0 0,0 0 0 0 0,0 0 0 0 0,0 1-1 0 0,12 3 1 0 0,-16-3-257 0 0,0 1 0 0 0,0-1 0 0 0,-1 0 0 0 0,1 1-1 0 0,0 0 1 0 0,-1 0 0 0 0,0 0 0 0 0,1 0 0 0 0,-1 0 0 0 0,0 0 0 0 0,0 0-1 0 0,0 1 1 0 0,0-1 0 0 0,0 1 0 0 0,-1 0 0 0 0,3 5 0 0 0,0-1 76 0 0,-1 1 1 0 0,0 0-1 0 0,-1 0 1 0 0,1 0-1 0 0,-1 1 1 0 0,-1-1-1 0 0,1 11 1 0 0,-1-13-8 0 0,0-2 116 0 0,-2 1 11 0 0,-2 14 12 0 0,2-15 8 0 0,-6 20 506 0 0,5-22-501 0 0,-17 21 1952 0 0,17-21-1405 0 0,1-15-641 0 0,1 8-150 0 0,0 0 1 0 0,0 0-1 0 0,0 0 1 0 0,0 0-1 0 0,1 0 1 0 0,0 0-1 0 0,0 0 1 0 0,0 0-1 0 0,1 0 1 0 0,4-9-1 0 0,1-1-369 0 0,1 2 0 0 0,1-1 0 0 0,15-19-1 0 0,-18 27-192 0 0,0-1 0 0 0,1 1 0 0 0,-1 0 0 0 0,1 0 0 0 0,1 1 0 0 0,-1 0 0 0 0,1 0 0 0 0,0 1 0 0 0,10-5 0 0 0,-13 7 214 0 0,2-1-670 0 0,1 0 0 0 0,-1 0 0 0 0,1 1-1 0 0,10-3 1 0 0,2 2-2424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3.7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119 256 1980 0 0,'0'0'3308'0'0,"4"0"-2621"0"0,-1 0-249 0 0,1 0 1 0 0,-1 0-1 0 0,0 0 0 0 0,1 0 0 0 0,-1-1 0 0 0,0 0 1 0 0,1 1-1 0 0,3-3 0 0 0,-4 2 698 0 0,-7 3-1070 0 0,0 0 0 0 0,1 0 0 0 0,0 1 1 0 0,-1-1-1 0 0,1 1 0 0 0,0 0 0 0 0,0 0 0 0 0,1 0 0 0 0,-1 0 0 0 0,-3 6 1 0 0,-5 4 174 0 0,-4 3-127 0 0,1 1-1 0 0,1 0 0 0 0,0 1 0 0 0,2 1 1 0 0,0 0-1 0 0,1 1 0 0 0,-12 30 1 0 0,21-46-102 0 0,1-2-33 0 0,0-1 0 0 0,-1 1 1 0 0,1 0-1 0 0,0 0 0 0 0,0-1 1 0 0,1 1-1 0 0,-1 0 0 0 0,0 0 1 0 0,1-1-1 0 0,-1 1 1 0 0,1 0-1 0 0,-1 0 0 0 0,1-1 1 0 0,0 1-1 0 0,0-1 0 0 0,-1 1 1 0 0,1-1-1 0 0,0 1 0 0 0,1-1 1 0 0,-1 1-1 0 0,0-1 1 0 0,0 0-1 0 0,1 0 0 0 0,-1 1 1 0 0,0-1-1 0 0,1 0 0 0 0,-1 0 1 0 0,1 0-1 0 0,-1-1 0 0 0,1 1 1 0 0,0 0-1 0 0,-1-1 1 0 0,1 1-1 0 0,0-1 0 0 0,0 1 1 0 0,-1-1-1 0 0,1 0 0 0 0,0 0 1 0 0,2 0-1 0 0,8-2-30 0 0,-1 0-1 0 0,1-1 1 0 0,-1-1 0 0 0,0 0-1 0 0,0 0 1 0 0,0-1 0 0 0,0 0-1 0 0,-1-1 1 0 0,0-1 0 0 0,0 1-1 0 0,-1-2 1 0 0,0 1 0 0 0,0-1-1 0 0,0 0 1 0 0,-1-1 0 0 0,-1 0-1 0 0,1-1 1 0 0,5-10-1 0 0,-2 3 264 0 0,-1-1-1 0 0,0 0 0 0 0,-2 0 0 0 0,0-1 1 0 0,-1 0-1 0 0,-1 0 0 0 0,-1-1 0 0 0,0 0 1 0 0,2-40-1 0 0,-8-83 990 0 0,1 139-1111 0 0,-1 0-61 0 0,-1-12-1 0 0,2 13-21 0 0,-1 6 43 0 0,-7 23-102 0 0,2 0 1 0 0,0 1 0 0 0,2-1-1 0 0,1 1 1 0 0,1 36-1 0 0,0-25-231 0 0,-1 7-124 0 0,-13 222-3094 0 0,2-89-1949 0 0,8-115 781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4.9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13 598 3308 0 0,'0'0'10035'0'0,"2"-2"-9896"0"0,7-8-36 0 0,-7 7-10 0 0,0-1-17 0 0,10-36-43 0 0,-1 0 0 0 0,-3-1 0 0 0,-1 0 0 0 0,3-73 0 0 0,-14-167 369 0 0,3 276-389 0 0,2 5-11 0 0,-1-1 0 0 0,0 0 0 0 0,0 1 0 0 0,0-1 0 0 0,0 0 0 0 0,0 1 0 0 0,0-1 0 0 0,0 0 0 0 0,0 1 0 0 0,0-1 0 0 0,0 0 0 0 0,0 1 0 0 0,0-1 0 0 0,-1 0 0 0 0,1 1 0 0 0,0-1 1 0 0,0 0-1 0 0,-1 1 0 0 0,1-1 0 0 0,0 1 0 0 0,-1-1 0 0 0,1 0 0 0 0,-1 1 0 0 0,0-1 0 0 0,-8 12 201 0 0,-7 27 39 0 0,4 5-205 0 0,3 1 0 0 0,1 0 0 0 0,2 1-1 0 0,2 0 1 0 0,2 0 0 0 0,4 47 0 0 0,-2-80-226 0 0,1-1-1 0 0,1 0 1 0 0,0 1-1 0 0,0-1 1 0 0,1 0-1 0 0,0-1 1 0 0,1 1-1 0 0,0 0 1 0 0,1-1-1 0 0,0 0 1 0 0,11 15 0 0 0,-14-22 87 0 0,0-1 0 0 0,0 1 1 0 0,1-1-1 0 0,-1 0 1 0 0,1 0-1 0 0,-1 0 0 0 0,1 0 1 0 0,0 0-1 0 0,0-1 1 0 0,0 1-1 0 0,0-1 0 0 0,0 0 1 0 0,0 0-1 0 0,0 0 1 0 0,0 0-1 0 0,6 0 0 0 0,-1 0-51 0 0,-1-1 0 0 0,1 0 0 0 0,0 0-1 0 0,9-3 1 0 0,-12 3 88 0 0,5-2-57 0 0,0-1-1 0 0,-1 0 1 0 0,1 0-1 0 0,0-1 0 0 0,-1-1 1 0 0,0 1-1 0 0,0-1 1 0 0,0-1-1 0 0,-1 0 0 0 0,1 0 1 0 0,-1 0-1 0 0,-1-1 1 0 0,1-1-1 0 0,9-12 0 0 0,9-14 25 0 0,-20 19 169 0 0,2 2 32 0 0,-6 9 17 0 0,-1 1-24 0 0,0 1-196 0 0,8-24 1138 0 0,-9 26-1019 0 0,0-1 0 0 0,0 1 0 0 0,0 0 0 0 0,0 0 0 0 0,0 0 0 0 0,0 0 0 0 0,0 0-1 0 0,0-1 1 0 0,0 1 0 0 0,0 0 0 0 0,0 0 0 0 0,0 0 0 0 0,0-1 0 0 0,0 1 0 0 0,0 0-1 0 0,0 0 1 0 0,0 0 0 0 0,0 0 0 0 0,0-1 0 0 0,0 1 0 0 0,0 0 0 0 0,0 0 0 0 0,0 0-1 0 0,0 0 1 0 0,0-1 0 0 0,0 1 0 0 0,0 0 0 0 0,0 0 0 0 0,0 0 0 0 0,-1 0 0 0 0,1 0-1 0 0,0 0 1 0 0,0-1 0 0 0,0 1 0 0 0,0 0 0 0 0,0 0 0 0 0,-1 0 0 0 0,1 0 0 0 0,0 0-1 0 0,0 0 1 0 0,0 0 0 0 0,0 0 0 0 0,-1 0 0 0 0,-14 11 253 0 0,5 2-153 0 0,0 1-1 0 0,0 1 1 0 0,2-1 0 0 0,0 1-1 0 0,0 1 1 0 0,-5 16-1 0 0,11-28-76 0 0,2 1-63 0 0,-3 14-162 0 0,2-14 141 0 0,2-1-22 0 0,-1-3 53 0 0,0 1-1 0 0,0-1 0 0 0,1 1 0 0 0,-1-1 0 0 0,0 0 1 0 0,1 1-1 0 0,0-1 0 0 0,-1 0 0 0 0,1 0 0 0 0,0 1 0 0 0,-1-1 1 0 0,1 0-1 0 0,0 0 0 0 0,0 0 0 0 0,0 0 0 0 0,0 0 1 0 0,0 0-1 0 0,0 0 0 0 0,0 0 0 0 0,0 0 0 0 0,1 0 1 0 0,-1-1-1 0 0,0 1 0 0 0,0-1 0 0 0,1 1 0 0 0,-1-1 1 0 0,0 1-1 0 0,1-1 0 0 0,-1 1 0 0 0,1-1 0 0 0,-1 0 1 0 0,0 0-1 0 0,1 0 0 0 0,-1 0 0 0 0,1 0 0 0 0,-1 0 0 0 0,0 0 1 0 0,1-1-1 0 0,-1 1 0 0 0,1 0 0 0 0,-1-1 0 0 0,0 1 1 0 0,1-1-1 0 0,1 0 0 0 0,3-3 81 0 0,1 1-1 0 0,-1-1 1 0 0,0 0-1 0 0,0 0 1 0 0,0-1-1 0 0,-1 0 1 0 0,1 0 0 0 0,-1 0-1 0 0,0-1 1 0 0,-1 0-1 0 0,1 1 1 0 0,-1-2 0 0 0,0 1-1 0 0,-1 0 1 0 0,0-1-1 0 0,0 0 1 0 0,0 0-1 0 0,-1 0 1 0 0,1 0 0 0 0,-2 0-1 0 0,2-12 1 0 0,-2 14-1 0 0,-2 0-17 0 0,1 3-81 0 0,-5-36 175 0 0,5 37-182 0 0,0 0 1 0 0,0 0-1 0 0,-1-1 0 0 0,1 1 0 0 0,0 0 1 0 0,-1-1-1 0 0,1 1 0 0 0,-1 0 0 0 0,1 0 1 0 0,-1 0-1 0 0,1 0 0 0 0,-1-1 0 0 0,0 1 1 0 0,0 0-1 0 0,1 0 0 0 0,-1 0 0 0 0,0 1 1 0 0,0-1-1 0 0,0 0 0 0 0,0 0 0 0 0,0 0 1 0 0,0 1-1 0 0,-1-1 0 0 0,1 0 0 0 0,0 1 1 0 0,0-1-1 0 0,0 1 0 0 0,-2-1 0 0 0,-2 2-231 0 0,1-1-1 0 0,-1 1 1 0 0,1 0-1 0 0,0 1 1 0 0,-1-1-1 0 0,1 1 1 0 0,0-1-1 0 0,0 2 1 0 0,0-1-1 0 0,0 0 1 0 0,1 1-1 0 0,-1-1 1 0 0,1 1-1 0 0,-1 0 1 0 0,1 0-1 0 0,0 0 1 0 0,0 1-1 0 0,0-1 1 0 0,1 1-1 0 0,-1 0 1 0 0,1 0-1 0 0,-2 4 0 0 0,2-6-1670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5.7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80 3964 0 0,'39'-15'6103'0'0,"-27"30"-5504"0"0,-8-8-470 0 0,-1-1-1 0 0,1 1 1 0 0,-1 0 0 0 0,-1 0-1 0 0,1 0 1 0 0,-1 0-1 0 0,-1 0 1 0 0,1 1-1 0 0,-1-1 1 0 0,0 1 0 0 0,-1 7-1 0 0,2-2 57 0 0,2 29 230 0 0,-3-38-291 0 0,-1 0-14 0 0,2 15 26 0 0,-1-15 241 0 0,0 0-129 0 0,-1-3-84 0 0,0 0-39 0 0,1 1 0 0 0,0-1 0 0 0,-1 0 0 0 0,0 1 0 0 0,1-1 0 0 0,-1 0 0 0 0,0 1 0 0 0,0-1 0 0 0,0 1 0 0 0,1-1 0 0 0,-2 0 0 0 0,1 3 0 0 0,7-3 153 0 0,-6 0-272 0 0,-1-1 0 0 0,1 0 0 0 0,-1 1 0 0 0,1-1 0 0 0,-1 0 0 0 0,1 0 1 0 0,0 1-1 0 0,-1-1 0 0 0,1 0 0 0 0,-1 0 0 0 0,1 0 0 0 0,0 0 0 0 0,-1 0 1 0 0,1 1-1 0 0,0-1 0 0 0,-1 0 0 0 0,1-1 0 0 0,0 1 0 0 0,-1 0 0 0 0,1 0 1 0 0,0 0-1 0 0,-1 0 0 0 0,1 0 0 0 0,0-1 0 0 0,9-8 93 0 0,-1-1 0 0 0,0 0 0 0 0,0-1 0 0 0,-1 0 0 0 0,11-21 0 0 0,33-71-944 0 0,-9 16-4156 0 0,-42 84 4017 0 0,5-2-341 0 0,-6 5 1253 0 0,0 0 0 0 0,0-1 1 0 0,0 1-1 0 0,0 0 0 0 0,0-1 0 0 0,1 1 0 0 0,-1 0 0 0 0,0-1 0 0 0,0 1 0 0 0,0 0 0 0 0,1 0 0 0 0,-1-1 1 0 0,0 1-1 0 0,0 0 0 0 0,1 0 0 0 0,-1 0 0 0 0,0-1 0 0 0,0 1 0 0 0,1 0 0 0 0,-1 0 0 0 0,0 0 1 0 0,1 0-1 0 0,-1 0 0 0 0,0-1 0 0 0,1 1 0 0 0,-1 0 0 0 0,0 0 0 0 0,1 0 0 0 0,-1 0 0 0 0,0 0 0 0 0,1 0 1 0 0,-1 0-1 0 0,0 0 0 0 0,1 0 0 0 0,-1 0 0 0 0,0 0 0 0 0,1 1 0 0 0,1 0 154 0 0,0 1 0 0 0,-1 0-1 0 0,0-1 1 0 0,1 1 0 0 0,-1 0 0 0 0,0 0-1 0 0,1 0 1 0 0,-1 0 0 0 0,0 0-1 0 0,-1 0 1 0 0,1 1 0 0 0,0-1 0 0 0,0 5-1 0 0,0-3 615 0 0,-1 1-324 0 0,0 15-40 0 0,0-15-43 0 0,0-1-51 0 0,1 13 1 0 0,-1-12-30 0 0,1-1-39 0 0,-1 1-121 0 0,0 0 1 0 0,1 0 0 0 0,0 0-1 0 0,0 0 1 0 0,0 0 0 0 0,0 0-1 0 0,1-1 1 0 0,0 1 0 0 0,0 0-1 0 0,0-1 1 0 0,1 1 0 0 0,0-1 0 0 0,-1 0-1 0 0,6 5 1 0 0,-6-6-3 0 0,3-3-3 0 0,-1 1 0 0 0,1 0 0 0 0,0-1 1 0 0,-1 0-1 0 0,1 0 0 0 0,0-1 0 0 0,8-1 1 0 0,-9 1 67 0 0,0-1-10 0 0,2-2-35 0 0,-1 0 0 0 0,1 0-1 0 0,-1 0 1 0 0,0-1-1 0 0,0 0 1 0 0,0 0 0 0 0,-1 0-1 0 0,0 0 1 0 0,0-1 0 0 0,0 0-1 0 0,0 1 1 0 0,3-11-1 0 0,-5 13-42 0 0,-2-1 0 0 0,2-10-23 0 0,-1 10-42 0 0,-2 0 49 0 0,-2-11 2 0 0,2 11-8 0 0,-3 4-2 0 0,1 1 39 0 0,0-1 1 0 0,1 1-1 0 0,-1-1 1 0 0,0 1-1 0 0,0 0 0 0 0,1 0 1 0 0,-1 0-1 0 0,0 0 1 0 0,1 1-1 0 0,-1-1 1 0 0,1 1-1 0 0,0 0 1 0 0,-1-1-1 0 0,1 1 1 0 0,0 0-1 0 0,0 0 1 0 0,0 0-1 0 0,1 1 0 0 0,-1-1 1 0 0,0 0-1 0 0,-2 5 1 0 0,4-6-26 0 0,-6 10 88 0 0,0 0 0 0 0,1 0 0 0 0,-6 17 0 0 0,10-24-77 0 0,0 0 0 0 0,0 1 0 0 0,0-1 0 0 0,1 1 0 0 0,-1 0 0 0 0,1-1 0 0 0,0 1 0 0 0,1-1 0 0 0,-1 1 0 0 0,1-1 0 0 0,0 1 0 0 0,0-1 0 0 0,0 1 0 0 0,3 5 0 0 0,-3-6-41 0 0,1 0 1 0 0,0 0 0 0 0,0 0 0 0 0,0 0 0 0 0,0 0 0 0 0,0-1 0 0 0,1 1 0 0 0,0-1 0 0 0,0 1 0 0 0,0-1 0 0 0,0 0-1 0 0,0 0 1 0 0,1-1 0 0 0,-1 1 0 0 0,1-1 0 0 0,0 0 0 0 0,0 1 0 0 0,0-2 0 0 0,0 1 0 0 0,0 0 0 0 0,0-1 0 0 0,0 0-1 0 0,0 0 1 0 0,1 0 0 0 0,-1 0 0 0 0,0-1 0 0 0,1 0 0 0 0,-1 0 0 0 0,6 0 0 0 0,1-2-384 0 0,0 0 1 0 0,-1 0-1 0 0,1-1 1 0 0,-1 0 0 0 0,18-8-1 0 0,-20 6-743 0 0,1 0 0 0 0,-1 0 1 0 0,0-1-1 0 0,8-7 0 0 0,-1-2-3604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6.1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0 3408 0 0,'0'0'6843'0'0,"-3"2"-6339"0"0,1-1-396 0 0,1 1 0 0 0,-1-1 0 0 0,1 1 0 0 0,-1-1 0 0 0,1 1 0 0 0,-1 0-1 0 0,1 0 1 0 0,0 0 0 0 0,0-1 0 0 0,0 1 0 0 0,0 0 0 0 0,0 0 0 0 0,0 1 0 0 0,0-1 0 0 0,1 0 0 0 0,-1 4 0 0 0,-2 30 135 0 0,3-32 15 0 0,2 3-176 0 0,-2-7-73 0 0,0 1 1 0 0,0-1-1 0 0,0 1 1 0 0,0-1-1 0 0,0 0 1 0 0,0 1-1 0 0,0-1 1 0 0,0 1-1 0 0,0-1 1 0 0,0 1-1 0 0,0-1 1 0 0,0 1-1 0 0,0-1 1 0 0,0 0-1 0 0,0 1 1 0 0,1-1-1 0 0,-1 1 1 0 0,0-1-1 0 0,0 0 1 0 0,1 1-1 0 0,-1-1 1 0 0,0 0-1 0 0,0 1 1 0 0,1-1-1 0 0,-1 0 1 0 0,0 1-1 0 0,1-1 1 0 0,-1 0-1 0 0,1 0 1 0 0,-1 1-1 0 0,0-1 1 0 0,1 0-1 0 0,-1 0 1 0 0,1 0-1 0 0,-1 1 1 0 0,5-2 39 0 0,0-1 0 0 0,-1 1 1 0 0,1-1-1 0 0,-1 0 0 0 0,1 0 0 0 0,-1 0 1 0 0,0 0-1 0 0,0-1 0 0 0,0 1 1 0 0,0-1-1 0 0,-1 0 0 0 0,1-1 1 0 0,5-5-1 0 0,-1 1 87 0 0,-5 5-35 0 0,16-13-152 0 0,-19 16 26 0 0,1 0 0 0 0,-1 0 0 0 0,1 0 1 0 0,-1 0-1 0 0,0 0 0 0 0,1 0 0 0 0,-1 0 0 0 0,1 0 0 0 0,-1 0 0 0 0,0 1 0 0 0,1-1 0 0 0,-1 0 0 0 0,1 0 0 0 0,-1 0 0 0 0,0 1 0 0 0,1-1 0 0 0,-1 0 0 0 0,0 0 0 0 0,1 1 0 0 0,-1-1 0 0 0,0 0 0 0 0,0 1 0 0 0,1-1 1 0 0,-1 0-1 0 0,0 1 0 0 0,0-1 0 0 0,0 1 0 0 0,1-1 0 0 0,-1 0 0 0 0,0 1 0 0 0,0-1 0 0 0,0 1 0 0 0,0-1 0 0 0,-1 20-959 0 0,-13 18-1059 0 0,-18 16-2986 0 0,14-26-418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6.7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20 4888 0 0,'0'0'1365'0'0,"0"-4"-281"0"0,0 4-987 0 0,0-1 1 0 0,0 0-1 0 0,0 1 1 0 0,0-1-1 0 0,0 1 1 0 0,0-1-1 0 0,0 0 0 0 0,-1 1 1 0 0,1-1-1 0 0,0 0 1 0 0,0 1-1 0 0,-1-1 1 0 0,1 1-1 0 0,0-1 1 0 0,0 1-1 0 0,-1-1 1 0 0,1 0-1 0 0,-1 1 1 0 0,1 0-1 0 0,-1-1 1 0 0,1 1-1 0 0,-1-1 1 0 0,1 1-1 0 0,-1-1 0 0 0,1 1 1 0 0,-1 0-1 0 0,1-1 1 0 0,-1 1-1 0 0,1 0 1 0 0,-2-1-1 0 0,1 2-26 0 0,-1-1-1 0 0,1 0 1 0 0,0 0 0 0 0,-1 1-1 0 0,1-1 1 0 0,0 0-1 0 0,0 1 1 0 0,-1-1-1 0 0,1 1 1 0 0,0 0-1 0 0,0-1 1 0 0,0 1 0 0 0,0 0-1 0 0,-1 1 1 0 0,-4 3 72 0 0,0 0 0 0 0,1 1 0 0 0,0-1 0 0 0,-8 12 0 0 0,11-14-57 0 0,-3 7 15 0 0,0 1 36 0 0,6-8-115 0 0,2 12-2 0 0,-2-12 65 0 0,3-3-56 0 0,1 0-1 0 0,0 0 1 0 0,0-1 0 0 0,0 0-1 0 0,-1 0 1 0 0,1 0 0 0 0,-1-1 0 0 0,1 1-1 0 0,-1-1 1 0 0,1 0 0 0 0,-1 0-1 0 0,0-1 1 0 0,0 1 0 0 0,0-1-1 0 0,5-4 1 0 0,44-51 807 0 0,-51 56-914 0 0,-3 7-1958 0 0,-1 6 1637 0 0,-6 35-6292 0 0,5-20 2057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7.3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27 3796 0 0,'2'-2'2078'0'0,"22"-23"5047"0"0,-16 42-6614 0 0,-6-15-431 0 0,0 2 147 0 0,-2 3-40 0 0,-2 44 111 0 0,2 40-340 0 0,9-33-3321 0 0,-7-53 2320 0 0,13 1-4455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7.7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 5 3076 0 0,'-4'-1'1274'0'0,"0"0"-978"0"0,0 0 1 0 0,0 0-1 0 0,0 1 1 0 0,0-1-1 0 0,-1 1 0 0 0,1 0 1 0 0,0 1-1 0 0,0-1 1 0 0,-1 1-1 0 0,1-1 1 0 0,0 1-1 0 0,0 1 1 0 0,0-1-1 0 0,0 0 1 0 0,-7 5-1 0 0,4-3-108 0 0,0 1 0 0 0,1 0-1 0 0,0 1 1 0 0,-1 0 0 0 0,2-1 0 0 0,-1 2 0 0 0,-9 10 0 0 0,13-14-97 0 0,-4 18-30 0 0,5-16 70 0 0,2 0-84 0 0,0-1-37 0 0,1-1 0 0 0,-1 1 1 0 0,1 0-1 0 0,-1 0 0 0 0,1-1 0 0 0,0 1 0 0 0,0-1 0 0 0,0 0 0 0 0,1 1 0 0 0,3 2 0 0 0,-2-2 3 0 0,1-3 12 0 0,2 1 13 0 0,0 0-1 0 0,0-1 1 0 0,1 0 0 0 0,-1 0 0 0 0,0-1-1 0 0,0 0 1 0 0,0 0 0 0 0,14-4-1 0 0,-14 2 108 0 0,0 0 0 0 0,-1 0-1 0 0,1 0 1 0 0,-1-1 0 0 0,1 0-1 0 0,-1 0 1 0 0,0 0 0 0 0,0-1 0 0 0,-1 0-1 0 0,1 0 1 0 0,-1-1 0 0 0,0 0-1 0 0,4-7 1 0 0,-7 10 40 0 0,-2 0-150 0 0,0-19 69 0 0,0 22-102 0 0,0-1 1 0 0,-1 0-1 0 0,1 1 0 0 0,0-1 0 0 0,0 0 0 0 0,0 1 0 0 0,-1-1 0 0 0,1 1 1 0 0,-1-1-1 0 0,1 0 0 0 0,0 1 0 0 0,-1-1 0 0 0,1 1 0 0 0,-1-1 0 0 0,1 1 1 0 0,-1 0-1 0 0,1-1 0 0 0,-1 1 0 0 0,1-1 0 0 0,-1 1 0 0 0,0 0 0 0 0,1-1 0 0 0,-1 1 1 0 0,1 0-1 0 0,-1 0 0 0 0,0 0 0 0 0,1-1 0 0 0,-1 1 0 0 0,0 0 0 0 0,1 0 1 0 0,-1 0-1 0 0,0 0 0 0 0,1 0 0 0 0,-1 0 0 0 0,-1 1 0 0 0,-5 0-110 0 0,1 0 0 0 0,-1 1 0 0 0,0 0 0 0 0,1 0 0 0 0,-1 0 0 0 0,1 1 0 0 0,0 0 0 0 0,0 1 0 0 0,0-1 0 0 0,0 1 0 0 0,0 0 0 0 0,1 1 0 0 0,0-1 0 0 0,0 1 0 0 0,0 0 0 0 0,-5 7 0 0 0,9-11 41 0 0,0 0 1 0 0,0 0-1 0 0,0 0 1 0 0,1 0-1 0 0,-1 1 0 0 0,0-1 1 0 0,0 0-1 0 0,1 0 1 0 0,-1 0-1 0 0,1 1 0 0 0,0-1 1 0 0,-1 0-1 0 0,0 3 0 0 0,1 0-125 0 0,-2 0-496 0 0,3 2-164 0 0,-1-2 659 0 0,4 24-1342 0 0,11-4-2265 0 0,5-4 28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8.1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365 2 3140 0 0,'0'0'5589'0'0,"-3"-1"-5178"0"0,0 1-287 0 0,-1 0 0 0 0,1-1 1 0 0,0 2-1 0 0,-1-1 1 0 0,1 0-1 0 0,0 0 1 0 0,0 1-1 0 0,-1 0 1 0 0,1 0-1 0 0,0 0 1 0 0,0 0-1 0 0,0 0 1 0 0,0 1-1 0 0,0-1 1 0 0,0 1-1 0 0,0 0 1 0 0,1-1-1 0 0,-1 2 1 0 0,-2 2-1 0 0,-8 5 300 0 0,1 1 0 0 0,-16 19 0 0 0,25-27-382 0 0,1 0 1 0 0,0 0 0 0 0,0 0 0 0 0,0 1 0 0 0,0-1-1 0 0,1 1 1 0 0,-1-1 0 0 0,-1 7 0 0 0,2-6-16 0 0,0-1 29 0 0,2 1-22 0 0,-1 0-35 0 0,0-1 0 0 0,1 1 0 0 0,0-1 0 0 0,0 1 1 0 0,0-1-1 0 0,0 0 0 0 0,0 1 0 0 0,1-1 0 0 0,-1 0 1 0 0,1 0-1 0 0,0 0 0 0 0,0 0 0 0 0,0-1 0 0 0,0 1 1 0 0,1 0-1 0 0,-1-1 0 0 0,1 0 0 0 0,-1 1 0 0 0,6 2 1 0 0,99 62-602 0 0,-105-65 547 0 0,-2-1 52 0 0,0-1-1 0 0,0 0 1 0 0,0 1 0 0 0,0-1-1 0 0,1 0 1 0 0,-1 1 0 0 0,0-1-1 0 0,0 0 1 0 0,0 1 0 0 0,0-1-1 0 0,0 0 1 0 0,1 0 0 0 0,-1 1-1 0 0,0-1 1 0 0,0 0 0 0 0,1 0-1 0 0,-1 1 1 0 0,0-1 0 0 0,0 0-1 0 0,1 0 1 0 0,-1 0 0 0 0,0 1-1 0 0,0-1 1 0 0,1 0 0 0 0,-1 0-1 0 0,0 0 1 0 0,1 0 0 0 0,-1 0-1 0 0,0 0 1 0 0,1 1 0 0 0,-1-1-5 0 0,1 0 0 0 0,-1 0 0 0 0,1 0 0 0 0,-1 0 0 0 0,1 0 1 0 0,-1 1-1 0 0,1-1 0 0 0,-1 0 0 0 0,0 0 0 0 0,1 1 0 0 0,-1-1 1 0 0,1 0-1 0 0,-1 1 0 0 0,0-1 0 0 0,1 0 0 0 0,-1 1 0 0 0,0-1 1 0 0,0 0-1 0 0,1 1 0 0 0,-1-1 0 0 0,0 1 0 0 0,0-1 0 0 0,0 1 1 0 0,1-1-1 0 0,-1 1 0 0 0,0-1 0 0 0,0 0 0 0 0,0 1 0 0 0,0-1 0 0 0,0 1 1 0 0,0-1-1 0 0,0 1 0 0 0,0-1 0 0 0,0 1 0 0 0,0 0 0 0 0,-2 17-30 0 0,-2-11 18 0 0,-1-4 2 0 0,0 0 0 0 0,0 0 0 0 0,0 0 0 0 0,-1 0-1 0 0,1-1 1 0 0,-1 0 0 0 0,0 0 0 0 0,1-1 0 0 0,-11 2-1 0 0,8-2-13 0 0,-26 5-41 0 0,8-6 10 0 0,-85-6-198 0 0,104 6 31 0 0,0-1 0 0 0,0-1 0 0 0,0 1 0 0 0,1-1 0 0 0,-1-1 0 0 0,0 1 0 0 0,1-1 0 0 0,-1 0 0 0 0,1-1 0 0 0,0 1 0 0 0,0-1 0 0 0,0 0 0 0 0,1-1 0 0 0,-1 0 0 0 0,1 1 0 0 0,0-2 0 0 0,1 1 0 0 0,-1 0 0 0 0,1-1 0 0 0,0 0 0 0 0,0 0 0 0 0,-4-10 0 0 0,7 6-2117 0 0,-1-23-1651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8.6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1 137 3356 0 0,'6'-46'3017'0'0,"-2"19"545"0"0,0-36 0 0 0,3 130-2599 0 0,3 405-151 0 0,5-158-6274 0 0,-11-254 765 0 0,-1-35-376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9.0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39 100 2352 0 0,'3'-7'292'0'0,"0"0"-1"0"0,1 0 0 0 0,0 0 0 0 0,0 1 1 0 0,1 0-1 0 0,-1 0 0 0 0,2 0 1 0 0,-1 0-1 0 0,0 1 0 0 0,1 0 1 0 0,0 0-1 0 0,1 0 0 0 0,-1 1 1 0 0,1 0-1 0 0,11-5 0 0 0,-15 8-235 0 0,0 0-1 0 0,1 0 1 0 0,-1 0 0 0 0,0 1-1 0 0,1 0 1 0 0,-1 0-1 0 0,1 0 1 0 0,-1 0-1 0 0,0 0 1 0 0,1 1-1 0 0,-1-1 1 0 0,0 1 0 0 0,1 0-1 0 0,-1 0 1 0 0,0 0-1 0 0,0 1 1 0 0,0-1-1 0 0,4 3 1 0 0,0 0 7 0 0,0 1 0 0 0,0 0 0 0 0,0 1 1 0 0,8 8-1 0 0,-10-9 6 0 0,0 0 0 0 0,0 0-1 0 0,0 1 1 0 0,-1 0 0 0 0,0 0 0 0 0,0 0 0 0 0,-1 0 0 0 0,0 1 0 0 0,0-1-1 0 0,0 1 1 0 0,-1 0 0 0 0,0 0 0 0 0,0 0 0 0 0,-1 0 0 0 0,0 0 0 0 0,0 0 0 0 0,0 0-1 0 0,-1 0 1 0 0,0 1 0 0 0,-1-1 0 0 0,0 0 0 0 0,-1 8 0 0 0,-1-6-26 0 0,0 0 1 0 0,-1 0-1 0 0,0 0 1 0 0,0 0-1 0 0,0-1 1 0 0,-1 0-1 0 0,-1 0 1 0 0,1 0-1 0 0,-1-1 1 0 0,-1 0-1 0 0,1 0 1 0 0,-1 0-1 0 0,0-1 1 0 0,-1 0-1 0 0,1-1 1 0 0,-10 6-1 0 0,7-5-154 0 0,-1-1-1 0 0,1 0 0 0 0,-1 0 1 0 0,0-2-1 0 0,0 1 0 0 0,0-1 1 0 0,-1 0-1 0 0,1-1 0 0 0,-1-1 1 0 0,-22 1-1 0 0,32-3-55 0 0,0 1-1 0 0,0-1 1 0 0,0 1-1 0 0,0-1 1 0 0,0 1 0 0 0,-1-1-1 0 0,1 0 1 0 0,1 0-1 0 0,-1 0 1 0 0,0 0-1 0 0,0-1 1 0 0,0 1-1 0 0,-2-2 1 0 0,-4-11-3251 0 0,3-3-260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29.7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2860 0 0,'8'-1'450'0'0,"1"1"-1"0"0,-1 0 0 0 0,0 1 1 0 0,0 0-1 0 0,0 0 0 0 0,0 1 0 0 0,0 0 1 0 0,0 0-1 0 0,-1 1 0 0 0,11 5 1 0 0,-10-3-279 0 0,-1 1 0 0 0,0 0 1 0 0,0 1-1 0 0,0 0 0 0 0,-1 0 0 0 0,0 0 1 0 0,0 0-1 0 0,-1 1 0 0 0,0 0 1 0 0,0 0-1 0 0,-1 1 0 0 0,0-1 1 0 0,-1 1-1 0 0,1 0 0 0 0,-2 0 0 0 0,1 0 1 0 0,-1 1-1 0 0,-1-1 0 0 0,0 0 1 0 0,0 1-1 0 0,-1-1 0 0 0,-1 19 0 0 0,1-23-26 0 0,-1 0-1 0 0,0 1 1 0 0,0-1-1 0 0,0 0 0 0 0,-1 0 1 0 0,1 1-1 0 0,-1-1 1 0 0,0 0-1 0 0,-1-1 0 0 0,1 1 1 0 0,-1 0-1 0 0,0-1 0 0 0,0 0 1 0 0,-1 1-1 0 0,-4 4 1 0 0,6-7 891 0 0,-20-10-435 0 0,21-2-416 0 0,-2-7-73 0 0,5 3-234 0 0,1 0 0 0 0,1-1 0 0 0,0 1-1 0 0,1 1 1 0 0,1-1 0 0 0,0 1-1 0 0,1 0 1 0 0,0 0 0 0 0,1 1 0 0 0,15-20-1 0 0,-17 24-184 0 0,1 1 0 0 0,0-1 0 0 0,0 1 0 0 0,1 0 0 0 0,0 0 0 0 0,0 1 0 0 0,0 0 0 0 0,1 1 0 0 0,0 0 0 0 0,0 0 0 0 0,0 1 0 0 0,1 0 0 0 0,-1 1 0 0 0,1 0 0 0 0,0 0 0 0 0,16-2 0 0 0,-21 5 182 0 0,1 1 0 0 0,-1 0 0 0 0,1-1 0 0 0,-1 2 0 0 0,0-1 0 0 0,1 1 0 0 0,-1-1 0 0 0,0 1 0 0 0,0 1 0 0 0,0-1 0 0 0,6 5 0 0 0,-7-4 55 0 0,-2 0 14 0 0,7 12 68 0 0,-7-11 77 0 0,-1 0 11 0 0,1 12 21 0 0,-1-12 9 0 0,-2 0 28 0 0,-1 14 105 0 0,1-14-147 0 0,0 0-41 0 0,-3 12-2 0 0,3-11 51 0 0,0-2-69 0 0,0 0-20 0 0,0 0 0 0 0,1-1 0 0 0,0 1 0 0 0,-1-1 0 0 0,1 1 0 0 0,0 0 0 0 0,0-1 0 0 0,0 1 0 0 0,1-1 0 0 0,-1 1 0 0 0,2 4 0 0 0,-1-4 32 0 0,5-4-47 0 0,-4 1-20 0 0,3 0 34 0 0,0 0 0 0 0,0-1-1 0 0,1 1 1 0 0,-1-1 0 0 0,0-1 0 0 0,0 1 0 0 0,-1-1-1 0 0,1 1 1 0 0,0-1 0 0 0,0-1 0 0 0,-1 1-1 0 0,0-1 1 0 0,1 0 0 0 0,-1 0 0 0 0,0 0-1 0 0,6-6 1 0 0,-5 2 26 0 0,0-1 0 0 0,-1 0 0 0 0,0 0 0 0 0,5-13 0 0 0,-8 17-32 0 0,-7-19 124 0 0,5 22-121 0 0,0 0 1 0 0,0 0-1 0 0,0 0 0 0 0,0 0 1 0 0,0 0-1 0 0,0 1 1 0 0,0-1-1 0 0,0 0 1 0 0,0 0-1 0 0,0 1 0 0 0,-1-1 1 0 0,1 1-1 0 0,0-1 1 0 0,0 1-1 0 0,-1-1 1 0 0,1 1-1 0 0,0 0 0 0 0,-1 0 1 0 0,1 0-1 0 0,0 0 1 0 0,-2 0-1 0 0,0 0 24 0 0,0 1 1 0 0,0-1-1 0 0,0 1 0 0 0,0 0 1 0 0,0 0-1 0 0,0 0 0 0 0,0 1 1 0 0,1-1-1 0 0,-6 4 0 0 0,3-1 3 0 0,-1 0 0 0 0,0 1 1 0 0,1 0-1 0 0,0 0 0 0 0,0 1 0 0 0,1-1 0 0 0,-1 1 0 0 0,1 0 1 0 0,-5 12-1 0 0,6-12-35 0 0,0 1-1 0 0,0-1 1 0 0,1 1 0 0 0,0 0 0 0 0,0 0-1 0 0,1-1 1 0 0,0 1 0 0 0,0 1 0 0 0,1-1-1 0 0,-1 0 1 0 0,2 0 0 0 0,-1 0 0 0 0,1 0-1 0 0,0 0 1 0 0,0 0 0 0 0,4 10 0 0 0,-3-13-62 0 0,0-1 1 0 0,0 0 0 0 0,0 0 0 0 0,0-1 0 0 0,0 1 0 0 0,0 0 0 0 0,1-1-1 0 0,0 1 1 0 0,-1-1 0 0 0,1 0 0 0 0,0 0 0 0 0,0 0 0 0 0,5 2 0 0 0,-6-2-9 0 0,3 0-80 0 0,-1 0 0 0 0,1 1 0 0 0,-1-2 0 0 0,1 1 0 0 0,0 0 0 0 0,0-1 1 0 0,0 0-1 0 0,0 0 0 0 0,0-1 0 0 0,9 1 0 0 0,-2-2-280 0 0,0 1 0 0 0,0-1 0 0 0,18-5 0 0 0,-15 2-139 0 0,0-1 0 0 0,-1 0 0 0 0,1-1-1 0 0,-1 0 1 0 0,-1-1 0 0 0,1-1 0 0 0,-1 0-1 0 0,0-1 1 0 0,-1-1 0 0 0,0 1 0 0 0,13-16 0 0 0,-8 7-2142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0.1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160 39 2452 0 0,'0'0'830'0'0,"1"-4"-148"0"0,-1 2-575 0 0,0 0 1 0 0,0 0-1 0 0,0 1 0 0 0,0-1 1 0 0,0 0-1 0 0,-1 0 1 0 0,1 1-1 0 0,0-1 0 0 0,-1 0 1 0 0,1 1-1 0 0,-1-1 1 0 0,0 0-1 0 0,1 1 1 0 0,-1-1-1 0 0,0 1 0 0 0,0-1 1 0 0,-2-1-1 0 0,1 1 617 0 0,-2 2-606 0 0,0 0 0 0 0,0 1 0 0 0,-1 0 0 0 0,1 0 0 0 0,0 0 0 0 0,1 0 0 0 0,-1 1 0 0 0,0-1 0 0 0,0 1 0 0 0,1 0 0 0 0,-1 0 0 0 0,1 1 0 0 0,-1-1 0 0 0,1 1 0 0 0,-4 3 0 0 0,1 0 14 0 0,0 1 1 0 0,0-1-1 0 0,1 1 1 0 0,0 0-1 0 0,-8 16 1 0 0,12-20-78 0 0,-1 1-16 0 0,-2 14-25 0 0,3-15-27 0 0,0 1 0 0 0,1-1-1 0 0,0 1 1 0 0,-1-1 0 0 0,2 1-1 0 0,-1-1 1 0 0,0 1 0 0 0,1 0-1 0 0,-1-1 1 0 0,1 0 0 0 0,0 1-1 0 0,0-1 1 0 0,0 1 0 0 0,1-1-1 0 0,-1 0 1 0 0,1 0 0 0 0,3 5-1 0 0,3 3-36 0 0,0-1-1 0 0,0 0 1 0 0,12 10-1 0 0,-8-7-20 0 0,20 17-1 0 0,-30-28 22 0 0,-1-2 53 0 0,0 1-1 0 0,-1-1 0 0 0,1 1 0 0 0,0-1 0 0 0,0 1 0 0 0,-1-1 0 0 0,1 1 0 0 0,-1-1 1 0 0,1 1-1 0 0,0 0 0 0 0,-1-1 0 0 0,1 1 0 0 0,-1 0 0 0 0,1-1 0 0 0,-1 1 0 0 0,0 0 1 0 0,1 0-1 0 0,-1-1 0 0 0,0 1 0 0 0,0 0 0 0 0,1 0 0 0 0,-1 0 0 0 0,0 0 0 0 0,0-1 1 0 0,0 1-1 0 0,0 0 0 0 0,0 0 0 0 0,0 0 0 0 0,0 0 0 0 0,0 0 0 0 0,0-1 1 0 0,-1 1-1 0 0,1 0 0 0 0,0 0 0 0 0,0 0 0 0 0,-1-1 0 0 0,1 1 0 0 0,-1 0 0 0 0,1 0 1 0 0,0-1-1 0 0,-1 1 0 0 0,1 0 0 0 0,-1-1 0 0 0,0 1 0 0 0,1 0 0 0 0,-1-1 0 0 0,0 1 1 0 0,1-1-1 0 0,-1 1 0 0 0,0-1 0 0 0,1 0 0 0 0,-3 1 0 0 0,-70 5-145 0 0,69-6-21 0 0,-2 0-104 0 0,-18-1-195 0 0,19 1-170 0 0,0-2-221 0 0,2 0 500 0 0,-16-4-2329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0.5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9 164 3344 0 0,'0'0'4294'0'0,"3"1"-3951"0"0,4 0-200 0 0,1 0-1 0 0,-1 0 1 0 0,0-1 0 0 0,0 0-1 0 0,0 0 1 0 0,0-1-1 0 0,0 0 1 0 0,0 0-1 0 0,0-1 1 0 0,0 1-1 0 0,0-2 1 0 0,0 1-1 0 0,-1-1 1 0 0,1 0-1 0 0,-1 0 1 0 0,0-1 0 0 0,0 0-1 0 0,11-8 1 0 0,-11 5-62 0 0,1 0 0 0 0,-1 0 0 0 0,0 0 0 0 0,5-9 1 0 0,-10 13-33 0 0,-1-1-5 0 0,1-14-17 0 0,-1 15-42 0 0,0 0 1 0 0,-1 0 0 0 0,0 1-1 0 0,0-1 1 0 0,0 0 0 0 0,0 1-1 0 0,0-1 1 0 0,0 1 0 0 0,0-1-1 0 0,-1 1 1 0 0,1-1 0 0 0,-1 1-1 0 0,0 0 1 0 0,0 0 0 0 0,-2-2-1 0 0,2 2 33 0 0,0 0 10 0 0,1 1-1 0 0,-1 0 1 0 0,1-1 0 0 0,-1 1-1 0 0,0 0 1 0 0,1 0-1 0 0,-1 0 1 0 0,0 0-1 0 0,0 1 1 0 0,0-1-1 0 0,0 1 1 0 0,0-1-1 0 0,0 1 1 0 0,0-1 0 0 0,1 1-1 0 0,-1 0 1 0 0,0 0-1 0 0,0 0 1 0 0,0 0-1 0 0,0 0 1 0 0,0 1-1 0 0,0-1 1 0 0,0 0-1 0 0,0 1 1 0 0,0 0 0 0 0,0-1-1 0 0,0 1 1 0 0,-2 1-1 0 0,-2 1 70 0 0,0 0 1 0 0,0 1-1 0 0,0 0 0 0 0,0 0 1 0 0,-5 5-1 0 0,4-1-29 0 0,0-1 1 0 0,1 2-1 0 0,-1-1 0 0 0,2 1 1 0 0,-1 0-1 0 0,1 1 0 0 0,0-1 1 0 0,1 1-1 0 0,0 0 0 0 0,1 0 0 0 0,0 0 1 0 0,1 0-1 0 0,0 1 0 0 0,0-1 1 0 0,0 21-1 0 0,2-26-70 0 0,1 0 0 0 0,-1 1 0 0 0,1-1 0 0 0,0-1 0 0 0,0 1 1 0 0,0 0-1 0 0,1 0 0 0 0,3 8 0 0 0,-3-8-32 0 0,0-3-58 0 0,-1 1 0 0 0,1-1 0 0 0,-1 0 0 0 0,1 1 0 0 0,0-1 0 0 0,0 0 1 0 0,0 0-1 0 0,0 0 0 0 0,0 0 0 0 0,0-1 0 0 0,1 1 0 0 0,-1-1 0 0 0,1 1 0 0 0,-1-1 1 0 0,1 0-1 0 0,-1 0 0 0 0,7 2 0 0 0,-4-2-293 0 0,0 1 0 0 0,0-1 0 0 0,1-1-1 0 0,-1 1 1 0 0,0-1 0 0 0,1 1 0 0 0,-1-2 0 0 0,7 0 0 0 0,41-15-4204 0 0,-48 14 909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0.9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34 2256 0 0,'0'0'1266'0'0,"2"-4"-212"0"0,2-2-1184 0 0,10-14 3674 0 0,-13 20-3481 0 0,-1-1 0 0 0,1 1 0 0 0,-1 0 0 0 0,1-1-1 0 0,0 1 1 0 0,-1 0 0 0 0,1 0 0 0 0,-1 0 0 0 0,1-1 0 0 0,0 1-1 0 0,-1 0 1 0 0,1 0 0 0 0,0 0 0 0 0,-1 0 0 0 0,1 0-1 0 0,0 0 1 0 0,-1 0 0 0 0,1 0 0 0 0,0 0 0 0 0,-1 1-1 0 0,1-1 1 0 0,0 0 0 0 0,-1 0 0 0 0,1 0 0 0 0,0 1-1 0 0,-1-1 1 0 0,1 0 0 0 0,-1 1 0 0 0,1-1 0 0 0,-1 1 0 0 0,1-1-1 0 0,-1 0 1 0 0,1 1 0 0 0,-1-1 0 0 0,1 2 0 0 0,0 0-36 0 0,-1 0-1 0 0,0-1 1 0 0,1 1 0 0 0,-1 0 0 0 0,0 0 0 0 0,0-1 0 0 0,0 1 0 0 0,0 0 0 0 0,-1 0 0 0 0,0 2 0 0 0,1 0 129 0 0,0 1-40 0 0,-2 45 74 0 0,1-45-98 0 0,1 0 4 0 0,-6 45 213 0 0,5-45-264 0 0,0-2 14 0 0,-3 10 25 0 0,3-10 129 0 0,0 0-97 0 0,1-3-99 0 0,0 1-1 0 0,0-1 1 0 0,-1 1-1 0 0,1-1 0 0 0,0 0 1 0 0,0 1-1 0 0,0-1 1 0 0,-1 1-1 0 0,1-1 0 0 0,0 0 1 0 0,0 1-1 0 0,-1-1 1 0 0,1 1-1 0 0,0-1 0 0 0,-1 0 1 0 0,1 0-1 0 0,0 1 1 0 0,-1-1-1 0 0,1 0 1 0 0,-1 0-1 0 0,1 1 0 0 0,-1-1 1 0 0,1 0-1 0 0,0 0 1 0 0,-1 0-1 0 0,1 0 0 0 0,-1 1 1 0 0,1-1-1 0 0,-1 0 1 0 0,1 0-1 0 0,-1 0 0 0 0,1 0 1 0 0,-1 0-1 0 0,1 0 1 0 0,-1 0-1 0 0,1-1 0 0 0,0 1 1 0 0,-1 0-1 0 0,1 0 1 0 0,-1 0-1 0 0,1 0 0 0 0,-1-1 1 0 0,1 1-1 0 0,0 0 1 0 0,-1 0-1 0 0,1-1 0 0 0,-1 1 1 0 0,1 0-1 0 0,0 0 1 0 0,-1-1-1 0 0,1 1 0 0 0,0-1 1 0 0,-1 1-1 0 0,1 0 1 0 0,0-1-1 0 0,0 1 0 0 0,-1-1 1 0 0,-1-1 70 0 0,3-3-16 0 0,1-4-54 0 0,0-1 1 0 0,1 1-1 0 0,1 0 1 0 0,-1 0-1 0 0,2 0 1 0 0,-1 1-1 0 0,1 0 0 0 0,0-1 1 0 0,1 2-1 0 0,0-1 1 0 0,0 1-1 0 0,0-1 1 0 0,1 2-1 0 0,0-1 0 0 0,1 1 1 0 0,0 0-1 0 0,0 1 1 0 0,10-6-1 0 0,-17 11-17 0 0,30-12 27 0 0,-30 12-26 0 0,1-1 0 0 0,0 1 0 0 0,0 0 0 0 0,0-1 0 0 0,0 1 0 0 0,0 0-1 0 0,0 0 1 0 0,0 0 0 0 0,-1 1 0 0 0,1-1 0 0 0,0 0 0 0 0,0 1 0 0 0,0-1 0 0 0,0 1 0 0 0,-1 0 0 0 0,1 0 0 0 0,0-1 0 0 0,-1 1 0 0 0,1 0 0 0 0,2 2 0 0 0,0 1-5 0 0,0 0 0 0 0,0 1 0 0 0,0-1 1 0 0,0 1-1 0 0,-1 0 0 0 0,0 0 0 0 0,0 0 0 0 0,0 0 1 0 0,-1 1-1 0 0,1-1 0 0 0,-1 1 0 0 0,0 0 0 0 0,-1-1 1 0 0,2 11-1 0 0,0-4-23 0 0,20 92-3707 0 0,-21-100 2489 0 0,7 12-2801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1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12 210 2580 0 0,'1'-3'198'0'0,"54"-156"7466"0"0,-53 155-7223 0 0,10-30 1426 0 0,-9 27-1504 0 0,-2 4 623 0 0,-2 7-672 0 0,-35 141 815 0 0,21-91-1000 0 0,-17 103 1 0 0,31-79-842 0 0,1-74 481 0 0,10 14-348 0 0,-8-14 254 0 0,2-2-77 0 0,14 4-55 0 0,-14-5-68 0 0,2-1-48 0 0,-1-1 244 0 0,0 0 1 0 0,0-1-1 0 0,0 1 0 0 0,0-1 0 0 0,-1 0 0 0 0,1 0 1 0 0,0-1-1 0 0,-1 1 0 0 0,0-1 0 0 0,1 0 0 0 0,-1 0 1 0 0,0 0-1 0 0,0-1 0 0 0,5-6 0 0 0,-5 5-94 0 0,10-16-2558 0 0,-3-2-640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1.4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 86 2468 0 0,'-70'-14'6226'0'0,"66"13"-4954"0"0,7-1-1022 0 0,3-2-182 0 0,0 1 1 0 0,1 0-1 0 0,-1 0 1 0 0,1 0 0 0 0,0 1-1 0 0,13-3 1 0 0,57-9-393 0 0,-31 6-6 0 0,52-7-1577 0 0,-37 7-2285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3:31.8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1 2520 0 0,'0'0'2090'0'0,"-2"2"-1292"0"0,2 0-564 0 0,-2 1 634 0 0,0 1 1 0 0,0 0 0 0 0,0-1-1 0 0,1 1 1 0 0,0 0 0 0 0,-2 5-1 0 0,10-12-575 0 0,-6 3-222 0 0,0 0 1 0 0,-1 0 0 0 0,1 0-1 0 0,0 0 1 0 0,0-1 0 0 0,0 1-1 0 0,-1 0 1 0 0,1-1-1 0 0,0 1 1 0 0,0 0 0 0 0,0-1-1 0 0,-1 1 1 0 0,1-1 0 0 0,0 1-1 0 0,-1-1 1 0 0,2 0 0 0 0,5-9 212 0 0,-6 7-39 0 0,-5 3-229 0 0,0 1-43 0 0,0 0 1 0 0,0-1-1 0 0,0 2 1 0 0,0-1-1 0 0,0 0 0 0 0,0 1 1 0 0,-4 2-1 0 0,5-2 131 0 0,1 0-46 0 0,1-1-47 0 0,1-1 1 0 0,-1 1 0 0 0,1-1-1 0 0,0 1 1 0 0,-1-1 0 0 0,1 1-1 0 0,-1 0 1 0 0,1-1 0 0 0,0 1-1 0 0,0 0 1 0 0,-1-1-1 0 0,1 1 1 0 0,0 0 0 0 0,0-1-1 0 0,0 1 1 0 0,0 0 0 0 0,0-1-1 0 0,0 1 1 0 0,0 0 0 0 0,0-1-1 0 0,0 1 1 0 0,0 0 0 0 0,0 0-1 0 0,0-1 1 0 0,0 1 0 0 0,1 0-1 0 0,-1-1 1 0 0,0 1 0 0 0,0 0-1 0 0,1-1 1 0 0,-1 1 0 0 0,0-1-1 0 0,1 1 1 0 0,-1 0 0 0 0,1-1-1 0 0,-1 1 1 0 0,1-1 0 0 0,0 1-1 0 0,1 2 203 0 0,3-3-94 0 0,16 3 138 0 0,-16-5-269 0 0,15-3-862 0 0,-34-23-12976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04.8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229 14 4624 0 0,'0'0'2579'0'0,"-3"-2"-1677"0"0,-8-7-137 0 0,9 6 565 0 0,-3 4-792 0 0,-1 0-327 0 0,-1 1-1 0 0,1-1 1 0 0,0 1-1 0 0,0 1 1 0 0,1-1-1 0 0,-1 1 1 0 0,0 0 0 0 0,1 0-1 0 0,0 1 1 0 0,-1-1-1 0 0,-7 9 1 0 0,3-2 50 0 0,1 0 0 0 0,0 0-1 0 0,1 1 1 0 0,0 0 0 0 0,-8 14 0 0 0,4-1-87 0 0,1 0-1 0 0,0 1 1 0 0,2 0-1 0 0,1 1 0 0 0,-5 28 1 0 0,9-37-175 0 0,3 5 20 0 0,1-10 1 0 0,-1-5-73 0 0,1-1 0 0 0,0 0-1 0 0,0 1 1 0 0,1-1 0 0 0,-1 0 0 0 0,2 0 0 0 0,-1 1 0 0 0,1-1 0 0 0,-1 0 0 0 0,2 0 0 0 0,-1 0-1 0 0,1-1 1 0 0,0 1 0 0 0,0 0 0 0 0,0-1 0 0 0,1 0 0 0 0,0 0 0 0 0,0 0 0 0 0,0 0-1 0 0,7 5 1 0 0,-8-8-11 0 0,0 0-1 0 0,0-1 1 0 0,0 0-1 0 0,-1 0 1 0 0,1 0-1 0 0,1 0 1 0 0,-1 0-1 0 0,0-1 1 0 0,0 1-1 0 0,0-1 1 0 0,0 0 0 0 0,5 0-1 0 0,-3 0-21 0 0,0 0 66 0 0,0 0-1 0 0,0-1 1 0 0,0 0-1 0 0,1 0 1 0 0,-1 0-1 0 0,0-1 0 0 0,-1 0 1 0 0,1 1-1 0 0,0-2 1 0 0,0 1-1 0 0,-1 0 1 0 0,7-6-1 0 0,-1 1 108 0 0,1-2-1 0 0,-1 1 1 0 0,12-15 0 0 0,-14 13-18 0 0,0 0 1 0 0,0-1-1 0 0,-1 0 1 0 0,0-1 0 0 0,-1 0-1 0 0,0 0 1 0 0,-1 0-1 0 0,-1-1 1 0 0,0 1 0 0 0,4-21-1 0 0,-5 15-37 0 0,-1-1-1 0 0,-1 1 1 0 0,0-1-1 0 0,-1 1 1 0 0,-2-1-1 0 0,-5-32 1 0 0,6 45-75 0 0,-2-1 1 0 0,1 1-1 0 0,-1-1 1 0 0,0 1-1 0 0,0 0 1 0 0,-1 0-1 0 0,1 0 1 0 0,-1 0-1 0 0,-1 1 1 0 0,-8-9-1 0 0,10 11-167 0 0,-2 3-72 0 0,1 0 156 0 0,0 0 1 0 0,0 1-1 0 0,-1-1 0 0 0,1 1 1 0 0,0 0-1 0 0,0 0 1 0 0,0 1-1 0 0,0-1 1 0 0,0 1-1 0 0,0 0 1 0 0,1 0-1 0 0,-1 1 1 0 0,0-1-1 0 0,1 0 1 0 0,0 1-1 0 0,-1 0 0 0 0,1 0 1 0 0,-3 4-1 0 0,-1 2-1004 0 0,-1 0 0 0 0,2 1 0 0 0,-1 0-1 0 0,1 0 1 0 0,-9 22 0 0 0,7-10-3638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05.4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35 5581 0 0,'0'0'4563'0'0,"-2"-3"-3959"0"0,2 2-559 0 0,0 0 0 0 0,-1 0 0 0 0,1 1 0 0 0,0-1 0 0 0,-1 0 0 0 0,1 0 0 0 0,-1 1 0 0 0,1-1 0 0 0,-1 1 0 0 0,1-1 0 0 0,-1 0 1 0 0,1 1-1 0 0,-1-1 0 0 0,0 1 0 0 0,1-1 0 0 0,-1 1 0 0 0,0-1 0 0 0,0 1 0 0 0,1 0 0 0 0,-1-1 0 0 0,0 1 0 0 0,0 0 0 0 0,1 0 0 0 0,-1 0 0 0 0,0-1 0 0 0,0 1 1 0 0,0 0-1 0 0,1 0 0 0 0,-1 0 0 0 0,0 0 0 0 0,0 0 0 0 0,0 0 0 0 0,1 1 0 0 0,-1-1 0 0 0,0 0 0 0 0,0 0 0 0 0,0 1 0 0 0,1-1 0 0 0,-1 0 0 0 0,0 1 1 0 0,0-1-1 0 0,1 0 0 0 0,-1 1 0 0 0,0-1 0 0 0,1 1 0 0 0,-1 0 0 0 0,1-1 0 0 0,-1 1 0 0 0,0 0 0 0 0,-10 9 29 0 0,9-7 20 0 0,0 0-65 0 0,1 0-51 0 0,0 0 0 0 0,1 0 0 0 0,-1 0 0 0 0,0 0 0 0 0,1 0-1 0 0,0 0 1 0 0,0 0 0 0 0,0 0 0 0 0,1 5 0 0 0,-1-4-53 0 0,9 0-99 0 0,-8-4 176 0 0,-1 0 0 0 0,1 1 0 0 0,-1-1 0 0 0,1 0 0 0 0,-1 1 0 0 0,1-1 0 0 0,-1 0 0 0 0,1 0 0 0 0,-1 1 0 0 0,1-1 0 0 0,0 0 0 0 0,-1 0 1 0 0,1 0-1 0 0,-1 0 0 0 0,1 0 0 0 0,0 0 0 0 0,-1 0 0 0 0,1 0 0 0 0,-1 0 0 0 0,1 0 0 0 0,-1 0 0 0 0,1 0 0 0 0,0 0 0 0 0,-1-1 0 0 0,1 1 0 0 0,-1 0 0 0 0,2-1 0 0 0,-1 0 2 0 0,32-16 440 0 0,-32 16-418 0 0,1 0 0 0 0,0 0 0 0 0,-1 0 0 0 0,1 0 0 0 0,-1-1 0 0 0,1 1 0 0 0,-1 0 0 0 0,0-1 0 0 0,1 1 0 0 0,-1-1 0 0 0,0 0 0 0 0,0 0 1 0 0,0 1-1 0 0,0-1 0 0 0,-1 0 0 0 0,1 0 0 0 0,0 0 0 0 0,-1 0 0 0 0,1-2 79 0 0,0 0-8 0 0,1-3-89 0 0,-2 6 6 0 0,0 1 0 0 0,0 0 0 0 0,0 0 0 0 0,0-1 0 0 0,0 1 0 0 0,0 0 0 0 0,0 0 0 0 0,0-1 0 0 0,0 1 0 0 0,0 0 1 0 0,0-1-1 0 0,0 1 0 0 0,0 0 0 0 0,0 0 0 0 0,0-1 0 0 0,0 1 0 0 0,0 0 0 0 0,0-1 0 0 0,0 1 0 0 0,0 0 0 0 0,0 0 0 0 0,0-1 0 0 0,0 1 0 0 0,-1 0 0 0 0,1 0 0 0 0,0-1 0 0 0,0 1 0 0 0,0 0 0 0 0,0 0 0 0 0,-1 0 0 0 0,1-1 0 0 0,0 1 0 0 0,0 0 0 0 0,-1 0 0 0 0,-19 4-11 0 0,18-3-16 0 0,0 1-1 0 0,1-1 1 0 0,-1 1-1 0 0,1-1 1 0 0,-1 1 0 0 0,1 0-1 0 0,-1-1 1 0 0,1 1-1 0 0,0 0 1 0 0,0 0 0 0 0,0 0-1 0 0,0 0 1 0 0,-1 4-1 0 0,1-4 19 0 0,0 1-66 0 0,3-1-180 0 0,8 5 241 0 0,-7-5 43 0 0,20-5 167 0 0,-22 2-173 0 0,-1 0 0 0 0,1 0 0 0 0,0 1-1 0 0,0-1 1 0 0,-1 0 0 0 0,1 0 0 0 0,0 0 0 0 0,0 0 0 0 0,0 1 0 0 0,0-1-1 0 0,0 0 1 0 0,1 1 0 0 0,-1-1 0 0 0,2 0 0 0 0,-2 1-18 0 0,0-1 1 0 0,1 1-1 0 0,-1-1 1 0 0,0 1-1 0 0,0-1 1 0 0,0 0-1 0 0,0 1 0 0 0,0-1 1 0 0,0 0-1 0 0,0 0 1 0 0,0 0-1 0 0,0 0 1 0 0,0 0-1 0 0,0 0 1 0 0,0-1 52 0 0,1-2-70 0 0,-1 3-110 0 0,-1 1 0 0 0,1-1 0 0 0,-1 0-1 0 0,1 0 1 0 0,-1 0 0 0 0,0 0-1 0 0,1 0 1 0 0,-1 0 0 0 0,0 0 0 0 0,0 0-1 0 0,0-1 1 0 0,0 1 0 0 0,1 0-1 0 0,-1 0 1 0 0,-1 0 0 0 0,1 0 0 0 0,0 0-1 0 0,0 0 1 0 0,0 0 0 0 0,-1 0-1 0 0,1 0 1 0 0,0 0 0 0 0,-1 0 0 0 0,1 0-1 0 0,-1 0 1 0 0,0-1 0 0 0,-1-1-781 0 0,-2 5-1677 0 0,-1-1 2048 0 0,-15 6-3165 0 0,7 1-817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06.7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248 27 3836 0 0,'0'0'2276'0'0,"0"-4"-1471"0"0,-1-14-117 0 0,1 14 1820 0 0,-11 4-2030 0 0,10-1-430 0 0,-1 1 0 0 0,1 0-1 0 0,-1 0 1 0 0,1 0 0 0 0,0 0 0 0 0,-1 0 0 0 0,1 1 0 0 0,0-1 0 0 0,-1 0-1 0 0,1 1 1 0 0,0-1 0 0 0,-1 1 0 0 0,1-1 0 0 0,0 1 0 0 0,-1-1-1 0 0,1 1 1 0 0,0 0 0 0 0,0 0 0 0 0,0 0 0 0 0,0-1 0 0 0,0 1 0 0 0,0 0-1 0 0,0 0 1 0 0,0 1 0 0 0,0-1 0 0 0,0 0 0 0 0,1 0 0 0 0,-2 2-1 0 0,-22 32 280 0 0,1 1 0 0 0,2 0 0 0 0,2 2-1 0 0,1 0 1 0 0,2 1 0 0 0,-21 81-1 0 0,36-115-332 0 0,0 1-1 0 0,0-1 0 0 0,1 1 1 0 0,0-1-1 0 0,0 0 1 0 0,2 11-1 0 0,-2-12-11 0 0,1 0-48 0 0,0-3 56 0 0,-1 0 1 0 0,1 1 0 0 0,0-1-1 0 0,-1 0 1 0 0,1 1 0 0 0,-1-1 0 0 0,1 0-1 0 0,-1 1 1 0 0,0-1 0 0 0,1 1-1 0 0,-1-1 1 0 0,0 3 0 0 0,0-1-11 0 0,1 1-43 0 0,0-4 60 0 0,-1 0 0 0 0,0 0 0 0 0,0 0 0 0 0,1 0 0 0 0,-1 0 0 0 0,0 1-1 0 0,1-1 1 0 0,-1 0 0 0 0,0 0 0 0 0,1 0 0 0 0,-1 0 0 0 0,0 0 0 0 0,0 0 0 0 0,1 1 0 0 0,-1-1-1 0 0,0 0 1 0 0,0 0 0 0 0,1 0 0 0 0,-1 1 0 0 0,0-1 0 0 0,0 0 0 0 0,0 0 0 0 0,1 1 0 0 0,-1-1-1 0 0,0 0 1 0 0,0 1 0 0 0,0-1 0 0 0,0 0 0 0 0,0 0 0 0 0,0 1 0 0 0,1-1 0 0 0,-1 1-4 0 0,0 0 1 0 0,0-1 0 0 0,0 1-1 0 0,1 0 1 0 0,-1-1 0 0 0,0 1-1 0 0,1-1 1 0 0,-1 1-1 0 0,1-1 1 0 0,-1 1 0 0 0,1-1-1 0 0,-1 1 1 0 0,1-1 0 0 0,-1 1-1 0 0,1-1 1 0 0,-1 0 0 0 0,1 1-1 0 0,-1-1 1 0 0,1 0 0 0 0,0 1-1 0 0,-1-1 1 0 0,1 0 0 0 0,1 1-1 0 0,12 2-15 0 0,-10-2 36 0 0,0-2-40 0 0,2 0 49 0 0,0-1-1 0 0,0 1 1 0 0,0-1-1 0 0,0-1 1 0 0,-1 1-1 0 0,1-1 1 0 0,-1 0-1 0 0,0 0 1 0 0,0-1-1 0 0,0 1 1 0 0,0-1-1 0 0,0 0 0 0 0,-1-1 1 0 0,0 1-1 0 0,0-1 1 0 0,0 0-1 0 0,0 1 1 0 0,-1-2-1 0 0,0 1 1 0 0,4-10-1 0 0,-4 10 0 0 0,0-1 0 0 0,0 1 0 0 0,-1-1 0 0 0,0 1 0 0 0,0-1 0 0 0,-1 0 0 0 0,0 0 0 0 0,0 0 0 0 0,0 0 0 0 0,0 0 0 0 0,-1 0 0 0 0,0 0 0 0 0,-1 0 0 0 0,1 0 0 0 0,-1 0 0 0 0,0 0 0 0 0,-4-10 0 0 0,5 14-32 0 0,-1 1 0 0 0,-1-1 0 0 0,1 1 0 0 0,0-1 0 0 0,0 1 0 0 0,-1 0 1 0 0,1-1-1 0 0,0 1 0 0 0,-1 0 0 0 0,1 0 0 0 0,-1 0 0 0 0,0 0 0 0 0,1 0 0 0 0,-1 0 1 0 0,0 1-1 0 0,0-1 0 0 0,1 0 0 0 0,-5 0 0 0 0,2 0-80 0 0,-1 0 0 0 0,1 1 1 0 0,-1-1-1 0 0,0 1 0 0 0,1 0 0 0 0,-1 0 0 0 0,-6 1 1 0 0,5 0-62 0 0,-1 0-41 0 0,0 0 1 0 0,1 1-1 0 0,-1-1 1 0 0,1 1 0 0 0,-1 1-1 0 0,1-1 1 0 0,0 1-1 0 0,0 0 1 0 0,-11 8-1 0 0,4 1-1394 0 0,1 1 0 0 0,-13 18 0 0 0,23-28-905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08.2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249 117 3468 0 0,'14'-37'4345'0'0,"-13"33"-3635"0"0,-2 0-59 0 0,-7-35 1283 0 0,6 36-1596 0 0,-1 0-36 0 0,-5-2-56 0 0,-1 0 1 0 0,0 1-1 0 0,1 0 0 0 0,-15-3 1 0 0,19 6-9 0 0,-1 1 16 0 0,-5 1-95 0 0,0 0 0 0 0,0 0 0 0 0,1 1 0 0 0,-1 0 1 0 0,-16 7-1 0 0,21-7-125 0 0,0 0 0 0 0,0 0 1 0 0,1 1-1 0 0,-1 0 1 0 0,0 0-1 0 0,1 0 0 0 0,0 1 1 0 0,0-1-1 0 0,0 1 1 0 0,0 0-1 0 0,0 0 0 0 0,1 1 1 0 0,0-1-1 0 0,-3 6 1 0 0,4-6-38 0 0,0 0 1 0 0,0 0-1 0 0,1 0 1 0 0,0 0-1 0 0,0 1 1 0 0,0-1-1 0 0,1 0 1 0 0,-1 1 0 0 0,1-1-1 0 0,0 0 1 0 0,0 1-1 0 0,1-1 1 0 0,-1 1-1 0 0,1-1 1 0 0,0 0-1 0 0,2 7 1 0 0,0-3-62 0 0,0 0 0 0 0,1 0 1 0 0,0-1-1 0 0,0 0 0 0 0,1 0 0 0 0,0 0 1 0 0,0 0-1 0 0,8 8 0 0 0,10 6-363 0 0,2 0 0 0 0,37 24 0 0 0,-34-26-249 0 0,34 30 1 0 0,-59-46 489 0 0,-2-3 174 0 0,-1 0 0 0 0,1 1 0 0 0,-1-1-1 0 0,1 0 1 0 0,-1 0 0 0 0,0 1 0 0 0,1-1 0 0 0,-1 0 0 0 0,0 1-1 0 0,1-1 1 0 0,-1 0 0 0 0,0 1 0 0 0,1-1 0 0 0,-1 1 0 0 0,0-1-1 0 0,0 0 1 0 0,1 1 0 0 0,-1-1 0 0 0,0 1 0 0 0,0-1-1 0 0,0 1 1 0 0,0-1 0 0 0,0 1 0 0 0,1-1 0 0 0,-1 1 0 0 0,0 0 2 0 0,0-1 0 0 0,0 1 1 0 0,0-1-1 0 0,0 1 1 0 0,0-1-1 0 0,0 1 0 0 0,0-1 1 0 0,1 1-1 0 0,-1-1 0 0 0,0 0 1 0 0,0 1-1 0 0,0-1 0 0 0,1 1 1 0 0,-1-1-1 0 0,0 0 1 0 0,1 1-1 0 0,-1-1 0 0 0,0 0 1 0 0,1 1-1 0 0,-1-1 0 0 0,0 0 1 0 0,1 1-1 0 0,-1-1 1 0 0,1 0-1 0 0,0 1 0 0 0,-7 18 109 0 0,4-17-45 0 0,0 0-1 0 0,0 0 1 0 0,-1 0-1 0 0,1-1 1 0 0,0 1-1 0 0,-1 0 1 0 0,1-1-1 0 0,-1 0 1 0 0,1 0 0 0 0,-1 1-1 0 0,0-2 1 0 0,1 1-1 0 0,-1 0 1 0 0,-4 0-1 0 0,0 1 110 0 0,-1 0-1 0 0,0 0 0 0 0,1-1 0 0 0,-1 0 1 0 0,0 0-1 0 0,-13-1 0 0 0,15-1-97 0 0,-17 3 334 0 0,-2-5-71 0 0,18 2-166 0 0,-4 0-13 0 0,0-2-1 0 0,0 1 1 0 0,0-1-1 0 0,1-1 1 0 0,-1 0 0 0 0,1 0-1 0 0,0-1 1 0 0,0 0-1 0 0,-9-7 1 0 0,18 11-134 0 0,0 0 0 0 0,0 1 0 0 0,0-1 0 0 0,1 0 0 0 0,-1 0 0 0 0,0 0 0 0 0,1 1 0 0 0,-1-1 0 0 0,0 0 0 0 0,1 0 0 0 0,-1 0 0 0 0,1 0 0 0 0,-1 0 0 0 0,1 0 0 0 0,0 0 0 0 0,-1-2 0 0 0,0 0 5 0 0,-1-1-10 0 0,3-1-32 0 0,0-4-10 0 0,0 1 1 0 0,1 0 0 0 0,0 0 0 0 0,1 0-1 0 0,0 1 1 0 0,0-1 0 0 0,0 0-1 0 0,1 1 1 0 0,0 0 0 0 0,1 0-1 0 0,0 0 1 0 0,0 1 0 0 0,0-1 0 0 0,13-10-1 0 0,12-10-358 0 0,63-44 0 0 0,-39 33 142 0 0,-24 12-32 0 0,-27 23 222 0 0,-1 1 28 0 0,5-9 0 0 0,-6 8 6 0 0,-3 1 11 0 0,0 0-3 0 0,0 0 0 0 0,0 1-1 0 0,0-1 1 0 0,-1 1 0 0 0,1 0 0 0 0,-1 0 0 0 0,1 0 0 0 0,0 0-1 0 0,-1 0 1 0 0,0 0 0 0 0,1 1 0 0 0,-1-1 0 0 0,1 1-1 0 0,-1-1 1 0 0,-4 1 0 0 0,-38 7-2237 0 0,41-6 1421 0 0,20 21-9534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08.6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295 35 4144 0 0,'0'0'3672'0'0,"-3"-2"-2796"0"0,0 1-684 0 0,-1-1 0 0 0,1 0-1 0 0,0 1 1 0 0,-1 0 0 0 0,1 0 0 0 0,0 0-1 0 0,-1 0 1 0 0,1 0 0 0 0,-1 1 0 0 0,0-1-1 0 0,1 1 1 0 0,-1 0 0 0 0,1 0 0 0 0,-7 2-1 0 0,-2-1-17 0 0,1 0-1 0 0,0 2 0 0 0,-1-1 1 0 0,1 2-1 0 0,0-1 0 0 0,0 1 1 0 0,1 1-1 0 0,-1 0 1 0 0,-17 12-1 0 0,25-15-149 0 0,1 0 1 0 0,-1 1-1 0 0,0-1 0 0 0,1 1 0 0 0,0 0 1 0 0,0 0-1 0 0,0 0 0 0 0,0 0 1 0 0,0 0-1 0 0,1 0 0 0 0,-1 0 1 0 0,1 0-1 0 0,-2 5 0 0 0,2-5-11 0 0,0 0-19 0 0,1 1 0 0 0,-1-1 0 0 0,1 1-1 0 0,-1 0 1 0 0,1-1 0 0 0,0 1 0 0 0,0 0 0 0 0,1-1-1 0 0,-1 1 1 0 0,1 0 0 0 0,0-1 0 0 0,2 7-1 0 0,-2-7-25 0 0,2 7-39 0 0,1-1 1 0 0,0 1-1 0 0,1-1 1 0 0,0 0-1 0 0,1 0 1 0 0,-1 0-1 0 0,2-1 1 0 0,-1 0-1 0 0,16 14 1 0 0,8 12-347 0 0,-26-30 398 0 0,-1 0-15 0 0,1 0-1 0 0,-1 0 0 0 0,0 0 0 0 0,0 0 1 0 0,0 1-1 0 0,0-1 0 0 0,-1 1 1 0 0,0-1-1 0 0,0 1 0 0 0,0 0 1 0 0,-1 0-1 0 0,1 0 0 0 0,-1 0 1 0 0,0 6-1 0 0,-2-9 66 0 0,0 0 0 0 0,0 0 0 0 0,0 0 0 0 0,-1 0-1 0 0,1 0 1 0 0,-1 0 0 0 0,0 0 0 0 0,1-1 0 0 0,-1 1 0 0 0,0-1 0 0 0,0 1-1 0 0,0-1 1 0 0,0 0 0 0 0,0 1 0 0 0,0-1 0 0 0,-4 1 0 0 0,0 1 99 0 0,0 0-1 0 0,0-1 1 0 0,-1 0 0 0 0,1 0 0 0 0,0 0 0 0 0,-1-1-1 0 0,-8 1 1 0 0,9-1-78 0 0,-2 0 112 0 0,1 1 1 0 0,-1-1-1 0 0,0-1 0 0 0,1 1 1 0 0,-1-1-1 0 0,0-1 1 0 0,0 0-1 0 0,1 0 0 0 0,-1 0 1 0 0,1-1-1 0 0,-1 0 0 0 0,-9-4 1 0 0,14 5-31 0 0,1-3-18 0 0,1 0-96 0 0,0-1 0 0 0,1 1 1 0 0,-1 0-1 0 0,1 0 0 0 0,0 0 0 0 0,0 0 0 0 0,0 0 1 0 0,1-1-1 0 0,-1 1 0 0 0,1 0 0 0 0,0 0 1 0 0,1 0-1 0 0,-1 0 0 0 0,0 0 0 0 0,1 1 1 0 0,0-1-1 0 0,0 0 0 0 0,0 1 0 0 0,3-4 1 0 0,9-13 25 0 0,0 1 0 0 0,20-20 0 0 0,-7 9-64 0 0,-6 9-339 0 0,-1-1 0 0 0,-1-1 1 0 0,31-50-1 0 0,-49 71 78 0 0,0-1 1 0 0,-1 1 0 0 0,1-1 0 0 0,-1 0-1 0 0,0 1 1 0 0,1-1 0 0 0,-1 0 0 0 0,0 1-1 0 0,0-1 1 0 0,-1 0 0 0 0,1 1 0 0 0,-1-1-1 0 0,1 0 1 0 0,-1 1 0 0 0,0-1 0 0 0,0 1-1 0 0,0-1 1 0 0,0 1 0 0 0,0 0-1 0 0,-1-1 1 0 0,1 1 0 0 0,-1 0 0 0 0,1 0-1 0 0,-1 0 1 0 0,0 0 0 0 0,0 0 0 0 0,0 0-1 0 0,0 0 1 0 0,0 1 0 0 0,0-1 0 0 0,-1 1-1 0 0,1 0 1 0 0,-4-2 0 0 0,-15-8-5202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5.1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94 3468 0 0,'0'0'1452'0'0,"0"-4"-141"0"0,6-61 5801 0 0,-5 61-5334 0 0,-1-1-1313 0 0,3-10 253 0 0,1 27 486 0 0,0 45-693 0 0,-4 4-495 0 0,10 280 481 0 0,-9-337-529 0 0,-2-3-194 0 0,1-1 47 0 0,0 1 1 0 0,0 0 0 0 0,0 0-1 0 0,0-1 1 0 0,0 1-1 0 0,0 0 1 0 0,0-1-1 0 0,0 1 1 0 0,0 0 0 0 0,0 0-1 0 0,0-1 1 0 0,0 1-1 0 0,1 0 1 0 0,-1-1-1 0 0,0 1 1 0 0,0 0 0 0 0,1-1-1 0 0,-1 1 1 0 0,0 0-1 0 0,1-1 1 0 0,-1 1-1 0 0,1-1 1 0 0,-1 1-1 0 0,1-1 1 0 0,-1 1 0 0 0,2 0-1 0 0,11-8-4132 0 0,-11 6 4900 0 0,-1 0-768 0 0,-1 1 0 0 0,1-1 0 0 0,0 1-1 0 0,0-1 1 0 0,-1 0 0 0 0,1 0 0 0 0,0 1-1 0 0,-1-1 1 0 0,1 0 0 0 0,-1 0 0 0 0,1 0-1 0 0,-1 1 1 0 0,1-1 0 0 0,-1 0 0 0 0,0 0 0 0 0,0 0-1 0 0,1 0 1 0 0,-1 0 0 0 0,0 0 0 0 0,0-2-1 0 0,1 1-736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5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138 2 2900 0 0,'-106'12'6213'0'0,"101"-11"-5359"0"0,1-1-497 0 0,-14 2-102 0 0,14-2 520 0 0,9 1-756 0 0,46 2 84 0 0,0-3 1 0 0,78-9-1 0 0,-16 1-52 0 0,45 5-118 0 0,-92 3-2998 0 0,-35 0-399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6.1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32 4080 0 0,'-4'-7'312'0'0,"-8"-16"7759"0"0,12 23-8004 0 0,0-1 1 0 0,0 1-1 0 0,0 0 0 0 0,0 0 0 0 0,0 0 1 0 0,0 0-1 0 0,-1 0 0 0 0,1 0 1 0 0,0 0-1 0 0,0 0 0 0 0,0 0 0 0 0,0 0 1 0 0,0 0-1 0 0,0 0 0 0 0,-1 0 1 0 0,1-1-1 0 0,0 1 0 0 0,0 0 0 0 0,0 0 1 0 0,0 0-1 0 0,0 0 0 0 0,-1 0 1 0 0,1 0-1 0 0,0 0 0 0 0,0 1 0 0 0,0-1 1 0 0,0 0-1 0 0,0 0 0 0 0,-1 0 0 0 0,1 0 1 0 0,0 0-1 0 0,0 0 0 0 0,0 0 1 0 0,0 0-1 0 0,0 0 0 0 0,0 0 0 0 0,0 0 1 0 0,-1 0-1 0 0,1 1 0 0 0,0-1 1 0 0,0 0-1 0 0,0 0 0 0 0,0 0 0 0 0,0 0 1 0 0,0 0-1 0 0,0 0 0 0 0,0 0 1 0 0,0 1-1 0 0,-5 18-690 0 0,-1 39 693 0 0,2 0-1 0 0,7 105 1 0 0,0-136-350 0 0,0-2-1372 0 0,0 43 0 0 0,3-50 114 0 0,-4-14 1210 0 0,-1 0-867 0 0,12 6-3674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6.4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92 3044 0 0,'0'0'1361'0'0,"-1"-4"-173"0"0,0 1-645 0 0,-1 1 0 0 0,1-1 0 0 0,0 0 0 0 0,1 0 0 0 0,-1 0 0 0 0,0 0 0 0 0,1 0 0 0 0,0 0 0 0 0,0 0 0 0 0,0-3 0 0 0,6-7-688 0 0,-4 11 210 0 0,3 1-95 0 0,38-11 7 0 0,74-9 1 0 0,-113 20-357 0 0,1 0-213 0 0,17 0-362 0 0,-17 0-350 0 0,21 3-6838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6.7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47 3224 0 0,'0'0'1609'0'0,"-3"2"-225"0"0,3-2-1307 0 0,0 0-1 0 0,0 0 0 0 0,0 0 1 0 0,1 0-1 0 0,-1 0 1 0 0,0 0-1 0 0,0 0 0 0 0,0 0 1 0 0,0 0-1 0 0,0 0 1 0 0,0 1-1 0 0,0-1 0 0 0,0 0 1 0 0,0 0-1 0 0,0 0 1 0 0,0 0-1 0 0,1 0 0 0 0,-1 0 1 0 0,0 0-1 0 0,0 1 1 0 0,0-1-1 0 0,0 0 0 0 0,0 0 1 0 0,0 0-1 0 0,0 0 1 0 0,0 0-1 0 0,0 1 0 0 0,0-1 1 0 0,0 0-1 0 0,0 0 1 0 0,0 0-1 0 0,0 0 0 0 0,0 0 1 0 0,0 0-1 0 0,0 1 1 0 0,-1-1-1 0 0,1 0 0 0 0,0 0 1 0 0,0 0-1 0 0,0 0 0 0 0,0 0 1 0 0,0 0-1 0 0,0 0 1 0 0,0 0-1 0 0,0 1 0 0 0,0-1 1 0 0,0 0-1 0 0,-1 0 1 0 0,1 0-1 0 0,0 0 0 0 0,0 0 1 0 0,0 0-1 0 0,0 0 1 0 0,0 0-1 0 0,0 0 0 0 0,-1 0 1 0 0,1 0-1 0 0,0 0 1 0 0,0 0-1 0 0,21 1 1293 0 0,47-6-1682 0 0,-55 4 750 0 0,146-19-800 0 0,-48-2-6154 0 0,-84 16 1143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7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6 2244 0 0,'-5'0'1702'0'0,"-17"0"-279"0"0,17 0-269 0 0,1 0-208 0 0,-14 0-121 0 0,14 0 2526 0 0,8 1-3300 0 0,22 0-146 0 0,38-2 1 0 0,-2-5-4451 0 0,-57 6 1993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7.6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25 4340 0 0,'0'-4'1483'0'0,"0"-16"8401"0"0,-1 24-9802 0 0,-2 37-104 0 0,2 0-1 0 0,1 0 1 0 0,7 43-1 0 0,2-10-3728 0 0,-8-70 2577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7.8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78 2920 0 0,'0'0'4473'0'0,"-2"-3"-3845"0"0,-3-8-96 0 0,3 8-89 0 0,5 2-75 0 0,12-6-83 0 0,0 1 0 0 0,0 1 1 0 0,0 0-1 0 0,1 1 0 0 0,18-2 0 0 0,89-9-377 0 0,-103 13 4 0 0,-5 0-77 0 0,34-2-2001 0 0,-12 1-2176 0 0,-14 2 160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8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0 2988 0 0,'-3'3'1448'0'0,"2"-2"-1149"0"0,0 0 0 0 0,0 0-1 0 0,0 0 1 0 0,0 0 0 0 0,0 0 0 0 0,1 0-1 0 0,-1 0 1 0 0,0 0 0 0 0,1 0-1 0 0,-1 0 1 0 0,1 1 0 0 0,-1-1-1 0 0,1 0 1 0 0,-1 0 0 0 0,1 1 0 0 0,0-1-1 0 0,0 0 1 0 0,0 3 0 0 0,1 6-517 0 0,0-6 613 0 0,4-2-65 0 0,15 3-139 0 0,0-1 1 0 0,1-1-1 0 0,-1 0 0 0 0,1-2 0 0 0,28 0 1 0 0,108-15-571 0 0,-151 13 343 0 0,75-14-1958 0 0,-29-3-2599 0 0,-30 8-132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8.4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11 3556 0 0,'0'0'4381'0'0,"-1"-3"-3315"0"0,1 3-977 0 0,0 0-1 0 0,0-1 0 0 0,0 1 0 0 0,0 0 0 0 0,0 0 0 0 0,0-1 0 0 0,0 1 0 0 0,0 0 0 0 0,0-1 0 0 0,-1 1 0 0 0,1 0 0 0 0,0 0 0 0 0,0-1 0 0 0,0 1 0 0 0,0 0 0 0 0,0 0 0 0 0,0-1 0 0 0,0 1 0 0 0,-1 0 0 0 0,1 0 0 0 0,0-1 0 0 0,0 1 0 0 0,0 0 1 0 0,-1 0-1 0 0,1 0 0 0 0,0-1 0 0 0,0 1 0 0 0,-1 0 0 0 0,1 0 0 0 0,0 0 0 0 0,0 0 0 0 0,-1 0 0 0 0,1-1 0 0 0,0 1 0 0 0,0 0 0 0 0,-1 0 0 0 0,1 0 0 0 0,0 0 0 0 0,-1 0 0 0 0,1 0 0 0 0,0 0 0 0 0,0 0 0 0 0,-1 0 0 0 0,1 0 0 0 0,0 0 0 0 0,-1 0 0 0 0,1 1 1 0 0,-7 17 1102 0 0,4 36-692 0 0,5 10-197 0 0,6 39-1130 0 0,9-17-4477 0 0,-16-83 3677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8.7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63 114 3168 0 0,'-2'-5'720'0'0,"0"0"1"0"0,1-1-1 0 0,-1 1 0 0 0,1-1 0 0 0,1 1 0 0 0,-1-11 0 0 0,1 13-621 0 0,1 1-1 0 0,-1-1 1 0 0,1 1-1 0 0,0-1 1 0 0,0 1-1 0 0,0-1 0 0 0,0 1 1 0 0,0 0-1 0 0,1 0 1 0 0,-1-1-1 0 0,1 1 1 0 0,-1 0-1 0 0,1 0 0 0 0,0 0 1 0 0,3-2-1 0 0,-2 1-38 0 0,1 1-1 0 0,0-1 0 0 0,-1 1 0 0 0,1 0 1 0 0,0 0-1 0 0,1 0 0 0 0,-1 1 1 0 0,0-1-1 0 0,0 1 0 0 0,1 0 1 0 0,8-1-1 0 0,-9 2-46 0 0,8-2 49 0 0,0 1 0 0 0,0 0 0 0 0,1 1 0 0 0,-1 0 1 0 0,0 1-1 0 0,1 1 0 0 0,-1 0 0 0 0,0 1 0 0 0,13 4 0 0 0,-3 0 139 0 0,0 2-1 0 0,-1 1 1 0 0,32 18-1 0 0,-44-22-135 0 0,0 0 0 0 0,0 0 0 0 0,-1 1 0 0 0,0 0 0 0 0,0 0 0 0 0,-1 1 0 0 0,1 0 0 0 0,-2 0 0 0 0,1 0 0 0 0,-1 1 0 0 0,8 16 0 0 0,-13-21-50 0 0,0-1-1 0 0,0 1 0 0 0,-1 0 0 0 0,1 0 0 0 0,-1 0 0 0 0,0 0 0 0 0,0 0 0 0 0,0 0 0 0 0,0 0 0 0 0,-1 0 0 0 0,0 0 0 0 0,1 0 0 0 0,-1 0 0 0 0,-3 6 0 0 0,0-2-6 0 0,1 0 1 0 0,-1-1-1 0 0,0 1 0 0 0,0-1 0 0 0,-11 13 1 0 0,3-8-57 0 0,-1 0 1 0 0,-1-1-1 0 0,0 0 1 0 0,0-1-1 0 0,-1 0 1 0 0,0-1-1 0 0,-24 10 0 0 0,9-7-324 0 0,-1 0 0 0 0,-1-2 0 0 0,-33 6 0 0 0,52-13 274 0 0,-47 7-1604 0 0,55-9 1113 0 0,-1-1 0 0 0,0 0 0 0 0,0 0-1 0 0,1-1 1 0 0,-1 1 0 0 0,0-1 0 0 0,0 0-1 0 0,-7-3 1 0 0,-13-6-3372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9.2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64 3444 0 0,'-3'-21'1723'0'0,"3"17"-33"0"0,-1 0-195 0 0,-8-26 3036 0 0,9 30-4481 0 0,0 0 0 0 0,0 0 1 0 0,0 0-1 0 0,0-1 1 0 0,0 1-1 0 0,0 0 0 0 0,0 0 1 0 0,0 0-1 0 0,0 0 1 0 0,0-1-1 0 0,0 1 0 0 0,0 0 1 0 0,0 0-1 0 0,0 0 1 0 0,0 0-1 0 0,0-1 0 0 0,0 1 1 0 0,0 0-1 0 0,0 0 1 0 0,0 0-1 0 0,-1 0 0 0 0,1 0 1 0 0,0 0-1 0 0,0-1 1 0 0,0 1-1 0 0,0 0 0 0 0,0 0 1 0 0,0 0-1 0 0,-1 0 1 0 0,1 0-1 0 0,0 0 0 0 0,0 0 1 0 0,0 0-1 0 0,0 0 0 0 0,0 0 1 0 0,-1-1-1 0 0,1 1 1 0 0,0 0-1 0 0,0 0 0 0 0,0 0 1 0 0,0 0-1 0 0,-1 0 1 0 0,1 0-1 0 0,0 0 0 0 0,0 0 1 0 0,0 0-1 0 0,0 0 1 0 0,0 0-1 0 0,-1 1 0 0 0,1-1 1 0 0,0 0-1 0 0,0 0 1 0 0,-3 24-98 0 0,9 259 1065 0 0,3-96-4876 0 0,-9-173 2684 0 0,0-7 732 0 0,4 2-5567 0 0,4 4 1007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9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1 110 2920 0 0,'0'0'3171'0'0,"0"-5"-2069"0"0,1 3-953 0 0,-1-1 0 0 0,1 0 0 0 0,0 0 1 0 0,-1 1-1 0 0,1-1 0 0 0,1 0 0 0 0,-1 1 0 0 0,0-1 1 0 0,1 1-1 0 0,-1-1 0 0 0,1 1 0 0 0,0 0 1 0 0,-1-1-1 0 0,1 1 0 0 0,0 0 0 0 0,0 0 0 0 0,1 1 1 0 0,-1-1-1 0 0,0 0 0 0 0,5-1 0 0 0,9-6 7 0 0,0 2 0 0 0,1 0 1 0 0,0 1-1 0 0,1 1 0 0 0,-1 0 0 0 0,1 2 0 0 0,21-3 0 0 0,118-1-3880 0 0,-145 8 849 0 0,13 3-2061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19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53 5032 0 0,'0'0'7104'0'0,"3"2"-6580"0"0,2 0-413 0 0,0 0-1 0 0,0 0 0 0 0,1-1 0 0 0,-1 0 0 0 0,0 0 1 0 0,0 0-1 0 0,1 0 0 0 0,-1-1 0 0 0,10 0 0 0 0,59-7-200 0 0,-36 2-227 0 0,108-16-2940 0 0,-49 0-2023 0 0,-56 10 502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0.9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210 506 5753 0 0,'3'-5'2026'0'0,"-1"2"-1648"0"0,2-3 429 0 0,-1-1 1 0 0,1 0-1 0 0,-1 0 0 0 0,0 0 0 0 0,0 0 0 0 0,-1 0 1 0 0,0-1-1 0 0,1-8 0 0 0,-3 12-638 0 0,-1 0 0 0 0,0 0-1 0 0,0 0 1 0 0,0 0 0 0 0,0 0 0 0 0,-1 0-1 0 0,1 1 1 0 0,-4-7 0 0 0,2 7-20 0 0,-1 2-25 0 0,-2-1-98 0 0,1 1 1 0 0,-1 1-1 0 0,0-1 0 0 0,0 1 0 0 0,1 0 0 0 0,-1 0 0 0 0,0 1 0 0 0,0-1 1 0 0,1 1-1 0 0,-1 1 0 0 0,1-1 0 0 0,-1 1 0 0 0,1 0 0 0 0,-8 3 0 0 0,3 1-20 0 0,-1-1 0 0 0,1 1 0 0 0,0 1 0 0 0,1 0-1 0 0,-1 0 1 0 0,-12 14 0 0 0,9-7-6 0 0,0 2 1 0 0,7-2-24 0 0,6-13 25 0 0,-13 31-143 0 0,13-30 130 0 0,-1 1 0 0 0,1-1 0 0 0,-1 0 0 0 0,1 0 0 0 0,0 0 0 0 0,0 1 0 0 0,0-1 0 0 0,0 0 0 0 0,0 0 0 0 0,1 1 0 0 0,-1-1 0 0 0,1 0 0 0 0,-1 0 0 0 0,1 0 0 0 0,0 1 0 0 0,1 2 0 0 0,1-2-8 0 0,0 0 0 0 0,0 1 1 0 0,0-1-1 0 0,0 0 0 0 0,1-1 0 0 0,-1 1 1 0 0,1 0-1 0 0,0-1 0 0 0,0 0 0 0 0,0 0 1 0 0,0 0-1 0 0,0-1 0 0 0,0 1 0 0 0,1-1 1 0 0,-1 0-1 0 0,0 0 0 0 0,1 0 0 0 0,-1-1 1 0 0,1 0-1 0 0,-1 0 0 0 0,5 0 0 0 0,-2 0 8 0 0,0-1-1 0 0,0 0 0 0 0,0 0 0 0 0,-1 0 0 0 0,1-1 0 0 0,0 0 0 0 0,-1 0 0 0 0,1-1 0 0 0,-1 0 1 0 0,0 0-1 0 0,0 0 0 0 0,0-1 0 0 0,0 0 0 0 0,7-6 0 0 0,-8 6 16 0 0,-2 1-4 0 0,0 0 1 0 0,0 0-1 0 0,0 0 0 0 0,0 0 1 0 0,0 0-1 0 0,-1-1 0 0 0,1 1 1 0 0,-1-1-1 0 0,0 0 0 0 0,0 0 0 0 0,0 0 1 0 0,-1 0-1 0 0,1 0 0 0 0,-1 0 1 0 0,0 0-1 0 0,0 0 0 0 0,0 0 1 0 0,-1-1-1 0 0,0 1 0 0 0,0 0 1 0 0,0-5-1 0 0,-3-13-13 0 0,1 18 1 0 0,0 1 1 0 0,1-1-1 0 0,-2 0 1 0 0,1 0 0 0 0,0 1-1 0 0,-1-1 1 0 0,0 1-1 0 0,0 0 1 0 0,0 0 0 0 0,0 0-1 0 0,-5-4 1 0 0,5 6 4 0 0,-1 0-32 0 0,-2 0 22 0 0,1 0 1 0 0,-1 0 0 0 0,1 1-1 0 0,-1 0 1 0 0,-6 0-1 0 0,8 1-69 0 0,1 1-33 0 0,3-1 90 0 0,-1 0 0 0 0,0-1 0 0 0,0 1 0 0 0,0 0-1 0 0,1-1 1 0 0,-1 1 0 0 0,0 0 0 0 0,1 0 0 0 0,-1-1 0 0 0,1 1 0 0 0,-1 0 0 0 0,1 0 0 0 0,-1 0 0 0 0,1 0 0 0 0,0 0 0 0 0,-1 0-1 0 0,1 0 1 0 0,0 0 0 0 0,0 0 0 0 0,-1 0 0 0 0,1 0 0 0 0,0 0 0 0 0,0 0 0 0 0,0 0 0 0 0,1 0 0 0 0,-1 0 0 0 0,0 0 0 0 0,0 0 0 0 0,0 0-1 0 0,1 0 1 0 0,-1 0 0 0 0,0 0 0 0 0,1 0 0 0 0,-1 0 0 0 0,1 0 0 0 0,-1-1 0 0 0,1 1 0 0 0,1 2 0 0 0,6 2-124 0 0,0 1 1 0 0,0-1-1 0 0,1 0 1 0 0,0-1 0 0 0,0 0-1 0 0,0 0 1 0 0,0-1-1 0 0,0 0 1 0 0,1-1 0 0 0,-1 0-1 0 0,1 0 1 0 0,0-1-1 0 0,0 0 1 0 0,0-1-1 0 0,-1 0 1 0 0,14-2 0 0 0,4 0 17 0 0,-1-2 0 0 0,1-1 1 0 0,-1-1-1 0 0,0-1 0 0 0,24-11 1 0 0,-32 10 140 0 0,0 0 0 0 0,-1-1 1 0 0,0-1-1 0 0,-1-1 0 0 0,0 0 1 0 0,0-1-1 0 0,-2-1 0 0 0,26-26 0 0 0,-30 27 91 0 0,-1 1 0 0 0,-1-2-1 0 0,1 1 1 0 0,-2-1 0 0 0,0 0-1 0 0,0-1 1 0 0,-1 0 0 0 0,-1 0 0 0 0,-1 0-1 0 0,0 0 1 0 0,4-27 0 0 0,-7 35 20 0 0,0 0 1 0 0,-1-1-1 0 0,0 1 1 0 0,0 0-1 0 0,-1 0 1 0 0,1 0 0 0 0,-1 0-1 0 0,-1 0 1 0 0,1 0-1 0 0,-1 0 1 0 0,0 0 0 0 0,0 0-1 0 0,-1 1 1 0 0,0-1-1 0 0,0 1 1 0 0,0-1-1 0 0,0 1 1 0 0,-1 0 0 0 0,0 1-1 0 0,0-1 1 0 0,-8-6-1 0 0,11 10-90 0 0,0 0-1 0 0,0 0 1 0 0,0 1-1 0 0,0-1 1 0 0,0 0-1 0 0,0 1 1 0 0,0-1-1 0 0,0 1 1 0 0,-1-1-1 0 0,1 1 1 0 0,0-1-1 0 0,0 1 1 0 0,-1 0-1 0 0,1 0 1 0 0,0 0-1 0 0,-3-1 1 0 0,0 1 48 0 0,3 0-54 0 0,-1 0 1 0 0,1-1-1 0 0,-1 1 0 0 0,1 0 1 0 0,-1 0-1 0 0,1 0 0 0 0,-1 0 1 0 0,1 1-1 0 0,-1-1 1 0 0,0 0-1 0 0,1 1 0 0 0,0-1 1 0 0,-1 1-1 0 0,1-1 1 0 0,-1 1-1 0 0,1 0 0 0 0,-1-1 1 0 0,0 2-1 0 0,-3 1 47 0 0,-3 1-6 0 0,0 0 0 0 0,1 0 1 0 0,-1 1-1 0 0,1 0 0 0 0,0 1 1 0 0,1 0-1 0 0,-1 0 0 0 0,1 0 1 0 0,0 1-1 0 0,1-1 0 0 0,-1 1 1 0 0,-7 15-1 0 0,-1 4 30 0 0,1 0-1 0 0,-13 40 1 0 0,4 0-17 0 0,3 0 0 0 0,4 2 0 0 0,2 0 0 0 0,-7 116 0 0 0,17-78-930 0 0,5 1-1 0 0,19 140 1 0 0,-17-226-1385 0 0,1 0 0 0 0,12 35 0 0 0,-15-52-936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1.1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83 5036 0 0,'0'0'1837'0'0,"-14"-15"2507"0"0,31-6-4288 0 0,24 10-656 0 0,-13 7-108 0 0,2-2-380 0 0,8-2-336 0 0,4 0-977 0 0,2-2-2611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2.0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15 4596 0 0,'1'-4'1639'0'0,"-2"-7"4710"0"0,-9 35-5117 0 0,-13 44-1359 0 0,16-48 206 0 0,2-5-43 0 0,0 0 0 0 0,0 1 0 0 0,1-1 0 0 0,1 1 0 0 0,1 0 0 0 0,0 0 0 0 0,1 18 0 0 0,3-10-9 0 0,5 7-36 0 0,-1-27 1 0 0,-5 2 3 0 0,20 7-10 0 0,-17-14 11 0 0,3 0 3 0 0,-1 0 1 0 0,1-1-1 0 0,-1 0 1 0 0,0 0-1 0 0,0-1 1 0 0,0 1-1 0 0,0-1 1 0 0,0-1-1 0 0,0 1 1 0 0,-1-1-1 0 0,1 0 1 0 0,-1 0-1 0 0,0-1 1 0 0,-1 1-1 0 0,1-1 1 0 0,4-6-1 0 0,8-12 6 0 0,-1-1-1 0 0,20-38 1 0 0,-7 11 188 0 0,-27 48-149 0 0,10-13 18 0 0,-8 33-69 0 0,-3-12-27 0 0,-1 0 36 0 0,-4 40 15 0 0,4-41-42 0 0,0 2-5 0 0,2 9-24 0 0,0 1 0 0 0,7 22 0 0 0,-8-34 37 0 0,2-1-4 0 0,8 8 21 0 0,-9-8-11 0 0,2-2-13 0 0,10 3 18 0 0,-10-3 15 0 0,0-1-3 0 0,4-2 79 0 0,0 0 1 0 0,0 0 0 0 0,0 0 0 0 0,0-1 0 0 0,-1-1 0 0 0,1 1 0 0 0,-1-1 0 0 0,0 0-1 0 0,12-9 1 0 0,-15 9-36 0 0,0 1-1 0 0,0-1 1 0 0,0 0-1 0 0,-1 0 1 0 0,1 0-1 0 0,-1-1 1 0 0,0 1-1 0 0,0-1 1 0 0,-1 0-1 0 0,1 1 1 0 0,-1-1-1 0 0,0 0 1 0 0,-1-1-1 0 0,1 1 1 0 0,-1 0-1 0 0,0 0 1 0 0,1-9-1 0 0,-2 14-49 0 0,1-9-8 0 0,-1 0-1 0 0,0 0 1 0 0,-1 0 0 0 0,-3-16-1 0 0,4 23-78 0 0,-1 0-1 0 0,1 0 0 0 0,-1-1 0 0 0,0 1 1 0 0,0 0-1 0 0,0 0 0 0 0,0 0 1 0 0,0 0-1 0 0,0 0 0 0 0,-1 0 1 0 0,1 0-1 0 0,-1 0 0 0 0,1 1 1 0 0,-1-1-1 0 0,0 0 0 0 0,0 1 0 0 0,0-1 1 0 0,0 1-1 0 0,0 0 0 0 0,0 0 1 0 0,0 0-1 0 0,0 0 0 0 0,0 0 1 0 0,0 0-1 0 0,-1 0 0 0 0,-2 0 1 0 0,0 0-335 0 0,-1 1 0 0 0,1-1 0 0 0,-1 1 1 0 0,1 0-1 0 0,-1 0 0 0 0,1 1 1 0 0,-1 0-1 0 0,1 0 0 0 0,0 0 0 0 0,-1 0 1 0 0,1 1-1 0 0,0 0 0 0 0,0 0 0 0 0,-5 3 1 0 0,4-2-359 0 0,2-1-1531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2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0 4216 0 0,'0'0'8074'0'0,"-5"2"-7817"0"0,0 0-179 0 0,-1 0-1 0 0,1 0 1 0 0,0 1 0 0 0,0 0-1 0 0,0 0 1 0 0,0 1-1 0 0,1-1 1 0 0,-1 1 0 0 0,1 0-1 0 0,0 0 1 0 0,0 0-1 0 0,-5 7 1 0 0,5-6-62 0 0,1 0-1 0 0,-1 0 1 0 0,1 0-1 0 0,0 0 1 0 0,0 1 0 0 0,0-1-1 0 0,1 1 1 0 0,0 0 0 0 0,0 0-1 0 0,0-1 1 0 0,1 1-1 0 0,0 0 1 0 0,0 0 0 0 0,0 1-1 0 0,1-1 1 0 0,0 0 0 0 0,1 10-1 0 0,0-12-57 0 0,0-1 0 0 0,1 0 0 0 0,0-1 0 0 0,0 1 0 0 0,0 0-1 0 0,0-1 1 0 0,1 1 0 0 0,-1-1 0 0 0,1 1 0 0 0,-1-1-1 0 0,7 3 1 0 0,-9-5 44 0 0,3 3-26 0 0,2-2 4 0 0,13 3 17 0 0,-13-2 4 0 0,-1-3 4 0 0,2 1 92 0 0,-1-1 0 0 0,1 0 0 0 0,-1 0 0 0 0,1 0 0 0 0,-1-1 0 0 0,0 0-1 0 0,0 0 1 0 0,0 0 0 0 0,0 0 0 0 0,0-1 0 0 0,0 0 0 0 0,0 0 0 0 0,-1 0 0 0 0,0-1 0 0 0,1 1 0 0 0,-1-1 0 0 0,-1 0 0 0 0,1 0 0 0 0,0-1 0 0 0,-1 1 0 0 0,0-1 0 0 0,0 0 0 0 0,-1 1 0 0 0,4-7-1 0 0,-6 7-3 0 0,1-1 9 0 0,0-15 88 0 0,-1 15-173 0 0,-2 1-105 0 0,1 0-14 0 0,0 1 0 0 0,-1 0-1 0 0,1-1 1 0 0,-1 1-1 0 0,0 0 1 0 0,0 0 0 0 0,0 0-1 0 0,0 1 1 0 0,-1-1-1 0 0,1 0 1 0 0,-1 1 0 0 0,1-1-1 0 0,-1 1 1 0 0,0 0-1 0 0,0 0 1 0 0,0 0 0 0 0,0 1-1 0 0,-1-1 1 0 0,-2-1-1 0 0,-39-7-1637 0 0,40 9 1171 0 0,0 1-95 0 0,-10 1 264 0 0,-23 2-6876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2.7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 1860 0 0,'2'0'153'0'0,"25"-2"2741"0"0,52 1 0 0 0,-70 2-2629 0 0,0 0 1 0 0,0 0-1 0 0,-1 1 0 0 0,1 0 1 0 0,0 1-1 0 0,-1 0 0 0 0,0 0 1 0 0,0 1-1 0 0,0 0 0 0 0,11 7 1 0 0,-11-5-140 0 0,-1 0 1 0 0,0 1-1 0 0,0 0 0 0 0,0 0 1 0 0,-1 1-1 0 0,-1 0 1 0 0,1 0-1 0 0,6 12 1 0 0,-11-17 47 0 0,0 2-43 0 0,0 15 110 0 0,0-15 18 0 0,-2 0-1 0 0,-2 1 17 0 0,0 1 0 0 0,0 0 0 0 0,-1-1 0 0 0,1 0 0 0 0,-1 0 1 0 0,-1 0-1 0 0,-7 8 0 0 0,9-11 29 0 0,3-3-273 0 0,0 1 0 0 0,0-1 0 0 0,0 0 0 0 0,-1 1 0 0 0,1-1 0 0 0,0 1 0 0 0,-1-1 0 0 0,1 1 0 0 0,0-1 0 0 0,0 0 0 0 0,-1 1 0 0 0,1-1 0 0 0,-1 0 0 0 0,1 1 0 0 0,0-1 0 0 0,-1 0 0 0 0,1 0 0 0 0,-1 1 0 0 0,1-1-1 0 0,0 0 1 0 0,-1 0 0 0 0,1 0 0 0 0,-1 0 0 0 0,1 1 0 0 0,-1-1 0 0 0,1 0 0 0 0,-1 0 0 0 0,1 0 0 0 0,-1 0 0 0 0,1 0 0 0 0,-1 0 0 0 0,1 0 0 0 0,-1 0 0 0 0,1-1 0 0 0,-1 1 0 0 0,1 0 0 0 0,-1 0 0 0 0,-19-4 667 0 0,19 3-822 0 0,-2 0 359 0 0,3-4-160 0 0,0-2-99 0 0,1 1 1 0 0,0-1-1 0 0,0 1 0 0 0,0-1 0 0 0,1 1 1 0 0,0-1-1 0 0,0 1 0 0 0,1 0 1 0 0,0 0-1 0 0,0 0 0 0 0,0 1 1 0 0,1-1-1 0 0,0 1 0 0 0,0-1 1 0 0,8-7-1 0 0,-1 2-495 0 0,0 0 0 0 0,1 1 1 0 0,0 1-1 0 0,0 0 0 0 0,1 0 0 0 0,14-6 1 0 0,-20 12-737 0 0,1 0 0 0 0,0 1 1 0 0,-1 0-1 0 0,14-2 1 0 0,-14 2-195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3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256 531 3896 0 0,'0'-4'1816'0'0,"0"1"-1535"0"0,0 0 0 0 0,-1 1 0 0 0,1-1 0 0 0,-1 1 0 0 0,0-1 0 0 0,0 1 0 0 0,0-1 0 0 0,0 1 0 0 0,0 0 1 0 0,0-1-1 0 0,-1 1 0 0 0,1 0 0 0 0,-1 0 0 0 0,1 0 0 0 0,-1 0 0 0 0,0 0 0 0 0,0 0 0 0 0,0 0 0 0 0,0 1 0 0 0,0-1 0 0 0,0 1 0 0 0,-4-2 0 0 0,1 0-168 0 0,-1 0 0 0 0,1 0-1 0 0,-1 0 1 0 0,0 1-1 0 0,0 0 1 0 0,0 0 0 0 0,0 1-1 0 0,0 0 1 0 0,0 0-1 0 0,0 0 1 0 0,0 1-1 0 0,0 0 1 0 0,-1 0 0 0 0,1 0-1 0 0,0 1 1 0 0,0 0-1 0 0,0 0 1 0 0,0 1-1 0 0,0 0 1 0 0,0 0 0 0 0,0 0-1 0 0,1 0 1 0 0,-1 1-1 0 0,1 0 1 0 0,-1 0-1 0 0,1 1 1 0 0,0 0 0 0 0,0 0-1 0 0,1 0 1 0 0,-1 0-1 0 0,1 0 1 0 0,0 1 0 0 0,-4 5-1 0 0,4-4-112 0 0,1 1 0 0 0,-1-1 0 0 0,1 0 0 0 0,0 1 0 0 0,1 0 0 0 0,0 0-1 0 0,0 0 1 0 0,0 0 0 0 0,1 0 0 0 0,0 0 0 0 0,0 0 0 0 0,1 0 0 0 0,-1 0 0 0 0,2 1 0 0 0,-1-1-1 0 0,1 0 1 0 0,0 0 0 0 0,4 11 0 0 0,-4-14-58 0 0,1 0 0 0 0,0 0 0 0 0,0 1 0 0 0,0-1 0 0 0,1 0 0 0 0,0-1 0 0 0,-1 1 1 0 0,1 0-1 0 0,1-1 0 0 0,4 5 0 0 0,-5-5-8 0 0,1 0-8 0 0,-1 0-1 0 0,1 0 0 0 0,0 0 0 0 0,0-1 0 0 0,0 0 1 0 0,0 1-1 0 0,0-2 0 0 0,0 1 0 0 0,1 0 0 0 0,-1-1 1 0 0,1 0-1 0 0,-1 0 0 0 0,1 0 0 0 0,-1-1 0 0 0,1 1 1 0 0,0-1-1 0 0,-1 0 0 0 0,1 0 0 0 0,0-1 0 0 0,-1 1 1 0 0,1-1-1 0 0,-1 0 0 0 0,1-1 0 0 0,-1 1 0 0 0,6-3 1 0 0,1-2 79 0 0,1 0 0 0 0,-1 0 0 0 0,-1-1 0 0 0,1-1 0 0 0,-1 0 0 0 0,-1 0 1 0 0,0-1-1 0 0,0 0 0 0 0,0-1 0 0 0,-1 1 0 0 0,-1-2 0 0 0,1 1 0 0 0,-2-1 1 0 0,1 0-1 0 0,-2-1 0 0 0,0 1 0 0 0,7-22 0 0 0,-2-5 323 0 0,-1 0 0 0 0,-1-1-1 0 0,-3 0 1 0 0,-1 0 0 0 0,-2 0 0 0 0,-2-1-1 0 0,-1 1 1 0 0,-2 0 0 0 0,-2 0 0 0 0,-10-40-1 0 0,-10 7 826 0 0,21 75-1060 0 0,1 0-79 0 0,0 0 0 0 0,0 0 0 0 0,0 1 0 0 0,1-1 0 0 0,0 1 0 0 0,-1 0 0 0 0,1 0 0 0 0,1 0 0 0 0,-1 0 0 0 0,1 0 0 0 0,-1 0 0 0 0,1 0 0 0 0,0 0 0 0 0,1 1 0 0 0,-1-1 0 0 0,1 9 0 0 0,-1 12 22 0 0,6 45 0 0 0,-3-47-22 0 0,9 95-151 0 0,11 171-2434 0 0,-19-195-2162 0 0,-10 101 0 0 0,1-129-1675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5.0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66 545 3512 0 0,'0'0'4102'0'0,"-1"2"-3166"0"0,-6 12 3095 0 0,6-18-3973 0 0,0-7-20 0 0,1-1 0 0 0,1 1 0 0 0,0-1 0 0 0,4-18 0 0 0,2-18 34 0 0,-2-18 352 0 0,-3 0 1 0 0,-3-1 0 0 0,-2 1 0 0 0,-19-98 0 0 0,21 160 222 0 0,0 5-634 0 0,0-1 0 0 0,0 0-1 0 0,0 0 1 0 0,0 0 0 0 0,0 1 0 0 0,0-1-1 0 0,1 1 1 0 0,-1-1 0 0 0,0 0 0 0 0,0 1-1 0 0,0-1 1 0 0,0 1 0 0 0,0 0 0 0 0,1-1-1 0 0,-1 1 1 0 0,0 0 0 0 0,1 0 0 0 0,-1-1-1 0 0,0 1 1 0 0,1 0 0 0 0,-1 0 0 0 0,1 0-1 0 0,-1 0 1 0 0,1-1 0 0 0,-1 3 0 0 0,-6 23 91 0 0,6-22-99 0 0,-7 35 39 0 0,2 0 1 0 0,-1 67 0 0 0,7-87-177 0 0,0 1 0 0 0,2 0 0 0 0,1-1 0 0 0,0 1 0 0 0,1-1 0 0 0,1 0 0 0 0,9 22 0 0 0,-12-36-45 0 0,0 0 0 0 0,1 1 0 0 0,-1-1 0 0 0,1 0 0 0 0,0-1 0 0 0,1 1 0 0 0,-1 0 0 0 0,1-1 0 0 0,0 0 0 0 0,0 0 0 0 0,0 0 0 0 0,1 0 0 0 0,-1-1-1 0 0,1 0 1 0 0,7 4 0 0 0,-7-5-81 0 0,0 0 0 0 0,0 0-1 0 0,0 0 1 0 0,0-1-1 0 0,1 0 1 0 0,-1 0 0 0 0,0 0-1 0 0,1-1 1 0 0,-1 0-1 0 0,1 0 1 0 0,-1 0-1 0 0,1 0 1 0 0,-1-1 0 0 0,0 0-1 0 0,1 0 1 0 0,-1-1-1 0 0,0 0 1 0 0,0 1 0 0 0,0-2-1 0 0,0 1 1 0 0,0 0-1 0 0,0-1 1 0 0,-1 0-1 0 0,1 0 1 0 0,-1-1 0 0 0,5-4-1 0 0,8-10 388 0 0,-1-1-1 0 0,0-1 1 0 0,-2 0-1 0 0,0-1 1 0 0,13-28 0 0 0,-25 45 138 0 0,0-1 5 0 0,2-8 3084 0 0,-10 17-3186 0 0,0-1 1 0 0,0 1 0 0 0,0 0 0 0 0,1 0-1 0 0,-1 1 1 0 0,1 0 0 0 0,1 0 0 0 0,-1 0-1 0 0,1 1 1 0 0,-7 9 0 0 0,4-4-80 0 0,1-1-1 0 0,1 1 1 0 0,0 0-1 0 0,-8 23 1 0 0,12-30-171 0 0,1 0 97 0 0,1 1-41 0 0,-1 0-1 0 0,1 0 0 0 0,0 0 0 0 0,0 0 0 0 0,1-1 0 0 0,-1 1 1 0 0,1-1-1 0 0,0 1 0 0 0,0-1 0 0 0,1 0 0 0 0,3 5 0 0 0,-4-7-69 0 0,2 0-44 0 0,11 4-66 0 0,-11-4 107 0 0,2-2 6 0 0,-1 0 112 0 0,0 0 1 0 0,0-1 0 0 0,0 0-1 0 0,0 1 1 0 0,0-1-1 0 0,-1-1 1 0 0,1 1 0 0 0,0-1-1 0 0,-1 0 1 0 0,1 0-1 0 0,-1 0 1 0 0,1-1 0 0 0,-1 1-1 0 0,0-1 1 0 0,0 0-1 0 0,0-1 1 0 0,-1 1 0 0 0,1 0-1 0 0,3-5 1 0 0,-2 1 105 0 0,0 0 0 0 0,0 0 0 0 0,0 0 1 0 0,-1-1-1 0 0,0 1 0 0 0,-1-1 0 0 0,1 0 0 0 0,-1 0 1 0 0,-1 0-1 0 0,0-1 0 0 0,0 1 0 0 0,-1-1 0 0 0,1-11 1 0 0,-2 16-23 0 0,0-1-18 0 0,-2-15-29 0 0,2 15-14 0 0,-2 2-18 0 0,-5-8-27 0 0,7 10-1 0 0,0 1 0 0 0,-1-1 0 0 0,1 1-1 0 0,0-1 1 0 0,0 1 0 0 0,-1 0 0 0 0,1-1 0 0 0,0 1 0 0 0,-1 0 0 0 0,1-1-1 0 0,-1 1 1 0 0,1 0 0 0 0,0 0 0 0 0,-1-1 0 0 0,1 1 0 0 0,-1 0 0 0 0,1 0 0 0 0,-1 0-1 0 0,1 0 1 0 0,0-1 0 0 0,-1 1 0 0 0,1 0 0 0 0,-1 0 0 0 0,1 0 0 0 0,-1 0-1 0 0,1 0 1 0 0,-1 0 0 0 0,1 0 0 0 0,-1 0 0 0 0,1 0 0 0 0,-1 1 0 0 0,1-1 0 0 0,-1 0-1 0 0,-10-2-262 0 0,6 5-24 0 0,-2 0-167 0 0,0 1 0 0 0,0 1 1 0 0,1 0-1 0 0,0 0 0 0 0,-1 0 1 0 0,-5 8-1 0 0,9-11-883 0 0,2 2-231 0 0,-6 10-1068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5.2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 4176 0 0,'0'0'3351'0'0,"2"-2"-2141"0"0,-1 1-1130 0 0,-1 1 0 0 0,1-1 0 0 0,-1 1 0 0 0,1 0 0 0 0,-1-1 0 0 0,1 1 0 0 0,0-1 0 0 0,-1 1 1 0 0,1 0-1 0 0,-1-1 0 0 0,1 1 0 0 0,0 0 0 0 0,-1 0 0 0 0,1-1 0 0 0,0 1 0 0 0,0 0 0 0 0,-1 0 0 0 0,1 0 0 0 0,0 0 0 0 0,-1 0 1 0 0,1 0-1 0 0,0 0 0 0 0,0 0 0 0 0,-1 0 0 0 0,1 1 0 0 0,0-1 0 0 0,-1 0 0 0 0,1 0 0 0 0,0 1 0 0 0,-1-1 0 0 0,1 0 0 0 0,-1 1 1 0 0,1-1-1 0 0,0 0 0 0 0,-1 1 0 0 0,1-1 0 0 0,-1 1 0 0 0,1-1 0 0 0,-1 1 0 0 0,1-1 0 0 0,-1 1 0 0 0,1-1 0 0 0,-1 1 0 0 0,0 0 1 0 0,1-1-1 0 0,-1 1 0 0 0,0 0 0 0 0,0-1 0 0 0,1 1 0 0 0,-1 0 0 0 0,0-1 0 0 0,0 2 0 0 0,22 56-874 0 0,23 93 1 0 0,-37-128-1187 0 0,-7-19 698 0 0,12 8-2621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5.4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172 0 2748 0 0,'0'0'5557'0'0,"-4"1"-5041"0"0,0 0-436 0 0,0 1-1 0 0,1-1 0 0 0,-1 1 0 0 0,1 0 0 0 0,-1 0 0 0 0,1 0 0 0 0,0 1 1 0 0,0-1-1 0 0,0 1 0 0 0,0 0 0 0 0,0-1 0 0 0,1 1 0 0 0,-1 1 0 0 0,1-1 1 0 0,0 0-1 0 0,-3 6 0 0 0,-101 165-200 0 0,102-166-796 0 0,0 2 975 0 0,5-1-5187 0 0,3 8 1111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5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5 190 3688 0 0,'0'0'4899'0'0,"3"1"-4695"0"0,28 13 571 0 0,-28-13-790 0 0,1-1-64 0 0,7-3 127 0 0,-1 0 0 0 0,1 0 0 0 0,-1-1 1 0 0,0 0-1 0 0,-1-1 0 0 0,1 0 1 0 0,-1-1-1 0 0,0 1 0 0 0,0-2 0 0 0,0 1 1 0 0,11-13-1 0 0,-17 15-36 0 0,0 0 0 0 0,0 1 1 0 0,0-1-1 0 0,-1 0 0 0 0,0-1 0 0 0,0 1 1 0 0,0 0-1 0 0,0-1 0 0 0,0 1 0 0 0,-1-1 1 0 0,0 1-1 0 0,0-1 0 0 0,0 0 1 0 0,-1 0-1 0 0,1 1 0 0 0,-1-1 0 0 0,0 0 1 0 0,-1 0-1 0 0,0-5 0 0 0,1 9-6 0 0,0-4 22 0 0,-3 1 8 0 0,1 0 21 0 0,-1 0-1 0 0,1 1 1 0 0,-1-1-1 0 0,0 1 0 0 0,-1 0 1 0 0,1 0-1 0 0,-5-3 1 0 0,5 4 117 0 0,3 3-162 0 0,-1-1 0 0 0,1 0 0 0 0,0 1 0 0 0,-1-1 0 0 0,1 0 0 0 0,-1 1 0 0 0,1-1 0 0 0,0 0 0 0 0,-1 0 0 0 0,1 1 0 0 0,-1-1 0 0 0,1 0 0 0 0,-1 0 0 0 0,1 0 0 0 0,-1 0 0 0 0,1 0 1 0 0,-1 1-1 0 0,1-1 0 0 0,-1 0 0 0 0,1 0 0 0 0,-1 0 0 0 0,1 0 0 0 0,-1-1 0 0 0,0 1 0 0 0,1 0 0 0 0,-1 0 0 0 0,0 0 11 0 0,0-1-1 0 0,-1 1 1 0 0,1 0 0 0 0,0 0-1 0 0,0 0 1 0 0,0 0 0 0 0,0 0-1 0 0,-1 1 1 0 0,1-1 0 0 0,0 0-1 0 0,0 0 1 0 0,0 1 0 0 0,0-1-1 0 0,0 1 1 0 0,0-1 0 0 0,-1 1-1 0 0,0 0 1 0 0,-9 7 78 0 0,1 0 0 0 0,-1 0 0 0 0,2 1-1 0 0,-1 0 1 0 0,1 1 0 0 0,0 0 0 0 0,1 1 0 0 0,1-1 0 0 0,-1 1 0 0 0,2 1-1 0 0,-1 0 1 0 0,2 0 0 0 0,-1 0 0 0 0,-6 25 0 0 0,12-34-94 0 0,-1 1 1 0 0,0-1 0 0 0,1 1-1 0 0,0-1 1 0 0,0 1-1 0 0,0-1 1 0 0,0 1-1 0 0,0-1 1 0 0,1 1 0 0 0,-1-1-1 0 0,1 1 1 0 0,0-1-1 0 0,3 6 1 0 0,-3-5-7 0 0,1 0-31 0 0,-1 0 0 0 0,1 0 0 0 0,0-1 0 0 0,0 1-1 0 0,1-1 1 0 0,-1 1 0 0 0,1-1 0 0 0,0 0 0 0 0,0 1 0 0 0,0-1 0 0 0,0-1-1 0 0,0 1 1 0 0,1 0 0 0 0,-1-1 0 0 0,1 0 0 0 0,-1 0 0 0 0,1 0-1 0 0,0 0 1 0 0,0-1 0 0 0,8 3 0 0 0,-2-1-269 0 0,1-1 1 0 0,0 0-1 0 0,0 0 0 0 0,1-2 0 0 0,-1 1 1 0 0,14-2-1 0 0,-10 0-627 0 0,0-2 1 0 0,-1 0-1 0 0,0 0 1 0 0,0-1-1 0 0,0-1 1 0 0,18-9-1 0 0,-4 0-3176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6.7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38 4068 0 0,'-1'-3'1415'0'0,"-2"-6"-1040"0"0,-5-7 4629 0 0,8 16-4968 0 0,-1 0 1 0 0,1 0-1 0 0,0 0 0 0 0,-1 0 1 0 0,1 0-1 0 0,0 0 1 0 0,-1 0-1 0 0,1 0 1 0 0,0 0-1 0 0,-1 0 0 0 0,1 0 1 0 0,0 0-1 0 0,-1 0 1 0 0,1 0-1 0 0,0 0 1 0 0,-1 0-1 0 0,1 0 0 0 0,0 0 1 0 0,-1 1-1 0 0,1-1 1 0 0,0 0-1 0 0,-1 0 1 0 0,1 0-1 0 0,0 1 1 0 0,0-1-1 0 0,-1 0 0 0 0,1 0 1 0 0,0 1-1 0 0,0-1 1 0 0,-1 0-1 0 0,1 0 1 0 0,0 1-1 0 0,0-1 0 0 0,0 0 1 0 0,0 1-1 0 0,-1-1 1 0 0,1 0-1 0 0,0 1 1 0 0,0-1-1 0 0,0 0 0 0 0,0 1 1 0 0,0-1-1 0 0,0 0 1 0 0,0 1-1 0 0,-2 2 83 0 0,3 2-85 0 0,7 33 81 0 0,-7-34-86 0 0,2-3-20 0 0,-1 0-20 0 0,0 0 1 0 0,1 0 0 0 0,-1-1 0 0 0,0 1 0 0 0,0-1 0 0 0,1 1-1 0 0,-1-1 1 0 0,0 0 0 0 0,1 0 0 0 0,-1 0 0 0 0,0 0 0 0 0,1 0 0 0 0,2-1-1 0 0,0 0-8 0 0,-2-1-14 0 0,3-3 23 0 0,0-1 1 0 0,0 0-1 0 0,-1 0 1 0 0,1 0-1 0 0,-1-1 1 0 0,5-9-1 0 0,-8 14 3 0 0,2-4 31 0 0,-4 6-65 0 0,0-1 1 0 0,0 1 0 0 0,0 0-1 0 0,0-1 1 0 0,0 1-1 0 0,0-1 1 0 0,0 1-1 0 0,1 0 1 0 0,-1-1 0 0 0,0 1-1 0 0,0-1 1 0 0,0 1-1 0 0,0 0 1 0 0,1-1-1 0 0,-1 1 1 0 0,0 0 0 0 0,0-1-1 0 0,1 1 1 0 0,-1 0-1 0 0,0 0 1 0 0,1-1-1 0 0,-1 1 1 0 0,0 0 0 0 0,1 0-1 0 0,-1 0 1 0 0,0-1-1 0 0,1 1 1 0 0,-1 0-1 0 0,0 0 1 0 0,1 0 0 0 0,-1 0-1 0 0,1 0 1 0 0,-1 0-1 0 0,0 0 1 0 0,1-1 0 0 0,-1 1-1 0 0,1 1 1 0 0,6 2-719 0 0,-1 0 0 0 0,0 1 0 0 0,-1 0 1 0 0,1 0-1 0 0,5 5 0 0 0,3 2-1296 0 0,3 1-2323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7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8 4540 0 0,'0'0'129'0'0,"0"-1"-1"0"0,-1 1 0 0 0,1-1 1 0 0,0 1-1 0 0,0-1 0 0 0,-1 1 0 0 0,1-1 1 0 0,-1 1-1 0 0,1 0 0 0 0,-1-1 1 0 0,1 1-1 0 0,0 0 0 0 0,-1-1 0 0 0,1 1 1 0 0,-1 0-1 0 0,1 0 0 0 0,-1-1 0 0 0,1 1 1 0 0,-1 0-1 0 0,0 0 0 0 0,1 0 1 0 0,-1 0-1 0 0,1-1 0 0 0,-1 1 0 0 0,1 0 1 0 0,-1 0-1 0 0,0 0 0 0 0,1 0 1 0 0,-1 1-1 0 0,1-1 0 0 0,-1 0 0 0 0,1 0 1 0 0,-2 0-1 0 0,1 1 1 0 0,0 0 0 0 0,0 0-1 0 0,1 1 1 0 0,-1-1 0 0 0,0 0 0 0 0,0 0-1 0 0,1 0 1 0 0,-1 0 0 0 0,1 1 0 0 0,-1-1 0 0 0,1 0-1 0 0,0 1 1 0 0,-1 1 0 0 0,0 2-40 0 0,0 0 1 0 0,1 0 0 0 0,-1 0-1 0 0,1 0 1 0 0,0 1-1 0 0,1-1 1 0 0,-1 0-1 0 0,2 6 1 0 0,0-8-37 0 0,-1-1-48 0 0,0-1 0 0 0,0 1 0 0 0,0-1 1 0 0,0 1-1 0 0,1-1 0 0 0,-1 0 0 0 0,1 1 1 0 0,-1-1-1 0 0,1 0 0 0 0,-1 0 0 0 0,1 0 1 0 0,0 0-1 0 0,0-1 0 0 0,-1 1 0 0 0,1 0 1 0 0,0-1-1 0 0,3 2 0 0 0,-4-2-23 0 0,2 1-171 0 0,2-1 219 0 0,12 0 57 0 0,-12 0 6 0 0,-1-1 10 0 0,1-1-18 0 0,0 0-1 0 0,0 0 0 0 0,1 0 0 0 0,-2 0 1 0 0,1-1-1 0 0,0 0 0 0 0,0 0 0 0 0,-1 0 0 0 0,0-1 1 0 0,1 0-1 0 0,3-4 0 0 0,-6 6 12 0 0,-1-1-127 0 0,1 0 0 0 0,0 0-1 0 0,0 0 1 0 0,0 0 0 0 0,1 0 0 0 0,-1 0-1 0 0,5-3 1 0 0,-4 4-75 0 0,-1 0-235 0 0,3 19-3425 0 0,-3 7-286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8.4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53 4140 0 0,'0'0'9509'0'0,"5"-1"-9300"0"0,23-9-162 0 0,1 2 1 0 0,1 1 0 0 0,41-5-1 0 0,12 3-2342 0 0,-7 4-4200 0 0,-74 5 6328 0 0,5-1-4884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28.6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25 5008 0 0,'-4'3'141'0'0,"-18"11"5943"0"0,21-14-6019 0 0,1 0 1 0 0,0 1 0 0 0,0-1 0 0 0,0 0-1 0 0,0 0 1 0 0,0 0 0 0 0,0 0-1 0 0,-1 0 1 0 0,1 0 0 0 0,0 1-1 0 0,0-1 1 0 0,0 0 0 0 0,0 0-1 0 0,0 0 1 0 0,0 0 0 0 0,0 0-1 0 0,0 1 1 0 0,0-1 0 0 0,0 0-1 0 0,0 0 1 0 0,0 0 0 0 0,0 0-1 0 0,-1 1 1 0 0,1-1 0 0 0,0 0 0 0 0,1 0-1 0 0,-1 0 1 0 0,0 1 0 0 0,0-1-1 0 0,0 0 1 0 0,0 0 0 0 0,0 0-1 0 0,0 0 1 0 0,0 1 0 0 0,0-1-1 0 0,0 0 1 0 0,0 0 0 0 0,0 0-1 0 0,0 0 1 0 0,0 0 0 0 0,1 1-1 0 0,15 1-141 0 0,214-17-2370 0 0,-75-11-4063 0 0,-114 17 1589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0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213 155 3268 0 0,'7'-12'1073'0'0,"0"0"-1"0"0,-1 0 0 0 0,0 0 0 0 0,-1-1 0 0 0,5-21 1 0 0,-9 31-473 0 0,-1-2-132 0 0,2-12-74 0 0,-1 13 289 0 0,-2 0-405 0 0,-3-13-25 0 0,3 13 212 0 0,-2 3-246 0 0,1 0-175 0 0,0 0 0 0 0,0 0 0 0 0,0 1 0 0 0,0-1 0 0 0,0 1 0 0 0,0 0 0 0 0,0 0 0 0 0,0-1 0 0 0,0 1 0 0 0,0 1 0 0 0,-1-1-1 0 0,1 0 1 0 0,0 0 0 0 0,0 1 0 0 0,0-1 0 0 0,0 1 0 0 0,-3 1 0 0 0,-2 1 38 0 0,1 1-1 0 0,0-1 0 0 0,0 1 1 0 0,0 0-1 0 0,-7 7 0 0 0,-4 5 76 0 0,2 0 0 0 0,-24 32-1 0 0,26-31-120 0 0,0 1 0 0 0,2 0-1 0 0,0 1 1 0 0,2 0-1 0 0,0 0 1 0 0,-8 25 0 0 0,8 1-40 0 0,8-38 1 0 0,1-1-43 0 0,0 0 0 0 0,0 1-1 0 0,0-1 1 0 0,1 0 0 0 0,-1 0 0 0 0,1 0 0 0 0,1-1-1 0 0,-1 1 1 0 0,1 0 0 0 0,0 0 0 0 0,1-1 0 0 0,-1 1-1 0 0,1-1 1 0 0,0 0 0 0 0,5 7 0 0 0,0-6-102 0 0,0 1 0 0 0,0-1 0 0 0,1-1 0 0 0,16 8 0 0 0,-21-12 53 0 0,2-1 84 0 0,40-2 162 0 0,-36-2-142 0 0,-2 0 16 0 0,4-1 65 0 0,-1 0 1 0 0,1 0-1 0 0,-1-1 1 0 0,0 0-1 0 0,-1-1 0 0 0,0-1 1 0 0,0 0-1 0 0,0 0 1 0 0,-1 0-1 0 0,0-1 1 0 0,-1-1-1 0 0,0 0 0 0 0,0 0 1 0 0,9-17-1 0 0,-9 13-55 0 0,-1-1-1 0 0,0-1 1 0 0,-1 1-1 0 0,0-1 1 0 0,-2 0-1 0 0,0 0 0 0 0,0-1 1 0 0,-2 1-1 0 0,1-33 1 0 0,-3 45-46 0 0,0-1 0 0 0,-1 0 0 0 0,0 0 0 0 0,0 1-1 0 0,0-1 1 0 0,0 1 0 0 0,-1-1 0 0 0,0 1 0 0 0,0-1 0 0 0,0 1 0 0 0,-4-4 0 0 0,5 5 7 0 0,-1 1-14 0 0,1-1-1 0 0,-1 1 1 0 0,0 0 0 0 0,0 0-1 0 0,0 0 1 0 0,0 0-1 0 0,-1 0 1 0 0,1 1 0 0 0,0-1-1 0 0,-1 1 1 0 0,1 0-1 0 0,-1-1 1 0 0,0 1 0 0 0,1 0-1 0 0,-1 0 1 0 0,0 1-1 0 0,-3-2 1 0 0,3 2-10 0 0,-1-1-50 0 0,0 0-1 0 0,0 1 0 0 0,0 0 0 0 0,-1 0 0 0 0,1 0 0 0 0,0 0 1 0 0,0 1-1 0 0,0-1 0 0 0,-1 1 0 0 0,1 0 0 0 0,0 1 0 0 0,-5 1 1 0 0,0 1-240 0 0,-1 1 0 0 0,1-1 0 0 0,-15 11-1 0 0,18-10-38 0 0,0 0 0 0 0,0 0 0 0 0,0 1 0 0 0,1 0 0 0 0,-6 8-1 0 0,8-10-282 0 0,0 1 0 0 0,0-1 0 0 0,0 1 0 0 0,1 0 1 0 0,0 0-1 0 0,0-1 0 0 0,0 2 0 0 0,1-1 0 0 0,-2 8 0 0 0,1 10-3340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1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27 3624 0 0,'19'-15'5563'0'0,"-18"12"-4688"0"0,4-6 241 0 0,-9 9 620 0 0,-8 2-1375 0 0,9 1-257 0 0,0 1-67 0 0,0 0 0 0 0,0 0 0 0 0,0 0 0 0 0,0 1 1 0 0,0-1-1 0 0,1 0 0 0 0,0 1 0 0 0,0 0 0 0 0,0-1 0 0 0,1 1 0 0 0,0 0 0 0 0,-1 0 0 0 0,2 0 0 0 0,-1 0 0 0 0,0 0 0 0 0,1 0 0 0 0,0 0 0 0 0,1 9 0 0 0,3-15 30 0 0,0 0-1 0 0,-1-1 0 0 0,1 1 1 0 0,-1-1-1 0 0,1 0 0 0 0,-1 1 1 0 0,0-2-1 0 0,1 1 0 0 0,-1 0 1 0 0,0-1-1 0 0,0 1 0 0 0,-1-1 1 0 0,1 0-1 0 0,-1 0 0 0 0,1 0 1 0 0,-1 0-1 0 0,2-4 0 0 0,-2 5 69 0 0,-1-1-82 0 0,4-9-36 0 0,-4 9-18 0 0,-7-3-110 0 0,6 6 111 0 0,0-1 0 0 0,0 1-1 0 0,-1-1 1 0 0,1 1 0 0 0,0 0-1 0 0,0-1 1 0 0,0 1-1 0 0,-1 0 1 0 0,1-1 0 0 0,0 1-1 0 0,-1 0 1 0 0,1-1-1 0 0,0 1 1 0 0,-1 0 0 0 0,1 0-1 0 0,0-1 1 0 0,-1 1 0 0 0,1 0-1 0 0,-1 0 1 0 0,1 0-1 0 0,0 0 1 0 0,-1-1 0 0 0,1 1-1 0 0,-1 0 1 0 0,1 0-1 0 0,-1 0 1 0 0,1 0 0 0 0,0 0-1 0 0,-1 0 1 0 0,1 0 0 0 0,-1 0-1 0 0,1 0 1 0 0,-1 0-1 0 0,-7 4 6 0 0,0 0-1 0 0,0 1 0 0 0,-13 9 1 0 0,18-12-35 0 0,3-1 2 0 0,-1-1 19 0 0,0 1 0 0 0,0-1 0 0 0,1 1 0 0 0,-1-1 0 0 0,0 1 0 0 0,1-1 1 0 0,-1 1-1 0 0,1 0 0 0 0,-1-1 0 0 0,1 1 0 0 0,-1 0 0 0 0,1 0 1 0 0,-1 0-1 0 0,1-1 0 0 0,-1 1 0 0 0,1 0 0 0 0,0 0 0 0 0,0 0 0 0 0,-1 0 1 0 0,1 1-1 0 0,-4 17-581 0 0,3-15 340 0 0,7 1-288 0 0,-5-5 514 0 0,-1 1 0 0 0,0 0 0 0 0,0-1 0 0 0,1 1 0 0 0,-1-1-1 0 0,0 1 1 0 0,1-1 0 0 0,-1 1 0 0 0,0-1 0 0 0,1 1 0 0 0,-1-1 0 0 0,1 1 0 0 0,-1-1 0 0 0,1 0 0 0 0,-1 1 0 0 0,1-1 0 0 0,0 0 0 0 0,-1 1 0 0 0,1-1 0 0 0,-1 0 0 0 0,2 1 0 0 0,2 0 86 0 0,0-1 1 0 0,-1 1 0 0 0,1-1-1 0 0,0 1 1 0 0,0-1-1 0 0,-1 0 1 0 0,1-1-1 0 0,0 1 1 0 0,0-1-1 0 0,0 1 1 0 0,-1-1-1 0 0,1 0 1 0 0,0 0 0 0 0,-1-1-1 0 0,1 1 1 0 0,-1-1-1 0 0,0 0 1 0 0,1 0-1 0 0,-1 0 1 0 0,0 0-1 0 0,0 0 1 0 0,0-1 0 0 0,0 1-1 0 0,-1-1 1 0 0,1 0-1 0 0,2-4 1 0 0,-3 5 155 0 0,0-2-16 0 0,4-11-60 0 0,-4 11-9 0 0,-1 3-122 0 0,-1 0 0 0 0,1 0-1 0 0,-1 0 1 0 0,1 0 0 0 0,-1 0-1 0 0,1 0 1 0 0,-1 0 0 0 0,1 0 0 0 0,-1 0-1 0 0,0 0 1 0 0,0 0 0 0 0,1 0 0 0 0,-1 0-1 0 0,0 0 1 0 0,0 0 0 0 0,0 0 0 0 0,0-1-1 0 0,0 1 1 0 0,-1 0 0 0 0,1-2-1 0 0,-3-15 49 0 0,2 13 10 0 0,-2 4-99 0 0,-2 1-158 0 0,1-1-1 0 0,-1 1 1 0 0,0 0 0 0 0,0 1-1 0 0,0-1 1 0 0,0 1 0 0 0,0 0 0 0 0,1 0-1 0 0,-1 0 1 0 0,-9 4 0 0 0,11-3-443 0 0,1 1-150 0 0,-9 9-1479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1.9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31 3408 0 0,'0'0'1612'0'0,"1"-4"-209"0"0,3-5-1716 0 0,3-8 9355 0 0,-1 17-4635 0 0,-1 7-4936 0 0,-3-4 695 0 0,-2 2-42 0 0,13 98 335 0 0,3 38-810 0 0,-14-117-217 0 0,-1-20 134 0 0,-1 0-182 0 0,1 5 711 0 0,3 20-7434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2.4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92 4300 0 0,'0'0'1853'0'0,"0"-4"-295"0"0,-2-31 3549 0 0,3 25-5309 0 0,-1 6 526 0 0,2 1-77 0 0,2-1-209 0 0,0 1-1 0 0,1-1 1 0 0,0 1 0 0 0,-1 0-1 0 0,1 1 1 0 0,0-1 0 0 0,0 1-1 0 0,0 0 1 0 0,1 0-1 0 0,-1 0 1 0 0,0 1 0 0 0,1 0-1 0 0,-1 0 1 0 0,1 0-1 0 0,-1 1 1 0 0,1 0 0 0 0,0 0-1 0 0,7 1 1 0 0,-8-1-62 0 0,-5 0 17 0 0,1 0 0 0 0,0-1 0 0 0,0 1 0 0 0,-1 0 0 0 0,1-1 0 0 0,0 1 0 0 0,0 0-1 0 0,-1 0 1 0 0,1 0 0 0 0,0 0 0 0 0,0 0 0 0 0,-1 0 0 0 0,1 0 0 0 0,0 0 0 0 0,0 0 0 0 0,0 0 0 0 0,-1 1 0 0 0,1-1 0 0 0,0 0 0 0 0,-1 0 0 0 0,2 1 0 0 0,-1 0 9 0 0,0-1 0 0 0,-1 0 1 0 0,1 0-1 0 0,0 1 1 0 0,0-1-1 0 0,-1 0 0 0 0,1 0 1 0 0,0 0-1 0 0,0 0 1 0 0,-1 0-1 0 0,1 1 0 0 0,0-2 1 0 0,0 1-1 0 0,-1 0 1 0 0,1 0-1 0 0,0 0 0 0 0,0 0 1 0 0,-1 0-1 0 0,1-1 0 0 0,0 1 1 0 0,1-1-1 0 0,-1 1 0 0 0,0 0-1 0 0,0 0 0 0 0,0 0 1 0 0,0 0-1 0 0,0 0 0 0 0,0 0 1 0 0,0 0-1 0 0,0 0 0 0 0,0 0 1 0 0,0 0-1 0 0,0 0 0 0 0,-1 1 1 0 0,1-1-1 0 0,0 0 0 0 0,0 1 1 0 0,0-1-1 0 0,0 1 0 0 0,0-1 1 0 0,0 1-1 0 0,-1 0 0 0 0,1-1 1 0 0,0 1-1 0 0,0 0 0 0 0,-1-1 1 0 0,1 1-1 0 0,0 1 0 0 0,14 7 14 0 0,-16-4-90 0 0,-1 1 74 0 0,-1 0 0 0 0,0 0 1 0 0,0 0-1 0 0,0 0 0 0 0,-1 0 1 0 0,1-1-1 0 0,-1 1 1 0 0,-7 5-1 0 0,-43 41 57 0 0,28-29 146 0 0,24-20-184 0 0,-1-1 3 0 0,3-2-19 0 0,-1 1 0 0 0,1-1 1 0 0,-1 1-1 0 0,0-1 0 0 0,1 1 1 0 0,-1 0-1 0 0,1-1 0 0 0,0 1 0 0 0,-1 0 1 0 0,1-1-1 0 0,0 1 0 0 0,-1 0 0 0 0,1-1 1 0 0,0 1-1 0 0,0 0 0 0 0,-1-1 0 0 0,1 1 1 0 0,0 0-1 0 0,0 0 0 0 0,0-1 0 0 0,0 1 1 0 0,0 0-1 0 0,0 0 0 0 0,0-1 0 0 0,0 1 1 0 0,0 0-1 0 0,1 0 0 0 0,-1-1 1 0 0,0 1-1 0 0,0 0 0 0 0,1-1 0 0 0,-1 1 1 0 0,0 0-1 0 0,1-1 0 0 0,-1 1 0 0 0,0 0 1 0 0,1-1-1 0 0,-1 1 0 0 0,1-1 0 0 0,0 1 1 0 0,1 2-11 0 0,29-2 84 0 0,1 1 0 0 0,-1 2 0 0 0,60 14 0 0 0,-82-16 2 0 0,-1 1 0 0 0,0 0-1 0 0,0 1 1 0 0,-1-1 0 0 0,1 1 0 0 0,-1 1-1 0 0,0 0 1 0 0,0 0 0 0 0,0 0-1 0 0,9 11 1 0 0,-13-14-13 0 0,-2 2-13 0 0,5 13-5 0 0,-5-13-24 0 0,-2 0 25 0 0,0 0-50 0 0,-1 0 0 0 0,0 0 1 0 0,0 0-1 0 0,0 0 0 0 0,0 0 0 0 0,-1-1 1 0 0,1 1-1 0 0,-1-1 0 0 0,0 0 0 0 0,0 0 1 0 0,0 0-1 0 0,-7 5 0 0 0,1-2-167 0 0,0-1 0 0 0,0 0 0 0 0,0 0 0 0 0,0-1 0 0 0,-13 4 0 0 0,-1-1-983 0 0,-1-1-1 0 0,0-2 1 0 0,0 0-1 0 0,-26 0 0 0 0,19-3-2043 0 0,-1 1-2289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6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 4708 0 0,'1'-3'1951'0'0,"-1"1"-1614"0"0,0 1 1 0 0,1 0 0 0 0,-1 0 0 0 0,1 0 0 0 0,-1-1 0 0 0,1 1 0 0 0,-1 0 0 0 0,1 0 0 0 0,0 0-1 0 0,0 0 1 0 0,0 0 0 0 0,-1 0 0 0 0,1 0 0 0 0,0 0 0 0 0,0 0 0 0 0,0 1 0 0 0,0-1 0 0 0,0 0-1 0 0,1 1 1 0 0,1-2 0 0 0,-2 2-321 0 0,0 0-1 0 0,0-1 0 0 0,1 1 1 0 0,-1 0-1 0 0,0 0 0 0 0,0 1 1 0 0,0-1-1 0 0,0 0 1 0 0,0 0-1 0 0,0 0 0 0 0,1 1 1 0 0,-1-1-1 0 0,0 1 1 0 0,1 0-1 0 0,23 13 395 0 0,-2 1-1 0 0,1 1 1 0 0,-2 1 0 0 0,39 38-1 0 0,72 91-1306 0 0,-104-110-2647 0 0,-27-33 2099 0 0,10 6-3425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6.6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324 15 3484 0 0,'-1'-3'1539'0'0,"1"2"-1404"0"0,-1 1 0 0 0,1-1 1 0 0,0 0-1 0 0,-1 1 0 0 0,1-1 0 0 0,0 1 0 0 0,-1-1 0 0 0,1 0 1 0 0,-1 1-1 0 0,1-1 0 0 0,-1 1 0 0 0,1-1 0 0 0,-1 1 0 0 0,1-1 0 0 0,-1 1 1 0 0,0 0-1 0 0,1-1 0 0 0,-1 1 0 0 0,1 0 0 0 0,-1-1 0 0 0,0 1 1 0 0,1 0-1 0 0,-1 0 0 0 0,0 0 0 0 0,0-1 0 0 0,1 1 0 0 0,-1 0 0 0 0,0 0 1 0 0,1 0-1 0 0,-1 0 0 0 0,0 0 0 0 0,0 1 0 0 0,1-1 0 0 0,-1 0 1 0 0,0 0-1 0 0,1 0 0 0 0,-1 0 0 0 0,0 1 0 0 0,1-1 0 0 0,-1 0 0 0 0,0 1 1 0 0,1-1-1 0 0,-1 1 0 0 0,1-1 0 0 0,-2 1 0 0 0,-1 0-747 0 0,-5 6 850 0 0,-81 147 469 0 0,-13 21-1754 0 0,24-66-5456 0 0,64-92 2520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8.2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288 139 4064 0 0,'-1'-9'508'0'0,"0"0"0"0"0,0 1 0 0 0,-1-1 0 0 0,0 1 0 0 0,-1 0 0 0 0,0 0 0 0 0,0 0 0 0 0,-1 0 0 0 0,1 0 0 0 0,-6-7 0 0 0,8 14-479 0 0,-33-35 1293 0 0,29 34-1143 0 0,0 2-109 0 0,1-1 0 0 0,-1 1 0 0 0,0-1 0 0 0,0 1 0 0 0,1 1 0 0 0,-1-1 0 0 0,0 1 0 0 0,0 0 0 0 0,1 0 0 0 0,-1 0 0 0 0,0 0 0 0 0,1 1 0 0 0,0 0 0 0 0,-1 0 0 0 0,1 0 0 0 0,-5 4 0 0 0,0 0 43 0 0,0 1-1 0 0,0 0 1 0 0,1 0-1 0 0,0 1 0 0 0,0 0 1 0 0,-10 15-1 0 0,9-9-61 0 0,1 0 0 0 0,0 0 0 0 0,1 1-1 0 0,0 0 1 0 0,1 1 0 0 0,1-1 0 0 0,1 1 0 0 0,-3 20 0 0 0,6-29-61 0 0,0-1 0 0 0,1 0 0 0 0,0 1 0 0 0,0-1 0 0 0,0 0 0 0 0,1 1 0 0 0,2 9 0 0 0,-2-9 34 0 0,0-2-13 0 0,1 0 0 0 0,-1 0 0 0 0,1-1 1 0 0,-1 1-1 0 0,1 0 0 0 0,1-1 0 0 0,-1 1 1 0 0,1-1-1 0 0,3 5 0 0 0,-3-4 1 0 0,-1-2-4 0 0,0-1 1 0 0,0 1-1 0 0,1-1 0 0 0,-1 1 0 0 0,0-1 0 0 0,1 0 0 0 0,0 0 1 0 0,0 0-1 0 0,-1 0 0 0 0,1 0 0 0 0,0-1 0 0 0,0 1 0 0 0,0-1 1 0 0,1 0-1 0 0,-1 0 0 0 0,0 0 0 0 0,0 0 0 0 0,1-1 0 0 0,-1 1 1 0 0,0-1-1 0 0,1 0 0 0 0,-1 0 0 0 0,1 0 0 0 0,4-1 0 0 0,2-1 93 0 0,0 0-1 0 0,-1 0 0 0 0,1-1 1 0 0,0 0-1 0 0,-1-1 1 0 0,18-9-1 0 0,-16 7-47 0 0,-1-1 0 0 0,1 0 0 0 0,-2 0 0 0 0,1-1 0 0 0,-1 0 0 0 0,0-1 0 0 0,-1 0 0 0 0,0 0 0 0 0,0-1 0 0 0,-1 0 0 0 0,0 0 0 0 0,-1-1 0 0 0,0 0 0 0 0,0 0 0 0 0,-1 0 0 0 0,-1-1 0 0 0,0 1 0 0 0,-1-1 0 0 0,0 0 0 0 0,-1 0 0 0 0,0-1 0 0 0,-1 1 0 0 0,0 0 0 0 0,-1 0 0 0 0,-1-15 0 0 0,0 22-70 0 0,0 1-1 0 0,0 0 1 0 0,0-1 0 0 0,-1 1-1 0 0,1 0 1 0 0,-1 0 0 0 0,0 0-1 0 0,0 0 1 0 0,0 0 0 0 0,-5-5-1 0 0,4 4 6 0 0,2 4-9 0 0,0-1 0 0 0,-1 0 1 0 0,1 1-1 0 0,-1-1 1 0 0,1 1-1 0 0,-1-1 0 0 0,0 1 1 0 0,0 0-1 0 0,1 0 0 0 0,-1 0 1 0 0,0 0-1 0 0,0 0 0 0 0,0 0 1 0 0,0 0-1 0 0,0 1 1 0 0,-1-1-1 0 0,1 1 0 0 0,0-1 1 0 0,0 1-1 0 0,0 0 0 0 0,0 0 1 0 0,-1 0-1 0 0,1 0 0 0 0,0 0 1 0 0,0 0-1 0 0,-4 2 0 0 0,-1 0-170 0 0,-1 0-1 0 0,1 0 0 0 0,0 1 0 0 0,-12 7 1 0 0,18-10 179 0 0,-5 5-396 0 0,0-1 0 0 0,0 0 0 0 0,0 1-1 0 0,0 0 1 0 0,1 1 0 0 0,0-1 0 0 0,0 1 0 0 0,0 0 0 0 0,1 0 0 0 0,0 0 0 0 0,0 1 0 0 0,1 0 0 0 0,-1-1 0 0 0,2 1 0 0 0,-1 1 0 0 0,1-1 0 0 0,-2 8 0 0 0,2-6-2122 0 0,1 11-1794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8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 4608 0 0,'3'-1'1590'0'0,"10"-6"-331"0"0,-10 6 624 0 0,-1-1-1197 0 0,3-4-572 0 0,-4 6-39 0 0,-1 0 1 0 0,1 0-1 0 0,0 0 0 0 0,-1 0 1 0 0,1 0-1 0 0,0 0 1 0 0,-1 0-1 0 0,1 0 1 0 0,0 0-1 0 0,-1 0 0 0 0,1 0 1 0 0,0 0-1 0 0,-1 0 1 0 0,1 0-1 0 0,-1 1 1 0 0,1-1-1 0 0,0 0 0 0 0,-1 1 1 0 0,1-1-1 0 0,-1 0 1 0 0,1 1-1 0 0,-1-1 0 0 0,1 1 1 0 0,-1-1-1 0 0,1 1 1 0 0,-1-1-1 0 0,1 1 1 0 0,-1-1-1 0 0,1 1 0 0 0,-1 0 1 0 0,2 1 76 0 0,2 4-79 0 0,-4-6-69 0 0,0 1-1 0 0,0-1 1 0 0,0 1 0 0 0,0-1-1 0 0,0 0 1 0 0,0 1 0 0 0,0-1-1 0 0,0 0 1 0 0,0 1 0 0 0,0-1-1 0 0,0 0 1 0 0,1 1 0 0 0,-1-1 0 0 0,0 0-1 0 0,0 1 1 0 0,0-1 0 0 0,1 0-1 0 0,-1 0 1 0 0,0 1 0 0 0,0-1-1 0 0,1 0 1 0 0,-1 0 0 0 0,0 1-1 0 0,1-1 1 0 0,-1 0 0 0 0,0 0-1 0 0,1 0 1 0 0,-1 0 0 0 0,0 1-1 0 0,1-1 1 0 0,-1 0 0 0 0,0 0-1 0 0,1 0 1 0 0,-1 0 0 0 0,0 0-1 0 0,1 0 1 0 0,1-1-39 0 0,24-15 555 0 0,-24 15-489 0 0,-1 1 0 0 0,0-1 0 0 0,1 0 0 0 0,-1 0 0 0 0,0 0 0 0 0,0 0-1 0 0,1-1 1 0 0,-1 1 0 0 0,0 0 0 0 0,0 0 0 0 0,0-1 0 0 0,-1 1 0 0 0,1 0 0 0 0,0-1 0 0 0,1-2 0 0 0,-3 4-28 0 0,1-1 1 0 0,0 0-1 0 0,0 1 1 0 0,-1-1 0 0 0,1 0-1 0 0,0 1 1 0 0,-1-1 0 0 0,1 1-1 0 0,0-1 1 0 0,-1 0 0 0 0,1 1-1 0 0,-1-1 1 0 0,1 1-1 0 0,-1 0 1 0 0,1-1 0 0 0,-1 1-1 0 0,1-1 1 0 0,-1 1 0 0 0,0 0-1 0 0,1-1 1 0 0,-1 1-1 0 0,1 0 1 0 0,-1 0 0 0 0,0-1-1 0 0,1 1 1 0 0,-1 0 0 0 0,0 0-1 0 0,0 0 1 0 0,1 0-1 0 0,-1 0 1 0 0,-1 0 0 0 0,-15 0 33 0 0,12 0-42 0 0,-16 10-472 0 0,18-7 146 0 0,0-1-1 0 0,1 1 1 0 0,-1 0-1 0 0,1 0 1 0 0,0 0 0 0 0,0 1-1 0 0,-2 3 1 0 0,3-4-774 0 0,15 16-8589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9.1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67 2956 0 0,'1'-4'1730'0'0,"5"-27"2196"0"0,-7 9-1639 0 0,1 22-2271 0 0,0-1-1 0 0,0 1 0 0 0,0-1 0 0 0,0 1 0 0 0,0 0 0 0 0,0-1 1 0 0,-1 1-1 0 0,1-1 0 0 0,0 1 0 0 0,0 0 0 0 0,0-1 0 0 0,-1 1 0 0 0,1-1 1 0 0,0 1-1 0 0,0 0 0 0 0,-1-1 0 0 0,1 1 0 0 0,0 0 0 0 0,-1 0 1 0 0,1-1-1 0 0,0 1 0 0 0,-1 0 0 0 0,1 0 0 0 0,0-1 0 0 0,-1 1 0 0 0,1 0 1 0 0,-1 0-1 0 0,1 0 0 0 0,-1 0 0 0 0,1 0 0 0 0,-1-1 276 0 0,-4 1-57 0 0,1 1-177 0 0,-1-1 0 0 0,0 1-1 0 0,1 0 1 0 0,-1 0 0 0 0,1 0 0 0 0,-1 0 0 0 0,1 1 0 0 0,0 0 0 0 0,-1 0 0 0 0,1 0-1 0 0,0 0 1 0 0,-7 6 0 0 0,3-1 47 0 0,-1 1 1 0 0,1 0-1 0 0,1 0 0 0 0,0 0 0 0 0,-8 12 0 0 0,1 2 42 0 0,1 1 0 0 0,0 1 0 0 0,-17 49 1 0 0,28-66-131 0 0,0-1-1 0 0,-1 0 0 0 0,2 1 0 0 0,-1-1 0 0 0,1 1 0 0 0,0-1 0 0 0,0 12 0 0 0,2 26-26 0 0,1-38 1 0 0,-1-2-27 0 0,0 1 1 0 0,1-1-1 0 0,0 0 1 0 0,-1 0-1 0 0,1 0 1 0 0,0 0-1 0 0,1 0 1 0 0,4 6-1 0 0,-3-4-17 0 0,-1-3 8 0 0,1 1 1 0 0,-1-1-1 0 0,1 0 1 0 0,0 0-1 0 0,0 0 0 0 0,0-1 1 0 0,0 1-1 0 0,1-1 1 0 0,-1 0-1 0 0,1 0 1 0 0,-1-1-1 0 0,1 1 0 0 0,7 0 1 0 0,-8-1 44 0 0,2-1 17 0 0,2 0 28 0 0,0 0-1 0 0,-1 0 0 0 0,1-1 1 0 0,-1 0-1 0 0,1-1 1 0 0,-1 0-1 0 0,0 0 1 0 0,1 0-1 0 0,-1-1 1 0 0,0 0-1 0 0,-1 0 0 0 0,1-1 1 0 0,0 0-1 0 0,-1 0 1 0 0,0 0-1 0 0,0-1 1 0 0,0 0-1 0 0,-1 0 0 0 0,6-7 1 0 0,-3 0-9 0 0,-1-1-1 0 0,9-24 1 0 0,-15 33-33 0 0,-2 1-9 0 0,-2-11-15 0 0,2 11 25 0 0,-3 0 18 0 0,-1 1-10 0 0,-1-1 1 0 0,1 1-1 0 0,-1 0 0 0 0,1 0 0 0 0,-1 0 0 0 0,0 1 0 0 0,1 0 1 0 0,-1 0-1 0 0,0 1 0 0 0,0-1 0 0 0,0 1 0 0 0,0 0 0 0 0,0 1 0 0 0,0 0 1 0 0,1 0-1 0 0,-11 3 0 0 0,5-1-331 0 0,0 1-1 0 0,0 0 1 0 0,0 1-1 0 0,1 0 1 0 0,0 1 0 0 0,0 0-1 0 0,-17 14 1 0 0,25-18-532 0 0,1 1-300 0 0,-4 9-252 0 0,4-9-64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39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22 2164 0 0,'0'0'4015'0'0,"-1"-4"-3341"0"0,1 3-596 0 0,0 1 0 0 0,-1-1 0 0 0,1 0 0 0 0,0 0-1 0 0,0 0 1 0 0,-1 0 0 0 0,1 0 0 0 0,0 1 0 0 0,-1-1-1 0 0,1 0 1 0 0,-1 0 0 0 0,1 1 0 0 0,-1-1 0 0 0,1 0 0 0 0,-1 0-1 0 0,0 1 1 0 0,1-1 0 0 0,-1 1 0 0 0,-1-2 0 0 0,0 2 3 0 0,0-1 0 0 0,1 1 1 0 0,-1-1-1 0 0,0 1 1 0 0,0 0-1 0 0,0 0 1 0 0,0 0-1 0 0,0 0 0 0 0,0 0 1 0 0,1 1-1 0 0,-1-1 1 0 0,0 0-1 0 0,-2 1 1 0 0,-8 2 135 0 0,0 1 0 0 0,0 0 0 0 0,1 0 0 0 0,0 1 0 0 0,0 1 0 0 0,0 0 0 0 0,0 0 0 0 0,1 1 0 0 0,-11 9 0 0 0,19-13-80 0 0,0 1-22 0 0,-2 12-25 0 0,2-12-9 0 0,4 1-24 0 0,1 3-51 0 0,1 0 0 0 0,-1 0 1 0 0,2 0-1 0 0,-1-1 0 0 0,1 1 0 0 0,0-1 1 0 0,1 0-1 0 0,0-1 0 0 0,0 1 0 0 0,13 10 1 0 0,12 7-176 0 0,42 24 1 0 0,-44-30-94 0 0,31 26 0 0 0,-57-42 201 0 0,4 5-9 0 0,-7-6 66 0 0,0-1-1 0 0,1 0 1 0 0,-1 0-1 0 0,1 1 1 0 0,-1-1 0 0 0,1 0-1 0 0,-1 1 1 0 0,0-1-1 0 0,1 0 1 0 0,-1 1 0 0 0,0-1-1 0 0,1 1 1 0 0,-1-1-1 0 0,0 0 1 0 0,1 1-1 0 0,-1-1 1 0 0,0 1 0 0 0,0-1-1 0 0,0 1 1 0 0,1-1-1 0 0,-1 1 1 0 0,0-1-1 0 0,0 1 1 0 0,0-1 0 0 0,0 1-1 0 0,0-1 1 0 0,0 1-1 0 0,0-1 1 0 0,0 1 0 0 0,0-1-1 0 0,0 2 1 0 0,-1 0 2 0 0,0 0 0 0 0,0 1 0 0 0,0-1 1 0 0,0 1-1 0 0,0-1 0 0 0,-1 0 0 0 0,1 0 1 0 0,-1 0-1 0 0,1 0 0 0 0,-1 0 0 0 0,0 0 0 0 0,0 0 1 0 0,1-1-1 0 0,-1 1 0 0 0,-1 0 0 0 0,1-1 1 0 0,0 0-1 0 0,0 0 0 0 0,0 1 0 0 0,-1-1 0 0 0,1 0 1 0 0,-1-1-1 0 0,1 1 0 0 0,-1 0 0 0 0,1-1 1 0 0,-1 1-1 0 0,-4-1 0 0 0,-6 2 127 0 0,0-1-1 0 0,0-1 0 0 0,0 0 1 0 0,-16-2-1 0 0,25 1 2 0 0,-1 0-28 0 0,-12-3-14 0 0,12 3-22 0 0,3-2-13 0 0,1 2-70 0 0,0 0 0 0 0,0 0 0 0 0,0-1 0 0 0,0 1 0 0 0,0 0-1 0 0,0 0 1 0 0,1-1 0 0 0,-1 1 0 0 0,0-1 0 0 0,1 1 0 0 0,-1-1 0 0 0,1 1 0 0 0,-1-1-1 0 0,1 1 1 0 0,0-1 0 0 0,0 1 0 0 0,0-1 0 0 0,0 1 0 0 0,0-1 0 0 0,0 0 0 0 0,0 1-1 0 0,0-1 1 0 0,1 1 0 0 0,-1-1 0 0 0,0 1 0 0 0,1-1 0 0 0,-1 1 0 0 0,1-1 0 0 0,0 1-1 0 0,1-2 1 0 0,14-19-209 0 0,2 1 0 0 0,0 0-1 0 0,42-35 1 0 0,17-19 419 0 0,-75 73-157 0 0,0-1 0 0 0,0 0 1 0 0,0 0-1 0 0,0 1 0 0 0,0-2 1 0 0,-1 1-1 0 0,1 0 0 0 0,-1 0 1 0 0,0 0-1 0 0,1-6 1 0 0,-1 5-41 0 0,0 1 50 0 0,-3-1 0 0 0,-1 1-36 0 0,0 0 0 0 0,1 0 0 0 0,-1 0 0 0 0,0 0 0 0 0,-1 0 0 0 0,1 1 0 0 0,0 0 0 0 0,-1-1 0 0 0,0 1 0 0 0,1 0 0 0 0,-1 1 0 0 0,0-1-1 0 0,0 1 1 0 0,0 0 0 0 0,0 0 0 0 0,0 0 0 0 0,0 0 0 0 0,-7 0 0 0 0,11 1-5 0 0,-4-1 9 0 0,-3 2-48 0 0,3-1-92 0 0,-1 0-154 0 0,-1 0 0 0 0,0 0 0 0 0,1 1-1 0 0,-1 0 1 0 0,1 0 0 0 0,-1 0 0 0 0,1 1 0 0 0,-1-1-1 0 0,-6 5 1 0 0,9-5-1169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0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128 41 2800 0 0,'0'0'5165'0'0,"-1"-4"-4398"0"0,1 3-698 0 0,0 1 0 0 0,0-1 0 0 0,-1 0 0 0 0,1 0 0 0 0,0 0 0 0 0,-1 1 0 0 0,1-1 0 0 0,-1 0 0 0 0,1 0 1 0 0,0 1-1 0 0,-1-1 0 0 0,0 0 0 0 0,1 1 0 0 0,-1-1 0 0 0,1 0 0 0 0,-1 1 0 0 0,0-1 0 0 0,1 1 0 0 0,-1-1 0 0 0,-1 0 0 0 0,0 1 8 0 0,0 0 0 0 0,0-1 1 0 0,0 1-1 0 0,-1 0 0 0 0,1 0 0 0 0,0 0 0 0 0,0 0 1 0 0,0 1-1 0 0,0-1 0 0 0,0 0 0 0 0,-3 2 0 0 0,-1-1 61 0 0,-1 1-1 0 0,1 0 0 0 0,-1 0 0 0 0,1 1 0 0 0,0 0 1 0 0,0 0-1 0 0,0 0 0 0 0,0 1 0 0 0,1-1 1 0 0,-9 9-1 0 0,11-10 15 0 0,-7 20 227 0 0,11-18-296 0 0,2 3-68 0 0,-1-1-1 0 0,1 1 1 0 0,0-1-1 0 0,0 0 1 0 0,1 0 0 0 0,0-1-1 0 0,0 1 1 0 0,0-1-1 0 0,1 0 1 0 0,0 0 0 0 0,6 5-1 0 0,13 10-21 0 0,32 20 0 0 0,-25-19-76 0 0,103 66-198 0 0,-131-85 248 0 0,-3-2 31 0 0,1 0 0 0 0,-1 0 0 0 0,1 1 0 0 0,-1-1 0 0 0,1 0 0 0 0,-1 1 0 0 0,1-1 0 0 0,-1 0 0 0 0,1 1 0 0 0,-1-1 0 0 0,1 0 0 0 0,-1 1 0 0 0,0-1-1 0 0,1 1 1 0 0,-1-1 0 0 0,0 1 0 0 0,1-1 0 0 0,-1 1 0 0 0,0-1 0 0 0,0 1 0 0 0,1-1 0 0 0,-1 1 0 0 0,0 0 0 0 0,0-1 0 0 0,0 1 0 0 0,0-1 0 0 0,0 1 0 0 0,0-1 0 0 0,0 1 0 0 0,0 0 0 0 0,0-1 0 0 0,0 1 0 0 0,0-1 0 0 0,0 2 0 0 0,-2 18-37 0 0,2-20 46 0 0,-1 4-15 0 0,-18 8-2 0 0,13-8 20 0 0,-1-1 1 0 0,0 0 0 0 0,0-1 0 0 0,-1 0-1 0 0,1 0 1 0 0,0 0 0 0 0,-1-1 0 0 0,1 0-1 0 0,-1-1 1 0 0,1 1 0 0 0,-16-3 0 0 0,13 2 16 0 0,-19-2 141 0 0,24 1-51 0 0,0 1-16 0 0,-15-3 35 0 0,15 2-70 0 0,5 1-64 0 0,-1 0 0 0 0,1-1-1 0 0,0 1 1 0 0,0 0 0 0 0,0 0-1 0 0,0-1 1 0 0,0 1 0 0 0,0 0-1 0 0,-1 0 1 0 0,1 0 0 0 0,0-1-1 0 0,0 1 1 0 0,0 0 0 0 0,-1 0-1 0 0,1 0 1 0 0,0 0 0 0 0,0-1-1 0 0,-1 1 1 0 0,1 0 0 0 0,0 0-1 0 0,0 0 1 0 0,-1 0 0 0 0,1 0-1 0 0,0 0 1 0 0,0 0 0 0 0,-1 0-1 0 0,1 0 1 0 0,0-1 0 0 0,0 1-1 0 0,-1 0 1 0 0,1 0 0 0 0,-1 1-1 0 0,1-1-9 0 0,-1 0 0 0 0,1 0 1 0 0,-1 0-1 0 0,1 0 0 0 0,0-1 0 0 0,-1 1 0 0 0,1 0 0 0 0,-1 0 0 0 0,1 0 0 0 0,-1 0 0 0 0,1 0 1 0 0,0 0-1 0 0,-1-1 0 0 0,1 1 0 0 0,-1 0 0 0 0,1 0 0 0 0,0-1 0 0 0,-1 1 0 0 0,1 0 1 0 0,0-1-1 0 0,-1 1 0 0 0,1 0 0 0 0,0-1 0 0 0,-1 1 0 0 0,1-1 0 0 0,0 1 0 0 0,0 0 0 0 0,0-1 1 0 0,-1 1-1 0 0,1-1 0 0 0,0 1 0 0 0,0 0 0 0 0,0-1 0 0 0,0 1 0 0 0,0-1 0 0 0,0 0 1 0 0,0-4-44 0 0,1 1 0 0 0,0-1 0 0 0,0 1 0 0 0,1-1 1 0 0,-1 1-1 0 0,1 0 0 0 0,0-1 0 0 0,0 1 0 0 0,0 0 1 0 0,1 0-1 0 0,-1 1 0 0 0,5-6 0 0 0,47-50-414 0 0,-24 27 344 0 0,-8 7 61 0 0,-1 0 1 0 0,-1-2-1 0 0,-1 0 0 0 0,21-43 1 0 0,-38 65 76 0 0,-2 1 4 0 0,0 2-36 0 0,1 0-1 0 0,-1 1 0 0 0,0-1 0 0 0,0 0 1 0 0,0 0-1 0 0,0 1 0 0 0,0-1 0 0 0,-1 0 1 0 0,1 0-1 0 0,-1 1 0 0 0,1-1 1 0 0,-1 0-1 0 0,1 1 0 0 0,-1-1 0 0 0,0 1 1 0 0,0-1-1 0 0,0 1 0 0 0,0-1 0 0 0,0 1 1 0 0,0-1-1 0 0,0 1 0 0 0,0 0 0 0 0,0 0 1 0 0,-1-1-1 0 0,1 1 0 0 0,-1 0 0 0 0,1 0 1 0 0,-1 1-1 0 0,1-1 0 0 0,-1 0 0 0 0,1 0 1 0 0,-1 1-1 0 0,0-1 0 0 0,1 1 0 0 0,-3-1 1 0 0,-44-1-1953 0 0,44 3 1415 0 0,0-1 0 0 0,1 1 1 0 0,-1 0-1 0 0,0 0 0 0 0,1 0 0 0 0,-1 0 1 0 0,1 0-1 0 0,-6 4 0 0 0,-12 9-3774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0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48 3088 0 0,'0'0'5268'0'0,"2"-3"-4411"0"0,0 0-692 0 0,1 0 0 0 0,-1 0 0 0 0,1 1 0 0 0,0-1 1 0 0,0 1-1 0 0,0 0 0 0 0,0 0 0 0 0,0 0 0 0 0,1 0 0 0 0,-1 1 0 0 0,1-1 1 0 0,-1 1-1 0 0,1 0 0 0 0,-1 0 0 0 0,1 0 0 0 0,6 0 0 0 0,71-8 565 0 0,-72 9-694 0 0,67-4-285 0 0,-17 4-1942 0 0,1 4-3472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1.0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47 2340 0 0,'-9'16'9752'0'0,"14"-13"-10001"0"0,-3-2-518 0 0,1 1 1277 0 0,3-2-17 0 0,67-5 726 0 0,101-20 0 0 0,-87 2-6494 0 0,-78 19 1875 0 0,9-7-2402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2.4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10 2724 0 0,'0'0'3936'0'0,"-4"-9"1598"0"0,3 22-3576 0 0,2 40-2010 0 0,0-16 447 0 0,3 90-24 0 0,-3-122-418 0 0,-1 0-7 0 0,2 16-56 0 0,-1-16-49 0 0,0 0-23 0 0,3 12 23 0 0,1-4-2069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2.7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53 2380 0 0,'-18'-2'770'0'0,"-6"-2"4513"0"0,27 2-3308 0 0,20-1-2036 0 0,359-38-1174 0 0,-378 40 434 0 0,24 2-1117 0 0,-22 0 789 0 0,-2-1-803 0 0,18 4-1360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3.1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11 3676 0 0,'0'0'6266'0'0,"-2"-3"-5850"0"0,-6-4 798 0 0,3 28-106 0 0,1 61-541 0 0,8 107-1 0 0,-4-185-801 0 0,1 1-114 0 0,2 2 241 0 0,4 16-2234 0 0,-5-9-4269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3.3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94 2808 0 0,'0'0'3405'0'0,"0"-5"-2677"0"0,1-14-79 0 0,-1 15-79 0 0,12-16 1057 0 0,1 10-1305 0 0,-10 7-16 0 0,1 1-5 0 0,16-5-36 0 0,0 2 0 0 0,1 0 1 0 0,-1 1-1 0 0,42-3 0 0 0,-58 7-563 0 0,-2-1 247 0 0,-1 1 0 0 0,0 0 0 0 0,1-1 0 0 0,-1 1 0 0 0,1 0 0 0 0,-1 0 0 0 0,1 0 0 0 0,-1 0 0 0 0,1 0 0 0 0,-1 0 0 0 0,0 0 0 0 0,3 1 0 0 0,-1 0-93 0 0,2-1-497 0 0,16 3-5430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3.6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14 3592 0 0,'0'0'2161'0'0,"-2"2"-1320"0"0,1-2-744 0 0,1 0 0 0 0,0 0 0 0 0,-1 0 0 0 0,1 0 0 0 0,-1 1 0 0 0,1-1 0 0 0,0 0 0 0 0,-1 0 0 0 0,1 1 0 0 0,0-1 0 0 0,0 0 0 0 0,-1 1-1 0 0,1-1 1 0 0,0 0 0 0 0,0 1 0 0 0,-1-1 0 0 0,1 0 0 0 0,0 1 0 0 0,0-1 0 0 0,0 1 0 0 0,0-1 0 0 0,0 0 0 0 0,-1 1 0 0 0,1-1 0 0 0,0 1 0 0 0,0-1 0 0 0,0 0 0 0 0,0 1 0 0 0,0-1 0 0 0,0 1 0 0 0,10 7 1618 0 0,-8-7-2014 0 0,1 1 612 0 0,2-2-34 0 0,219-20 1251 0 0,-96 5-9113 0 0,-104 13 2068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4.6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25 3860 0 0,'0'-24'9354'0'0,"0"29"-9123"0"0,0 45 387 0 0,0-45-521 0 0,0 0-10 0 0,18 117 209 0 0,-17-119-296 0 0,5 21-219 0 0,-5-19-50 0 0,4 17-2055 0 0,0-6 627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5.0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98 3688 0 0,'0'0'5852'0'0,"1"-4"-5530"0"0,0 2-263 0 0,1 0-1 0 0,-1 0 1 0 0,0 0 0 0 0,1 0-1 0 0,-1 0 1 0 0,1 0-1 0 0,0 0 1 0 0,-1 0 0 0 0,1 1-1 0 0,0-1 1 0 0,0 1-1 0 0,0-1 1 0 0,0 1-1 0 0,0 0 1 0 0,5-2 0 0 0,44-15 319 0 0,-32 13-325 0 0,38-12-21 0 0,35-2-270 0 0,-26 14-6593 0 0,-42 5 2677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5.3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 3368 0 0,'0'0'4397'0'0,"2"3"-3835"0"0,8 7-59 0 0,-8-7-45 0 0,2-2-52 0 0,50 4 346 0 0,0-1 1 0 0,0-4 0 0 0,64-6-1 0 0,-83 3-1604 0 0,0-2-1 0 0,51-14 1 0 0,-82 18 202 0 0,14-6-867 0 0,-5-1-1857 0 0,5-2-1192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5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14 3632 0 0,'0'0'1513'0'0,"-1"-3"-289"0"0,-4-7 1781 0 0,1 10-1112 0 0,1 17-440 0 0,3 33-864 0 0,1-39-557 0 0,19 129-577 0 0,-19-135 29 0 0,1 7-156 0 0,5 9-5662 0 0,-5-16 4946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6.0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67 2088 0 0,'0'0'1274'0'0,"0"-5"-236"0"0,2-13-200 0 0,-1 14-148 0 0,12-16 873 0 0,23 3-324 0 0,-32 15-957 0 0,2 2-2 0 0,8 0-54 0 0,0 0 1 0 0,0 0 0 0 0,0 2 0 0 0,0-1 0 0 0,13 5 0 0 0,-15-2-147 0 0,-1 0 0 0 0,1 0 0 0 0,-1 1 0 0 0,-1 1 0 0 0,1-1 0 0 0,-1 2-1 0 0,0 0 1 0 0,0 0 0 0 0,-1 1 0 0 0,0 0 0 0 0,0 0 0 0 0,-1 1 0 0 0,0 0 0 0 0,-1 1 0 0 0,8 11 0 0 0,-14-19-70 0 0,0 0-1 0 0,0 1 1 0 0,0-1 0 0 0,0 1 0 0 0,0-1 0 0 0,-1 1 0 0 0,1 0-1 0 0,-1-1 1 0 0,1 1 0 0 0,-1 0 0 0 0,0-1 0 0 0,0 1-1 0 0,0 0 1 0 0,-1 0 0 0 0,1-1 0 0 0,-1 1 0 0 0,1-1 0 0 0,-3 6-1 0 0,-8 26 3 0 0,3-26-12 0 0,2-2 2 0 0,-3 4 4 0 0,-1 0-1 0 0,0-1 1 0 0,0 0 0 0 0,-1 0 0 0 0,0-1 0 0 0,0 0 0 0 0,-1-1-1 0 0,0 0 1 0 0,0-1 0 0 0,-20 6 0 0 0,-20 8-656 0 0,38-16 455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6.3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32 4008 0 0,'3'-4'21'0'0,"14"-21"6049"0"0,-17 25-5966 0 0,0 0-1 0 0,0-1 0 0 0,0 1 1 0 0,1 0-1 0 0,-1 0 1 0 0,0 0-1 0 0,1-1 1 0 0,-1 1-1 0 0,0 0 1 0 0,0 0-1 0 0,1 0 1 0 0,-1 0-1 0 0,0 0 1 0 0,1-1-1 0 0,-1 1 1 0 0,0 0-1 0 0,1 0 1 0 0,-1 0-1 0 0,0 0 1 0 0,1 0-1 0 0,-1 0 1 0 0,0 0-1 0 0,1 0 1 0 0,-1 0-1 0 0,0 0 0 0 0,1 1 1 0 0,-1-1-1 0 0,1 0 1 0 0,6 16 96 0 0,33 229 1595 0 0,-30-191-3261 0 0,-9-49 734 0 0,7 7-883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6.5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95 2948 0 0,'0'0'1518'0'0,"0"-4"-293"0"0,0 1-1072 0 0,0 0 1 0 0,0 0 0 0 0,0 1-1 0 0,1-1 1 0 0,-1 1 0 0 0,1-1-1 0 0,0 0 1 0 0,0 1 0 0 0,0-1 0 0 0,0 1-1 0 0,0 0 1 0 0,0-1 0 0 0,1 1-1 0 0,-1 0 1 0 0,1 0 0 0 0,0 0 0 0 0,-1 0-1 0 0,1 0 1 0 0,0 0 0 0 0,0 0-1 0 0,0 0 1 0 0,0 1 0 0 0,5-3 0 0 0,2-1-34 0 0,1 1 0 0 0,0 0 1 0 0,0 0-1 0 0,1 1 0 0 0,-1 1 1 0 0,1-1-1 0 0,-1 2 1 0 0,19-2-1 0 0,26-1-1241 0 0,-51 4-17 0 0,0 0-305 0 0,14 2-1036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46.7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21 3804 0 0,'0'0'2102'0'0,"5"0"-1334"0"0,143-8 2408 0 0,-51-3-9260 0 0,-93 10 2358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55.4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193 143 3920 0 0,'3'-5'1693'0'0,"48"-86"4292"0"0,-50 87-5579 0 0,1-11 151 0 0,-1-9 87 0 0,-2 21-430 0 0,-3 2-100 0 0,-2 1-77 0 0,1 0 1 0 0,0 0-1 0 0,0 1 0 0 0,0 0 0 0 0,0-1 0 0 0,0 2 0 0 0,0-1 1 0 0,0 1-1 0 0,0-1 0 0 0,0 1 0 0 0,0 0 0 0 0,-4 4 1 0 0,-2 0 2 0 0,1 1 1 0 0,0 1 0 0 0,1-1 0 0 0,-17 18 0 0 0,13-10-19 0 0,0 1 0 0 0,1 0 0 0 0,1 0 0 0 0,0 1 0 0 0,1 0 0 0 0,-11 29 0 0 0,18-38-26 0 0,-1 1 1 0 0,1 0 0 0 0,1 0-1 0 0,0 0 1 0 0,0 0 0 0 0,1 0-1 0 0,0 1 1 0 0,1-1 0 0 0,0 10-1 0 0,1-11 16 0 0,0-3-7 0 0,0-1-1 0 0,0 1 1 0 0,1-1-1 0 0,0 0 1 0 0,-1 1-1 0 0,2-1 1 0 0,-1 0 0 0 0,0 0-1 0 0,1 0 1 0 0,-1-1-1 0 0,1 1 1 0 0,5 4-1 0 0,-5-6-4 0 0,-1 0 0 0 0,1 0-1 0 0,-1-1 1 0 0,1 1 0 0 0,0-1 0 0 0,0 0 0 0 0,0 0-1 0 0,0 0 1 0 0,5 1 0 0 0,-1 0 9 0 0,-1-1-4 0 0,-1 0 0 0 0,1 0 0 0 0,0 0 0 0 0,-1-1 0 0 0,1 0 0 0 0,0 0 0 0 0,0 0 1 0 0,-1-1-1 0 0,1 0 0 0 0,0 0 0 0 0,-1 0 0 0 0,1-1 0 0 0,-1 0 0 0 0,1 0 0 0 0,-1 0 0 0 0,6-4 1 0 0,-1 2 17 0 0,-1-1-8 0 0,0 0 0 0 0,0 0-1 0 0,0-1 1 0 0,-1 0 0 0 0,0 0 0 0 0,0-1-1 0 0,-1 0 1 0 0,0 0 0 0 0,0-1-1 0 0,0 0 1 0 0,-1 0 0 0 0,0-1-1 0 0,-1 0 1 0 0,0 0 0 0 0,-1 0-1 0 0,1 0 1 0 0,-2-1 0 0 0,1 1 0 0 0,-1-1-1 0 0,-1 0 1 0 0,0 0 0 0 0,1-17-1 0 0,-2 21-40 0 0,-1 0-1 0 0,0-1 0 0 0,0 1 1 0 0,-1-1-1 0 0,0 1 0 0 0,0 0 0 0 0,0-1 1 0 0,-1 1-1 0 0,0 0 0 0 0,0 0 1 0 0,-1 0-1 0 0,0 0 0 0 0,0 1 0 0 0,0-1 1 0 0,-1 1-1 0 0,-4-7 0 0 0,4 9-153 0 0,0 0 1 0 0,-1 0-1 0 0,1 0 0 0 0,-1 0 0 0 0,1 1 0 0 0,-1-1 0 0 0,0 1 0 0 0,0 1 0 0 0,0-1 0 0 0,0 1 1 0 0,0-1-1 0 0,0 1 0 0 0,-1 1 0 0 0,1-1 0 0 0,0 1 0 0 0,0 0 0 0 0,-1 0 0 0 0,1 1 1 0 0,0-1-1 0 0,0 1 0 0 0,-1 0 0 0 0,1 1 0 0 0,0-1 0 0 0,0 1 0 0 0,0 0 0 0 0,1 0 0 0 0,-1 1 1 0 0,0-1-1 0 0,-5 5 0 0 0,2-1-838 0 0,0 0-1 0 0,1 0 1 0 0,-1 1 0 0 0,-8 10 0 0 0,3 0-2868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56.2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37 3756 0 0,'0'0'1678'0'0,"3"-1"-323"0"0,12-7 3786 0 0,-12 10-5071 0 0,-1-2-43 0 0,-1 1 1 0 0,0 0-1 0 0,0 0 0 0 0,0-1 0 0 0,0 1 0 0 0,0 0 0 0 0,0 0 0 0 0,0 0 0 0 0,-1 0 0 0 0,1 1 0 0 0,0-1 0 0 0,0 0 0 0 0,-1 0 0 0 0,1 0 0 0 0,-1 1 0 0 0,1-1 0 0 0,-1 0 0 0 0,0 0 1 0 0,1 1-1 0 0,-1-1 0 0 0,0 0 0 0 0,0 1 0 0 0,0 1 0 0 0,0 1 908 0 0,4-5-945 0 0,9-5 39 0 0,-9 5 58 0 0,-3-2-84 0 0,6-10 8 0 0,-5 10-33 0 0,-2-5-71 0 0,0 7 96 0 0,0 0-1 0 0,1 0 1 0 0,-1 0 0 0 0,0 0 0 0 0,0-1-1 0 0,0 1 1 0 0,-1 0 0 0 0,1 0 0 0 0,0 0-1 0 0,0 0 1 0 0,-1 0 0 0 0,1 0-1 0 0,0 0 1 0 0,-1 0 0 0 0,1 0 0 0 0,-1 0-1 0 0,1 0 1 0 0,-1 0 0 0 0,0 0-1 0 0,1 0 1 0 0,-1 1 0 0 0,-1-2 0 0 0,0 0 7 0 0,-3 3-60 0 0,-12 3 69 0 0,15-3-15 0 0,-1 1 0 0 0,1-1 0 0 0,0 0 0 0 0,0 1 0 0 0,0-1-1 0 0,0 1 1 0 0,0 0 0 0 0,0 0 0 0 0,0 0 0 0 0,1 0 0 0 0,-1 0 0 0 0,1 0 0 0 0,-1 0 0 0 0,1 0 0 0 0,-2 3 0 0 0,1-1-11 0 0,1-2-3 0 0,0 0 1 0 0,0 0-1 0 0,0 0 1 0 0,0 0-1 0 0,0 0 1 0 0,0 1-1 0 0,1-1 0 0 0,-1 0 1 0 0,0 4-1 0 0,1-5 11 0 0,0-1 1 0 0,0 1-1 0 0,0 0 0 0 0,0 0 0 0 0,1-1 0 0 0,-1 1 0 0 0,0 0 0 0 0,0-1 0 0 0,1 1 0 0 0,-1 0 0 0 0,0-1 1 0 0,0 1-1 0 0,1 0 0 0 0,-1-1 0 0 0,1 1 0 0 0,-1-1 0 0 0,1 1 0 0 0,-1-1 0 0 0,1 1 0 0 0,-1-1 0 0 0,1 1 1 0 0,-1-1-1 0 0,1 1 0 0 0,0-1 0 0 0,-1 0 0 0 0,1 1 0 0 0,0-1 0 0 0,-1 0 0 0 0,1 0 0 0 0,0 1 0 0 0,-1-1 0 0 0,2 0 1 0 0,2 1-10 0 0,15-7 13 0 0,-15 5 12 0 0,-1-1-21 0 0,7-6-12 0 0,-5 3 3 0 0,4-5 5 0 0,-8 10 7 0 0,-1-1 0 0 0,1 0-1 0 0,-1 0 1 0 0,1 0 0 0 0,0 0 0 0 0,-1 1 0 0 0,0-1 0 0 0,1 0-1 0 0,-1 0 1 0 0,1 0 0 0 0,-1 0 0 0 0,0 0 0 0 0,0 0 0 0 0,1 0-1 0 0,-1 0 1 0 0,0 0 0 0 0,0-2 0 0 0,0 1-3 0 0,1-2-4 0 0,-3 1 9 0 0,-3-10 25 0 0,3 10-23 0 0,-1 2 9 0 0,-10-4-6 0 0,10 4-5 0 0,0 2-11 0 0,-8 5 3 0 0,8-5-22 0 0,0 1-26 0 0,-8 8-6 0 0,9-8-4 0 0,-9 13 5 0 0,2-3-694 0 0,7-4-4125 0 0,19-12 1205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56.9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189 41 3072 0 0,'0'0'2362'0'0,"1"-3"-1458"0"0,11-32 3468 0 0,-16 34-4271 0 0,0 0-67 0 0,-1 1 1 0 0,1 0-1 0 0,-1 0 1 0 0,1 0-1 0 0,-1 0 1 0 0,1 1-1 0 0,-1 0 1 0 0,1 0-1 0 0,-1 0 1 0 0,1 0-1 0 0,0 1 1 0 0,0 0-1 0 0,0 0 1 0 0,0 0-1 0 0,0 0 0 0 0,0 1 1 0 0,0-1-1 0 0,0 1 1 0 0,1 0-1 0 0,-4 4 1 0 0,-9 7 178 0 0,2 1 0 0 0,-25 32 0 0 0,30-35-134 0 0,6-8-62 0 0,0 1 1 0 0,0-1 0 0 0,0 1 0 0 0,1 0 0 0 0,-1-1 0 0 0,1 1 0 0 0,1 0 0 0 0,-1 0-1 0 0,1 0 1 0 0,-1 1 0 0 0,1 7 0 0 0,0-9-18 0 0,0-1 0 0 0,1 1 1 0 0,0-1-1 0 0,0 1 0 0 0,0 0 0 0 0,0-1 0 0 0,0 1 0 0 0,1-1 0 0 0,0 1 1 0 0,-1-1-1 0 0,1 1 0 0 0,1-1 0 0 0,-1 0 0 0 0,0 1 0 0 0,1-1 1 0 0,0 0-1 0 0,0 0 0 0 0,0 0 0 0 0,0 0 0 0 0,0 0 0 0 0,0-1 0 0 0,5 4 1 0 0,-4-3-25 0 0,0 0 0 0 0,1 0 0 0 0,0-1 0 0 0,-1 1 1 0 0,1-1-1 0 0,0 0 0 0 0,0 0 0 0 0,0 0 1 0 0,1-1-1 0 0,-1 1 0 0 0,0-1 0 0 0,1 0 0 0 0,-1 0 1 0 0,1-1-1 0 0,-1 1 0 0 0,0-1 0 0 0,8-1 0 0 0,30-2 5 0 0,-37 2 25 0 0,7-5 17 0 0,-5 3-5 0 0,-1 1 0 0 0,0-1 0 0 0,0-1 0 0 0,-1 1 0 0 0,1-1 0 0 0,-1 0 0 0 0,0 0 0 0 0,0 0 0 0 0,0-1 0 0 0,0 0 0 0 0,-1 0 0 0 0,0 0 0 0 0,0-1 0 0 0,0 1 0 0 0,0-1 0 0 0,-1 0 0 0 0,0 0 0 0 0,-1 0 0 0 0,1 0 0 0 0,-1-1 0 0 0,0 1 0 0 0,-1-1 0 0 0,2-9 0 0 0,-3 12-46 0 0,1 0-1 0 0,-1 0 1 0 0,-1 0 0 0 0,1 0-1 0 0,0 0 1 0 0,-1-1 0 0 0,0 1-1 0 0,0 0 1 0 0,0 1 0 0 0,-1-1 0 0 0,1 0-1 0 0,-1 0 1 0 0,0 0 0 0 0,0 1-1 0 0,0-1 1 0 0,0 1 0 0 0,-1 0 0 0 0,1-1-1 0 0,-1 1 1 0 0,0 0 0 0 0,0 1-1 0 0,-6-5 1 0 0,7 5-83 0 0,-3 1-14 0 0,-1 1-6 0 0,1-1 0 0 0,0 1 0 0 0,-1 1 0 0 0,1-1-1 0 0,0 1 1 0 0,-1-1 0 0 0,1 2 0 0 0,0-1 0 0 0,0 0 0 0 0,-7 4 0 0 0,6-2-358 0 0,1-1 0 0 0,-1 1-1 0 0,1 1 1 0 0,0-1 0 0 0,0 1 0 0 0,0 0 0 0 0,0 0 0 0 0,1 0 0 0 0,-5 6 0 0 0,7-7-1443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58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123 122 2056 0 0,'1'-3'1264'0'0,"24"-49"2591"0"0,-24 48-3350 0 0,1 0-72 0 0,-1 2-340 0 0,0 0 0 0 0,0-1 0 0 0,0 1 0 0 0,-1-1 0 0 0,1 1-1 0 0,-1-1 1 0 0,1 1 0 0 0,-1-1 0 0 0,0 1 0 0 0,0-1 0 0 0,0 1-1 0 0,0-1 1 0 0,0 1 0 0 0,-1-1 0 0 0,1 1 0 0 0,-1-1 0 0 0,0 1-1 0 0,1-1 1 0 0,-1 1 0 0 0,-2-4 0 0 0,1 4 277 0 0,-3 1-234 0 0,-1 0-57 0 0,-1 1 0 0 0,0 0 1 0 0,1 1-1 0 0,-1-1 0 0 0,0 1 0 0 0,1 0 0 0 0,-1 1 0 0 0,1 0 1 0 0,0 0-1 0 0,0 0 0 0 0,-1 1 0 0 0,1-1 0 0 0,1 2 1 0 0,-1-1-1 0 0,0 1 0 0 0,1-1 0 0 0,0 1 0 0 0,0 1 0 0 0,0-1 1 0 0,-8 11-1 0 0,11-13 4 0 0,0 2-12 0 0,-2 13-74 0 0,2-13-169 0 0,4 1 203 0 0,0 3-7 0 0,1-1 0 0 0,0 0-1 0 0,0 0 1 0 0,1 1 0 0 0,-1-2 0 0 0,2 1 0 0 0,-1 0 0 0 0,1-1-1 0 0,0 0 1 0 0,8 8 0 0 0,12 9 9 0 0,34 24 0 0 0,15 13-68 0 0,-63-50 34 0 0,-1 1-1 0 0,0 1 1 0 0,11 15-1 0 0,-24-17-31 0 0,3-9 33 0 0,0 0-1 0 0,0 0 1 0 0,-1 0-1 0 0,1 0 1 0 0,0 1-1 0 0,-1-1 1 0 0,1 0-1 0 0,-1 0 1 0 0,1 0 0 0 0,-1 0-1 0 0,0 0 1 0 0,1 0-1 0 0,-1 0 1 0 0,0 0-1 0 0,0 0 1 0 0,1-1-1 0 0,-1 1 1 0 0,0 0-1 0 0,0 0 1 0 0,0-1 0 0 0,0 1-1 0 0,0 0 1 0 0,0-1-1 0 0,-1 1 1 0 0,1-1-1 0 0,-2 1 1 0 0,-7 2 5 0 0,0 1 10 0 0,-1-1 0 0 0,0-1 0 0 0,0 0 0 0 0,0 0 0 0 0,0-1 0 0 0,-21-1 0 0 0,15-1-7 0 0,0-1 0 0 0,0 0 0 0 0,-31-9 0 0 0,44 9-82 0 0,-1-4 54 0 0,5 5 14 0 0,-1 1-1 0 0,1 0 1 0 0,-1 0 0 0 0,1 0 0 0 0,0-1 0 0 0,-1 1 0 0 0,1 0 0 0 0,0 0 0 0 0,0-1-1 0 0,-1 1 1 0 0,1 0 0 0 0,0-1 0 0 0,-1 1 0 0 0,1 0 0 0 0,0-1 0 0 0,0 1 0 0 0,0 0 0 0 0,-1-1-1 0 0,1 1 1 0 0,0 0 0 0 0,0-1 0 0 0,0 1 0 0 0,0-1 0 0 0,0 1 0 0 0,0 0 0 0 0,0-1 0 0 0,0 1-1 0 0,0-1 1 0 0,0 1 0 0 0,0-1 0 0 0,0 1 0 0 0,0 0 0 0 0,0-1 0 0 0,0 1 0 0 0,0-1-1 0 0,0 1 1 0 0,0 0 0 0 0,1-1 0 0 0,3-7-50 0 0,0 0 0 0 0,1 0 1 0 0,-1 0-1 0 0,2 1 0 0 0,-1 0 0 0 0,1 0 0 0 0,9-8 0 0 0,52-42-144 0 0,-42 37 337 0 0,0-1-1 0 0,-1-2 1 0 0,21-26-1 0 0,-43 46-113 0 0,0 0-1 0 0,0 0 1 0 0,-1 0 0 0 0,1 0-1 0 0,-1 0 1 0 0,0 0-1 0 0,1 0 1 0 0,-2-1-1 0 0,1 1 1 0 0,0 0-1 0 0,-1-1 1 0 0,1-5-1 0 0,-1 5-35 0 0,1-1 27 0 0,-3 2 3 0 0,-1-1-24 0 0,1 1-1 0 0,-1-1 0 0 0,0 1 1 0 0,0 0-1 0 0,0 0 1 0 0,0 0-1 0 0,-1 0 0 0 0,1 1 1 0 0,-1 0-1 0 0,0-1 1 0 0,1 1-1 0 0,-1 0 1 0 0,0 1-1 0 0,0-1 0 0 0,0 1 1 0 0,-1 0-1 0 0,1 0 1 0 0,0 0-1 0 0,0 0 0 0 0,-1 1 1 0 0,1-1-1 0 0,0 1 1 0 0,-1 0-1 0 0,1 1 0 0 0,0-1 1 0 0,-1 1-1 0 0,1 0 1 0 0,-5 1-1 0 0,9-2 1 0 0,-30 10-549 0 0,28-10 307 0 0,0 1 0 0 0,0 0-1 0 0,0 0 1 0 0,1 0 0 0 0,-1 0 0 0 0,0 0 0 0 0,1 0-1 0 0,-1 0 1 0 0,1 1 0 0 0,-1-1 0 0 0,1 0 0 0 0,-1 1-1 0 0,1-1 1 0 0,0 1 0 0 0,0 0 0 0 0,0-1 0 0 0,0 1-1 0 0,-1 2 1 0 0,-2 12-2314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4:58.6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284 70 4484 0 0,'1'-4'1569'0'0,"0"3"-1420"0"0,-1-1-1 0 0,1 1 0 0 0,-1-1 0 0 0,0 1 1 0 0,1-1-1 0 0,-1 0 0 0 0,0 1 1 0 0,0-1-1 0 0,0 1 0 0 0,0-1 1 0 0,0 1-1 0 0,-1-1 0 0 0,1 1 0 0 0,0-1 1 0 0,-1 1-1 0 0,1-1 0 0 0,-1 1 1 0 0,0-1-1 0 0,1 1 0 0 0,-1-1 1 0 0,0 1-1 0 0,0 0 0 0 0,0 0 0 0 0,0-1 1 0 0,0 1-1 0 0,0 0 0 0 0,0 0 1 0 0,0 0-1 0 0,-2-1 0 0 0,-6-2-19 0 0,1 0 0 0 0,-1 1 0 0 0,0 0 0 0 0,0 1-1 0 0,0 0 1 0 0,-1 0 0 0 0,1 1 0 0 0,0 0 0 0 0,-1 1-1 0 0,1 0 1 0 0,0 0 0 0 0,-1 1 0 0 0,1 1 0 0 0,0-1-1 0 0,-18 7 1 0 0,18-6-95 0 0,1 1 0 0 0,0 0 0 0 0,-1 1-1 0 0,1 0 1 0 0,1 0 0 0 0,-1 1 0 0 0,0 0 0 0 0,1 0 0 0 0,0 1 0 0 0,1-1-1 0 0,-8 9 1 0 0,13-12-33 0 0,0 0-1 0 0,0 0 1 0 0,0 0-1 0 0,0 1 0 0 0,0-1 1 0 0,1 0-1 0 0,-1 0 1 0 0,1 1-1 0 0,-1-1 1 0 0,1 0-1 0 0,0 1 1 0 0,0-1-1 0 0,0 0 1 0 0,0 1-1 0 0,0-1 0 0 0,1 0 1 0 0,-1 0-1 0 0,2 4 1 0 0,-2-4-12 0 0,1 0-16 0 0,0 1-1 0 0,0-1 0 0 0,0 1 1 0 0,0-1-1 0 0,0 0 1 0 0,1 0-1 0 0,-1 1 0 0 0,1-1 1 0 0,-1 0-1 0 0,1 0 1 0 0,0-1-1 0 0,0 1 0 0 0,4 3 1 0 0,-3-2-28 0 0,0 0 27 0 0,0-1-1 0 0,0 0 1 0 0,1 0-1 0 0,-1 0 0 0 0,0 0 1 0 0,1 0-1 0 0,-1-1 1 0 0,1 1-1 0 0,-1-1 0 0 0,1 0 1 0 0,0 0-1 0 0,-1 0 0 0 0,1-1 1 0 0,0 1-1 0 0,0-1 1 0 0,6 0-1 0 0,0-1 70 0 0,1-1 1 0 0,-1 0-1 0 0,0 0 1 0 0,12-4-1 0 0,-14 3 83 0 0,-1-1 1 0 0,1 0-1 0 0,-1 0 0 0 0,0 0 0 0 0,0-1 1 0 0,0 0-1 0 0,-1 0 0 0 0,1-1 0 0 0,-1 0 0 0 0,-1 0 1 0 0,8-9-1 0 0,26-42 1374 0 0,-37 54-1184 0 0,12-12 1048 0 0,-11 32-1329 0 0,0 0 1 0 0,-1 0 0 0 0,-1 1-1 0 0,0-1 1 0 0,-3 19 0 0 0,-10 91-376 0 0,4-76-1087 0 0,-16 61 1 0 0,15-80-2335 0 0,-19 40 0 0 0,14-40-2586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4.3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263 18 3356 0 0,'-1'-3'1158'0'0,"0"2"-1073"0"0,1 0 0 0 0,0 0 0 0 0,-1 0 0 0 0,1 1 0 0 0,-1-1 0 0 0,1 0 0 0 0,-1 0 0 0 0,0 1 0 0 0,1-1 0 0 0,-1 0 0 0 0,0 1 0 0 0,1-1 0 0 0,-1 1 0 0 0,0-1 0 0 0,0 1 0 0 0,1-1 0 0 0,-1 1 0 0 0,0-1 0 0 0,0 1 0 0 0,0 0 0 0 0,0 0 0 0 0,0-1 0 0 0,1 1 0 0 0,-1 0 0 0 0,0 0 0 0 0,0 0 0 0 0,-2 0 0 0 0,1 0-2 0 0,0 1 0 0 0,-1 0-1 0 0,1-1 1 0 0,0 1 0 0 0,-1 0 0 0 0,1 0 0 0 0,0 0 0 0 0,0 1 0 0 0,0-1 0 0 0,-3 3 0 0 0,-5 4 99 0 0,2 0-1 0 0,-1 1 1 0 0,-12 17-1 0 0,0 4 57 0 0,2 2-1 0 0,1-1 1 0 0,1 2-1 0 0,2 1 1 0 0,2-1 0 0 0,1 2-1 0 0,-12 56 1 0 0,14-45-132 0 0,3 1-1 0 0,2 0 1 0 0,2 0 0 0 0,2 0 0 0 0,7 67 0 0 0,-3-91-100 0 0,1 0 0 0 0,1-1 0 0 0,0 0 0 0 0,2 1 0 0 0,0-2 0 0 0,2 1 0 0 0,0-1 0 0 0,2-1 0 0 0,0 0 1 0 0,21 29-1 0 0,-20-34-71 0 0,1-1 1 0 0,1 0 0 0 0,0-1 0 0 0,0 0 0 0 0,1-1 0 0 0,1-1-1 0 0,0 0 1 0 0,0-1 0 0 0,1-1 0 0 0,0-1 0 0 0,1 0 0 0 0,0-1-1 0 0,19 4 1 0 0,-6-4-653 0 0,1-1 0 0 0,-1-2 0 0 0,1-1-1 0 0,0-1 1 0 0,0-2 0 0 0,0-1 0 0 0,0-2-1 0 0,49-10 1 0 0,-7-3-3024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5.4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15 4148 0 0,'-3'-3'1359'0'0,"3"2"-1237"0"0,-1 0 0 0 0,1 0-1 0 0,-1 1 1 0 0,1-1 0 0 0,-1 0 0 0 0,0 1 0 0 0,1-1-1 0 0,-1 1 1 0 0,0-1 0 0 0,1 1 0 0 0,-1-1-1 0 0,0 1 1 0 0,1-1 0 0 0,-1 1 0 0 0,0-1-1 0 0,0 1 1 0 0,0 0 0 0 0,0 0 0 0 0,1-1 0 0 0,-1 1-1 0 0,0 0 1 0 0,0 0 0 0 0,0 0 0 0 0,0 0-1 0 0,0 0 1 0 0,1 0 0 0 0,-1 0 0 0 0,0 0 0 0 0,0 0-1 0 0,0 1 1 0 0,0-1 0 0 0,0 0 0 0 0,1 1-1 0 0,-1-1 1 0 0,-1 1 0 0 0,2-1-90 0 0,-1 1 0 0 0,0 0 0 0 0,1 0 0 0 0,-1 0 0 0 0,1 0 0 0 0,-1 0 1 0 0,1-1-1 0 0,0 1 0 0 0,-1 0 0 0 0,1 0 0 0 0,0 0 0 0 0,-1 0 0 0 0,1 0 0 0 0,0 0 0 0 0,0 0 0 0 0,0 0 1 0 0,0 0-1 0 0,0 0 0 0 0,0 0 0 0 0,1 1 0 0 0,-3 25 201 0 0,1-1 0 0 0,2 1 0 0 0,7 44-1 0 0,-2-9-269 0 0,31 257-948 0 0,-36-315 719 0 0,0 1 1 0 0,2 13-41 0 0,-3-14-31 0 0,-9-22-2445 0 0,1 0 2774 0 0,1-1 1 0 0,1-1-1 0 0,-6-32 1 0 0,10 43 62 0 0,-4-15 138 0 0,1 0 0 0 0,1 0 0 0 0,1 0 0 0 0,1 0 0 0 0,1-1 0 0 0,2 1-1 0 0,0-1 1 0 0,2 1 0 0 0,7-34 0 0 0,-8 52-167 0 0,0 0-1 0 0,0 0 1 0 0,0 0 0 0 0,1 1-1 0 0,0-1 1 0 0,0 1 0 0 0,0 0-1 0 0,1 0 1 0 0,0 0-1 0 0,0 0 1 0 0,0 0 0 0 0,0 1-1 0 0,1 0 1 0 0,0 0 0 0 0,0 0-1 0 0,0 1 1 0 0,0-1 0 0 0,0 1-1 0 0,1 1 1 0 0,0-1 0 0 0,6-2-1 0 0,-8 4 2 0 0,1 0 0 0 0,0 0 0 0 0,0 0-1 0 0,0 1 1 0 0,0 0 0 0 0,-1 0 0 0 0,1 0 0 0 0,0 0 0 0 0,0 1-1 0 0,0 0 1 0 0,0 0 0 0 0,0 0 0 0 0,-1 0 0 0 0,1 1 0 0 0,-1 0-1 0 0,9 4 1 0 0,-10-4-26 0 0,-1 1-1 0 0,1-1 0 0 0,-1 1 1 0 0,1 0-1 0 0,-1 0 1 0 0,0 0-1 0 0,0 0 1 0 0,0 0-1 0 0,-1 0 0 0 0,1 0 1 0 0,-1 1-1 0 0,0-1 1 0 0,0 1-1 0 0,0-1 1 0 0,0 1-1 0 0,0-1 0 0 0,-1 1 1 0 0,1-1-1 0 0,-1 1 1 0 0,0 0-1 0 0,-1-1 1 0 0,1 1-1 0 0,0 0 0 0 0,-3 6 1 0 0,0-1 2 0 0,0 1 1 0 0,-1-1-1 0 0,-1 0 1 0 0,1 0-1 0 0,-2 0 1 0 0,1-1-1 0 0,-1 0 1 0 0,0 0-1 0 0,-1 0 1 0 0,0-1-1 0 0,0 0 0 0 0,0 0 1 0 0,-1-1-1 0 0,-9 6 1 0 0,1-1-194 0 0,-2-1 0 0 0,1-1 0 0 0,-1 0-1 0 0,0-1 1 0 0,-1-1 0 0 0,-25 6 0 0 0,40-12-187 0 0,-1 0 0 0 0,1 0 1 0 0,-1 0-1 0 0,0 0 0 0 0,0-1 0 0 0,1 0 0 0 0,-1 0 0 0 0,0 0 0 0 0,0 0 1 0 0,1-1-1 0 0,-1 0 0 0 0,-7-2 0 0 0,-8-3-2908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6.8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1 189 2908 0 0,'0'0'1132'0'0,"0"-4"-149"0"0,0 0-724 0 0,1 1 0 0 0,-1 0 0 0 0,1 0 0 0 0,0 0 0 0 0,0 0 0 0 0,0 1 0 0 0,0-1 0 0 0,0 0 0 0 0,3-3 0 0 0,-2 3 241 0 0,2 2-308 0 0,-1 0-152 0 0,0 0-1 0 0,0 0 0 0 0,0 1 0 0 0,0 0 0 0 0,0-1 0 0 0,1 1 0 0 0,-1 0 0 0 0,0 0 0 0 0,0 0 0 0 0,0 1 1 0 0,0-1-1 0 0,0 1 0 0 0,0 0 0 0 0,0 0 0 0 0,0 0 0 0 0,0 0 0 0 0,0 0 0 0 0,0 1 0 0 0,3 2 0 0 0,0 1-24 0 0,-1 0-1 0 0,0 0 1 0 0,0 1-1 0 0,-1 0 0 0 0,0 0 1 0 0,0 0-1 0 0,0 0 0 0 0,-1 0 1 0 0,0 1-1 0 0,0 0 0 0 0,0-1 1 0 0,-1 1-1 0 0,2 11 0 0 0,-3-14-5 0 0,-1 1 2 0 0,2 15 14 0 0,-1-15 23 0 0,-3 18 665 0 0,2-23-703 0 0,0 1 0 0 0,1-1 1 0 0,-1 1-1 0 0,0-1 1 0 0,0 1-1 0 0,0-1 1 0 0,0 1-1 0 0,0-1 1 0 0,0 1-1 0 0,0-1 0 0 0,0 1 1 0 0,0-1-1 0 0,0 1 1 0 0,0-1-1 0 0,0 1 1 0 0,-1-1-1 0 0,1 1 1 0 0,0-1-1 0 0,0 1 0 0 0,0-1 1 0 0,-1 0-1 0 0,1 1 1 0 0,0-1-1 0 0,-1 1 1 0 0,1-1-1 0 0,0 0 1 0 0,-1 1-1 0 0,1-1 0 0 0,0 0 1 0 0,-1 1-1 0 0,1-1 1 0 0,-1 0-1 0 0,1 0 1 0 0,0 1-1 0 0,-1-1 1 0 0,1 0-1 0 0,-1 0 0 0 0,1 0 1 0 0,-1 0-1 0 0,1 1 1 0 0,-1-1-1 0 0,1 0 1 0 0,-1 0-1 0 0,1 0 0 0 0,-1 0 1 0 0,1 0-1 0 0,-1 0 1 0 0,1 0-1 0 0,-1-1 1 0 0,1 1-1 0 0,-1 0 1 0 0,1 0-1 0 0,-1 0 0 0 0,1 0 1 0 0,0 0-1 0 0,-1-1 1 0 0,1 1-1 0 0,-1 0 1 0 0,1-1-1 0 0,0 1 1 0 0,-1 0-1 0 0,1 0 0 0 0,-1-1 1 0 0,1 0-1 0 0,-3 0 57 0 0,3-3-47 0 0,-1-4-26 0 0,0 0 0 0 0,1-1 0 0 0,0 1 0 0 0,1 0 0 0 0,0 0 0 0 0,0 0 0 0 0,1 0 0 0 0,3-10 0 0 0,-3 10-121 0 0,1 0 0 0 0,1 0-1 0 0,-1 1 1 0 0,1-1 0 0 0,0 1 0 0 0,1 0 0 0 0,0 0 0 0 0,0 0-1 0 0,0 1 1 0 0,1 0 0 0 0,0 0 0 0 0,0 0 0 0 0,0 1 0 0 0,1 0-1 0 0,9-6 1 0 0,42-14-2521 0 0,-55 24 2047 0 0,19-4-1140 0 0,-7 8 1743 0 0,-14-3 101 0 0,1 0 0 0 0,0 0 0 0 0,-1 0-1 0 0,1 1 1 0 0,0-1 0 0 0,-1 1-1 0 0,1-1 1 0 0,0 1 0 0 0,-1-1 0 0 0,1 1-1 0 0,-1 0 1 0 0,0 0 0 0 0,1 0-1 0 0,1 1 1 0 0,-1 0 767 0 0,2 16-518 0 0,-4-14 243 0 0,2 15-426 0 0,-2-15 60 0 0,4 2-112 0 0,-4-6-109 0 0,0 1 0 0 0,1 0 1 0 0,-1-1-1 0 0,0 1 0 0 0,0-1 1 0 0,0 1-1 0 0,0-1 0 0 0,1 1 1 0 0,-1-1-1 0 0,0 1 0 0 0,1-1 1 0 0,-1 1-1 0 0,0-1 0 0 0,1 1 1 0 0,-1-1-1 0 0,0 1 0 0 0,1-1 1 0 0,-1 0-1 0 0,1 1 0 0 0,-1-1 1 0 0,1 0-1 0 0,-1 1 0 0 0,1-1 1 0 0,-1 0-1 0 0,1 1 0 0 0,13 3 30 0 0,-11-3 19 0 0,2-2-18 0 0,12-2 23 0 0,-13 2 16 0 0,17-10 214 0 0,-18 8-193 0 0,0 0-67 0 0,0 0-1 0 0,-1 0 1 0 0,1 0-1 0 0,-1-1 0 0 0,0 1 1 0 0,0-1-1 0 0,0 1 1 0 0,0-1-1 0 0,0 0 1 0 0,-1 0-1 0 0,1 0 1 0 0,-1 0-1 0 0,0 0 1 0 0,-1 0-1 0 0,1 0 1 0 0,-1 0-1 0 0,0 0 1 0 0,0-8-1 0 0,0 8 3 0 0,-2 1-36 0 0,-20-24-51 0 0,20 25 144 0 0,-3 2-23 0 0,2 0-46 0 0,-1 0 0 0 0,1 1 0 0 0,-1 0 0 0 0,1-1-1 0 0,0 1 1 0 0,0 0 0 0 0,-1 1 0 0 0,1-1 0 0 0,0 0 0 0 0,0 1-1 0 0,0 0 1 0 0,0 0 0 0 0,1 0 0 0 0,-1 0 0 0 0,0 0 0 0 0,1 0-1 0 0,-1 1 1 0 0,1-1 0 0 0,-3 5 0 0 0,0 2 14 0 0,0 0 1 0 0,1 0 0 0 0,-1 1-1 0 0,2 0 1 0 0,-4 12-1 0 0,6-18-30 0 0,0 0-1 0 0,1 0 1 0 0,-1 0-1 0 0,1 0 0 0 0,0 1 1 0 0,0-1-1 0 0,0 0 1 0 0,1 0-1 0 0,-1 0 0 0 0,1 0 1 0 0,0 0-1 0 0,0 0 1 0 0,1 0-1 0 0,-1 0 0 0 0,1 0 1 0 0,0 0-1 0 0,0 0 1 0 0,3 4-1 0 0,-2-4-42 0 0,0-1-1 0 0,0 0 1 0 0,0 1 0 0 0,0-1-1 0 0,1-1 1 0 0,-1 1 0 0 0,1 0-1 0 0,0-1 1 0 0,0 0 0 0 0,0 0-1 0 0,0 0 1 0 0,0 0 0 0 0,7 2-1 0 0,-3-3-86 0 0,0-1 0 0 0,-1 0 1 0 0,1 0-1 0 0,0 0 0 0 0,0-1 0 0 0,0 0 0 0 0,-1 0 0 0 0,1-1 0 0 0,0 0 0 0 0,-1 0 0 0 0,0-1 1 0 0,1 0-1 0 0,-1-1 0 0 0,0 1 0 0 0,0-1 0 0 0,-1-1 0 0 0,1 1 0 0 0,-1-1 0 0 0,0 0 0 0 0,6-7 1 0 0,-2 2 4 0 0,-1-1 0 0 0,0 0 0 0 0,0-1 0 0 0,-1 0 1 0 0,-1 0-1 0 0,0 0 0 0 0,-1-1 0 0 0,0 0 0 0 0,-1 0 1 0 0,5-18-1 0 0,-9 27 314 0 0,-1 0 53 0 0,0-13 32 0 0,0 12-8 0 0,-3 0 67 0 0,3 4-303 0 0,0 0 0 0 0,0 0 0 0 0,-1 1-1 0 0,1-1 1 0 0,0 0 0 0 0,0 1 0 0 0,0-1 0 0 0,-1 0 0 0 0,1 1-1 0 0,0-1 1 0 0,0 0 0 0 0,-1 1 0 0 0,1-1 0 0 0,-1 1-1 0 0,1-1 1 0 0,-1 1 0 0 0,1-1 0 0 0,-1 1 0 0 0,1-1-1 0 0,-1 1 1 0 0,0-1 0 0 0,-2 0 16 0 0,0 0 0 0 0,0 0 0 0 0,0 0-1 0 0,0 0 1 0 0,0 1 0 0 0,0-1 0 0 0,0 1 0 0 0,0 0-1 0 0,0 0 1 0 0,0 0 0 0 0,0 0 0 0 0,0 1 0 0 0,0-1 0 0 0,0 1-1 0 0,0 0 1 0 0,0-1 0 0 0,-4 3 0 0 0,4-1 58 0 0,3-2-102 0 0,-1 0 0 0 0,1 0-1 0 0,-1 1 1 0 0,1-1-1 0 0,-1 1 1 0 0,1-1-1 0 0,-1 0 1 0 0,1 1-1 0 0,-1-1 1 0 0,1 1 0 0 0,0-1-1 0 0,-1 1 1 0 0,1-1-1 0 0,0 1 1 0 0,-1-1-1 0 0,1 1 1 0 0,0 0 0 0 0,0-1-1 0 0,-1 1 1 0 0,1-1-1 0 0,0 1 1 0 0,0 0-1 0 0,0-1 1 0 0,0 1-1 0 0,0-1 1 0 0,0 1 0 0 0,0 0-1 0 0,0-1 1 0 0,0 1-1 0 0,0 0 1 0 0,0 21 98 0 0,0-23-123 0 0,0 1 14 0 0,0 5-18 0 0,6 2-68 0 0,2 6-55 0 0,10 0-180 0 0,1 0 1 0 0,26 14-1 0 0,-42-25 352 0 0,25 16 240 0 0,-26-18-205 0 0,-1 1 0 0 0,0 0 0 0 0,0 0 0 0 0,1 0 0 0 0,-1 0 0 0 0,0 0 0 0 0,0 0 0 0 0,0 0 0 0 0,0 1 0 0 0,0-1 0 0 0,-1 0 0 0 0,1 0 0 0 0,0 1 0 0 0,-1-1-1 0 0,1 1 1 0 0,-1-1 0 0 0,1 0 0 0 0,-1 1 0 0 0,1-1 0 0 0,-1 1 0 0 0,0 1 0 0 0,-20 30 493 0 0,17-30-452 0 0,0-1-20 0 0,-28 20 79 0 0,29-20-180 0 0,-2-1-295 0 0,3 1-226 0 0,-7 3 1114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7.7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0 125 2864 0 0,'0'0'4929'0'0,"4"-1"-4829"0"0,36-6 270 0 0,-36 7-365 0 0,0-2 60 0 0,42-31 533 0 0,-43 31-471 0 0,-2-2-49 0 0,-1 1 5 0 0,1-1 1 0 0,-1 1 0 0 0,0-1 0 0 0,1 0 0 0 0,-2 1 0 0 0,1-1-1 0 0,-1-6 1 0 0,0 7 22 0 0,-2 0 26 0 0,-29-15-232 0 0,29 17 175 0 0,-1 3-46 0 0,2-1-31 0 0,-1 1 1 0 0,0 0 0 0 0,1 0 0 0 0,-1 0 0 0 0,1 0 0 0 0,-1 0 0 0 0,1 1 0 0 0,0-1 0 0 0,0 1-1 0 0,0 0 1 0 0,1-1 0 0 0,-1 1 0 0 0,0 0 0 0 0,1 0 0 0 0,0 0 0 0 0,0 0 0 0 0,-1 4 0 0 0,-1-4 3 0 0,2 38 8 0 0,1-36-45 0 0,0 0 1 0 0,1 0-1 0 0,-1 0 1 0 0,1-1-1 0 0,0 1 1 0 0,0 0-1 0 0,1 0 1 0 0,-1-1-1 0 0,1 1 1 0 0,0 0-1 0 0,0-1 1 0 0,1 0-1 0 0,-1 0 1 0 0,1 1-1 0 0,0-2 1 0 0,0 1-1 0 0,0 0 1 0 0,1 0-1 0 0,-1-1 1 0 0,1 0-1 0 0,0 0 1 0 0,0 0-1 0 0,0 0 1 0 0,0-1-1 0 0,1 1 1 0 0,-1-1-1 0 0,5 2 0 0 0,-5-3-67 0 0,1-1-18 0 0,-1 0 50 0 0,0 1 0 0 0,1-1 0 0 0,-1 0 0 0 0,0-1 0 0 0,1 1 0 0 0,-1-1 0 0 0,0 0 0 0 0,0 0 0 0 0,1 0 0 0 0,-1 0 0 0 0,0-1 0 0 0,0 1 0 0 0,-1-1-1 0 0,1 0 1 0 0,0-1 0 0 0,0 1 0 0 0,-1-1 0 0 0,0 1 0 0 0,1-1 0 0 0,2-4 0 0 0,1-2 9 0 0,-1-1 1 0 0,0 1-1 0 0,0-1 1 0 0,-1-1-1 0 0,0 1 0 0 0,-1-1 1 0 0,0 0-1 0 0,-1 0 1 0 0,0 0-1 0 0,2-21 0 0 0,-5 28 248 0 0,5-19 484 0 0,-5 22-645 0 0,0 0-1 0 0,0-1 0 0 0,0 1 1 0 0,0 0-1 0 0,0 0 1 0 0,1 0-1 0 0,-1-1 0 0 0,1 1 1 0 0,-1 0-1 0 0,1 0 1 0 0,-1 0-1 0 0,1 0 0 0 0,0 0 1 0 0,-1 0-1 0 0,2-1 0 0 0,1 4 14 0 0,0 0-1 0 0,-1 1 1 0 0,1 0-1 0 0,-1-1 0 0 0,0 1 1 0 0,0 0-1 0 0,0 0 1 0 0,0 1-1 0 0,0-1 0 0 0,-1 0 1 0 0,1 0-1 0 0,-1 1 1 0 0,0-1-1 0 0,0 1 0 0 0,0-1 1 0 0,0 1-1 0 0,-1 0 1 0 0,1 4-1 0 0,1 6 50 0 0,-1-10-11 0 0,-1 1 4 0 0,3 16-10 0 0,-2-16 21 0 0,-1 0-16 0 0,1 12 8 0 0,0-13 91 0 0,1 18-95 0 0,-2-18 609 0 0,16-18-711 0 0,-15 14 21 0 0,0 0-1 0 0,-1-1 1 0 0,1 1-1 0 0,-1-1 1 0 0,1 1 0 0 0,-1-1-1 0 0,1 0 1 0 0,-1 1-1 0 0,1-1 1 0 0,-1 1-1 0 0,1-1 1 0 0,-1 0-1 0 0,0 0 1 0 0,1 1-1 0 0,-1-1 1 0 0,0 0 0 0 0,0 1-1 0 0,1-1 1 0 0,-1 0-1 0 0,0 0 1 0 0,0 1-1 0 0,0-3 1 0 0,4-14-34 0 0,17-35 9 0 0,9-9 382 0 0,-28 57-278 0 0,5 0-1 0 0,-7 3-64 0 0,1 1 1 0 0,-1-1-1 0 0,0 1 0 0 0,0 0 1 0 0,1-1-1 0 0,-1 1 0 0 0,0 0 1 0 0,1 0-1 0 0,-1-1 0 0 0,0 1 0 0 0,1 0 1 0 0,-1 0-1 0 0,0-1 0 0 0,1 1 1 0 0,-1 0-1 0 0,0 0 0 0 0,1 0 1 0 0,-1-1-1 0 0,1 1 0 0 0,-1 0 1 0 0,1 0-1 0 0,-1 0 0 0 0,0 0 1 0 0,1 0-1 0 0,-1 0 0 0 0,1 0 1 0 0,-1 0-1 0 0,1 0 0 0 0,-1 0 0 0 0,1 0 1 0 0,-1 1-1 0 0,0-1 0 0 0,1 0 1 0 0,0 0-1 0 0,12 8 124 0 0,-9-7-13 0 0,-2 3-10 0 0,16 21 193 0 0,-13-16-243 0 0,2 0 0 0 0,-1 0-1 0 0,1 0 1 0 0,1-1 0 0 0,8 8 0 0 0,-12-13-193 0 0,1 1 0 0 0,-1-1 0 0 0,1 0 0 0 0,-1 0 0 0 0,1 0 0 0 0,0-1 0 0 0,0 0 0 0 0,0 0 0 0 0,0 0 0 0 0,0 0 0 0 0,1-1 0 0 0,-1 0 0 0 0,0 0 0 0 0,1 0 0 0 0,-1-1 0 0 0,1 0 0 0 0,-1 0 0 0 0,1 0 0 0 0,-1-1 0 0 0,1 1 0 0 0,-1-2 0 0 0,0 1 0 0 0,0 0 0 0 0,1-1 0 0 0,-1 0 0 0 0,5-3 0 0 0,-7 4-77 0 0,4-1-209 0 0,-2 0-1 0 0,1-1 0 0 0,0 0 0 0 0,0-1 1 0 0,-1 1-1 0 0,0-1 0 0 0,0 0 0 0 0,0 0 1 0 0,0 0-1 0 0,-1-1 0 0 0,5-5 0 0 0,4-5-3012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8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116 30 2992 0 0,'-2'-1'172'0'0,"0"0"0"0"0,0 0 1 0 0,1 0-1 0 0,-1 0 0 0 0,0 1 0 0 0,0-1 0 0 0,0 1 0 0 0,0-1 0 0 0,0 1 0 0 0,0 0 0 0 0,0-1 1 0 0,0 1-1 0 0,0 0 0 0 0,0 0 0 0 0,0 1 0 0 0,0-1 0 0 0,0 0 0 0 0,0 1 0 0 0,0-1 0 0 0,0 1 1 0 0,0 0-1 0 0,0-1 0 0 0,0 1 0 0 0,0 0 0 0 0,1 0 0 0 0,-1 0 0 0 0,0 1 0 0 0,1-1 0 0 0,-1 0 0 0 0,1 1 1 0 0,-3 1-1 0 0,0 1-34 0 0,0 1 0 0 0,-1 0 0 0 0,1-1 1 0 0,1 2-1 0 0,-1-1 0 0 0,1 0 0 0 0,0 1 1 0 0,0 0-1 0 0,0-1 0 0 0,-2 12 0 0 0,4-15-120 0 0,-2 9 82 0 0,1 0 0 0 0,-1 1 1 0 0,0 23-1 0 0,3-32-100 0 0,0 1 0 0 0,0-1 0 0 0,0 1-1 0 0,1-1 1 0 0,-1 0 0 0 0,1 1 0 0 0,0-1 0 0 0,0 1 0 0 0,0-1-1 0 0,0 0 1 0 0,1 0 0 0 0,0 0 0 0 0,-1 0 0 0 0,1 0 0 0 0,0 0-1 0 0,0 0 1 0 0,0 0 0 0 0,1-1 0 0 0,-1 1 0 0 0,5 2 0 0 0,-2-1-70 0 0,0-1 0 0 0,0 0 0 0 0,0-1 0 0 0,0 1 0 0 0,1-1 0 0 0,0 0 0 0 0,-1-1 0 0 0,1 1 0 0 0,0-1 0 0 0,0 0 0 0 0,-1 0 0 0 0,1-1 0 0 0,0 0 0 0 0,0 0 0 0 0,0 0 0 0 0,0-1 0 0 0,0 0 0 0 0,0 0 0 0 0,-1 0 0 0 0,1-1 0 0 0,0 0 0 0 0,-1 0 0 0 0,0 0 0 0 0,7-5 0 0 0,-4 3-99 0 0,0-1 0 0 0,-1-1 0 0 0,0 1 1 0 0,0-2-1 0 0,0 1 0 0 0,-1 0 0 0 0,0-1 0 0 0,0 0 0 0 0,-1-1 0 0 0,0 1 0 0 0,0-1 0 0 0,4-9 1 0 0,-7 13 136 0 0,-2 3 154 0 0,0 0 0 0 0,1 0 0 0 0,-1 0 0 0 0,1 0 1 0 0,-1-1-1 0 0,1 1 0 0 0,0 0 0 0 0,-1 0 0 0 0,1 0 0 0 0,0 0 1 0 0,0 0-1 0 0,0 0 0 0 0,0 1 0 0 0,1-2 0 0 0,3 16-103 0 0,-4-10-2 0 0,3-5-21 0 0,3 0 12 0 0,-1-1-1 0 0,0-1 1 0 0,1 1-1 0 0,-1-1 1 0 0,0 0-1 0 0,-1 0 0 0 0,1-1 1 0 0,0 1-1 0 0,-1-2 1 0 0,0 1-1 0 0,0 0 1 0 0,0-1-1 0 0,-1 0 0 0 0,1 0 1 0 0,-1 0-1 0 0,0-1 1 0 0,-1 1-1 0 0,1-1 1 0 0,-1 0-1 0 0,3-8 0 0 0,-4 11 19 0 0,0-41 87 0 0,-3 40-112 0 0,-2 2 5 0 0,-11-5 6 0 0,13 6-8 0 0,0 1 0 0 0,0 0 0 0 0,0 0 0 0 0,0 0 0 0 0,0-1 0 0 0,0 1 0 0 0,-1 0 0 0 0,1 0 0 0 0,0 0 0 0 0,0 1 0 0 0,0-1 0 0 0,0 0 0 0 0,0 0 0 0 0,0 1 0 0 0,0-1 0 0 0,0 0 0 0 0,0 1 0 0 0,0-1 0 0 0,0 1 0 0 0,-2 1 0 0 0,3-2 1 0 0,-4 1 32 0 0,1 1 0 0 0,-1 0 0 0 0,1 0 0 0 0,-1 0 0 0 0,1 0 0 0 0,0 0 0 0 0,0 1 0 0 0,0-1 0 0 0,0 1 0 0 0,-4 6 0 0 0,-25 37 408 0 0,28-40-418 0 0,1-1-1 0 0,0 1 1 0 0,0-1-1 0 0,0 1 1 0 0,1 0-1 0 0,0 0 1 0 0,0 0-1 0 0,1 0 1 0 0,-1 1-1 0 0,1-1 1 0 0,1 0-1 0 0,-1 0 1 0 0,1 1-1 0 0,0-1 1 0 0,0 0-1 0 0,1 1 1 0 0,0-1-1 0 0,3 12 1 0 0,-2-15-19 0 0,-1 0 0 0 0,1-1 0 0 0,0 1 0 0 0,0 0 0 0 0,0-1 0 0 0,0 0 1 0 0,0 1-1 0 0,1-1 0 0 0,-1 0 0 0 0,1 0 0 0 0,0 0 0 0 0,-1-1 1 0 0,1 1-1 0 0,4 1 0 0 0,-4-1-13 0 0,2 0-36 0 0,0 0 1 0 0,0-1-1 0 0,1 1 1 0 0,-1-1-1 0 0,0 0 1 0 0,1 0-1 0 0,-1-1 1 0 0,1 1-1 0 0,-1-1 0 0 0,8-1 1 0 0,53-9-686 0 0,-45 5 34 0 0,-1 0 1 0 0,0-2-1 0 0,0 0 1 0 0,-1-1-1 0 0,0-1 1 0 0,-1-1-1 0 0,26-18 1 0 0,-18 8-2764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19.2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221 108 2936 0 0,'-1'-4'958'0'0,"1"-2"-649"0"0,-1 0 0 0 0,1 0 0 0 0,-1 1 1 0 0,-1-1-1 0 0,1 0 0 0 0,-1 1 0 0 0,0-1 1 0 0,0 1-1 0 0,-1 0 0 0 0,0-1 0 0 0,0 1 1 0 0,0 1-1 0 0,0-1 0 0 0,-1 0 0 0 0,1 1 1 0 0,-7-6-1 0 0,7 8-52 0 0,-16-4 237 0 0,15 5-270 0 0,-1 3-33 0 0,-2 1-142 0 0,-1 0-1 0 0,1 1 1 0 0,0 0 0 0 0,1 1-1 0 0,-1-1 1 0 0,1 1 0 0 0,-1 1-1 0 0,1-1 1 0 0,1 1 0 0 0,-1 0-1 0 0,-5 9 1 0 0,3-4-26 0 0,1 0 0 0 0,0 0 0 0 0,1 0 0 0 0,0 1 0 0 0,1 0-1 0 0,0 0 1 0 0,-4 19 0 0 0,1 2-13 0 0,7-22-4 0 0,3 2 35 0 0,-1-9-52 0 0,0 1 0 0 0,0-1 1 0 0,0 0-1 0 0,0 1 0 0 0,1-1 0 0 0,-1 0 0 0 0,1 0 0 0 0,0 0 1 0 0,1 0-1 0 0,-1 0 0 0 0,1 0 0 0 0,-1-1 0 0 0,1 1 0 0 0,0-1 1 0 0,4 3-1 0 0,-5-4-50 0 0,3 0 8 0 0,1-1 38 0 0,0 0-1 0 0,0 0 0 0 0,0 0 0 0 0,0-1 1 0 0,1 0-1 0 0,-1 0 0 0 0,0-1 0 0 0,0 1 1 0 0,0-1-1 0 0,0-1 0 0 0,0 1 0 0 0,10-5 1 0 0,-7 1 41 0 0,1 0 1 0 0,-1-1 0 0 0,0 0 0 0 0,-1-1-1 0 0,1 0 1 0 0,-2 0 0 0 0,1-1-1 0 0,-1 0 1 0 0,0 0 0 0 0,0-1 0 0 0,-1 0-1 0 0,0 0 1 0 0,-1 0 0 0 0,0-1-1 0 0,0 0 1 0 0,-1 0 0 0 0,0 0 0 0 0,-1 0-1 0 0,0-1 1 0 0,-1 1 0 0 0,0-1 0 0 0,-1 0-1 0 0,0 1 1 0 0,-1-1 0 0 0,0-12-1 0 0,0 21-24 0 0,-1 0 0 0 0,1 0 0 0 0,-1 0 0 0 0,1 0-1 0 0,-1 0 1 0 0,0 0 0 0 0,1 0 0 0 0,-1 0 0 0 0,0 0-1 0 0,0 1 1 0 0,-1-1 0 0 0,1 0 0 0 0,0 1 0 0 0,-1-1-1 0 0,1 0 1 0 0,0 1 0 0 0,-1 0 0 0 0,0-1-1 0 0,1 1 1 0 0,-1 0 0 0 0,0 0 0 0 0,0 0 0 0 0,1 0-1 0 0,-1 0 1 0 0,0 0 0 0 0,0 1 0 0 0,0-1 0 0 0,0 1-1 0 0,0-1 1 0 0,0 1 0 0 0,0 0 0 0 0,-1-1 0 0 0,1 1-1 0 0,0 0 1 0 0,0 1 0 0 0,-3-1 0 0 0,-3 1-55 0 0,0 0-1 0 0,-1 1 1 0 0,1-1 0 0 0,1 1-1 0 0,-1 1 1 0 0,-12 5 0 0 0,-16 18-1019 0 0,33-24 640 0 0,-1 5-221 0 0,-1 1 9 0 0,6-1-4111 0 0,9 9 1313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20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1 243 3012 0 0,'4'-1'1091'0'0,"14"-4"-112"0"0,-14 3-78 0 0,0 2-286 0 0,1 0-496 0 0,0-1-1 0 0,0 2 1 0 0,-1-1 0 0 0,1 0-1 0 0,0 1 1 0 0,0 0 0 0 0,-1 0-1 0 0,1 0 1 0 0,-1 1 0 0 0,1-1-1 0 0,-1 1 1 0 0,1 0 0 0 0,-1 1-1 0 0,0-1 1 0 0,0 1 0 0 0,0-1-1 0 0,0 1 1 0 0,-1 0 0 0 0,1 1-1 0 0,-1-1 1 0 0,0 1 0 0 0,0-1 0 0 0,0 1-1 0 0,0 0 1 0 0,-1 0 0 0 0,4 8-1 0 0,2 2-7 0 0,-6-11 14 0 0,-1 2 7 0 0,-2 13-83 0 0,1 21 909 0 0,0-32-594 0 0,1-23-377 0 0,1 4-13 0 0,0-1-1 0 0,1 1 1 0 0,0 0-1 0 0,1 0 1 0 0,0 0 0 0 0,9-18-1 0 0,4 1 8 0 0,-13 26 22 0 0,-2-1 28 0 0,1 2-35 0 0,9-5-11 0 0,-9 5-5 0 0,1 2 7 0 0,-1 0 14 0 0,-1 0-1 0 0,1 0 1 0 0,-1 0-1 0 0,1 1 0 0 0,-1-1 1 0 0,1 1-1 0 0,-1-1 0 0 0,1 1 1 0 0,-1 0-1 0 0,1 0 1 0 0,-1 0-1 0 0,0 0 0 0 0,3 2 1 0 0,-2-1 11 0 0,-1 1-5 0 0,2 0-5 0 0,0 1 0 0 0,-1-1 0 0 0,0 0 0 0 0,0 1 0 0 0,0 0 0 0 0,0 0 0 0 0,0 0 0 0 0,3 7 0 0 0,-3-5-7 0 0,-1-3-5 0 0,0 1 4 0 0,9 10-5 0 0,-8-10-10 0 0,5 5 60 0 0,1 4-24 0 0,-6-11-27 0 0,0 1 1 0 0,0-1-1 0 0,0 0 0 0 0,0 0 1 0 0,0 0-1 0 0,0-1 1 0 0,6 3-1 0 0,-5-3-31 0 0,19-9-109 0 0,-19 3 68 0 0,0 0 1 0 0,0 0 0 0 0,0 0-1 0 0,-1 0 1 0 0,0 0-1 0 0,0-1 1 0 0,0 0 0 0 0,0 0-1 0 0,-1 1 1 0 0,0-1-1 0 0,-1-1 1 0 0,1 1 0 0 0,-1 0-1 0 0,0 0 1 0 0,0-10 0 0 0,1-53-580 0 0,-2 55 585 0 0,-3-43 20 0 0,0 36 47 0 0,-2-25 89 0 0,5 42-22 0 0,0-1-233 0 0,-2-13 199 0 0,1 14 497 0 0,-2 25-263 0 0,4-15-176 0 0,1 11-11 0 0,2-1 0 0 0,9 31 0 0 0,-10-39-71 0 0,0 1 0 0 0,1-1 0 0 0,0 0 1 0 0,0-1-1 0 0,1 1 0 0 0,0-1 0 0 0,0 0 0 0 0,10 10 0 0 0,-12-14 2 0 0,-1-1 0 0 0,0 1-1 0 0,1-1 1 0 0,-1 1-1 0 0,1-1 1 0 0,0 0 0 0 0,0 0-1 0 0,0-1 1 0 0,0 1 0 0 0,0-1-1 0 0,0 1 1 0 0,1-1 0 0 0,-1 0-1 0 0,0 0 1 0 0,6 1-1 0 0,-3-2-1 0 0,-1 2 19 0 0,0-3-1 0 0,60-15 363 0 0,-61 14-271 0 0,8-6 56 0 0,-2-1 273 0 0,1 1-233 0 0,-9 5 343 0 0,1 1-464 0 0,-3 2-77 0 0,0 0 1 0 0,0-1-1 0 0,0 1 0 0 0,1 0 1 0 0,-1-1-1 0 0,0 1 1 0 0,1 0-1 0 0,-1-1 0 0 0,0 1 1 0 0,1 0-1 0 0,-1-1 0 0 0,0 1 1 0 0,1 0-1 0 0,-1 0 0 0 0,0-1 1 0 0,1 1-1 0 0,-1 0 0 0 0,1 0 1 0 0,-1 0-1 0 0,1 0 0 0 0,-1 0 1 0 0,0 0-1 0 0,1 0 1 0 0,-1 0-1 0 0,1 0 0 0 0,-1 0 1 0 0,1 0-1 0 0,-1 0 0 0 0,1 0 1 0 0,-1 0-1 0 0,0 0 0 0 0,1 0 1 0 0,-1 0-1 0 0,1 0 0 0 0,-1 0 1 0 0,1 1-1 0 0,-1-1 0 0 0,0 0 1 0 0,1 0-1 0 0,-1 1 0 0 0,0-1 1 0 0,1 0-1 0 0,-1 0 1 0 0,0 1-1 0 0,1-1 0 0 0,-1 0 1 0 0,0 1-1 0 0,0-1 0 0 0,1 1 1 0 0,-1-1-1 0 0,0 0 0 0 0,0 1 1 0 0,0-1-1 0 0,1 1 0 0 0,-1-1 1 0 0,0 0-1 0 0,0 1 0 0 0,0 0 1 0 0,1 2 3 0 0,4 18 1 0 0,-4-17 6 0 0,5 9-28 0 0,-4-9-113 0 0,0-2 135 0 0,0-1-17 0 0,1 1-1 0 0,-1-1 1 0 0,0 0 0 0 0,0 0 0 0 0,1-1 0 0 0,-1 1 0 0 0,0 0-1 0 0,1-1 1 0 0,-1 0 0 0 0,0 1 0 0 0,1-1 0 0 0,-1 0 0 0 0,1 0-1 0 0,-1 0 1 0 0,3-1 0 0 0,1 0 49 0 0,-2-1-33 0 0,3-4 37 0 0,1 0-1 0 0,-1-1 0 0 0,0 0 0 0 0,0 0 0 0 0,-1-1 0 0 0,0 1 1 0 0,-1-1-1 0 0,1-1 0 0 0,-2 1 0 0 0,1-1 0 0 0,-1 0 0 0 0,6-17 0 0 0,-9 23 133 0 0,-1 2-147 0 0,0 0-1 0 0,0 1 1 0 0,0-1 0 0 0,0 0-1 0 0,0 1 1 0 0,0-1 0 0 0,0 0-1 0 0,0 1 1 0 0,1-1-1 0 0,-1 0 1 0 0,0 1 0 0 0,0-1-1 0 0,1 0 1 0 0,-1 1 0 0 0,0-1-1 0 0,1 1 1 0 0,-1-1 0 0 0,1 1-1 0 0,-1-1 1 0 0,1 1-1 0 0,-1-1 1 0 0,1 1 0 0 0,-1-1-1 0 0,1 1 1 0 0,-1 0 0 0 0,1-1-1 0 0,-1 1 1 0 0,2-1-1 0 0,-1 1-24 0 0,0 0 0 0 0,-1 1 0 0 0,1-1 0 0 0,0 0 0 0 0,0 0 0 0 0,-1 1 0 0 0,1-1 0 0 0,0 0 0 0 0,-1 1 0 0 0,1-1 0 0 0,0 1 0 0 0,-1-1 0 0 0,1 1 0 0 0,0-1 0 0 0,-1 1 0 0 0,1-1-1 0 0,-1 1 1 0 0,1 0 0 0 0,-1-1 0 0 0,1 1 0 0 0,-1 0 0 0 0,0-1 0 0 0,1 1 0 0 0,-1 0 0 0 0,0 0 0 0 0,0-1 0 0 0,1 1 0 0 0,-1 0 0 0 0,0 0 0 0 0,0-1 0 0 0,0 3 0 0 0,35 117 61 0 0,42 173-668 0 0,-74-265 463 0 0,-3-22 114 0 0,0 0-43 0 0,-1-1 4 0 0,1-2 67 0 0,0-1 1 0 0,0 1 0 0 0,0-1-1 0 0,0 1 1 0 0,-1-1 0 0 0,1 1 0 0 0,-1-1-1 0 0,0 0 1 0 0,0 1 0 0 0,0-1-1 0 0,0 0 1 0 0,0 1 0 0 0,-1-1-1 0 0,1 0 1 0 0,0 0 0 0 0,-1 0 0 0 0,0 0-1 0 0,1 0 1 0 0,-1-1 0 0 0,0 1-1 0 0,0 0 1 0 0,-3 1 0 0 0,1-1 22 0 0,0-4-50 0 0,-2-1 13 0 0,0-1 1 0 0,1 1-1 0 0,-1-1 1 0 0,1 0-1 0 0,0-1 0 0 0,1 1 1 0 0,-1-1-1 0 0,1 0 1 0 0,0 0-1 0 0,0 0 1 0 0,0 0-1 0 0,1-1 0 0 0,0 0 1 0 0,0 1-1 0 0,0-1 1 0 0,1-1-1 0 0,0 1 1 0 0,0 0-1 0 0,0 0 0 0 0,-1-12 1 0 0,2 14-32 0 0,1-1 0 0 0,-1 0-1 0 0,1 1 1 0 0,0-1 0 0 0,1 0 0 0 0,-1 1 0 0 0,1-1 0 0 0,-1 0-1 0 0,1 1 1 0 0,4-9 0 0 0,-2-1-38 0 0,4-6-151 0 0,0 0-1 0 0,1 1 1 0 0,1-1 0 0 0,0 1 0 0 0,14-18 0 0 0,67-86-2371 0 0,-10 16-2479 0 0,-60 76 1505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7:48:24.5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2660 0 0,'0'0'1266'0'0,"3"0"-200"0"0,3-1-762 0 0,0 1 0 0 0,0 0 0 0 0,0 1 0 0 0,-1-1 0 0 0,1 1 0 0 0,0 0 0 0 0,-1 1 0 0 0,1 0-1 0 0,-1-1 1 0 0,1 2 0 0 0,-1-1 0 0 0,7 5 0 0 0,7 3 65 0 0,0 2 1 0 0,21 17-1 0 0,-9-2-244 0 0,-2 0 1 0 0,-2 2 0 0 0,0 0-1 0 0,-2 2 1 0 0,-1 1-1 0 0,-2 1 1 0 0,-1 1-1 0 0,-1 1 1 0 0,-2 1 0 0 0,22 62-1 0 0,-23-46-138 0 0,-2 1 0 0 0,-3 0 1 0 0,-1 1-1 0 0,-3 0 0 0 0,-3 1 0 0 0,-2-1 0 0 0,-4 69 0 0 0,-3-72-632 0 0,-3 0 0 0 0,-25 99-1 0 0,20-111-928 0 0,-2 0 0 0 0,-21 41-1 0 0,0-14-3055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C1195-0B63-4127-8F39-B9ED8F24930C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CCF8C-5731-42D8-B612-E9BC77B1C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4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CCF8C-5731-42D8-B612-E9BC77B1C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1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89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7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3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092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9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9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9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2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85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11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85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A2732-F4D1-4595-BD83-706A1910D17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1B0C9-15C8-4340-AB9D-B5441B136A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75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99" Type="http://schemas.openxmlformats.org/officeDocument/2006/relationships/customXml" Target="../ink/ink191.xml"/><Relationship Id="rId21" Type="http://schemas.openxmlformats.org/officeDocument/2006/relationships/image" Target="../media/image13.png"/><Relationship Id="rId63" Type="http://schemas.openxmlformats.org/officeDocument/2006/relationships/image" Target="../media/image34.png"/><Relationship Id="rId159" Type="http://schemas.openxmlformats.org/officeDocument/2006/relationships/image" Target="../media/image82.png"/><Relationship Id="rId324" Type="http://schemas.openxmlformats.org/officeDocument/2006/relationships/image" Target="../media/image125.png"/><Relationship Id="rId366" Type="http://schemas.openxmlformats.org/officeDocument/2006/relationships/image" Target="../media/image146.png"/><Relationship Id="rId170" Type="http://schemas.openxmlformats.org/officeDocument/2006/relationships/customXml" Target="../ink/ink87.xml"/><Relationship Id="rId226" Type="http://schemas.openxmlformats.org/officeDocument/2006/relationships/customXml" Target="../ink/ink132.xml"/><Relationship Id="rId268" Type="http://schemas.openxmlformats.org/officeDocument/2006/relationships/customXml" Target="../ink/ink174.xml"/><Relationship Id="rId32" Type="http://schemas.openxmlformats.org/officeDocument/2006/relationships/customXml" Target="../ink/ink18.xml"/><Relationship Id="rId74" Type="http://schemas.openxmlformats.org/officeDocument/2006/relationships/customXml" Target="../ink/ink39.xml"/><Relationship Id="rId128" Type="http://schemas.openxmlformats.org/officeDocument/2006/relationships/customXml" Target="../ink/ink66.xml"/><Relationship Id="rId335" Type="http://schemas.openxmlformats.org/officeDocument/2006/relationships/customXml" Target="../ink/ink209.xml"/><Relationship Id="rId377" Type="http://schemas.openxmlformats.org/officeDocument/2006/relationships/customXml" Target="../ink/ink230.xml"/><Relationship Id="rId5" Type="http://schemas.openxmlformats.org/officeDocument/2006/relationships/image" Target="../media/image5.png"/><Relationship Id="rId181" Type="http://schemas.openxmlformats.org/officeDocument/2006/relationships/image" Target="../media/image93.png"/><Relationship Id="rId237" Type="http://schemas.openxmlformats.org/officeDocument/2006/relationships/customXml" Target="../ink/ink143.xml"/><Relationship Id="rId402" Type="http://schemas.openxmlformats.org/officeDocument/2006/relationships/image" Target="../media/image164.png"/><Relationship Id="rId279" Type="http://schemas.openxmlformats.org/officeDocument/2006/relationships/customXml" Target="../ink/ink181.xml"/><Relationship Id="rId43" Type="http://schemas.openxmlformats.org/officeDocument/2006/relationships/image" Target="../media/image24.png"/><Relationship Id="rId139" Type="http://schemas.openxmlformats.org/officeDocument/2006/relationships/image" Target="../media/image72.png"/><Relationship Id="rId290" Type="http://schemas.openxmlformats.org/officeDocument/2006/relationships/image" Target="../media/image108.png"/><Relationship Id="rId304" Type="http://schemas.openxmlformats.org/officeDocument/2006/relationships/image" Target="../media/image115.png"/><Relationship Id="rId346" Type="http://schemas.openxmlformats.org/officeDocument/2006/relationships/image" Target="../media/image136.png"/><Relationship Id="rId388" Type="http://schemas.openxmlformats.org/officeDocument/2006/relationships/image" Target="../media/image157.png"/><Relationship Id="rId85" Type="http://schemas.openxmlformats.org/officeDocument/2006/relationships/image" Target="../media/image45.png"/><Relationship Id="rId150" Type="http://schemas.openxmlformats.org/officeDocument/2006/relationships/customXml" Target="../ink/ink77.xml"/><Relationship Id="rId192" Type="http://schemas.openxmlformats.org/officeDocument/2006/relationships/image" Target="../media/image98.png"/><Relationship Id="rId206" Type="http://schemas.openxmlformats.org/officeDocument/2006/relationships/customXml" Target="../ink/ink112.xml"/><Relationship Id="rId413" Type="http://schemas.openxmlformats.org/officeDocument/2006/relationships/customXml" Target="../ink/ink248.xml"/><Relationship Id="rId248" Type="http://schemas.openxmlformats.org/officeDocument/2006/relationships/customXml" Target="../ink/ink154.xml"/><Relationship Id="rId12" Type="http://schemas.openxmlformats.org/officeDocument/2006/relationships/customXml" Target="../ink/ink8.xml"/><Relationship Id="rId108" Type="http://schemas.openxmlformats.org/officeDocument/2006/relationships/customXml" Target="../ink/ink56.xml"/><Relationship Id="rId315" Type="http://schemas.openxmlformats.org/officeDocument/2006/relationships/customXml" Target="../ink/ink199.xml"/><Relationship Id="rId357" Type="http://schemas.openxmlformats.org/officeDocument/2006/relationships/customXml" Target="../ink/ink220.xml"/><Relationship Id="rId54" Type="http://schemas.openxmlformats.org/officeDocument/2006/relationships/customXml" Target="../ink/ink29.xml"/><Relationship Id="rId96" Type="http://schemas.openxmlformats.org/officeDocument/2006/relationships/customXml" Target="../ink/ink50.xml"/><Relationship Id="rId161" Type="http://schemas.openxmlformats.org/officeDocument/2006/relationships/image" Target="../media/image83.png"/><Relationship Id="rId217" Type="http://schemas.openxmlformats.org/officeDocument/2006/relationships/customXml" Target="../ink/ink123.xml"/><Relationship Id="rId399" Type="http://schemas.openxmlformats.org/officeDocument/2006/relationships/customXml" Target="../ink/ink241.xml"/><Relationship Id="rId259" Type="http://schemas.openxmlformats.org/officeDocument/2006/relationships/customXml" Target="../ink/ink165.xml"/><Relationship Id="rId424" Type="http://schemas.openxmlformats.org/officeDocument/2006/relationships/image" Target="../media/image175.png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270" Type="http://schemas.openxmlformats.org/officeDocument/2006/relationships/customXml" Target="../ink/ink176.xml"/><Relationship Id="rId326" Type="http://schemas.openxmlformats.org/officeDocument/2006/relationships/image" Target="../media/image126.png"/><Relationship Id="rId65" Type="http://schemas.openxmlformats.org/officeDocument/2006/relationships/image" Target="../media/image35.png"/><Relationship Id="rId130" Type="http://schemas.openxmlformats.org/officeDocument/2006/relationships/customXml" Target="../ink/ink67.xml"/><Relationship Id="rId368" Type="http://schemas.openxmlformats.org/officeDocument/2006/relationships/image" Target="../media/image147.png"/><Relationship Id="rId172" Type="http://schemas.openxmlformats.org/officeDocument/2006/relationships/customXml" Target="../ink/ink88.xml"/><Relationship Id="rId228" Type="http://schemas.openxmlformats.org/officeDocument/2006/relationships/customXml" Target="../ink/ink134.xml"/><Relationship Id="rId281" Type="http://schemas.openxmlformats.org/officeDocument/2006/relationships/customXml" Target="../ink/ink182.xml"/><Relationship Id="rId337" Type="http://schemas.openxmlformats.org/officeDocument/2006/relationships/customXml" Target="../ink/ink210.xml"/><Relationship Id="rId34" Type="http://schemas.openxmlformats.org/officeDocument/2006/relationships/customXml" Target="../ink/ink19.xml"/><Relationship Id="rId76" Type="http://schemas.openxmlformats.org/officeDocument/2006/relationships/customXml" Target="../ink/ink40.xml"/><Relationship Id="rId141" Type="http://schemas.openxmlformats.org/officeDocument/2006/relationships/image" Target="../media/image73.png"/><Relationship Id="rId379" Type="http://schemas.openxmlformats.org/officeDocument/2006/relationships/customXml" Target="../ink/ink231.xml"/><Relationship Id="rId7" Type="http://schemas.openxmlformats.org/officeDocument/2006/relationships/image" Target="../media/image6.png"/><Relationship Id="rId183" Type="http://schemas.openxmlformats.org/officeDocument/2006/relationships/customXml" Target="../ink/ink94.xml"/><Relationship Id="rId239" Type="http://schemas.openxmlformats.org/officeDocument/2006/relationships/customXml" Target="../ink/ink145.xml"/><Relationship Id="rId390" Type="http://schemas.openxmlformats.org/officeDocument/2006/relationships/image" Target="../media/image158.png"/><Relationship Id="rId404" Type="http://schemas.openxmlformats.org/officeDocument/2006/relationships/image" Target="../media/image165.png"/><Relationship Id="rId250" Type="http://schemas.openxmlformats.org/officeDocument/2006/relationships/customXml" Target="../ink/ink156.xml"/><Relationship Id="rId292" Type="http://schemas.openxmlformats.org/officeDocument/2006/relationships/image" Target="../media/image109.png"/><Relationship Id="rId306" Type="http://schemas.openxmlformats.org/officeDocument/2006/relationships/image" Target="../media/image116.png"/><Relationship Id="rId45" Type="http://schemas.openxmlformats.org/officeDocument/2006/relationships/image" Target="../media/image25.png"/><Relationship Id="rId87" Type="http://schemas.openxmlformats.org/officeDocument/2006/relationships/image" Target="../media/image46.png"/><Relationship Id="rId110" Type="http://schemas.openxmlformats.org/officeDocument/2006/relationships/customXml" Target="../ink/ink57.xml"/><Relationship Id="rId348" Type="http://schemas.openxmlformats.org/officeDocument/2006/relationships/image" Target="../media/image137.png"/><Relationship Id="rId152" Type="http://schemas.openxmlformats.org/officeDocument/2006/relationships/customXml" Target="../ink/ink78.xml"/><Relationship Id="rId194" Type="http://schemas.openxmlformats.org/officeDocument/2006/relationships/customXml" Target="../ink/ink100.xml"/><Relationship Id="rId208" Type="http://schemas.openxmlformats.org/officeDocument/2006/relationships/customXml" Target="../ink/ink114.xml"/><Relationship Id="rId415" Type="http://schemas.openxmlformats.org/officeDocument/2006/relationships/customXml" Target="../ink/ink249.xml"/><Relationship Id="rId261" Type="http://schemas.openxmlformats.org/officeDocument/2006/relationships/customXml" Target="../ink/ink167.xml"/><Relationship Id="rId14" Type="http://schemas.openxmlformats.org/officeDocument/2006/relationships/customXml" Target="../ink/ink9.xml"/><Relationship Id="rId56" Type="http://schemas.openxmlformats.org/officeDocument/2006/relationships/customXml" Target="../ink/ink30.xml"/><Relationship Id="rId317" Type="http://schemas.openxmlformats.org/officeDocument/2006/relationships/customXml" Target="../ink/ink200.xml"/><Relationship Id="rId359" Type="http://schemas.openxmlformats.org/officeDocument/2006/relationships/customXml" Target="../ink/ink221.xml"/><Relationship Id="rId98" Type="http://schemas.openxmlformats.org/officeDocument/2006/relationships/customXml" Target="../ink/ink51.xml"/><Relationship Id="rId121" Type="http://schemas.openxmlformats.org/officeDocument/2006/relationships/image" Target="../media/image63.png"/><Relationship Id="rId163" Type="http://schemas.openxmlformats.org/officeDocument/2006/relationships/image" Target="../media/image84.png"/><Relationship Id="rId219" Type="http://schemas.openxmlformats.org/officeDocument/2006/relationships/customXml" Target="../ink/ink125.xml"/><Relationship Id="rId370" Type="http://schemas.openxmlformats.org/officeDocument/2006/relationships/image" Target="../media/image148.png"/><Relationship Id="rId426" Type="http://schemas.openxmlformats.org/officeDocument/2006/relationships/image" Target="../media/image176.png"/><Relationship Id="rId230" Type="http://schemas.openxmlformats.org/officeDocument/2006/relationships/customXml" Target="../ink/ink136.xml"/><Relationship Id="rId25" Type="http://schemas.openxmlformats.org/officeDocument/2006/relationships/image" Target="../media/image15.png"/><Relationship Id="rId67" Type="http://schemas.openxmlformats.org/officeDocument/2006/relationships/image" Target="../media/image36.png"/><Relationship Id="rId272" Type="http://schemas.openxmlformats.org/officeDocument/2006/relationships/image" Target="../media/image99.png"/><Relationship Id="rId328" Type="http://schemas.openxmlformats.org/officeDocument/2006/relationships/image" Target="../media/image127.png"/><Relationship Id="rId132" Type="http://schemas.openxmlformats.org/officeDocument/2006/relationships/customXml" Target="../ink/ink68.xml"/><Relationship Id="rId174" Type="http://schemas.openxmlformats.org/officeDocument/2006/relationships/customXml" Target="../ink/ink89.xml"/><Relationship Id="rId381" Type="http://schemas.openxmlformats.org/officeDocument/2006/relationships/customXml" Target="../ink/ink232.xml"/><Relationship Id="rId241" Type="http://schemas.openxmlformats.org/officeDocument/2006/relationships/customXml" Target="../ink/ink147.xml"/><Relationship Id="rId36" Type="http://schemas.openxmlformats.org/officeDocument/2006/relationships/customXml" Target="../ink/ink20.xml"/><Relationship Id="rId283" Type="http://schemas.openxmlformats.org/officeDocument/2006/relationships/customXml" Target="../ink/ink183.xml"/><Relationship Id="rId339" Type="http://schemas.openxmlformats.org/officeDocument/2006/relationships/customXml" Target="../ink/ink211.xml"/><Relationship Id="rId78" Type="http://schemas.openxmlformats.org/officeDocument/2006/relationships/customXml" Target="../ink/ink41.xml"/><Relationship Id="rId101" Type="http://schemas.openxmlformats.org/officeDocument/2006/relationships/image" Target="../media/image53.png"/><Relationship Id="rId143" Type="http://schemas.openxmlformats.org/officeDocument/2006/relationships/image" Target="../media/image74.png"/><Relationship Id="rId185" Type="http://schemas.openxmlformats.org/officeDocument/2006/relationships/customXml" Target="../ink/ink95.xml"/><Relationship Id="rId350" Type="http://schemas.openxmlformats.org/officeDocument/2006/relationships/image" Target="../media/image138.png"/><Relationship Id="rId406" Type="http://schemas.openxmlformats.org/officeDocument/2006/relationships/image" Target="../media/image166.png"/><Relationship Id="rId9" Type="http://schemas.openxmlformats.org/officeDocument/2006/relationships/image" Target="../media/image7.png"/><Relationship Id="rId210" Type="http://schemas.openxmlformats.org/officeDocument/2006/relationships/customXml" Target="../ink/ink116.xml"/><Relationship Id="rId392" Type="http://schemas.openxmlformats.org/officeDocument/2006/relationships/image" Target="../media/image159.png"/><Relationship Id="rId252" Type="http://schemas.openxmlformats.org/officeDocument/2006/relationships/customXml" Target="../ink/ink158.xml"/><Relationship Id="rId294" Type="http://schemas.openxmlformats.org/officeDocument/2006/relationships/image" Target="../media/image110.png"/><Relationship Id="rId308" Type="http://schemas.openxmlformats.org/officeDocument/2006/relationships/image" Target="../media/image117.png"/><Relationship Id="rId47" Type="http://schemas.openxmlformats.org/officeDocument/2006/relationships/image" Target="../media/image26.png"/><Relationship Id="rId89" Type="http://schemas.openxmlformats.org/officeDocument/2006/relationships/image" Target="../media/image47.png"/><Relationship Id="rId112" Type="http://schemas.openxmlformats.org/officeDocument/2006/relationships/customXml" Target="../ink/ink58.xml"/><Relationship Id="rId154" Type="http://schemas.openxmlformats.org/officeDocument/2006/relationships/customXml" Target="../ink/ink79.xml"/><Relationship Id="rId361" Type="http://schemas.openxmlformats.org/officeDocument/2006/relationships/customXml" Target="../ink/ink222.xml"/><Relationship Id="rId196" Type="http://schemas.openxmlformats.org/officeDocument/2006/relationships/customXml" Target="../ink/ink102.xml"/><Relationship Id="rId417" Type="http://schemas.openxmlformats.org/officeDocument/2006/relationships/customXml" Target="../ink/ink250.xml"/><Relationship Id="rId16" Type="http://schemas.openxmlformats.org/officeDocument/2006/relationships/customXml" Target="../ink/ink10.xml"/><Relationship Id="rId221" Type="http://schemas.openxmlformats.org/officeDocument/2006/relationships/customXml" Target="../ink/ink127.xml"/><Relationship Id="rId263" Type="http://schemas.openxmlformats.org/officeDocument/2006/relationships/customXml" Target="../ink/ink169.xml"/><Relationship Id="rId319" Type="http://schemas.openxmlformats.org/officeDocument/2006/relationships/customXml" Target="../ink/ink201.xml"/><Relationship Id="rId58" Type="http://schemas.openxmlformats.org/officeDocument/2006/relationships/customXml" Target="../ink/ink31.xml"/><Relationship Id="rId123" Type="http://schemas.openxmlformats.org/officeDocument/2006/relationships/image" Target="../media/image64.png"/><Relationship Id="rId330" Type="http://schemas.openxmlformats.org/officeDocument/2006/relationships/image" Target="../media/image128.png"/><Relationship Id="rId165" Type="http://schemas.openxmlformats.org/officeDocument/2006/relationships/image" Target="../media/image85.png"/><Relationship Id="rId372" Type="http://schemas.openxmlformats.org/officeDocument/2006/relationships/image" Target="../media/image149.png"/><Relationship Id="rId428" Type="http://schemas.openxmlformats.org/officeDocument/2006/relationships/image" Target="../media/image177.png"/><Relationship Id="rId232" Type="http://schemas.openxmlformats.org/officeDocument/2006/relationships/customXml" Target="../ink/ink138.xml"/><Relationship Id="rId274" Type="http://schemas.openxmlformats.org/officeDocument/2006/relationships/image" Target="../media/image100.png"/><Relationship Id="rId27" Type="http://schemas.openxmlformats.org/officeDocument/2006/relationships/image" Target="../media/image16.png"/><Relationship Id="rId69" Type="http://schemas.openxmlformats.org/officeDocument/2006/relationships/image" Target="../media/image37.png"/><Relationship Id="rId134" Type="http://schemas.openxmlformats.org/officeDocument/2006/relationships/customXml" Target="../ink/ink69.xml"/><Relationship Id="rId80" Type="http://schemas.openxmlformats.org/officeDocument/2006/relationships/customXml" Target="../ink/ink42.xml"/><Relationship Id="rId176" Type="http://schemas.openxmlformats.org/officeDocument/2006/relationships/customXml" Target="../ink/ink90.xml"/><Relationship Id="rId341" Type="http://schemas.openxmlformats.org/officeDocument/2006/relationships/customXml" Target="../ink/ink212.xml"/><Relationship Id="rId383" Type="http://schemas.openxmlformats.org/officeDocument/2006/relationships/customXml" Target="../ink/ink233.xml"/><Relationship Id="rId201" Type="http://schemas.openxmlformats.org/officeDocument/2006/relationships/customXml" Target="../ink/ink107.xml"/><Relationship Id="rId243" Type="http://schemas.openxmlformats.org/officeDocument/2006/relationships/customXml" Target="../ink/ink149.xml"/><Relationship Id="rId285" Type="http://schemas.openxmlformats.org/officeDocument/2006/relationships/customXml" Target="../ink/ink184.xml"/><Relationship Id="rId38" Type="http://schemas.openxmlformats.org/officeDocument/2006/relationships/customXml" Target="../ink/ink21.xml"/><Relationship Id="rId103" Type="http://schemas.openxmlformats.org/officeDocument/2006/relationships/image" Target="../media/image54.png"/><Relationship Id="rId310" Type="http://schemas.openxmlformats.org/officeDocument/2006/relationships/image" Target="../media/image118.png"/><Relationship Id="rId70" Type="http://schemas.openxmlformats.org/officeDocument/2006/relationships/customXml" Target="../ink/ink37.xml"/><Relationship Id="rId91" Type="http://schemas.openxmlformats.org/officeDocument/2006/relationships/image" Target="../media/image48.png"/><Relationship Id="rId145" Type="http://schemas.openxmlformats.org/officeDocument/2006/relationships/image" Target="../media/image75.png"/><Relationship Id="rId166" Type="http://schemas.openxmlformats.org/officeDocument/2006/relationships/customXml" Target="../ink/ink85.xml"/><Relationship Id="rId187" Type="http://schemas.openxmlformats.org/officeDocument/2006/relationships/customXml" Target="../ink/ink96.xml"/><Relationship Id="rId331" Type="http://schemas.openxmlformats.org/officeDocument/2006/relationships/customXml" Target="../ink/ink207.xml"/><Relationship Id="rId352" Type="http://schemas.openxmlformats.org/officeDocument/2006/relationships/image" Target="../media/image139.png"/><Relationship Id="rId373" Type="http://schemas.openxmlformats.org/officeDocument/2006/relationships/customXml" Target="../ink/ink228.xml"/><Relationship Id="rId394" Type="http://schemas.openxmlformats.org/officeDocument/2006/relationships/image" Target="../media/image160.png"/><Relationship Id="rId408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8.xml"/><Relationship Id="rId233" Type="http://schemas.openxmlformats.org/officeDocument/2006/relationships/customXml" Target="../ink/ink139.xml"/><Relationship Id="rId254" Type="http://schemas.openxmlformats.org/officeDocument/2006/relationships/customXml" Target="../ink/ink160.xml"/><Relationship Id="rId28" Type="http://schemas.openxmlformats.org/officeDocument/2006/relationships/customXml" Target="../ink/ink16.xml"/><Relationship Id="rId49" Type="http://schemas.openxmlformats.org/officeDocument/2006/relationships/image" Target="../media/image27.png"/><Relationship Id="rId114" Type="http://schemas.openxmlformats.org/officeDocument/2006/relationships/customXml" Target="../ink/ink59.xml"/><Relationship Id="rId275" Type="http://schemas.openxmlformats.org/officeDocument/2006/relationships/customXml" Target="../ink/ink179.xml"/><Relationship Id="rId296" Type="http://schemas.openxmlformats.org/officeDocument/2006/relationships/image" Target="../media/image111.png"/><Relationship Id="rId300" Type="http://schemas.openxmlformats.org/officeDocument/2006/relationships/image" Target="../media/image113.png"/><Relationship Id="rId60" Type="http://schemas.openxmlformats.org/officeDocument/2006/relationships/customXml" Target="../ink/ink32.xml"/><Relationship Id="rId81" Type="http://schemas.openxmlformats.org/officeDocument/2006/relationships/image" Target="../media/image43.png"/><Relationship Id="rId135" Type="http://schemas.openxmlformats.org/officeDocument/2006/relationships/image" Target="../media/image70.png"/><Relationship Id="rId156" Type="http://schemas.openxmlformats.org/officeDocument/2006/relationships/customXml" Target="../ink/ink80.xml"/><Relationship Id="rId177" Type="http://schemas.openxmlformats.org/officeDocument/2006/relationships/image" Target="../media/image91.png"/><Relationship Id="rId198" Type="http://schemas.openxmlformats.org/officeDocument/2006/relationships/customXml" Target="../ink/ink104.xml"/><Relationship Id="rId321" Type="http://schemas.openxmlformats.org/officeDocument/2006/relationships/customXml" Target="../ink/ink202.xml"/><Relationship Id="rId342" Type="http://schemas.openxmlformats.org/officeDocument/2006/relationships/image" Target="../media/image134.png"/><Relationship Id="rId363" Type="http://schemas.openxmlformats.org/officeDocument/2006/relationships/customXml" Target="../ink/ink223.xml"/><Relationship Id="rId384" Type="http://schemas.openxmlformats.org/officeDocument/2006/relationships/image" Target="../media/image155.png"/><Relationship Id="rId419" Type="http://schemas.openxmlformats.org/officeDocument/2006/relationships/customXml" Target="../ink/ink251.xml"/><Relationship Id="rId202" Type="http://schemas.openxmlformats.org/officeDocument/2006/relationships/customXml" Target="../ink/ink108.xml"/><Relationship Id="rId223" Type="http://schemas.openxmlformats.org/officeDocument/2006/relationships/customXml" Target="../ink/ink129.xml"/><Relationship Id="rId244" Type="http://schemas.openxmlformats.org/officeDocument/2006/relationships/customXml" Target="../ink/ink150.xml"/><Relationship Id="rId18" Type="http://schemas.openxmlformats.org/officeDocument/2006/relationships/customXml" Target="../ink/ink11.xml"/><Relationship Id="rId39" Type="http://schemas.openxmlformats.org/officeDocument/2006/relationships/image" Target="../media/image22.png"/><Relationship Id="rId265" Type="http://schemas.openxmlformats.org/officeDocument/2006/relationships/customXml" Target="../ink/ink171.xml"/><Relationship Id="rId286" Type="http://schemas.openxmlformats.org/officeDocument/2006/relationships/image" Target="../media/image106.png"/><Relationship Id="rId50" Type="http://schemas.openxmlformats.org/officeDocument/2006/relationships/customXml" Target="../ink/ink27.xml"/><Relationship Id="rId104" Type="http://schemas.openxmlformats.org/officeDocument/2006/relationships/customXml" Target="../ink/ink54.xml"/><Relationship Id="rId125" Type="http://schemas.openxmlformats.org/officeDocument/2006/relationships/image" Target="../media/image65.png"/><Relationship Id="rId146" Type="http://schemas.openxmlformats.org/officeDocument/2006/relationships/customXml" Target="../ink/ink75.xml"/><Relationship Id="rId167" Type="http://schemas.openxmlformats.org/officeDocument/2006/relationships/image" Target="../media/image86.png"/><Relationship Id="rId188" Type="http://schemas.openxmlformats.org/officeDocument/2006/relationships/image" Target="../media/image96.png"/><Relationship Id="rId311" Type="http://schemas.openxmlformats.org/officeDocument/2006/relationships/customXml" Target="../ink/ink197.xml"/><Relationship Id="rId332" Type="http://schemas.openxmlformats.org/officeDocument/2006/relationships/image" Target="../media/image129.png"/><Relationship Id="rId353" Type="http://schemas.openxmlformats.org/officeDocument/2006/relationships/customXml" Target="../ink/ink218.xml"/><Relationship Id="rId374" Type="http://schemas.openxmlformats.org/officeDocument/2006/relationships/image" Target="../media/image150.png"/><Relationship Id="rId395" Type="http://schemas.openxmlformats.org/officeDocument/2006/relationships/customXml" Target="../ink/ink239.xml"/><Relationship Id="rId409" Type="http://schemas.openxmlformats.org/officeDocument/2006/relationships/customXml" Target="../ink/ink246.xml"/><Relationship Id="rId71" Type="http://schemas.openxmlformats.org/officeDocument/2006/relationships/image" Target="../media/image38.png"/><Relationship Id="rId92" Type="http://schemas.openxmlformats.org/officeDocument/2006/relationships/customXml" Target="../ink/ink48.xml"/><Relationship Id="rId213" Type="http://schemas.openxmlformats.org/officeDocument/2006/relationships/customXml" Target="../ink/ink119.xml"/><Relationship Id="rId234" Type="http://schemas.openxmlformats.org/officeDocument/2006/relationships/customXml" Target="../ink/ink140.xml"/><Relationship Id="rId420" Type="http://schemas.openxmlformats.org/officeDocument/2006/relationships/image" Target="../media/image173.png"/><Relationship Id="rId2" Type="http://schemas.openxmlformats.org/officeDocument/2006/relationships/customXml" Target="../ink/ink3.xml"/><Relationship Id="rId29" Type="http://schemas.openxmlformats.org/officeDocument/2006/relationships/image" Target="../media/image17.png"/><Relationship Id="rId255" Type="http://schemas.openxmlformats.org/officeDocument/2006/relationships/customXml" Target="../ink/ink161.xml"/><Relationship Id="rId276" Type="http://schemas.openxmlformats.org/officeDocument/2006/relationships/image" Target="../media/image101.png"/><Relationship Id="rId297" Type="http://schemas.openxmlformats.org/officeDocument/2006/relationships/customXml" Target="../ink/ink190.xml"/><Relationship Id="rId40" Type="http://schemas.openxmlformats.org/officeDocument/2006/relationships/customXml" Target="../ink/ink22.xml"/><Relationship Id="rId115" Type="http://schemas.openxmlformats.org/officeDocument/2006/relationships/image" Target="../media/image60.png"/><Relationship Id="rId136" Type="http://schemas.openxmlformats.org/officeDocument/2006/relationships/customXml" Target="../ink/ink70.xml"/><Relationship Id="rId157" Type="http://schemas.openxmlformats.org/officeDocument/2006/relationships/image" Target="../media/image81.png"/><Relationship Id="rId178" Type="http://schemas.openxmlformats.org/officeDocument/2006/relationships/customXml" Target="../ink/ink91.xml"/><Relationship Id="rId301" Type="http://schemas.openxmlformats.org/officeDocument/2006/relationships/customXml" Target="../ink/ink192.xml"/><Relationship Id="rId322" Type="http://schemas.openxmlformats.org/officeDocument/2006/relationships/image" Target="../media/image124.png"/><Relationship Id="rId343" Type="http://schemas.openxmlformats.org/officeDocument/2006/relationships/customXml" Target="../ink/ink213.xml"/><Relationship Id="rId364" Type="http://schemas.openxmlformats.org/officeDocument/2006/relationships/image" Target="../media/image145.png"/><Relationship Id="rId61" Type="http://schemas.openxmlformats.org/officeDocument/2006/relationships/image" Target="../media/image33.png"/><Relationship Id="rId82" Type="http://schemas.openxmlformats.org/officeDocument/2006/relationships/customXml" Target="../ink/ink43.xml"/><Relationship Id="rId199" Type="http://schemas.openxmlformats.org/officeDocument/2006/relationships/customXml" Target="../ink/ink105.xml"/><Relationship Id="rId203" Type="http://schemas.openxmlformats.org/officeDocument/2006/relationships/customXml" Target="../ink/ink109.xml"/><Relationship Id="rId385" Type="http://schemas.openxmlformats.org/officeDocument/2006/relationships/customXml" Target="../ink/ink234.xml"/><Relationship Id="rId19" Type="http://schemas.openxmlformats.org/officeDocument/2006/relationships/image" Target="../media/image12.png"/><Relationship Id="rId224" Type="http://schemas.openxmlformats.org/officeDocument/2006/relationships/customXml" Target="../ink/ink130.xml"/><Relationship Id="rId245" Type="http://schemas.openxmlformats.org/officeDocument/2006/relationships/customXml" Target="../ink/ink151.xml"/><Relationship Id="rId266" Type="http://schemas.openxmlformats.org/officeDocument/2006/relationships/customXml" Target="../ink/ink172.xml"/><Relationship Id="rId287" Type="http://schemas.openxmlformats.org/officeDocument/2006/relationships/customXml" Target="../ink/ink185.xml"/><Relationship Id="rId410" Type="http://schemas.openxmlformats.org/officeDocument/2006/relationships/image" Target="../media/image168.png"/><Relationship Id="rId30" Type="http://schemas.openxmlformats.org/officeDocument/2006/relationships/customXml" Target="../ink/ink17.xml"/><Relationship Id="rId105" Type="http://schemas.openxmlformats.org/officeDocument/2006/relationships/image" Target="../media/image55.png"/><Relationship Id="rId126" Type="http://schemas.openxmlformats.org/officeDocument/2006/relationships/customXml" Target="../ink/ink65.xml"/><Relationship Id="rId147" Type="http://schemas.openxmlformats.org/officeDocument/2006/relationships/image" Target="../media/image76.png"/><Relationship Id="rId168" Type="http://schemas.openxmlformats.org/officeDocument/2006/relationships/customXml" Target="../ink/ink86.xml"/><Relationship Id="rId312" Type="http://schemas.openxmlformats.org/officeDocument/2006/relationships/image" Target="../media/image119.png"/><Relationship Id="rId333" Type="http://schemas.openxmlformats.org/officeDocument/2006/relationships/customXml" Target="../ink/ink208.xml"/><Relationship Id="rId354" Type="http://schemas.openxmlformats.org/officeDocument/2006/relationships/image" Target="../media/image140.png"/><Relationship Id="rId51" Type="http://schemas.openxmlformats.org/officeDocument/2006/relationships/image" Target="../media/image28.png"/><Relationship Id="rId72" Type="http://schemas.openxmlformats.org/officeDocument/2006/relationships/customXml" Target="../ink/ink38.xml"/><Relationship Id="rId93" Type="http://schemas.openxmlformats.org/officeDocument/2006/relationships/image" Target="../media/image49.png"/><Relationship Id="rId189" Type="http://schemas.openxmlformats.org/officeDocument/2006/relationships/customXml" Target="../ink/ink97.xml"/><Relationship Id="rId375" Type="http://schemas.openxmlformats.org/officeDocument/2006/relationships/customXml" Target="../ink/ink229.xml"/><Relationship Id="rId396" Type="http://schemas.openxmlformats.org/officeDocument/2006/relationships/image" Target="../media/image161.png"/><Relationship Id="rId3" Type="http://schemas.openxmlformats.org/officeDocument/2006/relationships/image" Target="../media/image4.png"/><Relationship Id="rId214" Type="http://schemas.openxmlformats.org/officeDocument/2006/relationships/customXml" Target="../ink/ink120.xml"/><Relationship Id="rId235" Type="http://schemas.openxmlformats.org/officeDocument/2006/relationships/customXml" Target="../ink/ink141.xml"/><Relationship Id="rId256" Type="http://schemas.openxmlformats.org/officeDocument/2006/relationships/customXml" Target="../ink/ink162.xml"/><Relationship Id="rId277" Type="http://schemas.openxmlformats.org/officeDocument/2006/relationships/customXml" Target="../ink/ink180.xml"/><Relationship Id="rId298" Type="http://schemas.openxmlformats.org/officeDocument/2006/relationships/image" Target="../media/image112.png"/><Relationship Id="rId400" Type="http://schemas.openxmlformats.org/officeDocument/2006/relationships/image" Target="../media/image163.png"/><Relationship Id="rId421" Type="http://schemas.openxmlformats.org/officeDocument/2006/relationships/customXml" Target="../ink/ink252.xml"/><Relationship Id="rId116" Type="http://schemas.openxmlformats.org/officeDocument/2006/relationships/customXml" Target="../ink/ink60.xml"/><Relationship Id="rId137" Type="http://schemas.openxmlformats.org/officeDocument/2006/relationships/image" Target="../media/image71.png"/><Relationship Id="rId158" Type="http://schemas.openxmlformats.org/officeDocument/2006/relationships/customXml" Target="../ink/ink81.xml"/><Relationship Id="rId302" Type="http://schemas.openxmlformats.org/officeDocument/2006/relationships/image" Target="../media/image114.png"/><Relationship Id="rId323" Type="http://schemas.openxmlformats.org/officeDocument/2006/relationships/customXml" Target="../ink/ink203.xml"/><Relationship Id="rId344" Type="http://schemas.openxmlformats.org/officeDocument/2006/relationships/image" Target="../media/image135.png"/><Relationship Id="rId20" Type="http://schemas.openxmlformats.org/officeDocument/2006/relationships/customXml" Target="../ink/ink12.xml"/><Relationship Id="rId41" Type="http://schemas.openxmlformats.org/officeDocument/2006/relationships/image" Target="../media/image23.png"/><Relationship Id="rId62" Type="http://schemas.openxmlformats.org/officeDocument/2006/relationships/customXml" Target="../ink/ink33.xml"/><Relationship Id="rId83" Type="http://schemas.openxmlformats.org/officeDocument/2006/relationships/image" Target="../media/image44.png"/><Relationship Id="rId179" Type="http://schemas.openxmlformats.org/officeDocument/2006/relationships/image" Target="../media/image92.png"/><Relationship Id="rId365" Type="http://schemas.openxmlformats.org/officeDocument/2006/relationships/customXml" Target="../ink/ink224.xml"/><Relationship Id="rId386" Type="http://schemas.openxmlformats.org/officeDocument/2006/relationships/image" Target="../media/image156.png"/><Relationship Id="rId190" Type="http://schemas.openxmlformats.org/officeDocument/2006/relationships/image" Target="../media/image97.png"/><Relationship Id="rId204" Type="http://schemas.openxmlformats.org/officeDocument/2006/relationships/customXml" Target="../ink/ink110.xml"/><Relationship Id="rId225" Type="http://schemas.openxmlformats.org/officeDocument/2006/relationships/customXml" Target="../ink/ink131.xml"/><Relationship Id="rId246" Type="http://schemas.openxmlformats.org/officeDocument/2006/relationships/customXml" Target="../ink/ink152.xml"/><Relationship Id="rId267" Type="http://schemas.openxmlformats.org/officeDocument/2006/relationships/customXml" Target="../ink/ink173.xml"/><Relationship Id="rId288" Type="http://schemas.openxmlformats.org/officeDocument/2006/relationships/image" Target="../media/image107.png"/><Relationship Id="rId411" Type="http://schemas.openxmlformats.org/officeDocument/2006/relationships/customXml" Target="../ink/ink247.xml"/><Relationship Id="rId106" Type="http://schemas.openxmlformats.org/officeDocument/2006/relationships/customXml" Target="../ink/ink55.xml"/><Relationship Id="rId127" Type="http://schemas.openxmlformats.org/officeDocument/2006/relationships/image" Target="../media/image66.png"/><Relationship Id="rId313" Type="http://schemas.openxmlformats.org/officeDocument/2006/relationships/customXml" Target="../ink/ink198.xml"/><Relationship Id="rId10" Type="http://schemas.openxmlformats.org/officeDocument/2006/relationships/customXml" Target="../ink/ink7.xml"/><Relationship Id="rId31" Type="http://schemas.openxmlformats.org/officeDocument/2006/relationships/image" Target="../media/image18.png"/><Relationship Id="rId52" Type="http://schemas.openxmlformats.org/officeDocument/2006/relationships/customXml" Target="../ink/ink28.xml"/><Relationship Id="rId73" Type="http://schemas.openxmlformats.org/officeDocument/2006/relationships/image" Target="../media/image39.png"/><Relationship Id="rId94" Type="http://schemas.openxmlformats.org/officeDocument/2006/relationships/customXml" Target="../ink/ink49.xml"/><Relationship Id="rId148" Type="http://schemas.openxmlformats.org/officeDocument/2006/relationships/customXml" Target="../ink/ink76.xml"/><Relationship Id="rId169" Type="http://schemas.openxmlformats.org/officeDocument/2006/relationships/image" Target="../media/image87.png"/><Relationship Id="rId334" Type="http://schemas.openxmlformats.org/officeDocument/2006/relationships/image" Target="../media/image130.png"/><Relationship Id="rId355" Type="http://schemas.openxmlformats.org/officeDocument/2006/relationships/customXml" Target="../ink/ink219.xml"/><Relationship Id="rId376" Type="http://schemas.openxmlformats.org/officeDocument/2006/relationships/image" Target="../media/image151.png"/><Relationship Id="rId397" Type="http://schemas.openxmlformats.org/officeDocument/2006/relationships/customXml" Target="../ink/ink240.xml"/><Relationship Id="rId4" Type="http://schemas.openxmlformats.org/officeDocument/2006/relationships/customXml" Target="../ink/ink4.xml"/><Relationship Id="rId180" Type="http://schemas.openxmlformats.org/officeDocument/2006/relationships/customXml" Target="../ink/ink92.xml"/><Relationship Id="rId215" Type="http://schemas.openxmlformats.org/officeDocument/2006/relationships/customXml" Target="../ink/ink121.xml"/><Relationship Id="rId236" Type="http://schemas.openxmlformats.org/officeDocument/2006/relationships/customXml" Target="../ink/ink142.xml"/><Relationship Id="rId257" Type="http://schemas.openxmlformats.org/officeDocument/2006/relationships/customXml" Target="../ink/ink163.xml"/><Relationship Id="rId278" Type="http://schemas.openxmlformats.org/officeDocument/2006/relationships/image" Target="../media/image102.png"/><Relationship Id="rId401" Type="http://schemas.openxmlformats.org/officeDocument/2006/relationships/customXml" Target="../ink/ink242.xml"/><Relationship Id="rId422" Type="http://schemas.openxmlformats.org/officeDocument/2006/relationships/image" Target="../media/image174.png"/><Relationship Id="rId303" Type="http://schemas.openxmlformats.org/officeDocument/2006/relationships/customXml" Target="../ink/ink193.xml"/><Relationship Id="rId42" Type="http://schemas.openxmlformats.org/officeDocument/2006/relationships/customXml" Target="../ink/ink23.xml"/><Relationship Id="rId84" Type="http://schemas.openxmlformats.org/officeDocument/2006/relationships/customXml" Target="../ink/ink44.xml"/><Relationship Id="rId138" Type="http://schemas.openxmlformats.org/officeDocument/2006/relationships/customXml" Target="../ink/ink71.xml"/><Relationship Id="rId345" Type="http://schemas.openxmlformats.org/officeDocument/2006/relationships/customXml" Target="../ink/ink214.xml"/><Relationship Id="rId387" Type="http://schemas.openxmlformats.org/officeDocument/2006/relationships/customXml" Target="../ink/ink235.xml"/><Relationship Id="rId191" Type="http://schemas.openxmlformats.org/officeDocument/2006/relationships/customXml" Target="../ink/ink98.xml"/><Relationship Id="rId205" Type="http://schemas.openxmlformats.org/officeDocument/2006/relationships/customXml" Target="../ink/ink111.xml"/><Relationship Id="rId247" Type="http://schemas.openxmlformats.org/officeDocument/2006/relationships/customXml" Target="../ink/ink153.xml"/><Relationship Id="rId412" Type="http://schemas.openxmlformats.org/officeDocument/2006/relationships/image" Target="../media/image169.png"/><Relationship Id="rId107" Type="http://schemas.openxmlformats.org/officeDocument/2006/relationships/image" Target="../media/image56.png"/><Relationship Id="rId289" Type="http://schemas.openxmlformats.org/officeDocument/2006/relationships/customXml" Target="../ink/ink186.xml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77.png"/><Relationship Id="rId314" Type="http://schemas.openxmlformats.org/officeDocument/2006/relationships/image" Target="../media/image120.png"/><Relationship Id="rId356" Type="http://schemas.openxmlformats.org/officeDocument/2006/relationships/image" Target="../media/image141.png"/><Relationship Id="rId398" Type="http://schemas.openxmlformats.org/officeDocument/2006/relationships/image" Target="../media/image162.png"/><Relationship Id="rId95" Type="http://schemas.openxmlformats.org/officeDocument/2006/relationships/image" Target="../media/image50.png"/><Relationship Id="rId160" Type="http://schemas.openxmlformats.org/officeDocument/2006/relationships/customXml" Target="../ink/ink82.xml"/><Relationship Id="rId216" Type="http://schemas.openxmlformats.org/officeDocument/2006/relationships/customXml" Target="../ink/ink122.xml"/><Relationship Id="rId423" Type="http://schemas.openxmlformats.org/officeDocument/2006/relationships/customXml" Target="../ink/ink253.xml"/><Relationship Id="rId258" Type="http://schemas.openxmlformats.org/officeDocument/2006/relationships/customXml" Target="../ink/ink164.xml"/><Relationship Id="rId22" Type="http://schemas.openxmlformats.org/officeDocument/2006/relationships/customXml" Target="../ink/ink13.xml"/><Relationship Id="rId64" Type="http://schemas.openxmlformats.org/officeDocument/2006/relationships/customXml" Target="../ink/ink34.xml"/><Relationship Id="rId118" Type="http://schemas.openxmlformats.org/officeDocument/2006/relationships/customXml" Target="../ink/ink61.xml"/><Relationship Id="rId325" Type="http://schemas.openxmlformats.org/officeDocument/2006/relationships/customXml" Target="../ink/ink204.xml"/><Relationship Id="rId367" Type="http://schemas.openxmlformats.org/officeDocument/2006/relationships/customXml" Target="../ink/ink225.xml"/><Relationship Id="rId171" Type="http://schemas.openxmlformats.org/officeDocument/2006/relationships/image" Target="../media/image88.png"/><Relationship Id="rId227" Type="http://schemas.openxmlformats.org/officeDocument/2006/relationships/customXml" Target="../ink/ink133.xml"/><Relationship Id="rId269" Type="http://schemas.openxmlformats.org/officeDocument/2006/relationships/customXml" Target="../ink/ink175.xml"/><Relationship Id="rId33" Type="http://schemas.openxmlformats.org/officeDocument/2006/relationships/image" Target="../media/image19.png"/><Relationship Id="rId129" Type="http://schemas.openxmlformats.org/officeDocument/2006/relationships/image" Target="../media/image67.png"/><Relationship Id="rId280" Type="http://schemas.openxmlformats.org/officeDocument/2006/relationships/image" Target="../media/image103.png"/><Relationship Id="rId336" Type="http://schemas.openxmlformats.org/officeDocument/2006/relationships/image" Target="../media/image131.png"/><Relationship Id="rId75" Type="http://schemas.openxmlformats.org/officeDocument/2006/relationships/image" Target="../media/image40.png"/><Relationship Id="rId140" Type="http://schemas.openxmlformats.org/officeDocument/2006/relationships/customXml" Target="../ink/ink72.xml"/><Relationship Id="rId182" Type="http://schemas.openxmlformats.org/officeDocument/2006/relationships/customXml" Target="../ink/ink93.xml"/><Relationship Id="rId378" Type="http://schemas.openxmlformats.org/officeDocument/2006/relationships/image" Target="../media/image152.png"/><Relationship Id="rId403" Type="http://schemas.openxmlformats.org/officeDocument/2006/relationships/customXml" Target="../ink/ink243.xml"/><Relationship Id="rId6" Type="http://schemas.openxmlformats.org/officeDocument/2006/relationships/customXml" Target="../ink/ink5.xml"/><Relationship Id="rId238" Type="http://schemas.openxmlformats.org/officeDocument/2006/relationships/customXml" Target="../ink/ink144.xml"/><Relationship Id="rId291" Type="http://schemas.openxmlformats.org/officeDocument/2006/relationships/customXml" Target="../ink/ink187.xml"/><Relationship Id="rId305" Type="http://schemas.openxmlformats.org/officeDocument/2006/relationships/customXml" Target="../ink/ink194.xml"/><Relationship Id="rId347" Type="http://schemas.openxmlformats.org/officeDocument/2006/relationships/customXml" Target="../ink/ink215.xml"/><Relationship Id="rId44" Type="http://schemas.openxmlformats.org/officeDocument/2006/relationships/customXml" Target="../ink/ink24.xml"/><Relationship Id="rId86" Type="http://schemas.openxmlformats.org/officeDocument/2006/relationships/customXml" Target="../ink/ink45.xml"/><Relationship Id="rId151" Type="http://schemas.openxmlformats.org/officeDocument/2006/relationships/image" Target="../media/image78.png"/><Relationship Id="rId389" Type="http://schemas.openxmlformats.org/officeDocument/2006/relationships/customXml" Target="../ink/ink236.xml"/><Relationship Id="rId193" Type="http://schemas.openxmlformats.org/officeDocument/2006/relationships/customXml" Target="../ink/ink99.xml"/><Relationship Id="rId207" Type="http://schemas.openxmlformats.org/officeDocument/2006/relationships/customXml" Target="../ink/ink113.xml"/><Relationship Id="rId249" Type="http://schemas.openxmlformats.org/officeDocument/2006/relationships/customXml" Target="../ink/ink155.xml"/><Relationship Id="rId414" Type="http://schemas.openxmlformats.org/officeDocument/2006/relationships/image" Target="../media/image170.png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260" Type="http://schemas.openxmlformats.org/officeDocument/2006/relationships/customXml" Target="../ink/ink166.xml"/><Relationship Id="rId316" Type="http://schemas.openxmlformats.org/officeDocument/2006/relationships/image" Target="../media/image121.png"/><Relationship Id="rId55" Type="http://schemas.openxmlformats.org/officeDocument/2006/relationships/image" Target="../media/image30.png"/><Relationship Id="rId97" Type="http://schemas.openxmlformats.org/officeDocument/2006/relationships/image" Target="../media/image51.png"/><Relationship Id="rId120" Type="http://schemas.openxmlformats.org/officeDocument/2006/relationships/customXml" Target="../ink/ink62.xml"/><Relationship Id="rId358" Type="http://schemas.openxmlformats.org/officeDocument/2006/relationships/image" Target="../media/image142.png"/><Relationship Id="rId162" Type="http://schemas.openxmlformats.org/officeDocument/2006/relationships/customXml" Target="../ink/ink83.xml"/><Relationship Id="rId218" Type="http://schemas.openxmlformats.org/officeDocument/2006/relationships/customXml" Target="../ink/ink124.xml"/><Relationship Id="rId425" Type="http://schemas.openxmlformats.org/officeDocument/2006/relationships/customXml" Target="../ink/ink254.xml"/><Relationship Id="rId271" Type="http://schemas.openxmlformats.org/officeDocument/2006/relationships/customXml" Target="../ink/ink177.xml"/><Relationship Id="rId24" Type="http://schemas.openxmlformats.org/officeDocument/2006/relationships/customXml" Target="../ink/ink14.xml"/><Relationship Id="rId66" Type="http://schemas.openxmlformats.org/officeDocument/2006/relationships/customXml" Target="../ink/ink35.xml"/><Relationship Id="rId131" Type="http://schemas.openxmlformats.org/officeDocument/2006/relationships/image" Target="../media/image68.png"/><Relationship Id="rId327" Type="http://schemas.openxmlformats.org/officeDocument/2006/relationships/customXml" Target="../ink/ink205.xml"/><Relationship Id="rId369" Type="http://schemas.openxmlformats.org/officeDocument/2006/relationships/customXml" Target="../ink/ink226.xml"/><Relationship Id="rId173" Type="http://schemas.openxmlformats.org/officeDocument/2006/relationships/image" Target="../media/image89.png"/><Relationship Id="rId229" Type="http://schemas.openxmlformats.org/officeDocument/2006/relationships/customXml" Target="../ink/ink135.xml"/><Relationship Id="rId380" Type="http://schemas.openxmlformats.org/officeDocument/2006/relationships/image" Target="../media/image153.png"/><Relationship Id="rId240" Type="http://schemas.openxmlformats.org/officeDocument/2006/relationships/customXml" Target="../ink/ink146.xml"/><Relationship Id="rId35" Type="http://schemas.openxmlformats.org/officeDocument/2006/relationships/image" Target="../media/image20.png"/><Relationship Id="rId77" Type="http://schemas.openxmlformats.org/officeDocument/2006/relationships/image" Target="../media/image41.png"/><Relationship Id="rId100" Type="http://schemas.openxmlformats.org/officeDocument/2006/relationships/customXml" Target="../ink/ink52.xml"/><Relationship Id="rId282" Type="http://schemas.openxmlformats.org/officeDocument/2006/relationships/image" Target="../media/image104.png"/><Relationship Id="rId338" Type="http://schemas.openxmlformats.org/officeDocument/2006/relationships/image" Target="../media/image132.png"/><Relationship Id="rId8" Type="http://schemas.openxmlformats.org/officeDocument/2006/relationships/customXml" Target="../ink/ink6.xml"/><Relationship Id="rId142" Type="http://schemas.openxmlformats.org/officeDocument/2006/relationships/customXml" Target="../ink/ink73.xml"/><Relationship Id="rId184" Type="http://schemas.openxmlformats.org/officeDocument/2006/relationships/image" Target="../media/image94.png"/><Relationship Id="rId391" Type="http://schemas.openxmlformats.org/officeDocument/2006/relationships/customXml" Target="../ink/ink237.xml"/><Relationship Id="rId405" Type="http://schemas.openxmlformats.org/officeDocument/2006/relationships/customXml" Target="../ink/ink244.xml"/><Relationship Id="rId251" Type="http://schemas.openxmlformats.org/officeDocument/2006/relationships/customXml" Target="../ink/ink157.xml"/><Relationship Id="rId46" Type="http://schemas.openxmlformats.org/officeDocument/2006/relationships/customXml" Target="../ink/ink25.xml"/><Relationship Id="rId293" Type="http://schemas.openxmlformats.org/officeDocument/2006/relationships/customXml" Target="../ink/ink188.xml"/><Relationship Id="rId307" Type="http://schemas.openxmlformats.org/officeDocument/2006/relationships/customXml" Target="../ink/ink195.xml"/><Relationship Id="rId349" Type="http://schemas.openxmlformats.org/officeDocument/2006/relationships/customXml" Target="../ink/ink216.xml"/><Relationship Id="rId88" Type="http://schemas.openxmlformats.org/officeDocument/2006/relationships/customXml" Target="../ink/ink46.xml"/><Relationship Id="rId111" Type="http://schemas.openxmlformats.org/officeDocument/2006/relationships/image" Target="../media/image58.png"/><Relationship Id="rId153" Type="http://schemas.openxmlformats.org/officeDocument/2006/relationships/image" Target="../media/image79.png"/><Relationship Id="rId195" Type="http://schemas.openxmlformats.org/officeDocument/2006/relationships/customXml" Target="../ink/ink101.xml"/><Relationship Id="rId209" Type="http://schemas.openxmlformats.org/officeDocument/2006/relationships/customXml" Target="../ink/ink115.xml"/><Relationship Id="rId360" Type="http://schemas.openxmlformats.org/officeDocument/2006/relationships/image" Target="../media/image143.png"/><Relationship Id="rId416" Type="http://schemas.openxmlformats.org/officeDocument/2006/relationships/image" Target="../media/image171.png"/><Relationship Id="rId220" Type="http://schemas.openxmlformats.org/officeDocument/2006/relationships/customXml" Target="../ink/ink126.xml"/><Relationship Id="rId15" Type="http://schemas.openxmlformats.org/officeDocument/2006/relationships/image" Target="../media/image10.png"/><Relationship Id="rId57" Type="http://schemas.openxmlformats.org/officeDocument/2006/relationships/image" Target="../media/image31.png"/><Relationship Id="rId262" Type="http://schemas.openxmlformats.org/officeDocument/2006/relationships/customXml" Target="../ink/ink168.xml"/><Relationship Id="rId318" Type="http://schemas.openxmlformats.org/officeDocument/2006/relationships/image" Target="../media/image122.png"/><Relationship Id="rId99" Type="http://schemas.openxmlformats.org/officeDocument/2006/relationships/image" Target="../media/image52.png"/><Relationship Id="rId122" Type="http://schemas.openxmlformats.org/officeDocument/2006/relationships/customXml" Target="../ink/ink63.xml"/><Relationship Id="rId164" Type="http://schemas.openxmlformats.org/officeDocument/2006/relationships/customXml" Target="../ink/ink84.xml"/><Relationship Id="rId371" Type="http://schemas.openxmlformats.org/officeDocument/2006/relationships/customXml" Target="../ink/ink227.xml"/><Relationship Id="rId427" Type="http://schemas.openxmlformats.org/officeDocument/2006/relationships/customXml" Target="../ink/ink255.xml"/><Relationship Id="rId26" Type="http://schemas.openxmlformats.org/officeDocument/2006/relationships/customXml" Target="../ink/ink15.xml"/><Relationship Id="rId231" Type="http://schemas.openxmlformats.org/officeDocument/2006/relationships/customXml" Target="../ink/ink137.xml"/><Relationship Id="rId273" Type="http://schemas.openxmlformats.org/officeDocument/2006/relationships/customXml" Target="../ink/ink178.xml"/><Relationship Id="rId329" Type="http://schemas.openxmlformats.org/officeDocument/2006/relationships/customXml" Target="../ink/ink206.xml"/><Relationship Id="rId68" Type="http://schemas.openxmlformats.org/officeDocument/2006/relationships/customXml" Target="../ink/ink36.xml"/><Relationship Id="rId133" Type="http://schemas.openxmlformats.org/officeDocument/2006/relationships/image" Target="../media/image69.png"/><Relationship Id="rId175" Type="http://schemas.openxmlformats.org/officeDocument/2006/relationships/image" Target="../media/image90.png"/><Relationship Id="rId340" Type="http://schemas.openxmlformats.org/officeDocument/2006/relationships/image" Target="../media/image133.png"/><Relationship Id="rId200" Type="http://schemas.openxmlformats.org/officeDocument/2006/relationships/customXml" Target="../ink/ink106.xml"/><Relationship Id="rId382" Type="http://schemas.openxmlformats.org/officeDocument/2006/relationships/image" Target="../media/image154.png"/><Relationship Id="rId242" Type="http://schemas.openxmlformats.org/officeDocument/2006/relationships/customXml" Target="../ink/ink148.xml"/><Relationship Id="rId284" Type="http://schemas.openxmlformats.org/officeDocument/2006/relationships/image" Target="../media/image105.png"/><Relationship Id="rId37" Type="http://schemas.openxmlformats.org/officeDocument/2006/relationships/image" Target="../media/image21.png"/><Relationship Id="rId79" Type="http://schemas.openxmlformats.org/officeDocument/2006/relationships/image" Target="../media/image42.png"/><Relationship Id="rId102" Type="http://schemas.openxmlformats.org/officeDocument/2006/relationships/customXml" Target="../ink/ink53.xml"/><Relationship Id="rId144" Type="http://schemas.openxmlformats.org/officeDocument/2006/relationships/customXml" Target="../ink/ink74.xml"/><Relationship Id="rId90" Type="http://schemas.openxmlformats.org/officeDocument/2006/relationships/customXml" Target="../ink/ink47.xml"/><Relationship Id="rId186" Type="http://schemas.openxmlformats.org/officeDocument/2006/relationships/image" Target="../media/image95.png"/><Relationship Id="rId351" Type="http://schemas.openxmlformats.org/officeDocument/2006/relationships/customXml" Target="../ink/ink217.xml"/><Relationship Id="rId393" Type="http://schemas.openxmlformats.org/officeDocument/2006/relationships/customXml" Target="../ink/ink238.xml"/><Relationship Id="rId407" Type="http://schemas.openxmlformats.org/officeDocument/2006/relationships/customXml" Target="../ink/ink245.xml"/><Relationship Id="rId211" Type="http://schemas.openxmlformats.org/officeDocument/2006/relationships/customXml" Target="../ink/ink117.xml"/><Relationship Id="rId253" Type="http://schemas.openxmlformats.org/officeDocument/2006/relationships/customXml" Target="../ink/ink159.xml"/><Relationship Id="rId295" Type="http://schemas.openxmlformats.org/officeDocument/2006/relationships/customXml" Target="../ink/ink189.xml"/><Relationship Id="rId309" Type="http://schemas.openxmlformats.org/officeDocument/2006/relationships/customXml" Target="../ink/ink196.xml"/><Relationship Id="rId48" Type="http://schemas.openxmlformats.org/officeDocument/2006/relationships/customXml" Target="../ink/ink26.xml"/><Relationship Id="rId113" Type="http://schemas.openxmlformats.org/officeDocument/2006/relationships/image" Target="../media/image59.png"/><Relationship Id="rId320" Type="http://schemas.openxmlformats.org/officeDocument/2006/relationships/image" Target="../media/image123.png"/><Relationship Id="rId155" Type="http://schemas.openxmlformats.org/officeDocument/2006/relationships/image" Target="../media/image80.png"/><Relationship Id="rId197" Type="http://schemas.openxmlformats.org/officeDocument/2006/relationships/customXml" Target="../ink/ink103.xml"/><Relationship Id="rId362" Type="http://schemas.openxmlformats.org/officeDocument/2006/relationships/image" Target="../media/image144.png"/><Relationship Id="rId418" Type="http://schemas.openxmlformats.org/officeDocument/2006/relationships/image" Target="../media/image172.png"/><Relationship Id="rId222" Type="http://schemas.openxmlformats.org/officeDocument/2006/relationships/customXml" Target="../ink/ink128.xml"/><Relationship Id="rId264" Type="http://schemas.openxmlformats.org/officeDocument/2006/relationships/customXml" Target="../ink/ink170.xml"/><Relationship Id="rId17" Type="http://schemas.openxmlformats.org/officeDocument/2006/relationships/image" Target="../media/image11.png"/><Relationship Id="rId59" Type="http://schemas.openxmlformats.org/officeDocument/2006/relationships/image" Target="../media/image32.png"/><Relationship Id="rId124" Type="http://schemas.openxmlformats.org/officeDocument/2006/relationships/customXml" Target="../ink/ink6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.png"/><Relationship Id="rId21" Type="http://schemas.openxmlformats.org/officeDocument/2006/relationships/image" Target="../media/image24.png"/><Relationship Id="rId63" Type="http://schemas.openxmlformats.org/officeDocument/2006/relationships/image" Target="../media/image45.png"/><Relationship Id="rId159" Type="http://schemas.openxmlformats.org/officeDocument/2006/relationships/customXml" Target="../ink/ink336.xml"/><Relationship Id="rId170" Type="http://schemas.openxmlformats.org/officeDocument/2006/relationships/customXml" Target="../ink/ink347.xml"/><Relationship Id="rId226" Type="http://schemas.openxmlformats.org/officeDocument/2006/relationships/image" Target="../media/image187.png"/><Relationship Id="rId268" Type="http://schemas.openxmlformats.org/officeDocument/2006/relationships/image" Target="../media/image208.png"/><Relationship Id="rId32" Type="http://schemas.openxmlformats.org/officeDocument/2006/relationships/customXml" Target="../ink/ink271.xml"/><Relationship Id="rId74" Type="http://schemas.openxmlformats.org/officeDocument/2006/relationships/customXml" Target="../ink/ink292.xml"/><Relationship Id="rId128" Type="http://schemas.openxmlformats.org/officeDocument/2006/relationships/customXml" Target="../ink/ink319.xml"/><Relationship Id="rId5" Type="http://schemas.openxmlformats.org/officeDocument/2006/relationships/image" Target="../media/image16.png"/><Relationship Id="rId181" Type="http://schemas.openxmlformats.org/officeDocument/2006/relationships/customXml" Target="../ink/ink358.xml"/><Relationship Id="rId237" Type="http://schemas.openxmlformats.org/officeDocument/2006/relationships/customXml" Target="../ink/ink399.xml"/><Relationship Id="rId279" Type="http://schemas.openxmlformats.org/officeDocument/2006/relationships/customXml" Target="../ink/ink420.xml"/><Relationship Id="rId43" Type="http://schemas.openxmlformats.org/officeDocument/2006/relationships/image" Target="../media/image35.png"/><Relationship Id="rId139" Type="http://schemas.openxmlformats.org/officeDocument/2006/relationships/image" Target="../media/image83.png"/><Relationship Id="rId85" Type="http://schemas.openxmlformats.org/officeDocument/2006/relationships/image" Target="../media/image56.png"/><Relationship Id="rId150" Type="http://schemas.openxmlformats.org/officeDocument/2006/relationships/customXml" Target="../ink/ink330.xml"/><Relationship Id="rId171" Type="http://schemas.openxmlformats.org/officeDocument/2006/relationships/customXml" Target="../ink/ink348.xml"/><Relationship Id="rId192" Type="http://schemas.openxmlformats.org/officeDocument/2006/relationships/customXml" Target="../ink/ink369.xml"/><Relationship Id="rId206" Type="http://schemas.openxmlformats.org/officeDocument/2006/relationships/customXml" Target="../ink/ink383.xml"/><Relationship Id="rId227" Type="http://schemas.openxmlformats.org/officeDocument/2006/relationships/customXml" Target="../ink/ink394.xml"/><Relationship Id="rId248" Type="http://schemas.openxmlformats.org/officeDocument/2006/relationships/image" Target="../media/image198.png"/><Relationship Id="rId269" Type="http://schemas.openxmlformats.org/officeDocument/2006/relationships/customXml" Target="../ink/ink415.xml"/><Relationship Id="rId12" Type="http://schemas.openxmlformats.org/officeDocument/2006/relationships/customXml" Target="../ink/ink261.xml"/><Relationship Id="rId33" Type="http://schemas.openxmlformats.org/officeDocument/2006/relationships/image" Target="../media/image30.png"/><Relationship Id="rId108" Type="http://schemas.openxmlformats.org/officeDocument/2006/relationships/customXml" Target="../ink/ink309.xml"/><Relationship Id="rId129" Type="http://schemas.openxmlformats.org/officeDocument/2006/relationships/image" Target="../media/image78.png"/><Relationship Id="rId280" Type="http://schemas.openxmlformats.org/officeDocument/2006/relationships/image" Target="../media/image214.png"/><Relationship Id="rId54" Type="http://schemas.openxmlformats.org/officeDocument/2006/relationships/customXml" Target="../ink/ink282.xml"/><Relationship Id="rId75" Type="http://schemas.openxmlformats.org/officeDocument/2006/relationships/image" Target="../media/image51.png"/><Relationship Id="rId96" Type="http://schemas.openxmlformats.org/officeDocument/2006/relationships/customXml" Target="../ink/ink303.xml"/><Relationship Id="rId140" Type="http://schemas.openxmlformats.org/officeDocument/2006/relationships/customXml" Target="../ink/ink325.xml"/><Relationship Id="rId161" Type="http://schemas.openxmlformats.org/officeDocument/2006/relationships/customXml" Target="../ink/ink338.xml"/><Relationship Id="rId182" Type="http://schemas.openxmlformats.org/officeDocument/2006/relationships/customXml" Target="../ink/ink359.xml"/><Relationship Id="rId217" Type="http://schemas.openxmlformats.org/officeDocument/2006/relationships/customXml" Target="../ink/ink389.xml"/><Relationship Id="rId6" Type="http://schemas.openxmlformats.org/officeDocument/2006/relationships/customXml" Target="../ink/ink258.xml"/><Relationship Id="rId238" Type="http://schemas.openxmlformats.org/officeDocument/2006/relationships/image" Target="../media/image193.png"/><Relationship Id="rId259" Type="http://schemas.openxmlformats.org/officeDocument/2006/relationships/customXml" Target="../ink/ink410.xml"/><Relationship Id="rId23" Type="http://schemas.openxmlformats.org/officeDocument/2006/relationships/image" Target="../media/image25.png"/><Relationship Id="rId119" Type="http://schemas.openxmlformats.org/officeDocument/2006/relationships/image" Target="../media/image73.png"/><Relationship Id="rId270" Type="http://schemas.openxmlformats.org/officeDocument/2006/relationships/image" Target="../media/image209.png"/><Relationship Id="rId44" Type="http://schemas.openxmlformats.org/officeDocument/2006/relationships/customXml" Target="../ink/ink277.xml"/><Relationship Id="rId65" Type="http://schemas.openxmlformats.org/officeDocument/2006/relationships/image" Target="../media/image46.png"/><Relationship Id="rId86" Type="http://schemas.openxmlformats.org/officeDocument/2006/relationships/customXml" Target="../ink/ink298.xml"/><Relationship Id="rId130" Type="http://schemas.openxmlformats.org/officeDocument/2006/relationships/customXml" Target="../ink/ink320.xml"/><Relationship Id="rId151" Type="http://schemas.openxmlformats.org/officeDocument/2006/relationships/image" Target="../media/image92.png"/><Relationship Id="rId172" Type="http://schemas.openxmlformats.org/officeDocument/2006/relationships/customXml" Target="../ink/ink349.xml"/><Relationship Id="rId193" Type="http://schemas.openxmlformats.org/officeDocument/2006/relationships/customXml" Target="../ink/ink370.xml"/><Relationship Id="rId207" Type="http://schemas.openxmlformats.org/officeDocument/2006/relationships/customXml" Target="../ink/ink384.xml"/><Relationship Id="rId228" Type="http://schemas.openxmlformats.org/officeDocument/2006/relationships/image" Target="../media/image188.png"/><Relationship Id="rId249" Type="http://schemas.openxmlformats.org/officeDocument/2006/relationships/customXml" Target="../ink/ink405.xml"/><Relationship Id="rId13" Type="http://schemas.openxmlformats.org/officeDocument/2006/relationships/image" Target="../media/image20.png"/><Relationship Id="rId109" Type="http://schemas.openxmlformats.org/officeDocument/2006/relationships/image" Target="../media/image68.png"/><Relationship Id="rId260" Type="http://schemas.openxmlformats.org/officeDocument/2006/relationships/image" Target="../media/image204.png"/><Relationship Id="rId281" Type="http://schemas.openxmlformats.org/officeDocument/2006/relationships/customXml" Target="../ink/ink421.xml"/><Relationship Id="rId34" Type="http://schemas.openxmlformats.org/officeDocument/2006/relationships/customXml" Target="../ink/ink272.xml"/><Relationship Id="rId55" Type="http://schemas.openxmlformats.org/officeDocument/2006/relationships/image" Target="../media/image41.png"/><Relationship Id="rId76" Type="http://schemas.openxmlformats.org/officeDocument/2006/relationships/customXml" Target="../ink/ink293.xml"/><Relationship Id="rId97" Type="http://schemas.openxmlformats.org/officeDocument/2006/relationships/image" Target="../media/image62.png"/><Relationship Id="rId120" Type="http://schemas.openxmlformats.org/officeDocument/2006/relationships/customXml" Target="../ink/ink315.xml"/><Relationship Id="rId141" Type="http://schemas.openxmlformats.org/officeDocument/2006/relationships/image" Target="../media/image84.png"/><Relationship Id="rId7" Type="http://schemas.openxmlformats.org/officeDocument/2006/relationships/image" Target="../media/image17.png"/><Relationship Id="rId162" Type="http://schemas.openxmlformats.org/officeDocument/2006/relationships/customXml" Target="../ink/ink339.xml"/><Relationship Id="rId183" Type="http://schemas.openxmlformats.org/officeDocument/2006/relationships/customXml" Target="../ink/ink360.xml"/><Relationship Id="rId218" Type="http://schemas.openxmlformats.org/officeDocument/2006/relationships/image" Target="../media/image183.png"/><Relationship Id="rId239" Type="http://schemas.openxmlformats.org/officeDocument/2006/relationships/customXml" Target="../ink/ink400.xml"/><Relationship Id="rId250" Type="http://schemas.openxmlformats.org/officeDocument/2006/relationships/image" Target="../media/image199.png"/><Relationship Id="rId271" Type="http://schemas.openxmlformats.org/officeDocument/2006/relationships/customXml" Target="../ink/ink416.xml"/><Relationship Id="rId24" Type="http://schemas.openxmlformats.org/officeDocument/2006/relationships/customXml" Target="../ink/ink267.xml"/><Relationship Id="rId45" Type="http://schemas.openxmlformats.org/officeDocument/2006/relationships/image" Target="../media/image36.png"/><Relationship Id="rId66" Type="http://schemas.openxmlformats.org/officeDocument/2006/relationships/customXml" Target="../ink/ink288.xml"/><Relationship Id="rId87" Type="http://schemas.openxmlformats.org/officeDocument/2006/relationships/image" Target="../media/image57.png"/><Relationship Id="rId110" Type="http://schemas.openxmlformats.org/officeDocument/2006/relationships/customXml" Target="../ink/ink310.xml"/><Relationship Id="rId131" Type="http://schemas.openxmlformats.org/officeDocument/2006/relationships/image" Target="../media/image79.png"/><Relationship Id="rId152" Type="http://schemas.openxmlformats.org/officeDocument/2006/relationships/customXml" Target="../ink/ink331.xml"/><Relationship Id="rId173" Type="http://schemas.openxmlformats.org/officeDocument/2006/relationships/customXml" Target="../ink/ink350.xml"/><Relationship Id="rId194" Type="http://schemas.openxmlformats.org/officeDocument/2006/relationships/customXml" Target="../ink/ink371.xml"/><Relationship Id="rId208" Type="http://schemas.openxmlformats.org/officeDocument/2006/relationships/image" Target="../media/image178.png"/><Relationship Id="rId229" Type="http://schemas.openxmlformats.org/officeDocument/2006/relationships/customXml" Target="../ink/ink395.xml"/><Relationship Id="rId240" Type="http://schemas.openxmlformats.org/officeDocument/2006/relationships/image" Target="../media/image194.png"/><Relationship Id="rId261" Type="http://schemas.openxmlformats.org/officeDocument/2006/relationships/customXml" Target="../ink/ink411.xml"/><Relationship Id="rId14" Type="http://schemas.openxmlformats.org/officeDocument/2006/relationships/customXml" Target="../ink/ink262.xml"/><Relationship Id="rId35" Type="http://schemas.openxmlformats.org/officeDocument/2006/relationships/image" Target="../media/image31.png"/><Relationship Id="rId56" Type="http://schemas.openxmlformats.org/officeDocument/2006/relationships/customXml" Target="../ink/ink283.xml"/><Relationship Id="rId77" Type="http://schemas.openxmlformats.org/officeDocument/2006/relationships/image" Target="../media/image52.png"/><Relationship Id="rId100" Type="http://schemas.openxmlformats.org/officeDocument/2006/relationships/customXml" Target="../ink/ink305.xml"/><Relationship Id="rId282" Type="http://schemas.openxmlformats.org/officeDocument/2006/relationships/image" Target="../media/image215.png"/><Relationship Id="rId8" Type="http://schemas.openxmlformats.org/officeDocument/2006/relationships/customXml" Target="../ink/ink259.xml"/><Relationship Id="rId98" Type="http://schemas.openxmlformats.org/officeDocument/2006/relationships/customXml" Target="../ink/ink304.xml"/><Relationship Id="rId121" Type="http://schemas.openxmlformats.org/officeDocument/2006/relationships/image" Target="../media/image74.png"/><Relationship Id="rId142" Type="http://schemas.openxmlformats.org/officeDocument/2006/relationships/customXml" Target="../ink/ink326.xml"/><Relationship Id="rId163" Type="http://schemas.openxmlformats.org/officeDocument/2006/relationships/customXml" Target="../ink/ink340.xml"/><Relationship Id="rId184" Type="http://schemas.openxmlformats.org/officeDocument/2006/relationships/customXml" Target="../ink/ink361.xml"/><Relationship Id="rId219" Type="http://schemas.openxmlformats.org/officeDocument/2006/relationships/customXml" Target="../ink/ink390.xml"/><Relationship Id="rId230" Type="http://schemas.openxmlformats.org/officeDocument/2006/relationships/image" Target="../media/image189.png"/><Relationship Id="rId251" Type="http://schemas.openxmlformats.org/officeDocument/2006/relationships/customXml" Target="../ink/ink406.xml"/><Relationship Id="rId25" Type="http://schemas.openxmlformats.org/officeDocument/2006/relationships/image" Target="../media/image26.png"/><Relationship Id="rId46" Type="http://schemas.openxmlformats.org/officeDocument/2006/relationships/customXml" Target="../ink/ink278.xml"/><Relationship Id="rId67" Type="http://schemas.openxmlformats.org/officeDocument/2006/relationships/image" Target="../media/image47.png"/><Relationship Id="rId272" Type="http://schemas.openxmlformats.org/officeDocument/2006/relationships/image" Target="../media/image210.png"/><Relationship Id="rId88" Type="http://schemas.openxmlformats.org/officeDocument/2006/relationships/customXml" Target="../ink/ink299.xml"/><Relationship Id="rId111" Type="http://schemas.openxmlformats.org/officeDocument/2006/relationships/image" Target="../media/image69.png"/><Relationship Id="rId132" Type="http://schemas.openxmlformats.org/officeDocument/2006/relationships/customXml" Target="../ink/ink321.xml"/><Relationship Id="rId153" Type="http://schemas.openxmlformats.org/officeDocument/2006/relationships/image" Target="../media/image93.png"/><Relationship Id="rId174" Type="http://schemas.openxmlformats.org/officeDocument/2006/relationships/customXml" Target="../ink/ink351.xml"/><Relationship Id="rId195" Type="http://schemas.openxmlformats.org/officeDocument/2006/relationships/customXml" Target="../ink/ink372.xml"/><Relationship Id="rId209" Type="http://schemas.openxmlformats.org/officeDocument/2006/relationships/customXml" Target="../ink/ink385.xml"/><Relationship Id="rId220" Type="http://schemas.openxmlformats.org/officeDocument/2006/relationships/image" Target="../media/image184.png"/><Relationship Id="rId241" Type="http://schemas.openxmlformats.org/officeDocument/2006/relationships/customXml" Target="../ink/ink401.xml"/><Relationship Id="rId15" Type="http://schemas.openxmlformats.org/officeDocument/2006/relationships/image" Target="../media/image21.png"/><Relationship Id="rId36" Type="http://schemas.openxmlformats.org/officeDocument/2006/relationships/customXml" Target="../ink/ink273.xml"/><Relationship Id="rId57" Type="http://schemas.openxmlformats.org/officeDocument/2006/relationships/image" Target="../media/image42.png"/><Relationship Id="rId262" Type="http://schemas.openxmlformats.org/officeDocument/2006/relationships/image" Target="../media/image205.png"/><Relationship Id="rId283" Type="http://schemas.openxmlformats.org/officeDocument/2006/relationships/customXml" Target="../ink/ink422.xml"/><Relationship Id="rId78" Type="http://schemas.openxmlformats.org/officeDocument/2006/relationships/customXml" Target="../ink/ink294.xml"/><Relationship Id="rId99" Type="http://schemas.openxmlformats.org/officeDocument/2006/relationships/image" Target="../media/image63.png"/><Relationship Id="rId101" Type="http://schemas.openxmlformats.org/officeDocument/2006/relationships/image" Target="../media/image64.png"/><Relationship Id="rId122" Type="http://schemas.openxmlformats.org/officeDocument/2006/relationships/customXml" Target="../ink/ink316.xml"/><Relationship Id="rId143" Type="http://schemas.openxmlformats.org/officeDocument/2006/relationships/image" Target="../media/image85.png"/><Relationship Id="rId164" Type="http://schemas.openxmlformats.org/officeDocument/2006/relationships/customXml" Target="../ink/ink341.xml"/><Relationship Id="rId185" Type="http://schemas.openxmlformats.org/officeDocument/2006/relationships/customXml" Target="../ink/ink362.xml"/><Relationship Id="rId9" Type="http://schemas.openxmlformats.org/officeDocument/2006/relationships/image" Target="../media/image18.png"/><Relationship Id="rId210" Type="http://schemas.openxmlformats.org/officeDocument/2006/relationships/image" Target="../media/image179.png"/><Relationship Id="rId26" Type="http://schemas.openxmlformats.org/officeDocument/2006/relationships/customXml" Target="../ink/ink268.xml"/><Relationship Id="rId231" Type="http://schemas.openxmlformats.org/officeDocument/2006/relationships/customXml" Target="../ink/ink396.xml"/><Relationship Id="rId252" Type="http://schemas.openxmlformats.org/officeDocument/2006/relationships/image" Target="../media/image200.png"/><Relationship Id="rId273" Type="http://schemas.openxmlformats.org/officeDocument/2006/relationships/customXml" Target="../ink/ink417.xml"/><Relationship Id="rId47" Type="http://schemas.openxmlformats.org/officeDocument/2006/relationships/image" Target="../media/image37.png"/><Relationship Id="rId68" Type="http://schemas.openxmlformats.org/officeDocument/2006/relationships/customXml" Target="../ink/ink289.xml"/><Relationship Id="rId89" Type="http://schemas.openxmlformats.org/officeDocument/2006/relationships/image" Target="../media/image58.png"/><Relationship Id="rId112" Type="http://schemas.openxmlformats.org/officeDocument/2006/relationships/customXml" Target="../ink/ink311.xml"/><Relationship Id="rId133" Type="http://schemas.openxmlformats.org/officeDocument/2006/relationships/image" Target="../media/image80.png"/><Relationship Id="rId154" Type="http://schemas.openxmlformats.org/officeDocument/2006/relationships/customXml" Target="../ink/ink332.xml"/><Relationship Id="rId175" Type="http://schemas.openxmlformats.org/officeDocument/2006/relationships/customXml" Target="../ink/ink352.xml"/><Relationship Id="rId196" Type="http://schemas.openxmlformats.org/officeDocument/2006/relationships/customXml" Target="../ink/ink373.xml"/><Relationship Id="rId200" Type="http://schemas.openxmlformats.org/officeDocument/2006/relationships/customXml" Target="../ink/ink377.xml"/><Relationship Id="rId16" Type="http://schemas.openxmlformats.org/officeDocument/2006/relationships/customXml" Target="../ink/ink263.xml"/><Relationship Id="rId221" Type="http://schemas.openxmlformats.org/officeDocument/2006/relationships/customXml" Target="../ink/ink391.xml"/><Relationship Id="rId242" Type="http://schemas.openxmlformats.org/officeDocument/2006/relationships/image" Target="../media/image195.png"/><Relationship Id="rId263" Type="http://schemas.openxmlformats.org/officeDocument/2006/relationships/customXml" Target="../ink/ink412.xml"/><Relationship Id="rId284" Type="http://schemas.openxmlformats.org/officeDocument/2006/relationships/image" Target="../media/image216.png"/><Relationship Id="rId37" Type="http://schemas.openxmlformats.org/officeDocument/2006/relationships/image" Target="../media/image32.png"/><Relationship Id="rId58" Type="http://schemas.openxmlformats.org/officeDocument/2006/relationships/customXml" Target="../ink/ink284.xml"/><Relationship Id="rId79" Type="http://schemas.openxmlformats.org/officeDocument/2006/relationships/image" Target="../media/image53.png"/><Relationship Id="rId102" Type="http://schemas.openxmlformats.org/officeDocument/2006/relationships/customXml" Target="../ink/ink306.xml"/><Relationship Id="rId123" Type="http://schemas.openxmlformats.org/officeDocument/2006/relationships/image" Target="../media/image75.png"/><Relationship Id="rId144" Type="http://schemas.openxmlformats.org/officeDocument/2006/relationships/customXml" Target="../ink/ink327.xml"/><Relationship Id="rId90" Type="http://schemas.openxmlformats.org/officeDocument/2006/relationships/customXml" Target="../ink/ink300.xml"/><Relationship Id="rId165" Type="http://schemas.openxmlformats.org/officeDocument/2006/relationships/customXml" Target="../ink/ink342.xml"/><Relationship Id="rId186" Type="http://schemas.openxmlformats.org/officeDocument/2006/relationships/customXml" Target="../ink/ink363.xml"/><Relationship Id="rId211" Type="http://schemas.openxmlformats.org/officeDocument/2006/relationships/customXml" Target="../ink/ink386.xml"/><Relationship Id="rId232" Type="http://schemas.openxmlformats.org/officeDocument/2006/relationships/image" Target="../media/image190.png"/><Relationship Id="rId253" Type="http://schemas.openxmlformats.org/officeDocument/2006/relationships/customXml" Target="../ink/ink407.xml"/><Relationship Id="rId274" Type="http://schemas.openxmlformats.org/officeDocument/2006/relationships/image" Target="../media/image211.png"/><Relationship Id="rId27" Type="http://schemas.openxmlformats.org/officeDocument/2006/relationships/image" Target="../media/image27.png"/><Relationship Id="rId48" Type="http://schemas.openxmlformats.org/officeDocument/2006/relationships/customXml" Target="../ink/ink279.xml"/><Relationship Id="rId69" Type="http://schemas.openxmlformats.org/officeDocument/2006/relationships/image" Target="../media/image48.png"/><Relationship Id="rId113" Type="http://schemas.openxmlformats.org/officeDocument/2006/relationships/image" Target="../media/image70.png"/><Relationship Id="rId134" Type="http://schemas.openxmlformats.org/officeDocument/2006/relationships/customXml" Target="../ink/ink322.xml"/><Relationship Id="rId80" Type="http://schemas.openxmlformats.org/officeDocument/2006/relationships/customXml" Target="../ink/ink295.xml"/><Relationship Id="rId155" Type="http://schemas.openxmlformats.org/officeDocument/2006/relationships/image" Target="../media/image177.png"/><Relationship Id="rId176" Type="http://schemas.openxmlformats.org/officeDocument/2006/relationships/customXml" Target="../ink/ink353.xml"/><Relationship Id="rId197" Type="http://schemas.openxmlformats.org/officeDocument/2006/relationships/customXml" Target="../ink/ink374.xml"/><Relationship Id="rId201" Type="http://schemas.openxmlformats.org/officeDocument/2006/relationships/customXml" Target="../ink/ink378.xml"/><Relationship Id="rId222" Type="http://schemas.openxmlformats.org/officeDocument/2006/relationships/image" Target="../media/image185.png"/><Relationship Id="rId243" Type="http://schemas.openxmlformats.org/officeDocument/2006/relationships/customXml" Target="../ink/ink402.xml"/><Relationship Id="rId264" Type="http://schemas.openxmlformats.org/officeDocument/2006/relationships/image" Target="../media/image206.png"/><Relationship Id="rId285" Type="http://schemas.openxmlformats.org/officeDocument/2006/relationships/customXml" Target="../ink/ink423.xml"/><Relationship Id="rId17" Type="http://schemas.openxmlformats.org/officeDocument/2006/relationships/image" Target="../media/image22.png"/><Relationship Id="rId38" Type="http://schemas.openxmlformats.org/officeDocument/2006/relationships/customXml" Target="../ink/ink274.xml"/><Relationship Id="rId59" Type="http://schemas.openxmlformats.org/officeDocument/2006/relationships/image" Target="../media/image43.png"/><Relationship Id="rId103" Type="http://schemas.openxmlformats.org/officeDocument/2006/relationships/image" Target="../media/image65.png"/><Relationship Id="rId124" Type="http://schemas.openxmlformats.org/officeDocument/2006/relationships/customXml" Target="../ink/ink317.xml"/><Relationship Id="rId70" Type="http://schemas.openxmlformats.org/officeDocument/2006/relationships/customXml" Target="../ink/ink290.xml"/><Relationship Id="rId91" Type="http://schemas.openxmlformats.org/officeDocument/2006/relationships/image" Target="../media/image59.png"/><Relationship Id="rId145" Type="http://schemas.openxmlformats.org/officeDocument/2006/relationships/image" Target="../media/image89.png"/><Relationship Id="rId166" Type="http://schemas.openxmlformats.org/officeDocument/2006/relationships/customXml" Target="../ink/ink343.xml"/><Relationship Id="rId187" Type="http://schemas.openxmlformats.org/officeDocument/2006/relationships/customXml" Target="../ink/ink36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80.png"/><Relationship Id="rId233" Type="http://schemas.openxmlformats.org/officeDocument/2006/relationships/customXml" Target="../ink/ink397.xml"/><Relationship Id="rId254" Type="http://schemas.openxmlformats.org/officeDocument/2006/relationships/image" Target="../media/image201.png"/><Relationship Id="rId28" Type="http://schemas.openxmlformats.org/officeDocument/2006/relationships/customXml" Target="../ink/ink269.xml"/><Relationship Id="rId49" Type="http://schemas.openxmlformats.org/officeDocument/2006/relationships/image" Target="../media/image38.png"/><Relationship Id="rId114" Type="http://schemas.openxmlformats.org/officeDocument/2006/relationships/customXml" Target="../ink/ink312.xml"/><Relationship Id="rId275" Type="http://schemas.openxmlformats.org/officeDocument/2006/relationships/customXml" Target="../ink/ink418.xml"/><Relationship Id="rId60" Type="http://schemas.openxmlformats.org/officeDocument/2006/relationships/customXml" Target="../ink/ink285.xml"/><Relationship Id="rId81" Type="http://schemas.openxmlformats.org/officeDocument/2006/relationships/image" Target="../media/image54.png"/><Relationship Id="rId135" Type="http://schemas.openxmlformats.org/officeDocument/2006/relationships/image" Target="../media/image81.png"/><Relationship Id="rId156" Type="http://schemas.openxmlformats.org/officeDocument/2006/relationships/customXml" Target="../ink/ink333.xml"/><Relationship Id="rId177" Type="http://schemas.openxmlformats.org/officeDocument/2006/relationships/customXml" Target="../ink/ink354.xml"/><Relationship Id="rId198" Type="http://schemas.openxmlformats.org/officeDocument/2006/relationships/customXml" Target="../ink/ink375.xml"/><Relationship Id="rId202" Type="http://schemas.openxmlformats.org/officeDocument/2006/relationships/customXml" Target="../ink/ink379.xml"/><Relationship Id="rId223" Type="http://schemas.openxmlformats.org/officeDocument/2006/relationships/customXml" Target="../ink/ink392.xml"/><Relationship Id="rId244" Type="http://schemas.openxmlformats.org/officeDocument/2006/relationships/image" Target="../media/image196.png"/><Relationship Id="rId18" Type="http://schemas.openxmlformats.org/officeDocument/2006/relationships/customXml" Target="../ink/ink264.xml"/><Relationship Id="rId39" Type="http://schemas.openxmlformats.org/officeDocument/2006/relationships/image" Target="../media/image33.png"/><Relationship Id="rId265" Type="http://schemas.openxmlformats.org/officeDocument/2006/relationships/customXml" Target="../ink/ink413.xml"/><Relationship Id="rId286" Type="http://schemas.openxmlformats.org/officeDocument/2006/relationships/image" Target="../media/image217.png"/><Relationship Id="rId50" Type="http://schemas.openxmlformats.org/officeDocument/2006/relationships/customXml" Target="../ink/ink280.xml"/><Relationship Id="rId104" Type="http://schemas.openxmlformats.org/officeDocument/2006/relationships/customXml" Target="../ink/ink307.xml"/><Relationship Id="rId125" Type="http://schemas.openxmlformats.org/officeDocument/2006/relationships/image" Target="../media/image76.png"/><Relationship Id="rId146" Type="http://schemas.openxmlformats.org/officeDocument/2006/relationships/customXml" Target="../ink/ink328.xml"/><Relationship Id="rId167" Type="http://schemas.openxmlformats.org/officeDocument/2006/relationships/customXml" Target="../ink/ink344.xml"/><Relationship Id="rId188" Type="http://schemas.openxmlformats.org/officeDocument/2006/relationships/customXml" Target="../ink/ink365.xml"/><Relationship Id="rId71" Type="http://schemas.openxmlformats.org/officeDocument/2006/relationships/image" Target="../media/image49.png"/><Relationship Id="rId92" Type="http://schemas.openxmlformats.org/officeDocument/2006/relationships/customXml" Target="../ink/ink301.xml"/><Relationship Id="rId213" Type="http://schemas.openxmlformats.org/officeDocument/2006/relationships/customXml" Target="../ink/ink387.xml"/><Relationship Id="rId234" Type="http://schemas.openxmlformats.org/officeDocument/2006/relationships/image" Target="../media/image191.png"/><Relationship Id="rId2" Type="http://schemas.openxmlformats.org/officeDocument/2006/relationships/customXml" Target="../ink/ink256.xml"/><Relationship Id="rId29" Type="http://schemas.openxmlformats.org/officeDocument/2006/relationships/image" Target="../media/image28.png"/><Relationship Id="rId255" Type="http://schemas.openxmlformats.org/officeDocument/2006/relationships/customXml" Target="../ink/ink408.xml"/><Relationship Id="rId276" Type="http://schemas.openxmlformats.org/officeDocument/2006/relationships/image" Target="../media/image212.png"/><Relationship Id="rId40" Type="http://schemas.openxmlformats.org/officeDocument/2006/relationships/customXml" Target="../ink/ink275.xml"/><Relationship Id="rId115" Type="http://schemas.openxmlformats.org/officeDocument/2006/relationships/image" Target="../media/image71.png"/><Relationship Id="rId136" Type="http://schemas.openxmlformats.org/officeDocument/2006/relationships/customXml" Target="../ink/ink323.xml"/><Relationship Id="rId157" Type="http://schemas.openxmlformats.org/officeDocument/2006/relationships/customXml" Target="../ink/ink334.xml"/><Relationship Id="rId178" Type="http://schemas.openxmlformats.org/officeDocument/2006/relationships/customXml" Target="../ink/ink355.xml"/><Relationship Id="rId61" Type="http://schemas.openxmlformats.org/officeDocument/2006/relationships/image" Target="../media/image44.png"/><Relationship Id="rId82" Type="http://schemas.openxmlformats.org/officeDocument/2006/relationships/customXml" Target="../ink/ink296.xml"/><Relationship Id="rId199" Type="http://schemas.openxmlformats.org/officeDocument/2006/relationships/customXml" Target="../ink/ink376.xml"/><Relationship Id="rId203" Type="http://schemas.openxmlformats.org/officeDocument/2006/relationships/customXml" Target="../ink/ink380.xml"/><Relationship Id="rId19" Type="http://schemas.openxmlformats.org/officeDocument/2006/relationships/image" Target="../media/image23.png"/><Relationship Id="rId224" Type="http://schemas.openxmlformats.org/officeDocument/2006/relationships/image" Target="../media/image186.png"/><Relationship Id="rId245" Type="http://schemas.openxmlformats.org/officeDocument/2006/relationships/customXml" Target="../ink/ink403.xml"/><Relationship Id="rId266" Type="http://schemas.openxmlformats.org/officeDocument/2006/relationships/image" Target="../media/image207.png"/><Relationship Id="rId30" Type="http://schemas.openxmlformats.org/officeDocument/2006/relationships/customXml" Target="../ink/ink270.xml"/><Relationship Id="rId105" Type="http://schemas.openxmlformats.org/officeDocument/2006/relationships/image" Target="../media/image66.png"/><Relationship Id="rId126" Type="http://schemas.openxmlformats.org/officeDocument/2006/relationships/customXml" Target="../ink/ink318.xml"/><Relationship Id="rId147" Type="http://schemas.openxmlformats.org/officeDocument/2006/relationships/image" Target="../media/image90.png"/><Relationship Id="rId168" Type="http://schemas.openxmlformats.org/officeDocument/2006/relationships/customXml" Target="../ink/ink345.xml"/><Relationship Id="rId51" Type="http://schemas.openxmlformats.org/officeDocument/2006/relationships/image" Target="../media/image39.png"/><Relationship Id="rId72" Type="http://schemas.openxmlformats.org/officeDocument/2006/relationships/customXml" Target="../ink/ink291.xml"/><Relationship Id="rId93" Type="http://schemas.openxmlformats.org/officeDocument/2006/relationships/image" Target="../media/image60.png"/><Relationship Id="rId189" Type="http://schemas.openxmlformats.org/officeDocument/2006/relationships/customXml" Target="../ink/ink366.xml"/><Relationship Id="rId3" Type="http://schemas.openxmlformats.org/officeDocument/2006/relationships/image" Target="../media/image4.png"/><Relationship Id="rId214" Type="http://schemas.openxmlformats.org/officeDocument/2006/relationships/image" Target="../media/image181.png"/><Relationship Id="rId235" Type="http://schemas.openxmlformats.org/officeDocument/2006/relationships/customXml" Target="../ink/ink398.xml"/><Relationship Id="rId256" Type="http://schemas.openxmlformats.org/officeDocument/2006/relationships/image" Target="../media/image202.png"/><Relationship Id="rId277" Type="http://schemas.openxmlformats.org/officeDocument/2006/relationships/customXml" Target="../ink/ink419.xml"/><Relationship Id="rId116" Type="http://schemas.openxmlformats.org/officeDocument/2006/relationships/customXml" Target="../ink/ink313.xml"/><Relationship Id="rId137" Type="http://schemas.openxmlformats.org/officeDocument/2006/relationships/image" Target="../media/image82.png"/><Relationship Id="rId158" Type="http://schemas.openxmlformats.org/officeDocument/2006/relationships/customXml" Target="../ink/ink335.xml"/><Relationship Id="rId20" Type="http://schemas.openxmlformats.org/officeDocument/2006/relationships/customXml" Target="../ink/ink265.xml"/><Relationship Id="rId41" Type="http://schemas.openxmlformats.org/officeDocument/2006/relationships/image" Target="../media/image34.png"/><Relationship Id="rId62" Type="http://schemas.openxmlformats.org/officeDocument/2006/relationships/customXml" Target="../ink/ink286.xml"/><Relationship Id="rId83" Type="http://schemas.openxmlformats.org/officeDocument/2006/relationships/image" Target="../media/image55.png"/><Relationship Id="rId179" Type="http://schemas.openxmlformats.org/officeDocument/2006/relationships/customXml" Target="../ink/ink356.xml"/><Relationship Id="rId190" Type="http://schemas.openxmlformats.org/officeDocument/2006/relationships/customXml" Target="../ink/ink367.xml"/><Relationship Id="rId204" Type="http://schemas.openxmlformats.org/officeDocument/2006/relationships/customXml" Target="../ink/ink381.xml"/><Relationship Id="rId225" Type="http://schemas.openxmlformats.org/officeDocument/2006/relationships/customXml" Target="../ink/ink393.xml"/><Relationship Id="rId246" Type="http://schemas.openxmlformats.org/officeDocument/2006/relationships/image" Target="../media/image197.png"/><Relationship Id="rId267" Type="http://schemas.openxmlformats.org/officeDocument/2006/relationships/customXml" Target="../ink/ink414.xml"/><Relationship Id="rId106" Type="http://schemas.openxmlformats.org/officeDocument/2006/relationships/customXml" Target="../ink/ink308.xml"/><Relationship Id="rId127" Type="http://schemas.openxmlformats.org/officeDocument/2006/relationships/image" Target="../media/image77.png"/><Relationship Id="rId10" Type="http://schemas.openxmlformats.org/officeDocument/2006/relationships/customXml" Target="../ink/ink260.xml"/><Relationship Id="rId31" Type="http://schemas.openxmlformats.org/officeDocument/2006/relationships/image" Target="../media/image29.png"/><Relationship Id="rId52" Type="http://schemas.openxmlformats.org/officeDocument/2006/relationships/customXml" Target="../ink/ink281.xml"/><Relationship Id="rId73" Type="http://schemas.openxmlformats.org/officeDocument/2006/relationships/image" Target="../media/image50.png"/><Relationship Id="rId94" Type="http://schemas.openxmlformats.org/officeDocument/2006/relationships/customXml" Target="../ink/ink302.xml"/><Relationship Id="rId148" Type="http://schemas.openxmlformats.org/officeDocument/2006/relationships/customXml" Target="../ink/ink329.xml"/><Relationship Id="rId169" Type="http://schemas.openxmlformats.org/officeDocument/2006/relationships/customXml" Target="../ink/ink346.xml"/><Relationship Id="rId4" Type="http://schemas.openxmlformats.org/officeDocument/2006/relationships/customXml" Target="../ink/ink257.xml"/><Relationship Id="rId180" Type="http://schemas.openxmlformats.org/officeDocument/2006/relationships/customXml" Target="../ink/ink357.xml"/><Relationship Id="rId215" Type="http://schemas.openxmlformats.org/officeDocument/2006/relationships/customXml" Target="../ink/ink388.xml"/><Relationship Id="rId236" Type="http://schemas.openxmlformats.org/officeDocument/2006/relationships/image" Target="../media/image192.png"/><Relationship Id="rId257" Type="http://schemas.openxmlformats.org/officeDocument/2006/relationships/customXml" Target="../ink/ink409.xml"/><Relationship Id="rId278" Type="http://schemas.openxmlformats.org/officeDocument/2006/relationships/image" Target="../media/image213.png"/><Relationship Id="rId42" Type="http://schemas.openxmlformats.org/officeDocument/2006/relationships/customXml" Target="../ink/ink276.xml"/><Relationship Id="rId84" Type="http://schemas.openxmlformats.org/officeDocument/2006/relationships/customXml" Target="../ink/ink297.xml"/><Relationship Id="rId138" Type="http://schemas.openxmlformats.org/officeDocument/2006/relationships/customXml" Target="../ink/ink324.xml"/><Relationship Id="rId191" Type="http://schemas.openxmlformats.org/officeDocument/2006/relationships/customXml" Target="../ink/ink368.xml"/><Relationship Id="rId205" Type="http://schemas.openxmlformats.org/officeDocument/2006/relationships/customXml" Target="../ink/ink382.xml"/><Relationship Id="rId247" Type="http://schemas.openxmlformats.org/officeDocument/2006/relationships/customXml" Target="../ink/ink404.xml"/><Relationship Id="rId107" Type="http://schemas.openxmlformats.org/officeDocument/2006/relationships/image" Target="../media/image67.png"/><Relationship Id="rId11" Type="http://schemas.openxmlformats.org/officeDocument/2006/relationships/image" Target="../media/image19.png"/><Relationship Id="rId53" Type="http://schemas.openxmlformats.org/officeDocument/2006/relationships/image" Target="../media/image40.png"/><Relationship Id="rId149" Type="http://schemas.openxmlformats.org/officeDocument/2006/relationships/image" Target="../media/image91.png"/><Relationship Id="rId95" Type="http://schemas.openxmlformats.org/officeDocument/2006/relationships/image" Target="../media/image61.png"/><Relationship Id="rId160" Type="http://schemas.openxmlformats.org/officeDocument/2006/relationships/customXml" Target="../ink/ink337.xml"/><Relationship Id="rId216" Type="http://schemas.openxmlformats.org/officeDocument/2006/relationships/image" Target="../media/image182.png"/><Relationship Id="rId258" Type="http://schemas.openxmlformats.org/officeDocument/2006/relationships/image" Target="../media/image203.png"/><Relationship Id="rId22" Type="http://schemas.openxmlformats.org/officeDocument/2006/relationships/customXml" Target="../ink/ink266.xml"/><Relationship Id="rId64" Type="http://schemas.openxmlformats.org/officeDocument/2006/relationships/customXml" Target="../ink/ink287.xml"/><Relationship Id="rId118" Type="http://schemas.openxmlformats.org/officeDocument/2006/relationships/customXml" Target="../ink/ink31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4.png"/><Relationship Id="rId299" Type="http://schemas.openxmlformats.org/officeDocument/2006/relationships/image" Target="../media/image315.png"/><Relationship Id="rId21" Type="http://schemas.openxmlformats.org/officeDocument/2006/relationships/image" Target="../media/image27.png"/><Relationship Id="rId63" Type="http://schemas.openxmlformats.org/officeDocument/2006/relationships/image" Target="../media/image57.png"/><Relationship Id="rId159" Type="http://schemas.openxmlformats.org/officeDocument/2006/relationships/image" Target="../media/image245.png"/><Relationship Id="rId324" Type="http://schemas.openxmlformats.org/officeDocument/2006/relationships/customXml" Target="../ink/ink585.xml"/><Relationship Id="rId366" Type="http://schemas.openxmlformats.org/officeDocument/2006/relationships/customXml" Target="../ink/ink606.xml"/><Relationship Id="rId170" Type="http://schemas.openxmlformats.org/officeDocument/2006/relationships/customXml" Target="../ink/ink508.xml"/><Relationship Id="rId226" Type="http://schemas.openxmlformats.org/officeDocument/2006/relationships/customXml" Target="../ink/ink536.xml"/><Relationship Id="rId268" Type="http://schemas.openxmlformats.org/officeDocument/2006/relationships/customXml" Target="../ink/ink557.xml"/><Relationship Id="rId32" Type="http://schemas.openxmlformats.org/officeDocument/2006/relationships/customXml" Target="../ink/ink439.xml"/><Relationship Id="rId74" Type="http://schemas.openxmlformats.org/officeDocument/2006/relationships/customXml" Target="../ink/ink460.xml"/><Relationship Id="rId128" Type="http://schemas.openxmlformats.org/officeDocument/2006/relationships/customXml" Target="../ink/ink487.xml"/><Relationship Id="rId335" Type="http://schemas.openxmlformats.org/officeDocument/2006/relationships/image" Target="../media/image333.png"/><Relationship Id="rId377" Type="http://schemas.openxmlformats.org/officeDocument/2006/relationships/image" Target="../media/image354.png"/><Relationship Id="rId5" Type="http://schemas.openxmlformats.org/officeDocument/2006/relationships/image" Target="../media/image16.png"/><Relationship Id="rId181" Type="http://schemas.openxmlformats.org/officeDocument/2006/relationships/image" Target="../media/image256.png"/><Relationship Id="rId237" Type="http://schemas.openxmlformats.org/officeDocument/2006/relationships/image" Target="../media/image284.png"/><Relationship Id="rId402" Type="http://schemas.openxmlformats.org/officeDocument/2006/relationships/customXml" Target="../ink/ink624.xml"/><Relationship Id="rId279" Type="http://schemas.openxmlformats.org/officeDocument/2006/relationships/image" Target="../media/image305.png"/><Relationship Id="rId43" Type="http://schemas.openxmlformats.org/officeDocument/2006/relationships/image" Target="../media/image44.png"/><Relationship Id="rId139" Type="http://schemas.openxmlformats.org/officeDocument/2006/relationships/image" Target="../media/image235.png"/><Relationship Id="rId290" Type="http://schemas.openxmlformats.org/officeDocument/2006/relationships/customXml" Target="../ink/ink568.xml"/><Relationship Id="rId304" Type="http://schemas.openxmlformats.org/officeDocument/2006/relationships/customXml" Target="../ink/ink575.xml"/><Relationship Id="rId346" Type="http://schemas.openxmlformats.org/officeDocument/2006/relationships/customXml" Target="../ink/ink596.xml"/><Relationship Id="rId388" Type="http://schemas.openxmlformats.org/officeDocument/2006/relationships/customXml" Target="../ink/ink617.xml"/><Relationship Id="rId85" Type="http://schemas.openxmlformats.org/officeDocument/2006/relationships/image" Target="../media/image81.png"/><Relationship Id="rId150" Type="http://schemas.openxmlformats.org/officeDocument/2006/relationships/customXml" Target="../ink/ink498.xml"/><Relationship Id="rId192" Type="http://schemas.openxmlformats.org/officeDocument/2006/relationships/customXml" Target="../ink/ink519.xml"/><Relationship Id="rId206" Type="http://schemas.openxmlformats.org/officeDocument/2006/relationships/customXml" Target="../ink/ink526.xml"/><Relationship Id="rId413" Type="http://schemas.openxmlformats.org/officeDocument/2006/relationships/image" Target="../media/image372.png"/><Relationship Id="rId248" Type="http://schemas.openxmlformats.org/officeDocument/2006/relationships/customXml" Target="../ink/ink547.xml"/><Relationship Id="rId12" Type="http://schemas.openxmlformats.org/officeDocument/2006/relationships/customXml" Target="../ink/ink429.xml"/><Relationship Id="rId108" Type="http://schemas.openxmlformats.org/officeDocument/2006/relationships/customXml" Target="../ink/ink477.xml"/><Relationship Id="rId315" Type="http://schemas.openxmlformats.org/officeDocument/2006/relationships/image" Target="../media/image323.png"/><Relationship Id="rId357" Type="http://schemas.openxmlformats.org/officeDocument/2006/relationships/image" Target="../media/image344.png"/><Relationship Id="rId54" Type="http://schemas.openxmlformats.org/officeDocument/2006/relationships/customXml" Target="../ink/ink450.xml"/><Relationship Id="rId96" Type="http://schemas.openxmlformats.org/officeDocument/2006/relationships/customXml" Target="../ink/ink471.xml"/><Relationship Id="rId161" Type="http://schemas.openxmlformats.org/officeDocument/2006/relationships/image" Target="../media/image246.png"/><Relationship Id="rId217" Type="http://schemas.openxmlformats.org/officeDocument/2006/relationships/image" Target="../media/image274.png"/><Relationship Id="rId399" Type="http://schemas.openxmlformats.org/officeDocument/2006/relationships/image" Target="../media/image365.png"/><Relationship Id="rId259" Type="http://schemas.openxmlformats.org/officeDocument/2006/relationships/image" Target="../media/image295.png"/><Relationship Id="rId23" Type="http://schemas.openxmlformats.org/officeDocument/2006/relationships/image" Target="../media/image31.png"/><Relationship Id="rId119" Type="http://schemas.openxmlformats.org/officeDocument/2006/relationships/image" Target="../media/image225.png"/><Relationship Id="rId270" Type="http://schemas.openxmlformats.org/officeDocument/2006/relationships/customXml" Target="../ink/ink558.xml"/><Relationship Id="rId326" Type="http://schemas.openxmlformats.org/officeDocument/2006/relationships/customXml" Target="../ink/ink586.xml"/><Relationship Id="rId65" Type="http://schemas.openxmlformats.org/officeDocument/2006/relationships/image" Target="../media/image58.png"/><Relationship Id="rId130" Type="http://schemas.openxmlformats.org/officeDocument/2006/relationships/customXml" Target="../ink/ink488.xml"/><Relationship Id="rId368" Type="http://schemas.openxmlformats.org/officeDocument/2006/relationships/customXml" Target="../ink/ink607.xml"/><Relationship Id="rId172" Type="http://schemas.openxmlformats.org/officeDocument/2006/relationships/customXml" Target="../ink/ink509.xml"/><Relationship Id="rId228" Type="http://schemas.openxmlformats.org/officeDocument/2006/relationships/customXml" Target="../ink/ink537.xml"/><Relationship Id="rId281" Type="http://schemas.openxmlformats.org/officeDocument/2006/relationships/image" Target="../media/image306.png"/><Relationship Id="rId337" Type="http://schemas.openxmlformats.org/officeDocument/2006/relationships/image" Target="../media/image334.png"/><Relationship Id="rId34" Type="http://schemas.openxmlformats.org/officeDocument/2006/relationships/customXml" Target="../ink/ink440.xml"/><Relationship Id="rId76" Type="http://schemas.openxmlformats.org/officeDocument/2006/relationships/customXml" Target="../ink/ink461.xml"/><Relationship Id="rId141" Type="http://schemas.openxmlformats.org/officeDocument/2006/relationships/image" Target="../media/image236.png"/><Relationship Id="rId379" Type="http://schemas.openxmlformats.org/officeDocument/2006/relationships/image" Target="../media/image355.png"/><Relationship Id="rId7" Type="http://schemas.openxmlformats.org/officeDocument/2006/relationships/image" Target="../media/image17.png"/><Relationship Id="rId183" Type="http://schemas.openxmlformats.org/officeDocument/2006/relationships/image" Target="../media/image257.png"/><Relationship Id="rId239" Type="http://schemas.openxmlformats.org/officeDocument/2006/relationships/image" Target="../media/image285.png"/><Relationship Id="rId390" Type="http://schemas.openxmlformats.org/officeDocument/2006/relationships/customXml" Target="../ink/ink618.xml"/><Relationship Id="rId404" Type="http://schemas.openxmlformats.org/officeDocument/2006/relationships/customXml" Target="../ink/ink625.xml"/><Relationship Id="rId250" Type="http://schemas.openxmlformats.org/officeDocument/2006/relationships/customXml" Target="../ink/ink548.xml"/><Relationship Id="rId292" Type="http://schemas.openxmlformats.org/officeDocument/2006/relationships/customXml" Target="../ink/ink569.xml"/><Relationship Id="rId306" Type="http://schemas.openxmlformats.org/officeDocument/2006/relationships/customXml" Target="../ink/ink576.xml"/><Relationship Id="rId45" Type="http://schemas.openxmlformats.org/officeDocument/2006/relationships/image" Target="../media/image45.png"/><Relationship Id="rId87" Type="http://schemas.openxmlformats.org/officeDocument/2006/relationships/image" Target="../media/image82.png"/><Relationship Id="rId110" Type="http://schemas.openxmlformats.org/officeDocument/2006/relationships/customXml" Target="../ink/ink478.xml"/><Relationship Id="rId348" Type="http://schemas.openxmlformats.org/officeDocument/2006/relationships/customXml" Target="../ink/ink597.xml"/><Relationship Id="rId152" Type="http://schemas.openxmlformats.org/officeDocument/2006/relationships/customXml" Target="../ink/ink499.xml"/><Relationship Id="rId194" Type="http://schemas.openxmlformats.org/officeDocument/2006/relationships/customXml" Target="../ink/ink520.xml"/><Relationship Id="rId208" Type="http://schemas.openxmlformats.org/officeDocument/2006/relationships/customXml" Target="../ink/ink527.xml"/><Relationship Id="rId415" Type="http://schemas.openxmlformats.org/officeDocument/2006/relationships/image" Target="../media/image373.png"/><Relationship Id="rId261" Type="http://schemas.openxmlformats.org/officeDocument/2006/relationships/image" Target="../media/image296.png"/><Relationship Id="rId14" Type="http://schemas.openxmlformats.org/officeDocument/2006/relationships/customXml" Target="../ink/ink430.xml"/><Relationship Id="rId56" Type="http://schemas.openxmlformats.org/officeDocument/2006/relationships/customXml" Target="../ink/ink451.xml"/><Relationship Id="rId317" Type="http://schemas.openxmlformats.org/officeDocument/2006/relationships/image" Target="../media/image324.png"/><Relationship Id="rId359" Type="http://schemas.openxmlformats.org/officeDocument/2006/relationships/image" Target="../media/image345.png"/><Relationship Id="rId98" Type="http://schemas.openxmlformats.org/officeDocument/2006/relationships/customXml" Target="../ink/ink472.xml"/><Relationship Id="rId121" Type="http://schemas.openxmlformats.org/officeDocument/2006/relationships/image" Target="../media/image226.png"/><Relationship Id="rId163" Type="http://schemas.openxmlformats.org/officeDocument/2006/relationships/image" Target="../media/image247.png"/><Relationship Id="rId219" Type="http://schemas.openxmlformats.org/officeDocument/2006/relationships/image" Target="../media/image275.png"/><Relationship Id="rId370" Type="http://schemas.openxmlformats.org/officeDocument/2006/relationships/customXml" Target="../ink/ink608.xml"/><Relationship Id="rId230" Type="http://schemas.openxmlformats.org/officeDocument/2006/relationships/customXml" Target="../ink/ink538.xml"/><Relationship Id="rId25" Type="http://schemas.openxmlformats.org/officeDocument/2006/relationships/image" Target="../media/image32.png"/><Relationship Id="rId67" Type="http://schemas.openxmlformats.org/officeDocument/2006/relationships/image" Target="../media/image59.png"/><Relationship Id="rId272" Type="http://schemas.openxmlformats.org/officeDocument/2006/relationships/customXml" Target="../ink/ink559.xml"/><Relationship Id="rId328" Type="http://schemas.openxmlformats.org/officeDocument/2006/relationships/customXml" Target="../ink/ink587.xml"/><Relationship Id="rId132" Type="http://schemas.openxmlformats.org/officeDocument/2006/relationships/customXml" Target="../ink/ink489.xml"/><Relationship Id="rId174" Type="http://schemas.openxmlformats.org/officeDocument/2006/relationships/customXml" Target="../ink/ink510.xml"/><Relationship Id="rId381" Type="http://schemas.openxmlformats.org/officeDocument/2006/relationships/image" Target="../media/image356.png"/><Relationship Id="rId241" Type="http://schemas.openxmlformats.org/officeDocument/2006/relationships/image" Target="../media/image286.png"/><Relationship Id="rId36" Type="http://schemas.openxmlformats.org/officeDocument/2006/relationships/customXml" Target="../ink/ink441.xml"/><Relationship Id="rId283" Type="http://schemas.openxmlformats.org/officeDocument/2006/relationships/image" Target="../media/image307.png"/><Relationship Id="rId339" Type="http://schemas.openxmlformats.org/officeDocument/2006/relationships/image" Target="../media/image335.png"/><Relationship Id="rId78" Type="http://schemas.openxmlformats.org/officeDocument/2006/relationships/customXml" Target="../ink/ink462.xml"/><Relationship Id="rId101" Type="http://schemas.openxmlformats.org/officeDocument/2006/relationships/image" Target="../media/image92.png"/><Relationship Id="rId143" Type="http://schemas.openxmlformats.org/officeDocument/2006/relationships/image" Target="../media/image237.png"/><Relationship Id="rId185" Type="http://schemas.openxmlformats.org/officeDocument/2006/relationships/image" Target="../media/image258.png"/><Relationship Id="rId350" Type="http://schemas.openxmlformats.org/officeDocument/2006/relationships/customXml" Target="../ink/ink598.xml"/><Relationship Id="rId406" Type="http://schemas.openxmlformats.org/officeDocument/2006/relationships/customXml" Target="../ink/ink626.xml"/><Relationship Id="rId9" Type="http://schemas.openxmlformats.org/officeDocument/2006/relationships/image" Target="../media/image18.png"/><Relationship Id="rId210" Type="http://schemas.openxmlformats.org/officeDocument/2006/relationships/customXml" Target="../ink/ink528.xml"/><Relationship Id="rId392" Type="http://schemas.openxmlformats.org/officeDocument/2006/relationships/customXml" Target="../ink/ink619.xml"/><Relationship Id="rId252" Type="http://schemas.openxmlformats.org/officeDocument/2006/relationships/customXml" Target="../ink/ink549.xml"/><Relationship Id="rId294" Type="http://schemas.openxmlformats.org/officeDocument/2006/relationships/customXml" Target="../ink/ink570.xml"/><Relationship Id="rId308" Type="http://schemas.openxmlformats.org/officeDocument/2006/relationships/customXml" Target="../ink/ink577.xml"/><Relationship Id="rId47" Type="http://schemas.openxmlformats.org/officeDocument/2006/relationships/image" Target="../media/image46.png"/><Relationship Id="rId89" Type="http://schemas.openxmlformats.org/officeDocument/2006/relationships/image" Target="../media/image83.png"/><Relationship Id="rId112" Type="http://schemas.openxmlformats.org/officeDocument/2006/relationships/customXml" Target="../ink/ink479.xml"/><Relationship Id="rId154" Type="http://schemas.openxmlformats.org/officeDocument/2006/relationships/customXml" Target="../ink/ink500.xml"/><Relationship Id="rId361" Type="http://schemas.openxmlformats.org/officeDocument/2006/relationships/image" Target="../media/image346.png"/><Relationship Id="rId196" Type="http://schemas.openxmlformats.org/officeDocument/2006/relationships/customXml" Target="../ink/ink521.xml"/><Relationship Id="rId417" Type="http://schemas.openxmlformats.org/officeDocument/2006/relationships/image" Target="../media/image374.png"/><Relationship Id="rId16" Type="http://schemas.openxmlformats.org/officeDocument/2006/relationships/customXml" Target="../ink/ink431.xml"/><Relationship Id="rId221" Type="http://schemas.openxmlformats.org/officeDocument/2006/relationships/image" Target="../media/image276.png"/><Relationship Id="rId263" Type="http://schemas.openxmlformats.org/officeDocument/2006/relationships/image" Target="../media/image297.png"/><Relationship Id="rId319" Type="http://schemas.openxmlformats.org/officeDocument/2006/relationships/image" Target="../media/image325.png"/><Relationship Id="rId58" Type="http://schemas.openxmlformats.org/officeDocument/2006/relationships/customXml" Target="../ink/ink452.xml"/><Relationship Id="rId123" Type="http://schemas.openxmlformats.org/officeDocument/2006/relationships/image" Target="../media/image227.png"/><Relationship Id="rId330" Type="http://schemas.openxmlformats.org/officeDocument/2006/relationships/customXml" Target="../ink/ink588.xml"/><Relationship Id="rId165" Type="http://schemas.openxmlformats.org/officeDocument/2006/relationships/image" Target="../media/image248.png"/><Relationship Id="rId372" Type="http://schemas.openxmlformats.org/officeDocument/2006/relationships/customXml" Target="../ink/ink609.xml"/><Relationship Id="rId232" Type="http://schemas.openxmlformats.org/officeDocument/2006/relationships/customXml" Target="../ink/ink539.xml"/><Relationship Id="rId274" Type="http://schemas.openxmlformats.org/officeDocument/2006/relationships/customXml" Target="../ink/ink560.xml"/><Relationship Id="rId27" Type="http://schemas.openxmlformats.org/officeDocument/2006/relationships/image" Target="../media/image33.png"/><Relationship Id="rId69" Type="http://schemas.openxmlformats.org/officeDocument/2006/relationships/image" Target="../media/image63.png"/><Relationship Id="rId134" Type="http://schemas.openxmlformats.org/officeDocument/2006/relationships/customXml" Target="../ink/ink490.xml"/><Relationship Id="rId80" Type="http://schemas.openxmlformats.org/officeDocument/2006/relationships/customXml" Target="../ink/ink463.xml"/><Relationship Id="rId176" Type="http://schemas.openxmlformats.org/officeDocument/2006/relationships/customXml" Target="../ink/ink511.xml"/><Relationship Id="rId341" Type="http://schemas.openxmlformats.org/officeDocument/2006/relationships/image" Target="../media/image336.png"/><Relationship Id="rId383" Type="http://schemas.openxmlformats.org/officeDocument/2006/relationships/image" Target="../media/image357.png"/><Relationship Id="rId201" Type="http://schemas.openxmlformats.org/officeDocument/2006/relationships/image" Target="../media/image266.png"/><Relationship Id="rId243" Type="http://schemas.openxmlformats.org/officeDocument/2006/relationships/image" Target="../media/image287.png"/><Relationship Id="rId285" Type="http://schemas.openxmlformats.org/officeDocument/2006/relationships/image" Target="../media/image308.png"/><Relationship Id="rId17" Type="http://schemas.openxmlformats.org/officeDocument/2006/relationships/image" Target="../media/image22.png"/><Relationship Id="rId38" Type="http://schemas.openxmlformats.org/officeDocument/2006/relationships/customXml" Target="../ink/ink442.xml"/><Relationship Id="rId59" Type="http://schemas.openxmlformats.org/officeDocument/2006/relationships/image" Target="../media/image52.png"/><Relationship Id="rId103" Type="http://schemas.openxmlformats.org/officeDocument/2006/relationships/image" Target="../media/image93.png"/><Relationship Id="rId124" Type="http://schemas.openxmlformats.org/officeDocument/2006/relationships/customXml" Target="../ink/ink485.xml"/><Relationship Id="rId310" Type="http://schemas.openxmlformats.org/officeDocument/2006/relationships/customXml" Target="../ink/ink578.xml"/><Relationship Id="rId70" Type="http://schemas.openxmlformats.org/officeDocument/2006/relationships/customXml" Target="../ink/ink458.xml"/><Relationship Id="rId91" Type="http://schemas.openxmlformats.org/officeDocument/2006/relationships/image" Target="../media/image84.png"/><Relationship Id="rId145" Type="http://schemas.openxmlformats.org/officeDocument/2006/relationships/image" Target="../media/image238.png"/><Relationship Id="rId166" Type="http://schemas.openxmlformats.org/officeDocument/2006/relationships/customXml" Target="../ink/ink506.xml"/><Relationship Id="rId187" Type="http://schemas.openxmlformats.org/officeDocument/2006/relationships/image" Target="../media/image259.png"/><Relationship Id="rId331" Type="http://schemas.openxmlformats.org/officeDocument/2006/relationships/image" Target="../media/image331.png"/><Relationship Id="rId352" Type="http://schemas.openxmlformats.org/officeDocument/2006/relationships/customXml" Target="../ink/ink599.xml"/><Relationship Id="rId373" Type="http://schemas.openxmlformats.org/officeDocument/2006/relationships/image" Target="../media/image352.png"/><Relationship Id="rId394" Type="http://schemas.openxmlformats.org/officeDocument/2006/relationships/customXml" Target="../ink/ink620.xml"/><Relationship Id="rId408" Type="http://schemas.openxmlformats.org/officeDocument/2006/relationships/customXml" Target="../ink/ink62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29.xml"/><Relationship Id="rId233" Type="http://schemas.openxmlformats.org/officeDocument/2006/relationships/image" Target="../media/image282.png"/><Relationship Id="rId254" Type="http://schemas.openxmlformats.org/officeDocument/2006/relationships/customXml" Target="../ink/ink550.xml"/><Relationship Id="rId28" Type="http://schemas.openxmlformats.org/officeDocument/2006/relationships/customXml" Target="../ink/ink437.xml"/><Relationship Id="rId49" Type="http://schemas.openxmlformats.org/officeDocument/2006/relationships/image" Target="../media/image47.png"/><Relationship Id="rId114" Type="http://schemas.openxmlformats.org/officeDocument/2006/relationships/customXml" Target="../ink/ink480.xml"/><Relationship Id="rId275" Type="http://schemas.openxmlformats.org/officeDocument/2006/relationships/image" Target="../media/image303.png"/><Relationship Id="rId296" Type="http://schemas.openxmlformats.org/officeDocument/2006/relationships/customXml" Target="../ink/ink571.xml"/><Relationship Id="rId300" Type="http://schemas.openxmlformats.org/officeDocument/2006/relationships/customXml" Target="../ink/ink573.xml"/><Relationship Id="rId60" Type="http://schemas.openxmlformats.org/officeDocument/2006/relationships/customXml" Target="../ink/ink453.xml"/><Relationship Id="rId81" Type="http://schemas.openxmlformats.org/officeDocument/2006/relationships/image" Target="../media/image72.png"/><Relationship Id="rId135" Type="http://schemas.openxmlformats.org/officeDocument/2006/relationships/image" Target="../media/image233.png"/><Relationship Id="rId156" Type="http://schemas.openxmlformats.org/officeDocument/2006/relationships/customXml" Target="../ink/ink501.xml"/><Relationship Id="rId177" Type="http://schemas.openxmlformats.org/officeDocument/2006/relationships/image" Target="../media/image254.png"/><Relationship Id="rId198" Type="http://schemas.openxmlformats.org/officeDocument/2006/relationships/customXml" Target="../ink/ink522.xml"/><Relationship Id="rId321" Type="http://schemas.openxmlformats.org/officeDocument/2006/relationships/image" Target="../media/image326.png"/><Relationship Id="rId342" Type="http://schemas.openxmlformats.org/officeDocument/2006/relationships/customXml" Target="../ink/ink594.xml"/><Relationship Id="rId363" Type="http://schemas.openxmlformats.org/officeDocument/2006/relationships/image" Target="../media/image347.png"/><Relationship Id="rId384" Type="http://schemas.openxmlformats.org/officeDocument/2006/relationships/customXml" Target="../ink/ink615.xml"/><Relationship Id="rId419" Type="http://schemas.openxmlformats.org/officeDocument/2006/relationships/image" Target="../media/image375.png"/><Relationship Id="rId202" Type="http://schemas.openxmlformats.org/officeDocument/2006/relationships/customXml" Target="../ink/ink524.xml"/><Relationship Id="rId223" Type="http://schemas.openxmlformats.org/officeDocument/2006/relationships/image" Target="../media/image277.png"/><Relationship Id="rId244" Type="http://schemas.openxmlformats.org/officeDocument/2006/relationships/customXml" Target="../ink/ink545.xml"/><Relationship Id="rId18" Type="http://schemas.openxmlformats.org/officeDocument/2006/relationships/customXml" Target="../ink/ink432.xml"/><Relationship Id="rId39" Type="http://schemas.openxmlformats.org/officeDocument/2006/relationships/image" Target="../media/image42.png"/><Relationship Id="rId265" Type="http://schemas.openxmlformats.org/officeDocument/2006/relationships/image" Target="../media/image298.png"/><Relationship Id="rId286" Type="http://schemas.openxmlformats.org/officeDocument/2006/relationships/customXml" Target="../ink/ink566.xml"/><Relationship Id="rId50" Type="http://schemas.openxmlformats.org/officeDocument/2006/relationships/customXml" Target="../ink/ink448.xml"/><Relationship Id="rId104" Type="http://schemas.openxmlformats.org/officeDocument/2006/relationships/customXml" Target="../ink/ink475.xml"/><Relationship Id="rId125" Type="http://schemas.openxmlformats.org/officeDocument/2006/relationships/image" Target="../media/image228.png"/><Relationship Id="rId146" Type="http://schemas.openxmlformats.org/officeDocument/2006/relationships/customXml" Target="../ink/ink496.xml"/><Relationship Id="rId167" Type="http://schemas.openxmlformats.org/officeDocument/2006/relationships/image" Target="../media/image249.png"/><Relationship Id="rId188" Type="http://schemas.openxmlformats.org/officeDocument/2006/relationships/customXml" Target="../ink/ink517.xml"/><Relationship Id="rId311" Type="http://schemas.openxmlformats.org/officeDocument/2006/relationships/image" Target="../media/image321.png"/><Relationship Id="rId332" Type="http://schemas.openxmlformats.org/officeDocument/2006/relationships/customXml" Target="../ink/ink589.xml"/><Relationship Id="rId353" Type="http://schemas.openxmlformats.org/officeDocument/2006/relationships/image" Target="../media/image342.png"/><Relationship Id="rId374" Type="http://schemas.openxmlformats.org/officeDocument/2006/relationships/customXml" Target="../ink/ink610.xml"/><Relationship Id="rId395" Type="http://schemas.openxmlformats.org/officeDocument/2006/relationships/image" Target="../media/image363.png"/><Relationship Id="rId409" Type="http://schemas.openxmlformats.org/officeDocument/2006/relationships/image" Target="../media/image370.png"/><Relationship Id="rId71" Type="http://schemas.openxmlformats.org/officeDocument/2006/relationships/image" Target="../media/image64.png"/><Relationship Id="rId92" Type="http://schemas.openxmlformats.org/officeDocument/2006/relationships/customXml" Target="../ink/ink469.xml"/><Relationship Id="rId213" Type="http://schemas.openxmlformats.org/officeDocument/2006/relationships/image" Target="../media/image272.png"/><Relationship Id="rId234" Type="http://schemas.openxmlformats.org/officeDocument/2006/relationships/customXml" Target="../ink/ink540.xml"/><Relationship Id="rId420" Type="http://schemas.openxmlformats.org/officeDocument/2006/relationships/customXml" Target="../ink/ink633.xml"/><Relationship Id="rId2" Type="http://schemas.openxmlformats.org/officeDocument/2006/relationships/customXml" Target="../ink/ink424.xml"/><Relationship Id="rId29" Type="http://schemas.openxmlformats.org/officeDocument/2006/relationships/image" Target="../media/image34.png"/><Relationship Id="rId255" Type="http://schemas.openxmlformats.org/officeDocument/2006/relationships/image" Target="../media/image293.png"/><Relationship Id="rId276" Type="http://schemas.openxmlformats.org/officeDocument/2006/relationships/customXml" Target="../ink/ink561.xml"/><Relationship Id="rId297" Type="http://schemas.openxmlformats.org/officeDocument/2006/relationships/image" Target="../media/image314.png"/><Relationship Id="rId40" Type="http://schemas.openxmlformats.org/officeDocument/2006/relationships/customXml" Target="../ink/ink443.xml"/><Relationship Id="rId115" Type="http://schemas.openxmlformats.org/officeDocument/2006/relationships/image" Target="../media/image223.png"/><Relationship Id="rId136" Type="http://schemas.openxmlformats.org/officeDocument/2006/relationships/customXml" Target="../ink/ink491.xml"/><Relationship Id="rId157" Type="http://schemas.openxmlformats.org/officeDocument/2006/relationships/image" Target="../media/image244.png"/><Relationship Id="rId178" Type="http://schemas.openxmlformats.org/officeDocument/2006/relationships/customXml" Target="../ink/ink512.xml"/><Relationship Id="rId301" Type="http://schemas.openxmlformats.org/officeDocument/2006/relationships/image" Target="../media/image316.png"/><Relationship Id="rId322" Type="http://schemas.openxmlformats.org/officeDocument/2006/relationships/customXml" Target="../ink/ink584.xml"/><Relationship Id="rId343" Type="http://schemas.openxmlformats.org/officeDocument/2006/relationships/image" Target="../media/image337.png"/><Relationship Id="rId364" Type="http://schemas.openxmlformats.org/officeDocument/2006/relationships/customXml" Target="../ink/ink605.xml"/><Relationship Id="rId61" Type="http://schemas.openxmlformats.org/officeDocument/2006/relationships/image" Target="../media/image56.png"/><Relationship Id="rId82" Type="http://schemas.openxmlformats.org/officeDocument/2006/relationships/customXml" Target="../ink/ink464.xml"/><Relationship Id="rId199" Type="http://schemas.openxmlformats.org/officeDocument/2006/relationships/image" Target="../media/image265.png"/><Relationship Id="rId203" Type="http://schemas.openxmlformats.org/officeDocument/2006/relationships/image" Target="../media/image267.png"/><Relationship Id="rId385" Type="http://schemas.openxmlformats.org/officeDocument/2006/relationships/image" Target="../media/image358.png"/><Relationship Id="rId19" Type="http://schemas.openxmlformats.org/officeDocument/2006/relationships/image" Target="../media/image26.png"/><Relationship Id="rId224" Type="http://schemas.openxmlformats.org/officeDocument/2006/relationships/customXml" Target="../ink/ink535.xml"/><Relationship Id="rId245" Type="http://schemas.openxmlformats.org/officeDocument/2006/relationships/image" Target="../media/image288.png"/><Relationship Id="rId266" Type="http://schemas.openxmlformats.org/officeDocument/2006/relationships/customXml" Target="../ink/ink556.xml"/><Relationship Id="rId287" Type="http://schemas.openxmlformats.org/officeDocument/2006/relationships/image" Target="../media/image309.png"/><Relationship Id="rId410" Type="http://schemas.openxmlformats.org/officeDocument/2006/relationships/customXml" Target="../ink/ink628.xml"/><Relationship Id="rId30" Type="http://schemas.openxmlformats.org/officeDocument/2006/relationships/customXml" Target="../ink/ink438.xml"/><Relationship Id="rId105" Type="http://schemas.openxmlformats.org/officeDocument/2006/relationships/image" Target="../media/image218.png"/><Relationship Id="rId126" Type="http://schemas.openxmlformats.org/officeDocument/2006/relationships/customXml" Target="../ink/ink486.xml"/><Relationship Id="rId147" Type="http://schemas.openxmlformats.org/officeDocument/2006/relationships/image" Target="../media/image239.png"/><Relationship Id="rId168" Type="http://schemas.openxmlformats.org/officeDocument/2006/relationships/customXml" Target="../ink/ink507.xml"/><Relationship Id="rId312" Type="http://schemas.openxmlformats.org/officeDocument/2006/relationships/customXml" Target="../ink/ink579.xml"/><Relationship Id="rId333" Type="http://schemas.openxmlformats.org/officeDocument/2006/relationships/image" Target="../media/image332.png"/><Relationship Id="rId354" Type="http://schemas.openxmlformats.org/officeDocument/2006/relationships/customXml" Target="../ink/ink600.xml"/><Relationship Id="rId51" Type="http://schemas.openxmlformats.org/officeDocument/2006/relationships/image" Target="../media/image48.png"/><Relationship Id="rId72" Type="http://schemas.openxmlformats.org/officeDocument/2006/relationships/customXml" Target="../ink/ink459.xml"/><Relationship Id="rId93" Type="http://schemas.openxmlformats.org/officeDocument/2006/relationships/image" Target="../media/image85.png"/><Relationship Id="rId189" Type="http://schemas.openxmlformats.org/officeDocument/2006/relationships/image" Target="../media/image260.png"/><Relationship Id="rId375" Type="http://schemas.openxmlformats.org/officeDocument/2006/relationships/image" Target="../media/image353.png"/><Relationship Id="rId396" Type="http://schemas.openxmlformats.org/officeDocument/2006/relationships/customXml" Target="../ink/ink621.xml"/><Relationship Id="rId3" Type="http://schemas.openxmlformats.org/officeDocument/2006/relationships/image" Target="../media/image4.png"/><Relationship Id="rId214" Type="http://schemas.openxmlformats.org/officeDocument/2006/relationships/customXml" Target="../ink/ink530.xml"/><Relationship Id="rId235" Type="http://schemas.openxmlformats.org/officeDocument/2006/relationships/image" Target="../media/image283.png"/><Relationship Id="rId256" Type="http://schemas.openxmlformats.org/officeDocument/2006/relationships/customXml" Target="../ink/ink551.xml"/><Relationship Id="rId277" Type="http://schemas.openxmlformats.org/officeDocument/2006/relationships/image" Target="../media/image304.png"/><Relationship Id="rId298" Type="http://schemas.openxmlformats.org/officeDocument/2006/relationships/customXml" Target="../ink/ink572.xml"/><Relationship Id="rId400" Type="http://schemas.openxmlformats.org/officeDocument/2006/relationships/customXml" Target="../ink/ink623.xml"/><Relationship Id="rId421" Type="http://schemas.openxmlformats.org/officeDocument/2006/relationships/image" Target="../media/image376.png"/><Relationship Id="rId116" Type="http://schemas.openxmlformats.org/officeDocument/2006/relationships/customXml" Target="../ink/ink481.xml"/><Relationship Id="rId137" Type="http://schemas.openxmlformats.org/officeDocument/2006/relationships/image" Target="../media/image234.png"/><Relationship Id="rId158" Type="http://schemas.openxmlformats.org/officeDocument/2006/relationships/customXml" Target="../ink/ink502.xml"/><Relationship Id="rId302" Type="http://schemas.openxmlformats.org/officeDocument/2006/relationships/customXml" Target="../ink/ink574.xml"/><Relationship Id="rId323" Type="http://schemas.openxmlformats.org/officeDocument/2006/relationships/image" Target="../media/image327.png"/><Relationship Id="rId344" Type="http://schemas.openxmlformats.org/officeDocument/2006/relationships/customXml" Target="../ink/ink595.xml"/><Relationship Id="rId20" Type="http://schemas.openxmlformats.org/officeDocument/2006/relationships/customXml" Target="../ink/ink433.xml"/><Relationship Id="rId41" Type="http://schemas.openxmlformats.org/officeDocument/2006/relationships/image" Target="../media/image43.png"/><Relationship Id="rId62" Type="http://schemas.openxmlformats.org/officeDocument/2006/relationships/customXml" Target="../ink/ink454.xml"/><Relationship Id="rId83" Type="http://schemas.openxmlformats.org/officeDocument/2006/relationships/image" Target="../media/image80.png"/><Relationship Id="rId179" Type="http://schemas.openxmlformats.org/officeDocument/2006/relationships/image" Target="../media/image255.png"/><Relationship Id="rId365" Type="http://schemas.openxmlformats.org/officeDocument/2006/relationships/image" Target="../media/image348.png"/><Relationship Id="rId386" Type="http://schemas.openxmlformats.org/officeDocument/2006/relationships/customXml" Target="../ink/ink616.xml"/><Relationship Id="rId190" Type="http://schemas.openxmlformats.org/officeDocument/2006/relationships/customXml" Target="../ink/ink518.xml"/><Relationship Id="rId204" Type="http://schemas.openxmlformats.org/officeDocument/2006/relationships/customXml" Target="../ink/ink525.xml"/><Relationship Id="rId225" Type="http://schemas.openxmlformats.org/officeDocument/2006/relationships/image" Target="../media/image278.png"/><Relationship Id="rId246" Type="http://schemas.openxmlformats.org/officeDocument/2006/relationships/customXml" Target="../ink/ink546.xml"/><Relationship Id="rId267" Type="http://schemas.openxmlformats.org/officeDocument/2006/relationships/image" Target="../media/image299.png"/><Relationship Id="rId288" Type="http://schemas.openxmlformats.org/officeDocument/2006/relationships/customXml" Target="../ink/ink567.xml"/><Relationship Id="rId411" Type="http://schemas.openxmlformats.org/officeDocument/2006/relationships/image" Target="../media/image371.png"/><Relationship Id="rId106" Type="http://schemas.openxmlformats.org/officeDocument/2006/relationships/customXml" Target="../ink/ink476.xml"/><Relationship Id="rId127" Type="http://schemas.openxmlformats.org/officeDocument/2006/relationships/image" Target="../media/image229.png"/><Relationship Id="rId313" Type="http://schemas.openxmlformats.org/officeDocument/2006/relationships/image" Target="../media/image322.png"/><Relationship Id="rId10" Type="http://schemas.openxmlformats.org/officeDocument/2006/relationships/customXml" Target="../ink/ink428.xml"/><Relationship Id="rId31" Type="http://schemas.openxmlformats.org/officeDocument/2006/relationships/image" Target="../media/image35.png"/><Relationship Id="rId52" Type="http://schemas.openxmlformats.org/officeDocument/2006/relationships/customXml" Target="../ink/ink449.xml"/><Relationship Id="rId73" Type="http://schemas.openxmlformats.org/officeDocument/2006/relationships/image" Target="../media/image65.png"/><Relationship Id="rId94" Type="http://schemas.openxmlformats.org/officeDocument/2006/relationships/customXml" Target="../ink/ink470.xml"/><Relationship Id="rId148" Type="http://schemas.openxmlformats.org/officeDocument/2006/relationships/customXml" Target="../ink/ink497.xml"/><Relationship Id="rId169" Type="http://schemas.openxmlformats.org/officeDocument/2006/relationships/image" Target="../media/image250.png"/><Relationship Id="rId334" Type="http://schemas.openxmlformats.org/officeDocument/2006/relationships/customXml" Target="../ink/ink590.xml"/><Relationship Id="rId355" Type="http://schemas.openxmlformats.org/officeDocument/2006/relationships/image" Target="../media/image343.png"/><Relationship Id="rId376" Type="http://schemas.openxmlformats.org/officeDocument/2006/relationships/customXml" Target="../ink/ink611.xml"/><Relationship Id="rId397" Type="http://schemas.openxmlformats.org/officeDocument/2006/relationships/image" Target="../media/image364.png"/><Relationship Id="rId4" Type="http://schemas.openxmlformats.org/officeDocument/2006/relationships/customXml" Target="../ink/ink425.xml"/><Relationship Id="rId180" Type="http://schemas.openxmlformats.org/officeDocument/2006/relationships/customXml" Target="../ink/ink513.xml"/><Relationship Id="rId215" Type="http://schemas.openxmlformats.org/officeDocument/2006/relationships/image" Target="../media/image273.png"/><Relationship Id="rId236" Type="http://schemas.openxmlformats.org/officeDocument/2006/relationships/customXml" Target="../ink/ink541.xml"/><Relationship Id="rId257" Type="http://schemas.openxmlformats.org/officeDocument/2006/relationships/image" Target="../media/image294.png"/><Relationship Id="rId278" Type="http://schemas.openxmlformats.org/officeDocument/2006/relationships/customXml" Target="../ink/ink562.xml"/><Relationship Id="rId401" Type="http://schemas.openxmlformats.org/officeDocument/2006/relationships/image" Target="../media/image366.png"/><Relationship Id="rId303" Type="http://schemas.openxmlformats.org/officeDocument/2006/relationships/image" Target="../media/image317.png"/><Relationship Id="rId42" Type="http://schemas.openxmlformats.org/officeDocument/2006/relationships/customXml" Target="../ink/ink444.xml"/><Relationship Id="rId84" Type="http://schemas.openxmlformats.org/officeDocument/2006/relationships/customXml" Target="../ink/ink465.xml"/><Relationship Id="rId138" Type="http://schemas.openxmlformats.org/officeDocument/2006/relationships/customXml" Target="../ink/ink492.xml"/><Relationship Id="rId345" Type="http://schemas.openxmlformats.org/officeDocument/2006/relationships/image" Target="../media/image338.png"/><Relationship Id="rId387" Type="http://schemas.openxmlformats.org/officeDocument/2006/relationships/image" Target="../media/image359.png"/><Relationship Id="rId191" Type="http://schemas.openxmlformats.org/officeDocument/2006/relationships/image" Target="../media/image261.png"/><Relationship Id="rId205" Type="http://schemas.openxmlformats.org/officeDocument/2006/relationships/image" Target="../media/image268.png"/><Relationship Id="rId247" Type="http://schemas.openxmlformats.org/officeDocument/2006/relationships/image" Target="../media/image289.png"/><Relationship Id="rId412" Type="http://schemas.openxmlformats.org/officeDocument/2006/relationships/customXml" Target="../ink/ink629.xml"/><Relationship Id="rId107" Type="http://schemas.openxmlformats.org/officeDocument/2006/relationships/image" Target="../media/image219.png"/><Relationship Id="rId289" Type="http://schemas.openxmlformats.org/officeDocument/2006/relationships/image" Target="../media/image310.png"/><Relationship Id="rId11" Type="http://schemas.openxmlformats.org/officeDocument/2006/relationships/image" Target="../media/image19.png"/><Relationship Id="rId53" Type="http://schemas.openxmlformats.org/officeDocument/2006/relationships/image" Target="../media/image49.png"/><Relationship Id="rId149" Type="http://schemas.openxmlformats.org/officeDocument/2006/relationships/image" Target="../media/image240.png"/><Relationship Id="rId314" Type="http://schemas.openxmlformats.org/officeDocument/2006/relationships/customXml" Target="../ink/ink580.xml"/><Relationship Id="rId356" Type="http://schemas.openxmlformats.org/officeDocument/2006/relationships/customXml" Target="../ink/ink601.xml"/><Relationship Id="rId398" Type="http://schemas.openxmlformats.org/officeDocument/2006/relationships/customXml" Target="../ink/ink622.xml"/><Relationship Id="rId95" Type="http://schemas.openxmlformats.org/officeDocument/2006/relationships/image" Target="../media/image89.png"/><Relationship Id="rId160" Type="http://schemas.openxmlformats.org/officeDocument/2006/relationships/customXml" Target="../ink/ink503.xml"/><Relationship Id="rId216" Type="http://schemas.openxmlformats.org/officeDocument/2006/relationships/customXml" Target="../ink/ink531.xml"/><Relationship Id="rId258" Type="http://schemas.openxmlformats.org/officeDocument/2006/relationships/customXml" Target="../ink/ink552.xml"/><Relationship Id="rId22" Type="http://schemas.openxmlformats.org/officeDocument/2006/relationships/customXml" Target="../ink/ink434.xml"/><Relationship Id="rId64" Type="http://schemas.openxmlformats.org/officeDocument/2006/relationships/customXml" Target="../ink/ink455.xml"/><Relationship Id="rId118" Type="http://schemas.openxmlformats.org/officeDocument/2006/relationships/customXml" Target="../ink/ink482.xml"/><Relationship Id="rId325" Type="http://schemas.openxmlformats.org/officeDocument/2006/relationships/image" Target="../media/image328.png"/><Relationship Id="rId367" Type="http://schemas.openxmlformats.org/officeDocument/2006/relationships/image" Target="../media/image349.png"/><Relationship Id="rId171" Type="http://schemas.openxmlformats.org/officeDocument/2006/relationships/image" Target="../media/image251.png"/><Relationship Id="rId227" Type="http://schemas.openxmlformats.org/officeDocument/2006/relationships/image" Target="../media/image279.png"/><Relationship Id="rId269" Type="http://schemas.openxmlformats.org/officeDocument/2006/relationships/image" Target="../media/image300.png"/><Relationship Id="rId33" Type="http://schemas.openxmlformats.org/officeDocument/2006/relationships/image" Target="../media/image36.png"/><Relationship Id="rId129" Type="http://schemas.openxmlformats.org/officeDocument/2006/relationships/image" Target="../media/image230.png"/><Relationship Id="rId280" Type="http://schemas.openxmlformats.org/officeDocument/2006/relationships/customXml" Target="../ink/ink563.xml"/><Relationship Id="rId336" Type="http://schemas.openxmlformats.org/officeDocument/2006/relationships/customXml" Target="../ink/ink591.xml"/><Relationship Id="rId75" Type="http://schemas.openxmlformats.org/officeDocument/2006/relationships/image" Target="../media/image69.png"/><Relationship Id="rId140" Type="http://schemas.openxmlformats.org/officeDocument/2006/relationships/customXml" Target="../ink/ink493.xml"/><Relationship Id="rId182" Type="http://schemas.openxmlformats.org/officeDocument/2006/relationships/customXml" Target="../ink/ink514.xml"/><Relationship Id="rId378" Type="http://schemas.openxmlformats.org/officeDocument/2006/relationships/customXml" Target="../ink/ink612.xml"/><Relationship Id="rId403" Type="http://schemas.openxmlformats.org/officeDocument/2006/relationships/image" Target="../media/image367.png"/><Relationship Id="rId6" Type="http://schemas.openxmlformats.org/officeDocument/2006/relationships/customXml" Target="../ink/ink426.xml"/><Relationship Id="rId238" Type="http://schemas.openxmlformats.org/officeDocument/2006/relationships/customXml" Target="../ink/ink542.xml"/><Relationship Id="rId291" Type="http://schemas.openxmlformats.org/officeDocument/2006/relationships/image" Target="../media/image311.png"/><Relationship Id="rId305" Type="http://schemas.openxmlformats.org/officeDocument/2006/relationships/image" Target="../media/image318.png"/><Relationship Id="rId347" Type="http://schemas.openxmlformats.org/officeDocument/2006/relationships/image" Target="../media/image339.png"/><Relationship Id="rId44" Type="http://schemas.openxmlformats.org/officeDocument/2006/relationships/customXml" Target="../ink/ink445.xml"/><Relationship Id="rId86" Type="http://schemas.openxmlformats.org/officeDocument/2006/relationships/customXml" Target="../ink/ink466.xml"/><Relationship Id="rId151" Type="http://schemas.openxmlformats.org/officeDocument/2006/relationships/image" Target="../media/image241.png"/><Relationship Id="rId389" Type="http://schemas.openxmlformats.org/officeDocument/2006/relationships/image" Target="../media/image360.png"/><Relationship Id="rId193" Type="http://schemas.openxmlformats.org/officeDocument/2006/relationships/image" Target="../media/image262.png"/><Relationship Id="rId207" Type="http://schemas.openxmlformats.org/officeDocument/2006/relationships/image" Target="../media/image269.png"/><Relationship Id="rId249" Type="http://schemas.openxmlformats.org/officeDocument/2006/relationships/image" Target="../media/image290.png"/><Relationship Id="rId414" Type="http://schemas.openxmlformats.org/officeDocument/2006/relationships/customXml" Target="../ink/ink630.xml"/><Relationship Id="rId13" Type="http://schemas.openxmlformats.org/officeDocument/2006/relationships/image" Target="../media/image20.png"/><Relationship Id="rId109" Type="http://schemas.openxmlformats.org/officeDocument/2006/relationships/image" Target="../media/image220.png"/><Relationship Id="rId260" Type="http://schemas.openxmlformats.org/officeDocument/2006/relationships/customXml" Target="../ink/ink553.xml"/><Relationship Id="rId316" Type="http://schemas.openxmlformats.org/officeDocument/2006/relationships/customXml" Target="../ink/ink581.xml"/><Relationship Id="rId55" Type="http://schemas.openxmlformats.org/officeDocument/2006/relationships/image" Target="../media/image50.png"/><Relationship Id="rId97" Type="http://schemas.openxmlformats.org/officeDocument/2006/relationships/image" Target="../media/image90.png"/><Relationship Id="rId120" Type="http://schemas.openxmlformats.org/officeDocument/2006/relationships/customXml" Target="../ink/ink483.xml"/><Relationship Id="rId358" Type="http://schemas.openxmlformats.org/officeDocument/2006/relationships/customXml" Target="../ink/ink602.xml"/><Relationship Id="rId162" Type="http://schemas.openxmlformats.org/officeDocument/2006/relationships/customXml" Target="../ink/ink504.xml"/><Relationship Id="rId218" Type="http://schemas.openxmlformats.org/officeDocument/2006/relationships/customXml" Target="../ink/ink532.xml"/><Relationship Id="rId271" Type="http://schemas.openxmlformats.org/officeDocument/2006/relationships/image" Target="../media/image301.png"/><Relationship Id="rId24" Type="http://schemas.openxmlformats.org/officeDocument/2006/relationships/customXml" Target="../ink/ink435.xml"/><Relationship Id="rId66" Type="http://schemas.openxmlformats.org/officeDocument/2006/relationships/customXml" Target="../ink/ink456.xml"/><Relationship Id="rId131" Type="http://schemas.openxmlformats.org/officeDocument/2006/relationships/image" Target="../media/image231.png"/><Relationship Id="rId327" Type="http://schemas.openxmlformats.org/officeDocument/2006/relationships/image" Target="../media/image329.png"/><Relationship Id="rId369" Type="http://schemas.openxmlformats.org/officeDocument/2006/relationships/image" Target="../media/image350.png"/><Relationship Id="rId173" Type="http://schemas.openxmlformats.org/officeDocument/2006/relationships/image" Target="../media/image252.png"/><Relationship Id="rId229" Type="http://schemas.openxmlformats.org/officeDocument/2006/relationships/image" Target="../media/image280.png"/><Relationship Id="rId380" Type="http://schemas.openxmlformats.org/officeDocument/2006/relationships/customXml" Target="../ink/ink613.xml"/><Relationship Id="rId240" Type="http://schemas.openxmlformats.org/officeDocument/2006/relationships/customXml" Target="../ink/ink543.xml"/><Relationship Id="rId35" Type="http://schemas.openxmlformats.org/officeDocument/2006/relationships/image" Target="../media/image37.png"/><Relationship Id="rId77" Type="http://schemas.openxmlformats.org/officeDocument/2006/relationships/image" Target="../media/image70.png"/><Relationship Id="rId100" Type="http://schemas.openxmlformats.org/officeDocument/2006/relationships/customXml" Target="../ink/ink473.xml"/><Relationship Id="rId282" Type="http://schemas.openxmlformats.org/officeDocument/2006/relationships/customXml" Target="../ink/ink564.xml"/><Relationship Id="rId338" Type="http://schemas.openxmlformats.org/officeDocument/2006/relationships/customXml" Target="../ink/ink592.xml"/><Relationship Id="rId8" Type="http://schemas.openxmlformats.org/officeDocument/2006/relationships/customXml" Target="../ink/ink427.xml"/><Relationship Id="rId142" Type="http://schemas.openxmlformats.org/officeDocument/2006/relationships/customXml" Target="../ink/ink494.xml"/><Relationship Id="rId184" Type="http://schemas.openxmlformats.org/officeDocument/2006/relationships/customXml" Target="../ink/ink515.xml"/><Relationship Id="rId391" Type="http://schemas.openxmlformats.org/officeDocument/2006/relationships/image" Target="../media/image361.png"/><Relationship Id="rId405" Type="http://schemas.openxmlformats.org/officeDocument/2006/relationships/image" Target="../media/image368.png"/><Relationship Id="rId251" Type="http://schemas.openxmlformats.org/officeDocument/2006/relationships/image" Target="../media/image291.png"/><Relationship Id="rId46" Type="http://schemas.openxmlformats.org/officeDocument/2006/relationships/customXml" Target="../ink/ink446.xml"/><Relationship Id="rId293" Type="http://schemas.openxmlformats.org/officeDocument/2006/relationships/image" Target="../media/image312.png"/><Relationship Id="rId307" Type="http://schemas.openxmlformats.org/officeDocument/2006/relationships/image" Target="../media/image319.png"/><Relationship Id="rId349" Type="http://schemas.openxmlformats.org/officeDocument/2006/relationships/image" Target="../media/image340.png"/><Relationship Id="rId88" Type="http://schemas.openxmlformats.org/officeDocument/2006/relationships/customXml" Target="../ink/ink467.xml"/><Relationship Id="rId111" Type="http://schemas.openxmlformats.org/officeDocument/2006/relationships/image" Target="../media/image221.png"/><Relationship Id="rId153" Type="http://schemas.openxmlformats.org/officeDocument/2006/relationships/image" Target="../media/image242.png"/><Relationship Id="rId195" Type="http://schemas.openxmlformats.org/officeDocument/2006/relationships/image" Target="../media/image263.png"/><Relationship Id="rId209" Type="http://schemas.openxmlformats.org/officeDocument/2006/relationships/image" Target="../media/image270.png"/><Relationship Id="rId360" Type="http://schemas.openxmlformats.org/officeDocument/2006/relationships/customXml" Target="../ink/ink603.xml"/><Relationship Id="rId416" Type="http://schemas.openxmlformats.org/officeDocument/2006/relationships/customXml" Target="../ink/ink631.xml"/><Relationship Id="rId220" Type="http://schemas.openxmlformats.org/officeDocument/2006/relationships/customXml" Target="../ink/ink533.xml"/><Relationship Id="rId15" Type="http://schemas.openxmlformats.org/officeDocument/2006/relationships/image" Target="../media/image21.png"/><Relationship Id="rId57" Type="http://schemas.openxmlformats.org/officeDocument/2006/relationships/image" Target="../media/image51.png"/><Relationship Id="rId262" Type="http://schemas.openxmlformats.org/officeDocument/2006/relationships/customXml" Target="../ink/ink554.xml"/><Relationship Id="rId318" Type="http://schemas.openxmlformats.org/officeDocument/2006/relationships/customXml" Target="../ink/ink582.xml"/><Relationship Id="rId99" Type="http://schemas.openxmlformats.org/officeDocument/2006/relationships/image" Target="../media/image91.png"/><Relationship Id="rId122" Type="http://schemas.openxmlformats.org/officeDocument/2006/relationships/customXml" Target="../ink/ink484.xml"/><Relationship Id="rId164" Type="http://schemas.openxmlformats.org/officeDocument/2006/relationships/customXml" Target="../ink/ink505.xml"/><Relationship Id="rId371" Type="http://schemas.openxmlformats.org/officeDocument/2006/relationships/image" Target="../media/image351.png"/><Relationship Id="rId26" Type="http://schemas.openxmlformats.org/officeDocument/2006/relationships/customXml" Target="../ink/ink436.xml"/><Relationship Id="rId231" Type="http://schemas.openxmlformats.org/officeDocument/2006/relationships/image" Target="../media/image281.png"/><Relationship Id="rId273" Type="http://schemas.openxmlformats.org/officeDocument/2006/relationships/image" Target="../media/image302.png"/><Relationship Id="rId329" Type="http://schemas.openxmlformats.org/officeDocument/2006/relationships/image" Target="../media/image330.png"/><Relationship Id="rId68" Type="http://schemas.openxmlformats.org/officeDocument/2006/relationships/customXml" Target="../ink/ink457.xml"/><Relationship Id="rId133" Type="http://schemas.openxmlformats.org/officeDocument/2006/relationships/image" Target="../media/image232.png"/><Relationship Id="rId175" Type="http://schemas.openxmlformats.org/officeDocument/2006/relationships/image" Target="../media/image253.png"/><Relationship Id="rId340" Type="http://schemas.openxmlformats.org/officeDocument/2006/relationships/customXml" Target="../ink/ink593.xml"/><Relationship Id="rId200" Type="http://schemas.openxmlformats.org/officeDocument/2006/relationships/customXml" Target="../ink/ink523.xml"/><Relationship Id="rId382" Type="http://schemas.openxmlformats.org/officeDocument/2006/relationships/customXml" Target="../ink/ink614.xml"/><Relationship Id="rId242" Type="http://schemas.openxmlformats.org/officeDocument/2006/relationships/customXml" Target="../ink/ink544.xml"/><Relationship Id="rId284" Type="http://schemas.openxmlformats.org/officeDocument/2006/relationships/customXml" Target="../ink/ink565.xml"/><Relationship Id="rId37" Type="http://schemas.openxmlformats.org/officeDocument/2006/relationships/image" Target="../media/image38.png"/><Relationship Id="rId79" Type="http://schemas.openxmlformats.org/officeDocument/2006/relationships/image" Target="../media/image71.png"/><Relationship Id="rId102" Type="http://schemas.openxmlformats.org/officeDocument/2006/relationships/customXml" Target="../ink/ink474.xml"/><Relationship Id="rId144" Type="http://schemas.openxmlformats.org/officeDocument/2006/relationships/customXml" Target="../ink/ink495.xml"/><Relationship Id="rId90" Type="http://schemas.openxmlformats.org/officeDocument/2006/relationships/customXml" Target="../ink/ink468.xml"/><Relationship Id="rId186" Type="http://schemas.openxmlformats.org/officeDocument/2006/relationships/customXml" Target="../ink/ink516.xml"/><Relationship Id="rId351" Type="http://schemas.openxmlformats.org/officeDocument/2006/relationships/image" Target="../media/image341.png"/><Relationship Id="rId393" Type="http://schemas.openxmlformats.org/officeDocument/2006/relationships/image" Target="../media/image362.png"/><Relationship Id="rId407" Type="http://schemas.openxmlformats.org/officeDocument/2006/relationships/image" Target="../media/image369.png"/><Relationship Id="rId211" Type="http://schemas.openxmlformats.org/officeDocument/2006/relationships/image" Target="../media/image271.png"/><Relationship Id="rId253" Type="http://schemas.openxmlformats.org/officeDocument/2006/relationships/image" Target="../media/image292.png"/><Relationship Id="rId295" Type="http://schemas.openxmlformats.org/officeDocument/2006/relationships/image" Target="../media/image313.png"/><Relationship Id="rId309" Type="http://schemas.openxmlformats.org/officeDocument/2006/relationships/image" Target="../media/image320.png"/><Relationship Id="rId48" Type="http://schemas.openxmlformats.org/officeDocument/2006/relationships/customXml" Target="../ink/ink447.xml"/><Relationship Id="rId113" Type="http://schemas.openxmlformats.org/officeDocument/2006/relationships/image" Target="../media/image222.png"/><Relationship Id="rId320" Type="http://schemas.openxmlformats.org/officeDocument/2006/relationships/customXml" Target="../ink/ink583.xml"/><Relationship Id="rId155" Type="http://schemas.openxmlformats.org/officeDocument/2006/relationships/image" Target="../media/image243.png"/><Relationship Id="rId197" Type="http://schemas.openxmlformats.org/officeDocument/2006/relationships/image" Target="../media/image264.png"/><Relationship Id="rId362" Type="http://schemas.openxmlformats.org/officeDocument/2006/relationships/customXml" Target="../ink/ink604.xml"/><Relationship Id="rId418" Type="http://schemas.openxmlformats.org/officeDocument/2006/relationships/customXml" Target="../ink/ink632.xml"/><Relationship Id="rId222" Type="http://schemas.openxmlformats.org/officeDocument/2006/relationships/customXml" Target="../ink/ink534.xml"/><Relationship Id="rId264" Type="http://schemas.openxmlformats.org/officeDocument/2006/relationships/customXml" Target="../ink/ink55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7.xml"/><Relationship Id="rId21" Type="http://schemas.openxmlformats.org/officeDocument/2006/relationships/image" Target="../media/image27.png"/><Relationship Id="rId42" Type="http://schemas.openxmlformats.org/officeDocument/2006/relationships/customXml" Target="../ink/ink654.xml"/><Relationship Id="rId63" Type="http://schemas.openxmlformats.org/officeDocument/2006/relationships/image" Target="../media/image57.png"/><Relationship Id="rId84" Type="http://schemas.openxmlformats.org/officeDocument/2006/relationships/customXml" Target="../ink/ink675.xml"/><Relationship Id="rId138" Type="http://schemas.openxmlformats.org/officeDocument/2006/relationships/customXml" Target="../ink/ink718.xml"/><Relationship Id="rId107" Type="http://schemas.openxmlformats.org/officeDocument/2006/relationships/customXml" Target="../ink/ink687.xml"/><Relationship Id="rId11" Type="http://schemas.openxmlformats.org/officeDocument/2006/relationships/image" Target="../media/image19.png"/><Relationship Id="rId32" Type="http://schemas.openxmlformats.org/officeDocument/2006/relationships/customXml" Target="../ink/ink649.xml"/><Relationship Id="rId53" Type="http://schemas.openxmlformats.org/officeDocument/2006/relationships/image" Target="../media/image49.png"/><Relationship Id="rId74" Type="http://schemas.openxmlformats.org/officeDocument/2006/relationships/customXml" Target="../ink/ink670.xml"/><Relationship Id="rId128" Type="http://schemas.openxmlformats.org/officeDocument/2006/relationships/customXml" Target="../ink/ink708.xml"/><Relationship Id="rId149" Type="http://schemas.openxmlformats.org/officeDocument/2006/relationships/customXml" Target="../ink/ink727.xml"/><Relationship Id="rId5" Type="http://schemas.openxmlformats.org/officeDocument/2006/relationships/image" Target="../media/image16.png"/><Relationship Id="rId95" Type="http://schemas.openxmlformats.org/officeDocument/2006/relationships/image" Target="../media/image89.png"/><Relationship Id="rId22" Type="http://schemas.openxmlformats.org/officeDocument/2006/relationships/customXml" Target="../ink/ink644.xml"/><Relationship Id="rId27" Type="http://schemas.openxmlformats.org/officeDocument/2006/relationships/image" Target="../media/image33.png"/><Relationship Id="rId43" Type="http://schemas.openxmlformats.org/officeDocument/2006/relationships/image" Target="../media/image44.png"/><Relationship Id="rId48" Type="http://schemas.openxmlformats.org/officeDocument/2006/relationships/customXml" Target="../ink/ink657.xml"/><Relationship Id="rId64" Type="http://schemas.openxmlformats.org/officeDocument/2006/relationships/customXml" Target="../ink/ink665.xml"/><Relationship Id="rId69" Type="http://schemas.openxmlformats.org/officeDocument/2006/relationships/image" Target="../media/image63.png"/><Relationship Id="rId113" Type="http://schemas.openxmlformats.org/officeDocument/2006/relationships/customXml" Target="../ink/ink693.xml"/><Relationship Id="rId118" Type="http://schemas.openxmlformats.org/officeDocument/2006/relationships/customXml" Target="../ink/ink698.xml"/><Relationship Id="rId134" Type="http://schemas.openxmlformats.org/officeDocument/2006/relationships/customXml" Target="../ink/ink714.xml"/><Relationship Id="rId139" Type="http://schemas.openxmlformats.org/officeDocument/2006/relationships/customXml" Target="../ink/ink719.xml"/><Relationship Id="rId80" Type="http://schemas.openxmlformats.org/officeDocument/2006/relationships/customXml" Target="../ink/ink673.xml"/><Relationship Id="rId85" Type="http://schemas.openxmlformats.org/officeDocument/2006/relationships/image" Target="../media/image81.png"/><Relationship Id="rId150" Type="http://schemas.openxmlformats.org/officeDocument/2006/relationships/image" Target="../media/image380.png"/><Relationship Id="rId12" Type="http://schemas.openxmlformats.org/officeDocument/2006/relationships/customXml" Target="../ink/ink639.xml"/><Relationship Id="rId17" Type="http://schemas.openxmlformats.org/officeDocument/2006/relationships/image" Target="../media/image22.png"/><Relationship Id="rId33" Type="http://schemas.openxmlformats.org/officeDocument/2006/relationships/image" Target="../media/image36.png"/><Relationship Id="rId38" Type="http://schemas.openxmlformats.org/officeDocument/2006/relationships/customXml" Target="../ink/ink652.xml"/><Relationship Id="rId59" Type="http://schemas.openxmlformats.org/officeDocument/2006/relationships/image" Target="../media/image52.png"/><Relationship Id="rId103" Type="http://schemas.openxmlformats.org/officeDocument/2006/relationships/image" Target="../media/image93.png"/><Relationship Id="rId108" Type="http://schemas.openxmlformats.org/officeDocument/2006/relationships/customXml" Target="../ink/ink688.xml"/><Relationship Id="rId124" Type="http://schemas.openxmlformats.org/officeDocument/2006/relationships/customXml" Target="../ink/ink704.xml"/><Relationship Id="rId129" Type="http://schemas.openxmlformats.org/officeDocument/2006/relationships/customXml" Target="../ink/ink709.xml"/><Relationship Id="rId54" Type="http://schemas.openxmlformats.org/officeDocument/2006/relationships/customXml" Target="../ink/ink660.xml"/><Relationship Id="rId70" Type="http://schemas.openxmlformats.org/officeDocument/2006/relationships/customXml" Target="../ink/ink668.xml"/><Relationship Id="rId75" Type="http://schemas.openxmlformats.org/officeDocument/2006/relationships/image" Target="../media/image69.png"/><Relationship Id="rId91" Type="http://schemas.openxmlformats.org/officeDocument/2006/relationships/image" Target="../media/image84.png"/><Relationship Id="rId96" Type="http://schemas.openxmlformats.org/officeDocument/2006/relationships/customXml" Target="../ink/ink681.xml"/><Relationship Id="rId140" Type="http://schemas.openxmlformats.org/officeDocument/2006/relationships/customXml" Target="../ink/ink720.xml"/><Relationship Id="rId145" Type="http://schemas.openxmlformats.org/officeDocument/2006/relationships/customXml" Target="../ink/ink7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6.xml"/><Relationship Id="rId23" Type="http://schemas.openxmlformats.org/officeDocument/2006/relationships/image" Target="../media/image31.png"/><Relationship Id="rId28" Type="http://schemas.openxmlformats.org/officeDocument/2006/relationships/customXml" Target="../ink/ink647.xml"/><Relationship Id="rId49" Type="http://schemas.openxmlformats.org/officeDocument/2006/relationships/image" Target="../media/image47.png"/><Relationship Id="rId114" Type="http://schemas.openxmlformats.org/officeDocument/2006/relationships/customXml" Target="../ink/ink694.xml"/><Relationship Id="rId119" Type="http://schemas.openxmlformats.org/officeDocument/2006/relationships/customXml" Target="../ink/ink699.xml"/><Relationship Id="rId44" Type="http://schemas.openxmlformats.org/officeDocument/2006/relationships/customXml" Target="../ink/ink655.xml"/><Relationship Id="rId60" Type="http://schemas.openxmlformats.org/officeDocument/2006/relationships/customXml" Target="../ink/ink663.xml"/><Relationship Id="rId65" Type="http://schemas.openxmlformats.org/officeDocument/2006/relationships/image" Target="../media/image58.png"/><Relationship Id="rId81" Type="http://schemas.openxmlformats.org/officeDocument/2006/relationships/image" Target="../media/image72.png"/><Relationship Id="rId86" Type="http://schemas.openxmlformats.org/officeDocument/2006/relationships/customXml" Target="../ink/ink676.xml"/><Relationship Id="rId130" Type="http://schemas.openxmlformats.org/officeDocument/2006/relationships/customXml" Target="../ink/ink710.xml"/><Relationship Id="rId135" Type="http://schemas.openxmlformats.org/officeDocument/2006/relationships/customXml" Target="../ink/ink715.xml"/><Relationship Id="rId151" Type="http://schemas.openxmlformats.org/officeDocument/2006/relationships/customXml" Target="../ink/ink728.xml"/><Relationship Id="rId13" Type="http://schemas.openxmlformats.org/officeDocument/2006/relationships/image" Target="../media/image20.png"/><Relationship Id="rId18" Type="http://schemas.openxmlformats.org/officeDocument/2006/relationships/customXml" Target="../ink/ink642.xml"/><Relationship Id="rId39" Type="http://schemas.openxmlformats.org/officeDocument/2006/relationships/image" Target="../media/image42.png"/><Relationship Id="rId109" Type="http://schemas.openxmlformats.org/officeDocument/2006/relationships/customXml" Target="../ink/ink689.xml"/><Relationship Id="rId34" Type="http://schemas.openxmlformats.org/officeDocument/2006/relationships/customXml" Target="../ink/ink650.xml"/><Relationship Id="rId50" Type="http://schemas.openxmlformats.org/officeDocument/2006/relationships/customXml" Target="../ink/ink658.xml"/><Relationship Id="rId55" Type="http://schemas.openxmlformats.org/officeDocument/2006/relationships/image" Target="../media/image50.png"/><Relationship Id="rId76" Type="http://schemas.openxmlformats.org/officeDocument/2006/relationships/customXml" Target="../ink/ink671.xml"/><Relationship Id="rId97" Type="http://schemas.openxmlformats.org/officeDocument/2006/relationships/image" Target="../media/image90.png"/><Relationship Id="rId104" Type="http://schemas.openxmlformats.org/officeDocument/2006/relationships/customXml" Target="../ink/ink685.xml"/><Relationship Id="rId120" Type="http://schemas.openxmlformats.org/officeDocument/2006/relationships/customXml" Target="../ink/ink700.xml"/><Relationship Id="rId125" Type="http://schemas.openxmlformats.org/officeDocument/2006/relationships/customXml" Target="../ink/ink705.xml"/><Relationship Id="rId141" Type="http://schemas.openxmlformats.org/officeDocument/2006/relationships/customXml" Target="../ink/ink721.xml"/><Relationship Id="rId146" Type="http://schemas.openxmlformats.org/officeDocument/2006/relationships/image" Target="../media/image378.png"/><Relationship Id="rId7" Type="http://schemas.openxmlformats.org/officeDocument/2006/relationships/image" Target="../media/image17.png"/><Relationship Id="rId71" Type="http://schemas.openxmlformats.org/officeDocument/2006/relationships/image" Target="../media/image64.png"/><Relationship Id="rId92" Type="http://schemas.openxmlformats.org/officeDocument/2006/relationships/customXml" Target="../ink/ink679.xml"/><Relationship Id="rId2" Type="http://schemas.openxmlformats.org/officeDocument/2006/relationships/customXml" Target="../ink/ink634.xml"/><Relationship Id="rId29" Type="http://schemas.openxmlformats.org/officeDocument/2006/relationships/image" Target="../media/image34.png"/><Relationship Id="rId24" Type="http://schemas.openxmlformats.org/officeDocument/2006/relationships/customXml" Target="../ink/ink645.xml"/><Relationship Id="rId40" Type="http://schemas.openxmlformats.org/officeDocument/2006/relationships/customXml" Target="../ink/ink653.xml"/><Relationship Id="rId45" Type="http://schemas.openxmlformats.org/officeDocument/2006/relationships/image" Target="../media/image45.png"/><Relationship Id="rId66" Type="http://schemas.openxmlformats.org/officeDocument/2006/relationships/customXml" Target="../ink/ink666.xml"/><Relationship Id="rId87" Type="http://schemas.openxmlformats.org/officeDocument/2006/relationships/image" Target="../media/image82.png"/><Relationship Id="rId110" Type="http://schemas.openxmlformats.org/officeDocument/2006/relationships/customXml" Target="../ink/ink690.xml"/><Relationship Id="rId115" Type="http://schemas.openxmlformats.org/officeDocument/2006/relationships/customXml" Target="../ink/ink695.xml"/><Relationship Id="rId131" Type="http://schemas.openxmlformats.org/officeDocument/2006/relationships/customXml" Target="../ink/ink711.xml"/><Relationship Id="rId136" Type="http://schemas.openxmlformats.org/officeDocument/2006/relationships/customXml" Target="../ink/ink716.xml"/><Relationship Id="rId61" Type="http://schemas.openxmlformats.org/officeDocument/2006/relationships/image" Target="../media/image56.png"/><Relationship Id="rId82" Type="http://schemas.openxmlformats.org/officeDocument/2006/relationships/customXml" Target="../ink/ink674.xml"/><Relationship Id="rId152" Type="http://schemas.openxmlformats.org/officeDocument/2006/relationships/image" Target="../media/image381.png"/><Relationship Id="rId19" Type="http://schemas.openxmlformats.org/officeDocument/2006/relationships/image" Target="../media/image26.png"/><Relationship Id="rId14" Type="http://schemas.openxmlformats.org/officeDocument/2006/relationships/customXml" Target="../ink/ink640.xml"/><Relationship Id="rId30" Type="http://schemas.openxmlformats.org/officeDocument/2006/relationships/customXml" Target="../ink/ink648.xml"/><Relationship Id="rId35" Type="http://schemas.openxmlformats.org/officeDocument/2006/relationships/image" Target="../media/image37.png"/><Relationship Id="rId56" Type="http://schemas.openxmlformats.org/officeDocument/2006/relationships/customXml" Target="../ink/ink661.xml"/><Relationship Id="rId77" Type="http://schemas.openxmlformats.org/officeDocument/2006/relationships/image" Target="../media/image70.png"/><Relationship Id="rId100" Type="http://schemas.openxmlformats.org/officeDocument/2006/relationships/customXml" Target="../ink/ink683.xml"/><Relationship Id="rId105" Type="http://schemas.openxmlformats.org/officeDocument/2006/relationships/image" Target="../media/image377.png"/><Relationship Id="rId126" Type="http://schemas.openxmlformats.org/officeDocument/2006/relationships/customXml" Target="../ink/ink706.xml"/><Relationship Id="rId147" Type="http://schemas.openxmlformats.org/officeDocument/2006/relationships/customXml" Target="../ink/ink726.xml"/><Relationship Id="rId8" Type="http://schemas.openxmlformats.org/officeDocument/2006/relationships/customXml" Target="../ink/ink637.xml"/><Relationship Id="rId51" Type="http://schemas.openxmlformats.org/officeDocument/2006/relationships/image" Target="../media/image48.png"/><Relationship Id="rId72" Type="http://schemas.openxmlformats.org/officeDocument/2006/relationships/customXml" Target="../ink/ink669.xml"/><Relationship Id="rId93" Type="http://schemas.openxmlformats.org/officeDocument/2006/relationships/image" Target="../media/image85.png"/><Relationship Id="rId98" Type="http://schemas.openxmlformats.org/officeDocument/2006/relationships/customXml" Target="../ink/ink682.xml"/><Relationship Id="rId121" Type="http://schemas.openxmlformats.org/officeDocument/2006/relationships/customXml" Target="../ink/ink701.xml"/><Relationship Id="rId142" Type="http://schemas.openxmlformats.org/officeDocument/2006/relationships/customXml" Target="../ink/ink722.xml"/><Relationship Id="rId3" Type="http://schemas.openxmlformats.org/officeDocument/2006/relationships/image" Target="../media/image4.png"/><Relationship Id="rId25" Type="http://schemas.openxmlformats.org/officeDocument/2006/relationships/image" Target="../media/image32.png"/><Relationship Id="rId46" Type="http://schemas.openxmlformats.org/officeDocument/2006/relationships/customXml" Target="../ink/ink656.xml"/><Relationship Id="rId67" Type="http://schemas.openxmlformats.org/officeDocument/2006/relationships/image" Target="../media/image59.png"/><Relationship Id="rId116" Type="http://schemas.openxmlformats.org/officeDocument/2006/relationships/customXml" Target="../ink/ink696.xml"/><Relationship Id="rId137" Type="http://schemas.openxmlformats.org/officeDocument/2006/relationships/customXml" Target="../ink/ink717.xml"/><Relationship Id="rId20" Type="http://schemas.openxmlformats.org/officeDocument/2006/relationships/customXml" Target="../ink/ink643.xml"/><Relationship Id="rId41" Type="http://schemas.openxmlformats.org/officeDocument/2006/relationships/image" Target="../media/image43.png"/><Relationship Id="rId62" Type="http://schemas.openxmlformats.org/officeDocument/2006/relationships/customXml" Target="../ink/ink664.xml"/><Relationship Id="rId83" Type="http://schemas.openxmlformats.org/officeDocument/2006/relationships/image" Target="../media/image80.png"/><Relationship Id="rId88" Type="http://schemas.openxmlformats.org/officeDocument/2006/relationships/customXml" Target="../ink/ink677.xml"/><Relationship Id="rId111" Type="http://schemas.openxmlformats.org/officeDocument/2006/relationships/customXml" Target="../ink/ink691.xml"/><Relationship Id="rId132" Type="http://schemas.openxmlformats.org/officeDocument/2006/relationships/customXml" Target="../ink/ink712.xml"/><Relationship Id="rId15" Type="http://schemas.openxmlformats.org/officeDocument/2006/relationships/image" Target="../media/image21.png"/><Relationship Id="rId36" Type="http://schemas.openxmlformats.org/officeDocument/2006/relationships/customXml" Target="../ink/ink651.xml"/><Relationship Id="rId57" Type="http://schemas.openxmlformats.org/officeDocument/2006/relationships/image" Target="../media/image51.png"/><Relationship Id="rId106" Type="http://schemas.openxmlformats.org/officeDocument/2006/relationships/customXml" Target="../ink/ink686.xml"/><Relationship Id="rId127" Type="http://schemas.openxmlformats.org/officeDocument/2006/relationships/customXml" Target="../ink/ink707.xml"/><Relationship Id="rId10" Type="http://schemas.openxmlformats.org/officeDocument/2006/relationships/customXml" Target="../ink/ink638.xml"/><Relationship Id="rId31" Type="http://schemas.openxmlformats.org/officeDocument/2006/relationships/image" Target="../media/image35.png"/><Relationship Id="rId52" Type="http://schemas.openxmlformats.org/officeDocument/2006/relationships/customXml" Target="../ink/ink659.xml"/><Relationship Id="rId73" Type="http://schemas.openxmlformats.org/officeDocument/2006/relationships/image" Target="../media/image65.png"/><Relationship Id="rId78" Type="http://schemas.openxmlformats.org/officeDocument/2006/relationships/customXml" Target="../ink/ink672.xml"/><Relationship Id="rId94" Type="http://schemas.openxmlformats.org/officeDocument/2006/relationships/customXml" Target="../ink/ink680.xml"/><Relationship Id="rId99" Type="http://schemas.openxmlformats.org/officeDocument/2006/relationships/image" Target="../media/image91.png"/><Relationship Id="rId101" Type="http://schemas.openxmlformats.org/officeDocument/2006/relationships/image" Target="../media/image92.png"/><Relationship Id="rId122" Type="http://schemas.openxmlformats.org/officeDocument/2006/relationships/customXml" Target="../ink/ink702.xml"/><Relationship Id="rId143" Type="http://schemas.openxmlformats.org/officeDocument/2006/relationships/customXml" Target="../ink/ink723.xml"/><Relationship Id="rId148" Type="http://schemas.openxmlformats.org/officeDocument/2006/relationships/image" Target="../media/image379.png"/><Relationship Id="rId4" Type="http://schemas.openxmlformats.org/officeDocument/2006/relationships/customXml" Target="../ink/ink635.xml"/><Relationship Id="rId9" Type="http://schemas.openxmlformats.org/officeDocument/2006/relationships/image" Target="../media/image18.png"/><Relationship Id="rId26" Type="http://schemas.openxmlformats.org/officeDocument/2006/relationships/customXml" Target="../ink/ink646.xml"/><Relationship Id="rId47" Type="http://schemas.openxmlformats.org/officeDocument/2006/relationships/image" Target="../media/image46.png"/><Relationship Id="rId68" Type="http://schemas.openxmlformats.org/officeDocument/2006/relationships/customXml" Target="../ink/ink667.xml"/><Relationship Id="rId89" Type="http://schemas.openxmlformats.org/officeDocument/2006/relationships/image" Target="../media/image83.png"/><Relationship Id="rId112" Type="http://schemas.openxmlformats.org/officeDocument/2006/relationships/customXml" Target="../ink/ink692.xml"/><Relationship Id="rId133" Type="http://schemas.openxmlformats.org/officeDocument/2006/relationships/customXml" Target="../ink/ink713.xml"/><Relationship Id="rId16" Type="http://schemas.openxmlformats.org/officeDocument/2006/relationships/customXml" Target="../ink/ink641.xml"/><Relationship Id="rId37" Type="http://schemas.openxmlformats.org/officeDocument/2006/relationships/image" Target="../media/image38.png"/><Relationship Id="rId58" Type="http://schemas.openxmlformats.org/officeDocument/2006/relationships/customXml" Target="../ink/ink662.xml"/><Relationship Id="rId79" Type="http://schemas.openxmlformats.org/officeDocument/2006/relationships/image" Target="../media/image71.png"/><Relationship Id="rId102" Type="http://schemas.openxmlformats.org/officeDocument/2006/relationships/customXml" Target="../ink/ink684.xml"/><Relationship Id="rId123" Type="http://schemas.openxmlformats.org/officeDocument/2006/relationships/customXml" Target="../ink/ink703.xml"/><Relationship Id="rId144" Type="http://schemas.openxmlformats.org/officeDocument/2006/relationships/customXml" Target="../ink/ink724.xml"/><Relationship Id="rId90" Type="http://schemas.openxmlformats.org/officeDocument/2006/relationships/customXml" Target="../ink/ink67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87.xml"/><Relationship Id="rId299" Type="http://schemas.openxmlformats.org/officeDocument/2006/relationships/image" Target="../media/image487.png"/><Relationship Id="rId21" Type="http://schemas.openxmlformats.org/officeDocument/2006/relationships/image" Target="../media/image27.png"/><Relationship Id="rId63" Type="http://schemas.openxmlformats.org/officeDocument/2006/relationships/image" Target="../media/image81.png"/><Relationship Id="rId159" Type="http://schemas.openxmlformats.org/officeDocument/2006/relationships/customXml" Target="../ink/ink808.xml"/><Relationship Id="rId324" Type="http://schemas.openxmlformats.org/officeDocument/2006/relationships/customXml" Target="../ink/ink891.xml"/><Relationship Id="rId366" Type="http://schemas.openxmlformats.org/officeDocument/2006/relationships/customXml" Target="../ink/ink912.xml"/><Relationship Id="rId170" Type="http://schemas.openxmlformats.org/officeDocument/2006/relationships/image" Target="../media/image423.png"/><Relationship Id="rId226" Type="http://schemas.openxmlformats.org/officeDocument/2006/relationships/customXml" Target="../ink/ink842.xml"/><Relationship Id="rId268" Type="http://schemas.openxmlformats.org/officeDocument/2006/relationships/customXml" Target="../ink/ink863.xml"/><Relationship Id="rId32" Type="http://schemas.openxmlformats.org/officeDocument/2006/relationships/customXml" Target="../ink/ink744.xml"/><Relationship Id="rId74" Type="http://schemas.openxmlformats.org/officeDocument/2006/relationships/customXml" Target="../ink/ink765.xml"/><Relationship Id="rId128" Type="http://schemas.openxmlformats.org/officeDocument/2006/relationships/image" Target="../media/image402.png"/><Relationship Id="rId335" Type="http://schemas.openxmlformats.org/officeDocument/2006/relationships/image" Target="../media/image505.png"/><Relationship Id="rId377" Type="http://schemas.openxmlformats.org/officeDocument/2006/relationships/image" Target="../media/image526.png"/><Relationship Id="rId5" Type="http://schemas.openxmlformats.org/officeDocument/2006/relationships/image" Target="../media/image16.png"/><Relationship Id="rId181" Type="http://schemas.openxmlformats.org/officeDocument/2006/relationships/image" Target="../media/image428.png"/><Relationship Id="rId237" Type="http://schemas.openxmlformats.org/officeDocument/2006/relationships/image" Target="../media/image456.png"/><Relationship Id="rId279" Type="http://schemas.openxmlformats.org/officeDocument/2006/relationships/image" Target="../media/image477.png"/><Relationship Id="rId43" Type="http://schemas.openxmlformats.org/officeDocument/2006/relationships/image" Target="../media/image47.png"/><Relationship Id="rId139" Type="http://schemas.openxmlformats.org/officeDocument/2006/relationships/customXml" Target="../ink/ink798.xml"/><Relationship Id="rId290" Type="http://schemas.openxmlformats.org/officeDocument/2006/relationships/customXml" Target="../ink/ink874.xml"/><Relationship Id="rId304" Type="http://schemas.openxmlformats.org/officeDocument/2006/relationships/customXml" Target="../ink/ink881.xml"/><Relationship Id="rId346" Type="http://schemas.openxmlformats.org/officeDocument/2006/relationships/customXml" Target="../ink/ink902.xml"/><Relationship Id="rId388" Type="http://schemas.openxmlformats.org/officeDocument/2006/relationships/customXml" Target="../ink/ink923.xml"/><Relationship Id="rId85" Type="http://schemas.openxmlformats.org/officeDocument/2006/relationships/image" Target="../media/image381.png"/><Relationship Id="rId150" Type="http://schemas.openxmlformats.org/officeDocument/2006/relationships/image" Target="../media/image413.png"/><Relationship Id="rId192" Type="http://schemas.openxmlformats.org/officeDocument/2006/relationships/customXml" Target="../ink/ink825.xml"/><Relationship Id="rId206" Type="http://schemas.openxmlformats.org/officeDocument/2006/relationships/customXml" Target="../ink/ink832.xml"/><Relationship Id="rId248" Type="http://schemas.openxmlformats.org/officeDocument/2006/relationships/customXml" Target="../ink/ink853.xml"/><Relationship Id="rId12" Type="http://schemas.openxmlformats.org/officeDocument/2006/relationships/customXml" Target="../ink/ink734.xml"/><Relationship Id="rId108" Type="http://schemas.openxmlformats.org/officeDocument/2006/relationships/image" Target="../media/image392.png"/><Relationship Id="rId315" Type="http://schemas.openxmlformats.org/officeDocument/2006/relationships/image" Target="../media/image495.png"/><Relationship Id="rId357" Type="http://schemas.openxmlformats.org/officeDocument/2006/relationships/image" Target="../media/image516.png"/><Relationship Id="rId54" Type="http://schemas.openxmlformats.org/officeDocument/2006/relationships/customXml" Target="../ink/ink755.xml"/><Relationship Id="rId96" Type="http://schemas.openxmlformats.org/officeDocument/2006/relationships/image" Target="../media/image386.png"/><Relationship Id="rId161" Type="http://schemas.openxmlformats.org/officeDocument/2006/relationships/customXml" Target="../ink/ink809.xml"/><Relationship Id="rId217" Type="http://schemas.openxmlformats.org/officeDocument/2006/relationships/image" Target="../media/image446.png"/><Relationship Id="rId399" Type="http://schemas.openxmlformats.org/officeDocument/2006/relationships/image" Target="../media/image537.png"/><Relationship Id="rId259" Type="http://schemas.openxmlformats.org/officeDocument/2006/relationships/image" Target="../media/image467.png"/><Relationship Id="rId23" Type="http://schemas.openxmlformats.org/officeDocument/2006/relationships/image" Target="../media/image31.png"/><Relationship Id="rId119" Type="http://schemas.openxmlformats.org/officeDocument/2006/relationships/customXml" Target="../ink/ink788.xml"/><Relationship Id="rId270" Type="http://schemas.openxmlformats.org/officeDocument/2006/relationships/customXml" Target="../ink/ink864.xml"/><Relationship Id="rId326" Type="http://schemas.openxmlformats.org/officeDocument/2006/relationships/customXml" Target="../ink/ink892.xml"/><Relationship Id="rId65" Type="http://schemas.openxmlformats.org/officeDocument/2006/relationships/image" Target="../media/image84.png"/><Relationship Id="rId130" Type="http://schemas.openxmlformats.org/officeDocument/2006/relationships/image" Target="../media/image403.png"/><Relationship Id="rId368" Type="http://schemas.openxmlformats.org/officeDocument/2006/relationships/customXml" Target="../ink/ink913.xml"/><Relationship Id="rId172" Type="http://schemas.openxmlformats.org/officeDocument/2006/relationships/image" Target="../media/image424.png"/><Relationship Id="rId228" Type="http://schemas.openxmlformats.org/officeDocument/2006/relationships/customXml" Target="../ink/ink843.xml"/><Relationship Id="rId281" Type="http://schemas.openxmlformats.org/officeDocument/2006/relationships/image" Target="../media/image478.png"/><Relationship Id="rId337" Type="http://schemas.openxmlformats.org/officeDocument/2006/relationships/image" Target="../media/image506.png"/><Relationship Id="rId34" Type="http://schemas.openxmlformats.org/officeDocument/2006/relationships/customXml" Target="../ink/ink745.xml"/><Relationship Id="rId76" Type="http://schemas.openxmlformats.org/officeDocument/2006/relationships/customXml" Target="../ink/ink766.xml"/><Relationship Id="rId141" Type="http://schemas.openxmlformats.org/officeDocument/2006/relationships/customXml" Target="../ink/ink799.xml"/><Relationship Id="rId379" Type="http://schemas.openxmlformats.org/officeDocument/2006/relationships/image" Target="../media/image527.png"/><Relationship Id="rId7" Type="http://schemas.openxmlformats.org/officeDocument/2006/relationships/image" Target="../media/image17.png"/><Relationship Id="rId183" Type="http://schemas.openxmlformats.org/officeDocument/2006/relationships/image" Target="../media/image429.png"/><Relationship Id="rId239" Type="http://schemas.openxmlformats.org/officeDocument/2006/relationships/image" Target="../media/image457.png"/><Relationship Id="rId390" Type="http://schemas.openxmlformats.org/officeDocument/2006/relationships/customXml" Target="../ink/ink924.xml"/><Relationship Id="rId250" Type="http://schemas.openxmlformats.org/officeDocument/2006/relationships/customXml" Target="../ink/ink854.xml"/><Relationship Id="rId292" Type="http://schemas.openxmlformats.org/officeDocument/2006/relationships/customXml" Target="../ink/ink875.xml"/><Relationship Id="rId306" Type="http://schemas.openxmlformats.org/officeDocument/2006/relationships/customXml" Target="../ink/ink882.xml"/><Relationship Id="rId45" Type="http://schemas.openxmlformats.org/officeDocument/2006/relationships/image" Target="../media/image56.png"/><Relationship Id="rId87" Type="http://schemas.openxmlformats.org/officeDocument/2006/relationships/customXml" Target="../ink/ink772.xml"/><Relationship Id="rId110" Type="http://schemas.openxmlformats.org/officeDocument/2006/relationships/image" Target="../media/image393.png"/><Relationship Id="rId348" Type="http://schemas.openxmlformats.org/officeDocument/2006/relationships/customXml" Target="../ink/ink903.xml"/><Relationship Id="rId152" Type="http://schemas.openxmlformats.org/officeDocument/2006/relationships/image" Target="../media/image414.png"/><Relationship Id="rId194" Type="http://schemas.openxmlformats.org/officeDocument/2006/relationships/customXml" Target="../ink/ink826.xml"/><Relationship Id="rId208" Type="http://schemas.openxmlformats.org/officeDocument/2006/relationships/customXml" Target="../ink/ink833.xml"/><Relationship Id="rId261" Type="http://schemas.openxmlformats.org/officeDocument/2006/relationships/image" Target="../media/image468.png"/><Relationship Id="rId14" Type="http://schemas.openxmlformats.org/officeDocument/2006/relationships/customXml" Target="../ink/ink735.xml"/><Relationship Id="rId56" Type="http://schemas.openxmlformats.org/officeDocument/2006/relationships/customXml" Target="../ink/ink756.xml"/><Relationship Id="rId317" Type="http://schemas.openxmlformats.org/officeDocument/2006/relationships/image" Target="../media/image496.png"/><Relationship Id="rId359" Type="http://schemas.openxmlformats.org/officeDocument/2006/relationships/image" Target="../media/image517.png"/><Relationship Id="rId98" Type="http://schemas.openxmlformats.org/officeDocument/2006/relationships/image" Target="../media/image387.png"/><Relationship Id="rId121" Type="http://schemas.openxmlformats.org/officeDocument/2006/relationships/customXml" Target="../ink/ink789.xml"/><Relationship Id="rId163" Type="http://schemas.openxmlformats.org/officeDocument/2006/relationships/customXml" Target="../ink/ink810.xml"/><Relationship Id="rId219" Type="http://schemas.openxmlformats.org/officeDocument/2006/relationships/image" Target="../media/image447.png"/><Relationship Id="rId370" Type="http://schemas.openxmlformats.org/officeDocument/2006/relationships/customXml" Target="../ink/ink914.xml"/><Relationship Id="rId230" Type="http://schemas.openxmlformats.org/officeDocument/2006/relationships/customXml" Target="../ink/ink844.xml"/><Relationship Id="rId25" Type="http://schemas.openxmlformats.org/officeDocument/2006/relationships/image" Target="../media/image32.png"/><Relationship Id="rId67" Type="http://schemas.openxmlformats.org/officeDocument/2006/relationships/image" Target="../media/image85.png"/><Relationship Id="rId272" Type="http://schemas.openxmlformats.org/officeDocument/2006/relationships/customXml" Target="../ink/ink865.xml"/><Relationship Id="rId328" Type="http://schemas.openxmlformats.org/officeDocument/2006/relationships/customXml" Target="../ink/ink893.xml"/><Relationship Id="rId132" Type="http://schemas.openxmlformats.org/officeDocument/2006/relationships/image" Target="../media/image404.png"/><Relationship Id="rId174" Type="http://schemas.openxmlformats.org/officeDocument/2006/relationships/image" Target="../media/image425.png"/><Relationship Id="rId381" Type="http://schemas.openxmlformats.org/officeDocument/2006/relationships/image" Target="../media/image528.png"/><Relationship Id="rId241" Type="http://schemas.openxmlformats.org/officeDocument/2006/relationships/image" Target="../media/image458.png"/><Relationship Id="rId36" Type="http://schemas.openxmlformats.org/officeDocument/2006/relationships/customXml" Target="../ink/ink746.xml"/><Relationship Id="rId283" Type="http://schemas.openxmlformats.org/officeDocument/2006/relationships/image" Target="../media/image479.png"/><Relationship Id="rId339" Type="http://schemas.openxmlformats.org/officeDocument/2006/relationships/image" Target="../media/image507.png"/><Relationship Id="rId78" Type="http://schemas.openxmlformats.org/officeDocument/2006/relationships/customXml" Target="../ink/ink767.xml"/><Relationship Id="rId101" Type="http://schemas.openxmlformats.org/officeDocument/2006/relationships/customXml" Target="../ink/ink779.xml"/><Relationship Id="rId143" Type="http://schemas.openxmlformats.org/officeDocument/2006/relationships/customXml" Target="../ink/ink800.xml"/><Relationship Id="rId185" Type="http://schemas.openxmlformats.org/officeDocument/2006/relationships/image" Target="../media/image430.png"/><Relationship Id="rId350" Type="http://schemas.openxmlformats.org/officeDocument/2006/relationships/customXml" Target="../ink/ink904.xml"/><Relationship Id="rId9" Type="http://schemas.openxmlformats.org/officeDocument/2006/relationships/image" Target="../media/image18.png"/><Relationship Id="rId210" Type="http://schemas.openxmlformats.org/officeDocument/2006/relationships/customXml" Target="../ink/ink834.xml"/><Relationship Id="rId392" Type="http://schemas.openxmlformats.org/officeDocument/2006/relationships/customXml" Target="../ink/ink925.xml"/><Relationship Id="rId252" Type="http://schemas.openxmlformats.org/officeDocument/2006/relationships/customXml" Target="../ink/ink855.xml"/><Relationship Id="rId294" Type="http://schemas.openxmlformats.org/officeDocument/2006/relationships/customXml" Target="../ink/ink876.xml"/><Relationship Id="rId308" Type="http://schemas.openxmlformats.org/officeDocument/2006/relationships/customXml" Target="../ink/ink883.xml"/><Relationship Id="rId47" Type="http://schemas.openxmlformats.org/officeDocument/2006/relationships/image" Target="../media/image57.png"/><Relationship Id="rId89" Type="http://schemas.openxmlformats.org/officeDocument/2006/relationships/customXml" Target="../ink/ink773.xml"/><Relationship Id="rId112" Type="http://schemas.openxmlformats.org/officeDocument/2006/relationships/image" Target="../media/image394.png"/><Relationship Id="rId154" Type="http://schemas.openxmlformats.org/officeDocument/2006/relationships/image" Target="../media/image415.png"/><Relationship Id="rId361" Type="http://schemas.openxmlformats.org/officeDocument/2006/relationships/image" Target="../media/image518.png"/><Relationship Id="rId196" Type="http://schemas.openxmlformats.org/officeDocument/2006/relationships/customXml" Target="../ink/ink827.xml"/><Relationship Id="rId16" Type="http://schemas.openxmlformats.org/officeDocument/2006/relationships/customXml" Target="../ink/ink736.xml"/><Relationship Id="rId221" Type="http://schemas.openxmlformats.org/officeDocument/2006/relationships/image" Target="../media/image448.png"/><Relationship Id="rId263" Type="http://schemas.openxmlformats.org/officeDocument/2006/relationships/image" Target="../media/image469.png"/><Relationship Id="rId319" Type="http://schemas.openxmlformats.org/officeDocument/2006/relationships/image" Target="../media/image497.png"/><Relationship Id="rId58" Type="http://schemas.openxmlformats.org/officeDocument/2006/relationships/customXml" Target="../ink/ink757.xml"/><Relationship Id="rId123" Type="http://schemas.openxmlformats.org/officeDocument/2006/relationships/customXml" Target="../ink/ink790.xml"/><Relationship Id="rId330" Type="http://schemas.openxmlformats.org/officeDocument/2006/relationships/customXml" Target="../ink/ink894.xml"/><Relationship Id="rId90" Type="http://schemas.openxmlformats.org/officeDocument/2006/relationships/image" Target="../media/image383.png"/><Relationship Id="rId165" Type="http://schemas.openxmlformats.org/officeDocument/2006/relationships/customXml" Target="../ink/ink811.xml"/><Relationship Id="rId186" Type="http://schemas.openxmlformats.org/officeDocument/2006/relationships/customXml" Target="../ink/ink822.xml"/><Relationship Id="rId351" Type="http://schemas.openxmlformats.org/officeDocument/2006/relationships/image" Target="../media/image513.png"/><Relationship Id="rId372" Type="http://schemas.openxmlformats.org/officeDocument/2006/relationships/customXml" Target="../ink/ink915.xml"/><Relationship Id="rId393" Type="http://schemas.openxmlformats.org/officeDocument/2006/relationships/image" Target="../media/image534.png"/><Relationship Id="rId211" Type="http://schemas.openxmlformats.org/officeDocument/2006/relationships/image" Target="../media/image443.png"/><Relationship Id="rId232" Type="http://schemas.openxmlformats.org/officeDocument/2006/relationships/customXml" Target="../ink/ink845.xml"/><Relationship Id="rId253" Type="http://schemas.openxmlformats.org/officeDocument/2006/relationships/image" Target="../media/image464.png"/><Relationship Id="rId274" Type="http://schemas.openxmlformats.org/officeDocument/2006/relationships/customXml" Target="../ink/ink866.xml"/><Relationship Id="rId295" Type="http://schemas.openxmlformats.org/officeDocument/2006/relationships/image" Target="../media/image485.png"/><Relationship Id="rId309" Type="http://schemas.openxmlformats.org/officeDocument/2006/relationships/image" Target="../media/image492.png"/><Relationship Id="rId27" Type="http://schemas.openxmlformats.org/officeDocument/2006/relationships/image" Target="../media/image33.png"/><Relationship Id="rId48" Type="http://schemas.openxmlformats.org/officeDocument/2006/relationships/customXml" Target="../ink/ink752.xml"/><Relationship Id="rId69" Type="http://schemas.openxmlformats.org/officeDocument/2006/relationships/image" Target="../media/image89.png"/><Relationship Id="rId113" Type="http://schemas.openxmlformats.org/officeDocument/2006/relationships/customXml" Target="../ink/ink785.xml"/><Relationship Id="rId134" Type="http://schemas.openxmlformats.org/officeDocument/2006/relationships/image" Target="../media/image405.png"/><Relationship Id="rId320" Type="http://schemas.openxmlformats.org/officeDocument/2006/relationships/customXml" Target="../ink/ink889.xml"/><Relationship Id="rId80" Type="http://schemas.openxmlformats.org/officeDocument/2006/relationships/customXml" Target="../ink/ink768.xml"/><Relationship Id="rId155" Type="http://schemas.openxmlformats.org/officeDocument/2006/relationships/customXml" Target="../ink/ink806.xml"/><Relationship Id="rId176" Type="http://schemas.openxmlformats.org/officeDocument/2006/relationships/image" Target="../media/image426.png"/><Relationship Id="rId197" Type="http://schemas.openxmlformats.org/officeDocument/2006/relationships/image" Target="../media/image436.png"/><Relationship Id="rId341" Type="http://schemas.openxmlformats.org/officeDocument/2006/relationships/image" Target="../media/image508.png"/><Relationship Id="rId362" Type="http://schemas.openxmlformats.org/officeDocument/2006/relationships/customXml" Target="../ink/ink910.xml"/><Relationship Id="rId383" Type="http://schemas.openxmlformats.org/officeDocument/2006/relationships/image" Target="../media/image529.png"/><Relationship Id="rId201" Type="http://schemas.openxmlformats.org/officeDocument/2006/relationships/image" Target="../media/image438.png"/><Relationship Id="rId222" Type="http://schemas.openxmlformats.org/officeDocument/2006/relationships/customXml" Target="../ink/ink840.xml"/><Relationship Id="rId243" Type="http://schemas.openxmlformats.org/officeDocument/2006/relationships/image" Target="../media/image459.png"/><Relationship Id="rId264" Type="http://schemas.openxmlformats.org/officeDocument/2006/relationships/customXml" Target="../ink/ink861.xml"/><Relationship Id="rId285" Type="http://schemas.openxmlformats.org/officeDocument/2006/relationships/image" Target="../media/image480.png"/><Relationship Id="rId17" Type="http://schemas.openxmlformats.org/officeDocument/2006/relationships/image" Target="../media/image22.png"/><Relationship Id="rId38" Type="http://schemas.openxmlformats.org/officeDocument/2006/relationships/customXml" Target="../ink/ink747.xml"/><Relationship Id="rId59" Type="http://schemas.openxmlformats.org/officeDocument/2006/relationships/image" Target="../media/image72.png"/><Relationship Id="rId103" Type="http://schemas.openxmlformats.org/officeDocument/2006/relationships/customXml" Target="../ink/ink780.xml"/><Relationship Id="rId124" Type="http://schemas.openxmlformats.org/officeDocument/2006/relationships/image" Target="../media/image400.png"/><Relationship Id="rId310" Type="http://schemas.openxmlformats.org/officeDocument/2006/relationships/customXml" Target="../ink/ink884.xml"/><Relationship Id="rId70" Type="http://schemas.openxmlformats.org/officeDocument/2006/relationships/customXml" Target="../ink/ink763.xml"/><Relationship Id="rId91" Type="http://schemas.openxmlformats.org/officeDocument/2006/relationships/customXml" Target="../ink/ink774.xml"/><Relationship Id="rId145" Type="http://schemas.openxmlformats.org/officeDocument/2006/relationships/customXml" Target="../ink/ink801.xml"/><Relationship Id="rId166" Type="http://schemas.openxmlformats.org/officeDocument/2006/relationships/image" Target="../media/image421.png"/><Relationship Id="rId187" Type="http://schemas.openxmlformats.org/officeDocument/2006/relationships/image" Target="../media/image431.png"/><Relationship Id="rId331" Type="http://schemas.openxmlformats.org/officeDocument/2006/relationships/image" Target="../media/image503.png"/><Relationship Id="rId352" Type="http://schemas.openxmlformats.org/officeDocument/2006/relationships/customXml" Target="../ink/ink905.xml"/><Relationship Id="rId373" Type="http://schemas.openxmlformats.org/officeDocument/2006/relationships/image" Target="../media/image524.png"/><Relationship Id="rId394" Type="http://schemas.openxmlformats.org/officeDocument/2006/relationships/customXml" Target="../ink/ink92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35.xml"/><Relationship Id="rId233" Type="http://schemas.openxmlformats.org/officeDocument/2006/relationships/image" Target="../media/image454.png"/><Relationship Id="rId254" Type="http://schemas.openxmlformats.org/officeDocument/2006/relationships/customXml" Target="../ink/ink856.xml"/><Relationship Id="rId28" Type="http://schemas.openxmlformats.org/officeDocument/2006/relationships/customXml" Target="../ink/ink742.xml"/><Relationship Id="rId49" Type="http://schemas.openxmlformats.org/officeDocument/2006/relationships/image" Target="../media/image58.png"/><Relationship Id="rId114" Type="http://schemas.openxmlformats.org/officeDocument/2006/relationships/image" Target="../media/image395.png"/><Relationship Id="rId275" Type="http://schemas.openxmlformats.org/officeDocument/2006/relationships/image" Target="../media/image475.png"/><Relationship Id="rId296" Type="http://schemas.openxmlformats.org/officeDocument/2006/relationships/customXml" Target="../ink/ink877.xml"/><Relationship Id="rId300" Type="http://schemas.openxmlformats.org/officeDocument/2006/relationships/customXml" Target="../ink/ink879.xml"/><Relationship Id="rId60" Type="http://schemas.openxmlformats.org/officeDocument/2006/relationships/customXml" Target="../ink/ink758.xml"/><Relationship Id="rId81" Type="http://schemas.openxmlformats.org/officeDocument/2006/relationships/image" Target="../media/image379.png"/><Relationship Id="rId135" Type="http://schemas.openxmlformats.org/officeDocument/2006/relationships/customXml" Target="../ink/ink796.xml"/><Relationship Id="rId156" Type="http://schemas.openxmlformats.org/officeDocument/2006/relationships/image" Target="../media/image416.png"/><Relationship Id="rId177" Type="http://schemas.openxmlformats.org/officeDocument/2006/relationships/customXml" Target="../ink/ink817.xml"/><Relationship Id="rId198" Type="http://schemas.openxmlformats.org/officeDocument/2006/relationships/customXml" Target="../ink/ink828.xml"/><Relationship Id="rId321" Type="http://schemas.openxmlformats.org/officeDocument/2006/relationships/image" Target="../media/image498.png"/><Relationship Id="rId342" Type="http://schemas.openxmlformats.org/officeDocument/2006/relationships/customXml" Target="../ink/ink900.xml"/><Relationship Id="rId363" Type="http://schemas.openxmlformats.org/officeDocument/2006/relationships/image" Target="../media/image519.png"/><Relationship Id="rId384" Type="http://schemas.openxmlformats.org/officeDocument/2006/relationships/customXml" Target="../ink/ink921.xml"/><Relationship Id="rId202" Type="http://schemas.openxmlformats.org/officeDocument/2006/relationships/customXml" Target="../ink/ink830.xml"/><Relationship Id="rId223" Type="http://schemas.openxmlformats.org/officeDocument/2006/relationships/image" Target="../media/image449.png"/><Relationship Id="rId244" Type="http://schemas.openxmlformats.org/officeDocument/2006/relationships/customXml" Target="../ink/ink851.xml"/><Relationship Id="rId18" Type="http://schemas.openxmlformats.org/officeDocument/2006/relationships/customXml" Target="../ink/ink737.xml"/><Relationship Id="rId39" Type="http://schemas.openxmlformats.org/officeDocument/2006/relationships/image" Target="../media/image45.png"/><Relationship Id="rId265" Type="http://schemas.openxmlformats.org/officeDocument/2006/relationships/image" Target="../media/image470.png"/><Relationship Id="rId286" Type="http://schemas.openxmlformats.org/officeDocument/2006/relationships/customXml" Target="../ink/ink872.xml"/><Relationship Id="rId50" Type="http://schemas.openxmlformats.org/officeDocument/2006/relationships/customXml" Target="../ink/ink753.xml"/><Relationship Id="rId104" Type="http://schemas.openxmlformats.org/officeDocument/2006/relationships/image" Target="../media/image390.png"/><Relationship Id="rId125" Type="http://schemas.openxmlformats.org/officeDocument/2006/relationships/customXml" Target="../ink/ink791.xml"/><Relationship Id="rId146" Type="http://schemas.openxmlformats.org/officeDocument/2006/relationships/image" Target="../media/image411.png"/><Relationship Id="rId167" Type="http://schemas.openxmlformats.org/officeDocument/2006/relationships/customXml" Target="../ink/ink812.xml"/><Relationship Id="rId188" Type="http://schemas.openxmlformats.org/officeDocument/2006/relationships/customXml" Target="../ink/ink823.xml"/><Relationship Id="rId311" Type="http://schemas.openxmlformats.org/officeDocument/2006/relationships/image" Target="../media/image493.png"/><Relationship Id="rId332" Type="http://schemas.openxmlformats.org/officeDocument/2006/relationships/customXml" Target="../ink/ink895.xml"/><Relationship Id="rId353" Type="http://schemas.openxmlformats.org/officeDocument/2006/relationships/image" Target="../media/image514.png"/><Relationship Id="rId374" Type="http://schemas.openxmlformats.org/officeDocument/2006/relationships/customXml" Target="../ink/ink916.xml"/><Relationship Id="rId395" Type="http://schemas.openxmlformats.org/officeDocument/2006/relationships/image" Target="../media/image535.png"/><Relationship Id="rId71" Type="http://schemas.openxmlformats.org/officeDocument/2006/relationships/image" Target="../media/image90.png"/><Relationship Id="rId92" Type="http://schemas.openxmlformats.org/officeDocument/2006/relationships/image" Target="../media/image384.png"/><Relationship Id="rId213" Type="http://schemas.openxmlformats.org/officeDocument/2006/relationships/image" Target="../media/image444.png"/><Relationship Id="rId234" Type="http://schemas.openxmlformats.org/officeDocument/2006/relationships/customXml" Target="../ink/ink846.xml"/><Relationship Id="rId2" Type="http://schemas.openxmlformats.org/officeDocument/2006/relationships/customXml" Target="../ink/ink729.xml"/><Relationship Id="rId29" Type="http://schemas.openxmlformats.org/officeDocument/2006/relationships/image" Target="../media/image34.png"/><Relationship Id="rId255" Type="http://schemas.openxmlformats.org/officeDocument/2006/relationships/image" Target="../media/image465.png"/><Relationship Id="rId276" Type="http://schemas.openxmlformats.org/officeDocument/2006/relationships/customXml" Target="../ink/ink867.xml"/><Relationship Id="rId297" Type="http://schemas.openxmlformats.org/officeDocument/2006/relationships/image" Target="../media/image486.png"/><Relationship Id="rId40" Type="http://schemas.openxmlformats.org/officeDocument/2006/relationships/customXml" Target="../ink/ink748.xml"/><Relationship Id="rId115" Type="http://schemas.openxmlformats.org/officeDocument/2006/relationships/customXml" Target="../ink/ink786.xml"/><Relationship Id="rId136" Type="http://schemas.openxmlformats.org/officeDocument/2006/relationships/image" Target="../media/image406.png"/><Relationship Id="rId157" Type="http://schemas.openxmlformats.org/officeDocument/2006/relationships/customXml" Target="../ink/ink807.xml"/><Relationship Id="rId178" Type="http://schemas.openxmlformats.org/officeDocument/2006/relationships/customXml" Target="../ink/ink818.xml"/><Relationship Id="rId301" Type="http://schemas.openxmlformats.org/officeDocument/2006/relationships/image" Target="../media/image488.png"/><Relationship Id="rId322" Type="http://schemas.openxmlformats.org/officeDocument/2006/relationships/customXml" Target="../ink/ink890.xml"/><Relationship Id="rId343" Type="http://schemas.openxmlformats.org/officeDocument/2006/relationships/image" Target="../media/image509.png"/><Relationship Id="rId364" Type="http://schemas.openxmlformats.org/officeDocument/2006/relationships/customXml" Target="../ink/ink911.xml"/><Relationship Id="rId61" Type="http://schemas.openxmlformats.org/officeDocument/2006/relationships/image" Target="../media/image80.png"/><Relationship Id="rId82" Type="http://schemas.openxmlformats.org/officeDocument/2006/relationships/customXml" Target="../ink/ink769.xml"/><Relationship Id="rId199" Type="http://schemas.openxmlformats.org/officeDocument/2006/relationships/image" Target="../media/image437.png"/><Relationship Id="rId203" Type="http://schemas.openxmlformats.org/officeDocument/2006/relationships/image" Target="../media/image439.png"/><Relationship Id="rId385" Type="http://schemas.openxmlformats.org/officeDocument/2006/relationships/image" Target="../media/image530.png"/><Relationship Id="rId19" Type="http://schemas.openxmlformats.org/officeDocument/2006/relationships/image" Target="../media/image26.png"/><Relationship Id="rId224" Type="http://schemas.openxmlformats.org/officeDocument/2006/relationships/customXml" Target="../ink/ink841.xml"/><Relationship Id="rId245" Type="http://schemas.openxmlformats.org/officeDocument/2006/relationships/image" Target="../media/image460.png"/><Relationship Id="rId266" Type="http://schemas.openxmlformats.org/officeDocument/2006/relationships/customXml" Target="../ink/ink862.xml"/><Relationship Id="rId287" Type="http://schemas.openxmlformats.org/officeDocument/2006/relationships/image" Target="../media/image481.png"/><Relationship Id="rId30" Type="http://schemas.openxmlformats.org/officeDocument/2006/relationships/customXml" Target="../ink/ink743.xml"/><Relationship Id="rId105" Type="http://schemas.openxmlformats.org/officeDocument/2006/relationships/customXml" Target="../ink/ink781.xml"/><Relationship Id="rId126" Type="http://schemas.openxmlformats.org/officeDocument/2006/relationships/image" Target="../media/image401.png"/><Relationship Id="rId147" Type="http://schemas.openxmlformats.org/officeDocument/2006/relationships/customXml" Target="../ink/ink802.xml"/><Relationship Id="rId168" Type="http://schemas.openxmlformats.org/officeDocument/2006/relationships/image" Target="../media/image422.png"/><Relationship Id="rId312" Type="http://schemas.openxmlformats.org/officeDocument/2006/relationships/customXml" Target="../ink/ink885.xml"/><Relationship Id="rId333" Type="http://schemas.openxmlformats.org/officeDocument/2006/relationships/image" Target="../media/image504.png"/><Relationship Id="rId354" Type="http://schemas.openxmlformats.org/officeDocument/2006/relationships/customXml" Target="../ink/ink906.xml"/><Relationship Id="rId51" Type="http://schemas.openxmlformats.org/officeDocument/2006/relationships/image" Target="../media/image59.png"/><Relationship Id="rId72" Type="http://schemas.openxmlformats.org/officeDocument/2006/relationships/customXml" Target="../ink/ink764.xml"/><Relationship Id="rId93" Type="http://schemas.openxmlformats.org/officeDocument/2006/relationships/customXml" Target="../ink/ink775.xml"/><Relationship Id="rId189" Type="http://schemas.openxmlformats.org/officeDocument/2006/relationships/image" Target="../media/image432.png"/><Relationship Id="rId375" Type="http://schemas.openxmlformats.org/officeDocument/2006/relationships/image" Target="../media/image525.png"/><Relationship Id="rId396" Type="http://schemas.openxmlformats.org/officeDocument/2006/relationships/customXml" Target="../ink/ink927.xml"/><Relationship Id="rId3" Type="http://schemas.openxmlformats.org/officeDocument/2006/relationships/image" Target="../media/image4.png"/><Relationship Id="rId214" Type="http://schemas.openxmlformats.org/officeDocument/2006/relationships/customXml" Target="../ink/ink836.xml"/><Relationship Id="rId235" Type="http://schemas.openxmlformats.org/officeDocument/2006/relationships/image" Target="../media/image455.png"/><Relationship Id="rId256" Type="http://schemas.openxmlformats.org/officeDocument/2006/relationships/customXml" Target="../ink/ink857.xml"/><Relationship Id="rId277" Type="http://schemas.openxmlformats.org/officeDocument/2006/relationships/image" Target="../media/image476.png"/><Relationship Id="rId298" Type="http://schemas.openxmlformats.org/officeDocument/2006/relationships/customXml" Target="../ink/ink878.xml"/><Relationship Id="rId400" Type="http://schemas.openxmlformats.org/officeDocument/2006/relationships/customXml" Target="../ink/ink929.xml"/><Relationship Id="rId116" Type="http://schemas.openxmlformats.org/officeDocument/2006/relationships/image" Target="../media/image396.png"/><Relationship Id="rId137" Type="http://schemas.openxmlformats.org/officeDocument/2006/relationships/customXml" Target="../ink/ink797.xml"/><Relationship Id="rId158" Type="http://schemas.openxmlformats.org/officeDocument/2006/relationships/image" Target="../media/image417.png"/><Relationship Id="rId302" Type="http://schemas.openxmlformats.org/officeDocument/2006/relationships/customXml" Target="../ink/ink880.xml"/><Relationship Id="rId323" Type="http://schemas.openxmlformats.org/officeDocument/2006/relationships/image" Target="../media/image499.png"/><Relationship Id="rId344" Type="http://schemas.openxmlformats.org/officeDocument/2006/relationships/customXml" Target="../ink/ink901.xml"/><Relationship Id="rId20" Type="http://schemas.openxmlformats.org/officeDocument/2006/relationships/customXml" Target="../ink/ink738.xml"/><Relationship Id="rId41" Type="http://schemas.openxmlformats.org/officeDocument/2006/relationships/image" Target="../media/image46.png"/><Relationship Id="rId62" Type="http://schemas.openxmlformats.org/officeDocument/2006/relationships/customXml" Target="../ink/ink759.xml"/><Relationship Id="rId83" Type="http://schemas.openxmlformats.org/officeDocument/2006/relationships/image" Target="../media/image380.png"/><Relationship Id="rId179" Type="http://schemas.openxmlformats.org/officeDocument/2006/relationships/image" Target="../media/image427.png"/><Relationship Id="rId365" Type="http://schemas.openxmlformats.org/officeDocument/2006/relationships/image" Target="../media/image520.png"/><Relationship Id="rId386" Type="http://schemas.openxmlformats.org/officeDocument/2006/relationships/customXml" Target="../ink/ink922.xml"/><Relationship Id="rId190" Type="http://schemas.openxmlformats.org/officeDocument/2006/relationships/customXml" Target="../ink/ink824.xml"/><Relationship Id="rId204" Type="http://schemas.openxmlformats.org/officeDocument/2006/relationships/customXml" Target="../ink/ink831.xml"/><Relationship Id="rId225" Type="http://schemas.openxmlformats.org/officeDocument/2006/relationships/image" Target="../media/image450.png"/><Relationship Id="rId246" Type="http://schemas.openxmlformats.org/officeDocument/2006/relationships/customXml" Target="../ink/ink852.xml"/><Relationship Id="rId267" Type="http://schemas.openxmlformats.org/officeDocument/2006/relationships/image" Target="../media/image471.png"/><Relationship Id="rId288" Type="http://schemas.openxmlformats.org/officeDocument/2006/relationships/customXml" Target="../ink/ink873.xml"/><Relationship Id="rId106" Type="http://schemas.openxmlformats.org/officeDocument/2006/relationships/image" Target="../media/image391.png"/><Relationship Id="rId127" Type="http://schemas.openxmlformats.org/officeDocument/2006/relationships/customXml" Target="../ink/ink792.xml"/><Relationship Id="rId313" Type="http://schemas.openxmlformats.org/officeDocument/2006/relationships/image" Target="../media/image494.png"/><Relationship Id="rId10" Type="http://schemas.openxmlformats.org/officeDocument/2006/relationships/customXml" Target="../ink/ink733.xml"/><Relationship Id="rId31" Type="http://schemas.openxmlformats.org/officeDocument/2006/relationships/image" Target="../media/image35.png"/><Relationship Id="rId52" Type="http://schemas.openxmlformats.org/officeDocument/2006/relationships/customXml" Target="../ink/ink754.xml"/><Relationship Id="rId73" Type="http://schemas.openxmlformats.org/officeDocument/2006/relationships/image" Target="../media/image91.png"/><Relationship Id="rId94" Type="http://schemas.openxmlformats.org/officeDocument/2006/relationships/image" Target="../media/image385.png"/><Relationship Id="rId148" Type="http://schemas.openxmlformats.org/officeDocument/2006/relationships/image" Target="../media/image412.png"/><Relationship Id="rId169" Type="http://schemas.openxmlformats.org/officeDocument/2006/relationships/customXml" Target="../ink/ink813.xml"/><Relationship Id="rId334" Type="http://schemas.openxmlformats.org/officeDocument/2006/relationships/customXml" Target="../ink/ink896.xml"/><Relationship Id="rId355" Type="http://schemas.openxmlformats.org/officeDocument/2006/relationships/image" Target="../media/image515.png"/><Relationship Id="rId376" Type="http://schemas.openxmlformats.org/officeDocument/2006/relationships/customXml" Target="../ink/ink917.xml"/><Relationship Id="rId397" Type="http://schemas.openxmlformats.org/officeDocument/2006/relationships/image" Target="../media/image536.png"/><Relationship Id="rId4" Type="http://schemas.openxmlformats.org/officeDocument/2006/relationships/customXml" Target="../ink/ink730.xml"/><Relationship Id="rId180" Type="http://schemas.openxmlformats.org/officeDocument/2006/relationships/customXml" Target="../ink/ink819.xml"/><Relationship Id="rId215" Type="http://schemas.openxmlformats.org/officeDocument/2006/relationships/image" Target="../media/image445.png"/><Relationship Id="rId236" Type="http://schemas.openxmlformats.org/officeDocument/2006/relationships/customXml" Target="../ink/ink847.xml"/><Relationship Id="rId257" Type="http://schemas.openxmlformats.org/officeDocument/2006/relationships/image" Target="../media/image466.png"/><Relationship Id="rId278" Type="http://schemas.openxmlformats.org/officeDocument/2006/relationships/customXml" Target="../ink/ink868.xml"/><Relationship Id="rId401" Type="http://schemas.openxmlformats.org/officeDocument/2006/relationships/image" Target="../media/image538.png"/><Relationship Id="rId303" Type="http://schemas.openxmlformats.org/officeDocument/2006/relationships/image" Target="../media/image489.png"/><Relationship Id="rId42" Type="http://schemas.openxmlformats.org/officeDocument/2006/relationships/customXml" Target="../ink/ink749.xml"/><Relationship Id="rId84" Type="http://schemas.openxmlformats.org/officeDocument/2006/relationships/customXml" Target="../ink/ink770.xml"/><Relationship Id="rId138" Type="http://schemas.openxmlformats.org/officeDocument/2006/relationships/image" Target="../media/image407.png"/><Relationship Id="rId345" Type="http://schemas.openxmlformats.org/officeDocument/2006/relationships/image" Target="../media/image510.png"/><Relationship Id="rId387" Type="http://schemas.openxmlformats.org/officeDocument/2006/relationships/image" Target="../media/image531.png"/><Relationship Id="rId191" Type="http://schemas.openxmlformats.org/officeDocument/2006/relationships/image" Target="../media/image433.png"/><Relationship Id="rId205" Type="http://schemas.openxmlformats.org/officeDocument/2006/relationships/image" Target="../media/image440.png"/><Relationship Id="rId247" Type="http://schemas.openxmlformats.org/officeDocument/2006/relationships/image" Target="../media/image461.png"/><Relationship Id="rId107" Type="http://schemas.openxmlformats.org/officeDocument/2006/relationships/customXml" Target="../ink/ink782.xml"/><Relationship Id="rId289" Type="http://schemas.openxmlformats.org/officeDocument/2006/relationships/image" Target="../media/image482.png"/><Relationship Id="rId11" Type="http://schemas.openxmlformats.org/officeDocument/2006/relationships/image" Target="../media/image19.png"/><Relationship Id="rId53" Type="http://schemas.openxmlformats.org/officeDocument/2006/relationships/image" Target="../media/image69.png"/><Relationship Id="rId149" Type="http://schemas.openxmlformats.org/officeDocument/2006/relationships/customXml" Target="../ink/ink803.xml"/><Relationship Id="rId314" Type="http://schemas.openxmlformats.org/officeDocument/2006/relationships/customXml" Target="../ink/ink886.xml"/><Relationship Id="rId356" Type="http://schemas.openxmlformats.org/officeDocument/2006/relationships/customXml" Target="../ink/ink907.xml"/><Relationship Id="rId398" Type="http://schemas.openxmlformats.org/officeDocument/2006/relationships/customXml" Target="../ink/ink928.xml"/><Relationship Id="rId95" Type="http://schemas.openxmlformats.org/officeDocument/2006/relationships/customXml" Target="../ink/ink776.xml"/><Relationship Id="rId160" Type="http://schemas.openxmlformats.org/officeDocument/2006/relationships/image" Target="../media/image418.png"/><Relationship Id="rId216" Type="http://schemas.openxmlformats.org/officeDocument/2006/relationships/customXml" Target="../ink/ink837.xml"/><Relationship Id="rId258" Type="http://schemas.openxmlformats.org/officeDocument/2006/relationships/customXml" Target="../ink/ink858.xml"/><Relationship Id="rId22" Type="http://schemas.openxmlformats.org/officeDocument/2006/relationships/customXml" Target="../ink/ink739.xml"/><Relationship Id="rId64" Type="http://schemas.openxmlformats.org/officeDocument/2006/relationships/customXml" Target="../ink/ink760.xml"/><Relationship Id="rId118" Type="http://schemas.openxmlformats.org/officeDocument/2006/relationships/image" Target="../media/image397.png"/><Relationship Id="rId325" Type="http://schemas.openxmlformats.org/officeDocument/2006/relationships/image" Target="../media/image500.png"/><Relationship Id="rId367" Type="http://schemas.openxmlformats.org/officeDocument/2006/relationships/image" Target="../media/image521.png"/><Relationship Id="rId171" Type="http://schemas.openxmlformats.org/officeDocument/2006/relationships/customXml" Target="../ink/ink814.xml"/><Relationship Id="rId227" Type="http://schemas.openxmlformats.org/officeDocument/2006/relationships/image" Target="../media/image451.png"/><Relationship Id="rId269" Type="http://schemas.openxmlformats.org/officeDocument/2006/relationships/image" Target="../media/image472.png"/><Relationship Id="rId33" Type="http://schemas.openxmlformats.org/officeDocument/2006/relationships/image" Target="../media/image42.png"/><Relationship Id="rId129" Type="http://schemas.openxmlformats.org/officeDocument/2006/relationships/customXml" Target="../ink/ink793.xml"/><Relationship Id="rId280" Type="http://schemas.openxmlformats.org/officeDocument/2006/relationships/customXml" Target="../ink/ink869.xml"/><Relationship Id="rId336" Type="http://schemas.openxmlformats.org/officeDocument/2006/relationships/customXml" Target="../ink/ink897.xml"/><Relationship Id="rId75" Type="http://schemas.openxmlformats.org/officeDocument/2006/relationships/image" Target="../media/image92.png"/><Relationship Id="rId140" Type="http://schemas.openxmlformats.org/officeDocument/2006/relationships/image" Target="../media/image408.png"/><Relationship Id="rId182" Type="http://schemas.openxmlformats.org/officeDocument/2006/relationships/customXml" Target="../ink/ink820.xml"/><Relationship Id="rId378" Type="http://schemas.openxmlformats.org/officeDocument/2006/relationships/customXml" Target="../ink/ink918.xml"/><Relationship Id="rId6" Type="http://schemas.openxmlformats.org/officeDocument/2006/relationships/customXml" Target="../ink/ink731.xml"/><Relationship Id="rId238" Type="http://schemas.openxmlformats.org/officeDocument/2006/relationships/customXml" Target="../ink/ink848.xml"/><Relationship Id="rId291" Type="http://schemas.openxmlformats.org/officeDocument/2006/relationships/image" Target="../media/image483.png"/><Relationship Id="rId305" Type="http://schemas.openxmlformats.org/officeDocument/2006/relationships/image" Target="../media/image490.png"/><Relationship Id="rId347" Type="http://schemas.openxmlformats.org/officeDocument/2006/relationships/image" Target="../media/image511.png"/><Relationship Id="rId44" Type="http://schemas.openxmlformats.org/officeDocument/2006/relationships/customXml" Target="../ink/ink750.xml"/><Relationship Id="rId86" Type="http://schemas.openxmlformats.org/officeDocument/2006/relationships/customXml" Target="../ink/ink771.xml"/><Relationship Id="rId151" Type="http://schemas.openxmlformats.org/officeDocument/2006/relationships/customXml" Target="../ink/ink804.xml"/><Relationship Id="rId389" Type="http://schemas.openxmlformats.org/officeDocument/2006/relationships/image" Target="../media/image532.png"/><Relationship Id="rId193" Type="http://schemas.openxmlformats.org/officeDocument/2006/relationships/image" Target="../media/image434.png"/><Relationship Id="rId207" Type="http://schemas.openxmlformats.org/officeDocument/2006/relationships/image" Target="../media/image441.png"/><Relationship Id="rId249" Type="http://schemas.openxmlformats.org/officeDocument/2006/relationships/image" Target="../media/image462.png"/><Relationship Id="rId13" Type="http://schemas.openxmlformats.org/officeDocument/2006/relationships/image" Target="../media/image20.png"/><Relationship Id="rId109" Type="http://schemas.openxmlformats.org/officeDocument/2006/relationships/customXml" Target="../ink/ink783.xml"/><Relationship Id="rId260" Type="http://schemas.openxmlformats.org/officeDocument/2006/relationships/customXml" Target="../ink/ink859.xml"/><Relationship Id="rId316" Type="http://schemas.openxmlformats.org/officeDocument/2006/relationships/customXml" Target="../ink/ink887.xml"/><Relationship Id="rId55" Type="http://schemas.openxmlformats.org/officeDocument/2006/relationships/image" Target="../media/image70.png"/><Relationship Id="rId97" Type="http://schemas.openxmlformats.org/officeDocument/2006/relationships/customXml" Target="../ink/ink777.xml"/><Relationship Id="rId120" Type="http://schemas.openxmlformats.org/officeDocument/2006/relationships/image" Target="../media/image398.png"/><Relationship Id="rId358" Type="http://schemas.openxmlformats.org/officeDocument/2006/relationships/customXml" Target="../ink/ink908.xml"/><Relationship Id="rId162" Type="http://schemas.openxmlformats.org/officeDocument/2006/relationships/image" Target="../media/image419.png"/><Relationship Id="rId218" Type="http://schemas.openxmlformats.org/officeDocument/2006/relationships/customXml" Target="../ink/ink838.xml"/><Relationship Id="rId271" Type="http://schemas.openxmlformats.org/officeDocument/2006/relationships/image" Target="../media/image473.png"/><Relationship Id="rId24" Type="http://schemas.openxmlformats.org/officeDocument/2006/relationships/customXml" Target="../ink/ink740.xml"/><Relationship Id="rId66" Type="http://schemas.openxmlformats.org/officeDocument/2006/relationships/customXml" Target="../ink/ink761.xml"/><Relationship Id="rId131" Type="http://schemas.openxmlformats.org/officeDocument/2006/relationships/customXml" Target="../ink/ink794.xml"/><Relationship Id="rId327" Type="http://schemas.openxmlformats.org/officeDocument/2006/relationships/image" Target="../media/image501.png"/><Relationship Id="rId369" Type="http://schemas.openxmlformats.org/officeDocument/2006/relationships/image" Target="../media/image522.png"/><Relationship Id="rId173" Type="http://schemas.openxmlformats.org/officeDocument/2006/relationships/customXml" Target="../ink/ink815.xml"/><Relationship Id="rId229" Type="http://schemas.openxmlformats.org/officeDocument/2006/relationships/image" Target="../media/image452.png"/><Relationship Id="rId380" Type="http://schemas.openxmlformats.org/officeDocument/2006/relationships/customXml" Target="../ink/ink919.xml"/><Relationship Id="rId240" Type="http://schemas.openxmlformats.org/officeDocument/2006/relationships/customXml" Target="../ink/ink849.xml"/><Relationship Id="rId35" Type="http://schemas.openxmlformats.org/officeDocument/2006/relationships/image" Target="../media/image43.png"/><Relationship Id="rId77" Type="http://schemas.openxmlformats.org/officeDocument/2006/relationships/image" Target="../media/image93.png"/><Relationship Id="rId100" Type="http://schemas.openxmlformats.org/officeDocument/2006/relationships/image" Target="../media/image388.png"/><Relationship Id="rId282" Type="http://schemas.openxmlformats.org/officeDocument/2006/relationships/customXml" Target="../ink/ink870.xml"/><Relationship Id="rId338" Type="http://schemas.openxmlformats.org/officeDocument/2006/relationships/customXml" Target="../ink/ink898.xml"/><Relationship Id="rId8" Type="http://schemas.openxmlformats.org/officeDocument/2006/relationships/customXml" Target="../ink/ink732.xml"/><Relationship Id="rId142" Type="http://schemas.openxmlformats.org/officeDocument/2006/relationships/image" Target="../media/image409.png"/><Relationship Id="rId184" Type="http://schemas.openxmlformats.org/officeDocument/2006/relationships/customXml" Target="../ink/ink821.xml"/><Relationship Id="rId391" Type="http://schemas.openxmlformats.org/officeDocument/2006/relationships/image" Target="../media/image533.png"/><Relationship Id="rId251" Type="http://schemas.openxmlformats.org/officeDocument/2006/relationships/image" Target="../media/image463.png"/><Relationship Id="rId46" Type="http://schemas.openxmlformats.org/officeDocument/2006/relationships/customXml" Target="../ink/ink751.xml"/><Relationship Id="rId293" Type="http://schemas.openxmlformats.org/officeDocument/2006/relationships/image" Target="../media/image484.png"/><Relationship Id="rId307" Type="http://schemas.openxmlformats.org/officeDocument/2006/relationships/image" Target="../media/image491.png"/><Relationship Id="rId349" Type="http://schemas.openxmlformats.org/officeDocument/2006/relationships/image" Target="../media/image512.png"/><Relationship Id="rId88" Type="http://schemas.openxmlformats.org/officeDocument/2006/relationships/image" Target="../media/image382.png"/><Relationship Id="rId111" Type="http://schemas.openxmlformats.org/officeDocument/2006/relationships/customXml" Target="../ink/ink784.xml"/><Relationship Id="rId153" Type="http://schemas.openxmlformats.org/officeDocument/2006/relationships/customXml" Target="../ink/ink805.xml"/><Relationship Id="rId195" Type="http://schemas.openxmlformats.org/officeDocument/2006/relationships/image" Target="../media/image435.png"/><Relationship Id="rId209" Type="http://schemas.openxmlformats.org/officeDocument/2006/relationships/image" Target="../media/image442.png"/><Relationship Id="rId360" Type="http://schemas.openxmlformats.org/officeDocument/2006/relationships/customXml" Target="../ink/ink909.xml"/><Relationship Id="rId220" Type="http://schemas.openxmlformats.org/officeDocument/2006/relationships/customXml" Target="../ink/ink839.xml"/><Relationship Id="rId15" Type="http://schemas.openxmlformats.org/officeDocument/2006/relationships/image" Target="../media/image21.png"/><Relationship Id="rId57" Type="http://schemas.openxmlformats.org/officeDocument/2006/relationships/image" Target="../media/image71.png"/><Relationship Id="rId262" Type="http://schemas.openxmlformats.org/officeDocument/2006/relationships/customXml" Target="../ink/ink860.xml"/><Relationship Id="rId318" Type="http://schemas.openxmlformats.org/officeDocument/2006/relationships/customXml" Target="../ink/ink888.xml"/><Relationship Id="rId99" Type="http://schemas.openxmlformats.org/officeDocument/2006/relationships/customXml" Target="../ink/ink778.xml"/><Relationship Id="rId122" Type="http://schemas.openxmlformats.org/officeDocument/2006/relationships/image" Target="../media/image399.png"/><Relationship Id="rId164" Type="http://schemas.openxmlformats.org/officeDocument/2006/relationships/image" Target="../media/image420.png"/><Relationship Id="rId371" Type="http://schemas.openxmlformats.org/officeDocument/2006/relationships/image" Target="../media/image523.png"/><Relationship Id="rId26" Type="http://schemas.openxmlformats.org/officeDocument/2006/relationships/customXml" Target="../ink/ink741.xml"/><Relationship Id="rId231" Type="http://schemas.openxmlformats.org/officeDocument/2006/relationships/image" Target="../media/image453.png"/><Relationship Id="rId273" Type="http://schemas.openxmlformats.org/officeDocument/2006/relationships/image" Target="../media/image474.png"/><Relationship Id="rId329" Type="http://schemas.openxmlformats.org/officeDocument/2006/relationships/image" Target="../media/image502.png"/><Relationship Id="rId68" Type="http://schemas.openxmlformats.org/officeDocument/2006/relationships/customXml" Target="../ink/ink762.xml"/><Relationship Id="rId133" Type="http://schemas.openxmlformats.org/officeDocument/2006/relationships/customXml" Target="../ink/ink795.xml"/><Relationship Id="rId175" Type="http://schemas.openxmlformats.org/officeDocument/2006/relationships/customXml" Target="../ink/ink816.xml"/><Relationship Id="rId340" Type="http://schemas.openxmlformats.org/officeDocument/2006/relationships/customXml" Target="../ink/ink899.xml"/><Relationship Id="rId200" Type="http://schemas.openxmlformats.org/officeDocument/2006/relationships/customXml" Target="../ink/ink829.xml"/><Relationship Id="rId382" Type="http://schemas.openxmlformats.org/officeDocument/2006/relationships/customXml" Target="../ink/ink920.xml"/><Relationship Id="rId242" Type="http://schemas.openxmlformats.org/officeDocument/2006/relationships/customXml" Target="../ink/ink850.xml"/><Relationship Id="rId284" Type="http://schemas.openxmlformats.org/officeDocument/2006/relationships/customXml" Target="../ink/ink871.xml"/><Relationship Id="rId37" Type="http://schemas.openxmlformats.org/officeDocument/2006/relationships/image" Target="../media/image44.png"/><Relationship Id="rId79" Type="http://schemas.openxmlformats.org/officeDocument/2006/relationships/image" Target="../media/image378.png"/><Relationship Id="rId102" Type="http://schemas.openxmlformats.org/officeDocument/2006/relationships/image" Target="../media/image389.png"/><Relationship Id="rId144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87.xml"/><Relationship Id="rId21" Type="http://schemas.openxmlformats.org/officeDocument/2006/relationships/customXml" Target="../ink/ink939.xml"/><Relationship Id="rId324" Type="http://schemas.openxmlformats.org/officeDocument/2006/relationships/image" Target="../media/image625.png"/><Relationship Id="rId531" Type="http://schemas.openxmlformats.org/officeDocument/2006/relationships/customXml" Target="../ink/ink1194.xml"/><Relationship Id="rId170" Type="http://schemas.openxmlformats.org/officeDocument/2006/relationships/image" Target="../media/image548.png"/><Relationship Id="rId268" Type="http://schemas.openxmlformats.org/officeDocument/2006/relationships/image" Target="../media/image597.png"/><Relationship Id="rId475" Type="http://schemas.openxmlformats.org/officeDocument/2006/relationships/customXml" Target="../ink/ink1166.xml"/><Relationship Id="rId32" Type="http://schemas.openxmlformats.org/officeDocument/2006/relationships/image" Target="../media/image396.png"/><Relationship Id="rId128" Type="http://schemas.openxmlformats.org/officeDocument/2006/relationships/image" Target="../media/image468.png"/><Relationship Id="rId335" Type="http://schemas.openxmlformats.org/officeDocument/2006/relationships/customXml" Target="../ink/ink1096.xml"/><Relationship Id="rId542" Type="http://schemas.openxmlformats.org/officeDocument/2006/relationships/image" Target="../media/image734.png"/><Relationship Id="rId181" Type="http://schemas.openxmlformats.org/officeDocument/2006/relationships/customXml" Target="../ink/ink1019.xml"/><Relationship Id="rId402" Type="http://schemas.openxmlformats.org/officeDocument/2006/relationships/image" Target="../media/image664.png"/><Relationship Id="rId279" Type="http://schemas.openxmlformats.org/officeDocument/2006/relationships/customXml" Target="../ink/ink1068.xml"/><Relationship Id="rId486" Type="http://schemas.openxmlformats.org/officeDocument/2006/relationships/image" Target="../media/image706.png"/><Relationship Id="rId43" Type="http://schemas.openxmlformats.org/officeDocument/2006/relationships/customXml" Target="../ink/ink950.xml"/><Relationship Id="rId139" Type="http://schemas.openxmlformats.org/officeDocument/2006/relationships/customXml" Target="../ink/ink998.xml"/><Relationship Id="rId346" Type="http://schemas.openxmlformats.org/officeDocument/2006/relationships/image" Target="../media/image636.png"/><Relationship Id="rId192" Type="http://schemas.openxmlformats.org/officeDocument/2006/relationships/image" Target="../media/image559.png"/><Relationship Id="rId206" Type="http://schemas.openxmlformats.org/officeDocument/2006/relationships/image" Target="../media/image566.png"/><Relationship Id="rId413" Type="http://schemas.openxmlformats.org/officeDocument/2006/relationships/customXml" Target="../ink/ink1135.xml"/><Relationship Id="rId248" Type="http://schemas.openxmlformats.org/officeDocument/2006/relationships/image" Target="../media/image587.png"/><Relationship Id="rId455" Type="http://schemas.openxmlformats.org/officeDocument/2006/relationships/customXml" Target="../ink/ink1156.xml"/><Relationship Id="rId497" Type="http://schemas.openxmlformats.org/officeDocument/2006/relationships/customXml" Target="../ink/ink1177.xml"/><Relationship Id="rId12" Type="http://schemas.openxmlformats.org/officeDocument/2006/relationships/image" Target="../media/image386.png"/><Relationship Id="rId108" Type="http://schemas.openxmlformats.org/officeDocument/2006/relationships/image" Target="../media/image458.png"/><Relationship Id="rId315" Type="http://schemas.openxmlformats.org/officeDocument/2006/relationships/customXml" Target="../ink/ink1086.xml"/><Relationship Id="rId357" Type="http://schemas.openxmlformats.org/officeDocument/2006/relationships/customXml" Target="../ink/ink1107.xml"/><Relationship Id="rId522" Type="http://schemas.openxmlformats.org/officeDocument/2006/relationships/image" Target="../media/image724.png"/><Relationship Id="rId54" Type="http://schemas.openxmlformats.org/officeDocument/2006/relationships/image" Target="../media/image407.png"/><Relationship Id="rId96" Type="http://schemas.openxmlformats.org/officeDocument/2006/relationships/image" Target="../media/image452.png"/><Relationship Id="rId161" Type="http://schemas.openxmlformats.org/officeDocument/2006/relationships/customXml" Target="../ink/ink1009.xml"/><Relationship Id="rId217" Type="http://schemas.openxmlformats.org/officeDocument/2006/relationships/customXml" Target="../ink/ink1037.xml"/><Relationship Id="rId399" Type="http://schemas.openxmlformats.org/officeDocument/2006/relationships/customXml" Target="../ink/ink1128.xml"/><Relationship Id="rId259" Type="http://schemas.openxmlformats.org/officeDocument/2006/relationships/customXml" Target="../ink/ink1058.xml"/><Relationship Id="rId424" Type="http://schemas.openxmlformats.org/officeDocument/2006/relationships/image" Target="../media/image675.png"/><Relationship Id="rId466" Type="http://schemas.openxmlformats.org/officeDocument/2006/relationships/image" Target="../media/image696.png"/><Relationship Id="rId23" Type="http://schemas.openxmlformats.org/officeDocument/2006/relationships/customXml" Target="../ink/ink940.xml"/><Relationship Id="rId119" Type="http://schemas.openxmlformats.org/officeDocument/2006/relationships/customXml" Target="../ink/ink988.xml"/><Relationship Id="rId270" Type="http://schemas.openxmlformats.org/officeDocument/2006/relationships/image" Target="../media/image598.png"/><Relationship Id="rId326" Type="http://schemas.openxmlformats.org/officeDocument/2006/relationships/image" Target="../media/image626.png"/><Relationship Id="rId533" Type="http://schemas.openxmlformats.org/officeDocument/2006/relationships/customXml" Target="../ink/ink1195.xml"/><Relationship Id="rId65" Type="http://schemas.openxmlformats.org/officeDocument/2006/relationships/customXml" Target="../ink/ink961.xml"/><Relationship Id="rId130" Type="http://schemas.openxmlformats.org/officeDocument/2006/relationships/image" Target="../media/image469.png"/><Relationship Id="rId368" Type="http://schemas.openxmlformats.org/officeDocument/2006/relationships/image" Target="../media/image647.png"/><Relationship Id="rId172" Type="http://schemas.openxmlformats.org/officeDocument/2006/relationships/image" Target="../media/image549.png"/><Relationship Id="rId228" Type="http://schemas.openxmlformats.org/officeDocument/2006/relationships/image" Target="../media/image577.png"/><Relationship Id="rId435" Type="http://schemas.openxmlformats.org/officeDocument/2006/relationships/customXml" Target="../ink/ink1146.xml"/><Relationship Id="rId477" Type="http://schemas.openxmlformats.org/officeDocument/2006/relationships/customXml" Target="../ink/ink1167.xml"/><Relationship Id="rId281" Type="http://schemas.openxmlformats.org/officeDocument/2006/relationships/customXml" Target="../ink/ink1069.xml"/><Relationship Id="rId337" Type="http://schemas.openxmlformats.org/officeDocument/2006/relationships/customXml" Target="../ink/ink1097.xml"/><Relationship Id="rId502" Type="http://schemas.openxmlformats.org/officeDocument/2006/relationships/image" Target="../media/image714.png"/><Relationship Id="rId34" Type="http://schemas.openxmlformats.org/officeDocument/2006/relationships/image" Target="../media/image397.png"/><Relationship Id="rId76" Type="http://schemas.openxmlformats.org/officeDocument/2006/relationships/image" Target="../media/image442.png"/><Relationship Id="rId141" Type="http://schemas.openxmlformats.org/officeDocument/2006/relationships/customXml" Target="../ink/ink999.xml"/><Relationship Id="rId379" Type="http://schemas.openxmlformats.org/officeDocument/2006/relationships/customXml" Target="../ink/ink1118.xml"/><Relationship Id="rId544" Type="http://schemas.openxmlformats.org/officeDocument/2006/relationships/image" Target="../media/image735.png"/><Relationship Id="rId7" Type="http://schemas.openxmlformats.org/officeDocument/2006/relationships/customXml" Target="../ink/ink932.xml"/><Relationship Id="rId183" Type="http://schemas.openxmlformats.org/officeDocument/2006/relationships/customXml" Target="../ink/ink1020.xml"/><Relationship Id="rId239" Type="http://schemas.openxmlformats.org/officeDocument/2006/relationships/customXml" Target="../ink/ink1048.xml"/><Relationship Id="rId390" Type="http://schemas.openxmlformats.org/officeDocument/2006/relationships/image" Target="../media/image658.png"/><Relationship Id="rId404" Type="http://schemas.openxmlformats.org/officeDocument/2006/relationships/image" Target="../media/image665.png"/><Relationship Id="rId446" Type="http://schemas.openxmlformats.org/officeDocument/2006/relationships/image" Target="../media/image686.png"/><Relationship Id="rId250" Type="http://schemas.openxmlformats.org/officeDocument/2006/relationships/image" Target="../media/image588.png"/><Relationship Id="rId292" Type="http://schemas.openxmlformats.org/officeDocument/2006/relationships/image" Target="../media/image609.png"/><Relationship Id="rId306" Type="http://schemas.openxmlformats.org/officeDocument/2006/relationships/image" Target="../media/image616.png"/><Relationship Id="rId488" Type="http://schemas.openxmlformats.org/officeDocument/2006/relationships/image" Target="../media/image707.png"/><Relationship Id="rId45" Type="http://schemas.openxmlformats.org/officeDocument/2006/relationships/customXml" Target="../ink/ink951.xml"/><Relationship Id="rId87" Type="http://schemas.openxmlformats.org/officeDocument/2006/relationships/customXml" Target="../ink/ink972.xml"/><Relationship Id="rId110" Type="http://schemas.openxmlformats.org/officeDocument/2006/relationships/image" Target="../media/image459.png"/><Relationship Id="rId348" Type="http://schemas.openxmlformats.org/officeDocument/2006/relationships/image" Target="../media/image637.png"/><Relationship Id="rId513" Type="http://schemas.openxmlformats.org/officeDocument/2006/relationships/customXml" Target="../ink/ink1185.xml"/><Relationship Id="rId152" Type="http://schemas.openxmlformats.org/officeDocument/2006/relationships/image" Target="../media/image539.png"/><Relationship Id="rId194" Type="http://schemas.openxmlformats.org/officeDocument/2006/relationships/image" Target="../media/image560.png"/><Relationship Id="rId208" Type="http://schemas.openxmlformats.org/officeDocument/2006/relationships/image" Target="../media/image567.png"/><Relationship Id="rId415" Type="http://schemas.openxmlformats.org/officeDocument/2006/relationships/customXml" Target="../ink/ink1136.xml"/><Relationship Id="rId457" Type="http://schemas.openxmlformats.org/officeDocument/2006/relationships/customXml" Target="../ink/ink1157.xml"/><Relationship Id="rId261" Type="http://schemas.openxmlformats.org/officeDocument/2006/relationships/customXml" Target="../ink/ink1059.xml"/><Relationship Id="rId499" Type="http://schemas.openxmlformats.org/officeDocument/2006/relationships/customXml" Target="../ink/ink1178.xml"/><Relationship Id="rId14" Type="http://schemas.openxmlformats.org/officeDocument/2006/relationships/image" Target="../media/image387.png"/><Relationship Id="rId56" Type="http://schemas.openxmlformats.org/officeDocument/2006/relationships/image" Target="../media/image408.png"/><Relationship Id="rId317" Type="http://schemas.openxmlformats.org/officeDocument/2006/relationships/customXml" Target="../ink/ink1087.xml"/><Relationship Id="rId359" Type="http://schemas.openxmlformats.org/officeDocument/2006/relationships/customXml" Target="../ink/ink1108.xml"/><Relationship Id="rId524" Type="http://schemas.openxmlformats.org/officeDocument/2006/relationships/image" Target="../media/image725.png"/><Relationship Id="rId98" Type="http://schemas.openxmlformats.org/officeDocument/2006/relationships/image" Target="../media/image453.png"/><Relationship Id="rId121" Type="http://schemas.openxmlformats.org/officeDocument/2006/relationships/customXml" Target="../ink/ink989.xml"/><Relationship Id="rId163" Type="http://schemas.openxmlformats.org/officeDocument/2006/relationships/customXml" Target="../ink/ink1010.xml"/><Relationship Id="rId219" Type="http://schemas.openxmlformats.org/officeDocument/2006/relationships/customXml" Target="../ink/ink1038.xml"/><Relationship Id="rId370" Type="http://schemas.openxmlformats.org/officeDocument/2006/relationships/image" Target="../media/image648.png"/><Relationship Id="rId426" Type="http://schemas.openxmlformats.org/officeDocument/2006/relationships/image" Target="../media/image676.png"/><Relationship Id="rId230" Type="http://schemas.openxmlformats.org/officeDocument/2006/relationships/image" Target="../media/image578.png"/><Relationship Id="rId468" Type="http://schemas.openxmlformats.org/officeDocument/2006/relationships/image" Target="../media/image697.png"/><Relationship Id="rId25" Type="http://schemas.openxmlformats.org/officeDocument/2006/relationships/customXml" Target="../ink/ink941.xml"/><Relationship Id="rId67" Type="http://schemas.openxmlformats.org/officeDocument/2006/relationships/customXml" Target="../ink/ink962.xml"/><Relationship Id="rId272" Type="http://schemas.openxmlformats.org/officeDocument/2006/relationships/image" Target="../media/image599.png"/><Relationship Id="rId328" Type="http://schemas.openxmlformats.org/officeDocument/2006/relationships/image" Target="../media/image627.png"/><Relationship Id="rId535" Type="http://schemas.openxmlformats.org/officeDocument/2006/relationships/customXml" Target="../ink/ink1196.xml"/><Relationship Id="rId132" Type="http://schemas.openxmlformats.org/officeDocument/2006/relationships/image" Target="../media/image470.png"/><Relationship Id="rId174" Type="http://schemas.openxmlformats.org/officeDocument/2006/relationships/image" Target="../media/image550.png"/><Relationship Id="rId381" Type="http://schemas.openxmlformats.org/officeDocument/2006/relationships/customXml" Target="../ink/ink1119.xml"/><Relationship Id="rId241" Type="http://schemas.openxmlformats.org/officeDocument/2006/relationships/customXml" Target="../ink/ink1049.xml"/><Relationship Id="rId437" Type="http://schemas.openxmlformats.org/officeDocument/2006/relationships/customXml" Target="../ink/ink1147.xml"/><Relationship Id="rId479" Type="http://schemas.openxmlformats.org/officeDocument/2006/relationships/customXml" Target="../ink/ink1168.xml"/><Relationship Id="rId36" Type="http://schemas.openxmlformats.org/officeDocument/2006/relationships/image" Target="../media/image398.png"/><Relationship Id="rId283" Type="http://schemas.openxmlformats.org/officeDocument/2006/relationships/customXml" Target="../ink/ink1070.xml"/><Relationship Id="rId339" Type="http://schemas.openxmlformats.org/officeDocument/2006/relationships/customXml" Target="../ink/ink1098.xml"/><Relationship Id="rId490" Type="http://schemas.openxmlformats.org/officeDocument/2006/relationships/image" Target="../media/image708.png"/><Relationship Id="rId504" Type="http://schemas.openxmlformats.org/officeDocument/2006/relationships/image" Target="../media/image715.png"/><Relationship Id="rId546" Type="http://schemas.openxmlformats.org/officeDocument/2006/relationships/image" Target="../media/image736.png"/><Relationship Id="rId78" Type="http://schemas.openxmlformats.org/officeDocument/2006/relationships/image" Target="../media/image443.png"/><Relationship Id="rId101" Type="http://schemas.openxmlformats.org/officeDocument/2006/relationships/customXml" Target="../ink/ink979.xml"/><Relationship Id="rId143" Type="http://schemas.openxmlformats.org/officeDocument/2006/relationships/customXml" Target="../ink/ink1000.xml"/><Relationship Id="rId185" Type="http://schemas.openxmlformats.org/officeDocument/2006/relationships/customXml" Target="../ink/ink1021.xml"/><Relationship Id="rId350" Type="http://schemas.openxmlformats.org/officeDocument/2006/relationships/image" Target="../media/image638.png"/><Relationship Id="rId406" Type="http://schemas.openxmlformats.org/officeDocument/2006/relationships/image" Target="../media/image666.png"/><Relationship Id="rId9" Type="http://schemas.openxmlformats.org/officeDocument/2006/relationships/customXml" Target="../ink/ink933.xml"/><Relationship Id="rId210" Type="http://schemas.openxmlformats.org/officeDocument/2006/relationships/image" Target="../media/image568.png"/><Relationship Id="rId392" Type="http://schemas.openxmlformats.org/officeDocument/2006/relationships/image" Target="../media/image659.png"/><Relationship Id="rId448" Type="http://schemas.openxmlformats.org/officeDocument/2006/relationships/image" Target="../media/image687.png"/><Relationship Id="rId252" Type="http://schemas.openxmlformats.org/officeDocument/2006/relationships/image" Target="../media/image589.png"/><Relationship Id="rId294" Type="http://schemas.openxmlformats.org/officeDocument/2006/relationships/image" Target="../media/image610.png"/><Relationship Id="rId308" Type="http://schemas.openxmlformats.org/officeDocument/2006/relationships/image" Target="../media/image617.png"/><Relationship Id="rId515" Type="http://schemas.openxmlformats.org/officeDocument/2006/relationships/customXml" Target="../ink/ink1186.xml"/><Relationship Id="rId47" Type="http://schemas.openxmlformats.org/officeDocument/2006/relationships/customXml" Target="../ink/ink952.xml"/><Relationship Id="rId89" Type="http://schemas.openxmlformats.org/officeDocument/2006/relationships/customXml" Target="../ink/ink973.xml"/><Relationship Id="rId112" Type="http://schemas.openxmlformats.org/officeDocument/2006/relationships/image" Target="../media/image460.png"/><Relationship Id="rId154" Type="http://schemas.openxmlformats.org/officeDocument/2006/relationships/image" Target="../media/image540.png"/><Relationship Id="rId361" Type="http://schemas.openxmlformats.org/officeDocument/2006/relationships/customXml" Target="../ink/ink1109.xml"/><Relationship Id="rId196" Type="http://schemas.openxmlformats.org/officeDocument/2006/relationships/image" Target="../media/image561.png"/><Relationship Id="rId417" Type="http://schemas.openxmlformats.org/officeDocument/2006/relationships/customXml" Target="../ink/ink1137.xml"/><Relationship Id="rId459" Type="http://schemas.openxmlformats.org/officeDocument/2006/relationships/customXml" Target="../ink/ink1158.xml"/><Relationship Id="rId16" Type="http://schemas.openxmlformats.org/officeDocument/2006/relationships/image" Target="../media/image388.png"/><Relationship Id="rId221" Type="http://schemas.openxmlformats.org/officeDocument/2006/relationships/customXml" Target="../ink/ink1039.xml"/><Relationship Id="rId263" Type="http://schemas.openxmlformats.org/officeDocument/2006/relationships/customXml" Target="../ink/ink1060.xml"/><Relationship Id="rId319" Type="http://schemas.openxmlformats.org/officeDocument/2006/relationships/customXml" Target="../ink/ink1088.xml"/><Relationship Id="rId470" Type="http://schemas.openxmlformats.org/officeDocument/2006/relationships/image" Target="../media/image698.png"/><Relationship Id="rId526" Type="http://schemas.openxmlformats.org/officeDocument/2006/relationships/image" Target="../media/image726.png"/><Relationship Id="rId58" Type="http://schemas.openxmlformats.org/officeDocument/2006/relationships/image" Target="../media/image409.png"/><Relationship Id="rId123" Type="http://schemas.openxmlformats.org/officeDocument/2006/relationships/customXml" Target="../ink/ink990.xml"/><Relationship Id="rId330" Type="http://schemas.openxmlformats.org/officeDocument/2006/relationships/image" Target="../media/image628.png"/><Relationship Id="rId165" Type="http://schemas.openxmlformats.org/officeDocument/2006/relationships/customXml" Target="../ink/ink1011.xml"/><Relationship Id="rId372" Type="http://schemas.openxmlformats.org/officeDocument/2006/relationships/image" Target="../media/image649.png"/><Relationship Id="rId428" Type="http://schemas.openxmlformats.org/officeDocument/2006/relationships/image" Target="../media/image677.png"/><Relationship Id="rId232" Type="http://schemas.openxmlformats.org/officeDocument/2006/relationships/image" Target="../media/image579.png"/><Relationship Id="rId274" Type="http://schemas.openxmlformats.org/officeDocument/2006/relationships/image" Target="../media/image600.png"/><Relationship Id="rId481" Type="http://schemas.openxmlformats.org/officeDocument/2006/relationships/customXml" Target="../ink/ink1169.xml"/><Relationship Id="rId27" Type="http://schemas.openxmlformats.org/officeDocument/2006/relationships/customXml" Target="../ink/ink942.xml"/><Relationship Id="rId69" Type="http://schemas.openxmlformats.org/officeDocument/2006/relationships/customXml" Target="../ink/ink963.xml"/><Relationship Id="rId134" Type="http://schemas.openxmlformats.org/officeDocument/2006/relationships/image" Target="../media/image471.png"/><Relationship Id="rId537" Type="http://schemas.openxmlformats.org/officeDocument/2006/relationships/customXml" Target="../ink/ink1197.xml"/><Relationship Id="rId80" Type="http://schemas.openxmlformats.org/officeDocument/2006/relationships/image" Target="../media/image444.png"/><Relationship Id="rId176" Type="http://schemas.openxmlformats.org/officeDocument/2006/relationships/image" Target="../media/image551.png"/><Relationship Id="rId341" Type="http://schemas.openxmlformats.org/officeDocument/2006/relationships/customXml" Target="../ink/ink1099.xml"/><Relationship Id="rId383" Type="http://schemas.openxmlformats.org/officeDocument/2006/relationships/customXml" Target="../ink/ink1120.xml"/><Relationship Id="rId439" Type="http://schemas.openxmlformats.org/officeDocument/2006/relationships/customXml" Target="../ink/ink1148.xml"/><Relationship Id="rId201" Type="http://schemas.openxmlformats.org/officeDocument/2006/relationships/customXml" Target="../ink/ink1029.xml"/><Relationship Id="rId243" Type="http://schemas.openxmlformats.org/officeDocument/2006/relationships/customXml" Target="../ink/ink1050.xml"/><Relationship Id="rId285" Type="http://schemas.openxmlformats.org/officeDocument/2006/relationships/customXml" Target="../ink/ink1071.xml"/><Relationship Id="rId450" Type="http://schemas.openxmlformats.org/officeDocument/2006/relationships/image" Target="../media/image688.png"/><Relationship Id="rId506" Type="http://schemas.openxmlformats.org/officeDocument/2006/relationships/image" Target="../media/image716.png"/><Relationship Id="rId38" Type="http://schemas.openxmlformats.org/officeDocument/2006/relationships/image" Target="../media/image399.png"/><Relationship Id="rId103" Type="http://schemas.openxmlformats.org/officeDocument/2006/relationships/customXml" Target="../ink/ink980.xml"/><Relationship Id="rId310" Type="http://schemas.openxmlformats.org/officeDocument/2006/relationships/image" Target="../media/image618.png"/><Relationship Id="rId492" Type="http://schemas.openxmlformats.org/officeDocument/2006/relationships/image" Target="../media/image709.png"/><Relationship Id="rId91" Type="http://schemas.openxmlformats.org/officeDocument/2006/relationships/customXml" Target="../ink/ink974.xml"/><Relationship Id="rId145" Type="http://schemas.openxmlformats.org/officeDocument/2006/relationships/customXml" Target="../ink/ink1001.xml"/><Relationship Id="rId187" Type="http://schemas.openxmlformats.org/officeDocument/2006/relationships/customXml" Target="../ink/ink1022.xml"/><Relationship Id="rId352" Type="http://schemas.openxmlformats.org/officeDocument/2006/relationships/image" Target="../media/image639.png"/><Relationship Id="rId394" Type="http://schemas.openxmlformats.org/officeDocument/2006/relationships/image" Target="../media/image660.png"/><Relationship Id="rId408" Type="http://schemas.openxmlformats.org/officeDocument/2006/relationships/image" Target="../media/image667.png"/><Relationship Id="rId212" Type="http://schemas.openxmlformats.org/officeDocument/2006/relationships/image" Target="../media/image569.png"/><Relationship Id="rId254" Type="http://schemas.openxmlformats.org/officeDocument/2006/relationships/image" Target="../media/image590.png"/><Relationship Id="rId49" Type="http://schemas.openxmlformats.org/officeDocument/2006/relationships/customXml" Target="../ink/ink953.xml"/><Relationship Id="rId114" Type="http://schemas.openxmlformats.org/officeDocument/2006/relationships/image" Target="../media/image461.png"/><Relationship Id="rId296" Type="http://schemas.openxmlformats.org/officeDocument/2006/relationships/image" Target="../media/image611.png"/><Relationship Id="rId461" Type="http://schemas.openxmlformats.org/officeDocument/2006/relationships/customXml" Target="../ink/ink1159.xml"/><Relationship Id="rId517" Type="http://schemas.openxmlformats.org/officeDocument/2006/relationships/customXml" Target="../ink/ink1187.xml"/><Relationship Id="rId60" Type="http://schemas.openxmlformats.org/officeDocument/2006/relationships/image" Target="../media/image410.png"/><Relationship Id="rId156" Type="http://schemas.openxmlformats.org/officeDocument/2006/relationships/image" Target="../media/image541.png"/><Relationship Id="rId198" Type="http://schemas.openxmlformats.org/officeDocument/2006/relationships/image" Target="../media/image562.png"/><Relationship Id="rId321" Type="http://schemas.openxmlformats.org/officeDocument/2006/relationships/customXml" Target="../ink/ink1089.xml"/><Relationship Id="rId363" Type="http://schemas.openxmlformats.org/officeDocument/2006/relationships/customXml" Target="../ink/ink1110.xml"/><Relationship Id="rId419" Type="http://schemas.openxmlformats.org/officeDocument/2006/relationships/customXml" Target="../ink/ink1138.xml"/><Relationship Id="rId223" Type="http://schemas.openxmlformats.org/officeDocument/2006/relationships/customXml" Target="../ink/ink1040.xml"/><Relationship Id="rId430" Type="http://schemas.openxmlformats.org/officeDocument/2006/relationships/image" Target="../media/image678.png"/><Relationship Id="rId18" Type="http://schemas.openxmlformats.org/officeDocument/2006/relationships/image" Target="../media/image389.png"/><Relationship Id="rId265" Type="http://schemas.openxmlformats.org/officeDocument/2006/relationships/customXml" Target="../ink/ink1061.xml"/><Relationship Id="rId472" Type="http://schemas.openxmlformats.org/officeDocument/2006/relationships/image" Target="../media/image699.png"/><Relationship Id="rId528" Type="http://schemas.openxmlformats.org/officeDocument/2006/relationships/image" Target="../media/image727.png"/><Relationship Id="rId125" Type="http://schemas.openxmlformats.org/officeDocument/2006/relationships/customXml" Target="../ink/ink991.xml"/><Relationship Id="rId167" Type="http://schemas.openxmlformats.org/officeDocument/2006/relationships/customXml" Target="../ink/ink1012.xml"/><Relationship Id="rId332" Type="http://schemas.openxmlformats.org/officeDocument/2006/relationships/image" Target="../media/image629.png"/><Relationship Id="rId374" Type="http://schemas.openxmlformats.org/officeDocument/2006/relationships/image" Target="../media/image650.png"/><Relationship Id="rId71" Type="http://schemas.openxmlformats.org/officeDocument/2006/relationships/customXml" Target="../ink/ink964.xml"/><Relationship Id="rId234" Type="http://schemas.openxmlformats.org/officeDocument/2006/relationships/image" Target="../media/image580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943.xml"/><Relationship Id="rId276" Type="http://schemas.openxmlformats.org/officeDocument/2006/relationships/image" Target="../media/image601.png"/><Relationship Id="rId441" Type="http://schemas.openxmlformats.org/officeDocument/2006/relationships/customXml" Target="../ink/ink1149.xml"/><Relationship Id="rId483" Type="http://schemas.openxmlformats.org/officeDocument/2006/relationships/customXml" Target="../ink/ink1170.xml"/><Relationship Id="rId539" Type="http://schemas.openxmlformats.org/officeDocument/2006/relationships/customXml" Target="../ink/ink1198.xml"/><Relationship Id="rId40" Type="http://schemas.openxmlformats.org/officeDocument/2006/relationships/image" Target="../media/image400.png"/><Relationship Id="rId136" Type="http://schemas.openxmlformats.org/officeDocument/2006/relationships/image" Target="../media/image472.png"/><Relationship Id="rId178" Type="http://schemas.openxmlformats.org/officeDocument/2006/relationships/image" Target="../media/image552.png"/><Relationship Id="rId301" Type="http://schemas.openxmlformats.org/officeDocument/2006/relationships/customXml" Target="../ink/ink1079.xml"/><Relationship Id="rId343" Type="http://schemas.openxmlformats.org/officeDocument/2006/relationships/customXml" Target="../ink/ink1100.xml"/><Relationship Id="rId82" Type="http://schemas.openxmlformats.org/officeDocument/2006/relationships/image" Target="../media/image445.png"/><Relationship Id="rId203" Type="http://schemas.openxmlformats.org/officeDocument/2006/relationships/customXml" Target="../ink/ink1030.xml"/><Relationship Id="rId385" Type="http://schemas.openxmlformats.org/officeDocument/2006/relationships/customXml" Target="../ink/ink1121.xml"/><Relationship Id="rId245" Type="http://schemas.openxmlformats.org/officeDocument/2006/relationships/customXml" Target="../ink/ink1051.xml"/><Relationship Id="rId287" Type="http://schemas.openxmlformats.org/officeDocument/2006/relationships/customXml" Target="../ink/ink1072.xml"/><Relationship Id="rId410" Type="http://schemas.openxmlformats.org/officeDocument/2006/relationships/image" Target="../media/image668.png"/><Relationship Id="rId452" Type="http://schemas.openxmlformats.org/officeDocument/2006/relationships/image" Target="../media/image689.png"/><Relationship Id="rId494" Type="http://schemas.openxmlformats.org/officeDocument/2006/relationships/image" Target="../media/image710.png"/><Relationship Id="rId508" Type="http://schemas.openxmlformats.org/officeDocument/2006/relationships/image" Target="../media/image717.png"/><Relationship Id="rId105" Type="http://schemas.openxmlformats.org/officeDocument/2006/relationships/customXml" Target="../ink/ink981.xml"/><Relationship Id="rId147" Type="http://schemas.openxmlformats.org/officeDocument/2006/relationships/customXml" Target="../ink/ink1002.xml"/><Relationship Id="rId312" Type="http://schemas.openxmlformats.org/officeDocument/2006/relationships/image" Target="../media/image619.png"/><Relationship Id="rId354" Type="http://schemas.openxmlformats.org/officeDocument/2006/relationships/image" Target="../media/image640.png"/><Relationship Id="rId51" Type="http://schemas.openxmlformats.org/officeDocument/2006/relationships/customXml" Target="../ink/ink954.xml"/><Relationship Id="rId93" Type="http://schemas.openxmlformats.org/officeDocument/2006/relationships/customXml" Target="../ink/ink975.xml"/><Relationship Id="rId189" Type="http://schemas.openxmlformats.org/officeDocument/2006/relationships/customXml" Target="../ink/ink1023.xml"/><Relationship Id="rId396" Type="http://schemas.openxmlformats.org/officeDocument/2006/relationships/image" Target="../media/image661.png"/><Relationship Id="rId214" Type="http://schemas.openxmlformats.org/officeDocument/2006/relationships/image" Target="../media/image570.png"/><Relationship Id="rId256" Type="http://schemas.openxmlformats.org/officeDocument/2006/relationships/image" Target="../media/image591.png"/><Relationship Id="rId298" Type="http://schemas.openxmlformats.org/officeDocument/2006/relationships/image" Target="../media/image612.png"/><Relationship Id="rId421" Type="http://schemas.openxmlformats.org/officeDocument/2006/relationships/customXml" Target="../ink/ink1139.xml"/><Relationship Id="rId463" Type="http://schemas.openxmlformats.org/officeDocument/2006/relationships/customXml" Target="../ink/ink1160.xml"/><Relationship Id="rId519" Type="http://schemas.openxmlformats.org/officeDocument/2006/relationships/customXml" Target="../ink/ink1188.xml"/><Relationship Id="rId116" Type="http://schemas.openxmlformats.org/officeDocument/2006/relationships/image" Target="../media/image462.png"/><Relationship Id="rId158" Type="http://schemas.openxmlformats.org/officeDocument/2006/relationships/image" Target="../media/image542.png"/><Relationship Id="rId323" Type="http://schemas.openxmlformats.org/officeDocument/2006/relationships/customXml" Target="../ink/ink1090.xml"/><Relationship Id="rId530" Type="http://schemas.openxmlformats.org/officeDocument/2006/relationships/image" Target="../media/image728.png"/><Relationship Id="rId20" Type="http://schemas.openxmlformats.org/officeDocument/2006/relationships/image" Target="../media/image390.png"/><Relationship Id="rId62" Type="http://schemas.openxmlformats.org/officeDocument/2006/relationships/image" Target="../media/image411.png"/><Relationship Id="rId365" Type="http://schemas.openxmlformats.org/officeDocument/2006/relationships/customXml" Target="../ink/ink1111.xml"/><Relationship Id="rId225" Type="http://schemas.openxmlformats.org/officeDocument/2006/relationships/customXml" Target="../ink/ink1041.xml"/><Relationship Id="rId267" Type="http://schemas.openxmlformats.org/officeDocument/2006/relationships/customXml" Target="../ink/ink1062.xml"/><Relationship Id="rId432" Type="http://schemas.openxmlformats.org/officeDocument/2006/relationships/image" Target="../media/image679.png"/><Relationship Id="rId474" Type="http://schemas.openxmlformats.org/officeDocument/2006/relationships/image" Target="../media/image700.png"/><Relationship Id="rId127" Type="http://schemas.openxmlformats.org/officeDocument/2006/relationships/customXml" Target="../ink/ink992.xml"/><Relationship Id="rId31" Type="http://schemas.openxmlformats.org/officeDocument/2006/relationships/customXml" Target="../ink/ink944.xml"/><Relationship Id="rId73" Type="http://schemas.openxmlformats.org/officeDocument/2006/relationships/customXml" Target="../ink/ink965.xml"/><Relationship Id="rId169" Type="http://schemas.openxmlformats.org/officeDocument/2006/relationships/customXml" Target="../ink/ink1013.xml"/><Relationship Id="rId334" Type="http://schemas.openxmlformats.org/officeDocument/2006/relationships/image" Target="../media/image630.png"/><Relationship Id="rId376" Type="http://schemas.openxmlformats.org/officeDocument/2006/relationships/image" Target="../media/image651.png"/><Relationship Id="rId541" Type="http://schemas.openxmlformats.org/officeDocument/2006/relationships/customXml" Target="../ink/ink1199.xml"/><Relationship Id="rId4" Type="http://schemas.openxmlformats.org/officeDocument/2006/relationships/image" Target="../media/image382.png"/><Relationship Id="rId180" Type="http://schemas.openxmlformats.org/officeDocument/2006/relationships/image" Target="../media/image553.png"/><Relationship Id="rId236" Type="http://schemas.openxmlformats.org/officeDocument/2006/relationships/image" Target="../media/image581.png"/><Relationship Id="rId278" Type="http://schemas.openxmlformats.org/officeDocument/2006/relationships/image" Target="../media/image602.png"/><Relationship Id="rId401" Type="http://schemas.openxmlformats.org/officeDocument/2006/relationships/customXml" Target="../ink/ink1129.xml"/><Relationship Id="rId443" Type="http://schemas.openxmlformats.org/officeDocument/2006/relationships/customXml" Target="../ink/ink1150.xml"/><Relationship Id="rId303" Type="http://schemas.openxmlformats.org/officeDocument/2006/relationships/customXml" Target="../ink/ink1080.xml"/><Relationship Id="rId485" Type="http://schemas.openxmlformats.org/officeDocument/2006/relationships/customXml" Target="../ink/ink1171.xml"/><Relationship Id="rId42" Type="http://schemas.openxmlformats.org/officeDocument/2006/relationships/image" Target="../media/image401.png"/><Relationship Id="rId84" Type="http://schemas.openxmlformats.org/officeDocument/2006/relationships/image" Target="../media/image446.png"/><Relationship Id="rId138" Type="http://schemas.openxmlformats.org/officeDocument/2006/relationships/image" Target="../media/image473.png"/><Relationship Id="rId345" Type="http://schemas.openxmlformats.org/officeDocument/2006/relationships/customXml" Target="../ink/ink1101.xml"/><Relationship Id="rId387" Type="http://schemas.openxmlformats.org/officeDocument/2006/relationships/customXml" Target="../ink/ink1122.xml"/><Relationship Id="rId510" Type="http://schemas.openxmlformats.org/officeDocument/2006/relationships/image" Target="../media/image718.png"/><Relationship Id="rId191" Type="http://schemas.openxmlformats.org/officeDocument/2006/relationships/customXml" Target="../ink/ink1024.xml"/><Relationship Id="rId205" Type="http://schemas.openxmlformats.org/officeDocument/2006/relationships/customXml" Target="../ink/ink1031.xml"/><Relationship Id="rId247" Type="http://schemas.openxmlformats.org/officeDocument/2006/relationships/customXml" Target="../ink/ink1052.xml"/><Relationship Id="rId412" Type="http://schemas.openxmlformats.org/officeDocument/2006/relationships/image" Target="../media/image669.png"/><Relationship Id="rId107" Type="http://schemas.openxmlformats.org/officeDocument/2006/relationships/customXml" Target="../ink/ink982.xml"/><Relationship Id="rId289" Type="http://schemas.openxmlformats.org/officeDocument/2006/relationships/customXml" Target="../ink/ink1073.xml"/><Relationship Id="rId454" Type="http://schemas.openxmlformats.org/officeDocument/2006/relationships/image" Target="../media/image690.png"/><Relationship Id="rId496" Type="http://schemas.openxmlformats.org/officeDocument/2006/relationships/image" Target="../media/image711.png"/><Relationship Id="rId11" Type="http://schemas.openxmlformats.org/officeDocument/2006/relationships/customXml" Target="../ink/ink934.xml"/><Relationship Id="rId53" Type="http://schemas.openxmlformats.org/officeDocument/2006/relationships/customXml" Target="../ink/ink955.xml"/><Relationship Id="rId149" Type="http://schemas.openxmlformats.org/officeDocument/2006/relationships/customXml" Target="../ink/ink1003.xml"/><Relationship Id="rId314" Type="http://schemas.openxmlformats.org/officeDocument/2006/relationships/image" Target="../media/image620.png"/><Relationship Id="rId356" Type="http://schemas.openxmlformats.org/officeDocument/2006/relationships/image" Target="../media/image641.png"/><Relationship Id="rId398" Type="http://schemas.openxmlformats.org/officeDocument/2006/relationships/image" Target="../media/image662.png"/><Relationship Id="rId521" Type="http://schemas.openxmlformats.org/officeDocument/2006/relationships/customXml" Target="../ink/ink1189.xml"/><Relationship Id="rId95" Type="http://schemas.openxmlformats.org/officeDocument/2006/relationships/customXml" Target="../ink/ink976.xml"/><Relationship Id="rId160" Type="http://schemas.openxmlformats.org/officeDocument/2006/relationships/image" Target="../media/image543.png"/><Relationship Id="rId216" Type="http://schemas.openxmlformats.org/officeDocument/2006/relationships/image" Target="../media/image571.png"/><Relationship Id="rId423" Type="http://schemas.openxmlformats.org/officeDocument/2006/relationships/customXml" Target="../ink/ink1140.xml"/><Relationship Id="rId258" Type="http://schemas.openxmlformats.org/officeDocument/2006/relationships/image" Target="../media/image592.png"/><Relationship Id="rId465" Type="http://schemas.openxmlformats.org/officeDocument/2006/relationships/customXml" Target="../ink/ink1161.xml"/><Relationship Id="rId22" Type="http://schemas.openxmlformats.org/officeDocument/2006/relationships/image" Target="../media/image391.png"/><Relationship Id="rId64" Type="http://schemas.openxmlformats.org/officeDocument/2006/relationships/image" Target="../media/image412.png"/><Relationship Id="rId118" Type="http://schemas.openxmlformats.org/officeDocument/2006/relationships/image" Target="../media/image463.png"/><Relationship Id="rId325" Type="http://schemas.openxmlformats.org/officeDocument/2006/relationships/customXml" Target="../ink/ink1091.xml"/><Relationship Id="rId367" Type="http://schemas.openxmlformats.org/officeDocument/2006/relationships/customXml" Target="../ink/ink1112.xml"/><Relationship Id="rId532" Type="http://schemas.openxmlformats.org/officeDocument/2006/relationships/image" Target="../media/image729.png"/><Relationship Id="rId171" Type="http://schemas.openxmlformats.org/officeDocument/2006/relationships/customXml" Target="../ink/ink1014.xml"/><Relationship Id="rId227" Type="http://schemas.openxmlformats.org/officeDocument/2006/relationships/customXml" Target="../ink/ink1042.xml"/><Relationship Id="rId269" Type="http://schemas.openxmlformats.org/officeDocument/2006/relationships/customXml" Target="../ink/ink1063.xml"/><Relationship Id="rId434" Type="http://schemas.openxmlformats.org/officeDocument/2006/relationships/image" Target="../media/image680.png"/><Relationship Id="rId476" Type="http://schemas.openxmlformats.org/officeDocument/2006/relationships/image" Target="../media/image701.png"/><Relationship Id="rId33" Type="http://schemas.openxmlformats.org/officeDocument/2006/relationships/customXml" Target="../ink/ink945.xml"/><Relationship Id="rId129" Type="http://schemas.openxmlformats.org/officeDocument/2006/relationships/customXml" Target="../ink/ink993.xml"/><Relationship Id="rId280" Type="http://schemas.openxmlformats.org/officeDocument/2006/relationships/image" Target="../media/image603.png"/><Relationship Id="rId336" Type="http://schemas.openxmlformats.org/officeDocument/2006/relationships/image" Target="../media/image631.png"/><Relationship Id="rId501" Type="http://schemas.openxmlformats.org/officeDocument/2006/relationships/customXml" Target="../ink/ink1179.xml"/><Relationship Id="rId543" Type="http://schemas.openxmlformats.org/officeDocument/2006/relationships/customXml" Target="../ink/ink1200.xml"/><Relationship Id="rId75" Type="http://schemas.openxmlformats.org/officeDocument/2006/relationships/customXml" Target="../ink/ink966.xml"/><Relationship Id="rId140" Type="http://schemas.openxmlformats.org/officeDocument/2006/relationships/image" Target="../media/image474.png"/><Relationship Id="rId182" Type="http://schemas.openxmlformats.org/officeDocument/2006/relationships/image" Target="../media/image554.png"/><Relationship Id="rId378" Type="http://schemas.openxmlformats.org/officeDocument/2006/relationships/image" Target="../media/image652.png"/><Relationship Id="rId403" Type="http://schemas.openxmlformats.org/officeDocument/2006/relationships/customXml" Target="../ink/ink1130.xml"/><Relationship Id="rId6" Type="http://schemas.openxmlformats.org/officeDocument/2006/relationships/image" Target="../media/image383.png"/><Relationship Id="rId238" Type="http://schemas.openxmlformats.org/officeDocument/2006/relationships/image" Target="../media/image582.png"/><Relationship Id="rId445" Type="http://schemas.openxmlformats.org/officeDocument/2006/relationships/customXml" Target="../ink/ink1151.xml"/><Relationship Id="rId487" Type="http://schemas.openxmlformats.org/officeDocument/2006/relationships/customXml" Target="../ink/ink1172.xml"/><Relationship Id="rId291" Type="http://schemas.openxmlformats.org/officeDocument/2006/relationships/customXml" Target="../ink/ink1074.xml"/><Relationship Id="rId305" Type="http://schemas.openxmlformats.org/officeDocument/2006/relationships/customXml" Target="../ink/ink1081.xml"/><Relationship Id="rId347" Type="http://schemas.openxmlformats.org/officeDocument/2006/relationships/customXml" Target="../ink/ink1102.xml"/><Relationship Id="rId512" Type="http://schemas.openxmlformats.org/officeDocument/2006/relationships/image" Target="../media/image719.png"/><Relationship Id="rId44" Type="http://schemas.openxmlformats.org/officeDocument/2006/relationships/image" Target="../media/image402.png"/><Relationship Id="rId86" Type="http://schemas.openxmlformats.org/officeDocument/2006/relationships/image" Target="../media/image447.png"/><Relationship Id="rId151" Type="http://schemas.openxmlformats.org/officeDocument/2006/relationships/customXml" Target="../ink/ink1004.xml"/><Relationship Id="rId389" Type="http://schemas.openxmlformats.org/officeDocument/2006/relationships/customXml" Target="../ink/ink1123.xml"/><Relationship Id="rId193" Type="http://schemas.openxmlformats.org/officeDocument/2006/relationships/customXml" Target="../ink/ink1025.xml"/><Relationship Id="rId207" Type="http://schemas.openxmlformats.org/officeDocument/2006/relationships/customXml" Target="../ink/ink1032.xml"/><Relationship Id="rId249" Type="http://schemas.openxmlformats.org/officeDocument/2006/relationships/customXml" Target="../ink/ink1053.xml"/><Relationship Id="rId414" Type="http://schemas.openxmlformats.org/officeDocument/2006/relationships/image" Target="../media/image670.png"/><Relationship Id="rId456" Type="http://schemas.openxmlformats.org/officeDocument/2006/relationships/image" Target="../media/image691.png"/><Relationship Id="rId498" Type="http://schemas.openxmlformats.org/officeDocument/2006/relationships/image" Target="../media/image712.png"/><Relationship Id="rId13" Type="http://schemas.openxmlformats.org/officeDocument/2006/relationships/customXml" Target="../ink/ink935.xml"/><Relationship Id="rId109" Type="http://schemas.openxmlformats.org/officeDocument/2006/relationships/customXml" Target="../ink/ink983.xml"/><Relationship Id="rId260" Type="http://schemas.openxmlformats.org/officeDocument/2006/relationships/image" Target="../media/image593.png"/><Relationship Id="rId316" Type="http://schemas.openxmlformats.org/officeDocument/2006/relationships/image" Target="../media/image621.png"/><Relationship Id="rId523" Type="http://schemas.openxmlformats.org/officeDocument/2006/relationships/customXml" Target="../ink/ink1190.xml"/><Relationship Id="rId55" Type="http://schemas.openxmlformats.org/officeDocument/2006/relationships/customXml" Target="../ink/ink956.xml"/><Relationship Id="rId97" Type="http://schemas.openxmlformats.org/officeDocument/2006/relationships/customXml" Target="../ink/ink977.xml"/><Relationship Id="rId120" Type="http://schemas.openxmlformats.org/officeDocument/2006/relationships/image" Target="../media/image464.png"/><Relationship Id="rId358" Type="http://schemas.openxmlformats.org/officeDocument/2006/relationships/image" Target="../media/image642.png"/><Relationship Id="rId162" Type="http://schemas.openxmlformats.org/officeDocument/2006/relationships/image" Target="../media/image544.png"/><Relationship Id="rId218" Type="http://schemas.openxmlformats.org/officeDocument/2006/relationships/image" Target="../media/image572.png"/><Relationship Id="rId425" Type="http://schemas.openxmlformats.org/officeDocument/2006/relationships/customXml" Target="../ink/ink1141.xml"/><Relationship Id="rId467" Type="http://schemas.openxmlformats.org/officeDocument/2006/relationships/customXml" Target="../ink/ink1162.xml"/><Relationship Id="rId271" Type="http://schemas.openxmlformats.org/officeDocument/2006/relationships/customXml" Target="../ink/ink1064.xml"/><Relationship Id="rId24" Type="http://schemas.openxmlformats.org/officeDocument/2006/relationships/image" Target="../media/image392.png"/><Relationship Id="rId66" Type="http://schemas.openxmlformats.org/officeDocument/2006/relationships/image" Target="../media/image413.png"/><Relationship Id="rId131" Type="http://schemas.openxmlformats.org/officeDocument/2006/relationships/customXml" Target="../ink/ink994.xml"/><Relationship Id="rId327" Type="http://schemas.openxmlformats.org/officeDocument/2006/relationships/customXml" Target="../ink/ink1092.xml"/><Relationship Id="rId369" Type="http://schemas.openxmlformats.org/officeDocument/2006/relationships/customXml" Target="../ink/ink1113.xml"/><Relationship Id="rId534" Type="http://schemas.openxmlformats.org/officeDocument/2006/relationships/image" Target="../media/image730.png"/><Relationship Id="rId173" Type="http://schemas.openxmlformats.org/officeDocument/2006/relationships/customXml" Target="../ink/ink1015.xml"/><Relationship Id="rId229" Type="http://schemas.openxmlformats.org/officeDocument/2006/relationships/customXml" Target="../ink/ink1043.xml"/><Relationship Id="rId380" Type="http://schemas.openxmlformats.org/officeDocument/2006/relationships/image" Target="../media/image653.png"/><Relationship Id="rId436" Type="http://schemas.openxmlformats.org/officeDocument/2006/relationships/image" Target="../media/image681.png"/><Relationship Id="rId240" Type="http://schemas.openxmlformats.org/officeDocument/2006/relationships/image" Target="../media/image583.png"/><Relationship Id="rId478" Type="http://schemas.openxmlformats.org/officeDocument/2006/relationships/image" Target="../media/image702.png"/><Relationship Id="rId35" Type="http://schemas.openxmlformats.org/officeDocument/2006/relationships/customXml" Target="../ink/ink946.xml"/><Relationship Id="rId77" Type="http://schemas.openxmlformats.org/officeDocument/2006/relationships/customXml" Target="../ink/ink967.xml"/><Relationship Id="rId100" Type="http://schemas.openxmlformats.org/officeDocument/2006/relationships/image" Target="../media/image454.png"/><Relationship Id="rId282" Type="http://schemas.openxmlformats.org/officeDocument/2006/relationships/image" Target="../media/image604.png"/><Relationship Id="rId338" Type="http://schemas.openxmlformats.org/officeDocument/2006/relationships/image" Target="../media/image632.png"/><Relationship Id="rId503" Type="http://schemas.openxmlformats.org/officeDocument/2006/relationships/customXml" Target="../ink/ink1180.xml"/><Relationship Id="rId545" Type="http://schemas.openxmlformats.org/officeDocument/2006/relationships/customXml" Target="../ink/ink1201.xml"/><Relationship Id="rId8" Type="http://schemas.openxmlformats.org/officeDocument/2006/relationships/image" Target="../media/image384.png"/><Relationship Id="rId142" Type="http://schemas.openxmlformats.org/officeDocument/2006/relationships/image" Target="../media/image475.png"/><Relationship Id="rId184" Type="http://schemas.openxmlformats.org/officeDocument/2006/relationships/image" Target="../media/image555.png"/><Relationship Id="rId391" Type="http://schemas.openxmlformats.org/officeDocument/2006/relationships/customXml" Target="../ink/ink1124.xml"/><Relationship Id="rId405" Type="http://schemas.openxmlformats.org/officeDocument/2006/relationships/customXml" Target="../ink/ink1131.xml"/><Relationship Id="rId447" Type="http://schemas.openxmlformats.org/officeDocument/2006/relationships/customXml" Target="../ink/ink1152.xml"/><Relationship Id="rId251" Type="http://schemas.openxmlformats.org/officeDocument/2006/relationships/customXml" Target="../ink/ink1054.xml"/><Relationship Id="rId489" Type="http://schemas.openxmlformats.org/officeDocument/2006/relationships/customXml" Target="../ink/ink1173.xml"/><Relationship Id="rId46" Type="http://schemas.openxmlformats.org/officeDocument/2006/relationships/image" Target="../media/image403.png"/><Relationship Id="rId293" Type="http://schemas.openxmlformats.org/officeDocument/2006/relationships/customXml" Target="../ink/ink1075.xml"/><Relationship Id="rId307" Type="http://schemas.openxmlformats.org/officeDocument/2006/relationships/customXml" Target="../ink/ink1082.xml"/><Relationship Id="rId349" Type="http://schemas.openxmlformats.org/officeDocument/2006/relationships/customXml" Target="../ink/ink1103.xml"/><Relationship Id="rId514" Type="http://schemas.openxmlformats.org/officeDocument/2006/relationships/image" Target="../media/image720.png"/><Relationship Id="rId88" Type="http://schemas.openxmlformats.org/officeDocument/2006/relationships/image" Target="../media/image448.png"/><Relationship Id="rId111" Type="http://schemas.openxmlformats.org/officeDocument/2006/relationships/customXml" Target="../ink/ink984.xml"/><Relationship Id="rId153" Type="http://schemas.openxmlformats.org/officeDocument/2006/relationships/customXml" Target="../ink/ink1005.xml"/><Relationship Id="rId195" Type="http://schemas.openxmlformats.org/officeDocument/2006/relationships/customXml" Target="../ink/ink1026.xml"/><Relationship Id="rId209" Type="http://schemas.openxmlformats.org/officeDocument/2006/relationships/customXml" Target="../ink/ink1033.xml"/><Relationship Id="rId360" Type="http://schemas.openxmlformats.org/officeDocument/2006/relationships/image" Target="../media/image643.png"/><Relationship Id="rId416" Type="http://schemas.openxmlformats.org/officeDocument/2006/relationships/image" Target="../media/image671.png"/><Relationship Id="rId220" Type="http://schemas.openxmlformats.org/officeDocument/2006/relationships/image" Target="../media/image573.png"/><Relationship Id="rId458" Type="http://schemas.openxmlformats.org/officeDocument/2006/relationships/image" Target="../media/image692.png"/><Relationship Id="rId15" Type="http://schemas.openxmlformats.org/officeDocument/2006/relationships/customXml" Target="../ink/ink936.xml"/><Relationship Id="rId57" Type="http://schemas.openxmlformats.org/officeDocument/2006/relationships/customXml" Target="../ink/ink957.xml"/><Relationship Id="rId262" Type="http://schemas.openxmlformats.org/officeDocument/2006/relationships/image" Target="../media/image594.png"/><Relationship Id="rId318" Type="http://schemas.openxmlformats.org/officeDocument/2006/relationships/image" Target="../media/image622.png"/><Relationship Id="rId525" Type="http://schemas.openxmlformats.org/officeDocument/2006/relationships/customXml" Target="../ink/ink1191.xml"/><Relationship Id="rId99" Type="http://schemas.openxmlformats.org/officeDocument/2006/relationships/customXml" Target="../ink/ink978.xml"/><Relationship Id="rId122" Type="http://schemas.openxmlformats.org/officeDocument/2006/relationships/image" Target="../media/image465.png"/><Relationship Id="rId164" Type="http://schemas.openxmlformats.org/officeDocument/2006/relationships/image" Target="../media/image545.png"/><Relationship Id="rId371" Type="http://schemas.openxmlformats.org/officeDocument/2006/relationships/customXml" Target="../ink/ink1114.xml"/><Relationship Id="rId427" Type="http://schemas.openxmlformats.org/officeDocument/2006/relationships/customXml" Target="../ink/ink1142.xml"/><Relationship Id="rId469" Type="http://schemas.openxmlformats.org/officeDocument/2006/relationships/customXml" Target="../ink/ink1163.xml"/><Relationship Id="rId26" Type="http://schemas.openxmlformats.org/officeDocument/2006/relationships/image" Target="../media/image393.png"/><Relationship Id="rId231" Type="http://schemas.openxmlformats.org/officeDocument/2006/relationships/customXml" Target="../ink/ink1044.xml"/><Relationship Id="rId273" Type="http://schemas.openxmlformats.org/officeDocument/2006/relationships/customXml" Target="../ink/ink1065.xml"/><Relationship Id="rId329" Type="http://schemas.openxmlformats.org/officeDocument/2006/relationships/customXml" Target="../ink/ink1093.xml"/><Relationship Id="rId480" Type="http://schemas.openxmlformats.org/officeDocument/2006/relationships/image" Target="../media/image703.png"/><Relationship Id="rId536" Type="http://schemas.openxmlformats.org/officeDocument/2006/relationships/image" Target="../media/image731.png"/><Relationship Id="rId68" Type="http://schemas.openxmlformats.org/officeDocument/2006/relationships/image" Target="../media/image414.png"/><Relationship Id="rId133" Type="http://schemas.openxmlformats.org/officeDocument/2006/relationships/customXml" Target="../ink/ink995.xml"/><Relationship Id="rId175" Type="http://schemas.openxmlformats.org/officeDocument/2006/relationships/customXml" Target="../ink/ink1016.xml"/><Relationship Id="rId340" Type="http://schemas.openxmlformats.org/officeDocument/2006/relationships/image" Target="../media/image633.png"/><Relationship Id="rId200" Type="http://schemas.openxmlformats.org/officeDocument/2006/relationships/image" Target="../media/image563.png"/><Relationship Id="rId382" Type="http://schemas.openxmlformats.org/officeDocument/2006/relationships/image" Target="../media/image654.png"/><Relationship Id="rId438" Type="http://schemas.openxmlformats.org/officeDocument/2006/relationships/image" Target="../media/image682.png"/><Relationship Id="rId242" Type="http://schemas.openxmlformats.org/officeDocument/2006/relationships/image" Target="../media/image584.png"/><Relationship Id="rId284" Type="http://schemas.openxmlformats.org/officeDocument/2006/relationships/image" Target="../media/image605.png"/><Relationship Id="rId491" Type="http://schemas.openxmlformats.org/officeDocument/2006/relationships/customXml" Target="../ink/ink1174.xml"/><Relationship Id="rId505" Type="http://schemas.openxmlformats.org/officeDocument/2006/relationships/customXml" Target="../ink/ink1181.xml"/><Relationship Id="rId37" Type="http://schemas.openxmlformats.org/officeDocument/2006/relationships/customXml" Target="../ink/ink947.xml"/><Relationship Id="rId79" Type="http://schemas.openxmlformats.org/officeDocument/2006/relationships/customXml" Target="../ink/ink968.xml"/><Relationship Id="rId102" Type="http://schemas.openxmlformats.org/officeDocument/2006/relationships/image" Target="../media/image455.png"/><Relationship Id="rId144" Type="http://schemas.openxmlformats.org/officeDocument/2006/relationships/image" Target="../media/image476.png"/><Relationship Id="rId90" Type="http://schemas.openxmlformats.org/officeDocument/2006/relationships/image" Target="../media/image449.png"/><Relationship Id="rId186" Type="http://schemas.openxmlformats.org/officeDocument/2006/relationships/image" Target="../media/image556.png"/><Relationship Id="rId351" Type="http://schemas.openxmlformats.org/officeDocument/2006/relationships/customXml" Target="../ink/ink1104.xml"/><Relationship Id="rId393" Type="http://schemas.openxmlformats.org/officeDocument/2006/relationships/customXml" Target="../ink/ink1125.xml"/><Relationship Id="rId407" Type="http://schemas.openxmlformats.org/officeDocument/2006/relationships/customXml" Target="../ink/ink1132.xml"/><Relationship Id="rId449" Type="http://schemas.openxmlformats.org/officeDocument/2006/relationships/customXml" Target="../ink/ink1153.xml"/><Relationship Id="rId211" Type="http://schemas.openxmlformats.org/officeDocument/2006/relationships/customXml" Target="../ink/ink1034.xml"/><Relationship Id="rId253" Type="http://schemas.openxmlformats.org/officeDocument/2006/relationships/customXml" Target="../ink/ink1055.xml"/><Relationship Id="rId295" Type="http://schemas.openxmlformats.org/officeDocument/2006/relationships/customXml" Target="../ink/ink1076.xml"/><Relationship Id="rId309" Type="http://schemas.openxmlformats.org/officeDocument/2006/relationships/customXml" Target="../ink/ink1083.xml"/><Relationship Id="rId460" Type="http://schemas.openxmlformats.org/officeDocument/2006/relationships/image" Target="../media/image693.png"/><Relationship Id="rId516" Type="http://schemas.openxmlformats.org/officeDocument/2006/relationships/image" Target="../media/image721.png"/><Relationship Id="rId48" Type="http://schemas.openxmlformats.org/officeDocument/2006/relationships/image" Target="../media/image404.png"/><Relationship Id="rId113" Type="http://schemas.openxmlformats.org/officeDocument/2006/relationships/customXml" Target="../ink/ink985.xml"/><Relationship Id="rId320" Type="http://schemas.openxmlformats.org/officeDocument/2006/relationships/image" Target="../media/image623.png"/><Relationship Id="rId155" Type="http://schemas.openxmlformats.org/officeDocument/2006/relationships/customXml" Target="../ink/ink1006.xml"/><Relationship Id="rId197" Type="http://schemas.openxmlformats.org/officeDocument/2006/relationships/customXml" Target="../ink/ink1027.xml"/><Relationship Id="rId362" Type="http://schemas.openxmlformats.org/officeDocument/2006/relationships/image" Target="../media/image644.png"/><Relationship Id="rId418" Type="http://schemas.openxmlformats.org/officeDocument/2006/relationships/image" Target="../media/image672.png"/><Relationship Id="rId222" Type="http://schemas.openxmlformats.org/officeDocument/2006/relationships/image" Target="../media/image574.png"/><Relationship Id="rId264" Type="http://schemas.openxmlformats.org/officeDocument/2006/relationships/image" Target="../media/image595.png"/><Relationship Id="rId471" Type="http://schemas.openxmlformats.org/officeDocument/2006/relationships/customXml" Target="../ink/ink1164.xml"/><Relationship Id="rId17" Type="http://schemas.openxmlformats.org/officeDocument/2006/relationships/customXml" Target="../ink/ink937.xml"/><Relationship Id="rId59" Type="http://schemas.openxmlformats.org/officeDocument/2006/relationships/customXml" Target="../ink/ink958.xml"/><Relationship Id="rId124" Type="http://schemas.openxmlformats.org/officeDocument/2006/relationships/image" Target="../media/image466.png"/><Relationship Id="rId527" Type="http://schemas.openxmlformats.org/officeDocument/2006/relationships/customXml" Target="../ink/ink1192.xml"/><Relationship Id="rId70" Type="http://schemas.openxmlformats.org/officeDocument/2006/relationships/image" Target="../media/image439.png"/><Relationship Id="rId166" Type="http://schemas.openxmlformats.org/officeDocument/2006/relationships/image" Target="../media/image546.png"/><Relationship Id="rId331" Type="http://schemas.openxmlformats.org/officeDocument/2006/relationships/customXml" Target="../ink/ink1094.xml"/><Relationship Id="rId373" Type="http://schemas.openxmlformats.org/officeDocument/2006/relationships/customXml" Target="../ink/ink1115.xml"/><Relationship Id="rId429" Type="http://schemas.openxmlformats.org/officeDocument/2006/relationships/customXml" Target="../ink/ink1143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045.xml"/><Relationship Id="rId440" Type="http://schemas.openxmlformats.org/officeDocument/2006/relationships/image" Target="../media/image683.png"/><Relationship Id="rId28" Type="http://schemas.openxmlformats.org/officeDocument/2006/relationships/image" Target="../media/image394.png"/><Relationship Id="rId275" Type="http://schemas.openxmlformats.org/officeDocument/2006/relationships/customXml" Target="../ink/ink1066.xml"/><Relationship Id="rId300" Type="http://schemas.openxmlformats.org/officeDocument/2006/relationships/image" Target="../media/image613.png"/><Relationship Id="rId482" Type="http://schemas.openxmlformats.org/officeDocument/2006/relationships/image" Target="../media/image704.png"/><Relationship Id="rId538" Type="http://schemas.openxmlformats.org/officeDocument/2006/relationships/image" Target="../media/image732.png"/><Relationship Id="rId81" Type="http://schemas.openxmlformats.org/officeDocument/2006/relationships/customXml" Target="../ink/ink969.xml"/><Relationship Id="rId135" Type="http://schemas.openxmlformats.org/officeDocument/2006/relationships/customXml" Target="../ink/ink996.xml"/><Relationship Id="rId177" Type="http://schemas.openxmlformats.org/officeDocument/2006/relationships/customXml" Target="../ink/ink1017.xml"/><Relationship Id="rId342" Type="http://schemas.openxmlformats.org/officeDocument/2006/relationships/image" Target="../media/image634.png"/><Relationship Id="rId384" Type="http://schemas.openxmlformats.org/officeDocument/2006/relationships/image" Target="../media/image655.png"/><Relationship Id="rId202" Type="http://schemas.openxmlformats.org/officeDocument/2006/relationships/image" Target="../media/image564.png"/><Relationship Id="rId244" Type="http://schemas.openxmlformats.org/officeDocument/2006/relationships/image" Target="../media/image585.png"/><Relationship Id="rId39" Type="http://schemas.openxmlformats.org/officeDocument/2006/relationships/customXml" Target="../ink/ink948.xml"/><Relationship Id="rId286" Type="http://schemas.openxmlformats.org/officeDocument/2006/relationships/image" Target="../media/image606.png"/><Relationship Id="rId451" Type="http://schemas.openxmlformats.org/officeDocument/2006/relationships/customXml" Target="../ink/ink1154.xml"/><Relationship Id="rId493" Type="http://schemas.openxmlformats.org/officeDocument/2006/relationships/customXml" Target="../ink/ink1175.xml"/><Relationship Id="rId507" Type="http://schemas.openxmlformats.org/officeDocument/2006/relationships/customXml" Target="../ink/ink1182.xml"/><Relationship Id="rId50" Type="http://schemas.openxmlformats.org/officeDocument/2006/relationships/image" Target="../media/image405.png"/><Relationship Id="rId104" Type="http://schemas.openxmlformats.org/officeDocument/2006/relationships/image" Target="../media/image456.png"/><Relationship Id="rId146" Type="http://schemas.openxmlformats.org/officeDocument/2006/relationships/image" Target="../media/image477.png"/><Relationship Id="rId188" Type="http://schemas.openxmlformats.org/officeDocument/2006/relationships/image" Target="../media/image557.png"/><Relationship Id="rId311" Type="http://schemas.openxmlformats.org/officeDocument/2006/relationships/customXml" Target="../ink/ink1084.xml"/><Relationship Id="rId353" Type="http://schemas.openxmlformats.org/officeDocument/2006/relationships/customXml" Target="../ink/ink1105.xml"/><Relationship Id="rId395" Type="http://schemas.openxmlformats.org/officeDocument/2006/relationships/customXml" Target="../ink/ink1126.xml"/><Relationship Id="rId409" Type="http://schemas.openxmlformats.org/officeDocument/2006/relationships/customXml" Target="../ink/ink1133.xml"/><Relationship Id="rId92" Type="http://schemas.openxmlformats.org/officeDocument/2006/relationships/image" Target="../media/image450.png"/><Relationship Id="rId213" Type="http://schemas.openxmlformats.org/officeDocument/2006/relationships/customXml" Target="../ink/ink1035.xml"/><Relationship Id="rId420" Type="http://schemas.openxmlformats.org/officeDocument/2006/relationships/image" Target="../media/image673.png"/><Relationship Id="rId255" Type="http://schemas.openxmlformats.org/officeDocument/2006/relationships/customXml" Target="../ink/ink1056.xml"/><Relationship Id="rId297" Type="http://schemas.openxmlformats.org/officeDocument/2006/relationships/customXml" Target="../ink/ink1077.xml"/><Relationship Id="rId462" Type="http://schemas.openxmlformats.org/officeDocument/2006/relationships/image" Target="../media/image694.png"/><Relationship Id="rId518" Type="http://schemas.openxmlformats.org/officeDocument/2006/relationships/image" Target="../media/image722.png"/><Relationship Id="rId115" Type="http://schemas.openxmlformats.org/officeDocument/2006/relationships/customXml" Target="../ink/ink986.xml"/><Relationship Id="rId157" Type="http://schemas.openxmlformats.org/officeDocument/2006/relationships/customXml" Target="../ink/ink1007.xml"/><Relationship Id="rId322" Type="http://schemas.openxmlformats.org/officeDocument/2006/relationships/image" Target="../media/image624.png"/><Relationship Id="rId364" Type="http://schemas.openxmlformats.org/officeDocument/2006/relationships/image" Target="../media/image645.png"/><Relationship Id="rId61" Type="http://schemas.openxmlformats.org/officeDocument/2006/relationships/customXml" Target="../ink/ink959.xml"/><Relationship Id="rId199" Type="http://schemas.openxmlformats.org/officeDocument/2006/relationships/customXml" Target="../ink/ink1028.xml"/><Relationship Id="rId19" Type="http://schemas.openxmlformats.org/officeDocument/2006/relationships/customXml" Target="../ink/ink938.xml"/><Relationship Id="rId224" Type="http://schemas.openxmlformats.org/officeDocument/2006/relationships/image" Target="../media/image575.png"/><Relationship Id="rId266" Type="http://schemas.openxmlformats.org/officeDocument/2006/relationships/image" Target="../media/image596.png"/><Relationship Id="rId431" Type="http://schemas.openxmlformats.org/officeDocument/2006/relationships/customXml" Target="../ink/ink1144.xml"/><Relationship Id="rId473" Type="http://schemas.openxmlformats.org/officeDocument/2006/relationships/customXml" Target="../ink/ink1165.xml"/><Relationship Id="rId529" Type="http://schemas.openxmlformats.org/officeDocument/2006/relationships/customXml" Target="../ink/ink1193.xml"/><Relationship Id="rId30" Type="http://schemas.openxmlformats.org/officeDocument/2006/relationships/image" Target="../media/image395.png"/><Relationship Id="rId126" Type="http://schemas.openxmlformats.org/officeDocument/2006/relationships/image" Target="../media/image467.png"/><Relationship Id="rId168" Type="http://schemas.openxmlformats.org/officeDocument/2006/relationships/image" Target="../media/image547.png"/><Relationship Id="rId333" Type="http://schemas.openxmlformats.org/officeDocument/2006/relationships/customXml" Target="../ink/ink1095.xml"/><Relationship Id="rId540" Type="http://schemas.openxmlformats.org/officeDocument/2006/relationships/image" Target="../media/image733.png"/><Relationship Id="rId72" Type="http://schemas.openxmlformats.org/officeDocument/2006/relationships/image" Target="../media/image440.png"/><Relationship Id="rId375" Type="http://schemas.openxmlformats.org/officeDocument/2006/relationships/customXml" Target="../ink/ink1116.xml"/><Relationship Id="rId3" Type="http://schemas.openxmlformats.org/officeDocument/2006/relationships/customXml" Target="../ink/ink930.xml"/><Relationship Id="rId235" Type="http://schemas.openxmlformats.org/officeDocument/2006/relationships/customXml" Target="../ink/ink1046.xml"/><Relationship Id="rId277" Type="http://schemas.openxmlformats.org/officeDocument/2006/relationships/customXml" Target="../ink/ink1067.xml"/><Relationship Id="rId400" Type="http://schemas.openxmlformats.org/officeDocument/2006/relationships/image" Target="../media/image663.png"/><Relationship Id="rId442" Type="http://schemas.openxmlformats.org/officeDocument/2006/relationships/image" Target="../media/image684.png"/><Relationship Id="rId484" Type="http://schemas.openxmlformats.org/officeDocument/2006/relationships/image" Target="../media/image705.png"/><Relationship Id="rId137" Type="http://schemas.openxmlformats.org/officeDocument/2006/relationships/customXml" Target="../ink/ink997.xml"/><Relationship Id="rId302" Type="http://schemas.openxmlformats.org/officeDocument/2006/relationships/image" Target="../media/image614.png"/><Relationship Id="rId344" Type="http://schemas.openxmlformats.org/officeDocument/2006/relationships/image" Target="../media/image635.png"/><Relationship Id="rId41" Type="http://schemas.openxmlformats.org/officeDocument/2006/relationships/customXml" Target="../ink/ink949.xml"/><Relationship Id="rId83" Type="http://schemas.openxmlformats.org/officeDocument/2006/relationships/customXml" Target="../ink/ink970.xml"/><Relationship Id="rId179" Type="http://schemas.openxmlformats.org/officeDocument/2006/relationships/customXml" Target="../ink/ink1018.xml"/><Relationship Id="rId386" Type="http://schemas.openxmlformats.org/officeDocument/2006/relationships/image" Target="../media/image656.png"/><Relationship Id="rId190" Type="http://schemas.openxmlformats.org/officeDocument/2006/relationships/image" Target="../media/image558.png"/><Relationship Id="rId204" Type="http://schemas.openxmlformats.org/officeDocument/2006/relationships/image" Target="../media/image565.png"/><Relationship Id="rId246" Type="http://schemas.openxmlformats.org/officeDocument/2006/relationships/image" Target="../media/image586.png"/><Relationship Id="rId288" Type="http://schemas.openxmlformats.org/officeDocument/2006/relationships/image" Target="../media/image607.png"/><Relationship Id="rId411" Type="http://schemas.openxmlformats.org/officeDocument/2006/relationships/customXml" Target="../ink/ink1134.xml"/><Relationship Id="rId453" Type="http://schemas.openxmlformats.org/officeDocument/2006/relationships/customXml" Target="../ink/ink1155.xml"/><Relationship Id="rId509" Type="http://schemas.openxmlformats.org/officeDocument/2006/relationships/customXml" Target="../ink/ink1183.xml"/><Relationship Id="rId106" Type="http://schemas.openxmlformats.org/officeDocument/2006/relationships/image" Target="../media/image457.png"/><Relationship Id="rId313" Type="http://schemas.openxmlformats.org/officeDocument/2006/relationships/customXml" Target="../ink/ink1085.xml"/><Relationship Id="rId495" Type="http://schemas.openxmlformats.org/officeDocument/2006/relationships/customXml" Target="../ink/ink1176.xml"/><Relationship Id="rId10" Type="http://schemas.openxmlformats.org/officeDocument/2006/relationships/image" Target="../media/image385.png"/><Relationship Id="rId52" Type="http://schemas.openxmlformats.org/officeDocument/2006/relationships/image" Target="../media/image406.png"/><Relationship Id="rId94" Type="http://schemas.openxmlformats.org/officeDocument/2006/relationships/image" Target="../media/image451.png"/><Relationship Id="rId148" Type="http://schemas.openxmlformats.org/officeDocument/2006/relationships/image" Target="../media/image478.png"/><Relationship Id="rId355" Type="http://schemas.openxmlformats.org/officeDocument/2006/relationships/customXml" Target="../ink/ink1106.xml"/><Relationship Id="rId397" Type="http://schemas.openxmlformats.org/officeDocument/2006/relationships/customXml" Target="../ink/ink1127.xml"/><Relationship Id="rId520" Type="http://schemas.openxmlformats.org/officeDocument/2006/relationships/image" Target="../media/image723.png"/><Relationship Id="rId215" Type="http://schemas.openxmlformats.org/officeDocument/2006/relationships/customXml" Target="../ink/ink1036.xml"/><Relationship Id="rId257" Type="http://schemas.openxmlformats.org/officeDocument/2006/relationships/customXml" Target="../ink/ink1057.xml"/><Relationship Id="rId422" Type="http://schemas.openxmlformats.org/officeDocument/2006/relationships/image" Target="../media/image674.png"/><Relationship Id="rId464" Type="http://schemas.openxmlformats.org/officeDocument/2006/relationships/image" Target="../media/image695.png"/><Relationship Id="rId299" Type="http://schemas.openxmlformats.org/officeDocument/2006/relationships/customXml" Target="../ink/ink1078.xml"/><Relationship Id="rId63" Type="http://schemas.openxmlformats.org/officeDocument/2006/relationships/customXml" Target="../ink/ink960.xml"/><Relationship Id="rId159" Type="http://schemas.openxmlformats.org/officeDocument/2006/relationships/customXml" Target="../ink/ink1008.xml"/><Relationship Id="rId366" Type="http://schemas.openxmlformats.org/officeDocument/2006/relationships/image" Target="../media/image646.png"/><Relationship Id="rId226" Type="http://schemas.openxmlformats.org/officeDocument/2006/relationships/image" Target="../media/image576.png"/><Relationship Id="rId433" Type="http://schemas.openxmlformats.org/officeDocument/2006/relationships/customXml" Target="../ink/ink1145.xml"/><Relationship Id="rId74" Type="http://schemas.openxmlformats.org/officeDocument/2006/relationships/image" Target="../media/image441.png"/><Relationship Id="rId377" Type="http://schemas.openxmlformats.org/officeDocument/2006/relationships/customXml" Target="../ink/ink1117.xml"/><Relationship Id="rId500" Type="http://schemas.openxmlformats.org/officeDocument/2006/relationships/image" Target="../media/image713.png"/><Relationship Id="rId5" Type="http://schemas.openxmlformats.org/officeDocument/2006/relationships/customXml" Target="../ink/ink931.xml"/><Relationship Id="rId237" Type="http://schemas.openxmlformats.org/officeDocument/2006/relationships/customXml" Target="../ink/ink1047.xml"/><Relationship Id="rId444" Type="http://schemas.openxmlformats.org/officeDocument/2006/relationships/image" Target="../media/image685.png"/><Relationship Id="rId290" Type="http://schemas.openxmlformats.org/officeDocument/2006/relationships/image" Target="../media/image608.png"/><Relationship Id="rId304" Type="http://schemas.openxmlformats.org/officeDocument/2006/relationships/image" Target="../media/image615.png"/><Relationship Id="rId388" Type="http://schemas.openxmlformats.org/officeDocument/2006/relationships/image" Target="../media/image657.png"/><Relationship Id="rId511" Type="http://schemas.openxmlformats.org/officeDocument/2006/relationships/customXml" Target="../ink/ink1184.xml"/><Relationship Id="rId85" Type="http://schemas.openxmlformats.org/officeDocument/2006/relationships/customXml" Target="../ink/ink971.xml"/><Relationship Id="rId150" Type="http://schemas.openxmlformats.org/officeDocument/2006/relationships/image" Target="../media/image47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3.png"/><Relationship Id="rId21" Type="http://schemas.openxmlformats.org/officeDocument/2006/relationships/image" Target="../media/image391.png"/><Relationship Id="rId324" Type="http://schemas.openxmlformats.org/officeDocument/2006/relationships/customXml" Target="../ink/ink1363.xml"/><Relationship Id="rId531" Type="http://schemas.openxmlformats.org/officeDocument/2006/relationships/image" Target="../media/image898.png"/><Relationship Id="rId629" Type="http://schemas.openxmlformats.org/officeDocument/2006/relationships/image" Target="../media/image946.png"/><Relationship Id="rId170" Type="http://schemas.openxmlformats.org/officeDocument/2006/relationships/customXml" Target="../ink/ink1286.xml"/><Relationship Id="rId268" Type="http://schemas.openxmlformats.org/officeDocument/2006/relationships/customXml" Target="../ink/ink1335.xml"/><Relationship Id="rId475" Type="http://schemas.openxmlformats.org/officeDocument/2006/relationships/image" Target="../media/image870.png"/><Relationship Id="rId32" Type="http://schemas.openxmlformats.org/officeDocument/2006/relationships/customXml" Target="../ink/ink1217.xml"/><Relationship Id="rId128" Type="http://schemas.openxmlformats.org/officeDocument/2006/relationships/customXml" Target="../ink/ink1265.xml"/><Relationship Id="rId335" Type="http://schemas.openxmlformats.org/officeDocument/2006/relationships/image" Target="../media/image800.png"/><Relationship Id="rId542" Type="http://schemas.openxmlformats.org/officeDocument/2006/relationships/customXml" Target="../ink/ink1472.xml"/><Relationship Id="rId181" Type="http://schemas.openxmlformats.org/officeDocument/2006/relationships/image" Target="../media/image7230.png"/><Relationship Id="rId402" Type="http://schemas.openxmlformats.org/officeDocument/2006/relationships/customXml" Target="../ink/ink1402.xml"/><Relationship Id="rId279" Type="http://schemas.openxmlformats.org/officeDocument/2006/relationships/image" Target="../media/image772.png"/><Relationship Id="rId486" Type="http://schemas.openxmlformats.org/officeDocument/2006/relationships/customXml" Target="../ink/ink1444.xml"/><Relationship Id="rId43" Type="http://schemas.openxmlformats.org/officeDocument/2006/relationships/image" Target="../media/image402.png"/><Relationship Id="rId139" Type="http://schemas.openxmlformats.org/officeDocument/2006/relationships/image" Target="../media/image474.png"/><Relationship Id="rId346" Type="http://schemas.openxmlformats.org/officeDocument/2006/relationships/customXml" Target="../ink/ink1374.xml"/><Relationship Id="rId553" Type="http://schemas.openxmlformats.org/officeDocument/2006/relationships/image" Target="../media/image909.png"/><Relationship Id="rId192" Type="http://schemas.openxmlformats.org/officeDocument/2006/relationships/customXml" Target="../ink/ink1297.xml"/><Relationship Id="rId206" Type="http://schemas.openxmlformats.org/officeDocument/2006/relationships/customXml" Target="../ink/ink1304.xml"/><Relationship Id="rId413" Type="http://schemas.openxmlformats.org/officeDocument/2006/relationships/image" Target="../media/image839.png"/><Relationship Id="rId497" Type="http://schemas.openxmlformats.org/officeDocument/2006/relationships/image" Target="../media/image881.png"/><Relationship Id="rId620" Type="http://schemas.openxmlformats.org/officeDocument/2006/relationships/customXml" Target="../ink/ink1511.xml"/><Relationship Id="rId357" Type="http://schemas.openxmlformats.org/officeDocument/2006/relationships/image" Target="../media/image811.png"/><Relationship Id="rId54" Type="http://schemas.openxmlformats.org/officeDocument/2006/relationships/customXml" Target="../ink/ink1228.xml"/><Relationship Id="rId217" Type="http://schemas.openxmlformats.org/officeDocument/2006/relationships/image" Target="../media/image741.png"/><Relationship Id="rId564" Type="http://schemas.openxmlformats.org/officeDocument/2006/relationships/customXml" Target="../ink/ink1483.xml"/><Relationship Id="rId424" Type="http://schemas.openxmlformats.org/officeDocument/2006/relationships/customXml" Target="../ink/ink1413.xml"/><Relationship Id="rId270" Type="http://schemas.openxmlformats.org/officeDocument/2006/relationships/customXml" Target="../ink/ink1336.xml"/><Relationship Id="rId65" Type="http://schemas.openxmlformats.org/officeDocument/2006/relationships/image" Target="../media/image413.png"/><Relationship Id="rId130" Type="http://schemas.openxmlformats.org/officeDocument/2006/relationships/customXml" Target="../ink/ink1266.xml"/><Relationship Id="rId368" Type="http://schemas.openxmlformats.org/officeDocument/2006/relationships/customXml" Target="../ink/ink1385.xml"/><Relationship Id="rId575" Type="http://schemas.openxmlformats.org/officeDocument/2006/relationships/image" Target="../media/image920.png"/><Relationship Id="rId228" Type="http://schemas.openxmlformats.org/officeDocument/2006/relationships/customXml" Target="../ink/ink1315.xml"/><Relationship Id="rId435" Type="http://schemas.openxmlformats.org/officeDocument/2006/relationships/image" Target="../media/image850.png"/><Relationship Id="rId281" Type="http://schemas.openxmlformats.org/officeDocument/2006/relationships/image" Target="../media/image773.png"/><Relationship Id="rId502" Type="http://schemas.openxmlformats.org/officeDocument/2006/relationships/customXml" Target="../ink/ink1452.xml"/><Relationship Id="rId76" Type="http://schemas.openxmlformats.org/officeDocument/2006/relationships/customXml" Target="../ink/ink1239.xml"/><Relationship Id="rId141" Type="http://schemas.openxmlformats.org/officeDocument/2006/relationships/image" Target="../media/image475.png"/><Relationship Id="rId379" Type="http://schemas.openxmlformats.org/officeDocument/2006/relationships/image" Target="../media/image822.png"/><Relationship Id="rId586" Type="http://schemas.openxmlformats.org/officeDocument/2006/relationships/customXml" Target="../ink/ink1494.xml"/><Relationship Id="rId7" Type="http://schemas.openxmlformats.org/officeDocument/2006/relationships/image" Target="../media/image384.png"/><Relationship Id="rId239" Type="http://schemas.openxmlformats.org/officeDocument/2006/relationships/image" Target="../media/image752.png"/><Relationship Id="rId446" Type="http://schemas.openxmlformats.org/officeDocument/2006/relationships/customXml" Target="../ink/ink1424.xml"/><Relationship Id="rId292" Type="http://schemas.openxmlformats.org/officeDocument/2006/relationships/customXml" Target="../ink/ink1347.xml"/><Relationship Id="rId306" Type="http://schemas.openxmlformats.org/officeDocument/2006/relationships/customXml" Target="../ink/ink1354.xml"/><Relationship Id="rId87" Type="http://schemas.openxmlformats.org/officeDocument/2006/relationships/image" Target="../media/image448.png"/><Relationship Id="rId513" Type="http://schemas.openxmlformats.org/officeDocument/2006/relationships/image" Target="../media/image889.png"/><Relationship Id="rId597" Type="http://schemas.openxmlformats.org/officeDocument/2006/relationships/image" Target="../media/image930.png"/><Relationship Id="rId152" Type="http://schemas.openxmlformats.org/officeDocument/2006/relationships/customXml" Target="../ink/ink1277.xml"/><Relationship Id="rId457" Type="http://schemas.openxmlformats.org/officeDocument/2006/relationships/image" Target="../media/image861.png"/><Relationship Id="rId14" Type="http://schemas.openxmlformats.org/officeDocument/2006/relationships/customXml" Target="../ink/ink1208.xml"/><Relationship Id="rId317" Type="http://schemas.openxmlformats.org/officeDocument/2006/relationships/image" Target="../media/image791.png"/><Relationship Id="rId524" Type="http://schemas.openxmlformats.org/officeDocument/2006/relationships/customXml" Target="../ink/ink1463.xml"/><Relationship Id="rId98" Type="http://schemas.openxmlformats.org/officeDocument/2006/relationships/customXml" Target="../ink/ink1250.xml"/><Relationship Id="rId163" Type="http://schemas.openxmlformats.org/officeDocument/2006/relationships/image" Target="../media/image581.png"/><Relationship Id="rId370" Type="http://schemas.openxmlformats.org/officeDocument/2006/relationships/customXml" Target="../ink/ink1386.xml"/><Relationship Id="rId230" Type="http://schemas.openxmlformats.org/officeDocument/2006/relationships/customXml" Target="../ink/ink1316.xml"/><Relationship Id="rId468" Type="http://schemas.openxmlformats.org/officeDocument/2006/relationships/customXml" Target="../ink/ink1435.xml"/><Relationship Id="rId25" Type="http://schemas.openxmlformats.org/officeDocument/2006/relationships/image" Target="../media/image393.png"/><Relationship Id="rId328" Type="http://schemas.openxmlformats.org/officeDocument/2006/relationships/customXml" Target="../ink/ink1365.xml"/><Relationship Id="rId535" Type="http://schemas.openxmlformats.org/officeDocument/2006/relationships/image" Target="../media/image900.png"/><Relationship Id="rId174" Type="http://schemas.openxmlformats.org/officeDocument/2006/relationships/customXml" Target="../ink/ink1288.xml"/><Relationship Id="rId381" Type="http://schemas.openxmlformats.org/officeDocument/2006/relationships/image" Target="../media/image823.png"/><Relationship Id="rId602" Type="http://schemas.openxmlformats.org/officeDocument/2006/relationships/customXml" Target="../ink/ink1502.xml"/><Relationship Id="rId241" Type="http://schemas.openxmlformats.org/officeDocument/2006/relationships/image" Target="../media/image753.png"/><Relationship Id="rId479" Type="http://schemas.openxmlformats.org/officeDocument/2006/relationships/image" Target="../media/image872.png"/><Relationship Id="rId36" Type="http://schemas.openxmlformats.org/officeDocument/2006/relationships/customXml" Target="../ink/ink1219.xml"/><Relationship Id="rId339" Type="http://schemas.openxmlformats.org/officeDocument/2006/relationships/image" Target="../media/image802.png"/><Relationship Id="rId546" Type="http://schemas.openxmlformats.org/officeDocument/2006/relationships/customXml" Target="../ink/ink1474.xml"/><Relationship Id="rId78" Type="http://schemas.openxmlformats.org/officeDocument/2006/relationships/customXml" Target="../ink/ink1240.xml"/><Relationship Id="rId101" Type="http://schemas.openxmlformats.org/officeDocument/2006/relationships/image" Target="../media/image455.png"/><Relationship Id="rId143" Type="http://schemas.openxmlformats.org/officeDocument/2006/relationships/image" Target="../media/image476.png"/><Relationship Id="rId185" Type="http://schemas.openxmlformats.org/officeDocument/2006/relationships/image" Target="../media/image7250.png"/><Relationship Id="rId350" Type="http://schemas.openxmlformats.org/officeDocument/2006/relationships/customXml" Target="../ink/ink1376.xml"/><Relationship Id="rId406" Type="http://schemas.openxmlformats.org/officeDocument/2006/relationships/customXml" Target="../ink/ink1404.xml"/><Relationship Id="rId588" Type="http://schemas.openxmlformats.org/officeDocument/2006/relationships/customXml" Target="../ink/ink1495.xml"/><Relationship Id="rId9" Type="http://schemas.openxmlformats.org/officeDocument/2006/relationships/image" Target="../media/image385.png"/><Relationship Id="rId210" Type="http://schemas.openxmlformats.org/officeDocument/2006/relationships/customXml" Target="../ink/ink1306.xml"/><Relationship Id="rId392" Type="http://schemas.openxmlformats.org/officeDocument/2006/relationships/customXml" Target="../ink/ink1397.xml"/><Relationship Id="rId448" Type="http://schemas.openxmlformats.org/officeDocument/2006/relationships/customXml" Target="../ink/ink1425.xml"/><Relationship Id="rId613" Type="http://schemas.openxmlformats.org/officeDocument/2006/relationships/image" Target="../media/image938.png"/><Relationship Id="rId252" Type="http://schemas.openxmlformats.org/officeDocument/2006/relationships/customXml" Target="../ink/ink1327.xml"/><Relationship Id="rId294" Type="http://schemas.openxmlformats.org/officeDocument/2006/relationships/customXml" Target="../ink/ink1348.xml"/><Relationship Id="rId308" Type="http://schemas.openxmlformats.org/officeDocument/2006/relationships/customXml" Target="../ink/ink1355.xml"/><Relationship Id="rId515" Type="http://schemas.openxmlformats.org/officeDocument/2006/relationships/image" Target="../media/image890.png"/><Relationship Id="rId47" Type="http://schemas.openxmlformats.org/officeDocument/2006/relationships/image" Target="../media/image404.png"/><Relationship Id="rId89" Type="http://schemas.openxmlformats.org/officeDocument/2006/relationships/image" Target="../media/image449.png"/><Relationship Id="rId112" Type="http://schemas.openxmlformats.org/officeDocument/2006/relationships/customXml" Target="../ink/ink1257.xml"/><Relationship Id="rId154" Type="http://schemas.openxmlformats.org/officeDocument/2006/relationships/customXml" Target="../ink/ink1278.xml"/><Relationship Id="rId361" Type="http://schemas.openxmlformats.org/officeDocument/2006/relationships/image" Target="../media/image813.png"/><Relationship Id="rId557" Type="http://schemas.openxmlformats.org/officeDocument/2006/relationships/image" Target="../media/image911.png"/><Relationship Id="rId599" Type="http://schemas.openxmlformats.org/officeDocument/2006/relationships/image" Target="../media/image931.png"/><Relationship Id="rId196" Type="http://schemas.openxmlformats.org/officeDocument/2006/relationships/customXml" Target="../ink/ink1299.xml"/><Relationship Id="rId417" Type="http://schemas.openxmlformats.org/officeDocument/2006/relationships/image" Target="../media/image841.png"/><Relationship Id="rId459" Type="http://schemas.openxmlformats.org/officeDocument/2006/relationships/image" Target="../media/image862.png"/><Relationship Id="rId624" Type="http://schemas.openxmlformats.org/officeDocument/2006/relationships/customXml" Target="../ink/ink1513.xml"/><Relationship Id="rId16" Type="http://schemas.openxmlformats.org/officeDocument/2006/relationships/customXml" Target="../ink/ink1209.xml"/><Relationship Id="rId221" Type="http://schemas.openxmlformats.org/officeDocument/2006/relationships/image" Target="../media/image743.png"/><Relationship Id="rId263" Type="http://schemas.openxmlformats.org/officeDocument/2006/relationships/image" Target="../media/image764.png"/><Relationship Id="rId319" Type="http://schemas.openxmlformats.org/officeDocument/2006/relationships/image" Target="../media/image792.png"/><Relationship Id="rId470" Type="http://schemas.openxmlformats.org/officeDocument/2006/relationships/customXml" Target="../ink/ink1436.xml"/><Relationship Id="rId526" Type="http://schemas.openxmlformats.org/officeDocument/2006/relationships/customXml" Target="../ink/ink1464.xml"/><Relationship Id="rId58" Type="http://schemas.openxmlformats.org/officeDocument/2006/relationships/customXml" Target="../ink/ink1230.xml"/><Relationship Id="rId123" Type="http://schemas.openxmlformats.org/officeDocument/2006/relationships/image" Target="../media/image466.png"/><Relationship Id="rId330" Type="http://schemas.openxmlformats.org/officeDocument/2006/relationships/customXml" Target="../ink/ink1366.xml"/><Relationship Id="rId568" Type="http://schemas.openxmlformats.org/officeDocument/2006/relationships/customXml" Target="../ink/ink1485.xml"/><Relationship Id="rId165" Type="http://schemas.openxmlformats.org/officeDocument/2006/relationships/image" Target="../media/image582.png"/><Relationship Id="rId372" Type="http://schemas.openxmlformats.org/officeDocument/2006/relationships/customXml" Target="../ink/ink1387.xml"/><Relationship Id="rId428" Type="http://schemas.openxmlformats.org/officeDocument/2006/relationships/customXml" Target="../ink/ink1415.xml"/><Relationship Id="rId232" Type="http://schemas.openxmlformats.org/officeDocument/2006/relationships/customXml" Target="../ink/ink1317.xml"/><Relationship Id="rId274" Type="http://schemas.openxmlformats.org/officeDocument/2006/relationships/customXml" Target="../ink/ink1338.xml"/><Relationship Id="rId481" Type="http://schemas.openxmlformats.org/officeDocument/2006/relationships/image" Target="../media/image873.png"/><Relationship Id="rId27" Type="http://schemas.openxmlformats.org/officeDocument/2006/relationships/image" Target="../media/image394.png"/><Relationship Id="rId69" Type="http://schemas.openxmlformats.org/officeDocument/2006/relationships/image" Target="../media/image439.png"/><Relationship Id="rId134" Type="http://schemas.openxmlformats.org/officeDocument/2006/relationships/customXml" Target="../ink/ink1268.xml"/><Relationship Id="rId537" Type="http://schemas.openxmlformats.org/officeDocument/2006/relationships/image" Target="../media/image901.png"/><Relationship Id="rId579" Type="http://schemas.openxmlformats.org/officeDocument/2006/relationships/image" Target="../media/image921.png"/><Relationship Id="rId80" Type="http://schemas.openxmlformats.org/officeDocument/2006/relationships/customXml" Target="../ink/ink1241.xml"/><Relationship Id="rId176" Type="http://schemas.openxmlformats.org/officeDocument/2006/relationships/customXml" Target="../ink/ink1289.xml"/><Relationship Id="rId341" Type="http://schemas.openxmlformats.org/officeDocument/2006/relationships/image" Target="../media/image803.png"/><Relationship Id="rId383" Type="http://schemas.openxmlformats.org/officeDocument/2006/relationships/image" Target="../media/image824.png"/><Relationship Id="rId439" Type="http://schemas.openxmlformats.org/officeDocument/2006/relationships/image" Target="../media/image852.png"/><Relationship Id="rId590" Type="http://schemas.openxmlformats.org/officeDocument/2006/relationships/customXml" Target="../ink/ink1496.xml"/><Relationship Id="rId604" Type="http://schemas.openxmlformats.org/officeDocument/2006/relationships/customXml" Target="../ink/ink1503.xml"/><Relationship Id="rId201" Type="http://schemas.openxmlformats.org/officeDocument/2006/relationships/image" Target="../media/image7330.png"/><Relationship Id="rId243" Type="http://schemas.openxmlformats.org/officeDocument/2006/relationships/image" Target="../media/image754.png"/><Relationship Id="rId285" Type="http://schemas.openxmlformats.org/officeDocument/2006/relationships/image" Target="../media/image775.png"/><Relationship Id="rId450" Type="http://schemas.openxmlformats.org/officeDocument/2006/relationships/customXml" Target="../ink/ink1426.xml"/><Relationship Id="rId506" Type="http://schemas.openxmlformats.org/officeDocument/2006/relationships/customXml" Target="../ink/ink1454.xml"/><Relationship Id="rId38" Type="http://schemas.openxmlformats.org/officeDocument/2006/relationships/customXml" Target="../ink/ink1220.xml"/><Relationship Id="rId103" Type="http://schemas.openxmlformats.org/officeDocument/2006/relationships/image" Target="../media/image456.png"/><Relationship Id="rId310" Type="http://schemas.openxmlformats.org/officeDocument/2006/relationships/customXml" Target="../ink/ink1356.xml"/><Relationship Id="rId492" Type="http://schemas.openxmlformats.org/officeDocument/2006/relationships/customXml" Target="../ink/ink1447.xml"/><Relationship Id="rId548" Type="http://schemas.openxmlformats.org/officeDocument/2006/relationships/customXml" Target="../ink/ink1475.xml"/><Relationship Id="rId91" Type="http://schemas.openxmlformats.org/officeDocument/2006/relationships/image" Target="../media/image450.png"/><Relationship Id="rId145" Type="http://schemas.openxmlformats.org/officeDocument/2006/relationships/image" Target="../media/image477.png"/><Relationship Id="rId187" Type="http://schemas.openxmlformats.org/officeDocument/2006/relationships/image" Target="../media/image7260.png"/><Relationship Id="rId352" Type="http://schemas.openxmlformats.org/officeDocument/2006/relationships/customXml" Target="../ink/ink1377.xml"/><Relationship Id="rId394" Type="http://schemas.openxmlformats.org/officeDocument/2006/relationships/customXml" Target="../ink/ink1398.xml"/><Relationship Id="rId408" Type="http://schemas.openxmlformats.org/officeDocument/2006/relationships/customXml" Target="../ink/ink1405.xml"/><Relationship Id="rId615" Type="http://schemas.openxmlformats.org/officeDocument/2006/relationships/image" Target="../media/image939.png"/><Relationship Id="rId212" Type="http://schemas.openxmlformats.org/officeDocument/2006/relationships/customXml" Target="../ink/ink1307.xml"/><Relationship Id="rId254" Type="http://schemas.openxmlformats.org/officeDocument/2006/relationships/customXml" Target="../ink/ink1328.xml"/><Relationship Id="rId49" Type="http://schemas.openxmlformats.org/officeDocument/2006/relationships/image" Target="../media/image405.png"/><Relationship Id="rId114" Type="http://schemas.openxmlformats.org/officeDocument/2006/relationships/customXml" Target="../ink/ink1258.xml"/><Relationship Id="rId296" Type="http://schemas.openxmlformats.org/officeDocument/2006/relationships/customXml" Target="../ink/ink1349.xml"/><Relationship Id="rId461" Type="http://schemas.openxmlformats.org/officeDocument/2006/relationships/image" Target="../media/image863.png"/><Relationship Id="rId517" Type="http://schemas.openxmlformats.org/officeDocument/2006/relationships/image" Target="../media/image891.png"/><Relationship Id="rId559" Type="http://schemas.openxmlformats.org/officeDocument/2006/relationships/image" Target="../media/image912.png"/><Relationship Id="rId60" Type="http://schemas.openxmlformats.org/officeDocument/2006/relationships/customXml" Target="../ink/ink1231.xml"/><Relationship Id="rId156" Type="http://schemas.openxmlformats.org/officeDocument/2006/relationships/customXml" Target="../ink/ink1279.xml"/><Relationship Id="rId198" Type="http://schemas.openxmlformats.org/officeDocument/2006/relationships/customXml" Target="../ink/ink1300.xml"/><Relationship Id="rId321" Type="http://schemas.openxmlformats.org/officeDocument/2006/relationships/image" Target="../media/image793.png"/><Relationship Id="rId363" Type="http://schemas.openxmlformats.org/officeDocument/2006/relationships/image" Target="../media/image814.png"/><Relationship Id="rId419" Type="http://schemas.openxmlformats.org/officeDocument/2006/relationships/image" Target="../media/image842.png"/><Relationship Id="rId570" Type="http://schemas.openxmlformats.org/officeDocument/2006/relationships/customXml" Target="../ink/ink1486.xml"/><Relationship Id="rId626" Type="http://schemas.openxmlformats.org/officeDocument/2006/relationships/customXml" Target="../ink/ink1514.xml"/><Relationship Id="rId223" Type="http://schemas.openxmlformats.org/officeDocument/2006/relationships/image" Target="../media/image744.png"/><Relationship Id="rId430" Type="http://schemas.openxmlformats.org/officeDocument/2006/relationships/customXml" Target="../ink/ink1416.xml"/><Relationship Id="rId18" Type="http://schemas.openxmlformats.org/officeDocument/2006/relationships/customXml" Target="../ink/ink1210.xml"/><Relationship Id="rId265" Type="http://schemas.openxmlformats.org/officeDocument/2006/relationships/image" Target="../media/image765.png"/><Relationship Id="rId472" Type="http://schemas.openxmlformats.org/officeDocument/2006/relationships/customXml" Target="../ink/ink1437.xml"/><Relationship Id="rId528" Type="http://schemas.openxmlformats.org/officeDocument/2006/relationships/customXml" Target="../ink/ink1465.xml"/><Relationship Id="rId125" Type="http://schemas.openxmlformats.org/officeDocument/2006/relationships/image" Target="../media/image467.png"/><Relationship Id="rId167" Type="http://schemas.openxmlformats.org/officeDocument/2006/relationships/image" Target="../media/image583.png"/><Relationship Id="rId332" Type="http://schemas.openxmlformats.org/officeDocument/2006/relationships/customXml" Target="../ink/ink1367.xml"/><Relationship Id="rId374" Type="http://schemas.openxmlformats.org/officeDocument/2006/relationships/customXml" Target="../ink/ink1388.xml"/><Relationship Id="rId581" Type="http://schemas.openxmlformats.org/officeDocument/2006/relationships/image" Target="../media/image922.png"/><Relationship Id="rId71" Type="http://schemas.openxmlformats.org/officeDocument/2006/relationships/image" Target="../media/image440.png"/><Relationship Id="rId234" Type="http://schemas.openxmlformats.org/officeDocument/2006/relationships/customXml" Target="../ink/ink1318.xml"/><Relationship Id="rId2" Type="http://schemas.openxmlformats.org/officeDocument/2006/relationships/customXml" Target="../ink/ink1202.xml"/><Relationship Id="rId29" Type="http://schemas.openxmlformats.org/officeDocument/2006/relationships/image" Target="../media/image395.png"/><Relationship Id="rId276" Type="http://schemas.openxmlformats.org/officeDocument/2006/relationships/customXml" Target="../ink/ink1339.xml"/><Relationship Id="rId441" Type="http://schemas.openxmlformats.org/officeDocument/2006/relationships/image" Target="../media/image853.png"/><Relationship Id="rId483" Type="http://schemas.openxmlformats.org/officeDocument/2006/relationships/image" Target="../media/image874.png"/><Relationship Id="rId539" Type="http://schemas.openxmlformats.org/officeDocument/2006/relationships/image" Target="../media/image902.png"/><Relationship Id="rId40" Type="http://schemas.openxmlformats.org/officeDocument/2006/relationships/customXml" Target="../ink/ink1221.xml"/><Relationship Id="rId136" Type="http://schemas.openxmlformats.org/officeDocument/2006/relationships/customXml" Target="../ink/ink1269.xml"/><Relationship Id="rId178" Type="http://schemas.openxmlformats.org/officeDocument/2006/relationships/customXml" Target="../ink/ink1290.xml"/><Relationship Id="rId301" Type="http://schemas.openxmlformats.org/officeDocument/2006/relationships/image" Target="../media/image783.png"/><Relationship Id="rId343" Type="http://schemas.openxmlformats.org/officeDocument/2006/relationships/image" Target="../media/image804.png"/><Relationship Id="rId550" Type="http://schemas.openxmlformats.org/officeDocument/2006/relationships/customXml" Target="../ink/ink1476.xml"/><Relationship Id="rId82" Type="http://schemas.openxmlformats.org/officeDocument/2006/relationships/customXml" Target="../ink/ink1242.xml"/><Relationship Id="rId203" Type="http://schemas.openxmlformats.org/officeDocument/2006/relationships/image" Target="../media/image7340.png"/><Relationship Id="rId385" Type="http://schemas.openxmlformats.org/officeDocument/2006/relationships/image" Target="../media/image825.png"/><Relationship Id="rId592" Type="http://schemas.openxmlformats.org/officeDocument/2006/relationships/customXml" Target="../ink/ink1497.xml"/><Relationship Id="rId606" Type="http://schemas.openxmlformats.org/officeDocument/2006/relationships/customXml" Target="../ink/ink1504.xml"/><Relationship Id="rId245" Type="http://schemas.openxmlformats.org/officeDocument/2006/relationships/image" Target="../media/image755.png"/><Relationship Id="rId287" Type="http://schemas.openxmlformats.org/officeDocument/2006/relationships/image" Target="../media/image776.png"/><Relationship Id="rId410" Type="http://schemas.openxmlformats.org/officeDocument/2006/relationships/customXml" Target="../ink/ink1406.xml"/><Relationship Id="rId452" Type="http://schemas.openxmlformats.org/officeDocument/2006/relationships/customXml" Target="../ink/ink1427.xml"/><Relationship Id="rId494" Type="http://schemas.openxmlformats.org/officeDocument/2006/relationships/customXml" Target="../ink/ink1448.xml"/><Relationship Id="rId508" Type="http://schemas.openxmlformats.org/officeDocument/2006/relationships/customXml" Target="../ink/ink1455.xml"/><Relationship Id="rId105" Type="http://schemas.openxmlformats.org/officeDocument/2006/relationships/image" Target="../media/image457.png"/><Relationship Id="rId147" Type="http://schemas.openxmlformats.org/officeDocument/2006/relationships/image" Target="../media/image478.png"/><Relationship Id="rId312" Type="http://schemas.openxmlformats.org/officeDocument/2006/relationships/customXml" Target="../ink/ink1357.xml"/><Relationship Id="rId354" Type="http://schemas.openxmlformats.org/officeDocument/2006/relationships/customXml" Target="../ink/ink1378.xml"/><Relationship Id="rId51" Type="http://schemas.openxmlformats.org/officeDocument/2006/relationships/image" Target="../media/image406.png"/><Relationship Id="rId93" Type="http://schemas.openxmlformats.org/officeDocument/2006/relationships/image" Target="../media/image451.png"/><Relationship Id="rId189" Type="http://schemas.openxmlformats.org/officeDocument/2006/relationships/image" Target="../media/image7270.png"/><Relationship Id="rId396" Type="http://schemas.openxmlformats.org/officeDocument/2006/relationships/customXml" Target="../ink/ink1399.xml"/><Relationship Id="rId561" Type="http://schemas.openxmlformats.org/officeDocument/2006/relationships/image" Target="../media/image913.png"/><Relationship Id="rId617" Type="http://schemas.openxmlformats.org/officeDocument/2006/relationships/image" Target="../media/image940.png"/><Relationship Id="rId214" Type="http://schemas.openxmlformats.org/officeDocument/2006/relationships/customXml" Target="../ink/ink1308.xml"/><Relationship Id="rId256" Type="http://schemas.openxmlformats.org/officeDocument/2006/relationships/customXml" Target="../ink/ink1329.xml"/><Relationship Id="rId298" Type="http://schemas.openxmlformats.org/officeDocument/2006/relationships/customXml" Target="../ink/ink1350.xml"/><Relationship Id="rId421" Type="http://schemas.openxmlformats.org/officeDocument/2006/relationships/image" Target="../media/image843.png"/><Relationship Id="rId463" Type="http://schemas.openxmlformats.org/officeDocument/2006/relationships/image" Target="../media/image864.png"/><Relationship Id="rId519" Type="http://schemas.openxmlformats.org/officeDocument/2006/relationships/image" Target="../media/image892.png"/><Relationship Id="rId116" Type="http://schemas.openxmlformats.org/officeDocument/2006/relationships/customXml" Target="../ink/ink1259.xml"/><Relationship Id="rId158" Type="http://schemas.openxmlformats.org/officeDocument/2006/relationships/customXml" Target="../ink/ink1280.xml"/><Relationship Id="rId323" Type="http://schemas.openxmlformats.org/officeDocument/2006/relationships/image" Target="../media/image794.png"/><Relationship Id="rId530" Type="http://schemas.openxmlformats.org/officeDocument/2006/relationships/customXml" Target="../ink/ink1466.xml"/><Relationship Id="rId20" Type="http://schemas.openxmlformats.org/officeDocument/2006/relationships/customXml" Target="../ink/ink1211.xml"/><Relationship Id="rId62" Type="http://schemas.openxmlformats.org/officeDocument/2006/relationships/customXml" Target="../ink/ink1232.xml"/><Relationship Id="rId365" Type="http://schemas.openxmlformats.org/officeDocument/2006/relationships/image" Target="../media/image815.png"/><Relationship Id="rId572" Type="http://schemas.openxmlformats.org/officeDocument/2006/relationships/customXml" Target="../ink/ink1487.xml"/><Relationship Id="rId628" Type="http://schemas.openxmlformats.org/officeDocument/2006/relationships/customXml" Target="../ink/ink1515.xml"/><Relationship Id="rId225" Type="http://schemas.openxmlformats.org/officeDocument/2006/relationships/image" Target="../media/image745.png"/><Relationship Id="rId267" Type="http://schemas.openxmlformats.org/officeDocument/2006/relationships/image" Target="../media/image766.png"/><Relationship Id="rId432" Type="http://schemas.openxmlformats.org/officeDocument/2006/relationships/customXml" Target="../ink/ink1417.xml"/><Relationship Id="rId474" Type="http://schemas.openxmlformats.org/officeDocument/2006/relationships/customXml" Target="../ink/ink1438.xml"/><Relationship Id="rId127" Type="http://schemas.openxmlformats.org/officeDocument/2006/relationships/image" Target="../media/image468.png"/><Relationship Id="rId31" Type="http://schemas.openxmlformats.org/officeDocument/2006/relationships/image" Target="../media/image396.png"/><Relationship Id="rId73" Type="http://schemas.openxmlformats.org/officeDocument/2006/relationships/image" Target="../media/image441.png"/><Relationship Id="rId169" Type="http://schemas.openxmlformats.org/officeDocument/2006/relationships/image" Target="../media/image584.png"/><Relationship Id="rId334" Type="http://schemas.openxmlformats.org/officeDocument/2006/relationships/customXml" Target="../ink/ink1368.xml"/><Relationship Id="rId376" Type="http://schemas.openxmlformats.org/officeDocument/2006/relationships/customXml" Target="../ink/ink1389.xml"/><Relationship Id="rId541" Type="http://schemas.openxmlformats.org/officeDocument/2006/relationships/image" Target="../media/image903.png"/><Relationship Id="rId583" Type="http://schemas.openxmlformats.org/officeDocument/2006/relationships/image" Target="../media/image923.png"/><Relationship Id="rId4" Type="http://schemas.openxmlformats.org/officeDocument/2006/relationships/customXml" Target="../ink/ink1203.xml"/><Relationship Id="rId180" Type="http://schemas.openxmlformats.org/officeDocument/2006/relationships/customXml" Target="../ink/ink1291.xml"/><Relationship Id="rId236" Type="http://schemas.openxmlformats.org/officeDocument/2006/relationships/customXml" Target="../ink/ink1319.xml"/><Relationship Id="rId278" Type="http://schemas.openxmlformats.org/officeDocument/2006/relationships/customXml" Target="../ink/ink1340.xml"/><Relationship Id="rId401" Type="http://schemas.openxmlformats.org/officeDocument/2006/relationships/image" Target="../media/image833.png"/><Relationship Id="rId443" Type="http://schemas.openxmlformats.org/officeDocument/2006/relationships/image" Target="../media/image854.png"/><Relationship Id="rId303" Type="http://schemas.openxmlformats.org/officeDocument/2006/relationships/image" Target="../media/image784.png"/><Relationship Id="rId485" Type="http://schemas.openxmlformats.org/officeDocument/2006/relationships/image" Target="../media/image875.png"/><Relationship Id="rId42" Type="http://schemas.openxmlformats.org/officeDocument/2006/relationships/customXml" Target="../ink/ink1222.xml"/><Relationship Id="rId84" Type="http://schemas.openxmlformats.org/officeDocument/2006/relationships/customXml" Target="../ink/ink1243.xml"/><Relationship Id="rId138" Type="http://schemas.openxmlformats.org/officeDocument/2006/relationships/customXml" Target="../ink/ink1270.xml"/><Relationship Id="rId345" Type="http://schemas.openxmlformats.org/officeDocument/2006/relationships/image" Target="../media/image805.png"/><Relationship Id="rId387" Type="http://schemas.openxmlformats.org/officeDocument/2006/relationships/image" Target="../media/image826.png"/><Relationship Id="rId510" Type="http://schemas.openxmlformats.org/officeDocument/2006/relationships/customXml" Target="../ink/ink1456.xml"/><Relationship Id="rId552" Type="http://schemas.openxmlformats.org/officeDocument/2006/relationships/customXml" Target="../ink/ink1477.xml"/><Relationship Id="rId594" Type="http://schemas.openxmlformats.org/officeDocument/2006/relationships/customXml" Target="../ink/ink1498.xml"/><Relationship Id="rId608" Type="http://schemas.openxmlformats.org/officeDocument/2006/relationships/customXml" Target="../ink/ink1505.xml"/><Relationship Id="rId191" Type="http://schemas.openxmlformats.org/officeDocument/2006/relationships/image" Target="../media/image7280.png"/><Relationship Id="rId205" Type="http://schemas.openxmlformats.org/officeDocument/2006/relationships/image" Target="../media/image7350.png"/><Relationship Id="rId247" Type="http://schemas.openxmlformats.org/officeDocument/2006/relationships/image" Target="../media/image756.png"/><Relationship Id="rId412" Type="http://schemas.openxmlformats.org/officeDocument/2006/relationships/customXml" Target="../ink/ink1407.xml"/><Relationship Id="rId107" Type="http://schemas.openxmlformats.org/officeDocument/2006/relationships/image" Target="../media/image458.png"/><Relationship Id="rId289" Type="http://schemas.openxmlformats.org/officeDocument/2006/relationships/image" Target="../media/image777.png"/><Relationship Id="rId454" Type="http://schemas.openxmlformats.org/officeDocument/2006/relationships/customXml" Target="../ink/ink1428.xml"/><Relationship Id="rId496" Type="http://schemas.openxmlformats.org/officeDocument/2006/relationships/customXml" Target="../ink/ink1449.xml"/><Relationship Id="rId11" Type="http://schemas.openxmlformats.org/officeDocument/2006/relationships/image" Target="../media/image386.png"/><Relationship Id="rId53" Type="http://schemas.openxmlformats.org/officeDocument/2006/relationships/image" Target="../media/image407.png"/><Relationship Id="rId149" Type="http://schemas.openxmlformats.org/officeDocument/2006/relationships/image" Target="../media/image479.png"/><Relationship Id="rId314" Type="http://schemas.openxmlformats.org/officeDocument/2006/relationships/customXml" Target="../ink/ink1358.xml"/><Relationship Id="rId356" Type="http://schemas.openxmlformats.org/officeDocument/2006/relationships/customXml" Target="../ink/ink1379.xml"/><Relationship Id="rId398" Type="http://schemas.openxmlformats.org/officeDocument/2006/relationships/customXml" Target="../ink/ink1400.xml"/><Relationship Id="rId521" Type="http://schemas.openxmlformats.org/officeDocument/2006/relationships/image" Target="../media/image893.png"/><Relationship Id="rId563" Type="http://schemas.openxmlformats.org/officeDocument/2006/relationships/image" Target="../media/image914.png"/><Relationship Id="rId619" Type="http://schemas.openxmlformats.org/officeDocument/2006/relationships/image" Target="../media/image941.png"/><Relationship Id="rId95" Type="http://schemas.openxmlformats.org/officeDocument/2006/relationships/image" Target="../media/image452.png"/><Relationship Id="rId160" Type="http://schemas.openxmlformats.org/officeDocument/2006/relationships/customXml" Target="../ink/ink1281.xml"/><Relationship Id="rId216" Type="http://schemas.openxmlformats.org/officeDocument/2006/relationships/customXml" Target="../ink/ink1309.xml"/><Relationship Id="rId423" Type="http://schemas.openxmlformats.org/officeDocument/2006/relationships/image" Target="../media/image844.png"/><Relationship Id="rId258" Type="http://schemas.openxmlformats.org/officeDocument/2006/relationships/customXml" Target="../ink/ink1330.xml"/><Relationship Id="rId465" Type="http://schemas.openxmlformats.org/officeDocument/2006/relationships/image" Target="../media/image865.png"/><Relationship Id="rId22" Type="http://schemas.openxmlformats.org/officeDocument/2006/relationships/customXml" Target="../ink/ink1212.xml"/><Relationship Id="rId64" Type="http://schemas.openxmlformats.org/officeDocument/2006/relationships/customXml" Target="../ink/ink1233.xml"/><Relationship Id="rId118" Type="http://schemas.openxmlformats.org/officeDocument/2006/relationships/customXml" Target="../ink/ink1260.xml"/><Relationship Id="rId325" Type="http://schemas.openxmlformats.org/officeDocument/2006/relationships/image" Target="../media/image795.png"/><Relationship Id="rId367" Type="http://schemas.openxmlformats.org/officeDocument/2006/relationships/image" Target="../media/image816.png"/><Relationship Id="rId532" Type="http://schemas.openxmlformats.org/officeDocument/2006/relationships/customXml" Target="../ink/ink1467.xml"/><Relationship Id="rId574" Type="http://schemas.openxmlformats.org/officeDocument/2006/relationships/customXml" Target="../ink/ink1488.xml"/><Relationship Id="rId171" Type="http://schemas.openxmlformats.org/officeDocument/2006/relationships/image" Target="../media/image585.png"/><Relationship Id="rId227" Type="http://schemas.openxmlformats.org/officeDocument/2006/relationships/image" Target="../media/image746.png"/><Relationship Id="rId269" Type="http://schemas.openxmlformats.org/officeDocument/2006/relationships/image" Target="../media/image767.png"/><Relationship Id="rId434" Type="http://schemas.openxmlformats.org/officeDocument/2006/relationships/customXml" Target="../ink/ink1418.xml"/><Relationship Id="rId476" Type="http://schemas.openxmlformats.org/officeDocument/2006/relationships/customXml" Target="../ink/ink1439.xml"/><Relationship Id="rId33" Type="http://schemas.openxmlformats.org/officeDocument/2006/relationships/image" Target="../media/image397.png"/><Relationship Id="rId129" Type="http://schemas.openxmlformats.org/officeDocument/2006/relationships/image" Target="../media/image469.png"/><Relationship Id="rId280" Type="http://schemas.openxmlformats.org/officeDocument/2006/relationships/customXml" Target="../ink/ink1341.xml"/><Relationship Id="rId336" Type="http://schemas.openxmlformats.org/officeDocument/2006/relationships/customXml" Target="../ink/ink1369.xml"/><Relationship Id="rId501" Type="http://schemas.openxmlformats.org/officeDocument/2006/relationships/image" Target="../media/image883.png"/><Relationship Id="rId543" Type="http://schemas.openxmlformats.org/officeDocument/2006/relationships/image" Target="../media/image904.png"/><Relationship Id="rId75" Type="http://schemas.openxmlformats.org/officeDocument/2006/relationships/image" Target="../media/image442.png"/><Relationship Id="rId140" Type="http://schemas.openxmlformats.org/officeDocument/2006/relationships/customXml" Target="../ink/ink1271.xml"/><Relationship Id="rId182" Type="http://schemas.openxmlformats.org/officeDocument/2006/relationships/customXml" Target="../ink/ink1292.xml"/><Relationship Id="rId378" Type="http://schemas.openxmlformats.org/officeDocument/2006/relationships/customXml" Target="../ink/ink1390.xml"/><Relationship Id="rId403" Type="http://schemas.openxmlformats.org/officeDocument/2006/relationships/image" Target="../media/image834.png"/><Relationship Id="rId585" Type="http://schemas.openxmlformats.org/officeDocument/2006/relationships/image" Target="../media/image924.png"/><Relationship Id="rId6" Type="http://schemas.openxmlformats.org/officeDocument/2006/relationships/customXml" Target="../ink/ink1204.xml"/><Relationship Id="rId238" Type="http://schemas.openxmlformats.org/officeDocument/2006/relationships/customXml" Target="../ink/ink1320.xml"/><Relationship Id="rId445" Type="http://schemas.openxmlformats.org/officeDocument/2006/relationships/image" Target="../media/image855.png"/><Relationship Id="rId487" Type="http://schemas.openxmlformats.org/officeDocument/2006/relationships/image" Target="../media/image876.png"/><Relationship Id="rId610" Type="http://schemas.openxmlformats.org/officeDocument/2006/relationships/customXml" Target="../ink/ink1506.xml"/><Relationship Id="rId291" Type="http://schemas.openxmlformats.org/officeDocument/2006/relationships/image" Target="../media/image778.png"/><Relationship Id="rId305" Type="http://schemas.openxmlformats.org/officeDocument/2006/relationships/image" Target="../media/image785.png"/><Relationship Id="rId347" Type="http://schemas.openxmlformats.org/officeDocument/2006/relationships/image" Target="../media/image806.png"/><Relationship Id="rId512" Type="http://schemas.openxmlformats.org/officeDocument/2006/relationships/customXml" Target="../ink/ink1457.xml"/><Relationship Id="rId44" Type="http://schemas.openxmlformats.org/officeDocument/2006/relationships/customXml" Target="../ink/ink1223.xml"/><Relationship Id="rId86" Type="http://schemas.openxmlformats.org/officeDocument/2006/relationships/customXml" Target="../ink/ink1244.xml"/><Relationship Id="rId151" Type="http://schemas.openxmlformats.org/officeDocument/2006/relationships/image" Target="../media/image575.png"/><Relationship Id="rId389" Type="http://schemas.openxmlformats.org/officeDocument/2006/relationships/image" Target="../media/image827.png"/><Relationship Id="rId554" Type="http://schemas.openxmlformats.org/officeDocument/2006/relationships/customXml" Target="../ink/ink1478.xml"/><Relationship Id="rId596" Type="http://schemas.openxmlformats.org/officeDocument/2006/relationships/customXml" Target="../ink/ink1499.xml"/><Relationship Id="rId193" Type="http://schemas.openxmlformats.org/officeDocument/2006/relationships/image" Target="../media/image7290.png"/><Relationship Id="rId207" Type="http://schemas.openxmlformats.org/officeDocument/2006/relationships/image" Target="../media/image7360.png"/><Relationship Id="rId249" Type="http://schemas.openxmlformats.org/officeDocument/2006/relationships/image" Target="../media/image757.png"/><Relationship Id="rId414" Type="http://schemas.openxmlformats.org/officeDocument/2006/relationships/customXml" Target="../ink/ink1408.xml"/><Relationship Id="rId456" Type="http://schemas.openxmlformats.org/officeDocument/2006/relationships/customXml" Target="../ink/ink1429.xml"/><Relationship Id="rId498" Type="http://schemas.openxmlformats.org/officeDocument/2006/relationships/customXml" Target="../ink/ink1450.xml"/><Relationship Id="rId621" Type="http://schemas.openxmlformats.org/officeDocument/2006/relationships/image" Target="../media/image942.png"/><Relationship Id="rId13" Type="http://schemas.openxmlformats.org/officeDocument/2006/relationships/image" Target="../media/image387.png"/><Relationship Id="rId109" Type="http://schemas.openxmlformats.org/officeDocument/2006/relationships/image" Target="../media/image459.png"/><Relationship Id="rId260" Type="http://schemas.openxmlformats.org/officeDocument/2006/relationships/customXml" Target="../ink/ink1331.xml"/><Relationship Id="rId316" Type="http://schemas.openxmlformats.org/officeDocument/2006/relationships/customXml" Target="../ink/ink1359.xml"/><Relationship Id="rId523" Type="http://schemas.openxmlformats.org/officeDocument/2006/relationships/image" Target="../media/image894.png"/><Relationship Id="rId55" Type="http://schemas.openxmlformats.org/officeDocument/2006/relationships/image" Target="../media/image408.png"/><Relationship Id="rId97" Type="http://schemas.openxmlformats.org/officeDocument/2006/relationships/image" Target="../media/image453.png"/><Relationship Id="rId120" Type="http://schemas.openxmlformats.org/officeDocument/2006/relationships/customXml" Target="../ink/ink1261.xml"/><Relationship Id="rId358" Type="http://schemas.openxmlformats.org/officeDocument/2006/relationships/customXml" Target="../ink/ink1380.xml"/><Relationship Id="rId565" Type="http://schemas.openxmlformats.org/officeDocument/2006/relationships/image" Target="../media/image915.png"/><Relationship Id="rId162" Type="http://schemas.openxmlformats.org/officeDocument/2006/relationships/customXml" Target="../ink/ink1282.xml"/><Relationship Id="rId218" Type="http://schemas.openxmlformats.org/officeDocument/2006/relationships/customXml" Target="../ink/ink1310.xml"/><Relationship Id="rId425" Type="http://schemas.openxmlformats.org/officeDocument/2006/relationships/image" Target="../media/image845.png"/><Relationship Id="rId467" Type="http://schemas.openxmlformats.org/officeDocument/2006/relationships/image" Target="../media/image866.png"/><Relationship Id="rId271" Type="http://schemas.openxmlformats.org/officeDocument/2006/relationships/image" Target="../media/image768.png"/><Relationship Id="rId24" Type="http://schemas.openxmlformats.org/officeDocument/2006/relationships/customXml" Target="../ink/ink1213.xml"/><Relationship Id="rId66" Type="http://schemas.openxmlformats.org/officeDocument/2006/relationships/customXml" Target="../ink/ink1234.xml"/><Relationship Id="rId131" Type="http://schemas.openxmlformats.org/officeDocument/2006/relationships/image" Target="../media/image470.png"/><Relationship Id="rId327" Type="http://schemas.openxmlformats.org/officeDocument/2006/relationships/image" Target="../media/image796.png"/><Relationship Id="rId369" Type="http://schemas.openxmlformats.org/officeDocument/2006/relationships/image" Target="../media/image817.png"/><Relationship Id="rId534" Type="http://schemas.openxmlformats.org/officeDocument/2006/relationships/customXml" Target="../ink/ink1468.xml"/><Relationship Id="rId576" Type="http://schemas.openxmlformats.org/officeDocument/2006/relationships/customXml" Target="../ink/ink1489.xml"/><Relationship Id="rId173" Type="http://schemas.openxmlformats.org/officeDocument/2006/relationships/image" Target="../media/image586.png"/><Relationship Id="rId229" Type="http://schemas.openxmlformats.org/officeDocument/2006/relationships/image" Target="../media/image747.png"/><Relationship Id="rId380" Type="http://schemas.openxmlformats.org/officeDocument/2006/relationships/customXml" Target="../ink/ink1391.xml"/><Relationship Id="rId436" Type="http://schemas.openxmlformats.org/officeDocument/2006/relationships/customXml" Target="../ink/ink1419.xml"/><Relationship Id="rId601" Type="http://schemas.openxmlformats.org/officeDocument/2006/relationships/image" Target="../media/image932.png"/><Relationship Id="rId240" Type="http://schemas.openxmlformats.org/officeDocument/2006/relationships/customXml" Target="../ink/ink1321.xml"/><Relationship Id="rId478" Type="http://schemas.openxmlformats.org/officeDocument/2006/relationships/customXml" Target="../ink/ink1440.xml"/><Relationship Id="rId35" Type="http://schemas.openxmlformats.org/officeDocument/2006/relationships/image" Target="../media/image398.png"/><Relationship Id="rId77" Type="http://schemas.openxmlformats.org/officeDocument/2006/relationships/image" Target="../media/image443.png"/><Relationship Id="rId100" Type="http://schemas.openxmlformats.org/officeDocument/2006/relationships/customXml" Target="../ink/ink1251.xml"/><Relationship Id="rId282" Type="http://schemas.openxmlformats.org/officeDocument/2006/relationships/customXml" Target="../ink/ink1342.xml"/><Relationship Id="rId338" Type="http://schemas.openxmlformats.org/officeDocument/2006/relationships/customXml" Target="../ink/ink1370.xml"/><Relationship Id="rId503" Type="http://schemas.openxmlformats.org/officeDocument/2006/relationships/image" Target="../media/image884.png"/><Relationship Id="rId545" Type="http://schemas.openxmlformats.org/officeDocument/2006/relationships/image" Target="../media/image905.png"/><Relationship Id="rId587" Type="http://schemas.openxmlformats.org/officeDocument/2006/relationships/image" Target="../media/image925.png"/><Relationship Id="rId8" Type="http://schemas.openxmlformats.org/officeDocument/2006/relationships/customXml" Target="../ink/ink1205.xml"/><Relationship Id="rId142" Type="http://schemas.openxmlformats.org/officeDocument/2006/relationships/customXml" Target="../ink/ink1272.xml"/><Relationship Id="rId184" Type="http://schemas.openxmlformats.org/officeDocument/2006/relationships/customXml" Target="../ink/ink1293.xml"/><Relationship Id="rId391" Type="http://schemas.openxmlformats.org/officeDocument/2006/relationships/image" Target="../media/image828.png"/><Relationship Id="rId405" Type="http://schemas.openxmlformats.org/officeDocument/2006/relationships/image" Target="../media/image835.png"/><Relationship Id="rId447" Type="http://schemas.openxmlformats.org/officeDocument/2006/relationships/image" Target="../media/image856.png"/><Relationship Id="rId612" Type="http://schemas.openxmlformats.org/officeDocument/2006/relationships/customXml" Target="../ink/ink1507.xml"/><Relationship Id="rId251" Type="http://schemas.openxmlformats.org/officeDocument/2006/relationships/image" Target="../media/image758.png"/><Relationship Id="rId489" Type="http://schemas.openxmlformats.org/officeDocument/2006/relationships/image" Target="../media/image877.png"/><Relationship Id="rId46" Type="http://schemas.openxmlformats.org/officeDocument/2006/relationships/customXml" Target="../ink/ink1224.xml"/><Relationship Id="rId293" Type="http://schemas.openxmlformats.org/officeDocument/2006/relationships/image" Target="../media/image779.png"/><Relationship Id="rId307" Type="http://schemas.openxmlformats.org/officeDocument/2006/relationships/image" Target="../media/image786.png"/><Relationship Id="rId349" Type="http://schemas.openxmlformats.org/officeDocument/2006/relationships/image" Target="../media/image807.png"/><Relationship Id="rId514" Type="http://schemas.openxmlformats.org/officeDocument/2006/relationships/customXml" Target="../ink/ink1458.xml"/><Relationship Id="rId556" Type="http://schemas.openxmlformats.org/officeDocument/2006/relationships/customXml" Target="../ink/ink1479.xml"/><Relationship Id="rId88" Type="http://schemas.openxmlformats.org/officeDocument/2006/relationships/customXml" Target="../ink/ink1245.xml"/><Relationship Id="rId111" Type="http://schemas.openxmlformats.org/officeDocument/2006/relationships/image" Target="../media/image460.png"/><Relationship Id="rId153" Type="http://schemas.openxmlformats.org/officeDocument/2006/relationships/image" Target="../media/image576.png"/><Relationship Id="rId195" Type="http://schemas.openxmlformats.org/officeDocument/2006/relationships/image" Target="../media/image7300.png"/><Relationship Id="rId209" Type="http://schemas.openxmlformats.org/officeDocument/2006/relationships/image" Target="../media/image737.png"/><Relationship Id="rId360" Type="http://schemas.openxmlformats.org/officeDocument/2006/relationships/customXml" Target="../ink/ink1381.xml"/><Relationship Id="rId416" Type="http://schemas.openxmlformats.org/officeDocument/2006/relationships/customXml" Target="../ink/ink1409.xml"/><Relationship Id="rId598" Type="http://schemas.openxmlformats.org/officeDocument/2006/relationships/customXml" Target="../ink/ink1500.xml"/><Relationship Id="rId220" Type="http://schemas.openxmlformats.org/officeDocument/2006/relationships/customXml" Target="../ink/ink1311.xml"/><Relationship Id="rId458" Type="http://schemas.openxmlformats.org/officeDocument/2006/relationships/customXml" Target="../ink/ink1430.xml"/><Relationship Id="rId623" Type="http://schemas.openxmlformats.org/officeDocument/2006/relationships/image" Target="../media/image943.png"/><Relationship Id="rId15" Type="http://schemas.openxmlformats.org/officeDocument/2006/relationships/image" Target="../media/image388.png"/><Relationship Id="rId57" Type="http://schemas.openxmlformats.org/officeDocument/2006/relationships/image" Target="../media/image409.png"/><Relationship Id="rId262" Type="http://schemas.openxmlformats.org/officeDocument/2006/relationships/customXml" Target="../ink/ink1332.xml"/><Relationship Id="rId318" Type="http://schemas.openxmlformats.org/officeDocument/2006/relationships/customXml" Target="../ink/ink1360.xml"/><Relationship Id="rId525" Type="http://schemas.openxmlformats.org/officeDocument/2006/relationships/image" Target="../media/image895.png"/><Relationship Id="rId567" Type="http://schemas.openxmlformats.org/officeDocument/2006/relationships/image" Target="../media/image916.png"/><Relationship Id="rId99" Type="http://schemas.openxmlformats.org/officeDocument/2006/relationships/image" Target="../media/image454.png"/><Relationship Id="rId122" Type="http://schemas.openxmlformats.org/officeDocument/2006/relationships/customXml" Target="../ink/ink1262.xml"/><Relationship Id="rId164" Type="http://schemas.openxmlformats.org/officeDocument/2006/relationships/customXml" Target="../ink/ink1283.xml"/><Relationship Id="rId371" Type="http://schemas.openxmlformats.org/officeDocument/2006/relationships/image" Target="../media/image818.png"/><Relationship Id="rId427" Type="http://schemas.openxmlformats.org/officeDocument/2006/relationships/image" Target="../media/image846.png"/><Relationship Id="rId469" Type="http://schemas.openxmlformats.org/officeDocument/2006/relationships/image" Target="../media/image867.png"/><Relationship Id="rId26" Type="http://schemas.openxmlformats.org/officeDocument/2006/relationships/customXml" Target="../ink/ink1214.xml"/><Relationship Id="rId231" Type="http://schemas.openxmlformats.org/officeDocument/2006/relationships/image" Target="../media/image748.png"/><Relationship Id="rId273" Type="http://schemas.openxmlformats.org/officeDocument/2006/relationships/image" Target="../media/image769.png"/><Relationship Id="rId329" Type="http://schemas.openxmlformats.org/officeDocument/2006/relationships/image" Target="../media/image797.png"/><Relationship Id="rId480" Type="http://schemas.openxmlformats.org/officeDocument/2006/relationships/customXml" Target="../ink/ink1441.xml"/><Relationship Id="rId536" Type="http://schemas.openxmlformats.org/officeDocument/2006/relationships/customXml" Target="../ink/ink1469.xml"/><Relationship Id="rId68" Type="http://schemas.openxmlformats.org/officeDocument/2006/relationships/customXml" Target="../ink/ink1235.xml"/><Relationship Id="rId133" Type="http://schemas.openxmlformats.org/officeDocument/2006/relationships/image" Target="../media/image471.png"/><Relationship Id="rId175" Type="http://schemas.openxmlformats.org/officeDocument/2006/relationships/image" Target="../media/image7200.png"/><Relationship Id="rId340" Type="http://schemas.openxmlformats.org/officeDocument/2006/relationships/customXml" Target="../ink/ink1371.xml"/><Relationship Id="rId578" Type="http://schemas.openxmlformats.org/officeDocument/2006/relationships/customXml" Target="../ink/ink1490.xml"/><Relationship Id="rId200" Type="http://schemas.openxmlformats.org/officeDocument/2006/relationships/customXml" Target="../ink/ink1301.xml"/><Relationship Id="rId382" Type="http://schemas.openxmlformats.org/officeDocument/2006/relationships/customXml" Target="../ink/ink1392.xml"/><Relationship Id="rId438" Type="http://schemas.openxmlformats.org/officeDocument/2006/relationships/customXml" Target="../ink/ink1420.xml"/><Relationship Id="rId603" Type="http://schemas.openxmlformats.org/officeDocument/2006/relationships/image" Target="../media/image933.png"/><Relationship Id="rId242" Type="http://schemas.openxmlformats.org/officeDocument/2006/relationships/customXml" Target="../ink/ink1322.xml"/><Relationship Id="rId284" Type="http://schemas.openxmlformats.org/officeDocument/2006/relationships/customXml" Target="../ink/ink1343.xml"/><Relationship Id="rId491" Type="http://schemas.openxmlformats.org/officeDocument/2006/relationships/image" Target="../media/image878.png"/><Relationship Id="rId505" Type="http://schemas.openxmlformats.org/officeDocument/2006/relationships/image" Target="../media/image885.png"/><Relationship Id="rId37" Type="http://schemas.openxmlformats.org/officeDocument/2006/relationships/image" Target="../media/image399.png"/><Relationship Id="rId79" Type="http://schemas.openxmlformats.org/officeDocument/2006/relationships/image" Target="../media/image444.png"/><Relationship Id="rId102" Type="http://schemas.openxmlformats.org/officeDocument/2006/relationships/customXml" Target="../ink/ink1252.xml"/><Relationship Id="rId144" Type="http://schemas.openxmlformats.org/officeDocument/2006/relationships/customXml" Target="../ink/ink1273.xml"/><Relationship Id="rId547" Type="http://schemas.openxmlformats.org/officeDocument/2006/relationships/image" Target="../media/image906.png"/><Relationship Id="rId589" Type="http://schemas.openxmlformats.org/officeDocument/2006/relationships/image" Target="../media/image926.png"/><Relationship Id="rId90" Type="http://schemas.openxmlformats.org/officeDocument/2006/relationships/customXml" Target="../ink/ink1246.xml"/><Relationship Id="rId186" Type="http://schemas.openxmlformats.org/officeDocument/2006/relationships/customXml" Target="../ink/ink1294.xml"/><Relationship Id="rId351" Type="http://schemas.openxmlformats.org/officeDocument/2006/relationships/image" Target="../media/image808.png"/><Relationship Id="rId393" Type="http://schemas.openxmlformats.org/officeDocument/2006/relationships/image" Target="../media/image829.png"/><Relationship Id="rId407" Type="http://schemas.openxmlformats.org/officeDocument/2006/relationships/image" Target="../media/image836.png"/><Relationship Id="rId449" Type="http://schemas.openxmlformats.org/officeDocument/2006/relationships/image" Target="../media/image857.png"/><Relationship Id="rId614" Type="http://schemas.openxmlformats.org/officeDocument/2006/relationships/customXml" Target="../ink/ink1508.xml"/><Relationship Id="rId211" Type="http://schemas.openxmlformats.org/officeDocument/2006/relationships/image" Target="../media/image738.png"/><Relationship Id="rId253" Type="http://schemas.openxmlformats.org/officeDocument/2006/relationships/image" Target="../media/image759.png"/><Relationship Id="rId295" Type="http://schemas.openxmlformats.org/officeDocument/2006/relationships/image" Target="../media/image780.png"/><Relationship Id="rId309" Type="http://schemas.openxmlformats.org/officeDocument/2006/relationships/image" Target="../media/image787.png"/><Relationship Id="rId460" Type="http://schemas.openxmlformats.org/officeDocument/2006/relationships/customXml" Target="../ink/ink1431.xml"/><Relationship Id="rId516" Type="http://schemas.openxmlformats.org/officeDocument/2006/relationships/customXml" Target="../ink/ink1459.xml"/><Relationship Id="rId48" Type="http://schemas.openxmlformats.org/officeDocument/2006/relationships/customXml" Target="../ink/ink1225.xml"/><Relationship Id="rId113" Type="http://schemas.openxmlformats.org/officeDocument/2006/relationships/image" Target="../media/image461.png"/><Relationship Id="rId320" Type="http://schemas.openxmlformats.org/officeDocument/2006/relationships/customXml" Target="../ink/ink1361.xml"/><Relationship Id="rId558" Type="http://schemas.openxmlformats.org/officeDocument/2006/relationships/customXml" Target="../ink/ink1480.xml"/><Relationship Id="rId155" Type="http://schemas.openxmlformats.org/officeDocument/2006/relationships/image" Target="../media/image577.png"/><Relationship Id="rId197" Type="http://schemas.openxmlformats.org/officeDocument/2006/relationships/image" Target="../media/image7310.png"/><Relationship Id="rId362" Type="http://schemas.openxmlformats.org/officeDocument/2006/relationships/customXml" Target="../ink/ink1382.xml"/><Relationship Id="rId418" Type="http://schemas.openxmlformats.org/officeDocument/2006/relationships/customXml" Target="../ink/ink1410.xml"/><Relationship Id="rId625" Type="http://schemas.openxmlformats.org/officeDocument/2006/relationships/image" Target="../media/image944.png"/><Relationship Id="rId222" Type="http://schemas.openxmlformats.org/officeDocument/2006/relationships/customXml" Target="../ink/ink1312.xml"/><Relationship Id="rId264" Type="http://schemas.openxmlformats.org/officeDocument/2006/relationships/customXml" Target="../ink/ink1333.xml"/><Relationship Id="rId471" Type="http://schemas.openxmlformats.org/officeDocument/2006/relationships/image" Target="../media/image868.png"/><Relationship Id="rId17" Type="http://schemas.openxmlformats.org/officeDocument/2006/relationships/image" Target="../media/image389.png"/><Relationship Id="rId59" Type="http://schemas.openxmlformats.org/officeDocument/2006/relationships/image" Target="../media/image410.png"/><Relationship Id="rId124" Type="http://schemas.openxmlformats.org/officeDocument/2006/relationships/customXml" Target="../ink/ink1263.xml"/><Relationship Id="rId527" Type="http://schemas.openxmlformats.org/officeDocument/2006/relationships/image" Target="../media/image896.png"/><Relationship Id="rId569" Type="http://schemas.openxmlformats.org/officeDocument/2006/relationships/image" Target="../media/image917.png"/><Relationship Id="rId70" Type="http://schemas.openxmlformats.org/officeDocument/2006/relationships/customXml" Target="../ink/ink1236.xml"/><Relationship Id="rId166" Type="http://schemas.openxmlformats.org/officeDocument/2006/relationships/customXml" Target="../ink/ink1284.xml"/><Relationship Id="rId331" Type="http://schemas.openxmlformats.org/officeDocument/2006/relationships/image" Target="../media/image798.png"/><Relationship Id="rId373" Type="http://schemas.openxmlformats.org/officeDocument/2006/relationships/image" Target="../media/image819.png"/><Relationship Id="rId429" Type="http://schemas.openxmlformats.org/officeDocument/2006/relationships/image" Target="../media/image847.png"/><Relationship Id="rId580" Type="http://schemas.openxmlformats.org/officeDocument/2006/relationships/customXml" Target="../ink/ink149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49.png"/><Relationship Id="rId440" Type="http://schemas.openxmlformats.org/officeDocument/2006/relationships/customXml" Target="../ink/ink1421.xml"/><Relationship Id="rId28" Type="http://schemas.openxmlformats.org/officeDocument/2006/relationships/customXml" Target="../ink/ink1215.xml"/><Relationship Id="rId275" Type="http://schemas.openxmlformats.org/officeDocument/2006/relationships/image" Target="../media/image770.png"/><Relationship Id="rId300" Type="http://schemas.openxmlformats.org/officeDocument/2006/relationships/customXml" Target="../ink/ink1351.xml"/><Relationship Id="rId482" Type="http://schemas.openxmlformats.org/officeDocument/2006/relationships/customXml" Target="../ink/ink1442.xml"/><Relationship Id="rId538" Type="http://schemas.openxmlformats.org/officeDocument/2006/relationships/customXml" Target="../ink/ink1470.xml"/><Relationship Id="rId81" Type="http://schemas.openxmlformats.org/officeDocument/2006/relationships/image" Target="../media/image445.png"/><Relationship Id="rId135" Type="http://schemas.openxmlformats.org/officeDocument/2006/relationships/image" Target="../media/image472.png"/><Relationship Id="rId177" Type="http://schemas.openxmlformats.org/officeDocument/2006/relationships/image" Target="../media/image7210.png"/><Relationship Id="rId342" Type="http://schemas.openxmlformats.org/officeDocument/2006/relationships/customXml" Target="../ink/ink1372.xml"/><Relationship Id="rId384" Type="http://schemas.openxmlformats.org/officeDocument/2006/relationships/customXml" Target="../ink/ink1393.xml"/><Relationship Id="rId591" Type="http://schemas.openxmlformats.org/officeDocument/2006/relationships/image" Target="../media/image927.png"/><Relationship Id="rId605" Type="http://schemas.openxmlformats.org/officeDocument/2006/relationships/image" Target="../media/image934.png"/><Relationship Id="rId202" Type="http://schemas.openxmlformats.org/officeDocument/2006/relationships/customXml" Target="../ink/ink1302.xml"/><Relationship Id="rId244" Type="http://schemas.openxmlformats.org/officeDocument/2006/relationships/customXml" Target="../ink/ink1323.xml"/><Relationship Id="rId39" Type="http://schemas.openxmlformats.org/officeDocument/2006/relationships/image" Target="../media/image400.png"/><Relationship Id="rId286" Type="http://schemas.openxmlformats.org/officeDocument/2006/relationships/customXml" Target="../ink/ink1344.xml"/><Relationship Id="rId451" Type="http://schemas.openxmlformats.org/officeDocument/2006/relationships/image" Target="../media/image858.png"/><Relationship Id="rId493" Type="http://schemas.openxmlformats.org/officeDocument/2006/relationships/image" Target="../media/image879.png"/><Relationship Id="rId507" Type="http://schemas.openxmlformats.org/officeDocument/2006/relationships/image" Target="../media/image886.png"/><Relationship Id="rId549" Type="http://schemas.openxmlformats.org/officeDocument/2006/relationships/image" Target="../media/image907.png"/><Relationship Id="rId50" Type="http://schemas.openxmlformats.org/officeDocument/2006/relationships/customXml" Target="../ink/ink1226.xml"/><Relationship Id="rId104" Type="http://schemas.openxmlformats.org/officeDocument/2006/relationships/customXml" Target="../ink/ink1253.xml"/><Relationship Id="rId146" Type="http://schemas.openxmlformats.org/officeDocument/2006/relationships/customXml" Target="../ink/ink1274.xml"/><Relationship Id="rId188" Type="http://schemas.openxmlformats.org/officeDocument/2006/relationships/customXml" Target="../ink/ink1295.xml"/><Relationship Id="rId311" Type="http://schemas.openxmlformats.org/officeDocument/2006/relationships/image" Target="../media/image788.png"/><Relationship Id="rId353" Type="http://schemas.openxmlformats.org/officeDocument/2006/relationships/image" Target="../media/image809.png"/><Relationship Id="rId395" Type="http://schemas.openxmlformats.org/officeDocument/2006/relationships/image" Target="../media/image830.png"/><Relationship Id="rId409" Type="http://schemas.openxmlformats.org/officeDocument/2006/relationships/image" Target="../media/image837.png"/><Relationship Id="rId560" Type="http://schemas.openxmlformats.org/officeDocument/2006/relationships/customXml" Target="../ink/ink1481.xml"/><Relationship Id="rId92" Type="http://schemas.openxmlformats.org/officeDocument/2006/relationships/customXml" Target="../ink/ink1247.xml"/><Relationship Id="rId213" Type="http://schemas.openxmlformats.org/officeDocument/2006/relationships/image" Target="../media/image739.png"/><Relationship Id="rId420" Type="http://schemas.openxmlformats.org/officeDocument/2006/relationships/customXml" Target="../ink/ink1411.xml"/><Relationship Id="rId616" Type="http://schemas.openxmlformats.org/officeDocument/2006/relationships/customXml" Target="../ink/ink1509.xml"/><Relationship Id="rId255" Type="http://schemas.openxmlformats.org/officeDocument/2006/relationships/image" Target="../media/image760.png"/><Relationship Id="rId297" Type="http://schemas.openxmlformats.org/officeDocument/2006/relationships/image" Target="../media/image781.png"/><Relationship Id="rId462" Type="http://schemas.openxmlformats.org/officeDocument/2006/relationships/customXml" Target="../ink/ink1432.xml"/><Relationship Id="rId518" Type="http://schemas.openxmlformats.org/officeDocument/2006/relationships/customXml" Target="../ink/ink1460.xml"/><Relationship Id="rId115" Type="http://schemas.openxmlformats.org/officeDocument/2006/relationships/image" Target="../media/image462.png"/><Relationship Id="rId157" Type="http://schemas.openxmlformats.org/officeDocument/2006/relationships/image" Target="../media/image578.png"/><Relationship Id="rId322" Type="http://schemas.openxmlformats.org/officeDocument/2006/relationships/customXml" Target="../ink/ink1362.xml"/><Relationship Id="rId364" Type="http://schemas.openxmlformats.org/officeDocument/2006/relationships/customXml" Target="../ink/ink1383.xml"/><Relationship Id="rId61" Type="http://schemas.openxmlformats.org/officeDocument/2006/relationships/image" Target="../media/image411.png"/><Relationship Id="rId199" Type="http://schemas.openxmlformats.org/officeDocument/2006/relationships/image" Target="../media/image7320.png"/><Relationship Id="rId571" Type="http://schemas.openxmlformats.org/officeDocument/2006/relationships/image" Target="../media/image918.png"/><Relationship Id="rId627" Type="http://schemas.openxmlformats.org/officeDocument/2006/relationships/image" Target="../media/image945.png"/><Relationship Id="rId19" Type="http://schemas.openxmlformats.org/officeDocument/2006/relationships/image" Target="../media/image390.png"/><Relationship Id="rId224" Type="http://schemas.openxmlformats.org/officeDocument/2006/relationships/customXml" Target="../ink/ink1313.xml"/><Relationship Id="rId266" Type="http://schemas.openxmlformats.org/officeDocument/2006/relationships/customXml" Target="../ink/ink1334.xml"/><Relationship Id="rId431" Type="http://schemas.openxmlformats.org/officeDocument/2006/relationships/image" Target="../media/image848.png"/><Relationship Id="rId473" Type="http://schemas.openxmlformats.org/officeDocument/2006/relationships/image" Target="../media/image869.png"/><Relationship Id="rId529" Type="http://schemas.openxmlformats.org/officeDocument/2006/relationships/image" Target="../media/image897.png"/><Relationship Id="rId30" Type="http://schemas.openxmlformats.org/officeDocument/2006/relationships/customXml" Target="../ink/ink1216.xml"/><Relationship Id="rId126" Type="http://schemas.openxmlformats.org/officeDocument/2006/relationships/customXml" Target="../ink/ink1264.xml"/><Relationship Id="rId168" Type="http://schemas.openxmlformats.org/officeDocument/2006/relationships/customXml" Target="../ink/ink1285.xml"/><Relationship Id="rId333" Type="http://schemas.openxmlformats.org/officeDocument/2006/relationships/image" Target="../media/image799.png"/><Relationship Id="rId540" Type="http://schemas.openxmlformats.org/officeDocument/2006/relationships/customXml" Target="../ink/ink1471.xml"/><Relationship Id="rId72" Type="http://schemas.openxmlformats.org/officeDocument/2006/relationships/customXml" Target="../ink/ink1237.xml"/><Relationship Id="rId375" Type="http://schemas.openxmlformats.org/officeDocument/2006/relationships/image" Target="../media/image820.png"/><Relationship Id="rId582" Type="http://schemas.openxmlformats.org/officeDocument/2006/relationships/customXml" Target="../ink/ink1492.xml"/><Relationship Id="rId3" Type="http://schemas.openxmlformats.org/officeDocument/2006/relationships/image" Target="../media/image382.png"/><Relationship Id="rId235" Type="http://schemas.openxmlformats.org/officeDocument/2006/relationships/image" Target="../media/image750.png"/><Relationship Id="rId277" Type="http://schemas.openxmlformats.org/officeDocument/2006/relationships/image" Target="../media/image771.png"/><Relationship Id="rId400" Type="http://schemas.openxmlformats.org/officeDocument/2006/relationships/customXml" Target="../ink/ink1401.xml"/><Relationship Id="rId442" Type="http://schemas.openxmlformats.org/officeDocument/2006/relationships/customXml" Target="../ink/ink1422.xml"/><Relationship Id="rId484" Type="http://schemas.openxmlformats.org/officeDocument/2006/relationships/customXml" Target="../ink/ink1443.xml"/><Relationship Id="rId137" Type="http://schemas.openxmlformats.org/officeDocument/2006/relationships/image" Target="../media/image473.png"/><Relationship Id="rId302" Type="http://schemas.openxmlformats.org/officeDocument/2006/relationships/customXml" Target="../ink/ink1352.xml"/><Relationship Id="rId344" Type="http://schemas.openxmlformats.org/officeDocument/2006/relationships/customXml" Target="../ink/ink1373.xml"/><Relationship Id="rId41" Type="http://schemas.openxmlformats.org/officeDocument/2006/relationships/image" Target="../media/image401.png"/><Relationship Id="rId83" Type="http://schemas.openxmlformats.org/officeDocument/2006/relationships/image" Target="../media/image446.png"/><Relationship Id="rId179" Type="http://schemas.openxmlformats.org/officeDocument/2006/relationships/image" Target="../media/image7220.png"/><Relationship Id="rId386" Type="http://schemas.openxmlformats.org/officeDocument/2006/relationships/customXml" Target="../ink/ink1394.xml"/><Relationship Id="rId551" Type="http://schemas.openxmlformats.org/officeDocument/2006/relationships/image" Target="../media/image908.png"/><Relationship Id="rId593" Type="http://schemas.openxmlformats.org/officeDocument/2006/relationships/image" Target="../media/image928.png"/><Relationship Id="rId607" Type="http://schemas.openxmlformats.org/officeDocument/2006/relationships/image" Target="../media/image935.png"/><Relationship Id="rId190" Type="http://schemas.openxmlformats.org/officeDocument/2006/relationships/customXml" Target="../ink/ink1296.xml"/><Relationship Id="rId204" Type="http://schemas.openxmlformats.org/officeDocument/2006/relationships/customXml" Target="../ink/ink1303.xml"/><Relationship Id="rId246" Type="http://schemas.openxmlformats.org/officeDocument/2006/relationships/customXml" Target="../ink/ink1324.xml"/><Relationship Id="rId288" Type="http://schemas.openxmlformats.org/officeDocument/2006/relationships/customXml" Target="../ink/ink1345.xml"/><Relationship Id="rId411" Type="http://schemas.openxmlformats.org/officeDocument/2006/relationships/image" Target="../media/image838.png"/><Relationship Id="rId453" Type="http://schemas.openxmlformats.org/officeDocument/2006/relationships/image" Target="../media/image859.png"/><Relationship Id="rId509" Type="http://schemas.openxmlformats.org/officeDocument/2006/relationships/image" Target="../media/image887.png"/><Relationship Id="rId106" Type="http://schemas.openxmlformats.org/officeDocument/2006/relationships/customXml" Target="../ink/ink1254.xml"/><Relationship Id="rId313" Type="http://schemas.openxmlformats.org/officeDocument/2006/relationships/image" Target="../media/image789.png"/><Relationship Id="rId495" Type="http://schemas.openxmlformats.org/officeDocument/2006/relationships/image" Target="../media/image880.png"/><Relationship Id="rId10" Type="http://schemas.openxmlformats.org/officeDocument/2006/relationships/customXml" Target="../ink/ink1206.xml"/><Relationship Id="rId52" Type="http://schemas.openxmlformats.org/officeDocument/2006/relationships/customXml" Target="../ink/ink1227.xml"/><Relationship Id="rId94" Type="http://schemas.openxmlformats.org/officeDocument/2006/relationships/customXml" Target="../ink/ink1248.xml"/><Relationship Id="rId148" Type="http://schemas.openxmlformats.org/officeDocument/2006/relationships/customXml" Target="../ink/ink1275.xml"/><Relationship Id="rId355" Type="http://schemas.openxmlformats.org/officeDocument/2006/relationships/image" Target="../media/image810.png"/><Relationship Id="rId397" Type="http://schemas.openxmlformats.org/officeDocument/2006/relationships/image" Target="../media/image831.png"/><Relationship Id="rId520" Type="http://schemas.openxmlformats.org/officeDocument/2006/relationships/customXml" Target="../ink/ink1461.xml"/><Relationship Id="rId562" Type="http://schemas.openxmlformats.org/officeDocument/2006/relationships/customXml" Target="../ink/ink1482.xml"/><Relationship Id="rId618" Type="http://schemas.openxmlformats.org/officeDocument/2006/relationships/customXml" Target="../ink/ink1510.xml"/><Relationship Id="rId215" Type="http://schemas.openxmlformats.org/officeDocument/2006/relationships/image" Target="../media/image740.png"/><Relationship Id="rId257" Type="http://schemas.openxmlformats.org/officeDocument/2006/relationships/image" Target="../media/image761.png"/><Relationship Id="rId422" Type="http://schemas.openxmlformats.org/officeDocument/2006/relationships/customXml" Target="../ink/ink1412.xml"/><Relationship Id="rId464" Type="http://schemas.openxmlformats.org/officeDocument/2006/relationships/customXml" Target="../ink/ink1433.xml"/><Relationship Id="rId299" Type="http://schemas.openxmlformats.org/officeDocument/2006/relationships/image" Target="../media/image782.png"/><Relationship Id="rId63" Type="http://schemas.openxmlformats.org/officeDocument/2006/relationships/image" Target="../media/image412.png"/><Relationship Id="rId159" Type="http://schemas.openxmlformats.org/officeDocument/2006/relationships/image" Target="../media/image579.png"/><Relationship Id="rId366" Type="http://schemas.openxmlformats.org/officeDocument/2006/relationships/customXml" Target="../ink/ink1384.xml"/><Relationship Id="rId573" Type="http://schemas.openxmlformats.org/officeDocument/2006/relationships/image" Target="../media/image919.png"/><Relationship Id="rId226" Type="http://schemas.openxmlformats.org/officeDocument/2006/relationships/customXml" Target="../ink/ink1314.xml"/><Relationship Id="rId433" Type="http://schemas.openxmlformats.org/officeDocument/2006/relationships/image" Target="../media/image849.png"/><Relationship Id="rId74" Type="http://schemas.openxmlformats.org/officeDocument/2006/relationships/customXml" Target="../ink/ink1238.xml"/><Relationship Id="rId377" Type="http://schemas.openxmlformats.org/officeDocument/2006/relationships/image" Target="../media/image821.png"/><Relationship Id="rId500" Type="http://schemas.openxmlformats.org/officeDocument/2006/relationships/customXml" Target="../ink/ink1451.xml"/><Relationship Id="rId584" Type="http://schemas.openxmlformats.org/officeDocument/2006/relationships/customXml" Target="../ink/ink1493.xml"/><Relationship Id="rId5" Type="http://schemas.openxmlformats.org/officeDocument/2006/relationships/image" Target="../media/image383.png"/><Relationship Id="rId237" Type="http://schemas.openxmlformats.org/officeDocument/2006/relationships/image" Target="../media/image751.png"/><Relationship Id="rId444" Type="http://schemas.openxmlformats.org/officeDocument/2006/relationships/customXml" Target="../ink/ink1423.xml"/><Relationship Id="rId290" Type="http://schemas.openxmlformats.org/officeDocument/2006/relationships/customXml" Target="../ink/ink1346.xml"/><Relationship Id="rId304" Type="http://schemas.openxmlformats.org/officeDocument/2006/relationships/customXml" Target="../ink/ink1353.xml"/><Relationship Id="rId388" Type="http://schemas.openxmlformats.org/officeDocument/2006/relationships/customXml" Target="../ink/ink1395.xml"/><Relationship Id="rId511" Type="http://schemas.openxmlformats.org/officeDocument/2006/relationships/image" Target="../media/image888.png"/><Relationship Id="rId609" Type="http://schemas.openxmlformats.org/officeDocument/2006/relationships/image" Target="../media/image936.png"/><Relationship Id="rId85" Type="http://schemas.openxmlformats.org/officeDocument/2006/relationships/image" Target="../media/image447.png"/><Relationship Id="rId150" Type="http://schemas.openxmlformats.org/officeDocument/2006/relationships/customXml" Target="../ink/ink1276.xml"/><Relationship Id="rId595" Type="http://schemas.openxmlformats.org/officeDocument/2006/relationships/image" Target="../media/image929.png"/><Relationship Id="rId248" Type="http://schemas.openxmlformats.org/officeDocument/2006/relationships/customXml" Target="../ink/ink1325.xml"/><Relationship Id="rId455" Type="http://schemas.openxmlformats.org/officeDocument/2006/relationships/image" Target="../media/image860.png"/><Relationship Id="rId12" Type="http://schemas.openxmlformats.org/officeDocument/2006/relationships/customXml" Target="../ink/ink1207.xml"/><Relationship Id="rId108" Type="http://schemas.openxmlformats.org/officeDocument/2006/relationships/customXml" Target="../ink/ink1255.xml"/><Relationship Id="rId315" Type="http://schemas.openxmlformats.org/officeDocument/2006/relationships/image" Target="../media/image790.png"/><Relationship Id="rId522" Type="http://schemas.openxmlformats.org/officeDocument/2006/relationships/customXml" Target="../ink/ink1462.xml"/><Relationship Id="rId96" Type="http://schemas.openxmlformats.org/officeDocument/2006/relationships/customXml" Target="../ink/ink1249.xml"/><Relationship Id="rId161" Type="http://schemas.openxmlformats.org/officeDocument/2006/relationships/image" Target="../media/image580.png"/><Relationship Id="rId399" Type="http://schemas.openxmlformats.org/officeDocument/2006/relationships/image" Target="../media/image832.png"/><Relationship Id="rId259" Type="http://schemas.openxmlformats.org/officeDocument/2006/relationships/image" Target="../media/image762.png"/><Relationship Id="rId466" Type="http://schemas.openxmlformats.org/officeDocument/2006/relationships/customXml" Target="../ink/ink1434.xml"/><Relationship Id="rId23" Type="http://schemas.openxmlformats.org/officeDocument/2006/relationships/image" Target="../media/image392.png"/><Relationship Id="rId119" Type="http://schemas.openxmlformats.org/officeDocument/2006/relationships/image" Target="../media/image464.png"/><Relationship Id="rId326" Type="http://schemas.openxmlformats.org/officeDocument/2006/relationships/customXml" Target="../ink/ink1364.xml"/><Relationship Id="rId533" Type="http://schemas.openxmlformats.org/officeDocument/2006/relationships/image" Target="../media/image899.png"/><Relationship Id="rId172" Type="http://schemas.openxmlformats.org/officeDocument/2006/relationships/customXml" Target="../ink/ink1287.xml"/><Relationship Id="rId477" Type="http://schemas.openxmlformats.org/officeDocument/2006/relationships/image" Target="../media/image871.png"/><Relationship Id="rId600" Type="http://schemas.openxmlformats.org/officeDocument/2006/relationships/customXml" Target="../ink/ink1501.xml"/><Relationship Id="rId337" Type="http://schemas.openxmlformats.org/officeDocument/2006/relationships/image" Target="../media/image801.png"/><Relationship Id="rId34" Type="http://schemas.openxmlformats.org/officeDocument/2006/relationships/customXml" Target="../ink/ink1218.xml"/><Relationship Id="rId544" Type="http://schemas.openxmlformats.org/officeDocument/2006/relationships/customXml" Target="../ink/ink1473.xml"/><Relationship Id="rId183" Type="http://schemas.openxmlformats.org/officeDocument/2006/relationships/image" Target="../media/image7240.png"/><Relationship Id="rId390" Type="http://schemas.openxmlformats.org/officeDocument/2006/relationships/customXml" Target="../ink/ink1396.xml"/><Relationship Id="rId404" Type="http://schemas.openxmlformats.org/officeDocument/2006/relationships/customXml" Target="../ink/ink1403.xml"/><Relationship Id="rId611" Type="http://schemas.openxmlformats.org/officeDocument/2006/relationships/image" Target="../media/image937.png"/><Relationship Id="rId250" Type="http://schemas.openxmlformats.org/officeDocument/2006/relationships/customXml" Target="../ink/ink1326.xml"/><Relationship Id="rId488" Type="http://schemas.openxmlformats.org/officeDocument/2006/relationships/customXml" Target="../ink/ink1445.xml"/><Relationship Id="rId45" Type="http://schemas.openxmlformats.org/officeDocument/2006/relationships/image" Target="../media/image403.png"/><Relationship Id="rId110" Type="http://schemas.openxmlformats.org/officeDocument/2006/relationships/customXml" Target="../ink/ink1256.xml"/><Relationship Id="rId348" Type="http://schemas.openxmlformats.org/officeDocument/2006/relationships/customXml" Target="../ink/ink1375.xml"/><Relationship Id="rId555" Type="http://schemas.openxmlformats.org/officeDocument/2006/relationships/image" Target="../media/image910.png"/><Relationship Id="rId194" Type="http://schemas.openxmlformats.org/officeDocument/2006/relationships/customXml" Target="../ink/ink1298.xml"/><Relationship Id="rId208" Type="http://schemas.openxmlformats.org/officeDocument/2006/relationships/customXml" Target="../ink/ink1305.xml"/><Relationship Id="rId415" Type="http://schemas.openxmlformats.org/officeDocument/2006/relationships/image" Target="../media/image840.png"/><Relationship Id="rId622" Type="http://schemas.openxmlformats.org/officeDocument/2006/relationships/customXml" Target="../ink/ink1512.xml"/><Relationship Id="rId261" Type="http://schemas.openxmlformats.org/officeDocument/2006/relationships/image" Target="../media/image763.png"/><Relationship Id="rId499" Type="http://schemas.openxmlformats.org/officeDocument/2006/relationships/image" Target="../media/image882.png"/><Relationship Id="rId56" Type="http://schemas.openxmlformats.org/officeDocument/2006/relationships/customXml" Target="../ink/ink1229.xml"/><Relationship Id="rId359" Type="http://schemas.openxmlformats.org/officeDocument/2006/relationships/image" Target="../media/image812.png"/><Relationship Id="rId566" Type="http://schemas.openxmlformats.org/officeDocument/2006/relationships/customXml" Target="../ink/ink1484.xml"/><Relationship Id="rId121" Type="http://schemas.openxmlformats.org/officeDocument/2006/relationships/image" Target="../media/image465.png"/><Relationship Id="rId219" Type="http://schemas.openxmlformats.org/officeDocument/2006/relationships/image" Target="../media/image742.png"/><Relationship Id="rId426" Type="http://schemas.openxmlformats.org/officeDocument/2006/relationships/customXml" Target="../ink/ink1414.xml"/><Relationship Id="rId67" Type="http://schemas.openxmlformats.org/officeDocument/2006/relationships/image" Target="../media/image414.png"/><Relationship Id="rId272" Type="http://schemas.openxmlformats.org/officeDocument/2006/relationships/customXml" Target="../ink/ink1337.xml"/><Relationship Id="rId577" Type="http://schemas.openxmlformats.org/officeDocument/2006/relationships/image" Target="../media/image177.png"/><Relationship Id="rId132" Type="http://schemas.openxmlformats.org/officeDocument/2006/relationships/customXml" Target="../ink/ink1267.xml"/><Relationship Id="rId437" Type="http://schemas.openxmlformats.org/officeDocument/2006/relationships/image" Target="../media/image851.png"/><Relationship Id="rId283" Type="http://schemas.openxmlformats.org/officeDocument/2006/relationships/image" Target="../media/image774.png"/><Relationship Id="rId490" Type="http://schemas.openxmlformats.org/officeDocument/2006/relationships/customXml" Target="../ink/ink1446.xml"/><Relationship Id="rId504" Type="http://schemas.openxmlformats.org/officeDocument/2006/relationships/customXml" Target="../ink/ink1453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04.png"/><Relationship Id="rId299" Type="http://schemas.openxmlformats.org/officeDocument/2006/relationships/image" Target="../media/image1095.png"/><Relationship Id="rId21" Type="http://schemas.openxmlformats.org/officeDocument/2006/relationships/image" Target="../media/image956.png"/><Relationship Id="rId63" Type="http://schemas.openxmlformats.org/officeDocument/2006/relationships/image" Target="../media/image977.png"/><Relationship Id="rId159" Type="http://schemas.openxmlformats.org/officeDocument/2006/relationships/image" Target="../media/image1025.png"/><Relationship Id="rId324" Type="http://schemas.openxmlformats.org/officeDocument/2006/relationships/customXml" Target="../ink/ink1677.xml"/><Relationship Id="rId366" Type="http://schemas.openxmlformats.org/officeDocument/2006/relationships/customXml" Target="../ink/ink1698.xml"/><Relationship Id="rId170" Type="http://schemas.openxmlformats.org/officeDocument/2006/relationships/customXml" Target="../ink/ink1600.xml"/><Relationship Id="rId226" Type="http://schemas.openxmlformats.org/officeDocument/2006/relationships/customXml" Target="../ink/ink1628.xml"/><Relationship Id="rId433" Type="http://schemas.openxmlformats.org/officeDocument/2006/relationships/image" Target="../media/image1162.png"/><Relationship Id="rId268" Type="http://schemas.openxmlformats.org/officeDocument/2006/relationships/customXml" Target="../ink/ink1649.xml"/><Relationship Id="rId32" Type="http://schemas.openxmlformats.org/officeDocument/2006/relationships/customXml" Target="../ink/ink1531.xml"/><Relationship Id="rId74" Type="http://schemas.openxmlformats.org/officeDocument/2006/relationships/customXml" Target="../ink/ink1552.xml"/><Relationship Id="rId128" Type="http://schemas.openxmlformats.org/officeDocument/2006/relationships/customXml" Target="../ink/ink1579.xml"/><Relationship Id="rId335" Type="http://schemas.openxmlformats.org/officeDocument/2006/relationships/image" Target="../media/image1113.png"/><Relationship Id="rId377" Type="http://schemas.openxmlformats.org/officeDocument/2006/relationships/image" Target="../media/image1134.png"/><Relationship Id="rId5" Type="http://schemas.openxmlformats.org/officeDocument/2006/relationships/image" Target="../media/image948.png"/><Relationship Id="rId181" Type="http://schemas.openxmlformats.org/officeDocument/2006/relationships/image" Target="../media/image1036.png"/><Relationship Id="rId237" Type="http://schemas.openxmlformats.org/officeDocument/2006/relationships/image" Target="../media/image1064.png"/><Relationship Id="rId402" Type="http://schemas.openxmlformats.org/officeDocument/2006/relationships/customXml" Target="../ink/ink1716.xml"/><Relationship Id="rId279" Type="http://schemas.openxmlformats.org/officeDocument/2006/relationships/image" Target="../media/image1085.png"/><Relationship Id="rId444" Type="http://schemas.openxmlformats.org/officeDocument/2006/relationships/customXml" Target="../ink/ink1737.xml"/><Relationship Id="rId43" Type="http://schemas.openxmlformats.org/officeDocument/2006/relationships/image" Target="../media/image967.png"/><Relationship Id="rId139" Type="http://schemas.openxmlformats.org/officeDocument/2006/relationships/image" Target="../media/image1015.png"/><Relationship Id="rId290" Type="http://schemas.openxmlformats.org/officeDocument/2006/relationships/customXml" Target="../ink/ink1660.xml"/><Relationship Id="rId304" Type="http://schemas.openxmlformats.org/officeDocument/2006/relationships/customXml" Target="../ink/ink1667.xml"/><Relationship Id="rId346" Type="http://schemas.openxmlformats.org/officeDocument/2006/relationships/customXml" Target="../ink/ink1688.xml"/><Relationship Id="rId388" Type="http://schemas.openxmlformats.org/officeDocument/2006/relationships/customXml" Target="../ink/ink1709.xml"/><Relationship Id="rId85" Type="http://schemas.openxmlformats.org/officeDocument/2006/relationships/image" Target="../media/image988.png"/><Relationship Id="rId150" Type="http://schemas.openxmlformats.org/officeDocument/2006/relationships/customXml" Target="../ink/ink1590.xml"/><Relationship Id="rId192" Type="http://schemas.openxmlformats.org/officeDocument/2006/relationships/customXml" Target="../ink/ink1611.xml"/><Relationship Id="rId206" Type="http://schemas.openxmlformats.org/officeDocument/2006/relationships/customXml" Target="../ink/ink1618.xml"/><Relationship Id="rId413" Type="http://schemas.openxmlformats.org/officeDocument/2006/relationships/image" Target="../media/image1152.png"/><Relationship Id="rId248" Type="http://schemas.openxmlformats.org/officeDocument/2006/relationships/customXml" Target="../ink/ink1639.xml"/><Relationship Id="rId455" Type="http://schemas.openxmlformats.org/officeDocument/2006/relationships/image" Target="../media/image1173.png"/><Relationship Id="rId12" Type="http://schemas.openxmlformats.org/officeDocument/2006/relationships/customXml" Target="../ink/ink1521.xml"/><Relationship Id="rId108" Type="http://schemas.openxmlformats.org/officeDocument/2006/relationships/customXml" Target="../ink/ink1569.xml"/><Relationship Id="rId315" Type="http://schemas.openxmlformats.org/officeDocument/2006/relationships/image" Target="../media/image1103.png"/><Relationship Id="rId357" Type="http://schemas.openxmlformats.org/officeDocument/2006/relationships/image" Target="../media/image1124.png"/><Relationship Id="rId54" Type="http://schemas.openxmlformats.org/officeDocument/2006/relationships/customXml" Target="../ink/ink1542.xml"/><Relationship Id="rId96" Type="http://schemas.openxmlformats.org/officeDocument/2006/relationships/customXml" Target="../ink/ink1563.xml"/><Relationship Id="rId161" Type="http://schemas.openxmlformats.org/officeDocument/2006/relationships/image" Target="../media/image1026.png"/><Relationship Id="rId217" Type="http://schemas.openxmlformats.org/officeDocument/2006/relationships/image" Target="../media/image1054.png"/><Relationship Id="rId399" Type="http://schemas.openxmlformats.org/officeDocument/2006/relationships/image" Target="../media/image1145.png"/><Relationship Id="rId259" Type="http://schemas.openxmlformats.org/officeDocument/2006/relationships/image" Target="../media/image1075.png"/><Relationship Id="rId424" Type="http://schemas.openxmlformats.org/officeDocument/2006/relationships/customXml" Target="../ink/ink1727.xml"/><Relationship Id="rId23" Type="http://schemas.openxmlformats.org/officeDocument/2006/relationships/image" Target="../media/image957.png"/><Relationship Id="rId119" Type="http://schemas.openxmlformats.org/officeDocument/2006/relationships/image" Target="../media/image1005.png"/><Relationship Id="rId270" Type="http://schemas.openxmlformats.org/officeDocument/2006/relationships/customXml" Target="../ink/ink1650.xml"/><Relationship Id="rId326" Type="http://schemas.openxmlformats.org/officeDocument/2006/relationships/customXml" Target="../ink/ink1678.xml"/><Relationship Id="rId65" Type="http://schemas.openxmlformats.org/officeDocument/2006/relationships/image" Target="../media/image978.png"/><Relationship Id="rId130" Type="http://schemas.openxmlformats.org/officeDocument/2006/relationships/customXml" Target="../ink/ink1580.xml"/><Relationship Id="rId368" Type="http://schemas.openxmlformats.org/officeDocument/2006/relationships/customXml" Target="../ink/ink1699.xml"/><Relationship Id="rId172" Type="http://schemas.openxmlformats.org/officeDocument/2006/relationships/customXml" Target="../ink/ink1601.xml"/><Relationship Id="rId228" Type="http://schemas.openxmlformats.org/officeDocument/2006/relationships/customXml" Target="../ink/ink1629.xml"/><Relationship Id="rId435" Type="http://schemas.openxmlformats.org/officeDocument/2006/relationships/image" Target="../media/image1163.png"/><Relationship Id="rId281" Type="http://schemas.openxmlformats.org/officeDocument/2006/relationships/image" Target="../media/image1086.png"/><Relationship Id="rId337" Type="http://schemas.openxmlformats.org/officeDocument/2006/relationships/image" Target="../media/image1114.png"/><Relationship Id="rId34" Type="http://schemas.openxmlformats.org/officeDocument/2006/relationships/customXml" Target="../ink/ink1532.xml"/><Relationship Id="rId76" Type="http://schemas.openxmlformats.org/officeDocument/2006/relationships/customXml" Target="../ink/ink1553.xml"/><Relationship Id="rId141" Type="http://schemas.openxmlformats.org/officeDocument/2006/relationships/image" Target="../media/image1016.png"/><Relationship Id="rId379" Type="http://schemas.openxmlformats.org/officeDocument/2006/relationships/image" Target="../media/image1135.png"/><Relationship Id="rId7" Type="http://schemas.openxmlformats.org/officeDocument/2006/relationships/image" Target="../media/image949.png"/><Relationship Id="rId183" Type="http://schemas.openxmlformats.org/officeDocument/2006/relationships/image" Target="../media/image1037.png"/><Relationship Id="rId239" Type="http://schemas.openxmlformats.org/officeDocument/2006/relationships/image" Target="../media/image1065.png"/><Relationship Id="rId390" Type="http://schemas.openxmlformats.org/officeDocument/2006/relationships/customXml" Target="../ink/ink1710.xml"/><Relationship Id="rId404" Type="http://schemas.openxmlformats.org/officeDocument/2006/relationships/customXml" Target="../ink/ink1717.xml"/><Relationship Id="rId446" Type="http://schemas.openxmlformats.org/officeDocument/2006/relationships/customXml" Target="../ink/ink1738.xml"/><Relationship Id="rId250" Type="http://schemas.openxmlformats.org/officeDocument/2006/relationships/customXml" Target="../ink/ink1640.xml"/><Relationship Id="rId292" Type="http://schemas.openxmlformats.org/officeDocument/2006/relationships/customXml" Target="../ink/ink1661.xml"/><Relationship Id="rId306" Type="http://schemas.openxmlformats.org/officeDocument/2006/relationships/customXml" Target="../ink/ink1668.xml"/><Relationship Id="rId45" Type="http://schemas.openxmlformats.org/officeDocument/2006/relationships/image" Target="../media/image968.png"/><Relationship Id="rId87" Type="http://schemas.openxmlformats.org/officeDocument/2006/relationships/image" Target="../media/image989.png"/><Relationship Id="rId110" Type="http://schemas.openxmlformats.org/officeDocument/2006/relationships/customXml" Target="../ink/ink1570.xml"/><Relationship Id="rId348" Type="http://schemas.openxmlformats.org/officeDocument/2006/relationships/customXml" Target="../ink/ink1689.xml"/><Relationship Id="rId152" Type="http://schemas.openxmlformats.org/officeDocument/2006/relationships/customXml" Target="../ink/ink1591.xml"/><Relationship Id="rId194" Type="http://schemas.openxmlformats.org/officeDocument/2006/relationships/customXml" Target="../ink/ink1612.xml"/><Relationship Id="rId208" Type="http://schemas.openxmlformats.org/officeDocument/2006/relationships/customXml" Target="../ink/ink1619.xml"/><Relationship Id="rId415" Type="http://schemas.openxmlformats.org/officeDocument/2006/relationships/image" Target="../media/image1153.png"/><Relationship Id="rId457" Type="http://schemas.openxmlformats.org/officeDocument/2006/relationships/image" Target="../media/image1174.png"/><Relationship Id="rId261" Type="http://schemas.openxmlformats.org/officeDocument/2006/relationships/image" Target="../media/image1076.png"/><Relationship Id="rId14" Type="http://schemas.openxmlformats.org/officeDocument/2006/relationships/customXml" Target="../ink/ink1522.xml"/><Relationship Id="rId56" Type="http://schemas.openxmlformats.org/officeDocument/2006/relationships/customXml" Target="../ink/ink1543.xml"/><Relationship Id="rId317" Type="http://schemas.openxmlformats.org/officeDocument/2006/relationships/image" Target="../media/image1104.png"/><Relationship Id="rId359" Type="http://schemas.openxmlformats.org/officeDocument/2006/relationships/image" Target="../media/image1125.png"/><Relationship Id="rId98" Type="http://schemas.openxmlformats.org/officeDocument/2006/relationships/customXml" Target="../ink/ink1564.xml"/><Relationship Id="rId121" Type="http://schemas.openxmlformats.org/officeDocument/2006/relationships/image" Target="../media/image1006.png"/><Relationship Id="rId163" Type="http://schemas.openxmlformats.org/officeDocument/2006/relationships/image" Target="../media/image1027.png"/><Relationship Id="rId219" Type="http://schemas.openxmlformats.org/officeDocument/2006/relationships/image" Target="../media/image1055.png"/><Relationship Id="rId370" Type="http://schemas.openxmlformats.org/officeDocument/2006/relationships/customXml" Target="../ink/ink1700.xml"/><Relationship Id="rId426" Type="http://schemas.openxmlformats.org/officeDocument/2006/relationships/customXml" Target="../ink/ink1728.xml"/><Relationship Id="rId230" Type="http://schemas.openxmlformats.org/officeDocument/2006/relationships/customXml" Target="../ink/ink1630.xml"/><Relationship Id="rId25" Type="http://schemas.openxmlformats.org/officeDocument/2006/relationships/image" Target="../media/image958.png"/><Relationship Id="rId67" Type="http://schemas.openxmlformats.org/officeDocument/2006/relationships/image" Target="../media/image979.png"/><Relationship Id="rId272" Type="http://schemas.openxmlformats.org/officeDocument/2006/relationships/customXml" Target="../ink/ink1651.xml"/><Relationship Id="rId328" Type="http://schemas.openxmlformats.org/officeDocument/2006/relationships/customXml" Target="../ink/ink1679.xml"/><Relationship Id="rId132" Type="http://schemas.openxmlformats.org/officeDocument/2006/relationships/customXml" Target="../ink/ink1581.xml"/><Relationship Id="rId174" Type="http://schemas.openxmlformats.org/officeDocument/2006/relationships/customXml" Target="../ink/ink1602.xml"/><Relationship Id="rId381" Type="http://schemas.openxmlformats.org/officeDocument/2006/relationships/image" Target="../media/image1136.png"/><Relationship Id="rId241" Type="http://schemas.openxmlformats.org/officeDocument/2006/relationships/image" Target="../media/image1066.png"/><Relationship Id="rId437" Type="http://schemas.openxmlformats.org/officeDocument/2006/relationships/image" Target="../media/image1164.png"/><Relationship Id="rId36" Type="http://schemas.openxmlformats.org/officeDocument/2006/relationships/customXml" Target="../ink/ink1533.xml"/><Relationship Id="rId283" Type="http://schemas.openxmlformats.org/officeDocument/2006/relationships/image" Target="../media/image1087.png"/><Relationship Id="rId339" Type="http://schemas.openxmlformats.org/officeDocument/2006/relationships/image" Target="../media/image1115.png"/><Relationship Id="rId78" Type="http://schemas.openxmlformats.org/officeDocument/2006/relationships/customXml" Target="../ink/ink1554.xml"/><Relationship Id="rId101" Type="http://schemas.openxmlformats.org/officeDocument/2006/relationships/image" Target="../media/image996.png"/><Relationship Id="rId143" Type="http://schemas.openxmlformats.org/officeDocument/2006/relationships/image" Target="../media/image1017.png"/><Relationship Id="rId185" Type="http://schemas.openxmlformats.org/officeDocument/2006/relationships/image" Target="../media/image1038.png"/><Relationship Id="rId350" Type="http://schemas.openxmlformats.org/officeDocument/2006/relationships/customXml" Target="../ink/ink1690.xml"/><Relationship Id="rId406" Type="http://schemas.openxmlformats.org/officeDocument/2006/relationships/customXml" Target="../ink/ink1718.xml"/><Relationship Id="rId9" Type="http://schemas.openxmlformats.org/officeDocument/2006/relationships/image" Target="../media/image950.png"/><Relationship Id="rId210" Type="http://schemas.openxmlformats.org/officeDocument/2006/relationships/customXml" Target="../ink/ink1620.xml"/><Relationship Id="rId392" Type="http://schemas.openxmlformats.org/officeDocument/2006/relationships/customXml" Target="../ink/ink1711.xml"/><Relationship Id="rId448" Type="http://schemas.openxmlformats.org/officeDocument/2006/relationships/customXml" Target="../ink/ink1739.xml"/><Relationship Id="rId252" Type="http://schemas.openxmlformats.org/officeDocument/2006/relationships/customXml" Target="../ink/ink1641.xml"/><Relationship Id="rId294" Type="http://schemas.openxmlformats.org/officeDocument/2006/relationships/customXml" Target="../ink/ink1662.xml"/><Relationship Id="rId308" Type="http://schemas.openxmlformats.org/officeDocument/2006/relationships/customXml" Target="../ink/ink1669.xml"/><Relationship Id="rId47" Type="http://schemas.openxmlformats.org/officeDocument/2006/relationships/image" Target="../media/image969.png"/><Relationship Id="rId89" Type="http://schemas.openxmlformats.org/officeDocument/2006/relationships/image" Target="../media/image990.png"/><Relationship Id="rId112" Type="http://schemas.openxmlformats.org/officeDocument/2006/relationships/customXml" Target="../ink/ink1571.xml"/><Relationship Id="rId154" Type="http://schemas.openxmlformats.org/officeDocument/2006/relationships/customXml" Target="../ink/ink1592.xml"/><Relationship Id="rId361" Type="http://schemas.openxmlformats.org/officeDocument/2006/relationships/image" Target="../media/image1126.png"/><Relationship Id="rId196" Type="http://schemas.openxmlformats.org/officeDocument/2006/relationships/customXml" Target="../ink/ink1613.xml"/><Relationship Id="rId417" Type="http://schemas.openxmlformats.org/officeDocument/2006/relationships/image" Target="../media/image1154.png"/><Relationship Id="rId16" Type="http://schemas.openxmlformats.org/officeDocument/2006/relationships/customXml" Target="../ink/ink1523.xml"/><Relationship Id="rId221" Type="http://schemas.openxmlformats.org/officeDocument/2006/relationships/image" Target="../media/image1056.png"/><Relationship Id="rId263" Type="http://schemas.openxmlformats.org/officeDocument/2006/relationships/image" Target="../media/image1077.png"/><Relationship Id="rId319" Type="http://schemas.openxmlformats.org/officeDocument/2006/relationships/image" Target="../media/image1105.png"/><Relationship Id="rId58" Type="http://schemas.openxmlformats.org/officeDocument/2006/relationships/customXml" Target="../ink/ink1544.xml"/><Relationship Id="rId123" Type="http://schemas.openxmlformats.org/officeDocument/2006/relationships/image" Target="../media/image1007.png"/><Relationship Id="rId330" Type="http://schemas.openxmlformats.org/officeDocument/2006/relationships/customXml" Target="../ink/ink1680.xml"/><Relationship Id="rId165" Type="http://schemas.openxmlformats.org/officeDocument/2006/relationships/image" Target="../media/image1028.png"/><Relationship Id="rId372" Type="http://schemas.openxmlformats.org/officeDocument/2006/relationships/customXml" Target="../ink/ink1701.xml"/><Relationship Id="rId428" Type="http://schemas.openxmlformats.org/officeDocument/2006/relationships/customXml" Target="../ink/ink1729.xml"/><Relationship Id="rId232" Type="http://schemas.openxmlformats.org/officeDocument/2006/relationships/customXml" Target="../ink/ink1631.xml"/><Relationship Id="rId274" Type="http://schemas.openxmlformats.org/officeDocument/2006/relationships/customXml" Target="../ink/ink1652.xml"/><Relationship Id="rId27" Type="http://schemas.openxmlformats.org/officeDocument/2006/relationships/image" Target="../media/image959.png"/><Relationship Id="rId69" Type="http://schemas.openxmlformats.org/officeDocument/2006/relationships/image" Target="../media/image980.png"/><Relationship Id="rId134" Type="http://schemas.openxmlformats.org/officeDocument/2006/relationships/customXml" Target="../ink/ink1582.xml"/><Relationship Id="rId80" Type="http://schemas.openxmlformats.org/officeDocument/2006/relationships/customXml" Target="../ink/ink1555.xml"/><Relationship Id="rId176" Type="http://schemas.openxmlformats.org/officeDocument/2006/relationships/customXml" Target="../ink/ink1603.xml"/><Relationship Id="rId341" Type="http://schemas.openxmlformats.org/officeDocument/2006/relationships/image" Target="../media/image1116.png"/><Relationship Id="rId383" Type="http://schemas.openxmlformats.org/officeDocument/2006/relationships/image" Target="../media/image1137.png"/><Relationship Id="rId439" Type="http://schemas.openxmlformats.org/officeDocument/2006/relationships/image" Target="../media/image1165.png"/><Relationship Id="rId201" Type="http://schemas.openxmlformats.org/officeDocument/2006/relationships/image" Target="../media/image1046.png"/><Relationship Id="rId243" Type="http://schemas.openxmlformats.org/officeDocument/2006/relationships/image" Target="../media/image1067.png"/><Relationship Id="rId285" Type="http://schemas.openxmlformats.org/officeDocument/2006/relationships/image" Target="../media/image1088.png"/><Relationship Id="rId450" Type="http://schemas.openxmlformats.org/officeDocument/2006/relationships/customXml" Target="../ink/ink1740.xml"/><Relationship Id="rId38" Type="http://schemas.openxmlformats.org/officeDocument/2006/relationships/customXml" Target="../ink/ink1534.xml"/><Relationship Id="rId103" Type="http://schemas.openxmlformats.org/officeDocument/2006/relationships/image" Target="../media/image997.png"/><Relationship Id="rId310" Type="http://schemas.openxmlformats.org/officeDocument/2006/relationships/customXml" Target="../ink/ink1670.xml"/><Relationship Id="rId91" Type="http://schemas.openxmlformats.org/officeDocument/2006/relationships/image" Target="../media/image991.png"/><Relationship Id="rId145" Type="http://schemas.openxmlformats.org/officeDocument/2006/relationships/image" Target="../media/image1018.png"/><Relationship Id="rId187" Type="http://schemas.openxmlformats.org/officeDocument/2006/relationships/image" Target="../media/image1039.png"/><Relationship Id="rId352" Type="http://schemas.openxmlformats.org/officeDocument/2006/relationships/customXml" Target="../ink/ink1691.xml"/><Relationship Id="rId394" Type="http://schemas.openxmlformats.org/officeDocument/2006/relationships/customXml" Target="../ink/ink1712.xml"/><Relationship Id="rId408" Type="http://schemas.openxmlformats.org/officeDocument/2006/relationships/customXml" Target="../ink/ink1719.xml"/><Relationship Id="rId212" Type="http://schemas.openxmlformats.org/officeDocument/2006/relationships/customXml" Target="../ink/ink1621.xml"/><Relationship Id="rId254" Type="http://schemas.openxmlformats.org/officeDocument/2006/relationships/customXml" Target="../ink/ink1642.xml"/><Relationship Id="rId49" Type="http://schemas.openxmlformats.org/officeDocument/2006/relationships/image" Target="../media/image970.png"/><Relationship Id="rId114" Type="http://schemas.openxmlformats.org/officeDocument/2006/relationships/customXml" Target="../ink/ink1572.xml"/><Relationship Id="rId296" Type="http://schemas.openxmlformats.org/officeDocument/2006/relationships/customXml" Target="../ink/ink1663.xml"/><Relationship Id="rId60" Type="http://schemas.openxmlformats.org/officeDocument/2006/relationships/customXml" Target="../ink/ink1545.xml"/><Relationship Id="rId156" Type="http://schemas.openxmlformats.org/officeDocument/2006/relationships/customXml" Target="../ink/ink1593.xml"/><Relationship Id="rId198" Type="http://schemas.openxmlformats.org/officeDocument/2006/relationships/customXml" Target="../ink/ink1614.xml"/><Relationship Id="rId321" Type="http://schemas.openxmlformats.org/officeDocument/2006/relationships/image" Target="../media/image1106.png"/><Relationship Id="rId363" Type="http://schemas.openxmlformats.org/officeDocument/2006/relationships/image" Target="../media/image1127.png"/><Relationship Id="rId419" Type="http://schemas.openxmlformats.org/officeDocument/2006/relationships/image" Target="../media/image1155.png"/><Relationship Id="rId223" Type="http://schemas.openxmlformats.org/officeDocument/2006/relationships/image" Target="../media/image1057.png"/><Relationship Id="rId430" Type="http://schemas.openxmlformats.org/officeDocument/2006/relationships/customXml" Target="../ink/ink1730.xml"/><Relationship Id="rId18" Type="http://schemas.openxmlformats.org/officeDocument/2006/relationships/customXml" Target="../ink/ink1524.xml"/><Relationship Id="rId265" Type="http://schemas.openxmlformats.org/officeDocument/2006/relationships/image" Target="../media/image1078.png"/><Relationship Id="rId125" Type="http://schemas.openxmlformats.org/officeDocument/2006/relationships/image" Target="../media/image1008.png"/><Relationship Id="rId167" Type="http://schemas.openxmlformats.org/officeDocument/2006/relationships/image" Target="../media/image1029.png"/><Relationship Id="rId332" Type="http://schemas.openxmlformats.org/officeDocument/2006/relationships/customXml" Target="../ink/ink1681.xml"/><Relationship Id="rId374" Type="http://schemas.openxmlformats.org/officeDocument/2006/relationships/customXml" Target="../ink/ink1702.xml"/><Relationship Id="rId71" Type="http://schemas.openxmlformats.org/officeDocument/2006/relationships/image" Target="../media/image981.png"/><Relationship Id="rId234" Type="http://schemas.openxmlformats.org/officeDocument/2006/relationships/customXml" Target="../ink/ink1632.xml"/><Relationship Id="rId2" Type="http://schemas.openxmlformats.org/officeDocument/2006/relationships/customXml" Target="../ink/ink1516.xml"/><Relationship Id="rId29" Type="http://schemas.openxmlformats.org/officeDocument/2006/relationships/image" Target="../media/image960.png"/><Relationship Id="rId255" Type="http://schemas.openxmlformats.org/officeDocument/2006/relationships/image" Target="../media/image1073.png"/><Relationship Id="rId276" Type="http://schemas.openxmlformats.org/officeDocument/2006/relationships/customXml" Target="../ink/ink1653.xml"/><Relationship Id="rId297" Type="http://schemas.openxmlformats.org/officeDocument/2006/relationships/image" Target="../media/image1094.png"/><Relationship Id="rId441" Type="http://schemas.openxmlformats.org/officeDocument/2006/relationships/image" Target="../media/image1166.png"/><Relationship Id="rId40" Type="http://schemas.openxmlformats.org/officeDocument/2006/relationships/customXml" Target="../ink/ink1535.xml"/><Relationship Id="rId115" Type="http://schemas.openxmlformats.org/officeDocument/2006/relationships/image" Target="../media/image1003.png"/><Relationship Id="rId136" Type="http://schemas.openxmlformats.org/officeDocument/2006/relationships/customXml" Target="../ink/ink1583.xml"/><Relationship Id="rId157" Type="http://schemas.openxmlformats.org/officeDocument/2006/relationships/image" Target="../media/image1024.png"/><Relationship Id="rId178" Type="http://schemas.openxmlformats.org/officeDocument/2006/relationships/customXml" Target="../ink/ink1604.xml"/><Relationship Id="rId301" Type="http://schemas.openxmlformats.org/officeDocument/2006/relationships/image" Target="../media/image1096.png"/><Relationship Id="rId322" Type="http://schemas.openxmlformats.org/officeDocument/2006/relationships/customXml" Target="../ink/ink1676.xml"/><Relationship Id="rId343" Type="http://schemas.openxmlformats.org/officeDocument/2006/relationships/image" Target="../media/image1117.png"/><Relationship Id="rId364" Type="http://schemas.openxmlformats.org/officeDocument/2006/relationships/customXml" Target="../ink/ink1697.xml"/><Relationship Id="rId61" Type="http://schemas.openxmlformats.org/officeDocument/2006/relationships/image" Target="../media/image976.png"/><Relationship Id="rId82" Type="http://schemas.openxmlformats.org/officeDocument/2006/relationships/customXml" Target="../ink/ink1556.xml"/><Relationship Id="rId199" Type="http://schemas.openxmlformats.org/officeDocument/2006/relationships/image" Target="../media/image1045.png"/><Relationship Id="rId203" Type="http://schemas.openxmlformats.org/officeDocument/2006/relationships/image" Target="../media/image1047.png"/><Relationship Id="rId385" Type="http://schemas.openxmlformats.org/officeDocument/2006/relationships/image" Target="../media/image1138.png"/><Relationship Id="rId19" Type="http://schemas.openxmlformats.org/officeDocument/2006/relationships/image" Target="../media/image955.png"/><Relationship Id="rId224" Type="http://schemas.openxmlformats.org/officeDocument/2006/relationships/customXml" Target="../ink/ink1627.xml"/><Relationship Id="rId245" Type="http://schemas.openxmlformats.org/officeDocument/2006/relationships/image" Target="../media/image1068.png"/><Relationship Id="rId266" Type="http://schemas.openxmlformats.org/officeDocument/2006/relationships/customXml" Target="../ink/ink1648.xml"/><Relationship Id="rId287" Type="http://schemas.openxmlformats.org/officeDocument/2006/relationships/image" Target="../media/image1089.png"/><Relationship Id="rId410" Type="http://schemas.openxmlformats.org/officeDocument/2006/relationships/customXml" Target="../ink/ink1720.xml"/><Relationship Id="rId431" Type="http://schemas.openxmlformats.org/officeDocument/2006/relationships/image" Target="../media/image1161.png"/><Relationship Id="rId452" Type="http://schemas.openxmlformats.org/officeDocument/2006/relationships/customXml" Target="../ink/ink1741.xml"/><Relationship Id="rId30" Type="http://schemas.openxmlformats.org/officeDocument/2006/relationships/customXml" Target="../ink/ink1530.xml"/><Relationship Id="rId105" Type="http://schemas.openxmlformats.org/officeDocument/2006/relationships/image" Target="../media/image998.png"/><Relationship Id="rId126" Type="http://schemas.openxmlformats.org/officeDocument/2006/relationships/customXml" Target="../ink/ink1578.xml"/><Relationship Id="rId147" Type="http://schemas.openxmlformats.org/officeDocument/2006/relationships/image" Target="../media/image1019.png"/><Relationship Id="rId168" Type="http://schemas.openxmlformats.org/officeDocument/2006/relationships/customXml" Target="../ink/ink1599.xml"/><Relationship Id="rId312" Type="http://schemas.openxmlformats.org/officeDocument/2006/relationships/customXml" Target="../ink/ink1671.xml"/><Relationship Id="rId333" Type="http://schemas.openxmlformats.org/officeDocument/2006/relationships/image" Target="../media/image1112.png"/><Relationship Id="rId354" Type="http://schemas.openxmlformats.org/officeDocument/2006/relationships/customXml" Target="../ink/ink1692.xml"/><Relationship Id="rId51" Type="http://schemas.openxmlformats.org/officeDocument/2006/relationships/image" Target="../media/image971.png"/><Relationship Id="rId72" Type="http://schemas.openxmlformats.org/officeDocument/2006/relationships/customXml" Target="../ink/ink1551.xml"/><Relationship Id="rId93" Type="http://schemas.openxmlformats.org/officeDocument/2006/relationships/image" Target="../media/image992.png"/><Relationship Id="rId189" Type="http://schemas.openxmlformats.org/officeDocument/2006/relationships/image" Target="../media/image1040.png"/><Relationship Id="rId375" Type="http://schemas.openxmlformats.org/officeDocument/2006/relationships/image" Target="../media/image1133.png"/><Relationship Id="rId396" Type="http://schemas.openxmlformats.org/officeDocument/2006/relationships/customXml" Target="../ink/ink1713.xml"/><Relationship Id="rId3" Type="http://schemas.openxmlformats.org/officeDocument/2006/relationships/image" Target="../media/image947.png"/><Relationship Id="rId214" Type="http://schemas.openxmlformats.org/officeDocument/2006/relationships/customXml" Target="../ink/ink1622.xml"/><Relationship Id="rId235" Type="http://schemas.openxmlformats.org/officeDocument/2006/relationships/image" Target="../media/image1063.png"/><Relationship Id="rId256" Type="http://schemas.openxmlformats.org/officeDocument/2006/relationships/customXml" Target="../ink/ink1643.xml"/><Relationship Id="rId277" Type="http://schemas.openxmlformats.org/officeDocument/2006/relationships/image" Target="../media/image1084.png"/><Relationship Id="rId298" Type="http://schemas.openxmlformats.org/officeDocument/2006/relationships/customXml" Target="../ink/ink1664.xml"/><Relationship Id="rId400" Type="http://schemas.openxmlformats.org/officeDocument/2006/relationships/customXml" Target="../ink/ink1715.xml"/><Relationship Id="rId421" Type="http://schemas.openxmlformats.org/officeDocument/2006/relationships/image" Target="../media/image1156.png"/><Relationship Id="rId442" Type="http://schemas.openxmlformats.org/officeDocument/2006/relationships/customXml" Target="../ink/ink1736.xml"/><Relationship Id="rId116" Type="http://schemas.openxmlformats.org/officeDocument/2006/relationships/customXml" Target="../ink/ink1573.xml"/><Relationship Id="rId137" Type="http://schemas.openxmlformats.org/officeDocument/2006/relationships/image" Target="../media/image1014.png"/><Relationship Id="rId158" Type="http://schemas.openxmlformats.org/officeDocument/2006/relationships/customXml" Target="../ink/ink1594.xml"/><Relationship Id="rId302" Type="http://schemas.openxmlformats.org/officeDocument/2006/relationships/customXml" Target="../ink/ink1666.xml"/><Relationship Id="rId323" Type="http://schemas.openxmlformats.org/officeDocument/2006/relationships/image" Target="../media/image1107.png"/><Relationship Id="rId344" Type="http://schemas.openxmlformats.org/officeDocument/2006/relationships/customXml" Target="../ink/ink1687.xml"/><Relationship Id="rId20" Type="http://schemas.openxmlformats.org/officeDocument/2006/relationships/customXml" Target="../ink/ink1525.xml"/><Relationship Id="rId41" Type="http://schemas.openxmlformats.org/officeDocument/2006/relationships/image" Target="../media/image966.png"/><Relationship Id="rId62" Type="http://schemas.openxmlformats.org/officeDocument/2006/relationships/customXml" Target="../ink/ink1546.xml"/><Relationship Id="rId83" Type="http://schemas.openxmlformats.org/officeDocument/2006/relationships/image" Target="../media/image987.png"/><Relationship Id="rId179" Type="http://schemas.openxmlformats.org/officeDocument/2006/relationships/image" Target="../media/image1035.png"/><Relationship Id="rId365" Type="http://schemas.openxmlformats.org/officeDocument/2006/relationships/image" Target="../media/image1128.png"/><Relationship Id="rId386" Type="http://schemas.openxmlformats.org/officeDocument/2006/relationships/customXml" Target="../ink/ink1708.xml"/><Relationship Id="rId190" Type="http://schemas.openxmlformats.org/officeDocument/2006/relationships/customXml" Target="../ink/ink1610.xml"/><Relationship Id="rId204" Type="http://schemas.openxmlformats.org/officeDocument/2006/relationships/customXml" Target="../ink/ink1617.xml"/><Relationship Id="rId225" Type="http://schemas.openxmlformats.org/officeDocument/2006/relationships/image" Target="../media/image1058.png"/><Relationship Id="rId246" Type="http://schemas.openxmlformats.org/officeDocument/2006/relationships/customXml" Target="../ink/ink1638.xml"/><Relationship Id="rId267" Type="http://schemas.openxmlformats.org/officeDocument/2006/relationships/image" Target="../media/image1079.png"/><Relationship Id="rId288" Type="http://schemas.openxmlformats.org/officeDocument/2006/relationships/customXml" Target="../ink/ink1659.xml"/><Relationship Id="rId411" Type="http://schemas.openxmlformats.org/officeDocument/2006/relationships/image" Target="../media/image1151.png"/><Relationship Id="rId432" Type="http://schemas.openxmlformats.org/officeDocument/2006/relationships/customXml" Target="../ink/ink1731.xml"/><Relationship Id="rId453" Type="http://schemas.openxmlformats.org/officeDocument/2006/relationships/image" Target="../media/image1172.png"/><Relationship Id="rId106" Type="http://schemas.openxmlformats.org/officeDocument/2006/relationships/customXml" Target="../ink/ink1568.xml"/><Relationship Id="rId127" Type="http://schemas.openxmlformats.org/officeDocument/2006/relationships/image" Target="../media/image1009.png"/><Relationship Id="rId313" Type="http://schemas.openxmlformats.org/officeDocument/2006/relationships/image" Target="../media/image1102.png"/><Relationship Id="rId10" Type="http://schemas.openxmlformats.org/officeDocument/2006/relationships/customXml" Target="../ink/ink1520.xml"/><Relationship Id="rId31" Type="http://schemas.openxmlformats.org/officeDocument/2006/relationships/image" Target="../media/image961.png"/><Relationship Id="rId52" Type="http://schemas.openxmlformats.org/officeDocument/2006/relationships/customXml" Target="../ink/ink1541.xml"/><Relationship Id="rId73" Type="http://schemas.openxmlformats.org/officeDocument/2006/relationships/image" Target="../media/image982.png"/><Relationship Id="rId94" Type="http://schemas.openxmlformats.org/officeDocument/2006/relationships/customXml" Target="../ink/ink1562.xml"/><Relationship Id="rId148" Type="http://schemas.openxmlformats.org/officeDocument/2006/relationships/customXml" Target="../ink/ink1589.xml"/><Relationship Id="rId169" Type="http://schemas.openxmlformats.org/officeDocument/2006/relationships/image" Target="../media/image1030.png"/><Relationship Id="rId334" Type="http://schemas.openxmlformats.org/officeDocument/2006/relationships/customXml" Target="../ink/ink1682.xml"/><Relationship Id="rId355" Type="http://schemas.openxmlformats.org/officeDocument/2006/relationships/image" Target="../media/image1123.png"/><Relationship Id="rId376" Type="http://schemas.openxmlformats.org/officeDocument/2006/relationships/customXml" Target="../ink/ink1703.xml"/><Relationship Id="rId397" Type="http://schemas.openxmlformats.org/officeDocument/2006/relationships/image" Target="../media/image1144.png"/><Relationship Id="rId4" Type="http://schemas.openxmlformats.org/officeDocument/2006/relationships/customXml" Target="../ink/ink1517.xml"/><Relationship Id="rId180" Type="http://schemas.openxmlformats.org/officeDocument/2006/relationships/customXml" Target="../ink/ink1605.xml"/><Relationship Id="rId215" Type="http://schemas.openxmlformats.org/officeDocument/2006/relationships/image" Target="../media/image1053.png"/><Relationship Id="rId236" Type="http://schemas.openxmlformats.org/officeDocument/2006/relationships/customXml" Target="../ink/ink1633.xml"/><Relationship Id="rId257" Type="http://schemas.openxmlformats.org/officeDocument/2006/relationships/image" Target="../media/image1074.png"/><Relationship Id="rId278" Type="http://schemas.openxmlformats.org/officeDocument/2006/relationships/customXml" Target="../ink/ink1654.xml"/><Relationship Id="rId401" Type="http://schemas.openxmlformats.org/officeDocument/2006/relationships/image" Target="../media/image1146.png"/><Relationship Id="rId422" Type="http://schemas.openxmlformats.org/officeDocument/2006/relationships/customXml" Target="../ink/ink1726.xml"/><Relationship Id="rId443" Type="http://schemas.openxmlformats.org/officeDocument/2006/relationships/image" Target="../media/image1167.png"/><Relationship Id="rId303" Type="http://schemas.openxmlformats.org/officeDocument/2006/relationships/image" Target="../media/image1097.png"/><Relationship Id="rId42" Type="http://schemas.openxmlformats.org/officeDocument/2006/relationships/customXml" Target="../ink/ink1536.xml"/><Relationship Id="rId84" Type="http://schemas.openxmlformats.org/officeDocument/2006/relationships/customXml" Target="../ink/ink1557.xml"/><Relationship Id="rId138" Type="http://schemas.openxmlformats.org/officeDocument/2006/relationships/customXml" Target="../ink/ink1584.xml"/><Relationship Id="rId345" Type="http://schemas.openxmlformats.org/officeDocument/2006/relationships/image" Target="../media/image1118.png"/><Relationship Id="rId387" Type="http://schemas.openxmlformats.org/officeDocument/2006/relationships/image" Target="../media/image1139.png"/><Relationship Id="rId191" Type="http://schemas.openxmlformats.org/officeDocument/2006/relationships/image" Target="../media/image1041.png"/><Relationship Id="rId205" Type="http://schemas.openxmlformats.org/officeDocument/2006/relationships/image" Target="../media/image1048.png"/><Relationship Id="rId247" Type="http://schemas.openxmlformats.org/officeDocument/2006/relationships/image" Target="../media/image1069.png"/><Relationship Id="rId412" Type="http://schemas.openxmlformats.org/officeDocument/2006/relationships/customXml" Target="../ink/ink1721.xml"/><Relationship Id="rId107" Type="http://schemas.openxmlformats.org/officeDocument/2006/relationships/image" Target="../media/image999.png"/><Relationship Id="rId289" Type="http://schemas.openxmlformats.org/officeDocument/2006/relationships/image" Target="../media/image1090.png"/><Relationship Id="rId454" Type="http://schemas.openxmlformats.org/officeDocument/2006/relationships/customXml" Target="../ink/ink1742.xml"/><Relationship Id="rId11" Type="http://schemas.openxmlformats.org/officeDocument/2006/relationships/image" Target="../media/image951.png"/><Relationship Id="rId53" Type="http://schemas.openxmlformats.org/officeDocument/2006/relationships/image" Target="../media/image972.png"/><Relationship Id="rId149" Type="http://schemas.openxmlformats.org/officeDocument/2006/relationships/image" Target="../media/image1020.png"/><Relationship Id="rId314" Type="http://schemas.openxmlformats.org/officeDocument/2006/relationships/customXml" Target="../ink/ink1672.xml"/><Relationship Id="rId356" Type="http://schemas.openxmlformats.org/officeDocument/2006/relationships/customXml" Target="../ink/ink1693.xml"/><Relationship Id="rId398" Type="http://schemas.openxmlformats.org/officeDocument/2006/relationships/customXml" Target="../ink/ink1714.xml"/><Relationship Id="rId95" Type="http://schemas.openxmlformats.org/officeDocument/2006/relationships/image" Target="../media/image993.png"/><Relationship Id="rId160" Type="http://schemas.openxmlformats.org/officeDocument/2006/relationships/customXml" Target="../ink/ink1595.xml"/><Relationship Id="rId216" Type="http://schemas.openxmlformats.org/officeDocument/2006/relationships/customXml" Target="../ink/ink1623.xml"/><Relationship Id="rId423" Type="http://schemas.openxmlformats.org/officeDocument/2006/relationships/image" Target="../media/image1157.png"/><Relationship Id="rId258" Type="http://schemas.openxmlformats.org/officeDocument/2006/relationships/customXml" Target="../ink/ink1644.xml"/><Relationship Id="rId22" Type="http://schemas.openxmlformats.org/officeDocument/2006/relationships/customXml" Target="../ink/ink1526.xml"/><Relationship Id="rId64" Type="http://schemas.openxmlformats.org/officeDocument/2006/relationships/customXml" Target="../ink/ink1547.xml"/><Relationship Id="rId118" Type="http://schemas.openxmlformats.org/officeDocument/2006/relationships/customXml" Target="../ink/ink1574.xml"/><Relationship Id="rId325" Type="http://schemas.openxmlformats.org/officeDocument/2006/relationships/image" Target="../media/image1108.png"/><Relationship Id="rId367" Type="http://schemas.openxmlformats.org/officeDocument/2006/relationships/image" Target="../media/image1129.png"/><Relationship Id="rId171" Type="http://schemas.openxmlformats.org/officeDocument/2006/relationships/image" Target="../media/image1031.png"/><Relationship Id="rId227" Type="http://schemas.openxmlformats.org/officeDocument/2006/relationships/image" Target="../media/image1059.png"/><Relationship Id="rId269" Type="http://schemas.openxmlformats.org/officeDocument/2006/relationships/image" Target="../media/image1080.png"/><Relationship Id="rId434" Type="http://schemas.openxmlformats.org/officeDocument/2006/relationships/customXml" Target="../ink/ink1732.xml"/><Relationship Id="rId33" Type="http://schemas.openxmlformats.org/officeDocument/2006/relationships/image" Target="../media/image962.png"/><Relationship Id="rId129" Type="http://schemas.openxmlformats.org/officeDocument/2006/relationships/image" Target="../media/image1010.png"/><Relationship Id="rId280" Type="http://schemas.openxmlformats.org/officeDocument/2006/relationships/customXml" Target="../ink/ink1655.xml"/><Relationship Id="rId336" Type="http://schemas.openxmlformats.org/officeDocument/2006/relationships/customXml" Target="../ink/ink1683.xml"/><Relationship Id="rId75" Type="http://schemas.openxmlformats.org/officeDocument/2006/relationships/image" Target="../media/image983.png"/><Relationship Id="rId140" Type="http://schemas.openxmlformats.org/officeDocument/2006/relationships/customXml" Target="../ink/ink1585.xml"/><Relationship Id="rId182" Type="http://schemas.openxmlformats.org/officeDocument/2006/relationships/customXml" Target="../ink/ink1606.xml"/><Relationship Id="rId378" Type="http://schemas.openxmlformats.org/officeDocument/2006/relationships/customXml" Target="../ink/ink1704.xml"/><Relationship Id="rId403" Type="http://schemas.openxmlformats.org/officeDocument/2006/relationships/image" Target="../media/image1147.png"/><Relationship Id="rId6" Type="http://schemas.openxmlformats.org/officeDocument/2006/relationships/customXml" Target="../ink/ink1518.xml"/><Relationship Id="rId238" Type="http://schemas.openxmlformats.org/officeDocument/2006/relationships/customXml" Target="../ink/ink1634.xml"/><Relationship Id="rId445" Type="http://schemas.openxmlformats.org/officeDocument/2006/relationships/image" Target="../media/image1168.png"/><Relationship Id="rId291" Type="http://schemas.openxmlformats.org/officeDocument/2006/relationships/image" Target="../media/image1091.png"/><Relationship Id="rId305" Type="http://schemas.openxmlformats.org/officeDocument/2006/relationships/image" Target="../media/image1098.png"/><Relationship Id="rId347" Type="http://schemas.openxmlformats.org/officeDocument/2006/relationships/image" Target="../media/image1119.png"/><Relationship Id="rId44" Type="http://schemas.openxmlformats.org/officeDocument/2006/relationships/customXml" Target="../ink/ink1537.xml"/><Relationship Id="rId86" Type="http://schemas.openxmlformats.org/officeDocument/2006/relationships/customXml" Target="../ink/ink1558.xml"/><Relationship Id="rId151" Type="http://schemas.openxmlformats.org/officeDocument/2006/relationships/image" Target="../media/image1021.png"/><Relationship Id="rId389" Type="http://schemas.openxmlformats.org/officeDocument/2006/relationships/image" Target="../media/image1140.png"/><Relationship Id="rId193" Type="http://schemas.openxmlformats.org/officeDocument/2006/relationships/image" Target="../media/image1042.png"/><Relationship Id="rId207" Type="http://schemas.openxmlformats.org/officeDocument/2006/relationships/image" Target="../media/image1049.png"/><Relationship Id="rId249" Type="http://schemas.openxmlformats.org/officeDocument/2006/relationships/image" Target="../media/image1070.png"/><Relationship Id="rId414" Type="http://schemas.openxmlformats.org/officeDocument/2006/relationships/customXml" Target="../ink/ink1722.xml"/><Relationship Id="rId456" Type="http://schemas.openxmlformats.org/officeDocument/2006/relationships/customXml" Target="../ink/ink1743.xml"/><Relationship Id="rId13" Type="http://schemas.openxmlformats.org/officeDocument/2006/relationships/image" Target="../media/image952.png"/><Relationship Id="rId109" Type="http://schemas.openxmlformats.org/officeDocument/2006/relationships/image" Target="../media/image1000.png"/><Relationship Id="rId260" Type="http://schemas.openxmlformats.org/officeDocument/2006/relationships/customXml" Target="../ink/ink1645.xml"/><Relationship Id="rId316" Type="http://schemas.openxmlformats.org/officeDocument/2006/relationships/customXml" Target="../ink/ink1673.xml"/><Relationship Id="rId55" Type="http://schemas.openxmlformats.org/officeDocument/2006/relationships/image" Target="../media/image973.png"/><Relationship Id="rId97" Type="http://schemas.openxmlformats.org/officeDocument/2006/relationships/image" Target="../media/image994.png"/><Relationship Id="rId120" Type="http://schemas.openxmlformats.org/officeDocument/2006/relationships/customXml" Target="../ink/ink1575.xml"/><Relationship Id="rId358" Type="http://schemas.openxmlformats.org/officeDocument/2006/relationships/customXml" Target="../ink/ink1694.xml"/><Relationship Id="rId162" Type="http://schemas.openxmlformats.org/officeDocument/2006/relationships/customXml" Target="../ink/ink1596.xml"/><Relationship Id="rId218" Type="http://schemas.openxmlformats.org/officeDocument/2006/relationships/customXml" Target="../ink/ink1624.xml"/><Relationship Id="rId425" Type="http://schemas.openxmlformats.org/officeDocument/2006/relationships/image" Target="../media/image1158.png"/><Relationship Id="rId271" Type="http://schemas.openxmlformats.org/officeDocument/2006/relationships/image" Target="../media/image1081.png"/><Relationship Id="rId24" Type="http://schemas.openxmlformats.org/officeDocument/2006/relationships/customXml" Target="../ink/ink1527.xml"/><Relationship Id="rId66" Type="http://schemas.openxmlformats.org/officeDocument/2006/relationships/customXml" Target="../ink/ink1548.xml"/><Relationship Id="rId131" Type="http://schemas.openxmlformats.org/officeDocument/2006/relationships/image" Target="../media/image1011.png"/><Relationship Id="rId327" Type="http://schemas.openxmlformats.org/officeDocument/2006/relationships/image" Target="../media/image1109.png"/><Relationship Id="rId369" Type="http://schemas.openxmlformats.org/officeDocument/2006/relationships/image" Target="../media/image1130.png"/><Relationship Id="rId173" Type="http://schemas.openxmlformats.org/officeDocument/2006/relationships/image" Target="../media/image1032.png"/><Relationship Id="rId229" Type="http://schemas.openxmlformats.org/officeDocument/2006/relationships/image" Target="../media/image1060.png"/><Relationship Id="rId380" Type="http://schemas.openxmlformats.org/officeDocument/2006/relationships/customXml" Target="../ink/ink1705.xml"/><Relationship Id="rId436" Type="http://schemas.openxmlformats.org/officeDocument/2006/relationships/customXml" Target="../ink/ink1733.xml"/><Relationship Id="rId240" Type="http://schemas.openxmlformats.org/officeDocument/2006/relationships/customXml" Target="../ink/ink1635.xml"/><Relationship Id="rId35" Type="http://schemas.openxmlformats.org/officeDocument/2006/relationships/image" Target="../media/image963.png"/><Relationship Id="rId77" Type="http://schemas.openxmlformats.org/officeDocument/2006/relationships/image" Target="../media/image984.png"/><Relationship Id="rId100" Type="http://schemas.openxmlformats.org/officeDocument/2006/relationships/customXml" Target="../ink/ink1565.xml"/><Relationship Id="rId282" Type="http://schemas.openxmlformats.org/officeDocument/2006/relationships/customXml" Target="../ink/ink1656.xml"/><Relationship Id="rId338" Type="http://schemas.openxmlformats.org/officeDocument/2006/relationships/customXml" Target="../ink/ink1684.xml"/><Relationship Id="rId8" Type="http://schemas.openxmlformats.org/officeDocument/2006/relationships/customXml" Target="../ink/ink1519.xml"/><Relationship Id="rId142" Type="http://schemas.openxmlformats.org/officeDocument/2006/relationships/customXml" Target="../ink/ink1586.xml"/><Relationship Id="rId184" Type="http://schemas.openxmlformats.org/officeDocument/2006/relationships/customXml" Target="../ink/ink1607.xml"/><Relationship Id="rId391" Type="http://schemas.openxmlformats.org/officeDocument/2006/relationships/image" Target="../media/image1141.png"/><Relationship Id="rId405" Type="http://schemas.openxmlformats.org/officeDocument/2006/relationships/image" Target="../media/image1148.png"/><Relationship Id="rId447" Type="http://schemas.openxmlformats.org/officeDocument/2006/relationships/image" Target="../media/image1169.png"/><Relationship Id="rId251" Type="http://schemas.openxmlformats.org/officeDocument/2006/relationships/image" Target="../media/image1071.png"/><Relationship Id="rId46" Type="http://schemas.openxmlformats.org/officeDocument/2006/relationships/customXml" Target="../ink/ink1538.xml"/><Relationship Id="rId293" Type="http://schemas.openxmlformats.org/officeDocument/2006/relationships/image" Target="../media/image1092.png"/><Relationship Id="rId307" Type="http://schemas.openxmlformats.org/officeDocument/2006/relationships/image" Target="../media/image1099.png"/><Relationship Id="rId349" Type="http://schemas.openxmlformats.org/officeDocument/2006/relationships/image" Target="../media/image1120.png"/><Relationship Id="rId88" Type="http://schemas.openxmlformats.org/officeDocument/2006/relationships/customXml" Target="../ink/ink1559.xml"/><Relationship Id="rId111" Type="http://schemas.openxmlformats.org/officeDocument/2006/relationships/image" Target="../media/image1001.png"/><Relationship Id="rId153" Type="http://schemas.openxmlformats.org/officeDocument/2006/relationships/image" Target="../media/image1022.png"/><Relationship Id="rId195" Type="http://schemas.openxmlformats.org/officeDocument/2006/relationships/image" Target="../media/image1043.png"/><Relationship Id="rId209" Type="http://schemas.openxmlformats.org/officeDocument/2006/relationships/image" Target="../media/image1050.png"/><Relationship Id="rId360" Type="http://schemas.openxmlformats.org/officeDocument/2006/relationships/customXml" Target="../ink/ink1695.xml"/><Relationship Id="rId416" Type="http://schemas.openxmlformats.org/officeDocument/2006/relationships/customXml" Target="../ink/ink1723.xml"/><Relationship Id="rId220" Type="http://schemas.openxmlformats.org/officeDocument/2006/relationships/customXml" Target="../ink/ink1625.xml"/><Relationship Id="rId15" Type="http://schemas.openxmlformats.org/officeDocument/2006/relationships/image" Target="../media/image953.png"/><Relationship Id="rId57" Type="http://schemas.openxmlformats.org/officeDocument/2006/relationships/image" Target="../media/image974.png"/><Relationship Id="rId262" Type="http://schemas.openxmlformats.org/officeDocument/2006/relationships/customXml" Target="../ink/ink1646.xml"/><Relationship Id="rId318" Type="http://schemas.openxmlformats.org/officeDocument/2006/relationships/customXml" Target="../ink/ink1674.xml"/><Relationship Id="rId99" Type="http://schemas.openxmlformats.org/officeDocument/2006/relationships/image" Target="../media/image995.png"/><Relationship Id="rId122" Type="http://schemas.openxmlformats.org/officeDocument/2006/relationships/customXml" Target="../ink/ink1576.xml"/><Relationship Id="rId164" Type="http://schemas.openxmlformats.org/officeDocument/2006/relationships/customXml" Target="../ink/ink1597.xml"/><Relationship Id="rId371" Type="http://schemas.openxmlformats.org/officeDocument/2006/relationships/image" Target="../media/image1131.png"/><Relationship Id="rId427" Type="http://schemas.openxmlformats.org/officeDocument/2006/relationships/image" Target="../media/image1159.png"/><Relationship Id="rId26" Type="http://schemas.openxmlformats.org/officeDocument/2006/relationships/customXml" Target="../ink/ink1528.xml"/><Relationship Id="rId231" Type="http://schemas.openxmlformats.org/officeDocument/2006/relationships/image" Target="../media/image1061.png"/><Relationship Id="rId273" Type="http://schemas.openxmlformats.org/officeDocument/2006/relationships/image" Target="../media/image1082.png"/><Relationship Id="rId329" Type="http://schemas.openxmlformats.org/officeDocument/2006/relationships/image" Target="../media/image1110.png"/><Relationship Id="rId68" Type="http://schemas.openxmlformats.org/officeDocument/2006/relationships/customXml" Target="../ink/ink1549.xml"/><Relationship Id="rId133" Type="http://schemas.openxmlformats.org/officeDocument/2006/relationships/image" Target="../media/image1012.png"/><Relationship Id="rId175" Type="http://schemas.openxmlformats.org/officeDocument/2006/relationships/image" Target="../media/image1033.png"/><Relationship Id="rId340" Type="http://schemas.openxmlformats.org/officeDocument/2006/relationships/customXml" Target="../ink/ink1685.xml"/><Relationship Id="rId200" Type="http://schemas.openxmlformats.org/officeDocument/2006/relationships/customXml" Target="../ink/ink1615.xml"/><Relationship Id="rId382" Type="http://schemas.openxmlformats.org/officeDocument/2006/relationships/customXml" Target="../ink/ink1706.xml"/><Relationship Id="rId438" Type="http://schemas.openxmlformats.org/officeDocument/2006/relationships/customXml" Target="../ink/ink1734.xml"/><Relationship Id="rId242" Type="http://schemas.openxmlformats.org/officeDocument/2006/relationships/customXml" Target="../ink/ink1636.xml"/><Relationship Id="rId284" Type="http://schemas.openxmlformats.org/officeDocument/2006/relationships/customXml" Target="../ink/ink1657.xml"/><Relationship Id="rId37" Type="http://schemas.openxmlformats.org/officeDocument/2006/relationships/image" Target="../media/image964.png"/><Relationship Id="rId79" Type="http://schemas.openxmlformats.org/officeDocument/2006/relationships/image" Target="../media/image985.png"/><Relationship Id="rId102" Type="http://schemas.openxmlformats.org/officeDocument/2006/relationships/customXml" Target="../ink/ink1566.xml"/><Relationship Id="rId144" Type="http://schemas.openxmlformats.org/officeDocument/2006/relationships/customXml" Target="../ink/ink1587.xml"/><Relationship Id="rId90" Type="http://schemas.openxmlformats.org/officeDocument/2006/relationships/customXml" Target="../ink/ink1560.xml"/><Relationship Id="rId186" Type="http://schemas.openxmlformats.org/officeDocument/2006/relationships/customXml" Target="../ink/ink1608.xml"/><Relationship Id="rId351" Type="http://schemas.openxmlformats.org/officeDocument/2006/relationships/image" Target="../media/image1121.png"/><Relationship Id="rId393" Type="http://schemas.openxmlformats.org/officeDocument/2006/relationships/image" Target="../media/image1142.png"/><Relationship Id="rId407" Type="http://schemas.openxmlformats.org/officeDocument/2006/relationships/image" Target="../media/image1149.png"/><Relationship Id="rId449" Type="http://schemas.openxmlformats.org/officeDocument/2006/relationships/image" Target="../media/image1170.png"/><Relationship Id="rId211" Type="http://schemas.openxmlformats.org/officeDocument/2006/relationships/image" Target="../media/image1051.png"/><Relationship Id="rId253" Type="http://schemas.openxmlformats.org/officeDocument/2006/relationships/image" Target="../media/image1072.png"/><Relationship Id="rId295" Type="http://schemas.openxmlformats.org/officeDocument/2006/relationships/image" Target="../media/image1093.png"/><Relationship Id="rId309" Type="http://schemas.openxmlformats.org/officeDocument/2006/relationships/image" Target="../media/image1100.png"/><Relationship Id="rId48" Type="http://schemas.openxmlformats.org/officeDocument/2006/relationships/customXml" Target="../ink/ink1539.xml"/><Relationship Id="rId113" Type="http://schemas.openxmlformats.org/officeDocument/2006/relationships/image" Target="../media/image1002.png"/><Relationship Id="rId320" Type="http://schemas.openxmlformats.org/officeDocument/2006/relationships/customXml" Target="../ink/ink1675.xml"/><Relationship Id="rId155" Type="http://schemas.openxmlformats.org/officeDocument/2006/relationships/image" Target="../media/image1023.png"/><Relationship Id="rId197" Type="http://schemas.openxmlformats.org/officeDocument/2006/relationships/image" Target="../media/image1044.png"/><Relationship Id="rId362" Type="http://schemas.openxmlformats.org/officeDocument/2006/relationships/customXml" Target="../ink/ink1696.xml"/><Relationship Id="rId418" Type="http://schemas.openxmlformats.org/officeDocument/2006/relationships/customXml" Target="../ink/ink1724.xml"/><Relationship Id="rId222" Type="http://schemas.openxmlformats.org/officeDocument/2006/relationships/customXml" Target="../ink/ink1626.xml"/><Relationship Id="rId264" Type="http://schemas.openxmlformats.org/officeDocument/2006/relationships/customXml" Target="../ink/ink1647.xml"/><Relationship Id="rId17" Type="http://schemas.openxmlformats.org/officeDocument/2006/relationships/image" Target="../media/image954.png"/><Relationship Id="rId59" Type="http://schemas.openxmlformats.org/officeDocument/2006/relationships/image" Target="../media/image975.png"/><Relationship Id="rId124" Type="http://schemas.openxmlformats.org/officeDocument/2006/relationships/customXml" Target="../ink/ink1577.xml"/><Relationship Id="rId70" Type="http://schemas.openxmlformats.org/officeDocument/2006/relationships/customXml" Target="../ink/ink1550.xml"/><Relationship Id="rId166" Type="http://schemas.openxmlformats.org/officeDocument/2006/relationships/customXml" Target="../ink/ink1598.xml"/><Relationship Id="rId331" Type="http://schemas.openxmlformats.org/officeDocument/2006/relationships/image" Target="../media/image1111.png"/><Relationship Id="rId373" Type="http://schemas.openxmlformats.org/officeDocument/2006/relationships/image" Target="../media/image1132.png"/><Relationship Id="rId429" Type="http://schemas.openxmlformats.org/officeDocument/2006/relationships/image" Target="../media/image116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062.png"/><Relationship Id="rId440" Type="http://schemas.openxmlformats.org/officeDocument/2006/relationships/customXml" Target="../ink/ink1735.xml"/><Relationship Id="rId28" Type="http://schemas.openxmlformats.org/officeDocument/2006/relationships/customXml" Target="../ink/ink1529.xml"/><Relationship Id="rId275" Type="http://schemas.openxmlformats.org/officeDocument/2006/relationships/image" Target="../media/image1083.png"/><Relationship Id="rId300" Type="http://schemas.openxmlformats.org/officeDocument/2006/relationships/customXml" Target="../ink/ink1665.xml"/><Relationship Id="rId81" Type="http://schemas.openxmlformats.org/officeDocument/2006/relationships/image" Target="../media/image986.png"/><Relationship Id="rId135" Type="http://schemas.openxmlformats.org/officeDocument/2006/relationships/image" Target="../media/image1013.png"/><Relationship Id="rId177" Type="http://schemas.openxmlformats.org/officeDocument/2006/relationships/image" Target="../media/image1034.png"/><Relationship Id="rId342" Type="http://schemas.openxmlformats.org/officeDocument/2006/relationships/customXml" Target="../ink/ink1686.xml"/><Relationship Id="rId384" Type="http://schemas.openxmlformats.org/officeDocument/2006/relationships/customXml" Target="../ink/ink1707.xml"/><Relationship Id="rId202" Type="http://schemas.openxmlformats.org/officeDocument/2006/relationships/customXml" Target="../ink/ink1616.xml"/><Relationship Id="rId244" Type="http://schemas.openxmlformats.org/officeDocument/2006/relationships/customXml" Target="../ink/ink1637.xml"/><Relationship Id="rId39" Type="http://schemas.openxmlformats.org/officeDocument/2006/relationships/image" Target="../media/image965.png"/><Relationship Id="rId286" Type="http://schemas.openxmlformats.org/officeDocument/2006/relationships/customXml" Target="../ink/ink1658.xml"/><Relationship Id="rId451" Type="http://schemas.openxmlformats.org/officeDocument/2006/relationships/image" Target="../media/image1171.png"/><Relationship Id="rId50" Type="http://schemas.openxmlformats.org/officeDocument/2006/relationships/customXml" Target="../ink/ink1540.xml"/><Relationship Id="rId104" Type="http://schemas.openxmlformats.org/officeDocument/2006/relationships/customXml" Target="../ink/ink1567.xml"/><Relationship Id="rId146" Type="http://schemas.openxmlformats.org/officeDocument/2006/relationships/customXml" Target="../ink/ink1588.xml"/><Relationship Id="rId188" Type="http://schemas.openxmlformats.org/officeDocument/2006/relationships/customXml" Target="../ink/ink1609.xml"/><Relationship Id="rId311" Type="http://schemas.openxmlformats.org/officeDocument/2006/relationships/image" Target="../media/image1101.png"/><Relationship Id="rId353" Type="http://schemas.openxmlformats.org/officeDocument/2006/relationships/image" Target="../media/image1122.png"/><Relationship Id="rId395" Type="http://schemas.openxmlformats.org/officeDocument/2006/relationships/image" Target="../media/image1143.png"/><Relationship Id="rId409" Type="http://schemas.openxmlformats.org/officeDocument/2006/relationships/image" Target="../media/image1150.png"/><Relationship Id="rId92" Type="http://schemas.openxmlformats.org/officeDocument/2006/relationships/customXml" Target="../ink/ink1561.xml"/><Relationship Id="rId213" Type="http://schemas.openxmlformats.org/officeDocument/2006/relationships/image" Target="../media/image1052.png"/><Relationship Id="rId420" Type="http://schemas.openxmlformats.org/officeDocument/2006/relationships/customXml" Target="../ink/ink1725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02.xml"/><Relationship Id="rId21" Type="http://schemas.openxmlformats.org/officeDocument/2006/relationships/image" Target="../media/image1184.png"/><Relationship Id="rId324" Type="http://schemas.openxmlformats.org/officeDocument/2006/relationships/image" Target="../media/image1335.png"/><Relationship Id="rId531" Type="http://schemas.openxmlformats.org/officeDocument/2006/relationships/customXml" Target="../ink/ink2009.xml"/><Relationship Id="rId170" Type="http://schemas.openxmlformats.org/officeDocument/2006/relationships/image" Target="../media/image1258.png"/><Relationship Id="rId268" Type="http://schemas.openxmlformats.org/officeDocument/2006/relationships/image" Target="../media/image1307.png"/><Relationship Id="rId475" Type="http://schemas.openxmlformats.org/officeDocument/2006/relationships/customXml" Target="../ink/ink1981.xml"/><Relationship Id="rId32" Type="http://schemas.openxmlformats.org/officeDocument/2006/relationships/customXml" Target="../ink/ink1759.xml"/><Relationship Id="rId128" Type="http://schemas.openxmlformats.org/officeDocument/2006/relationships/image" Target="../media/image1237.png"/><Relationship Id="rId335" Type="http://schemas.openxmlformats.org/officeDocument/2006/relationships/customXml" Target="../ink/ink1911.xml"/><Relationship Id="rId542" Type="http://schemas.openxmlformats.org/officeDocument/2006/relationships/image" Target="../media/image1444.png"/><Relationship Id="rId181" Type="http://schemas.openxmlformats.org/officeDocument/2006/relationships/customXml" Target="../ink/ink1834.xml"/><Relationship Id="rId402" Type="http://schemas.openxmlformats.org/officeDocument/2006/relationships/image" Target="../media/image1374.png"/><Relationship Id="rId279" Type="http://schemas.openxmlformats.org/officeDocument/2006/relationships/customXml" Target="../ink/ink1883.xml"/><Relationship Id="rId486" Type="http://schemas.openxmlformats.org/officeDocument/2006/relationships/image" Target="../media/image1416.png"/><Relationship Id="rId43" Type="http://schemas.openxmlformats.org/officeDocument/2006/relationships/image" Target="../media/image1195.png"/><Relationship Id="rId139" Type="http://schemas.openxmlformats.org/officeDocument/2006/relationships/customXml" Target="../ink/ink1813.xml"/><Relationship Id="rId346" Type="http://schemas.openxmlformats.org/officeDocument/2006/relationships/image" Target="../media/image1346.png"/><Relationship Id="rId192" Type="http://schemas.openxmlformats.org/officeDocument/2006/relationships/image" Target="../media/image1269.png"/><Relationship Id="rId206" Type="http://schemas.openxmlformats.org/officeDocument/2006/relationships/image" Target="../media/image1276.png"/><Relationship Id="rId413" Type="http://schemas.openxmlformats.org/officeDocument/2006/relationships/customXml" Target="../ink/ink1950.xml"/><Relationship Id="rId497" Type="http://schemas.openxmlformats.org/officeDocument/2006/relationships/customXml" Target="../ink/ink1992.xml"/><Relationship Id="rId12" Type="http://schemas.openxmlformats.org/officeDocument/2006/relationships/customXml" Target="../ink/ink1749.xml"/><Relationship Id="rId108" Type="http://schemas.openxmlformats.org/officeDocument/2006/relationships/image" Target="../media/image1227.png"/><Relationship Id="rId315" Type="http://schemas.openxmlformats.org/officeDocument/2006/relationships/customXml" Target="../ink/ink1901.xml"/><Relationship Id="rId357" Type="http://schemas.openxmlformats.org/officeDocument/2006/relationships/customXml" Target="../ink/ink1922.xml"/><Relationship Id="rId522" Type="http://schemas.openxmlformats.org/officeDocument/2006/relationships/image" Target="../media/image1434.png"/><Relationship Id="rId54" Type="http://schemas.openxmlformats.org/officeDocument/2006/relationships/customXml" Target="../ink/ink1770.xml"/><Relationship Id="rId96" Type="http://schemas.openxmlformats.org/officeDocument/2006/relationships/image" Target="../media/image1221.png"/><Relationship Id="rId161" Type="http://schemas.openxmlformats.org/officeDocument/2006/relationships/customXml" Target="../ink/ink1824.xml"/><Relationship Id="rId217" Type="http://schemas.openxmlformats.org/officeDocument/2006/relationships/customXml" Target="../ink/ink1852.xml"/><Relationship Id="rId399" Type="http://schemas.openxmlformats.org/officeDocument/2006/relationships/customXml" Target="../ink/ink1943.xml"/><Relationship Id="rId259" Type="http://schemas.openxmlformats.org/officeDocument/2006/relationships/customXml" Target="../ink/ink1873.xml"/><Relationship Id="rId424" Type="http://schemas.openxmlformats.org/officeDocument/2006/relationships/image" Target="../media/image1385.png"/><Relationship Id="rId466" Type="http://schemas.openxmlformats.org/officeDocument/2006/relationships/image" Target="../media/image1406.png"/><Relationship Id="rId23" Type="http://schemas.openxmlformats.org/officeDocument/2006/relationships/image" Target="../media/image1185.png"/><Relationship Id="rId119" Type="http://schemas.openxmlformats.org/officeDocument/2006/relationships/customXml" Target="../ink/ink1803.xml"/><Relationship Id="rId270" Type="http://schemas.openxmlformats.org/officeDocument/2006/relationships/image" Target="../media/image1308.png"/><Relationship Id="rId326" Type="http://schemas.openxmlformats.org/officeDocument/2006/relationships/image" Target="../media/image1336.png"/><Relationship Id="rId533" Type="http://schemas.openxmlformats.org/officeDocument/2006/relationships/customXml" Target="../ink/ink2010.xml"/><Relationship Id="rId65" Type="http://schemas.openxmlformats.org/officeDocument/2006/relationships/image" Target="../media/image1206.png"/><Relationship Id="rId130" Type="http://schemas.openxmlformats.org/officeDocument/2006/relationships/image" Target="../media/image1238.png"/><Relationship Id="rId368" Type="http://schemas.openxmlformats.org/officeDocument/2006/relationships/image" Target="../media/image1357.png"/><Relationship Id="rId172" Type="http://schemas.openxmlformats.org/officeDocument/2006/relationships/image" Target="../media/image1259.png"/><Relationship Id="rId228" Type="http://schemas.openxmlformats.org/officeDocument/2006/relationships/image" Target="../media/image1287.png"/><Relationship Id="rId435" Type="http://schemas.openxmlformats.org/officeDocument/2006/relationships/customXml" Target="../ink/ink1961.xml"/><Relationship Id="rId477" Type="http://schemas.openxmlformats.org/officeDocument/2006/relationships/customXml" Target="../ink/ink1982.xml"/><Relationship Id="rId281" Type="http://schemas.openxmlformats.org/officeDocument/2006/relationships/customXml" Target="../ink/ink1884.xml"/><Relationship Id="rId337" Type="http://schemas.openxmlformats.org/officeDocument/2006/relationships/customXml" Target="../ink/ink1912.xml"/><Relationship Id="rId502" Type="http://schemas.openxmlformats.org/officeDocument/2006/relationships/image" Target="../media/image1424.png"/><Relationship Id="rId34" Type="http://schemas.openxmlformats.org/officeDocument/2006/relationships/customXml" Target="../ink/ink1760.xml"/><Relationship Id="rId76" Type="http://schemas.openxmlformats.org/officeDocument/2006/relationships/customXml" Target="../ink/ink1781.xml"/><Relationship Id="rId141" Type="http://schemas.openxmlformats.org/officeDocument/2006/relationships/customXml" Target="../ink/ink1814.xml"/><Relationship Id="rId379" Type="http://schemas.openxmlformats.org/officeDocument/2006/relationships/customXml" Target="../ink/ink1933.xml"/><Relationship Id="rId544" Type="http://schemas.openxmlformats.org/officeDocument/2006/relationships/image" Target="../media/image1445.png"/><Relationship Id="rId7" Type="http://schemas.openxmlformats.org/officeDocument/2006/relationships/image" Target="../media/image1177.png"/><Relationship Id="rId183" Type="http://schemas.openxmlformats.org/officeDocument/2006/relationships/customXml" Target="../ink/ink1835.xml"/><Relationship Id="rId239" Type="http://schemas.openxmlformats.org/officeDocument/2006/relationships/customXml" Target="../ink/ink1863.xml"/><Relationship Id="rId390" Type="http://schemas.openxmlformats.org/officeDocument/2006/relationships/image" Target="../media/image1368.png"/><Relationship Id="rId404" Type="http://schemas.openxmlformats.org/officeDocument/2006/relationships/image" Target="../media/image1375.png"/><Relationship Id="rId446" Type="http://schemas.openxmlformats.org/officeDocument/2006/relationships/image" Target="../media/image1396.png"/><Relationship Id="rId250" Type="http://schemas.openxmlformats.org/officeDocument/2006/relationships/image" Target="../media/image1298.png"/><Relationship Id="rId292" Type="http://schemas.openxmlformats.org/officeDocument/2006/relationships/image" Target="../media/image1319.png"/><Relationship Id="rId306" Type="http://schemas.openxmlformats.org/officeDocument/2006/relationships/image" Target="../media/image1326.png"/><Relationship Id="rId488" Type="http://schemas.openxmlformats.org/officeDocument/2006/relationships/image" Target="../media/image1417.png"/><Relationship Id="rId45" Type="http://schemas.openxmlformats.org/officeDocument/2006/relationships/image" Target="../media/image1196.png"/><Relationship Id="rId87" Type="http://schemas.openxmlformats.org/officeDocument/2006/relationships/customXml" Target="../ink/ink1787.xml"/><Relationship Id="rId110" Type="http://schemas.openxmlformats.org/officeDocument/2006/relationships/image" Target="../media/image1228.png"/><Relationship Id="rId348" Type="http://schemas.openxmlformats.org/officeDocument/2006/relationships/image" Target="../media/image1347.png"/><Relationship Id="rId513" Type="http://schemas.openxmlformats.org/officeDocument/2006/relationships/customXml" Target="../ink/ink2000.xml"/><Relationship Id="rId152" Type="http://schemas.openxmlformats.org/officeDocument/2006/relationships/image" Target="../media/image1249.png"/><Relationship Id="rId194" Type="http://schemas.openxmlformats.org/officeDocument/2006/relationships/image" Target="../media/image1270.png"/><Relationship Id="rId208" Type="http://schemas.openxmlformats.org/officeDocument/2006/relationships/image" Target="../media/image1277.png"/><Relationship Id="rId415" Type="http://schemas.openxmlformats.org/officeDocument/2006/relationships/customXml" Target="../ink/ink1951.xml"/><Relationship Id="rId457" Type="http://schemas.openxmlformats.org/officeDocument/2006/relationships/customXml" Target="../ink/ink1972.xml"/><Relationship Id="rId261" Type="http://schemas.openxmlformats.org/officeDocument/2006/relationships/customXml" Target="../ink/ink1874.xml"/><Relationship Id="rId499" Type="http://schemas.openxmlformats.org/officeDocument/2006/relationships/customXml" Target="../ink/ink1993.xml"/><Relationship Id="rId14" Type="http://schemas.openxmlformats.org/officeDocument/2006/relationships/customXml" Target="../ink/ink1750.xml"/><Relationship Id="rId56" Type="http://schemas.openxmlformats.org/officeDocument/2006/relationships/customXml" Target="../ink/ink1771.xml"/><Relationship Id="rId317" Type="http://schemas.openxmlformats.org/officeDocument/2006/relationships/customXml" Target="../ink/ink1902.xml"/><Relationship Id="rId359" Type="http://schemas.openxmlformats.org/officeDocument/2006/relationships/customXml" Target="../ink/ink1923.xml"/><Relationship Id="rId524" Type="http://schemas.openxmlformats.org/officeDocument/2006/relationships/image" Target="../media/image1435.png"/><Relationship Id="rId98" Type="http://schemas.openxmlformats.org/officeDocument/2006/relationships/image" Target="../media/image1222.png"/><Relationship Id="rId121" Type="http://schemas.openxmlformats.org/officeDocument/2006/relationships/customXml" Target="../ink/ink1804.xml"/><Relationship Id="rId163" Type="http://schemas.openxmlformats.org/officeDocument/2006/relationships/customXml" Target="../ink/ink1825.xml"/><Relationship Id="rId219" Type="http://schemas.openxmlformats.org/officeDocument/2006/relationships/customXml" Target="../ink/ink1853.xml"/><Relationship Id="rId370" Type="http://schemas.openxmlformats.org/officeDocument/2006/relationships/image" Target="../media/image1358.png"/><Relationship Id="rId426" Type="http://schemas.openxmlformats.org/officeDocument/2006/relationships/image" Target="../media/image1386.png"/><Relationship Id="rId230" Type="http://schemas.openxmlformats.org/officeDocument/2006/relationships/image" Target="../media/image1288.png"/><Relationship Id="rId468" Type="http://schemas.openxmlformats.org/officeDocument/2006/relationships/image" Target="../media/image1407.png"/><Relationship Id="rId25" Type="http://schemas.openxmlformats.org/officeDocument/2006/relationships/image" Target="../media/image1186.png"/><Relationship Id="rId67" Type="http://schemas.openxmlformats.org/officeDocument/2006/relationships/image" Target="../media/image1207.png"/><Relationship Id="rId272" Type="http://schemas.openxmlformats.org/officeDocument/2006/relationships/image" Target="../media/image1309.png"/><Relationship Id="rId328" Type="http://schemas.openxmlformats.org/officeDocument/2006/relationships/image" Target="../media/image1337.png"/><Relationship Id="rId535" Type="http://schemas.openxmlformats.org/officeDocument/2006/relationships/customXml" Target="../ink/ink2011.xml"/><Relationship Id="rId132" Type="http://schemas.openxmlformats.org/officeDocument/2006/relationships/image" Target="../media/image1239.png"/><Relationship Id="rId174" Type="http://schemas.openxmlformats.org/officeDocument/2006/relationships/image" Target="../media/image1260.png"/><Relationship Id="rId381" Type="http://schemas.openxmlformats.org/officeDocument/2006/relationships/customXml" Target="../ink/ink1934.xml"/><Relationship Id="rId241" Type="http://schemas.openxmlformats.org/officeDocument/2006/relationships/customXml" Target="../ink/ink1864.xml"/><Relationship Id="rId437" Type="http://schemas.openxmlformats.org/officeDocument/2006/relationships/customXml" Target="../ink/ink1962.xml"/><Relationship Id="rId479" Type="http://schemas.openxmlformats.org/officeDocument/2006/relationships/customXml" Target="../ink/ink1983.xml"/><Relationship Id="rId36" Type="http://schemas.openxmlformats.org/officeDocument/2006/relationships/customXml" Target="../ink/ink1761.xml"/><Relationship Id="rId283" Type="http://schemas.openxmlformats.org/officeDocument/2006/relationships/customXml" Target="../ink/ink1885.xml"/><Relationship Id="rId339" Type="http://schemas.openxmlformats.org/officeDocument/2006/relationships/customXml" Target="../ink/ink1913.xml"/><Relationship Id="rId490" Type="http://schemas.openxmlformats.org/officeDocument/2006/relationships/image" Target="../media/image1418.png"/><Relationship Id="rId504" Type="http://schemas.openxmlformats.org/officeDocument/2006/relationships/image" Target="../media/image1425.png"/><Relationship Id="rId546" Type="http://schemas.openxmlformats.org/officeDocument/2006/relationships/image" Target="../media/image1446.png"/><Relationship Id="rId78" Type="http://schemas.openxmlformats.org/officeDocument/2006/relationships/image" Target="../media/image1212.png"/><Relationship Id="rId101" Type="http://schemas.openxmlformats.org/officeDocument/2006/relationships/customXml" Target="../ink/ink1794.xml"/><Relationship Id="rId143" Type="http://schemas.openxmlformats.org/officeDocument/2006/relationships/customXml" Target="../ink/ink1815.xml"/><Relationship Id="rId185" Type="http://schemas.openxmlformats.org/officeDocument/2006/relationships/customXml" Target="../ink/ink1836.xml"/><Relationship Id="rId350" Type="http://schemas.openxmlformats.org/officeDocument/2006/relationships/image" Target="../media/image1348.png"/><Relationship Id="rId406" Type="http://schemas.openxmlformats.org/officeDocument/2006/relationships/image" Target="../media/image1376.png"/><Relationship Id="rId9" Type="http://schemas.openxmlformats.org/officeDocument/2006/relationships/image" Target="../media/image1178.png"/><Relationship Id="rId210" Type="http://schemas.openxmlformats.org/officeDocument/2006/relationships/image" Target="../media/image1278.png"/><Relationship Id="rId392" Type="http://schemas.openxmlformats.org/officeDocument/2006/relationships/image" Target="../media/image1369.png"/><Relationship Id="rId448" Type="http://schemas.openxmlformats.org/officeDocument/2006/relationships/image" Target="../media/image1397.png"/><Relationship Id="rId252" Type="http://schemas.openxmlformats.org/officeDocument/2006/relationships/image" Target="../media/image1299.png"/><Relationship Id="rId294" Type="http://schemas.openxmlformats.org/officeDocument/2006/relationships/image" Target="../media/image1320.png"/><Relationship Id="rId308" Type="http://schemas.openxmlformats.org/officeDocument/2006/relationships/image" Target="../media/image1327.png"/><Relationship Id="rId515" Type="http://schemas.openxmlformats.org/officeDocument/2006/relationships/customXml" Target="../ink/ink2001.xml"/><Relationship Id="rId47" Type="http://schemas.openxmlformats.org/officeDocument/2006/relationships/image" Target="../media/image1197.png"/><Relationship Id="rId89" Type="http://schemas.openxmlformats.org/officeDocument/2006/relationships/customXml" Target="../ink/ink1788.xml"/><Relationship Id="rId112" Type="http://schemas.openxmlformats.org/officeDocument/2006/relationships/image" Target="../media/image1229.png"/><Relationship Id="rId154" Type="http://schemas.openxmlformats.org/officeDocument/2006/relationships/image" Target="../media/image1250.png"/><Relationship Id="rId361" Type="http://schemas.openxmlformats.org/officeDocument/2006/relationships/customXml" Target="../ink/ink1924.xml"/><Relationship Id="rId196" Type="http://schemas.openxmlformats.org/officeDocument/2006/relationships/image" Target="../media/image1271.png"/><Relationship Id="rId417" Type="http://schemas.openxmlformats.org/officeDocument/2006/relationships/customXml" Target="../ink/ink1952.xml"/><Relationship Id="rId459" Type="http://schemas.openxmlformats.org/officeDocument/2006/relationships/customXml" Target="../ink/ink1973.xml"/><Relationship Id="rId16" Type="http://schemas.openxmlformats.org/officeDocument/2006/relationships/customXml" Target="../ink/ink1751.xml"/><Relationship Id="rId221" Type="http://schemas.openxmlformats.org/officeDocument/2006/relationships/customXml" Target="../ink/ink1854.xml"/><Relationship Id="rId263" Type="http://schemas.openxmlformats.org/officeDocument/2006/relationships/customXml" Target="../ink/ink1875.xml"/><Relationship Id="rId319" Type="http://schemas.openxmlformats.org/officeDocument/2006/relationships/customXml" Target="../ink/ink1903.xml"/><Relationship Id="rId470" Type="http://schemas.openxmlformats.org/officeDocument/2006/relationships/image" Target="../media/image1408.png"/><Relationship Id="rId526" Type="http://schemas.openxmlformats.org/officeDocument/2006/relationships/image" Target="../media/image1436.png"/><Relationship Id="rId58" Type="http://schemas.openxmlformats.org/officeDocument/2006/relationships/customXml" Target="../ink/ink1772.xml"/><Relationship Id="rId123" Type="http://schemas.openxmlformats.org/officeDocument/2006/relationships/customXml" Target="../ink/ink1805.xml"/><Relationship Id="rId330" Type="http://schemas.openxmlformats.org/officeDocument/2006/relationships/image" Target="../media/image1338.png"/><Relationship Id="rId165" Type="http://schemas.openxmlformats.org/officeDocument/2006/relationships/customXml" Target="../ink/ink1826.xml"/><Relationship Id="rId372" Type="http://schemas.openxmlformats.org/officeDocument/2006/relationships/image" Target="../media/image1359.png"/><Relationship Id="rId428" Type="http://schemas.openxmlformats.org/officeDocument/2006/relationships/image" Target="../media/image1387.png"/><Relationship Id="rId232" Type="http://schemas.openxmlformats.org/officeDocument/2006/relationships/image" Target="../media/image1289.png"/><Relationship Id="rId274" Type="http://schemas.openxmlformats.org/officeDocument/2006/relationships/image" Target="../media/image1310.png"/><Relationship Id="rId481" Type="http://schemas.openxmlformats.org/officeDocument/2006/relationships/customXml" Target="../ink/ink1984.xml"/><Relationship Id="rId27" Type="http://schemas.openxmlformats.org/officeDocument/2006/relationships/image" Target="../media/image1187.png"/><Relationship Id="rId69" Type="http://schemas.openxmlformats.org/officeDocument/2006/relationships/image" Target="../media/image1208.png"/><Relationship Id="rId134" Type="http://schemas.openxmlformats.org/officeDocument/2006/relationships/image" Target="../media/image1240.png"/><Relationship Id="rId537" Type="http://schemas.openxmlformats.org/officeDocument/2006/relationships/customXml" Target="../ink/ink2012.xml"/><Relationship Id="rId80" Type="http://schemas.openxmlformats.org/officeDocument/2006/relationships/image" Target="../media/image1213.png"/><Relationship Id="rId176" Type="http://schemas.openxmlformats.org/officeDocument/2006/relationships/image" Target="../media/image1261.png"/><Relationship Id="rId341" Type="http://schemas.openxmlformats.org/officeDocument/2006/relationships/customXml" Target="../ink/ink1914.xml"/><Relationship Id="rId383" Type="http://schemas.openxmlformats.org/officeDocument/2006/relationships/customXml" Target="../ink/ink1935.xml"/><Relationship Id="rId439" Type="http://schemas.openxmlformats.org/officeDocument/2006/relationships/customXml" Target="../ink/ink1963.xml"/><Relationship Id="rId201" Type="http://schemas.openxmlformats.org/officeDocument/2006/relationships/customXml" Target="../ink/ink1844.xml"/><Relationship Id="rId243" Type="http://schemas.openxmlformats.org/officeDocument/2006/relationships/customXml" Target="../ink/ink1865.xml"/><Relationship Id="rId285" Type="http://schemas.openxmlformats.org/officeDocument/2006/relationships/customXml" Target="../ink/ink1886.xml"/><Relationship Id="rId450" Type="http://schemas.openxmlformats.org/officeDocument/2006/relationships/image" Target="../media/image1398.png"/><Relationship Id="rId506" Type="http://schemas.openxmlformats.org/officeDocument/2006/relationships/image" Target="../media/image1426.png"/><Relationship Id="rId38" Type="http://schemas.openxmlformats.org/officeDocument/2006/relationships/customXml" Target="../ink/ink1762.xml"/><Relationship Id="rId103" Type="http://schemas.openxmlformats.org/officeDocument/2006/relationships/customXml" Target="../ink/ink1795.xml"/><Relationship Id="rId310" Type="http://schemas.openxmlformats.org/officeDocument/2006/relationships/image" Target="../media/image1328.png"/><Relationship Id="rId492" Type="http://schemas.openxmlformats.org/officeDocument/2006/relationships/image" Target="../media/image1419.png"/><Relationship Id="rId548" Type="http://schemas.openxmlformats.org/officeDocument/2006/relationships/image" Target="../media/image1447.png"/><Relationship Id="rId91" Type="http://schemas.openxmlformats.org/officeDocument/2006/relationships/customXml" Target="../ink/ink1789.xml"/><Relationship Id="rId145" Type="http://schemas.openxmlformats.org/officeDocument/2006/relationships/customXml" Target="../ink/ink1816.xml"/><Relationship Id="rId187" Type="http://schemas.openxmlformats.org/officeDocument/2006/relationships/customXml" Target="../ink/ink1837.xml"/><Relationship Id="rId352" Type="http://schemas.openxmlformats.org/officeDocument/2006/relationships/image" Target="../media/image1349.png"/><Relationship Id="rId394" Type="http://schemas.openxmlformats.org/officeDocument/2006/relationships/image" Target="../media/image1370.png"/><Relationship Id="rId408" Type="http://schemas.openxmlformats.org/officeDocument/2006/relationships/image" Target="../media/image1377.png"/><Relationship Id="rId212" Type="http://schemas.openxmlformats.org/officeDocument/2006/relationships/image" Target="../media/image1279.png"/><Relationship Id="rId254" Type="http://schemas.openxmlformats.org/officeDocument/2006/relationships/image" Target="../media/image1300.png"/><Relationship Id="rId49" Type="http://schemas.openxmlformats.org/officeDocument/2006/relationships/image" Target="../media/image1198.png"/><Relationship Id="rId114" Type="http://schemas.openxmlformats.org/officeDocument/2006/relationships/image" Target="../media/image1230.png"/><Relationship Id="rId296" Type="http://schemas.openxmlformats.org/officeDocument/2006/relationships/image" Target="../media/image1321.png"/><Relationship Id="rId461" Type="http://schemas.openxmlformats.org/officeDocument/2006/relationships/customXml" Target="../ink/ink1974.xml"/><Relationship Id="rId517" Type="http://schemas.openxmlformats.org/officeDocument/2006/relationships/customXml" Target="../ink/ink2002.xml"/><Relationship Id="rId60" Type="http://schemas.openxmlformats.org/officeDocument/2006/relationships/customXml" Target="../ink/ink1773.xml"/><Relationship Id="rId156" Type="http://schemas.openxmlformats.org/officeDocument/2006/relationships/image" Target="../media/image1251.png"/><Relationship Id="rId198" Type="http://schemas.openxmlformats.org/officeDocument/2006/relationships/image" Target="../media/image1272.png"/><Relationship Id="rId321" Type="http://schemas.openxmlformats.org/officeDocument/2006/relationships/customXml" Target="../ink/ink1904.xml"/><Relationship Id="rId363" Type="http://schemas.openxmlformats.org/officeDocument/2006/relationships/customXml" Target="../ink/ink1925.xml"/><Relationship Id="rId419" Type="http://schemas.openxmlformats.org/officeDocument/2006/relationships/customXml" Target="../ink/ink1953.xml"/><Relationship Id="rId223" Type="http://schemas.openxmlformats.org/officeDocument/2006/relationships/customXml" Target="../ink/ink1855.xml"/><Relationship Id="rId430" Type="http://schemas.openxmlformats.org/officeDocument/2006/relationships/image" Target="../media/image1388.png"/><Relationship Id="rId18" Type="http://schemas.openxmlformats.org/officeDocument/2006/relationships/customXml" Target="../ink/ink1752.xml"/><Relationship Id="rId265" Type="http://schemas.openxmlformats.org/officeDocument/2006/relationships/customXml" Target="../ink/ink1876.xml"/><Relationship Id="rId472" Type="http://schemas.openxmlformats.org/officeDocument/2006/relationships/image" Target="../media/image1409.png"/><Relationship Id="rId528" Type="http://schemas.openxmlformats.org/officeDocument/2006/relationships/image" Target="../media/image1437.png"/><Relationship Id="rId125" Type="http://schemas.openxmlformats.org/officeDocument/2006/relationships/customXml" Target="../ink/ink1806.xml"/><Relationship Id="rId167" Type="http://schemas.openxmlformats.org/officeDocument/2006/relationships/customXml" Target="../ink/ink1827.xml"/><Relationship Id="rId332" Type="http://schemas.openxmlformats.org/officeDocument/2006/relationships/image" Target="../media/image1339.png"/><Relationship Id="rId374" Type="http://schemas.openxmlformats.org/officeDocument/2006/relationships/image" Target="../media/image1360.png"/><Relationship Id="rId71" Type="http://schemas.openxmlformats.org/officeDocument/2006/relationships/image" Target="../media/image1209.png"/><Relationship Id="rId234" Type="http://schemas.openxmlformats.org/officeDocument/2006/relationships/image" Target="../media/image1290.png"/><Relationship Id="rId2" Type="http://schemas.openxmlformats.org/officeDocument/2006/relationships/customXml" Target="../ink/ink1744.xml"/><Relationship Id="rId29" Type="http://schemas.openxmlformats.org/officeDocument/2006/relationships/image" Target="../media/image1188.png"/><Relationship Id="rId276" Type="http://schemas.openxmlformats.org/officeDocument/2006/relationships/image" Target="../media/image1311.png"/><Relationship Id="rId441" Type="http://schemas.openxmlformats.org/officeDocument/2006/relationships/customXml" Target="../ink/ink1964.xml"/><Relationship Id="rId483" Type="http://schemas.openxmlformats.org/officeDocument/2006/relationships/customXml" Target="../ink/ink1985.xml"/><Relationship Id="rId539" Type="http://schemas.openxmlformats.org/officeDocument/2006/relationships/customXml" Target="../ink/ink2013.xml"/><Relationship Id="rId40" Type="http://schemas.openxmlformats.org/officeDocument/2006/relationships/customXml" Target="../ink/ink1763.xml"/><Relationship Id="rId136" Type="http://schemas.openxmlformats.org/officeDocument/2006/relationships/image" Target="../media/image1241.png"/><Relationship Id="rId178" Type="http://schemas.openxmlformats.org/officeDocument/2006/relationships/image" Target="../media/image1262.png"/><Relationship Id="rId301" Type="http://schemas.openxmlformats.org/officeDocument/2006/relationships/customXml" Target="../ink/ink1894.xml"/><Relationship Id="rId343" Type="http://schemas.openxmlformats.org/officeDocument/2006/relationships/customXml" Target="../ink/ink1915.xml"/><Relationship Id="rId550" Type="http://schemas.openxmlformats.org/officeDocument/2006/relationships/image" Target="../media/image1448.png"/><Relationship Id="rId82" Type="http://schemas.openxmlformats.org/officeDocument/2006/relationships/image" Target="../media/image1214.png"/><Relationship Id="rId203" Type="http://schemas.openxmlformats.org/officeDocument/2006/relationships/customXml" Target="../ink/ink1845.xml"/><Relationship Id="rId385" Type="http://schemas.openxmlformats.org/officeDocument/2006/relationships/customXml" Target="../ink/ink1936.xml"/><Relationship Id="rId245" Type="http://schemas.openxmlformats.org/officeDocument/2006/relationships/customXml" Target="../ink/ink1866.xml"/><Relationship Id="rId287" Type="http://schemas.openxmlformats.org/officeDocument/2006/relationships/customXml" Target="../ink/ink1887.xml"/><Relationship Id="rId410" Type="http://schemas.openxmlformats.org/officeDocument/2006/relationships/image" Target="../media/image1378.png"/><Relationship Id="rId452" Type="http://schemas.openxmlformats.org/officeDocument/2006/relationships/image" Target="../media/image1399.png"/><Relationship Id="rId494" Type="http://schemas.openxmlformats.org/officeDocument/2006/relationships/image" Target="../media/image1420.png"/><Relationship Id="rId508" Type="http://schemas.openxmlformats.org/officeDocument/2006/relationships/image" Target="../media/image1427.png"/><Relationship Id="rId105" Type="http://schemas.openxmlformats.org/officeDocument/2006/relationships/customXml" Target="../ink/ink1796.xml"/><Relationship Id="rId147" Type="http://schemas.openxmlformats.org/officeDocument/2006/relationships/customXml" Target="../ink/ink1817.xml"/><Relationship Id="rId312" Type="http://schemas.openxmlformats.org/officeDocument/2006/relationships/image" Target="../media/image1329.png"/><Relationship Id="rId354" Type="http://schemas.openxmlformats.org/officeDocument/2006/relationships/image" Target="../media/image1350.png"/><Relationship Id="rId51" Type="http://schemas.openxmlformats.org/officeDocument/2006/relationships/image" Target="../media/image1199.png"/><Relationship Id="rId93" Type="http://schemas.openxmlformats.org/officeDocument/2006/relationships/customXml" Target="../ink/ink1790.xml"/><Relationship Id="rId189" Type="http://schemas.openxmlformats.org/officeDocument/2006/relationships/customXml" Target="../ink/ink1838.xml"/><Relationship Id="rId396" Type="http://schemas.openxmlformats.org/officeDocument/2006/relationships/image" Target="../media/image1371.png"/><Relationship Id="rId214" Type="http://schemas.openxmlformats.org/officeDocument/2006/relationships/image" Target="../media/image1280.png"/><Relationship Id="rId256" Type="http://schemas.openxmlformats.org/officeDocument/2006/relationships/image" Target="../media/image1301.png"/><Relationship Id="rId298" Type="http://schemas.openxmlformats.org/officeDocument/2006/relationships/image" Target="../media/image1322.png"/><Relationship Id="rId421" Type="http://schemas.openxmlformats.org/officeDocument/2006/relationships/customXml" Target="../ink/ink1954.xml"/><Relationship Id="rId463" Type="http://schemas.openxmlformats.org/officeDocument/2006/relationships/customXml" Target="../ink/ink1975.xml"/><Relationship Id="rId519" Type="http://schemas.openxmlformats.org/officeDocument/2006/relationships/customXml" Target="../ink/ink2003.xml"/><Relationship Id="rId116" Type="http://schemas.openxmlformats.org/officeDocument/2006/relationships/image" Target="../media/image1231.png"/><Relationship Id="rId158" Type="http://schemas.openxmlformats.org/officeDocument/2006/relationships/image" Target="../media/image1252.png"/><Relationship Id="rId323" Type="http://schemas.openxmlformats.org/officeDocument/2006/relationships/customXml" Target="../ink/ink1905.xml"/><Relationship Id="rId530" Type="http://schemas.openxmlformats.org/officeDocument/2006/relationships/image" Target="../media/image1438.png"/><Relationship Id="rId20" Type="http://schemas.openxmlformats.org/officeDocument/2006/relationships/customXml" Target="../ink/ink1753.xml"/><Relationship Id="rId62" Type="http://schemas.openxmlformats.org/officeDocument/2006/relationships/customXml" Target="../ink/ink1774.xml"/><Relationship Id="rId365" Type="http://schemas.openxmlformats.org/officeDocument/2006/relationships/customXml" Target="../ink/ink1926.xml"/><Relationship Id="rId225" Type="http://schemas.openxmlformats.org/officeDocument/2006/relationships/customXml" Target="../ink/ink1856.xml"/><Relationship Id="rId267" Type="http://schemas.openxmlformats.org/officeDocument/2006/relationships/customXml" Target="../ink/ink1877.xml"/><Relationship Id="rId432" Type="http://schemas.openxmlformats.org/officeDocument/2006/relationships/image" Target="../media/image1389.png"/><Relationship Id="rId474" Type="http://schemas.openxmlformats.org/officeDocument/2006/relationships/image" Target="../media/image1410.png"/><Relationship Id="rId127" Type="http://schemas.openxmlformats.org/officeDocument/2006/relationships/customXml" Target="../ink/ink1807.xml"/><Relationship Id="rId31" Type="http://schemas.openxmlformats.org/officeDocument/2006/relationships/image" Target="../media/image1189.png"/><Relationship Id="rId73" Type="http://schemas.openxmlformats.org/officeDocument/2006/relationships/image" Target="../media/image1210.png"/><Relationship Id="rId169" Type="http://schemas.openxmlformats.org/officeDocument/2006/relationships/customXml" Target="../ink/ink1828.xml"/><Relationship Id="rId334" Type="http://schemas.openxmlformats.org/officeDocument/2006/relationships/image" Target="../media/image1340.png"/><Relationship Id="rId376" Type="http://schemas.openxmlformats.org/officeDocument/2006/relationships/image" Target="../media/image1361.png"/><Relationship Id="rId541" Type="http://schemas.openxmlformats.org/officeDocument/2006/relationships/customXml" Target="../ink/ink2014.xml"/><Relationship Id="rId4" Type="http://schemas.openxmlformats.org/officeDocument/2006/relationships/customXml" Target="../ink/ink1745.xml"/><Relationship Id="rId180" Type="http://schemas.openxmlformats.org/officeDocument/2006/relationships/image" Target="../media/image1263.png"/><Relationship Id="rId236" Type="http://schemas.openxmlformats.org/officeDocument/2006/relationships/image" Target="../media/image1291.png"/><Relationship Id="rId278" Type="http://schemas.openxmlformats.org/officeDocument/2006/relationships/image" Target="../media/image1312.png"/><Relationship Id="rId401" Type="http://schemas.openxmlformats.org/officeDocument/2006/relationships/customXml" Target="../ink/ink1944.xml"/><Relationship Id="rId443" Type="http://schemas.openxmlformats.org/officeDocument/2006/relationships/customXml" Target="../ink/ink1965.xml"/><Relationship Id="rId303" Type="http://schemas.openxmlformats.org/officeDocument/2006/relationships/customXml" Target="../ink/ink1895.xml"/><Relationship Id="rId485" Type="http://schemas.openxmlformats.org/officeDocument/2006/relationships/customXml" Target="../ink/ink1986.xml"/><Relationship Id="rId42" Type="http://schemas.openxmlformats.org/officeDocument/2006/relationships/customXml" Target="../ink/ink1764.xml"/><Relationship Id="rId84" Type="http://schemas.openxmlformats.org/officeDocument/2006/relationships/image" Target="../media/image1215.png"/><Relationship Id="rId138" Type="http://schemas.openxmlformats.org/officeDocument/2006/relationships/image" Target="../media/image1242.png"/><Relationship Id="rId345" Type="http://schemas.openxmlformats.org/officeDocument/2006/relationships/customXml" Target="../ink/ink1916.xml"/><Relationship Id="rId387" Type="http://schemas.openxmlformats.org/officeDocument/2006/relationships/customXml" Target="../ink/ink1937.xml"/><Relationship Id="rId510" Type="http://schemas.openxmlformats.org/officeDocument/2006/relationships/image" Target="../media/image1428.png"/><Relationship Id="rId191" Type="http://schemas.openxmlformats.org/officeDocument/2006/relationships/customXml" Target="../ink/ink1839.xml"/><Relationship Id="rId205" Type="http://schemas.openxmlformats.org/officeDocument/2006/relationships/customXml" Target="../ink/ink1846.xml"/><Relationship Id="rId247" Type="http://schemas.openxmlformats.org/officeDocument/2006/relationships/customXml" Target="../ink/ink1867.xml"/><Relationship Id="rId412" Type="http://schemas.openxmlformats.org/officeDocument/2006/relationships/image" Target="../media/image1379.png"/><Relationship Id="rId107" Type="http://schemas.openxmlformats.org/officeDocument/2006/relationships/customXml" Target="../ink/ink1797.xml"/><Relationship Id="rId289" Type="http://schemas.openxmlformats.org/officeDocument/2006/relationships/customXml" Target="../ink/ink1888.xml"/><Relationship Id="rId454" Type="http://schemas.openxmlformats.org/officeDocument/2006/relationships/image" Target="../media/image1400.png"/><Relationship Id="rId496" Type="http://schemas.openxmlformats.org/officeDocument/2006/relationships/image" Target="../media/image1421.png"/><Relationship Id="rId11" Type="http://schemas.openxmlformats.org/officeDocument/2006/relationships/image" Target="../media/image1179.png"/><Relationship Id="rId53" Type="http://schemas.openxmlformats.org/officeDocument/2006/relationships/image" Target="../media/image1200.png"/><Relationship Id="rId149" Type="http://schemas.openxmlformats.org/officeDocument/2006/relationships/customXml" Target="../ink/ink1818.xml"/><Relationship Id="rId314" Type="http://schemas.openxmlformats.org/officeDocument/2006/relationships/image" Target="../media/image1330.png"/><Relationship Id="rId356" Type="http://schemas.openxmlformats.org/officeDocument/2006/relationships/image" Target="../media/image1351.png"/><Relationship Id="rId398" Type="http://schemas.openxmlformats.org/officeDocument/2006/relationships/image" Target="../media/image1372.png"/><Relationship Id="rId521" Type="http://schemas.openxmlformats.org/officeDocument/2006/relationships/customXml" Target="../ink/ink2004.xml"/><Relationship Id="rId95" Type="http://schemas.openxmlformats.org/officeDocument/2006/relationships/customXml" Target="../ink/ink1791.xml"/><Relationship Id="rId160" Type="http://schemas.openxmlformats.org/officeDocument/2006/relationships/image" Target="../media/image1253.png"/><Relationship Id="rId216" Type="http://schemas.openxmlformats.org/officeDocument/2006/relationships/image" Target="../media/image1281.png"/><Relationship Id="rId423" Type="http://schemas.openxmlformats.org/officeDocument/2006/relationships/customXml" Target="../ink/ink1955.xml"/><Relationship Id="rId258" Type="http://schemas.openxmlformats.org/officeDocument/2006/relationships/image" Target="../media/image1302.png"/><Relationship Id="rId465" Type="http://schemas.openxmlformats.org/officeDocument/2006/relationships/customXml" Target="../ink/ink1976.xml"/><Relationship Id="rId22" Type="http://schemas.openxmlformats.org/officeDocument/2006/relationships/customXml" Target="../ink/ink1754.xml"/><Relationship Id="rId64" Type="http://schemas.openxmlformats.org/officeDocument/2006/relationships/customXml" Target="../ink/ink1775.xml"/><Relationship Id="rId118" Type="http://schemas.openxmlformats.org/officeDocument/2006/relationships/image" Target="../media/image1232.png"/><Relationship Id="rId325" Type="http://schemas.openxmlformats.org/officeDocument/2006/relationships/customXml" Target="../ink/ink1906.xml"/><Relationship Id="rId367" Type="http://schemas.openxmlformats.org/officeDocument/2006/relationships/customXml" Target="../ink/ink1927.xml"/><Relationship Id="rId532" Type="http://schemas.openxmlformats.org/officeDocument/2006/relationships/image" Target="../media/image1439.png"/><Relationship Id="rId171" Type="http://schemas.openxmlformats.org/officeDocument/2006/relationships/customXml" Target="../ink/ink1829.xml"/><Relationship Id="rId227" Type="http://schemas.openxmlformats.org/officeDocument/2006/relationships/customXml" Target="../ink/ink1857.xml"/><Relationship Id="rId269" Type="http://schemas.openxmlformats.org/officeDocument/2006/relationships/customXml" Target="../ink/ink1878.xml"/><Relationship Id="rId434" Type="http://schemas.openxmlformats.org/officeDocument/2006/relationships/image" Target="../media/image1390.png"/><Relationship Id="rId476" Type="http://schemas.openxmlformats.org/officeDocument/2006/relationships/image" Target="../media/image1411.png"/><Relationship Id="rId33" Type="http://schemas.openxmlformats.org/officeDocument/2006/relationships/image" Target="../media/image1190.png"/><Relationship Id="rId129" Type="http://schemas.openxmlformats.org/officeDocument/2006/relationships/customXml" Target="../ink/ink1808.xml"/><Relationship Id="rId280" Type="http://schemas.openxmlformats.org/officeDocument/2006/relationships/image" Target="../media/image1313.png"/><Relationship Id="rId336" Type="http://schemas.openxmlformats.org/officeDocument/2006/relationships/image" Target="../media/image1341.png"/><Relationship Id="rId501" Type="http://schemas.openxmlformats.org/officeDocument/2006/relationships/customXml" Target="../ink/ink1994.xml"/><Relationship Id="rId543" Type="http://schemas.openxmlformats.org/officeDocument/2006/relationships/customXml" Target="../ink/ink2015.xml"/><Relationship Id="rId75" Type="http://schemas.openxmlformats.org/officeDocument/2006/relationships/image" Target="../media/image1211.png"/><Relationship Id="rId140" Type="http://schemas.openxmlformats.org/officeDocument/2006/relationships/image" Target="../media/image1243.png"/><Relationship Id="rId182" Type="http://schemas.openxmlformats.org/officeDocument/2006/relationships/image" Target="../media/image1264.png"/><Relationship Id="rId378" Type="http://schemas.openxmlformats.org/officeDocument/2006/relationships/image" Target="../media/image1362.png"/><Relationship Id="rId403" Type="http://schemas.openxmlformats.org/officeDocument/2006/relationships/customXml" Target="../ink/ink1945.xml"/><Relationship Id="rId6" Type="http://schemas.openxmlformats.org/officeDocument/2006/relationships/customXml" Target="../ink/ink1746.xml"/><Relationship Id="rId238" Type="http://schemas.openxmlformats.org/officeDocument/2006/relationships/image" Target="../media/image1292.png"/><Relationship Id="rId445" Type="http://schemas.openxmlformats.org/officeDocument/2006/relationships/customXml" Target="../ink/ink1966.xml"/><Relationship Id="rId487" Type="http://schemas.openxmlformats.org/officeDocument/2006/relationships/customXml" Target="../ink/ink1987.xml"/><Relationship Id="rId291" Type="http://schemas.openxmlformats.org/officeDocument/2006/relationships/customXml" Target="../ink/ink1889.xml"/><Relationship Id="rId305" Type="http://schemas.openxmlformats.org/officeDocument/2006/relationships/customXml" Target="../ink/ink1896.xml"/><Relationship Id="rId347" Type="http://schemas.openxmlformats.org/officeDocument/2006/relationships/customXml" Target="../ink/ink1917.xml"/><Relationship Id="rId512" Type="http://schemas.openxmlformats.org/officeDocument/2006/relationships/image" Target="../media/image1429.png"/><Relationship Id="rId44" Type="http://schemas.openxmlformats.org/officeDocument/2006/relationships/customXml" Target="../ink/ink1765.xml"/><Relationship Id="rId86" Type="http://schemas.openxmlformats.org/officeDocument/2006/relationships/image" Target="../media/image1216.png"/><Relationship Id="rId151" Type="http://schemas.openxmlformats.org/officeDocument/2006/relationships/customXml" Target="../ink/ink1819.xml"/><Relationship Id="rId389" Type="http://schemas.openxmlformats.org/officeDocument/2006/relationships/customXml" Target="../ink/ink1938.xml"/><Relationship Id="rId193" Type="http://schemas.openxmlformats.org/officeDocument/2006/relationships/customXml" Target="../ink/ink1840.xml"/><Relationship Id="rId207" Type="http://schemas.openxmlformats.org/officeDocument/2006/relationships/customXml" Target="../ink/ink1847.xml"/><Relationship Id="rId249" Type="http://schemas.openxmlformats.org/officeDocument/2006/relationships/customXml" Target="../ink/ink1868.xml"/><Relationship Id="rId414" Type="http://schemas.openxmlformats.org/officeDocument/2006/relationships/image" Target="../media/image1380.png"/><Relationship Id="rId456" Type="http://schemas.openxmlformats.org/officeDocument/2006/relationships/image" Target="../media/image1401.png"/><Relationship Id="rId498" Type="http://schemas.openxmlformats.org/officeDocument/2006/relationships/image" Target="../media/image1422.png"/><Relationship Id="rId13" Type="http://schemas.openxmlformats.org/officeDocument/2006/relationships/image" Target="../media/image1180.png"/><Relationship Id="rId109" Type="http://schemas.openxmlformats.org/officeDocument/2006/relationships/customXml" Target="../ink/ink1798.xml"/><Relationship Id="rId260" Type="http://schemas.openxmlformats.org/officeDocument/2006/relationships/image" Target="../media/image1303.png"/><Relationship Id="rId316" Type="http://schemas.openxmlformats.org/officeDocument/2006/relationships/image" Target="../media/image1331.png"/><Relationship Id="rId523" Type="http://schemas.openxmlformats.org/officeDocument/2006/relationships/customXml" Target="../ink/ink2005.xml"/><Relationship Id="rId55" Type="http://schemas.openxmlformats.org/officeDocument/2006/relationships/image" Target="../media/image1201.png"/><Relationship Id="rId97" Type="http://schemas.openxmlformats.org/officeDocument/2006/relationships/customXml" Target="../ink/ink1792.xml"/><Relationship Id="rId120" Type="http://schemas.openxmlformats.org/officeDocument/2006/relationships/image" Target="../media/image1233.png"/><Relationship Id="rId358" Type="http://schemas.openxmlformats.org/officeDocument/2006/relationships/image" Target="../media/image1352.png"/><Relationship Id="rId162" Type="http://schemas.openxmlformats.org/officeDocument/2006/relationships/image" Target="../media/image1254.png"/><Relationship Id="rId218" Type="http://schemas.openxmlformats.org/officeDocument/2006/relationships/image" Target="../media/image1282.png"/><Relationship Id="rId425" Type="http://schemas.openxmlformats.org/officeDocument/2006/relationships/customXml" Target="../ink/ink1956.xml"/><Relationship Id="rId467" Type="http://schemas.openxmlformats.org/officeDocument/2006/relationships/customXml" Target="../ink/ink1977.xml"/><Relationship Id="rId271" Type="http://schemas.openxmlformats.org/officeDocument/2006/relationships/customXml" Target="../ink/ink1879.xml"/><Relationship Id="rId24" Type="http://schemas.openxmlformats.org/officeDocument/2006/relationships/customXml" Target="../ink/ink1755.xml"/><Relationship Id="rId66" Type="http://schemas.openxmlformats.org/officeDocument/2006/relationships/customXml" Target="../ink/ink1776.xml"/><Relationship Id="rId131" Type="http://schemas.openxmlformats.org/officeDocument/2006/relationships/customXml" Target="../ink/ink1809.xml"/><Relationship Id="rId327" Type="http://schemas.openxmlformats.org/officeDocument/2006/relationships/customXml" Target="../ink/ink1907.xml"/><Relationship Id="rId369" Type="http://schemas.openxmlformats.org/officeDocument/2006/relationships/customXml" Target="../ink/ink1928.xml"/><Relationship Id="rId534" Type="http://schemas.openxmlformats.org/officeDocument/2006/relationships/image" Target="../media/image1440.png"/><Relationship Id="rId173" Type="http://schemas.openxmlformats.org/officeDocument/2006/relationships/customXml" Target="../ink/ink1830.xml"/><Relationship Id="rId229" Type="http://schemas.openxmlformats.org/officeDocument/2006/relationships/customXml" Target="../ink/ink1858.xml"/><Relationship Id="rId380" Type="http://schemas.openxmlformats.org/officeDocument/2006/relationships/image" Target="../media/image1363.png"/><Relationship Id="rId436" Type="http://schemas.openxmlformats.org/officeDocument/2006/relationships/image" Target="../media/image1391.png"/><Relationship Id="rId240" Type="http://schemas.openxmlformats.org/officeDocument/2006/relationships/image" Target="../media/image1293.png"/><Relationship Id="rId478" Type="http://schemas.openxmlformats.org/officeDocument/2006/relationships/image" Target="../media/image1412.png"/><Relationship Id="rId35" Type="http://schemas.openxmlformats.org/officeDocument/2006/relationships/image" Target="../media/image1191.png"/><Relationship Id="rId77" Type="http://schemas.openxmlformats.org/officeDocument/2006/relationships/customXml" Target="../ink/ink1782.xml"/><Relationship Id="rId100" Type="http://schemas.openxmlformats.org/officeDocument/2006/relationships/image" Target="../media/image1223.png"/><Relationship Id="rId282" Type="http://schemas.openxmlformats.org/officeDocument/2006/relationships/image" Target="../media/image1314.png"/><Relationship Id="rId338" Type="http://schemas.openxmlformats.org/officeDocument/2006/relationships/image" Target="../media/image1342.png"/><Relationship Id="rId503" Type="http://schemas.openxmlformats.org/officeDocument/2006/relationships/customXml" Target="../ink/ink1995.xml"/><Relationship Id="rId545" Type="http://schemas.openxmlformats.org/officeDocument/2006/relationships/customXml" Target="../ink/ink2016.xml"/><Relationship Id="rId8" Type="http://schemas.openxmlformats.org/officeDocument/2006/relationships/customXml" Target="../ink/ink1747.xml"/><Relationship Id="rId142" Type="http://schemas.openxmlformats.org/officeDocument/2006/relationships/image" Target="../media/image1244.png"/><Relationship Id="rId184" Type="http://schemas.openxmlformats.org/officeDocument/2006/relationships/image" Target="../media/image1265.png"/><Relationship Id="rId391" Type="http://schemas.openxmlformats.org/officeDocument/2006/relationships/customXml" Target="../ink/ink1939.xml"/><Relationship Id="rId405" Type="http://schemas.openxmlformats.org/officeDocument/2006/relationships/customXml" Target="../ink/ink1946.xml"/><Relationship Id="rId447" Type="http://schemas.openxmlformats.org/officeDocument/2006/relationships/customXml" Target="../ink/ink1967.xml"/><Relationship Id="rId251" Type="http://schemas.openxmlformats.org/officeDocument/2006/relationships/customXml" Target="../ink/ink1869.xml"/><Relationship Id="rId489" Type="http://schemas.openxmlformats.org/officeDocument/2006/relationships/customXml" Target="../ink/ink1988.xml"/><Relationship Id="rId46" Type="http://schemas.openxmlformats.org/officeDocument/2006/relationships/customXml" Target="../ink/ink1766.xml"/><Relationship Id="rId293" Type="http://schemas.openxmlformats.org/officeDocument/2006/relationships/customXml" Target="../ink/ink1890.xml"/><Relationship Id="rId307" Type="http://schemas.openxmlformats.org/officeDocument/2006/relationships/customXml" Target="../ink/ink1897.xml"/><Relationship Id="rId349" Type="http://schemas.openxmlformats.org/officeDocument/2006/relationships/customXml" Target="../ink/ink1918.xml"/><Relationship Id="rId514" Type="http://schemas.openxmlformats.org/officeDocument/2006/relationships/image" Target="../media/image1430.png"/><Relationship Id="rId88" Type="http://schemas.openxmlformats.org/officeDocument/2006/relationships/image" Target="../media/image1217.png"/><Relationship Id="rId111" Type="http://schemas.openxmlformats.org/officeDocument/2006/relationships/customXml" Target="../ink/ink1799.xml"/><Relationship Id="rId153" Type="http://schemas.openxmlformats.org/officeDocument/2006/relationships/customXml" Target="../ink/ink1820.xml"/><Relationship Id="rId195" Type="http://schemas.openxmlformats.org/officeDocument/2006/relationships/customXml" Target="../ink/ink1841.xml"/><Relationship Id="rId209" Type="http://schemas.openxmlformats.org/officeDocument/2006/relationships/customXml" Target="../ink/ink1848.xml"/><Relationship Id="rId360" Type="http://schemas.openxmlformats.org/officeDocument/2006/relationships/image" Target="../media/image1353.png"/><Relationship Id="rId416" Type="http://schemas.openxmlformats.org/officeDocument/2006/relationships/image" Target="../media/image1381.png"/><Relationship Id="rId220" Type="http://schemas.openxmlformats.org/officeDocument/2006/relationships/image" Target="../media/image1283.png"/><Relationship Id="rId458" Type="http://schemas.openxmlformats.org/officeDocument/2006/relationships/image" Target="../media/image1402.png"/><Relationship Id="rId15" Type="http://schemas.openxmlformats.org/officeDocument/2006/relationships/image" Target="../media/image1181.png"/><Relationship Id="rId57" Type="http://schemas.openxmlformats.org/officeDocument/2006/relationships/image" Target="../media/image1202.png"/><Relationship Id="rId262" Type="http://schemas.openxmlformats.org/officeDocument/2006/relationships/image" Target="../media/image1304.png"/><Relationship Id="rId318" Type="http://schemas.openxmlformats.org/officeDocument/2006/relationships/image" Target="../media/image1332.png"/><Relationship Id="rId525" Type="http://schemas.openxmlformats.org/officeDocument/2006/relationships/customXml" Target="../ink/ink2006.xml"/><Relationship Id="rId99" Type="http://schemas.openxmlformats.org/officeDocument/2006/relationships/customXml" Target="../ink/ink1793.xml"/><Relationship Id="rId122" Type="http://schemas.openxmlformats.org/officeDocument/2006/relationships/image" Target="../media/image1234.png"/><Relationship Id="rId164" Type="http://schemas.openxmlformats.org/officeDocument/2006/relationships/image" Target="../media/image1255.png"/><Relationship Id="rId371" Type="http://schemas.openxmlformats.org/officeDocument/2006/relationships/customXml" Target="../ink/ink1929.xml"/><Relationship Id="rId427" Type="http://schemas.openxmlformats.org/officeDocument/2006/relationships/customXml" Target="../ink/ink1957.xml"/><Relationship Id="rId469" Type="http://schemas.openxmlformats.org/officeDocument/2006/relationships/customXml" Target="../ink/ink1978.xml"/><Relationship Id="rId26" Type="http://schemas.openxmlformats.org/officeDocument/2006/relationships/customXml" Target="../ink/ink1756.xml"/><Relationship Id="rId231" Type="http://schemas.openxmlformats.org/officeDocument/2006/relationships/customXml" Target="../ink/ink1859.xml"/><Relationship Id="rId273" Type="http://schemas.openxmlformats.org/officeDocument/2006/relationships/customXml" Target="../ink/ink1880.xml"/><Relationship Id="rId329" Type="http://schemas.openxmlformats.org/officeDocument/2006/relationships/customXml" Target="../ink/ink1908.xml"/><Relationship Id="rId480" Type="http://schemas.openxmlformats.org/officeDocument/2006/relationships/image" Target="../media/image1413.png"/><Relationship Id="rId536" Type="http://schemas.openxmlformats.org/officeDocument/2006/relationships/image" Target="../media/image1441.png"/><Relationship Id="rId68" Type="http://schemas.openxmlformats.org/officeDocument/2006/relationships/customXml" Target="../ink/ink1777.xml"/><Relationship Id="rId133" Type="http://schemas.openxmlformats.org/officeDocument/2006/relationships/customXml" Target="../ink/ink1810.xml"/><Relationship Id="rId175" Type="http://schemas.openxmlformats.org/officeDocument/2006/relationships/customXml" Target="../ink/ink1831.xml"/><Relationship Id="rId340" Type="http://schemas.openxmlformats.org/officeDocument/2006/relationships/image" Target="../media/image1343.png"/><Relationship Id="rId200" Type="http://schemas.openxmlformats.org/officeDocument/2006/relationships/image" Target="../media/image1273.png"/><Relationship Id="rId382" Type="http://schemas.openxmlformats.org/officeDocument/2006/relationships/image" Target="../media/image1364.png"/><Relationship Id="rId438" Type="http://schemas.openxmlformats.org/officeDocument/2006/relationships/image" Target="../media/image1392.png"/><Relationship Id="rId242" Type="http://schemas.openxmlformats.org/officeDocument/2006/relationships/image" Target="../media/image1294.png"/><Relationship Id="rId284" Type="http://schemas.openxmlformats.org/officeDocument/2006/relationships/image" Target="../media/image1315.png"/><Relationship Id="rId491" Type="http://schemas.openxmlformats.org/officeDocument/2006/relationships/customXml" Target="../ink/ink1989.xml"/><Relationship Id="rId505" Type="http://schemas.openxmlformats.org/officeDocument/2006/relationships/customXml" Target="../ink/ink1996.xml"/><Relationship Id="rId37" Type="http://schemas.openxmlformats.org/officeDocument/2006/relationships/image" Target="../media/image1192.png"/><Relationship Id="rId79" Type="http://schemas.openxmlformats.org/officeDocument/2006/relationships/customXml" Target="../ink/ink1783.xml"/><Relationship Id="rId102" Type="http://schemas.openxmlformats.org/officeDocument/2006/relationships/image" Target="../media/image1224.png"/><Relationship Id="rId144" Type="http://schemas.openxmlformats.org/officeDocument/2006/relationships/image" Target="../media/image1245.png"/><Relationship Id="rId547" Type="http://schemas.openxmlformats.org/officeDocument/2006/relationships/customXml" Target="../ink/ink2017.xml"/><Relationship Id="rId90" Type="http://schemas.openxmlformats.org/officeDocument/2006/relationships/image" Target="../media/image1218.png"/><Relationship Id="rId186" Type="http://schemas.openxmlformats.org/officeDocument/2006/relationships/image" Target="../media/image1266.png"/><Relationship Id="rId351" Type="http://schemas.openxmlformats.org/officeDocument/2006/relationships/customXml" Target="../ink/ink1919.xml"/><Relationship Id="rId393" Type="http://schemas.openxmlformats.org/officeDocument/2006/relationships/customXml" Target="../ink/ink1940.xml"/><Relationship Id="rId407" Type="http://schemas.openxmlformats.org/officeDocument/2006/relationships/customXml" Target="../ink/ink1947.xml"/><Relationship Id="rId449" Type="http://schemas.openxmlformats.org/officeDocument/2006/relationships/customXml" Target="../ink/ink1968.xml"/><Relationship Id="rId211" Type="http://schemas.openxmlformats.org/officeDocument/2006/relationships/customXml" Target="../ink/ink1849.xml"/><Relationship Id="rId253" Type="http://schemas.openxmlformats.org/officeDocument/2006/relationships/customXml" Target="../ink/ink1870.xml"/><Relationship Id="rId295" Type="http://schemas.openxmlformats.org/officeDocument/2006/relationships/customXml" Target="../ink/ink1891.xml"/><Relationship Id="rId309" Type="http://schemas.openxmlformats.org/officeDocument/2006/relationships/customXml" Target="../ink/ink1898.xml"/><Relationship Id="rId460" Type="http://schemas.openxmlformats.org/officeDocument/2006/relationships/image" Target="../media/image1403.png"/><Relationship Id="rId516" Type="http://schemas.openxmlformats.org/officeDocument/2006/relationships/image" Target="../media/image1431.png"/><Relationship Id="rId48" Type="http://schemas.openxmlformats.org/officeDocument/2006/relationships/customXml" Target="../ink/ink1767.xml"/><Relationship Id="rId113" Type="http://schemas.openxmlformats.org/officeDocument/2006/relationships/customXml" Target="../ink/ink1800.xml"/><Relationship Id="rId320" Type="http://schemas.openxmlformats.org/officeDocument/2006/relationships/image" Target="../media/image1333.png"/><Relationship Id="rId155" Type="http://schemas.openxmlformats.org/officeDocument/2006/relationships/customXml" Target="../ink/ink1821.xml"/><Relationship Id="rId197" Type="http://schemas.openxmlformats.org/officeDocument/2006/relationships/customXml" Target="../ink/ink1842.xml"/><Relationship Id="rId362" Type="http://schemas.openxmlformats.org/officeDocument/2006/relationships/image" Target="../media/image1354.png"/><Relationship Id="rId418" Type="http://schemas.openxmlformats.org/officeDocument/2006/relationships/image" Target="../media/image1382.png"/><Relationship Id="rId222" Type="http://schemas.openxmlformats.org/officeDocument/2006/relationships/image" Target="../media/image1284.png"/><Relationship Id="rId264" Type="http://schemas.openxmlformats.org/officeDocument/2006/relationships/image" Target="../media/image1305.png"/><Relationship Id="rId471" Type="http://schemas.openxmlformats.org/officeDocument/2006/relationships/customXml" Target="../ink/ink1979.xml"/><Relationship Id="rId17" Type="http://schemas.openxmlformats.org/officeDocument/2006/relationships/image" Target="../media/image1182.png"/><Relationship Id="rId59" Type="http://schemas.openxmlformats.org/officeDocument/2006/relationships/image" Target="../media/image1203.png"/><Relationship Id="rId124" Type="http://schemas.openxmlformats.org/officeDocument/2006/relationships/image" Target="../media/image1235.png"/><Relationship Id="rId527" Type="http://schemas.openxmlformats.org/officeDocument/2006/relationships/customXml" Target="../ink/ink2007.xml"/><Relationship Id="rId70" Type="http://schemas.openxmlformats.org/officeDocument/2006/relationships/customXml" Target="../ink/ink1778.xml"/><Relationship Id="rId166" Type="http://schemas.openxmlformats.org/officeDocument/2006/relationships/image" Target="../media/image1256.png"/><Relationship Id="rId331" Type="http://schemas.openxmlformats.org/officeDocument/2006/relationships/customXml" Target="../ink/ink1909.xml"/><Relationship Id="rId373" Type="http://schemas.openxmlformats.org/officeDocument/2006/relationships/customXml" Target="../ink/ink1930.xml"/><Relationship Id="rId429" Type="http://schemas.openxmlformats.org/officeDocument/2006/relationships/customXml" Target="../ink/ink195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860.xml"/><Relationship Id="rId440" Type="http://schemas.openxmlformats.org/officeDocument/2006/relationships/image" Target="../media/image1393.png"/><Relationship Id="rId28" Type="http://schemas.openxmlformats.org/officeDocument/2006/relationships/customXml" Target="../ink/ink1757.xml"/><Relationship Id="rId275" Type="http://schemas.openxmlformats.org/officeDocument/2006/relationships/customXml" Target="../ink/ink1881.xml"/><Relationship Id="rId300" Type="http://schemas.openxmlformats.org/officeDocument/2006/relationships/image" Target="../media/image1323.png"/><Relationship Id="rId482" Type="http://schemas.openxmlformats.org/officeDocument/2006/relationships/image" Target="../media/image1414.png"/><Relationship Id="rId538" Type="http://schemas.openxmlformats.org/officeDocument/2006/relationships/image" Target="../media/image1442.png"/><Relationship Id="rId81" Type="http://schemas.openxmlformats.org/officeDocument/2006/relationships/customXml" Target="../ink/ink1784.xml"/><Relationship Id="rId135" Type="http://schemas.openxmlformats.org/officeDocument/2006/relationships/customXml" Target="../ink/ink1811.xml"/><Relationship Id="rId177" Type="http://schemas.openxmlformats.org/officeDocument/2006/relationships/customXml" Target="../ink/ink1832.xml"/><Relationship Id="rId342" Type="http://schemas.openxmlformats.org/officeDocument/2006/relationships/image" Target="../media/image1344.png"/><Relationship Id="rId384" Type="http://schemas.openxmlformats.org/officeDocument/2006/relationships/image" Target="../media/image1365.png"/><Relationship Id="rId202" Type="http://schemas.openxmlformats.org/officeDocument/2006/relationships/image" Target="../media/image1274.png"/><Relationship Id="rId244" Type="http://schemas.openxmlformats.org/officeDocument/2006/relationships/image" Target="../media/image1295.png"/><Relationship Id="rId39" Type="http://schemas.openxmlformats.org/officeDocument/2006/relationships/image" Target="../media/image1193.png"/><Relationship Id="rId286" Type="http://schemas.openxmlformats.org/officeDocument/2006/relationships/image" Target="../media/image1316.png"/><Relationship Id="rId451" Type="http://schemas.openxmlformats.org/officeDocument/2006/relationships/customXml" Target="../ink/ink1969.xml"/><Relationship Id="rId493" Type="http://schemas.openxmlformats.org/officeDocument/2006/relationships/customXml" Target="../ink/ink1990.xml"/><Relationship Id="rId507" Type="http://schemas.openxmlformats.org/officeDocument/2006/relationships/customXml" Target="../ink/ink1997.xml"/><Relationship Id="rId549" Type="http://schemas.openxmlformats.org/officeDocument/2006/relationships/customXml" Target="../ink/ink2018.xml"/><Relationship Id="rId50" Type="http://schemas.openxmlformats.org/officeDocument/2006/relationships/customXml" Target="../ink/ink1768.xml"/><Relationship Id="rId104" Type="http://schemas.openxmlformats.org/officeDocument/2006/relationships/image" Target="../media/image1225.png"/><Relationship Id="rId146" Type="http://schemas.openxmlformats.org/officeDocument/2006/relationships/image" Target="../media/image1246.png"/><Relationship Id="rId188" Type="http://schemas.openxmlformats.org/officeDocument/2006/relationships/image" Target="../media/image1267.png"/><Relationship Id="rId311" Type="http://schemas.openxmlformats.org/officeDocument/2006/relationships/customXml" Target="../ink/ink1899.xml"/><Relationship Id="rId353" Type="http://schemas.openxmlformats.org/officeDocument/2006/relationships/customXml" Target="../ink/ink1920.xml"/><Relationship Id="rId395" Type="http://schemas.openxmlformats.org/officeDocument/2006/relationships/customXml" Target="../ink/ink1941.xml"/><Relationship Id="rId409" Type="http://schemas.openxmlformats.org/officeDocument/2006/relationships/customXml" Target="../ink/ink1948.xml"/><Relationship Id="rId92" Type="http://schemas.openxmlformats.org/officeDocument/2006/relationships/image" Target="../media/image1219.png"/><Relationship Id="rId213" Type="http://schemas.openxmlformats.org/officeDocument/2006/relationships/customXml" Target="../ink/ink1850.xml"/><Relationship Id="rId420" Type="http://schemas.openxmlformats.org/officeDocument/2006/relationships/image" Target="../media/image1383.png"/><Relationship Id="rId255" Type="http://schemas.openxmlformats.org/officeDocument/2006/relationships/customXml" Target="../ink/ink1871.xml"/><Relationship Id="rId297" Type="http://schemas.openxmlformats.org/officeDocument/2006/relationships/customXml" Target="../ink/ink1892.xml"/><Relationship Id="rId462" Type="http://schemas.openxmlformats.org/officeDocument/2006/relationships/image" Target="../media/image1404.png"/><Relationship Id="rId518" Type="http://schemas.openxmlformats.org/officeDocument/2006/relationships/image" Target="../media/image1432.png"/><Relationship Id="rId115" Type="http://schemas.openxmlformats.org/officeDocument/2006/relationships/customXml" Target="../ink/ink1801.xml"/><Relationship Id="rId157" Type="http://schemas.openxmlformats.org/officeDocument/2006/relationships/customXml" Target="../ink/ink1822.xml"/><Relationship Id="rId322" Type="http://schemas.openxmlformats.org/officeDocument/2006/relationships/image" Target="../media/image1334.png"/><Relationship Id="rId364" Type="http://schemas.openxmlformats.org/officeDocument/2006/relationships/image" Target="../media/image1355.png"/><Relationship Id="rId61" Type="http://schemas.openxmlformats.org/officeDocument/2006/relationships/image" Target="../media/image1204.png"/><Relationship Id="rId199" Type="http://schemas.openxmlformats.org/officeDocument/2006/relationships/customXml" Target="../ink/ink1843.xml"/><Relationship Id="rId19" Type="http://schemas.openxmlformats.org/officeDocument/2006/relationships/image" Target="../media/image1183.png"/><Relationship Id="rId224" Type="http://schemas.openxmlformats.org/officeDocument/2006/relationships/image" Target="../media/image1285.png"/><Relationship Id="rId266" Type="http://schemas.openxmlformats.org/officeDocument/2006/relationships/image" Target="../media/image1306.png"/><Relationship Id="rId431" Type="http://schemas.openxmlformats.org/officeDocument/2006/relationships/customXml" Target="../ink/ink1959.xml"/><Relationship Id="rId473" Type="http://schemas.openxmlformats.org/officeDocument/2006/relationships/customXml" Target="../ink/ink1980.xml"/><Relationship Id="rId529" Type="http://schemas.openxmlformats.org/officeDocument/2006/relationships/customXml" Target="../ink/ink2008.xml"/><Relationship Id="rId30" Type="http://schemas.openxmlformats.org/officeDocument/2006/relationships/customXml" Target="../ink/ink1758.xml"/><Relationship Id="rId126" Type="http://schemas.openxmlformats.org/officeDocument/2006/relationships/image" Target="../media/image1236.png"/><Relationship Id="rId168" Type="http://schemas.openxmlformats.org/officeDocument/2006/relationships/image" Target="../media/image1257.png"/><Relationship Id="rId333" Type="http://schemas.openxmlformats.org/officeDocument/2006/relationships/customXml" Target="../ink/ink1910.xml"/><Relationship Id="rId540" Type="http://schemas.openxmlformats.org/officeDocument/2006/relationships/image" Target="../media/image1443.png"/><Relationship Id="rId72" Type="http://schemas.openxmlformats.org/officeDocument/2006/relationships/customXml" Target="../ink/ink1779.xml"/><Relationship Id="rId375" Type="http://schemas.openxmlformats.org/officeDocument/2006/relationships/customXml" Target="../ink/ink1931.xml"/><Relationship Id="rId3" Type="http://schemas.openxmlformats.org/officeDocument/2006/relationships/image" Target="../media/image1175.png"/><Relationship Id="rId235" Type="http://schemas.openxmlformats.org/officeDocument/2006/relationships/customXml" Target="../ink/ink1861.xml"/><Relationship Id="rId277" Type="http://schemas.openxmlformats.org/officeDocument/2006/relationships/customXml" Target="../ink/ink1882.xml"/><Relationship Id="rId400" Type="http://schemas.openxmlformats.org/officeDocument/2006/relationships/image" Target="../media/image1373.png"/><Relationship Id="rId442" Type="http://schemas.openxmlformats.org/officeDocument/2006/relationships/image" Target="../media/image1394.png"/><Relationship Id="rId484" Type="http://schemas.openxmlformats.org/officeDocument/2006/relationships/image" Target="../media/image1415.png"/><Relationship Id="rId137" Type="http://schemas.openxmlformats.org/officeDocument/2006/relationships/customXml" Target="../ink/ink1812.xml"/><Relationship Id="rId302" Type="http://schemas.openxmlformats.org/officeDocument/2006/relationships/image" Target="../media/image1324.png"/><Relationship Id="rId344" Type="http://schemas.openxmlformats.org/officeDocument/2006/relationships/image" Target="../media/image1345.png"/><Relationship Id="rId41" Type="http://schemas.openxmlformats.org/officeDocument/2006/relationships/image" Target="../media/image1194.png"/><Relationship Id="rId83" Type="http://schemas.openxmlformats.org/officeDocument/2006/relationships/customXml" Target="../ink/ink1785.xml"/><Relationship Id="rId179" Type="http://schemas.openxmlformats.org/officeDocument/2006/relationships/customXml" Target="../ink/ink1833.xml"/><Relationship Id="rId386" Type="http://schemas.openxmlformats.org/officeDocument/2006/relationships/image" Target="../media/image1366.png"/><Relationship Id="rId190" Type="http://schemas.openxmlformats.org/officeDocument/2006/relationships/image" Target="../media/image1268.png"/><Relationship Id="rId204" Type="http://schemas.openxmlformats.org/officeDocument/2006/relationships/image" Target="../media/image1275.png"/><Relationship Id="rId246" Type="http://schemas.openxmlformats.org/officeDocument/2006/relationships/image" Target="../media/image1296.png"/><Relationship Id="rId288" Type="http://schemas.openxmlformats.org/officeDocument/2006/relationships/image" Target="../media/image1317.png"/><Relationship Id="rId411" Type="http://schemas.openxmlformats.org/officeDocument/2006/relationships/customXml" Target="../ink/ink1949.xml"/><Relationship Id="rId453" Type="http://schemas.openxmlformats.org/officeDocument/2006/relationships/customXml" Target="../ink/ink1970.xml"/><Relationship Id="rId509" Type="http://schemas.openxmlformats.org/officeDocument/2006/relationships/customXml" Target="../ink/ink1998.xml"/><Relationship Id="rId106" Type="http://schemas.openxmlformats.org/officeDocument/2006/relationships/image" Target="../media/image1226.png"/><Relationship Id="rId313" Type="http://schemas.openxmlformats.org/officeDocument/2006/relationships/customXml" Target="../ink/ink1900.xml"/><Relationship Id="rId495" Type="http://schemas.openxmlformats.org/officeDocument/2006/relationships/customXml" Target="../ink/ink1991.xml"/><Relationship Id="rId10" Type="http://schemas.openxmlformats.org/officeDocument/2006/relationships/customXml" Target="../ink/ink1748.xml"/><Relationship Id="rId52" Type="http://schemas.openxmlformats.org/officeDocument/2006/relationships/customXml" Target="../ink/ink1769.xml"/><Relationship Id="rId94" Type="http://schemas.openxmlformats.org/officeDocument/2006/relationships/image" Target="../media/image1220.png"/><Relationship Id="rId148" Type="http://schemas.openxmlformats.org/officeDocument/2006/relationships/image" Target="../media/image1247.png"/><Relationship Id="rId355" Type="http://schemas.openxmlformats.org/officeDocument/2006/relationships/customXml" Target="../ink/ink1921.xml"/><Relationship Id="rId397" Type="http://schemas.openxmlformats.org/officeDocument/2006/relationships/customXml" Target="../ink/ink1942.xml"/><Relationship Id="rId520" Type="http://schemas.openxmlformats.org/officeDocument/2006/relationships/image" Target="../media/image1433.png"/><Relationship Id="rId215" Type="http://schemas.openxmlformats.org/officeDocument/2006/relationships/customXml" Target="../ink/ink1851.xml"/><Relationship Id="rId257" Type="http://schemas.openxmlformats.org/officeDocument/2006/relationships/customXml" Target="../ink/ink1872.xml"/><Relationship Id="rId422" Type="http://schemas.openxmlformats.org/officeDocument/2006/relationships/image" Target="../media/image1384.png"/><Relationship Id="rId464" Type="http://schemas.openxmlformats.org/officeDocument/2006/relationships/image" Target="../media/image1405.png"/><Relationship Id="rId299" Type="http://schemas.openxmlformats.org/officeDocument/2006/relationships/customXml" Target="../ink/ink1893.xml"/><Relationship Id="rId63" Type="http://schemas.openxmlformats.org/officeDocument/2006/relationships/image" Target="../media/image1205.png"/><Relationship Id="rId159" Type="http://schemas.openxmlformats.org/officeDocument/2006/relationships/customXml" Target="../ink/ink1823.xml"/><Relationship Id="rId366" Type="http://schemas.openxmlformats.org/officeDocument/2006/relationships/image" Target="../media/image1356.png"/><Relationship Id="rId226" Type="http://schemas.openxmlformats.org/officeDocument/2006/relationships/image" Target="../media/image1286.png"/><Relationship Id="rId433" Type="http://schemas.openxmlformats.org/officeDocument/2006/relationships/customXml" Target="../ink/ink1960.xml"/><Relationship Id="rId74" Type="http://schemas.openxmlformats.org/officeDocument/2006/relationships/customXml" Target="../ink/ink1780.xml"/><Relationship Id="rId377" Type="http://schemas.openxmlformats.org/officeDocument/2006/relationships/customXml" Target="../ink/ink1932.xml"/><Relationship Id="rId500" Type="http://schemas.openxmlformats.org/officeDocument/2006/relationships/image" Target="../media/image1423.png"/><Relationship Id="rId5" Type="http://schemas.openxmlformats.org/officeDocument/2006/relationships/image" Target="../media/image1176.png"/><Relationship Id="rId237" Type="http://schemas.openxmlformats.org/officeDocument/2006/relationships/customXml" Target="../ink/ink1862.xml"/><Relationship Id="rId444" Type="http://schemas.openxmlformats.org/officeDocument/2006/relationships/image" Target="../media/image1395.png"/><Relationship Id="rId290" Type="http://schemas.openxmlformats.org/officeDocument/2006/relationships/image" Target="../media/image1318.png"/><Relationship Id="rId304" Type="http://schemas.openxmlformats.org/officeDocument/2006/relationships/image" Target="../media/image1325.png"/><Relationship Id="rId388" Type="http://schemas.openxmlformats.org/officeDocument/2006/relationships/image" Target="../media/image1367.png"/><Relationship Id="rId511" Type="http://schemas.openxmlformats.org/officeDocument/2006/relationships/customXml" Target="../ink/ink1999.xml"/><Relationship Id="rId85" Type="http://schemas.openxmlformats.org/officeDocument/2006/relationships/customXml" Target="../ink/ink1786.xml"/><Relationship Id="rId150" Type="http://schemas.openxmlformats.org/officeDocument/2006/relationships/image" Target="../media/image1248.png"/><Relationship Id="rId248" Type="http://schemas.openxmlformats.org/officeDocument/2006/relationships/image" Target="../media/image1297.png"/><Relationship Id="rId455" Type="http://schemas.openxmlformats.org/officeDocument/2006/relationships/customXml" Target="../ink/ink197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5F25DB-74D8-FB65-6368-742FA508F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214350"/>
            <a:ext cx="11696007" cy="64358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084432-FA43-213D-2E14-0DEEDBC822C5}"/>
                  </a:ext>
                </a:extLst>
              </p14:cNvPr>
              <p14:cNvContentPartPr/>
              <p14:nvPr/>
            </p14:nvContentPartPr>
            <p14:xfrm>
              <a:off x="11524385" y="181924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084432-FA43-213D-2E14-0DEEDBC82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15385" y="181060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8BBDAD-1FD6-0BC5-F878-BE3A88510E77}"/>
                  </a:ext>
                </a:extLst>
              </p14:cNvPr>
              <p14:cNvContentPartPr/>
              <p14:nvPr/>
            </p14:nvContentPartPr>
            <p14:xfrm>
              <a:off x="11674505" y="185344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8BBDAD-1FD6-0BC5-F878-BE3A88510E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5865" y="18448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756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0265C-313A-D32D-F675-DA550F48D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0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D2B681-CC3F-FABD-B030-76657D76B49C}"/>
                  </a:ext>
                </a:extLst>
              </p14:cNvPr>
              <p14:cNvContentPartPr/>
              <p14:nvPr/>
            </p14:nvContentPartPr>
            <p14:xfrm>
              <a:off x="2933607" y="225411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D2B681-CC3F-FABD-B030-76657D76B4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4607" y="22454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286469-2156-FB53-70A7-70D86A1E9F04}"/>
                  </a:ext>
                </a:extLst>
              </p14:cNvPr>
              <p14:cNvContentPartPr/>
              <p14:nvPr/>
            </p14:nvContentPartPr>
            <p14:xfrm>
              <a:off x="1235487" y="1404513"/>
              <a:ext cx="324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3286469-2156-FB53-70A7-70D86A1E9F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6847" y="1395513"/>
                <a:ext cx="2088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CDB53D6-3C69-16C3-53F0-9C6CFB3EB12B}"/>
              </a:ext>
            </a:extLst>
          </p:cNvPr>
          <p:cNvGrpSpPr/>
          <p:nvPr/>
        </p:nvGrpSpPr>
        <p:grpSpPr>
          <a:xfrm>
            <a:off x="340167" y="778113"/>
            <a:ext cx="767520" cy="336960"/>
            <a:chOff x="340167" y="778113"/>
            <a:chExt cx="76752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5D7A54-5AD8-4998-2DDD-9087D4A98A02}"/>
                    </a:ext>
                  </a:extLst>
                </p14:cNvPr>
                <p14:cNvContentPartPr/>
                <p14:nvPr/>
              </p14:nvContentPartPr>
              <p14:xfrm>
                <a:off x="385167" y="817713"/>
                <a:ext cx="59400" cy="221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5D7A54-5AD8-4998-2DDD-9087D4A98A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527" y="809073"/>
                  <a:ext cx="77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46CE3A-210F-0A57-B15B-D86B77B22D25}"/>
                    </a:ext>
                  </a:extLst>
                </p14:cNvPr>
                <p14:cNvContentPartPr/>
                <p14:nvPr/>
              </p14:nvContentPartPr>
              <p14:xfrm>
                <a:off x="340167" y="778113"/>
                <a:ext cx="223920" cy="25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46CE3A-210F-0A57-B15B-D86B77B22D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167" y="769473"/>
                  <a:ext cx="241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20FB15-523A-E1BE-A2BD-99B90879D578}"/>
                    </a:ext>
                  </a:extLst>
                </p14:cNvPr>
                <p14:cNvContentPartPr/>
                <p14:nvPr/>
              </p14:nvContentPartPr>
              <p14:xfrm>
                <a:off x="538527" y="914193"/>
                <a:ext cx="160560" cy="8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20FB15-523A-E1BE-A2BD-99B90879D5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9527" y="905193"/>
                  <a:ext cx="178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821BE4-139B-4AB5-CA1D-D0262A37B5F8}"/>
                    </a:ext>
                  </a:extLst>
                </p14:cNvPr>
                <p14:cNvContentPartPr/>
                <p14:nvPr/>
              </p14:nvContentPartPr>
              <p14:xfrm>
                <a:off x="686127" y="909513"/>
                <a:ext cx="50760" cy="9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821BE4-139B-4AB5-CA1D-D0262A37B5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7487" y="900873"/>
                  <a:ext cx="68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FB0EF5-8340-8A69-D4E6-AAD5B3C58889}"/>
                    </a:ext>
                  </a:extLst>
                </p14:cNvPr>
                <p14:cNvContentPartPr/>
                <p14:nvPr/>
              </p14:nvContentPartPr>
              <p14:xfrm>
                <a:off x="774687" y="937233"/>
                <a:ext cx="23400" cy="67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FB0EF5-8340-8A69-D4E6-AAD5B3C588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6047" y="928233"/>
                  <a:ext cx="41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5C7E65-6A9C-DBA5-3E63-6E4539C03C9C}"/>
                    </a:ext>
                  </a:extLst>
                </p14:cNvPr>
                <p14:cNvContentPartPr/>
                <p14:nvPr/>
              </p14:nvContentPartPr>
              <p14:xfrm>
                <a:off x="782967" y="887553"/>
                <a:ext cx="21960" cy="16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5C7E65-6A9C-DBA5-3E63-6E4539C03C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4327" y="878553"/>
                  <a:ext cx="39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3DC61A-9432-9816-B562-DD29933C7276}"/>
                    </a:ext>
                  </a:extLst>
                </p14:cNvPr>
                <p14:cNvContentPartPr/>
                <p14:nvPr/>
              </p14:nvContentPartPr>
              <p14:xfrm>
                <a:off x="823287" y="910593"/>
                <a:ext cx="102960" cy="9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3DC61A-9432-9816-B562-DD29933C72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4647" y="901953"/>
                  <a:ext cx="120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0C4AEF-F1F1-174B-0FF5-B09FEF79E2F3}"/>
                    </a:ext>
                  </a:extLst>
                </p14:cNvPr>
                <p14:cNvContentPartPr/>
                <p14:nvPr/>
              </p14:nvContentPartPr>
              <p14:xfrm>
                <a:off x="902127" y="916353"/>
                <a:ext cx="145800" cy="89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0C4AEF-F1F1-174B-0FF5-B09FEF79E2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3127" y="907353"/>
                  <a:ext cx="163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8D4288-F4E0-38BE-8BF7-F074F4305B2D}"/>
                    </a:ext>
                  </a:extLst>
                </p14:cNvPr>
                <p14:cNvContentPartPr/>
                <p14:nvPr/>
              </p14:nvContentPartPr>
              <p14:xfrm>
                <a:off x="1023447" y="912753"/>
                <a:ext cx="84240" cy="109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8D4288-F4E0-38BE-8BF7-F074F4305B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4447" y="903753"/>
                  <a:ext cx="101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7610CB-9C5A-34D7-A04E-32C21E94515B}"/>
                    </a:ext>
                  </a:extLst>
                </p14:cNvPr>
                <p14:cNvContentPartPr/>
                <p14:nvPr/>
              </p14:nvContentPartPr>
              <p14:xfrm>
                <a:off x="441687" y="1074393"/>
                <a:ext cx="652680" cy="40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7610CB-9C5A-34D7-A04E-32C21E9451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3047" y="1065753"/>
                  <a:ext cx="6703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F55FD3-5B5C-6144-089A-2617A774A7E2}"/>
              </a:ext>
            </a:extLst>
          </p:cNvPr>
          <p:cNvGrpSpPr/>
          <p:nvPr/>
        </p:nvGrpSpPr>
        <p:grpSpPr>
          <a:xfrm>
            <a:off x="1846407" y="1049193"/>
            <a:ext cx="1058760" cy="268200"/>
            <a:chOff x="1846407" y="1049193"/>
            <a:chExt cx="10587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432BD2-A737-00CD-A7C9-C67C47468C47}"/>
                    </a:ext>
                  </a:extLst>
                </p14:cNvPr>
                <p14:cNvContentPartPr/>
                <p14:nvPr/>
              </p14:nvContentPartPr>
              <p14:xfrm>
                <a:off x="2037567" y="1099233"/>
                <a:ext cx="7200" cy="153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432BD2-A737-00CD-A7C9-C67C47468C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8927" y="1090233"/>
                  <a:ext cx="24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05F4A0-197B-58A4-D0E7-BE9B30E439D7}"/>
                    </a:ext>
                  </a:extLst>
                </p14:cNvPr>
                <p14:cNvContentPartPr/>
                <p14:nvPr/>
              </p14:nvContentPartPr>
              <p14:xfrm>
                <a:off x="1899687" y="1049193"/>
                <a:ext cx="407160" cy="171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05F4A0-197B-58A4-D0E7-BE9B30E439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90687" y="1040193"/>
                  <a:ext cx="424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837DCD-3D1B-5281-2A19-A97B82F7E859}"/>
                    </a:ext>
                  </a:extLst>
                </p14:cNvPr>
                <p14:cNvContentPartPr/>
                <p14:nvPr/>
              </p14:nvContentPartPr>
              <p14:xfrm>
                <a:off x="2311527" y="1120833"/>
                <a:ext cx="50040" cy="80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837DCD-3D1B-5281-2A19-A97B82F7E8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02527" y="1111833"/>
                  <a:ext cx="67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17B09C-000D-3F54-D4C2-D6ECC209B58E}"/>
                    </a:ext>
                  </a:extLst>
                </p14:cNvPr>
                <p14:cNvContentPartPr/>
                <p14:nvPr/>
              </p14:nvContentPartPr>
              <p14:xfrm>
                <a:off x="2382807" y="1161513"/>
                <a:ext cx="28080" cy="56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17B09C-000D-3F54-D4C2-D6ECC209B5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73807" y="1152513"/>
                  <a:ext cx="45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E1BE30-800C-3FDB-F6F2-B1F26374EBC5}"/>
                    </a:ext>
                  </a:extLst>
                </p14:cNvPr>
                <p14:cNvContentPartPr/>
                <p14:nvPr/>
              </p14:nvContentPartPr>
              <p14:xfrm>
                <a:off x="2409087" y="1118313"/>
                <a:ext cx="7200" cy="4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E1BE30-800C-3FDB-F6F2-B1F26374EB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00087" y="1109313"/>
                  <a:ext cx="24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E88DEE-63AD-60F8-204F-BD08013FE1F1}"/>
                    </a:ext>
                  </a:extLst>
                </p14:cNvPr>
                <p14:cNvContentPartPr/>
                <p14:nvPr/>
              </p14:nvContentPartPr>
              <p14:xfrm>
                <a:off x="2433567" y="1102473"/>
                <a:ext cx="268920" cy="95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E88DEE-63AD-60F8-204F-BD08013FE1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24567" y="1093833"/>
                  <a:ext cx="286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B6A7B5-861D-2C8D-F0BD-2D548897F096}"/>
                    </a:ext>
                  </a:extLst>
                </p14:cNvPr>
                <p14:cNvContentPartPr/>
                <p14:nvPr/>
              </p14:nvContentPartPr>
              <p14:xfrm>
                <a:off x="1846407" y="1274913"/>
                <a:ext cx="1058760" cy="42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B6A7B5-861D-2C8D-F0BD-2D548897F0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37407" y="1265913"/>
                  <a:ext cx="10764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E1F21E-6837-0482-EF87-B51C1358728F}"/>
              </a:ext>
            </a:extLst>
          </p:cNvPr>
          <p:cNvGrpSpPr/>
          <p:nvPr/>
        </p:nvGrpSpPr>
        <p:grpSpPr>
          <a:xfrm>
            <a:off x="1479927" y="1573353"/>
            <a:ext cx="2351880" cy="287640"/>
            <a:chOff x="1479927" y="1573353"/>
            <a:chExt cx="235188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656789-D713-A9CF-3271-CA3CB27E8A51}"/>
                    </a:ext>
                  </a:extLst>
                </p14:cNvPr>
                <p14:cNvContentPartPr/>
                <p14:nvPr/>
              </p14:nvContentPartPr>
              <p14:xfrm>
                <a:off x="1559487" y="1610073"/>
                <a:ext cx="23760" cy="112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656789-D713-A9CF-3271-CA3CB27E8A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50487" y="1601073"/>
                  <a:ext cx="4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DC2F01-DFAA-B609-DDF1-41C16F4C9FC5}"/>
                    </a:ext>
                  </a:extLst>
                </p14:cNvPr>
                <p14:cNvContentPartPr/>
                <p14:nvPr/>
              </p14:nvContentPartPr>
              <p14:xfrm>
                <a:off x="1525287" y="1608993"/>
                <a:ext cx="131760" cy="25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DC2F01-DFAA-B609-DDF1-41C16F4C9FC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6287" y="1600353"/>
                  <a:ext cx="149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D258E2-20DC-566B-2426-98EE1F32F089}"/>
                    </a:ext>
                  </a:extLst>
                </p14:cNvPr>
                <p14:cNvContentPartPr/>
                <p14:nvPr/>
              </p14:nvContentPartPr>
              <p14:xfrm>
                <a:off x="1479927" y="1732833"/>
                <a:ext cx="202680" cy="30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D258E2-20DC-566B-2426-98EE1F32F0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71287" y="1723833"/>
                  <a:ext cx="220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D1B4E4-4A91-63EB-14FC-53B95FE273BC}"/>
                    </a:ext>
                  </a:extLst>
                </p14:cNvPr>
                <p14:cNvContentPartPr/>
                <p14:nvPr/>
              </p14:nvContentPartPr>
              <p14:xfrm>
                <a:off x="1853967" y="1579113"/>
                <a:ext cx="311400" cy="198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D1B4E4-4A91-63EB-14FC-53B95FE273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44967" y="1570473"/>
                  <a:ext cx="329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0A129F-3922-27C3-D773-1E7DD108BB5E}"/>
                    </a:ext>
                  </a:extLst>
                </p14:cNvPr>
                <p14:cNvContentPartPr/>
                <p14:nvPr/>
              </p14:nvContentPartPr>
              <p14:xfrm>
                <a:off x="2127567" y="1678833"/>
                <a:ext cx="207720" cy="86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0A129F-3922-27C3-D773-1E7DD108BB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18927" y="1669833"/>
                  <a:ext cx="225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510F47-7EB5-AA39-50A5-3EDFAEB213B3}"/>
                    </a:ext>
                  </a:extLst>
                </p14:cNvPr>
                <p14:cNvContentPartPr/>
                <p14:nvPr/>
              </p14:nvContentPartPr>
              <p14:xfrm>
                <a:off x="2574327" y="1614033"/>
                <a:ext cx="32760" cy="165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510F47-7EB5-AA39-50A5-3EDFAEB213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65687" y="1605033"/>
                  <a:ext cx="50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EB5453C-0810-59EC-7F86-15D87A58F23F}"/>
                    </a:ext>
                  </a:extLst>
                </p14:cNvPr>
                <p14:cNvContentPartPr/>
                <p14:nvPr/>
              </p14:nvContentPartPr>
              <p14:xfrm>
                <a:off x="2520327" y="1573353"/>
                <a:ext cx="471600" cy="192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EB5453C-0810-59EC-7F86-15D87A58F2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11687" y="1564353"/>
                  <a:ext cx="489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F2202CF-58D8-4B81-0336-56FCA8FDEFF5}"/>
                    </a:ext>
                  </a:extLst>
                </p14:cNvPr>
                <p14:cNvContentPartPr/>
                <p14:nvPr/>
              </p14:nvContentPartPr>
              <p14:xfrm>
                <a:off x="2937567" y="1669833"/>
                <a:ext cx="95760" cy="21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F2202CF-58D8-4B81-0336-56FCA8FDEF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28927" y="1661193"/>
                  <a:ext cx="113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7D67DC-6A77-EEB4-147E-940CFF3ECB7C}"/>
                    </a:ext>
                  </a:extLst>
                </p14:cNvPr>
                <p14:cNvContentPartPr/>
                <p14:nvPr/>
              </p14:nvContentPartPr>
              <p14:xfrm>
                <a:off x="3201807" y="1679193"/>
                <a:ext cx="7560" cy="181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7D67DC-6A77-EEB4-147E-940CFF3ECB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92807" y="1670193"/>
                  <a:ext cx="25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AEDE308-3DCF-900D-B0E6-410FFD9A018D}"/>
                    </a:ext>
                  </a:extLst>
                </p14:cNvPr>
                <p14:cNvContentPartPr/>
                <p14:nvPr/>
              </p14:nvContentPartPr>
              <p14:xfrm>
                <a:off x="3196407" y="1685673"/>
                <a:ext cx="64800" cy="81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AEDE308-3DCF-900D-B0E6-410FFD9A018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87767" y="1677033"/>
                  <a:ext cx="82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B99406-F5F5-2905-2A28-ACC58D379F4C}"/>
                    </a:ext>
                  </a:extLst>
                </p14:cNvPr>
                <p14:cNvContentPartPr/>
                <p14:nvPr/>
              </p14:nvContentPartPr>
              <p14:xfrm>
                <a:off x="3290727" y="1598913"/>
                <a:ext cx="65160" cy="16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B99406-F5F5-2905-2A28-ACC58D379F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81727" y="1589913"/>
                  <a:ext cx="82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8D72C69-AAC9-F0F8-8802-3DD76BE0C697}"/>
                    </a:ext>
                  </a:extLst>
                </p14:cNvPr>
                <p14:cNvContentPartPr/>
                <p14:nvPr/>
              </p14:nvContentPartPr>
              <p14:xfrm>
                <a:off x="3371727" y="1670913"/>
                <a:ext cx="162000" cy="7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8D72C69-AAC9-F0F8-8802-3DD76BE0C6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63087" y="1661913"/>
                  <a:ext cx="179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E531BA-F428-2C3B-F3DA-13FC2F201E36}"/>
                    </a:ext>
                  </a:extLst>
                </p14:cNvPr>
                <p14:cNvContentPartPr/>
                <p14:nvPr/>
              </p14:nvContentPartPr>
              <p14:xfrm>
                <a:off x="3526167" y="1637073"/>
                <a:ext cx="305640" cy="99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E531BA-F428-2C3B-F3DA-13FC2F201E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17167" y="1628073"/>
                  <a:ext cx="32328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1A7D930-2ECA-05F6-9A66-E1C56182B61F}"/>
              </a:ext>
            </a:extLst>
          </p:cNvPr>
          <p:cNvGrpSpPr/>
          <p:nvPr/>
        </p:nvGrpSpPr>
        <p:grpSpPr>
          <a:xfrm>
            <a:off x="4496007" y="1639233"/>
            <a:ext cx="372600" cy="101160"/>
            <a:chOff x="4496007" y="1639233"/>
            <a:chExt cx="3726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43DC413-9964-4A09-A2B8-1962F99D167C}"/>
                    </a:ext>
                  </a:extLst>
                </p14:cNvPr>
                <p14:cNvContentPartPr/>
                <p14:nvPr/>
              </p14:nvContentPartPr>
              <p14:xfrm>
                <a:off x="4496007" y="1687113"/>
                <a:ext cx="11736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43DC413-9964-4A09-A2B8-1962F99D167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87007" y="1678473"/>
                  <a:ext cx="13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EAD5D73-A06A-E2FD-F6BC-EC17C7E81CBD}"/>
                    </a:ext>
                  </a:extLst>
                </p14:cNvPr>
                <p14:cNvContentPartPr/>
                <p14:nvPr/>
              </p14:nvContentPartPr>
              <p14:xfrm>
                <a:off x="4652247" y="1647153"/>
                <a:ext cx="88200" cy="93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EAD5D73-A06A-E2FD-F6BC-EC17C7E81C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43247" y="1638153"/>
                  <a:ext cx="105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51AB284-411D-8B97-FC82-424B27B8A7BE}"/>
                    </a:ext>
                  </a:extLst>
                </p14:cNvPr>
                <p14:cNvContentPartPr/>
                <p14:nvPr/>
              </p14:nvContentPartPr>
              <p14:xfrm>
                <a:off x="4757367" y="1639233"/>
                <a:ext cx="111240" cy="92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51AB284-411D-8B97-FC82-424B27B8A7B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48727" y="1630593"/>
                  <a:ext cx="1288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BC771B7-B490-5115-3599-31B8E21BA3D3}"/>
              </a:ext>
            </a:extLst>
          </p:cNvPr>
          <p:cNvGrpSpPr/>
          <p:nvPr/>
        </p:nvGrpSpPr>
        <p:grpSpPr>
          <a:xfrm>
            <a:off x="1424487" y="2108313"/>
            <a:ext cx="220320" cy="176400"/>
            <a:chOff x="1424487" y="2108313"/>
            <a:chExt cx="22032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B2BDEE-BEF9-44C8-C2C7-E62240537498}"/>
                    </a:ext>
                  </a:extLst>
                </p14:cNvPr>
                <p14:cNvContentPartPr/>
                <p14:nvPr/>
              </p14:nvContentPartPr>
              <p14:xfrm>
                <a:off x="1527087" y="2115153"/>
                <a:ext cx="16920" cy="134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B2BDEE-BEF9-44C8-C2C7-E622405374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18447" y="2106153"/>
                  <a:ext cx="34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B247EA-3DFE-A226-5289-B54B8704F21D}"/>
                    </a:ext>
                  </a:extLst>
                </p14:cNvPr>
                <p14:cNvContentPartPr/>
                <p14:nvPr/>
              </p14:nvContentPartPr>
              <p14:xfrm>
                <a:off x="1460847" y="2108313"/>
                <a:ext cx="180360" cy="2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B247EA-3DFE-A226-5289-B54B8704F2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51847" y="2099673"/>
                  <a:ext cx="198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D34760-C4DA-8C60-40B2-952C04248528}"/>
                    </a:ext>
                  </a:extLst>
                </p14:cNvPr>
                <p14:cNvContentPartPr/>
                <p14:nvPr/>
              </p14:nvContentPartPr>
              <p14:xfrm>
                <a:off x="1424487" y="2254473"/>
                <a:ext cx="220320" cy="3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D34760-C4DA-8C60-40B2-952C042485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15847" y="2245833"/>
                  <a:ext cx="2379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19ED9A0-4D53-4BF6-7A4E-6EE47435158C}"/>
              </a:ext>
            </a:extLst>
          </p:cNvPr>
          <p:cNvGrpSpPr/>
          <p:nvPr/>
        </p:nvGrpSpPr>
        <p:grpSpPr>
          <a:xfrm>
            <a:off x="1861887" y="2098593"/>
            <a:ext cx="418320" cy="191520"/>
            <a:chOff x="1861887" y="2098593"/>
            <a:chExt cx="41832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ED6BFD-562E-C300-FA03-846BCEC8F455}"/>
                    </a:ext>
                  </a:extLst>
                </p14:cNvPr>
                <p14:cNvContentPartPr/>
                <p14:nvPr/>
              </p14:nvContentPartPr>
              <p14:xfrm>
                <a:off x="1861887" y="2098593"/>
                <a:ext cx="169200" cy="178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ED6BFD-562E-C300-FA03-846BCEC8F4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52887" y="2089593"/>
                  <a:ext cx="186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A65948E-F132-0372-0DCF-156FA416E0D2}"/>
                    </a:ext>
                  </a:extLst>
                </p14:cNvPr>
                <p14:cNvContentPartPr/>
                <p14:nvPr/>
              </p14:nvContentPartPr>
              <p14:xfrm>
                <a:off x="2055927" y="2194353"/>
                <a:ext cx="69120" cy="69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A65948E-F132-0372-0DCF-156FA416E0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47287" y="2185353"/>
                  <a:ext cx="86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FF3C7F-F8A9-6A02-2942-71725C541C32}"/>
                    </a:ext>
                  </a:extLst>
                </p14:cNvPr>
                <p14:cNvContentPartPr/>
                <p14:nvPr/>
              </p14:nvContentPartPr>
              <p14:xfrm>
                <a:off x="2110647" y="2179593"/>
                <a:ext cx="169560" cy="110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FF3C7F-F8A9-6A02-2942-71725C541C3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02007" y="2170593"/>
                  <a:ext cx="1872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3EE3736-2C16-1933-E60F-FD90D6F569F7}"/>
              </a:ext>
            </a:extLst>
          </p:cNvPr>
          <p:cNvGrpSpPr/>
          <p:nvPr/>
        </p:nvGrpSpPr>
        <p:grpSpPr>
          <a:xfrm>
            <a:off x="2495487" y="2015433"/>
            <a:ext cx="519480" cy="354240"/>
            <a:chOff x="2495487" y="2015433"/>
            <a:chExt cx="51948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91059A5-363D-E821-A59D-ABE34E2490CE}"/>
                    </a:ext>
                  </a:extLst>
                </p14:cNvPr>
                <p14:cNvContentPartPr/>
                <p14:nvPr/>
              </p14:nvContentPartPr>
              <p14:xfrm>
                <a:off x="2555967" y="2069433"/>
                <a:ext cx="70920" cy="28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91059A5-363D-E821-A59D-ABE34E2490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47327" y="2060793"/>
                  <a:ext cx="885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4EE96E-86B2-2BDE-8958-8EFF6D5F1858}"/>
                    </a:ext>
                  </a:extLst>
                </p14:cNvPr>
                <p14:cNvContentPartPr/>
                <p14:nvPr/>
              </p14:nvContentPartPr>
              <p14:xfrm>
                <a:off x="2495487" y="2188953"/>
                <a:ext cx="357480" cy="9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4EE96E-86B2-2BDE-8958-8EFF6D5F18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86487" y="2180313"/>
                  <a:ext cx="375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2FC4A4-FA41-D889-8AAE-F64BF73C6F99}"/>
                    </a:ext>
                  </a:extLst>
                </p14:cNvPr>
                <p14:cNvContentPartPr/>
                <p14:nvPr/>
              </p14:nvContentPartPr>
              <p14:xfrm>
                <a:off x="2900487" y="2015433"/>
                <a:ext cx="114480" cy="35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2FC4A4-FA41-D889-8AAE-F64BF73C6F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91847" y="2006793"/>
                  <a:ext cx="13212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3E16E1F-D94E-5A3C-5404-5F7CFDA163F2}"/>
              </a:ext>
            </a:extLst>
          </p:cNvPr>
          <p:cNvGrpSpPr/>
          <p:nvPr/>
        </p:nvGrpSpPr>
        <p:grpSpPr>
          <a:xfrm>
            <a:off x="4552527" y="2167713"/>
            <a:ext cx="415080" cy="125280"/>
            <a:chOff x="4552527" y="2167713"/>
            <a:chExt cx="41508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72257A-F7D3-87C8-A9B1-39A67FA73E6D}"/>
                    </a:ext>
                  </a:extLst>
                </p14:cNvPr>
                <p14:cNvContentPartPr/>
                <p14:nvPr/>
              </p14:nvContentPartPr>
              <p14:xfrm>
                <a:off x="4552527" y="2210913"/>
                <a:ext cx="11340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72257A-F7D3-87C8-A9B1-39A67FA73E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43887" y="2202273"/>
                  <a:ext cx="131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7464C45-6DC0-92F1-8362-AB079ADD676F}"/>
                    </a:ext>
                  </a:extLst>
                </p14:cNvPr>
                <p14:cNvContentPartPr/>
                <p14:nvPr/>
              </p14:nvContentPartPr>
              <p14:xfrm>
                <a:off x="4589607" y="2177433"/>
                <a:ext cx="24120" cy="115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7464C45-6DC0-92F1-8362-AB079ADD67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80967" y="2168793"/>
                  <a:ext cx="4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DC58F3-E398-700A-F3CA-71D4DBB2DEBE}"/>
                    </a:ext>
                  </a:extLst>
                </p14:cNvPr>
                <p14:cNvContentPartPr/>
                <p14:nvPr/>
              </p14:nvContentPartPr>
              <p14:xfrm>
                <a:off x="4679247" y="2182113"/>
                <a:ext cx="78840" cy="91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DC58F3-E398-700A-F3CA-71D4DBB2DE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70607" y="2173113"/>
                  <a:ext cx="96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22D3386-36DD-8175-C7A4-304EAC620E9A}"/>
                    </a:ext>
                  </a:extLst>
                </p14:cNvPr>
                <p14:cNvContentPartPr/>
                <p14:nvPr/>
              </p14:nvContentPartPr>
              <p14:xfrm>
                <a:off x="4739367" y="2167713"/>
                <a:ext cx="51840" cy="115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22D3386-36DD-8175-C7A4-304EAC620E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30727" y="2159073"/>
                  <a:ext cx="69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9A8B5E-0F89-30AF-3FDA-05FC26FBEBA1}"/>
                    </a:ext>
                  </a:extLst>
                </p14:cNvPr>
                <p14:cNvContentPartPr/>
                <p14:nvPr/>
              </p14:nvContentPartPr>
              <p14:xfrm>
                <a:off x="4807047" y="2188233"/>
                <a:ext cx="160560" cy="88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9A8B5E-0F89-30AF-3FDA-05FC26FBEB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98407" y="2179233"/>
                  <a:ext cx="17820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72E7FE4-E8F7-C4D9-0EE7-258E50EAFF2C}"/>
                  </a:ext>
                </a:extLst>
              </p14:cNvPr>
              <p14:cNvContentPartPr/>
              <p14:nvPr/>
            </p14:nvContentPartPr>
            <p14:xfrm>
              <a:off x="1506567" y="2717073"/>
              <a:ext cx="35640" cy="142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72E7FE4-E8F7-C4D9-0EE7-258E50EAFF2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97567" y="2708073"/>
                <a:ext cx="53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96E9F94-B402-C9A9-2BD2-B9D9B086D7D3}"/>
                  </a:ext>
                </a:extLst>
              </p14:cNvPr>
              <p14:cNvContentPartPr/>
              <p14:nvPr/>
            </p14:nvContentPartPr>
            <p14:xfrm>
              <a:off x="1469127" y="2687553"/>
              <a:ext cx="173520" cy="248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96E9F94-B402-C9A9-2BD2-B9D9B086D7D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60127" y="2678913"/>
                <a:ext cx="191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E282B2-9090-2BD1-3FBD-4EFA20B68E9C}"/>
                  </a:ext>
                </a:extLst>
              </p14:cNvPr>
              <p14:cNvContentPartPr/>
              <p14:nvPr/>
            </p14:nvContentPartPr>
            <p14:xfrm>
              <a:off x="1371927" y="2829393"/>
              <a:ext cx="299520" cy="42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E282B2-9090-2BD1-3FBD-4EFA20B68E9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363287" y="2820753"/>
                <a:ext cx="317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693FB00-40DB-10E2-2377-AACDFCA5A2E1}"/>
                  </a:ext>
                </a:extLst>
              </p14:cNvPr>
              <p14:cNvContentPartPr/>
              <p14:nvPr/>
            </p14:nvContentPartPr>
            <p14:xfrm>
              <a:off x="1911567" y="2691513"/>
              <a:ext cx="200880" cy="172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693FB00-40DB-10E2-2377-AACDFCA5A2E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902567" y="2682513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1985A71-159F-18C6-CEE8-496905523F9E}"/>
                  </a:ext>
                </a:extLst>
              </p14:cNvPr>
              <p14:cNvContentPartPr/>
              <p14:nvPr/>
            </p14:nvContentPartPr>
            <p14:xfrm>
              <a:off x="2060607" y="2722833"/>
              <a:ext cx="66600" cy="392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1985A71-159F-18C6-CEE8-496905523F9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051607" y="2714193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F6E6F0B-0F76-3F02-C4AF-56F6816C0019}"/>
                  </a:ext>
                </a:extLst>
              </p14:cNvPr>
              <p14:cNvContentPartPr/>
              <p14:nvPr/>
            </p14:nvContentPartPr>
            <p14:xfrm>
              <a:off x="2172207" y="2708073"/>
              <a:ext cx="12240" cy="181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F6E6F0B-0F76-3F02-C4AF-56F6816C001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163567" y="2699433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67F8511-FBB7-AD69-E6A8-A55D40EDBF36}"/>
                  </a:ext>
                </a:extLst>
              </p14:cNvPr>
              <p14:cNvContentPartPr/>
              <p14:nvPr/>
            </p14:nvContentPartPr>
            <p14:xfrm>
              <a:off x="2155647" y="2775393"/>
              <a:ext cx="244440" cy="93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67F8511-FBB7-AD69-E6A8-A55D40EDBF3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146647" y="2766753"/>
                <a:ext cx="26208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3CA8C37-D8D9-5FC5-001E-DEAC79B1498B}"/>
              </a:ext>
            </a:extLst>
          </p:cNvPr>
          <p:cNvGrpSpPr/>
          <p:nvPr/>
        </p:nvGrpSpPr>
        <p:grpSpPr>
          <a:xfrm>
            <a:off x="2616087" y="2678193"/>
            <a:ext cx="358200" cy="172800"/>
            <a:chOff x="2616087" y="2678193"/>
            <a:chExt cx="35820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1A41776-A2C7-51C7-AF55-CD195B30C87C}"/>
                    </a:ext>
                  </a:extLst>
                </p14:cNvPr>
                <p14:cNvContentPartPr/>
                <p14:nvPr/>
              </p14:nvContentPartPr>
              <p14:xfrm>
                <a:off x="2644167" y="2681073"/>
                <a:ext cx="33480" cy="16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1A41776-A2C7-51C7-AF55-CD195B30C8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35167" y="2672073"/>
                  <a:ext cx="51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9056826-48F4-AAED-8085-DFE782ED3D28}"/>
                    </a:ext>
                  </a:extLst>
                </p14:cNvPr>
                <p14:cNvContentPartPr/>
                <p14:nvPr/>
              </p14:nvContentPartPr>
              <p14:xfrm>
                <a:off x="2616087" y="2745153"/>
                <a:ext cx="136080" cy="31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9056826-48F4-AAED-8085-DFE782ED3D2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07087" y="2736153"/>
                  <a:ext cx="15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B02F03-6388-40D8-4967-A8784BE54F36}"/>
                    </a:ext>
                  </a:extLst>
                </p14:cNvPr>
                <p14:cNvContentPartPr/>
                <p14:nvPr/>
              </p14:nvContentPartPr>
              <p14:xfrm>
                <a:off x="2712567" y="2678193"/>
                <a:ext cx="261720" cy="142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B02F03-6388-40D8-4967-A8784BE54F3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03927" y="2669553"/>
                  <a:ext cx="2793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F27D55A-5FF0-2AA0-D796-C4682348468C}"/>
              </a:ext>
            </a:extLst>
          </p:cNvPr>
          <p:cNvGrpSpPr/>
          <p:nvPr/>
        </p:nvGrpSpPr>
        <p:grpSpPr>
          <a:xfrm>
            <a:off x="4611927" y="2664153"/>
            <a:ext cx="434520" cy="139680"/>
            <a:chOff x="4611927" y="2664153"/>
            <a:chExt cx="43452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C0E77B-7B19-FE6B-E15F-D980A1103BED}"/>
                    </a:ext>
                  </a:extLst>
                </p14:cNvPr>
                <p14:cNvContentPartPr/>
                <p14:nvPr/>
              </p14:nvContentPartPr>
              <p14:xfrm>
                <a:off x="4611927" y="2712033"/>
                <a:ext cx="84600" cy="20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C0E77B-7B19-FE6B-E15F-D980A1103B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02927" y="2703393"/>
                  <a:ext cx="102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3C0C46-6BBA-7323-8434-53A7CC3FE958}"/>
                    </a:ext>
                  </a:extLst>
                </p14:cNvPr>
                <p14:cNvContentPartPr/>
                <p14:nvPr/>
              </p14:nvContentPartPr>
              <p14:xfrm>
                <a:off x="4634967" y="2664153"/>
                <a:ext cx="40680" cy="139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3C0C46-6BBA-7323-8434-53A7CC3FE95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25967" y="2655153"/>
                  <a:ext cx="58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830D65-2CA3-CAA5-A034-4E3762803AAD}"/>
                    </a:ext>
                  </a:extLst>
                </p14:cNvPr>
                <p14:cNvContentPartPr/>
                <p14:nvPr/>
              </p14:nvContentPartPr>
              <p14:xfrm>
                <a:off x="4754847" y="2691513"/>
                <a:ext cx="291600" cy="101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830D65-2CA3-CAA5-A034-4E3762803AA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45847" y="2682513"/>
                  <a:ext cx="30924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C87FEAD-2A20-60BC-4703-39E9084141F7}"/>
                  </a:ext>
                </a:extLst>
              </p14:cNvPr>
              <p14:cNvContentPartPr/>
              <p14:nvPr/>
            </p14:nvContentPartPr>
            <p14:xfrm>
              <a:off x="1473087" y="3247353"/>
              <a:ext cx="8640" cy="1393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C87FEAD-2A20-60BC-4703-39E9084141F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64447" y="3238353"/>
                <a:ext cx="2628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8069AA-577C-1B07-308A-282592E2BFA4}"/>
              </a:ext>
            </a:extLst>
          </p:cNvPr>
          <p:cNvGrpSpPr/>
          <p:nvPr/>
        </p:nvGrpSpPr>
        <p:grpSpPr>
          <a:xfrm>
            <a:off x="1403607" y="3172833"/>
            <a:ext cx="1060560" cy="276480"/>
            <a:chOff x="1403607" y="3172833"/>
            <a:chExt cx="106056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7FC6AA-440C-31EC-1AC4-0728B5D1C4B4}"/>
                    </a:ext>
                  </a:extLst>
                </p14:cNvPr>
                <p14:cNvContentPartPr/>
                <p14:nvPr/>
              </p14:nvContentPartPr>
              <p14:xfrm>
                <a:off x="1403607" y="3224673"/>
                <a:ext cx="261000" cy="156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7FC6AA-440C-31EC-1AC4-0728B5D1C4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94967" y="3216033"/>
                  <a:ext cx="2786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14D7F21-72C4-A32E-A524-A865EE9BDD8D}"/>
                    </a:ext>
                  </a:extLst>
                </p14:cNvPr>
                <p14:cNvContentPartPr/>
                <p14:nvPr/>
              </p14:nvContentPartPr>
              <p14:xfrm>
                <a:off x="1673607" y="3298113"/>
                <a:ext cx="133920" cy="72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14D7F21-72C4-A32E-A524-A865EE9BDD8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64967" y="3289473"/>
                  <a:ext cx="151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3D9F30D-E9E5-5783-6D56-D88D4D894AF0}"/>
                    </a:ext>
                  </a:extLst>
                </p14:cNvPr>
                <p14:cNvContentPartPr/>
                <p14:nvPr/>
              </p14:nvContentPartPr>
              <p14:xfrm>
                <a:off x="1991487" y="3276153"/>
                <a:ext cx="32760" cy="173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3D9F30D-E9E5-5783-6D56-D88D4D894AF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82847" y="3267153"/>
                  <a:ext cx="50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E6024F-FF9C-D937-F386-9292C9FC65F8}"/>
                    </a:ext>
                  </a:extLst>
                </p14:cNvPr>
                <p14:cNvContentPartPr/>
                <p14:nvPr/>
              </p14:nvContentPartPr>
              <p14:xfrm>
                <a:off x="1981767" y="3289113"/>
                <a:ext cx="120240" cy="92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7E6024F-FF9C-D937-F386-9292C9FC65F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72767" y="3280113"/>
                  <a:ext cx="137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EC04AA-86D5-29CA-68EC-66DC0F179050}"/>
                    </a:ext>
                  </a:extLst>
                </p14:cNvPr>
                <p14:cNvContentPartPr/>
                <p14:nvPr/>
              </p14:nvContentPartPr>
              <p14:xfrm>
                <a:off x="2126127" y="3172833"/>
                <a:ext cx="157320" cy="211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EC04AA-86D5-29CA-68EC-66DC0F1790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17487" y="3163833"/>
                  <a:ext cx="174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D0B006-8FE6-B028-B5CF-9E568A641B2A}"/>
                    </a:ext>
                  </a:extLst>
                </p14:cNvPr>
                <p14:cNvContentPartPr/>
                <p14:nvPr/>
              </p14:nvContentPartPr>
              <p14:xfrm>
                <a:off x="2259687" y="3301353"/>
                <a:ext cx="204480" cy="72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D0B006-8FE6-B028-B5CF-9E568A641B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251047" y="3292713"/>
                  <a:ext cx="22212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9A9ADAE-95A3-0806-A453-9B49FC14C66D}"/>
              </a:ext>
            </a:extLst>
          </p:cNvPr>
          <p:cNvGrpSpPr/>
          <p:nvPr/>
        </p:nvGrpSpPr>
        <p:grpSpPr>
          <a:xfrm>
            <a:off x="2606727" y="3117753"/>
            <a:ext cx="1521360" cy="406080"/>
            <a:chOff x="2606727" y="3117753"/>
            <a:chExt cx="152136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C78003-D5A0-1246-42F8-7F6C70CADA2A}"/>
                    </a:ext>
                  </a:extLst>
                </p14:cNvPr>
                <p14:cNvContentPartPr/>
                <p14:nvPr/>
              </p14:nvContentPartPr>
              <p14:xfrm>
                <a:off x="2606727" y="3278313"/>
                <a:ext cx="148320" cy="81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C78003-D5A0-1246-42F8-7F6C70CADA2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98087" y="3269673"/>
                  <a:ext cx="165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416A36-2701-FFD5-0D42-586179946AA2}"/>
                    </a:ext>
                  </a:extLst>
                </p14:cNvPr>
                <p14:cNvContentPartPr/>
                <p14:nvPr/>
              </p14:nvContentPartPr>
              <p14:xfrm>
                <a:off x="2799687" y="3275073"/>
                <a:ext cx="136080" cy="77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416A36-2701-FFD5-0D42-586179946AA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90687" y="3266433"/>
                  <a:ext cx="153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B0225C-DF84-FE82-FC4F-7C06E107D37F}"/>
                    </a:ext>
                  </a:extLst>
                </p14:cNvPr>
                <p14:cNvContentPartPr/>
                <p14:nvPr/>
              </p14:nvContentPartPr>
              <p14:xfrm>
                <a:off x="2950887" y="3256353"/>
                <a:ext cx="75600" cy="11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B0225C-DF84-FE82-FC4F-7C06E107D37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41887" y="3247713"/>
                  <a:ext cx="93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1AE0EA-28C8-3104-7513-A3B0CB6D11B1}"/>
                    </a:ext>
                  </a:extLst>
                </p14:cNvPr>
                <p14:cNvContentPartPr/>
                <p14:nvPr/>
              </p14:nvContentPartPr>
              <p14:xfrm>
                <a:off x="3191727" y="3252753"/>
                <a:ext cx="115920" cy="9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1AE0EA-28C8-3104-7513-A3B0CB6D11B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83087" y="3243753"/>
                  <a:ext cx="133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62065FF-8513-7A4B-DA32-0D384BA2B58E}"/>
                    </a:ext>
                  </a:extLst>
                </p14:cNvPr>
                <p14:cNvContentPartPr/>
                <p14:nvPr/>
              </p14:nvContentPartPr>
              <p14:xfrm>
                <a:off x="3332847" y="3265713"/>
                <a:ext cx="62640" cy="78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62065FF-8513-7A4B-DA32-0D384BA2B5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23847" y="3257073"/>
                  <a:ext cx="80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4E061E8-92F0-AEF9-ABFC-320F1DCF4FCD}"/>
                    </a:ext>
                  </a:extLst>
                </p14:cNvPr>
                <p14:cNvContentPartPr/>
                <p14:nvPr/>
              </p14:nvContentPartPr>
              <p14:xfrm>
                <a:off x="3433287" y="3189033"/>
                <a:ext cx="63000" cy="150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4E061E8-92F0-AEF9-ABFC-320F1DCF4FC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24287" y="3180033"/>
                  <a:ext cx="80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A8D8C4-8A90-AD22-4E2D-E976E982FEB1}"/>
                    </a:ext>
                  </a:extLst>
                </p14:cNvPr>
                <p14:cNvContentPartPr/>
                <p14:nvPr/>
              </p14:nvContentPartPr>
              <p14:xfrm>
                <a:off x="3438327" y="3247713"/>
                <a:ext cx="74160" cy="20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A8D8C4-8A90-AD22-4E2D-E976E982FEB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29687" y="3238713"/>
                  <a:ext cx="91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173D34-67A9-5725-0C92-583FAB6BCC29}"/>
                    </a:ext>
                  </a:extLst>
                </p14:cNvPr>
                <p14:cNvContentPartPr/>
                <p14:nvPr/>
              </p14:nvContentPartPr>
              <p14:xfrm>
                <a:off x="3647487" y="3272553"/>
                <a:ext cx="355680" cy="251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173D34-67A9-5725-0C92-583FAB6BCC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38847" y="3263553"/>
                  <a:ext cx="373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CFDCCAB-DDB8-A32C-FA0F-18A2A607D7F2}"/>
                    </a:ext>
                  </a:extLst>
                </p14:cNvPr>
                <p14:cNvContentPartPr/>
                <p14:nvPr/>
              </p14:nvContentPartPr>
              <p14:xfrm>
                <a:off x="4023687" y="3117753"/>
                <a:ext cx="104400" cy="381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CFDCCAB-DDB8-A32C-FA0F-18A2A607D7F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15047" y="3108753"/>
                  <a:ext cx="122040" cy="39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584AF9-38A9-9673-AA79-B04891D98069}"/>
              </a:ext>
            </a:extLst>
          </p:cNvPr>
          <p:cNvGrpSpPr/>
          <p:nvPr/>
        </p:nvGrpSpPr>
        <p:grpSpPr>
          <a:xfrm>
            <a:off x="4618047" y="3212793"/>
            <a:ext cx="383040" cy="101520"/>
            <a:chOff x="4618047" y="3212793"/>
            <a:chExt cx="38304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4C2AD01-5B01-F4AC-11F4-515200DB6605}"/>
                    </a:ext>
                  </a:extLst>
                </p14:cNvPr>
                <p14:cNvContentPartPr/>
                <p14:nvPr/>
              </p14:nvContentPartPr>
              <p14:xfrm>
                <a:off x="4618047" y="3280473"/>
                <a:ext cx="88560" cy="12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4C2AD01-5B01-F4AC-11F4-515200DB660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09047" y="3271833"/>
                  <a:ext cx="106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E78809B-979D-BF40-D4FF-36C1B84CE483}"/>
                    </a:ext>
                  </a:extLst>
                </p14:cNvPr>
                <p14:cNvContentPartPr/>
                <p14:nvPr/>
              </p14:nvContentPartPr>
              <p14:xfrm>
                <a:off x="4745847" y="3212793"/>
                <a:ext cx="255240" cy="10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E78809B-979D-BF40-D4FF-36C1B84CE4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36847" y="3204153"/>
                  <a:ext cx="27288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B97EBF2-04FB-A43C-4F78-BC64D577E263}"/>
              </a:ext>
            </a:extLst>
          </p:cNvPr>
          <p:cNvGrpSpPr/>
          <p:nvPr/>
        </p:nvGrpSpPr>
        <p:grpSpPr>
          <a:xfrm>
            <a:off x="4296567" y="1124073"/>
            <a:ext cx="691560" cy="277560"/>
            <a:chOff x="4296567" y="1124073"/>
            <a:chExt cx="69156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C25A7ED-C493-A579-DA72-68DABE566780}"/>
                    </a:ext>
                  </a:extLst>
                </p14:cNvPr>
                <p14:cNvContentPartPr/>
                <p14:nvPr/>
              </p14:nvContentPartPr>
              <p14:xfrm>
                <a:off x="4554327" y="1124073"/>
                <a:ext cx="137880" cy="200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C25A7ED-C493-A579-DA72-68DABE56678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45327" y="1115433"/>
                  <a:ext cx="155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E6DC2CA-413A-4D45-4F47-1DE6E8AF03AA}"/>
                    </a:ext>
                  </a:extLst>
                </p14:cNvPr>
                <p14:cNvContentPartPr/>
                <p14:nvPr/>
              </p14:nvContentPartPr>
              <p14:xfrm>
                <a:off x="4296567" y="1371033"/>
                <a:ext cx="691560" cy="30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E6DC2CA-413A-4D45-4F47-1DE6E8AF03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87567" y="1362393"/>
                  <a:ext cx="7092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F34A51D-3C3F-7014-194D-94A529C00565}"/>
                  </a:ext>
                </a:extLst>
              </p14:cNvPr>
              <p14:cNvContentPartPr/>
              <p14:nvPr/>
            </p14:nvContentPartPr>
            <p14:xfrm rot="10684570">
              <a:off x="3856973" y="1723657"/>
              <a:ext cx="15908" cy="23392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F34A51D-3C3F-7014-194D-94A529C0056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 rot="10684570">
                <a:off x="3848135" y="1714796"/>
                <a:ext cx="33230" cy="40759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7AEA1C9-8A9E-37B8-1D36-B37FACF44243}"/>
              </a:ext>
            </a:extLst>
          </p:cNvPr>
          <p:cNvGrpSpPr/>
          <p:nvPr/>
        </p:nvGrpSpPr>
        <p:grpSpPr>
          <a:xfrm>
            <a:off x="3113607" y="2070873"/>
            <a:ext cx="47880" cy="274320"/>
            <a:chOff x="3113607" y="2070873"/>
            <a:chExt cx="4788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9C2CFE5-78ED-C830-C1EC-041F33345C1F}"/>
                    </a:ext>
                  </a:extLst>
                </p14:cNvPr>
                <p14:cNvContentPartPr/>
                <p14:nvPr/>
              </p14:nvContentPartPr>
              <p14:xfrm>
                <a:off x="3116487" y="2070873"/>
                <a:ext cx="17280" cy="187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9C2CFE5-78ED-C830-C1EC-041F33345C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07487" y="2061873"/>
                  <a:ext cx="34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1611E33-6D60-E2BC-4693-0107B7399532}"/>
                    </a:ext>
                  </a:extLst>
                </p14:cNvPr>
                <p14:cNvContentPartPr/>
                <p14:nvPr/>
              </p14:nvContentPartPr>
              <p14:xfrm>
                <a:off x="3113607" y="2304873"/>
                <a:ext cx="47880" cy="40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1611E33-6D60-E2BC-4693-0107B73995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04967" y="2296233"/>
                  <a:ext cx="655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5C07ED1-AED2-EC85-6080-F9334CEF7C2D}"/>
              </a:ext>
            </a:extLst>
          </p:cNvPr>
          <p:cNvGrpSpPr/>
          <p:nvPr/>
        </p:nvGrpSpPr>
        <p:grpSpPr>
          <a:xfrm>
            <a:off x="3174447" y="2657313"/>
            <a:ext cx="787320" cy="237600"/>
            <a:chOff x="3174447" y="2657313"/>
            <a:chExt cx="7873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6A9D7AA-C31B-3162-77BA-86588E57CF28}"/>
                    </a:ext>
                  </a:extLst>
                </p14:cNvPr>
                <p14:cNvContentPartPr/>
                <p14:nvPr/>
              </p14:nvContentPartPr>
              <p14:xfrm>
                <a:off x="3174447" y="2657313"/>
                <a:ext cx="234720" cy="183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6A9D7AA-C31B-3162-77BA-86588E57CF2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65807" y="2648673"/>
                  <a:ext cx="252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FBE46B-19BB-70D6-6409-DA8F58FACE5F}"/>
                    </a:ext>
                  </a:extLst>
                </p14:cNvPr>
                <p14:cNvContentPartPr/>
                <p14:nvPr/>
              </p14:nvContentPartPr>
              <p14:xfrm>
                <a:off x="3448407" y="2705193"/>
                <a:ext cx="52200" cy="105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FBE46B-19BB-70D6-6409-DA8F58FACE5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39407" y="2696553"/>
                  <a:ext cx="69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8671D9A-A145-96D7-C80E-F8EB0EFBD599}"/>
                    </a:ext>
                  </a:extLst>
                </p14:cNvPr>
                <p14:cNvContentPartPr/>
                <p14:nvPr/>
              </p14:nvContentPartPr>
              <p14:xfrm>
                <a:off x="3450567" y="2735793"/>
                <a:ext cx="75240" cy="1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8671D9A-A145-96D7-C80E-F8EB0EFBD59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41567" y="2726793"/>
                  <a:ext cx="92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E14CBE-A138-AEC9-C671-E3D44C1CD086}"/>
                    </a:ext>
                  </a:extLst>
                </p14:cNvPr>
                <p14:cNvContentPartPr/>
                <p14:nvPr/>
              </p14:nvContentPartPr>
              <p14:xfrm>
                <a:off x="3526887" y="2717073"/>
                <a:ext cx="110520" cy="91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E14CBE-A138-AEC9-C671-E3D44C1CD08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18247" y="2708073"/>
                  <a:ext cx="128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B03D5E4-20CE-ABFE-861D-37D84BDF3E7A}"/>
                    </a:ext>
                  </a:extLst>
                </p14:cNvPr>
                <p14:cNvContentPartPr/>
                <p14:nvPr/>
              </p14:nvContentPartPr>
              <p14:xfrm>
                <a:off x="3654327" y="2680353"/>
                <a:ext cx="34560" cy="214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B03D5E4-20CE-ABFE-861D-37D84BDF3E7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45687" y="2671353"/>
                  <a:ext cx="52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5881647-BBDD-EC1B-5F39-707D16382135}"/>
                    </a:ext>
                  </a:extLst>
                </p14:cNvPr>
                <p14:cNvContentPartPr/>
                <p14:nvPr/>
              </p14:nvContentPartPr>
              <p14:xfrm>
                <a:off x="3768087" y="2816793"/>
                <a:ext cx="3600" cy="6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5881647-BBDD-EC1B-5F39-707D163821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59447" y="2807793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9592ABD-631B-D6C4-5D1E-B5E17D30FD55}"/>
                    </a:ext>
                  </a:extLst>
                </p14:cNvPr>
                <p14:cNvContentPartPr/>
                <p14:nvPr/>
              </p14:nvContentPartPr>
              <p14:xfrm>
                <a:off x="3789687" y="2725713"/>
                <a:ext cx="34920" cy="34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9592ABD-631B-D6C4-5D1E-B5E17D30FD5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781047" y="2717073"/>
                  <a:ext cx="52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DC2922B-2599-2663-AE29-70B2ECDED2D2}"/>
                    </a:ext>
                  </a:extLst>
                </p14:cNvPr>
                <p14:cNvContentPartPr/>
                <p14:nvPr/>
              </p14:nvContentPartPr>
              <p14:xfrm>
                <a:off x="3873567" y="2730393"/>
                <a:ext cx="23040" cy="24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DC2922B-2599-2663-AE29-70B2ECDED2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64927" y="2721393"/>
                  <a:ext cx="40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7EE0E2-11A1-12B0-5215-1ECE16DBD62A}"/>
                    </a:ext>
                  </a:extLst>
                </p14:cNvPr>
                <p14:cNvContentPartPr/>
                <p14:nvPr/>
              </p14:nvContentPartPr>
              <p14:xfrm>
                <a:off x="3787527" y="2813193"/>
                <a:ext cx="116280" cy="30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7EE0E2-11A1-12B0-5215-1ECE16DBD62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78527" y="2804553"/>
                  <a:ext cx="133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7D57181-5272-A475-14B9-7FD7AC56C39D}"/>
                    </a:ext>
                  </a:extLst>
                </p14:cNvPr>
                <p14:cNvContentPartPr/>
                <p14:nvPr/>
              </p14:nvContentPartPr>
              <p14:xfrm>
                <a:off x="3807327" y="2665593"/>
                <a:ext cx="107280" cy="65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7D57181-5272-A475-14B9-7FD7AC56C39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798687" y="2656593"/>
                  <a:ext cx="124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5AAD2F0-B8C3-1086-47A1-C781937AAA2C}"/>
                    </a:ext>
                  </a:extLst>
                </p14:cNvPr>
                <p14:cNvContentPartPr/>
                <p14:nvPr/>
              </p14:nvContentPartPr>
              <p14:xfrm>
                <a:off x="3786087" y="2673153"/>
                <a:ext cx="175680" cy="196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5AAD2F0-B8C3-1086-47A1-C781937AAA2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777087" y="2664153"/>
                  <a:ext cx="19332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F491BDE-47C0-E637-A99C-E62313441635}"/>
                  </a:ext>
                </a:extLst>
              </p14:cNvPr>
              <p14:cNvContentPartPr/>
              <p14:nvPr/>
            </p14:nvContentPartPr>
            <p14:xfrm>
              <a:off x="5305647" y="3693753"/>
              <a:ext cx="360" cy="3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F491BDE-47C0-E637-A99C-E623134416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6647" y="36851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D59F6E-115F-893E-ED35-EFA201704BED}"/>
                  </a:ext>
                </a:extLst>
              </p14:cNvPr>
              <p14:cNvContentPartPr/>
              <p14:nvPr/>
            </p14:nvContentPartPr>
            <p14:xfrm>
              <a:off x="8466550" y="4224469"/>
              <a:ext cx="360" cy="3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D59F6E-115F-893E-ED35-EFA201704B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57550" y="421582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835BC75-517D-BC9E-33B1-FF70E2921038}"/>
                  </a:ext>
                </a:extLst>
              </p14:cNvPr>
              <p14:cNvContentPartPr/>
              <p14:nvPr/>
            </p14:nvContentPartPr>
            <p14:xfrm>
              <a:off x="7570510" y="3069589"/>
              <a:ext cx="7200" cy="1530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835BC75-517D-BC9E-33B1-FF70E29210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61870" y="3060589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0DCA9DD-CF7B-6757-1D0E-EE7038C08C13}"/>
                  </a:ext>
                </a:extLst>
              </p14:cNvPr>
              <p14:cNvContentPartPr/>
              <p14:nvPr/>
            </p14:nvContentPartPr>
            <p14:xfrm>
              <a:off x="7432630" y="3019549"/>
              <a:ext cx="407160" cy="1713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0DCA9DD-CF7B-6757-1D0E-EE7038C08C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23630" y="3010549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8C6A9D3-F2C1-7502-C596-59C94C5D3FC0}"/>
                  </a:ext>
                </a:extLst>
              </p14:cNvPr>
              <p14:cNvContentPartPr/>
              <p14:nvPr/>
            </p14:nvContentPartPr>
            <p14:xfrm>
              <a:off x="7844470" y="3091189"/>
              <a:ext cx="50040" cy="802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8C6A9D3-F2C1-7502-C596-59C94C5D3FC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35470" y="3082189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2B15AC-220F-1524-130E-4E2436B697B4}"/>
                  </a:ext>
                </a:extLst>
              </p14:cNvPr>
              <p14:cNvContentPartPr/>
              <p14:nvPr/>
            </p14:nvContentPartPr>
            <p14:xfrm>
              <a:off x="7915750" y="3131869"/>
              <a:ext cx="28080" cy="568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2B15AC-220F-1524-130E-4E2436B697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06750" y="3122869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82B65D1-DDBC-0B71-A061-D66EA779B947}"/>
                  </a:ext>
                </a:extLst>
              </p14:cNvPr>
              <p14:cNvContentPartPr/>
              <p14:nvPr/>
            </p14:nvContentPartPr>
            <p14:xfrm>
              <a:off x="7942030" y="3088669"/>
              <a:ext cx="7200" cy="4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82B65D1-DDBC-0B71-A061-D66EA779B94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33030" y="3079669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D3C545F-3BCB-EAEE-0B61-B1C34518D837}"/>
                  </a:ext>
                </a:extLst>
              </p14:cNvPr>
              <p14:cNvContentPartPr/>
              <p14:nvPr/>
            </p14:nvContentPartPr>
            <p14:xfrm>
              <a:off x="7966510" y="3072829"/>
              <a:ext cx="268920" cy="957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D3C545F-3BCB-EAEE-0B61-B1C34518D83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57510" y="3064189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86FAF50-4743-5173-7CE9-BC3A778E4F53}"/>
                  </a:ext>
                </a:extLst>
              </p14:cNvPr>
              <p14:cNvContentPartPr/>
              <p14:nvPr/>
            </p14:nvContentPartPr>
            <p14:xfrm>
              <a:off x="7379350" y="3245269"/>
              <a:ext cx="1058760" cy="424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86FAF50-4743-5173-7CE9-BC3A778E4F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70350" y="3236269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0B878C4-7C0F-C877-DD33-8B72327A98FD}"/>
                  </a:ext>
                </a:extLst>
              </p14:cNvPr>
              <p14:cNvContentPartPr/>
              <p14:nvPr/>
            </p14:nvContentPartPr>
            <p14:xfrm>
              <a:off x="7092430" y="3580429"/>
              <a:ext cx="23760" cy="112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0B878C4-7C0F-C877-DD33-8B72327A98F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83430" y="3571429"/>
                <a:ext cx="414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2C04964-EA21-EEB6-F029-88210173BFD3}"/>
                  </a:ext>
                </a:extLst>
              </p14:cNvPr>
              <p14:cNvContentPartPr/>
              <p14:nvPr/>
            </p14:nvContentPartPr>
            <p14:xfrm>
              <a:off x="7058230" y="3579349"/>
              <a:ext cx="131760" cy="259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2C04964-EA21-EEB6-F029-88210173BFD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49230" y="3570709"/>
                <a:ext cx="1494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A09AD3F-8B5D-60ED-2B7E-1651BE579C69}"/>
                  </a:ext>
                </a:extLst>
              </p14:cNvPr>
              <p14:cNvContentPartPr/>
              <p14:nvPr/>
            </p14:nvContentPartPr>
            <p14:xfrm>
              <a:off x="7012870" y="3703189"/>
              <a:ext cx="202680" cy="309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A09AD3F-8B5D-60ED-2B7E-1651BE579C6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04230" y="3694189"/>
                <a:ext cx="220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86AEE9D-2AFA-D4EB-6E49-7BD15EBA4E9A}"/>
                  </a:ext>
                </a:extLst>
              </p14:cNvPr>
              <p14:cNvContentPartPr/>
              <p14:nvPr/>
            </p14:nvContentPartPr>
            <p14:xfrm>
              <a:off x="7386910" y="3549469"/>
              <a:ext cx="311400" cy="1980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86AEE9D-2AFA-D4EB-6E49-7BD15EBA4E9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77910" y="3540829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CDE396F-EFBE-C8D4-E660-28CB55F07C8D}"/>
                  </a:ext>
                </a:extLst>
              </p14:cNvPr>
              <p14:cNvContentPartPr/>
              <p14:nvPr/>
            </p14:nvContentPartPr>
            <p14:xfrm>
              <a:off x="7660510" y="3649189"/>
              <a:ext cx="207720" cy="860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CDE396F-EFBE-C8D4-E660-28CB55F07C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51870" y="3640189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49A5B4F-253C-4C19-A976-482A3E9AF242}"/>
                  </a:ext>
                </a:extLst>
              </p14:cNvPr>
              <p14:cNvContentPartPr/>
              <p14:nvPr/>
            </p14:nvContentPartPr>
            <p14:xfrm>
              <a:off x="8107270" y="3584389"/>
              <a:ext cx="32760" cy="165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49A5B4F-253C-4C19-A976-482A3E9AF24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098630" y="3575389"/>
                <a:ext cx="504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ECA2596-7D15-0ABE-B7B9-8C5CE542E998}"/>
                  </a:ext>
                </a:extLst>
              </p14:cNvPr>
              <p14:cNvContentPartPr/>
              <p14:nvPr/>
            </p14:nvContentPartPr>
            <p14:xfrm>
              <a:off x="8053270" y="3543709"/>
              <a:ext cx="471600" cy="192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ECA2596-7D15-0ABE-B7B9-8C5CE542E99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44630" y="3534709"/>
                <a:ext cx="4892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FDD852A9-5043-231C-574C-1C1A1166A79A}"/>
                  </a:ext>
                </a:extLst>
              </p14:cNvPr>
              <p14:cNvContentPartPr/>
              <p14:nvPr/>
            </p14:nvContentPartPr>
            <p14:xfrm>
              <a:off x="8470510" y="3640189"/>
              <a:ext cx="95760" cy="21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FDD852A9-5043-231C-574C-1C1A1166A7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461870" y="3631549"/>
                <a:ext cx="113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DF6D5A2-C719-2EE3-8194-FA76966B32A4}"/>
                  </a:ext>
                </a:extLst>
              </p14:cNvPr>
              <p14:cNvContentPartPr/>
              <p14:nvPr/>
            </p14:nvContentPartPr>
            <p14:xfrm>
              <a:off x="8734750" y="3649549"/>
              <a:ext cx="7560" cy="181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DF6D5A2-C719-2EE3-8194-FA76966B32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725750" y="3640549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4D5781C-9BBA-231D-CF04-13C736C77E5C}"/>
                  </a:ext>
                </a:extLst>
              </p14:cNvPr>
              <p14:cNvContentPartPr/>
              <p14:nvPr/>
            </p14:nvContentPartPr>
            <p14:xfrm>
              <a:off x="8729350" y="3656029"/>
              <a:ext cx="64800" cy="817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4D5781C-9BBA-231D-CF04-13C736C77E5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20710" y="3647389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E603EB4-305A-27D1-1687-530DF7783ABB}"/>
                  </a:ext>
                </a:extLst>
              </p14:cNvPr>
              <p14:cNvContentPartPr/>
              <p14:nvPr/>
            </p14:nvContentPartPr>
            <p14:xfrm>
              <a:off x="8823670" y="3569269"/>
              <a:ext cx="65160" cy="1609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E603EB4-305A-27D1-1687-530DF7783AB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14670" y="3560269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31D4170-7483-A28D-2646-47285CCB8B50}"/>
                  </a:ext>
                </a:extLst>
              </p14:cNvPr>
              <p14:cNvContentPartPr/>
              <p14:nvPr/>
            </p14:nvContentPartPr>
            <p14:xfrm>
              <a:off x="8904670" y="3641269"/>
              <a:ext cx="162000" cy="748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31D4170-7483-A28D-2646-47285CCB8B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96030" y="3632269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5926827-BFB9-8A80-D52F-DE963D0B8193}"/>
                  </a:ext>
                </a:extLst>
              </p14:cNvPr>
              <p14:cNvContentPartPr/>
              <p14:nvPr/>
            </p14:nvContentPartPr>
            <p14:xfrm>
              <a:off x="9059110" y="3607429"/>
              <a:ext cx="305640" cy="990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5926827-BFB9-8A80-D52F-DE963D0B81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050110" y="3598429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83D5EBD-0047-0B09-215E-FAA7D7D23363}"/>
                  </a:ext>
                </a:extLst>
              </p14:cNvPr>
              <p14:cNvContentPartPr/>
              <p14:nvPr/>
            </p14:nvContentPartPr>
            <p14:xfrm>
              <a:off x="10028950" y="3657469"/>
              <a:ext cx="117360" cy="57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83D5EBD-0047-0B09-215E-FAA7D7D2336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019950" y="3648829"/>
                <a:ext cx="135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740075F-6DE5-8FA1-A358-E8D820D7EBF9}"/>
                  </a:ext>
                </a:extLst>
              </p14:cNvPr>
              <p14:cNvContentPartPr/>
              <p14:nvPr/>
            </p14:nvContentPartPr>
            <p14:xfrm>
              <a:off x="10185190" y="3617509"/>
              <a:ext cx="88200" cy="932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740075F-6DE5-8FA1-A358-E8D820D7EBF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76190" y="3608509"/>
                <a:ext cx="105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290621A-BA76-5403-DFFE-92DC34E30266}"/>
                  </a:ext>
                </a:extLst>
              </p14:cNvPr>
              <p14:cNvContentPartPr/>
              <p14:nvPr/>
            </p14:nvContentPartPr>
            <p14:xfrm>
              <a:off x="10290310" y="3609589"/>
              <a:ext cx="111240" cy="928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290621A-BA76-5403-DFFE-92DC34E3026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281670" y="3600949"/>
                <a:ext cx="128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495EABB-8620-377E-D04C-E68AAEBB304A}"/>
                  </a:ext>
                </a:extLst>
              </p14:cNvPr>
              <p14:cNvContentPartPr/>
              <p14:nvPr/>
            </p14:nvContentPartPr>
            <p14:xfrm>
              <a:off x="7060030" y="4085509"/>
              <a:ext cx="16920" cy="1342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495EABB-8620-377E-D04C-E68AAEBB30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51390" y="4076509"/>
                <a:ext cx="34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A4082F3-CD68-5B80-2DED-766276B56A71}"/>
                  </a:ext>
                </a:extLst>
              </p14:cNvPr>
              <p14:cNvContentPartPr/>
              <p14:nvPr/>
            </p14:nvContentPartPr>
            <p14:xfrm>
              <a:off x="6993790" y="4078669"/>
              <a:ext cx="180360" cy="255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A4082F3-CD68-5B80-2DED-766276B56A7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84790" y="4070029"/>
                <a:ext cx="198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F17775D-50BC-7E4E-D094-0700158F1684}"/>
                  </a:ext>
                </a:extLst>
              </p14:cNvPr>
              <p14:cNvContentPartPr/>
              <p14:nvPr/>
            </p14:nvContentPartPr>
            <p14:xfrm>
              <a:off x="6957430" y="4224829"/>
              <a:ext cx="220320" cy="302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F17775D-50BC-7E4E-D094-0700158F168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48790" y="4216189"/>
                <a:ext cx="237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BAD966A-8581-8235-0D62-43FE0D586AFC}"/>
                  </a:ext>
                </a:extLst>
              </p14:cNvPr>
              <p14:cNvContentPartPr/>
              <p14:nvPr/>
            </p14:nvContentPartPr>
            <p14:xfrm>
              <a:off x="7394830" y="4068949"/>
              <a:ext cx="169200" cy="1782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BAD966A-8581-8235-0D62-43FE0D586A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85830" y="4059949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8EBE1EE-BCBB-8314-279B-74BDF602BC41}"/>
                  </a:ext>
                </a:extLst>
              </p14:cNvPr>
              <p14:cNvContentPartPr/>
              <p14:nvPr/>
            </p14:nvContentPartPr>
            <p14:xfrm>
              <a:off x="7588870" y="4164709"/>
              <a:ext cx="69120" cy="694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8EBE1EE-BCBB-8314-279B-74BDF602BC4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80230" y="4155709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9D5B2B3-D66B-519E-882A-5887FB324B6B}"/>
                  </a:ext>
                </a:extLst>
              </p14:cNvPr>
              <p14:cNvContentPartPr/>
              <p14:nvPr/>
            </p14:nvContentPartPr>
            <p14:xfrm>
              <a:off x="7643590" y="4149949"/>
              <a:ext cx="169560" cy="1105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9D5B2B3-D66B-519E-882A-5887FB324B6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34950" y="4140949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602467E-63E4-5CF8-B35B-BAE571D64BBD}"/>
                  </a:ext>
                </a:extLst>
              </p14:cNvPr>
              <p14:cNvContentPartPr/>
              <p14:nvPr/>
            </p14:nvContentPartPr>
            <p14:xfrm>
              <a:off x="8088910" y="4039789"/>
              <a:ext cx="70920" cy="2865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602467E-63E4-5CF8-B35B-BAE571D64B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080270" y="4031149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E0006F4-27FD-871C-F47B-D8DC9D54770A}"/>
                  </a:ext>
                </a:extLst>
              </p14:cNvPr>
              <p14:cNvContentPartPr/>
              <p14:nvPr/>
            </p14:nvContentPartPr>
            <p14:xfrm>
              <a:off x="8028430" y="4159309"/>
              <a:ext cx="357480" cy="957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E0006F4-27FD-871C-F47B-D8DC9D54770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19430" y="4150669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539FE26-09F1-C2B7-992A-9A6837919D28}"/>
                  </a:ext>
                </a:extLst>
              </p14:cNvPr>
              <p14:cNvContentPartPr/>
              <p14:nvPr/>
            </p14:nvContentPartPr>
            <p14:xfrm>
              <a:off x="8433430" y="3985789"/>
              <a:ext cx="114480" cy="3542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539FE26-09F1-C2B7-992A-9A6837919D2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424790" y="3977149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9215602-FFFD-AC69-D91A-7E8BC945DE55}"/>
                  </a:ext>
                </a:extLst>
              </p14:cNvPr>
              <p14:cNvContentPartPr/>
              <p14:nvPr/>
            </p14:nvContentPartPr>
            <p14:xfrm>
              <a:off x="10085470" y="4181269"/>
              <a:ext cx="113400" cy="136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9215602-FFFD-AC69-D91A-7E8BC945DE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76830" y="4172629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84BC1F7-CF53-683A-960C-70469593E708}"/>
                  </a:ext>
                </a:extLst>
              </p14:cNvPr>
              <p14:cNvContentPartPr/>
              <p14:nvPr/>
            </p14:nvContentPartPr>
            <p14:xfrm>
              <a:off x="10122550" y="4147789"/>
              <a:ext cx="24120" cy="1155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84BC1F7-CF53-683A-960C-70469593E70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13910" y="4139149"/>
                <a:ext cx="41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7D97CCD-DC16-AA47-2670-EBEB315574FE}"/>
                  </a:ext>
                </a:extLst>
              </p14:cNvPr>
              <p14:cNvContentPartPr/>
              <p14:nvPr/>
            </p14:nvContentPartPr>
            <p14:xfrm>
              <a:off x="10212190" y="4152469"/>
              <a:ext cx="78840" cy="910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7D97CCD-DC16-AA47-2670-EBEB315574F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03550" y="4143469"/>
                <a:ext cx="96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3F2D009-2D40-B601-F83E-4B4F790F4963}"/>
                  </a:ext>
                </a:extLst>
              </p14:cNvPr>
              <p14:cNvContentPartPr/>
              <p14:nvPr/>
            </p14:nvContentPartPr>
            <p14:xfrm>
              <a:off x="10272310" y="4138069"/>
              <a:ext cx="51840" cy="1152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3F2D009-2D40-B601-F83E-4B4F790F496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63670" y="4129429"/>
                <a:ext cx="6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A0836DF-410E-E94A-51B8-EB2AADDCDF61}"/>
                  </a:ext>
                </a:extLst>
              </p14:cNvPr>
              <p14:cNvContentPartPr/>
              <p14:nvPr/>
            </p14:nvContentPartPr>
            <p14:xfrm>
              <a:off x="10339990" y="4158589"/>
              <a:ext cx="160560" cy="88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A0836DF-410E-E94A-51B8-EB2AADDCDF6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31350" y="4149589"/>
                <a:ext cx="178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01C4F76-F72E-C763-3995-440E24A1D8BE}"/>
                  </a:ext>
                </a:extLst>
              </p14:cNvPr>
              <p14:cNvContentPartPr/>
              <p14:nvPr/>
            </p14:nvContentPartPr>
            <p14:xfrm>
              <a:off x="7039510" y="4687429"/>
              <a:ext cx="35640" cy="1422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01C4F76-F72E-C763-3995-440E24A1D8B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030510" y="4678429"/>
                <a:ext cx="53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8B72058-CF26-178E-0C2E-0EBD1B4CE215}"/>
                  </a:ext>
                </a:extLst>
              </p14:cNvPr>
              <p14:cNvContentPartPr/>
              <p14:nvPr/>
            </p14:nvContentPartPr>
            <p14:xfrm>
              <a:off x="7002070" y="4657909"/>
              <a:ext cx="173520" cy="248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8B72058-CF26-178E-0C2E-0EBD1B4CE21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93070" y="4649269"/>
                <a:ext cx="191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B333A8A-8A69-F9AE-376B-14579FAE57CF}"/>
                  </a:ext>
                </a:extLst>
              </p14:cNvPr>
              <p14:cNvContentPartPr/>
              <p14:nvPr/>
            </p14:nvContentPartPr>
            <p14:xfrm>
              <a:off x="6904870" y="4799749"/>
              <a:ext cx="299520" cy="428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B333A8A-8A69-F9AE-376B-14579FAE57C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96230" y="4791109"/>
                <a:ext cx="317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9256A1E-7600-F4E3-B6DD-D148FFA69CB6}"/>
                  </a:ext>
                </a:extLst>
              </p14:cNvPr>
              <p14:cNvContentPartPr/>
              <p14:nvPr/>
            </p14:nvContentPartPr>
            <p14:xfrm>
              <a:off x="7444510" y="4661869"/>
              <a:ext cx="200880" cy="1728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9256A1E-7600-F4E3-B6DD-D148FFA69CB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35510" y="4652869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2AADB5A-495B-7A2D-4580-01C6DF7F4C4E}"/>
                  </a:ext>
                </a:extLst>
              </p14:cNvPr>
              <p14:cNvContentPartPr/>
              <p14:nvPr/>
            </p14:nvContentPartPr>
            <p14:xfrm>
              <a:off x="7593550" y="4693189"/>
              <a:ext cx="66600" cy="392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2AADB5A-495B-7A2D-4580-01C6DF7F4C4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584550" y="4684549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BA4DC99-C852-AEA4-70BB-08A74CC10AB6}"/>
                  </a:ext>
                </a:extLst>
              </p14:cNvPr>
              <p14:cNvContentPartPr/>
              <p14:nvPr/>
            </p14:nvContentPartPr>
            <p14:xfrm>
              <a:off x="7705150" y="4678429"/>
              <a:ext cx="12240" cy="1810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BA4DC99-C852-AEA4-70BB-08A74CC10AB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696510" y="4669789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C95C114-79AE-FDE7-D3E9-B5AD98D21292}"/>
                  </a:ext>
                </a:extLst>
              </p14:cNvPr>
              <p14:cNvContentPartPr/>
              <p14:nvPr/>
            </p14:nvContentPartPr>
            <p14:xfrm>
              <a:off x="7688590" y="4745749"/>
              <a:ext cx="244440" cy="93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C95C114-79AE-FDE7-D3E9-B5AD98D2129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79590" y="4737109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991EE8C-DD4D-6896-1C9F-5755A45DE2A3}"/>
                  </a:ext>
                </a:extLst>
              </p14:cNvPr>
              <p14:cNvContentPartPr/>
              <p14:nvPr/>
            </p14:nvContentPartPr>
            <p14:xfrm>
              <a:off x="8177110" y="4651429"/>
              <a:ext cx="33480" cy="1699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991EE8C-DD4D-6896-1C9F-5755A45DE2A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68110" y="4642429"/>
                <a:ext cx="511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5EC9C0D-F0FD-6C5E-AC61-FD4B3C3A3524}"/>
                  </a:ext>
                </a:extLst>
              </p14:cNvPr>
              <p14:cNvContentPartPr/>
              <p14:nvPr/>
            </p14:nvContentPartPr>
            <p14:xfrm>
              <a:off x="8149030" y="4715509"/>
              <a:ext cx="136080" cy="316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5EC9C0D-F0FD-6C5E-AC61-FD4B3C3A352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140030" y="4706509"/>
                <a:ext cx="153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362E493-FF28-34B8-50E8-4103B0BEB76D}"/>
                  </a:ext>
                </a:extLst>
              </p14:cNvPr>
              <p14:cNvContentPartPr/>
              <p14:nvPr/>
            </p14:nvContentPartPr>
            <p14:xfrm>
              <a:off x="8245510" y="4648549"/>
              <a:ext cx="261720" cy="1422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362E493-FF28-34B8-50E8-4103B0BEB76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36870" y="4639909"/>
                <a:ext cx="2793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C1990EC-7529-1FA7-0BBA-7B8F11AE0B4C}"/>
                  </a:ext>
                </a:extLst>
              </p14:cNvPr>
              <p14:cNvContentPartPr/>
              <p14:nvPr/>
            </p14:nvContentPartPr>
            <p14:xfrm>
              <a:off x="10144870" y="4682389"/>
              <a:ext cx="84600" cy="208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C1990EC-7529-1FA7-0BBA-7B8F11AE0B4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35870" y="4673749"/>
                <a:ext cx="102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3AF5C67A-62A5-CD99-FFEC-597DE5094DAF}"/>
                  </a:ext>
                </a:extLst>
              </p14:cNvPr>
              <p14:cNvContentPartPr/>
              <p14:nvPr/>
            </p14:nvContentPartPr>
            <p14:xfrm>
              <a:off x="10167910" y="4634509"/>
              <a:ext cx="40680" cy="1396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3AF5C67A-62A5-CD99-FFEC-597DE5094DA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158910" y="4625509"/>
                <a:ext cx="5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96CCBD6-E646-366E-A8F5-8AD480227006}"/>
                  </a:ext>
                </a:extLst>
              </p14:cNvPr>
              <p14:cNvContentPartPr/>
              <p14:nvPr/>
            </p14:nvContentPartPr>
            <p14:xfrm>
              <a:off x="10287790" y="4661869"/>
              <a:ext cx="291600" cy="1015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96CCBD6-E646-366E-A8F5-8AD48022700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278790" y="4652869"/>
                <a:ext cx="309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DD0FF56-740F-02A4-7A6E-5F49322C108D}"/>
                  </a:ext>
                </a:extLst>
              </p14:cNvPr>
              <p14:cNvContentPartPr/>
              <p14:nvPr/>
            </p14:nvContentPartPr>
            <p14:xfrm>
              <a:off x="7006030" y="5217709"/>
              <a:ext cx="8640" cy="1393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DD0FF56-740F-02A4-7A6E-5F49322C108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997390" y="5208709"/>
                <a:ext cx="262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8D7E55D-DFF5-3753-DA45-33BCC5BD6BD7}"/>
                  </a:ext>
                </a:extLst>
              </p14:cNvPr>
              <p14:cNvContentPartPr/>
              <p14:nvPr/>
            </p14:nvContentPartPr>
            <p14:xfrm>
              <a:off x="6936550" y="5195029"/>
              <a:ext cx="261000" cy="1562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8D7E55D-DFF5-3753-DA45-33BCC5BD6BD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27910" y="5186389"/>
                <a:ext cx="2786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98B05FC-8ACE-2AE5-AE73-1A45C30F1570}"/>
                  </a:ext>
                </a:extLst>
              </p14:cNvPr>
              <p14:cNvContentPartPr/>
              <p14:nvPr/>
            </p14:nvContentPartPr>
            <p14:xfrm>
              <a:off x="7206550" y="5268469"/>
              <a:ext cx="133920" cy="727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98B05FC-8ACE-2AE5-AE73-1A45C30F157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197910" y="5259829"/>
                <a:ext cx="1515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3EE4712-D4CD-BD72-C6A0-C53A4A9E435F}"/>
                  </a:ext>
                </a:extLst>
              </p14:cNvPr>
              <p14:cNvContentPartPr/>
              <p14:nvPr/>
            </p14:nvContentPartPr>
            <p14:xfrm>
              <a:off x="7524430" y="5246509"/>
              <a:ext cx="32760" cy="173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3EE4712-D4CD-BD72-C6A0-C53A4A9E435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15790" y="5237509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4C515CA-F3B8-6A89-C8A8-DA1F99E3D43F}"/>
                  </a:ext>
                </a:extLst>
              </p14:cNvPr>
              <p14:cNvContentPartPr/>
              <p14:nvPr/>
            </p14:nvContentPartPr>
            <p14:xfrm>
              <a:off x="7514710" y="5259469"/>
              <a:ext cx="120240" cy="921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4C515CA-F3B8-6A89-C8A8-DA1F99E3D43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505710" y="5250469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3F73568-E8F5-5B17-9543-F75BFB111CB7}"/>
                  </a:ext>
                </a:extLst>
              </p14:cNvPr>
              <p14:cNvContentPartPr/>
              <p14:nvPr/>
            </p14:nvContentPartPr>
            <p14:xfrm>
              <a:off x="7659070" y="5143189"/>
              <a:ext cx="157320" cy="211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3F73568-E8F5-5B17-9543-F75BFB111CB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650430" y="5134189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95EF6C7D-C154-56FC-963E-A24F54788D6E}"/>
                  </a:ext>
                </a:extLst>
              </p14:cNvPr>
              <p14:cNvContentPartPr/>
              <p14:nvPr/>
            </p14:nvContentPartPr>
            <p14:xfrm>
              <a:off x="7792630" y="5271709"/>
              <a:ext cx="204480" cy="727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95EF6C7D-C154-56FC-963E-A24F54788D6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83990" y="5263069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48091AB-C9E8-3FB3-AC27-63B06C78D781}"/>
                  </a:ext>
                </a:extLst>
              </p14:cNvPr>
              <p14:cNvContentPartPr/>
              <p14:nvPr/>
            </p14:nvContentPartPr>
            <p14:xfrm>
              <a:off x="8139670" y="5248669"/>
              <a:ext cx="148320" cy="817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48091AB-C9E8-3FB3-AC27-63B06C78D78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131030" y="5240029"/>
                <a:ext cx="165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C89FEB3-4348-2947-97CB-CFDE933040B9}"/>
                  </a:ext>
                </a:extLst>
              </p14:cNvPr>
              <p14:cNvContentPartPr/>
              <p14:nvPr/>
            </p14:nvContentPartPr>
            <p14:xfrm>
              <a:off x="8332630" y="5245429"/>
              <a:ext cx="136080" cy="774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C89FEB3-4348-2947-97CB-CFDE933040B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323630" y="5236789"/>
                <a:ext cx="1537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BEDF9E6-12C9-1226-E5EE-B41A464E40F3}"/>
                  </a:ext>
                </a:extLst>
              </p14:cNvPr>
              <p14:cNvContentPartPr/>
              <p14:nvPr/>
            </p14:nvContentPartPr>
            <p14:xfrm>
              <a:off x="8483830" y="5226709"/>
              <a:ext cx="75600" cy="1137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BEDF9E6-12C9-1226-E5EE-B41A464E40F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74830" y="5218069"/>
                <a:ext cx="93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D326B27E-9497-8802-6AAB-D3AADA4DCE0A}"/>
                  </a:ext>
                </a:extLst>
              </p14:cNvPr>
              <p14:cNvContentPartPr/>
              <p14:nvPr/>
            </p14:nvContentPartPr>
            <p14:xfrm>
              <a:off x="8724670" y="5223109"/>
              <a:ext cx="115920" cy="957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D326B27E-9497-8802-6AAB-D3AADA4DCE0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716030" y="5214109"/>
                <a:ext cx="133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3CB8E05-640B-40F7-C7B8-7142FA994302}"/>
                  </a:ext>
                </a:extLst>
              </p14:cNvPr>
              <p14:cNvContentPartPr/>
              <p14:nvPr/>
            </p14:nvContentPartPr>
            <p14:xfrm>
              <a:off x="8865790" y="5236069"/>
              <a:ext cx="62640" cy="784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3CB8E05-640B-40F7-C7B8-7142FA99430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56790" y="5227429"/>
                <a:ext cx="80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B41AF98-816E-2DFF-69CE-F02D7869DA43}"/>
                  </a:ext>
                </a:extLst>
              </p14:cNvPr>
              <p14:cNvContentPartPr/>
              <p14:nvPr/>
            </p14:nvContentPartPr>
            <p14:xfrm>
              <a:off x="8966230" y="5159389"/>
              <a:ext cx="63000" cy="1504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B41AF98-816E-2DFF-69CE-F02D7869DA4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957230" y="5150389"/>
                <a:ext cx="806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2FA6535-9410-C757-0529-AD67569F09FB}"/>
                  </a:ext>
                </a:extLst>
              </p14:cNvPr>
              <p14:cNvContentPartPr/>
              <p14:nvPr/>
            </p14:nvContentPartPr>
            <p14:xfrm>
              <a:off x="8971270" y="5218069"/>
              <a:ext cx="74160" cy="205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2FA6535-9410-C757-0529-AD67569F09F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962630" y="5209069"/>
                <a:ext cx="91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94DAB9B0-7147-E622-8B6E-F0C34B676C22}"/>
                  </a:ext>
                </a:extLst>
              </p14:cNvPr>
              <p14:cNvContentPartPr/>
              <p14:nvPr/>
            </p14:nvContentPartPr>
            <p14:xfrm>
              <a:off x="9180430" y="5242909"/>
              <a:ext cx="355680" cy="2512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94DAB9B0-7147-E622-8B6E-F0C34B676C2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171790" y="5233909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1A75933-5E73-51D2-75E4-15E24A4E67AE}"/>
                  </a:ext>
                </a:extLst>
              </p14:cNvPr>
              <p14:cNvContentPartPr/>
              <p14:nvPr/>
            </p14:nvContentPartPr>
            <p14:xfrm>
              <a:off x="9556630" y="5088109"/>
              <a:ext cx="104400" cy="3816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1A75933-5E73-51D2-75E4-15E24A4E67A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547990" y="5079109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26E00B0-D0E6-0570-6C3F-199218172793}"/>
                  </a:ext>
                </a:extLst>
              </p14:cNvPr>
              <p14:cNvContentPartPr/>
              <p14:nvPr/>
            </p14:nvContentPartPr>
            <p14:xfrm>
              <a:off x="10150990" y="5250829"/>
              <a:ext cx="88560" cy="122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26E00B0-D0E6-0570-6C3F-19921817279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41990" y="5242189"/>
                <a:ext cx="1062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AE075A7-1794-5CAB-CE76-EEA75E52BACB}"/>
                  </a:ext>
                </a:extLst>
              </p14:cNvPr>
              <p14:cNvContentPartPr/>
              <p14:nvPr/>
            </p14:nvContentPartPr>
            <p14:xfrm>
              <a:off x="10278790" y="5183149"/>
              <a:ext cx="255240" cy="1015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AE075A7-1794-5CAB-CE76-EEA75E52BAC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269790" y="5174509"/>
                <a:ext cx="272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BF6A488-8025-39C1-C8D1-915C44DB2434}"/>
                  </a:ext>
                </a:extLst>
              </p14:cNvPr>
              <p14:cNvContentPartPr/>
              <p14:nvPr/>
            </p14:nvContentPartPr>
            <p14:xfrm>
              <a:off x="10087270" y="3094429"/>
              <a:ext cx="137880" cy="2005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BF6A488-8025-39C1-C8D1-915C44DB243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078270" y="3085789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B3BA9AE9-97E5-C39F-5291-BD75038C9D42}"/>
                  </a:ext>
                </a:extLst>
              </p14:cNvPr>
              <p14:cNvContentPartPr/>
              <p14:nvPr/>
            </p14:nvContentPartPr>
            <p14:xfrm>
              <a:off x="9829510" y="3341389"/>
              <a:ext cx="691560" cy="306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B3BA9AE9-97E5-C39F-5291-BD75038C9D4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820510" y="3332749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66235AE7-F0A3-FD71-AD35-CBD10AB6D35B}"/>
                  </a:ext>
                </a:extLst>
              </p14:cNvPr>
              <p14:cNvContentPartPr/>
              <p14:nvPr/>
            </p14:nvContentPartPr>
            <p14:xfrm>
              <a:off x="8707390" y="4627669"/>
              <a:ext cx="234720" cy="1836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66235AE7-F0A3-FD71-AD35-CBD10AB6D35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698750" y="4619029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3E6F3A79-91EB-DF69-6C74-9A74802780FC}"/>
                  </a:ext>
                </a:extLst>
              </p14:cNvPr>
              <p14:cNvContentPartPr/>
              <p14:nvPr/>
            </p14:nvContentPartPr>
            <p14:xfrm>
              <a:off x="8981350" y="4675549"/>
              <a:ext cx="52200" cy="1051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3E6F3A79-91EB-DF69-6C74-9A74802780F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972350" y="4666909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32619971-ECAF-A9BB-752E-482B1056DE0E}"/>
                  </a:ext>
                </a:extLst>
              </p14:cNvPr>
              <p14:cNvContentPartPr/>
              <p14:nvPr/>
            </p14:nvContentPartPr>
            <p14:xfrm>
              <a:off x="8983510" y="4706149"/>
              <a:ext cx="75240" cy="15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32619971-ECAF-A9BB-752E-482B1056DE0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974510" y="4697149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2CB5CFE-C78E-44EB-BD4C-6036300FDA0C}"/>
                  </a:ext>
                </a:extLst>
              </p14:cNvPr>
              <p14:cNvContentPartPr/>
              <p14:nvPr/>
            </p14:nvContentPartPr>
            <p14:xfrm>
              <a:off x="9059830" y="4687429"/>
              <a:ext cx="110520" cy="914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2CB5CFE-C78E-44EB-BD4C-6036300FDA0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051190" y="4678429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1E75EFDB-9A67-564B-638E-EB4A087E8C41}"/>
                  </a:ext>
                </a:extLst>
              </p14:cNvPr>
              <p14:cNvContentPartPr/>
              <p14:nvPr/>
            </p14:nvContentPartPr>
            <p14:xfrm>
              <a:off x="9187270" y="4650709"/>
              <a:ext cx="34560" cy="2145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1E75EFDB-9A67-564B-638E-EB4A087E8C4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178630" y="4641709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6B5495AC-3543-347F-FC81-4E355592D1CB}"/>
                  </a:ext>
                </a:extLst>
              </p14:cNvPr>
              <p14:cNvContentPartPr/>
              <p14:nvPr/>
            </p14:nvContentPartPr>
            <p14:xfrm>
              <a:off x="5463327" y="2543913"/>
              <a:ext cx="360" cy="3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6B5495AC-3543-347F-FC81-4E355592D1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4327" y="253491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AAF81348-37A9-CD22-6158-73D975BAB99E}"/>
              </a:ext>
            </a:extLst>
          </p:cNvPr>
          <p:cNvGrpSpPr/>
          <p:nvPr/>
        </p:nvGrpSpPr>
        <p:grpSpPr>
          <a:xfrm>
            <a:off x="5181447" y="2118033"/>
            <a:ext cx="2536560" cy="625680"/>
            <a:chOff x="5181447" y="2118033"/>
            <a:chExt cx="253656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6B910EF-944C-512D-B120-5BB44ED52F23}"/>
                    </a:ext>
                  </a:extLst>
                </p14:cNvPr>
                <p14:cNvContentPartPr/>
                <p14:nvPr/>
              </p14:nvContentPartPr>
              <p14:xfrm>
                <a:off x="5181447" y="2118033"/>
                <a:ext cx="2469600" cy="615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6B910EF-944C-512D-B120-5BB44ED52F2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172807" y="2109393"/>
                  <a:ext cx="24872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E2E60EE-6E61-7D72-86A0-022EC50D12C3}"/>
                    </a:ext>
                  </a:extLst>
                </p14:cNvPr>
                <p14:cNvContentPartPr/>
                <p14:nvPr/>
              </p14:nvContentPartPr>
              <p14:xfrm>
                <a:off x="7563567" y="2695473"/>
                <a:ext cx="105120" cy="48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E2E60EE-6E61-7D72-86A0-022EC50D12C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554567" y="2686833"/>
                  <a:ext cx="122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276830F-64D3-79D9-4B19-ECE8AB8FF88E}"/>
                    </a:ext>
                  </a:extLst>
                </p14:cNvPr>
                <p14:cNvContentPartPr/>
                <p14:nvPr/>
              </p14:nvContentPartPr>
              <p14:xfrm>
                <a:off x="7633407" y="2656593"/>
                <a:ext cx="84600" cy="86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276830F-64D3-79D9-4B19-ECE8AB8FF88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624767" y="2647953"/>
                  <a:ext cx="10224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1E4BDB4-DBBE-FC1E-7888-5AA0A427F811}"/>
              </a:ext>
            </a:extLst>
          </p:cNvPr>
          <p:cNvGrpSpPr/>
          <p:nvPr/>
        </p:nvGrpSpPr>
        <p:grpSpPr>
          <a:xfrm>
            <a:off x="5630007" y="1301193"/>
            <a:ext cx="3123000" cy="456120"/>
            <a:chOff x="5630007" y="1301193"/>
            <a:chExt cx="312300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602C282-AAD6-1952-6409-90FA768685D6}"/>
                    </a:ext>
                  </a:extLst>
                </p14:cNvPr>
                <p14:cNvContentPartPr/>
                <p14:nvPr/>
              </p14:nvContentPartPr>
              <p14:xfrm>
                <a:off x="6083967" y="1403793"/>
                <a:ext cx="31680" cy="197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602C282-AAD6-1952-6409-90FA768685D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075327" y="1395153"/>
                  <a:ext cx="49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910F621-2E92-3325-3206-6ABE61767698}"/>
                    </a:ext>
                  </a:extLst>
                </p14:cNvPr>
                <p14:cNvContentPartPr/>
                <p14:nvPr/>
              </p14:nvContentPartPr>
              <p14:xfrm>
                <a:off x="5995767" y="1305513"/>
                <a:ext cx="250560" cy="2401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910F621-2E92-3325-3206-6ABE6176769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986767" y="1296513"/>
                  <a:ext cx="268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F46BC5E-2221-7887-2B80-2C14EB3E232A}"/>
                    </a:ext>
                  </a:extLst>
                </p14:cNvPr>
                <p14:cNvContentPartPr/>
                <p14:nvPr/>
              </p14:nvContentPartPr>
              <p14:xfrm>
                <a:off x="6261087" y="1482633"/>
                <a:ext cx="365040" cy="93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F46BC5E-2221-7887-2B80-2C14EB3E232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252087" y="1473633"/>
                  <a:ext cx="382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461A7D5-087A-C0B4-7925-407A96EBC90D}"/>
                    </a:ext>
                  </a:extLst>
                </p14:cNvPr>
                <p14:cNvContentPartPr/>
                <p14:nvPr/>
              </p14:nvContentPartPr>
              <p14:xfrm>
                <a:off x="6647007" y="1503513"/>
                <a:ext cx="45360" cy="856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461A7D5-087A-C0B4-7925-407A96EBC90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638367" y="1494873"/>
                  <a:ext cx="63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9E87E40-326F-B457-C628-A80BB1C22198}"/>
                    </a:ext>
                  </a:extLst>
                </p14:cNvPr>
                <p14:cNvContentPartPr/>
                <p14:nvPr/>
              </p14:nvContentPartPr>
              <p14:xfrm>
                <a:off x="6698127" y="1505673"/>
                <a:ext cx="173520" cy="77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9E87E40-326F-B457-C628-A80BB1C2219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689127" y="1496673"/>
                  <a:ext cx="191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679660A-4FC9-D358-1DF8-3F03BD9C23F0}"/>
                    </a:ext>
                  </a:extLst>
                </p14:cNvPr>
                <p14:cNvContentPartPr/>
                <p14:nvPr/>
              </p14:nvContentPartPr>
              <p14:xfrm>
                <a:off x="7108887" y="1301193"/>
                <a:ext cx="146520" cy="1702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679660A-4FC9-D358-1DF8-3F03BD9C23F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100247" y="1292553"/>
                  <a:ext cx="164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B345777-2A6A-CA9D-688B-8FE4AAC39D69}"/>
                    </a:ext>
                  </a:extLst>
                </p14:cNvPr>
                <p14:cNvContentPartPr/>
                <p14:nvPr/>
              </p14:nvContentPartPr>
              <p14:xfrm>
                <a:off x="7105287" y="1313793"/>
                <a:ext cx="73080" cy="4298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B345777-2A6A-CA9D-688B-8FE4AAC39D6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096287" y="1304793"/>
                  <a:ext cx="907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EDC7EA8-4C6C-B5D9-E637-D41956AD8F23}"/>
                    </a:ext>
                  </a:extLst>
                </p14:cNvPr>
                <p14:cNvContentPartPr/>
                <p14:nvPr/>
              </p14:nvContentPartPr>
              <p14:xfrm>
                <a:off x="7168287" y="1307313"/>
                <a:ext cx="141120" cy="190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EDC7EA8-4C6C-B5D9-E637-D41956AD8F2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159287" y="1298673"/>
                  <a:ext cx="158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B15C74C-277D-61DA-8043-8A24FD6C03FC}"/>
                    </a:ext>
                  </a:extLst>
                </p14:cNvPr>
                <p14:cNvContentPartPr/>
                <p14:nvPr/>
              </p14:nvContentPartPr>
              <p14:xfrm>
                <a:off x="7229127" y="1482273"/>
                <a:ext cx="127800" cy="106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B15C74C-277D-61DA-8043-8A24FD6C03F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220487" y="1473633"/>
                  <a:ext cx="145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9317124-6ADA-40DD-606A-952A230B8441}"/>
                    </a:ext>
                  </a:extLst>
                </p14:cNvPr>
                <p14:cNvContentPartPr/>
                <p14:nvPr/>
              </p14:nvContentPartPr>
              <p14:xfrm>
                <a:off x="7373487" y="1513233"/>
                <a:ext cx="130680" cy="60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9317124-6ADA-40DD-606A-952A230B844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364487" y="1504593"/>
                  <a:ext cx="148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33B2DFA-8BAA-BE9D-50C2-56E90C943685}"/>
                    </a:ext>
                  </a:extLst>
                </p14:cNvPr>
                <p14:cNvContentPartPr/>
                <p14:nvPr/>
              </p14:nvContentPartPr>
              <p14:xfrm>
                <a:off x="7532247" y="1432593"/>
                <a:ext cx="153000" cy="1526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33B2DFA-8BAA-BE9D-50C2-56E90C94368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523607" y="1423593"/>
                  <a:ext cx="170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262E530-CBF6-20E1-1241-CAC227566D56}"/>
                    </a:ext>
                  </a:extLst>
                </p14:cNvPr>
                <p14:cNvContentPartPr/>
                <p14:nvPr/>
              </p14:nvContentPartPr>
              <p14:xfrm>
                <a:off x="7652847" y="1504953"/>
                <a:ext cx="115920" cy="154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262E530-CBF6-20E1-1241-CAC227566D5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643847" y="1496313"/>
                  <a:ext cx="13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543876C-6F34-A955-E8FD-D5FA32991F53}"/>
                    </a:ext>
                  </a:extLst>
                </p14:cNvPr>
                <p14:cNvContentPartPr/>
                <p14:nvPr/>
              </p14:nvContentPartPr>
              <p14:xfrm>
                <a:off x="7765527" y="1498113"/>
                <a:ext cx="136440" cy="87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543876C-6F34-A955-E8FD-D5FA32991F5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56527" y="1489473"/>
                  <a:ext cx="154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F7CD3C9-43BD-6176-0948-AC5D94926D18}"/>
                    </a:ext>
                  </a:extLst>
                </p14:cNvPr>
                <p14:cNvContentPartPr/>
                <p14:nvPr/>
              </p14:nvContentPartPr>
              <p14:xfrm>
                <a:off x="7933647" y="1457793"/>
                <a:ext cx="177480" cy="120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F7CD3C9-43BD-6176-0948-AC5D94926D1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924647" y="1449153"/>
                  <a:ext cx="195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D6F4A1F-F2D3-1C24-1466-51EF37999056}"/>
                    </a:ext>
                  </a:extLst>
                </p14:cNvPr>
                <p14:cNvContentPartPr/>
                <p14:nvPr/>
              </p14:nvContentPartPr>
              <p14:xfrm>
                <a:off x="8082687" y="1511793"/>
                <a:ext cx="102240" cy="108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D6F4A1F-F2D3-1C24-1466-51EF3799905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074047" y="1503153"/>
                  <a:ext cx="119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8F62EFA-542E-53FF-4787-F7EEDF9242BD}"/>
                    </a:ext>
                  </a:extLst>
                </p14:cNvPr>
                <p14:cNvContentPartPr/>
                <p14:nvPr/>
              </p14:nvContentPartPr>
              <p14:xfrm>
                <a:off x="8201847" y="1467153"/>
                <a:ext cx="21960" cy="8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8F62EFA-542E-53FF-4787-F7EEDF9242B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92847" y="1458513"/>
                  <a:ext cx="39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7A92ACE-8738-48A6-E193-267C615EBB44}"/>
                    </a:ext>
                  </a:extLst>
                </p14:cNvPr>
                <p14:cNvContentPartPr/>
                <p14:nvPr/>
              </p14:nvContentPartPr>
              <p14:xfrm>
                <a:off x="8245767" y="1501713"/>
                <a:ext cx="57960" cy="84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7A92ACE-8738-48A6-E193-267C615EBB4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36767" y="1492713"/>
                  <a:ext cx="75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CAD99AD-59FD-8440-EFF6-41B5202BDAF9}"/>
                    </a:ext>
                  </a:extLst>
                </p14:cNvPr>
                <p14:cNvContentPartPr/>
                <p14:nvPr/>
              </p14:nvContentPartPr>
              <p14:xfrm>
                <a:off x="8359167" y="1507473"/>
                <a:ext cx="122400" cy="109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CAD99AD-59FD-8440-EFF6-41B5202BDAF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350527" y="1498833"/>
                  <a:ext cx="140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18EDD1F-1050-10AA-88BF-BFC4E642FCB3}"/>
                    </a:ext>
                  </a:extLst>
                </p14:cNvPr>
                <p14:cNvContentPartPr/>
                <p14:nvPr/>
              </p14:nvContentPartPr>
              <p14:xfrm>
                <a:off x="8508567" y="1503873"/>
                <a:ext cx="113400" cy="149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18EDD1F-1050-10AA-88BF-BFC4E642FCB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499567" y="1494873"/>
                  <a:ext cx="131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CDC0401-6861-AD39-40EA-F80F97B41565}"/>
                    </a:ext>
                  </a:extLst>
                </p14:cNvPr>
                <p14:cNvContentPartPr/>
                <p14:nvPr/>
              </p14:nvContentPartPr>
              <p14:xfrm>
                <a:off x="5763567" y="1430793"/>
                <a:ext cx="16200" cy="93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CDC0401-6861-AD39-40EA-F80F97B4156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754927" y="1422153"/>
                  <a:ext cx="33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108B9EB-89AB-CEE5-EBC7-5614C7CFCFAA}"/>
                    </a:ext>
                  </a:extLst>
                </p14:cNvPr>
                <p14:cNvContentPartPr/>
                <p14:nvPr/>
              </p14:nvContentPartPr>
              <p14:xfrm>
                <a:off x="5630007" y="1348353"/>
                <a:ext cx="210240" cy="249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108B9EB-89AB-CEE5-EBC7-5614C7CFCFA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621007" y="1339713"/>
                  <a:ext cx="227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2C0D018-3091-EE5D-8268-6937EFC7965B}"/>
                    </a:ext>
                  </a:extLst>
                </p14:cNvPr>
                <p14:cNvContentPartPr/>
                <p14:nvPr/>
              </p14:nvContentPartPr>
              <p14:xfrm>
                <a:off x="8700807" y="1617993"/>
                <a:ext cx="52200" cy="139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2C0D018-3091-EE5D-8268-6937EFC7965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691807" y="1609353"/>
                  <a:ext cx="698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1BF9558E-C6AC-4F31-3958-FCDE69D808D0}"/>
              </a:ext>
            </a:extLst>
          </p:cNvPr>
          <p:cNvGrpSpPr/>
          <p:nvPr/>
        </p:nvGrpSpPr>
        <p:grpSpPr>
          <a:xfrm>
            <a:off x="8862447" y="1400193"/>
            <a:ext cx="952200" cy="379080"/>
            <a:chOff x="8862447" y="1400193"/>
            <a:chExt cx="9522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2E929A4-B153-79B3-0631-07B6EB674874}"/>
                    </a:ext>
                  </a:extLst>
                </p14:cNvPr>
                <p14:cNvContentPartPr/>
                <p14:nvPr/>
              </p14:nvContentPartPr>
              <p14:xfrm>
                <a:off x="8862447" y="1472553"/>
                <a:ext cx="146520" cy="159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2E929A4-B153-79B3-0631-07B6EB67487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853807" y="1463913"/>
                  <a:ext cx="164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65A85E0-F024-7315-FD40-E2625053D17C}"/>
                    </a:ext>
                  </a:extLst>
                </p14:cNvPr>
                <p14:cNvContentPartPr/>
                <p14:nvPr/>
              </p14:nvContentPartPr>
              <p14:xfrm>
                <a:off x="9040647" y="1547433"/>
                <a:ext cx="105120" cy="231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65A85E0-F024-7315-FD40-E2625053D17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031647" y="1538433"/>
                  <a:ext cx="122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D4A5785-2B40-0BCE-CA17-36C97676D52A}"/>
                    </a:ext>
                  </a:extLst>
                </p14:cNvPr>
                <p14:cNvContentPartPr/>
                <p14:nvPr/>
              </p14:nvContentPartPr>
              <p14:xfrm>
                <a:off x="9188607" y="1527633"/>
                <a:ext cx="155520" cy="83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D4A5785-2B40-0BCE-CA17-36C97676D52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179967" y="1518993"/>
                  <a:ext cx="173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BFAA2D5-8A97-6905-DF07-3AF36678B33B}"/>
                    </a:ext>
                  </a:extLst>
                </p14:cNvPr>
                <p14:cNvContentPartPr/>
                <p14:nvPr/>
              </p14:nvContentPartPr>
              <p14:xfrm>
                <a:off x="9392727" y="1420713"/>
                <a:ext cx="102960" cy="170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BFAA2D5-8A97-6905-DF07-3AF36678B33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383727" y="1411713"/>
                  <a:ext cx="120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627570E-2318-6CBD-99DB-7845CA4F9A94}"/>
                    </a:ext>
                  </a:extLst>
                </p14:cNvPr>
                <p14:cNvContentPartPr/>
                <p14:nvPr/>
              </p14:nvContentPartPr>
              <p14:xfrm>
                <a:off x="9537447" y="1482993"/>
                <a:ext cx="69840" cy="89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627570E-2318-6CBD-99DB-7845CA4F9A9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528807" y="1473993"/>
                  <a:ext cx="87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04C08A9-568A-C04A-CCBC-7B9AD6B1A100}"/>
                    </a:ext>
                  </a:extLst>
                </p14:cNvPr>
                <p14:cNvContentPartPr/>
                <p14:nvPr/>
              </p14:nvContentPartPr>
              <p14:xfrm>
                <a:off x="9642927" y="1400193"/>
                <a:ext cx="71280" cy="159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04C08A9-568A-C04A-CCBC-7B9AD6B1A10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634287" y="1391193"/>
                  <a:ext cx="88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81FCD43-3029-D465-C46A-8886A28A81C6}"/>
                    </a:ext>
                  </a:extLst>
                </p14:cNvPr>
                <p14:cNvContentPartPr/>
                <p14:nvPr/>
              </p14:nvContentPartPr>
              <p14:xfrm>
                <a:off x="9739047" y="1456713"/>
                <a:ext cx="75600" cy="130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81FCD43-3029-D465-C46A-8886A28A81C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730047" y="1447713"/>
                  <a:ext cx="9324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38F0DD6-6338-93A4-31C2-374D23BD746B}"/>
              </a:ext>
            </a:extLst>
          </p:cNvPr>
          <p:cNvGrpSpPr/>
          <p:nvPr/>
        </p:nvGrpSpPr>
        <p:grpSpPr>
          <a:xfrm>
            <a:off x="950367" y="5122233"/>
            <a:ext cx="3242160" cy="442800"/>
            <a:chOff x="950367" y="5122233"/>
            <a:chExt cx="324216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1206066-CF2A-50B5-3C51-F9C910C83AEE}"/>
                    </a:ext>
                  </a:extLst>
                </p14:cNvPr>
                <p14:cNvContentPartPr/>
                <p14:nvPr/>
              </p14:nvContentPartPr>
              <p14:xfrm>
                <a:off x="1075287" y="5337873"/>
                <a:ext cx="4320" cy="1494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1206066-CF2A-50B5-3C51-F9C910C83AE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6287" y="5328873"/>
                  <a:ext cx="21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464C59C-3D27-EC25-BDD6-B6F7C0C38B89}"/>
                    </a:ext>
                  </a:extLst>
                </p14:cNvPr>
                <p14:cNvContentPartPr/>
                <p14:nvPr/>
              </p14:nvContentPartPr>
              <p14:xfrm>
                <a:off x="971967" y="5317713"/>
                <a:ext cx="195120" cy="30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464C59C-3D27-EC25-BDD6-B6F7C0C38B8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63327" y="5308713"/>
                  <a:ext cx="212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6ED5A49-D66C-D9B7-7B1C-6770E7955566}"/>
                    </a:ext>
                  </a:extLst>
                </p14:cNvPr>
                <p14:cNvContentPartPr/>
                <p14:nvPr/>
              </p14:nvContentPartPr>
              <p14:xfrm>
                <a:off x="981687" y="5484033"/>
                <a:ext cx="212040" cy="33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6ED5A49-D66C-D9B7-7B1C-6770E795556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72687" y="5475393"/>
                  <a:ext cx="229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595D5C6-4130-AD06-922A-467F4ABC5BEF}"/>
                    </a:ext>
                  </a:extLst>
                </p14:cNvPr>
                <p14:cNvContentPartPr/>
                <p14:nvPr/>
              </p14:nvContentPartPr>
              <p14:xfrm>
                <a:off x="1376607" y="5320593"/>
                <a:ext cx="128160" cy="166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595D5C6-4130-AD06-922A-467F4ABC5BE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367607" y="5311953"/>
                  <a:ext cx="145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E641BCD-3D0E-74C5-0838-13C028AA5168}"/>
                    </a:ext>
                  </a:extLst>
                </p14:cNvPr>
                <p14:cNvContentPartPr/>
                <p14:nvPr/>
              </p14:nvContentPartPr>
              <p14:xfrm>
                <a:off x="1532487" y="5396913"/>
                <a:ext cx="55800" cy="74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E641BCD-3D0E-74C5-0838-13C028AA516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523487" y="5388273"/>
                  <a:ext cx="73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377540C-8185-544B-2739-4B11D149D9D1}"/>
                    </a:ext>
                  </a:extLst>
                </p14:cNvPr>
                <p14:cNvContentPartPr/>
                <p14:nvPr/>
              </p14:nvContentPartPr>
              <p14:xfrm>
                <a:off x="1581447" y="5391873"/>
                <a:ext cx="50040" cy="97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377540C-8185-544B-2739-4B11D149D9D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572807" y="5383233"/>
                  <a:ext cx="67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78E0B3B-1DD2-6831-224B-60787DC128DC}"/>
                    </a:ext>
                  </a:extLst>
                </p14:cNvPr>
                <p14:cNvContentPartPr/>
                <p14:nvPr/>
              </p14:nvContentPartPr>
              <p14:xfrm>
                <a:off x="1656327" y="5392953"/>
                <a:ext cx="98280" cy="93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78E0B3B-1DD2-6831-224B-60787DC128D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647327" y="5383953"/>
                  <a:ext cx="115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803B3C-42C1-26B6-8227-8F1AD2D9C680}"/>
                    </a:ext>
                  </a:extLst>
                </p14:cNvPr>
                <p14:cNvContentPartPr/>
                <p14:nvPr/>
              </p14:nvContentPartPr>
              <p14:xfrm>
                <a:off x="1945047" y="5325633"/>
                <a:ext cx="30600" cy="1508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803B3C-42C1-26B6-8227-8F1AD2D9C68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936047" y="5316633"/>
                  <a:ext cx="48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BCDD6D3-2751-0095-D852-459BF5E914B4}"/>
                    </a:ext>
                  </a:extLst>
                </p14:cNvPr>
                <p14:cNvContentPartPr/>
                <p14:nvPr/>
              </p14:nvContentPartPr>
              <p14:xfrm>
                <a:off x="1944687" y="5284233"/>
                <a:ext cx="305640" cy="147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BCDD6D3-2751-0095-D852-459BF5E914B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935687" y="5275233"/>
                  <a:ext cx="323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FADD2D8-9611-A216-088D-2FF25FD75820}"/>
                    </a:ext>
                  </a:extLst>
                </p14:cNvPr>
                <p14:cNvContentPartPr/>
                <p14:nvPr/>
              </p14:nvContentPartPr>
              <p14:xfrm>
                <a:off x="2417727" y="5386473"/>
                <a:ext cx="9360" cy="178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FADD2D8-9611-A216-088D-2FF25FD7582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409087" y="5377473"/>
                  <a:ext cx="27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3C35540-E345-7C66-D45C-9CE03C91CEA3}"/>
                    </a:ext>
                  </a:extLst>
                </p14:cNvPr>
                <p14:cNvContentPartPr/>
                <p14:nvPr/>
              </p14:nvContentPartPr>
              <p14:xfrm>
                <a:off x="2411967" y="5381793"/>
                <a:ext cx="93960" cy="936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3C35540-E345-7C66-D45C-9CE03C91CEA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403327" y="5373153"/>
                  <a:ext cx="111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EF3FA6E-F29E-F094-CF0F-11CEB85C23CF}"/>
                    </a:ext>
                  </a:extLst>
                </p14:cNvPr>
                <p14:cNvContentPartPr/>
                <p14:nvPr/>
              </p14:nvContentPartPr>
              <p14:xfrm>
                <a:off x="2557767" y="5273073"/>
                <a:ext cx="251280" cy="182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EF3FA6E-F29E-F094-CF0F-11CEB85C23C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548767" y="5264073"/>
                  <a:ext cx="268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BC523FF-D52A-4B85-9583-F54112ECAEBD}"/>
                    </a:ext>
                  </a:extLst>
                </p14:cNvPr>
                <p14:cNvContentPartPr/>
                <p14:nvPr/>
              </p14:nvContentPartPr>
              <p14:xfrm>
                <a:off x="2818047" y="5350113"/>
                <a:ext cx="85320" cy="943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BC523FF-D52A-4B85-9583-F54112ECAEB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809407" y="5341113"/>
                  <a:ext cx="102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94BEE50-9564-3F96-DFB1-4C47D37854B3}"/>
                    </a:ext>
                  </a:extLst>
                </p14:cNvPr>
                <p14:cNvContentPartPr/>
                <p14:nvPr/>
              </p14:nvContentPartPr>
              <p14:xfrm>
                <a:off x="2895807" y="5343993"/>
                <a:ext cx="145800" cy="907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94BEE50-9564-3F96-DFB1-4C47D37854B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887167" y="5335353"/>
                  <a:ext cx="163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7E50041-3F09-20C4-8246-C26DAC875A51}"/>
                    </a:ext>
                  </a:extLst>
                </p14:cNvPr>
                <p14:cNvContentPartPr/>
                <p14:nvPr/>
              </p14:nvContentPartPr>
              <p14:xfrm>
                <a:off x="2985087" y="5185593"/>
                <a:ext cx="47880" cy="97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7E50041-3F09-20C4-8246-C26DAC875A5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976447" y="5176953"/>
                  <a:ext cx="65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CD5F265-2846-07F8-6C73-B00759646E75}"/>
                    </a:ext>
                  </a:extLst>
                </p14:cNvPr>
                <p14:cNvContentPartPr/>
                <p14:nvPr/>
              </p14:nvContentPartPr>
              <p14:xfrm>
                <a:off x="950367" y="5122233"/>
                <a:ext cx="72360" cy="82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CD5F265-2846-07F8-6C73-B00759646E7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41727" y="5113593"/>
                  <a:ext cx="90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67A3305-ACE2-DB5D-FCFF-1C482E3D2382}"/>
                    </a:ext>
                  </a:extLst>
                </p14:cNvPr>
                <p14:cNvContentPartPr/>
                <p14:nvPr/>
              </p14:nvContentPartPr>
              <p14:xfrm>
                <a:off x="3216927" y="5349033"/>
                <a:ext cx="149040" cy="13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67A3305-ACE2-DB5D-FCFF-1C482E3D238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207927" y="5340393"/>
                  <a:ext cx="166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3A0A8C3-AEEA-5DEF-ED97-697BCB5074C8}"/>
                    </a:ext>
                  </a:extLst>
                </p14:cNvPr>
                <p14:cNvContentPartPr/>
                <p14:nvPr/>
              </p14:nvContentPartPr>
              <p14:xfrm>
                <a:off x="3234207" y="5409873"/>
                <a:ext cx="162360" cy="23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3A0A8C3-AEEA-5DEF-ED97-697BCB5074C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225207" y="5400873"/>
                  <a:ext cx="180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C164CD4-6644-8167-741E-574BF09ACA78}"/>
                    </a:ext>
                  </a:extLst>
                </p14:cNvPr>
                <p14:cNvContentPartPr/>
                <p14:nvPr/>
              </p14:nvContentPartPr>
              <p14:xfrm>
                <a:off x="3486927" y="5311233"/>
                <a:ext cx="125640" cy="345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C164CD4-6644-8167-741E-574BF09ACA7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477927" y="5302593"/>
                  <a:ext cx="143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B9253D6-99C9-ED4F-EC28-91019CFCAF64}"/>
                    </a:ext>
                  </a:extLst>
                </p14:cNvPr>
                <p14:cNvContentPartPr/>
                <p14:nvPr/>
              </p14:nvContentPartPr>
              <p14:xfrm>
                <a:off x="3494847" y="5372433"/>
                <a:ext cx="184680" cy="23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B9253D6-99C9-ED4F-EC28-91019CFCAF6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486207" y="5363793"/>
                  <a:ext cx="20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29F52B-F47F-C608-3522-8BDE09F8AB4A}"/>
                    </a:ext>
                  </a:extLst>
                </p14:cNvPr>
                <p14:cNvContentPartPr/>
                <p14:nvPr/>
              </p14:nvContentPartPr>
              <p14:xfrm>
                <a:off x="3857727" y="5181273"/>
                <a:ext cx="91440" cy="93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29F52B-F47F-C608-3522-8BDE09F8AB4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849087" y="5172273"/>
                  <a:ext cx="109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BC980DD-E8A2-A4D9-CB1D-B2B7EF4F3240}"/>
                    </a:ext>
                  </a:extLst>
                </p14:cNvPr>
                <p14:cNvContentPartPr/>
                <p14:nvPr/>
              </p14:nvContentPartPr>
              <p14:xfrm>
                <a:off x="4073367" y="5229513"/>
                <a:ext cx="20520" cy="149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BC980DD-E8A2-A4D9-CB1D-B2B7EF4F324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064727" y="5220513"/>
                  <a:ext cx="38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EA3D187-FF0F-5EC3-CC21-F613E6ECC641}"/>
                    </a:ext>
                  </a:extLst>
                </p14:cNvPr>
                <p14:cNvContentPartPr/>
                <p14:nvPr/>
              </p14:nvContentPartPr>
              <p14:xfrm>
                <a:off x="4023327" y="5208273"/>
                <a:ext cx="145800" cy="48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EA3D187-FF0F-5EC3-CC21-F613E6ECC6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014327" y="5199273"/>
                  <a:ext cx="163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1928CC9-C8CD-4031-645F-926C497BEF13}"/>
                    </a:ext>
                  </a:extLst>
                </p14:cNvPr>
                <p14:cNvContentPartPr/>
                <p14:nvPr/>
              </p14:nvContentPartPr>
              <p14:xfrm>
                <a:off x="3985887" y="5386833"/>
                <a:ext cx="206640" cy="374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1928CC9-C8CD-4031-645F-926C497BEF1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77247" y="5378193"/>
                  <a:ext cx="22428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303D0D9B-7900-AFEC-8729-9B3B34B5FEBB}"/>
                  </a:ext>
                </a:extLst>
              </p14:cNvPr>
              <p14:cNvContentPartPr/>
              <p14:nvPr/>
            </p14:nvContentPartPr>
            <p14:xfrm>
              <a:off x="4316007" y="5188473"/>
              <a:ext cx="173520" cy="1850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303D0D9B-7900-AFEC-8729-9B3B34B5FEBB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4307007" y="5179833"/>
                <a:ext cx="191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85802EC2-7B4F-CE55-675D-6B30779BA353}"/>
                  </a:ext>
                </a:extLst>
              </p14:cNvPr>
              <p14:cNvContentPartPr/>
              <p14:nvPr/>
            </p14:nvContentPartPr>
            <p14:xfrm>
              <a:off x="4511847" y="5278833"/>
              <a:ext cx="85320" cy="85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85802EC2-7B4F-CE55-675D-6B30779BA353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502847" y="5270193"/>
                <a:ext cx="1029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F4117172-BFA5-9337-CF11-BC733D6EE021}"/>
                  </a:ext>
                </a:extLst>
              </p14:cNvPr>
              <p14:cNvContentPartPr/>
              <p14:nvPr/>
            </p14:nvContentPartPr>
            <p14:xfrm>
              <a:off x="4610847" y="5267313"/>
              <a:ext cx="132120" cy="673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F4117172-BFA5-9337-CF11-BC733D6EE021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4601847" y="5258313"/>
                <a:ext cx="1497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A0D084FB-F2CD-E605-EDE4-5B59F7CDCE5F}"/>
                  </a:ext>
                </a:extLst>
              </p14:cNvPr>
              <p14:cNvContentPartPr/>
              <p14:nvPr/>
            </p14:nvContentPartPr>
            <p14:xfrm>
              <a:off x="4890927" y="5166153"/>
              <a:ext cx="40320" cy="1749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A0D084FB-F2CD-E605-EDE4-5B59F7CDCE5F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4881927" y="5157153"/>
                <a:ext cx="579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6210EBBE-D76D-A792-CDC2-735CC71DA8AB}"/>
                  </a:ext>
                </a:extLst>
              </p14:cNvPr>
              <p14:cNvContentPartPr/>
              <p14:nvPr/>
            </p14:nvContentPartPr>
            <p14:xfrm>
              <a:off x="4887327" y="5197833"/>
              <a:ext cx="142560" cy="810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6210EBBE-D76D-A792-CDC2-735CC71DA8AB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4878687" y="5189193"/>
                <a:ext cx="1602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5479E26C-8D87-5D6C-1DB1-F7515A0CACD5}"/>
                  </a:ext>
                </a:extLst>
              </p14:cNvPr>
              <p14:cNvContentPartPr/>
              <p14:nvPr/>
            </p14:nvContentPartPr>
            <p14:xfrm>
              <a:off x="5001087" y="5117553"/>
              <a:ext cx="246960" cy="1929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5479E26C-8D87-5D6C-1DB1-F7515A0CACD5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4992087" y="5108553"/>
                <a:ext cx="2646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DA13E4AC-66B8-8EDC-AFBB-0639FDCEDBF2}"/>
                  </a:ext>
                </a:extLst>
              </p14:cNvPr>
              <p14:cNvContentPartPr/>
              <p14:nvPr/>
            </p14:nvContentPartPr>
            <p14:xfrm>
              <a:off x="5398887" y="5202513"/>
              <a:ext cx="9720" cy="1648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DA13E4AC-66B8-8EDC-AFBB-0639FDCEDBF2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389887" y="5193873"/>
                <a:ext cx="273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673F752-55AE-69A9-AB99-A5C6DCC85458}"/>
                  </a:ext>
                </a:extLst>
              </p14:cNvPr>
              <p14:cNvContentPartPr/>
              <p14:nvPr/>
            </p14:nvContentPartPr>
            <p14:xfrm>
              <a:off x="5412207" y="5201433"/>
              <a:ext cx="79560" cy="972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673F752-55AE-69A9-AB99-A5C6DCC85458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5403567" y="5192433"/>
                <a:ext cx="972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3EB42BFC-F226-5145-C80D-B057F29506ED}"/>
                  </a:ext>
                </a:extLst>
              </p14:cNvPr>
              <p14:cNvContentPartPr/>
              <p14:nvPr/>
            </p14:nvContentPartPr>
            <p14:xfrm>
              <a:off x="5509767" y="5096313"/>
              <a:ext cx="91440" cy="1692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3EB42BFC-F226-5145-C80D-B057F29506ED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5501127" y="5087673"/>
                <a:ext cx="1090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0EE5DBD4-01DE-5727-7B35-23B957AE8BF9}"/>
                  </a:ext>
                </a:extLst>
              </p14:cNvPr>
              <p14:cNvContentPartPr/>
              <p14:nvPr/>
            </p14:nvContentPartPr>
            <p14:xfrm>
              <a:off x="5576367" y="5183073"/>
              <a:ext cx="129600" cy="820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0EE5DBD4-01DE-5727-7B35-23B957AE8BF9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5567367" y="5174433"/>
                <a:ext cx="1472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2FC5FF8D-869F-1F24-AEAE-249192C93E80}"/>
                  </a:ext>
                </a:extLst>
              </p14:cNvPr>
              <p14:cNvContentPartPr/>
              <p14:nvPr/>
            </p14:nvContentPartPr>
            <p14:xfrm>
              <a:off x="5724327" y="5170473"/>
              <a:ext cx="204120" cy="8244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2FC5FF8D-869F-1F24-AEAE-249192C93E80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5715327" y="5161473"/>
                <a:ext cx="2217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5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FA59B9E3-56BC-71D3-7524-0A5B4297314E}"/>
                  </a:ext>
                </a:extLst>
              </p14:cNvPr>
              <p14:cNvContentPartPr/>
              <p14:nvPr/>
            </p14:nvContentPartPr>
            <p14:xfrm>
              <a:off x="5950047" y="5221953"/>
              <a:ext cx="45360" cy="374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FA59B9E3-56BC-71D3-7524-0A5B4297314E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5941407" y="5212953"/>
                <a:ext cx="630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4F25F54B-F8FF-E066-2AB7-11A4B0B9E7CA}"/>
                  </a:ext>
                </a:extLst>
              </p14:cNvPr>
              <p14:cNvContentPartPr/>
              <p14:nvPr/>
            </p14:nvContentPartPr>
            <p14:xfrm>
              <a:off x="6076407" y="5025033"/>
              <a:ext cx="33120" cy="756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4F25F54B-F8FF-E066-2AB7-11A4B0B9E7CA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6067407" y="5016033"/>
                <a:ext cx="5076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0" name="Group 319">
            <a:extLst>
              <a:ext uri="{FF2B5EF4-FFF2-40B4-BE49-F238E27FC236}">
                <a16:creationId xmlns:a16="http://schemas.microsoft.com/office/drawing/2014/main" id="{F4DB988D-3B27-CECA-3D84-17444A44DC53}"/>
              </a:ext>
            </a:extLst>
          </p:cNvPr>
          <p:cNvGrpSpPr/>
          <p:nvPr/>
        </p:nvGrpSpPr>
        <p:grpSpPr>
          <a:xfrm>
            <a:off x="2775567" y="5642433"/>
            <a:ext cx="105480" cy="245520"/>
            <a:chOff x="2775567" y="5642433"/>
            <a:chExt cx="1054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D647CBE-E06E-D654-2530-F3F004B5EFC0}"/>
                    </a:ext>
                  </a:extLst>
                </p14:cNvPr>
                <p14:cNvContentPartPr/>
                <p14:nvPr/>
              </p14:nvContentPartPr>
              <p14:xfrm>
                <a:off x="2799327" y="5642433"/>
                <a:ext cx="8280" cy="2242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D647CBE-E06E-D654-2530-F3F004B5EFC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790327" y="5633433"/>
                  <a:ext cx="25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8C9FF77-FF36-FB11-2A70-27C872EC1315}"/>
                    </a:ext>
                  </a:extLst>
                </p14:cNvPr>
                <p14:cNvContentPartPr/>
                <p14:nvPr/>
              </p14:nvContentPartPr>
              <p14:xfrm>
                <a:off x="2775567" y="5840433"/>
                <a:ext cx="105480" cy="47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8C9FF77-FF36-FB11-2A70-27C872EC131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766567" y="5831793"/>
                  <a:ext cx="1231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355C90CD-18F8-C9B0-E42C-C218A039AD63}"/>
              </a:ext>
            </a:extLst>
          </p:cNvPr>
          <p:cNvGrpSpPr/>
          <p:nvPr/>
        </p:nvGrpSpPr>
        <p:grpSpPr>
          <a:xfrm>
            <a:off x="2402607" y="5999193"/>
            <a:ext cx="756720" cy="198000"/>
            <a:chOff x="2402607" y="5999193"/>
            <a:chExt cx="75672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C06B9D6-0EA4-96A3-DB14-68E4ECBD199E}"/>
                    </a:ext>
                  </a:extLst>
                </p14:cNvPr>
                <p14:cNvContentPartPr/>
                <p14:nvPr/>
              </p14:nvContentPartPr>
              <p14:xfrm>
                <a:off x="2572887" y="6019713"/>
                <a:ext cx="10440" cy="1774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C06B9D6-0EA4-96A3-DB14-68E4ECBD199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563887" y="6010713"/>
                  <a:ext cx="28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B13FC0B-76E3-012B-8484-8DFF789EB4B3}"/>
                    </a:ext>
                  </a:extLst>
                </p14:cNvPr>
                <p14:cNvContentPartPr/>
                <p14:nvPr/>
              </p14:nvContentPartPr>
              <p14:xfrm>
                <a:off x="2541927" y="5999193"/>
                <a:ext cx="160560" cy="331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B13FC0B-76E3-012B-8484-8DFF789EB4B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532927" y="5990193"/>
                  <a:ext cx="178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6882A70-54E0-A4C1-78F4-617C829A251C}"/>
                    </a:ext>
                  </a:extLst>
                </p14:cNvPr>
                <p14:cNvContentPartPr/>
                <p14:nvPr/>
              </p14:nvContentPartPr>
              <p14:xfrm>
                <a:off x="2402607" y="6089913"/>
                <a:ext cx="291960" cy="525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6882A70-54E0-A4C1-78F4-617C829A251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393967" y="6080913"/>
                  <a:ext cx="309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CD6AA54-1091-FB34-A428-8173E6C95E73}"/>
                    </a:ext>
                  </a:extLst>
                </p14:cNvPr>
                <p14:cNvContentPartPr/>
                <p14:nvPr/>
              </p14:nvContentPartPr>
              <p14:xfrm>
                <a:off x="2702847" y="6079113"/>
                <a:ext cx="143280" cy="817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CD6AA54-1091-FB34-A428-8173E6C95E7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693847" y="6070113"/>
                  <a:ext cx="160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3258AC7-4A36-5778-323B-4075D054C797}"/>
                    </a:ext>
                  </a:extLst>
                </p14:cNvPr>
                <p14:cNvContentPartPr/>
                <p14:nvPr/>
              </p14:nvContentPartPr>
              <p14:xfrm>
                <a:off x="2849367" y="6026913"/>
                <a:ext cx="16200" cy="135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3258AC7-4A36-5778-323B-4075D054C79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840367" y="6018273"/>
                  <a:ext cx="33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5BF2251-7E73-FB35-D2C3-77520E0FF3DA}"/>
                    </a:ext>
                  </a:extLst>
                </p14:cNvPr>
                <p14:cNvContentPartPr/>
                <p14:nvPr/>
              </p14:nvContentPartPr>
              <p14:xfrm>
                <a:off x="2900127" y="6066513"/>
                <a:ext cx="69480" cy="102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5BF2251-7E73-FB35-D2C3-77520E0FF3DA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891487" y="6057513"/>
                  <a:ext cx="87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5165972-6DDE-02C8-F6F0-5FAEF65A7BD8}"/>
                    </a:ext>
                  </a:extLst>
                </p14:cNvPr>
                <p14:cNvContentPartPr/>
                <p14:nvPr/>
              </p14:nvContentPartPr>
              <p14:xfrm>
                <a:off x="3014607" y="6052473"/>
                <a:ext cx="144720" cy="111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5165972-6DDE-02C8-F6F0-5FAEF65A7BD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005967" y="6043473"/>
                  <a:ext cx="16236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7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F4EC2FA0-094D-3170-89EA-E18FD8827E7A}"/>
                  </a:ext>
                </a:extLst>
              </p14:cNvPr>
              <p14:cNvContentPartPr/>
              <p14:nvPr/>
            </p14:nvContentPartPr>
            <p14:xfrm>
              <a:off x="247287" y="1721673"/>
              <a:ext cx="360" cy="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F4EC2FA0-094D-3170-89EA-E18FD8827E7A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238647" y="171267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921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B4F3A2-5371-E06B-4C87-B9933C50386C}"/>
                  </a:ext>
                </a:extLst>
              </p14:cNvPr>
              <p14:cNvContentPartPr/>
              <p14:nvPr/>
            </p14:nvContentPartPr>
            <p14:xfrm>
              <a:off x="2933607" y="2254113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B4F3A2-5371-E06B-4C87-B9933C5038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4607" y="22454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3F9F8F8-CF1E-45CA-717E-86F15F03C517}"/>
                  </a:ext>
                </a:extLst>
              </p14:cNvPr>
              <p14:cNvContentPartPr/>
              <p14:nvPr/>
            </p14:nvContentPartPr>
            <p14:xfrm>
              <a:off x="2037567" y="1099233"/>
              <a:ext cx="7200" cy="153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3F9F8F8-CF1E-45CA-717E-86F15F03C5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8927" y="1090233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7C9ABFC-A0A0-547D-3AD7-4F2392F69F52}"/>
                  </a:ext>
                </a:extLst>
              </p14:cNvPr>
              <p14:cNvContentPartPr/>
              <p14:nvPr/>
            </p14:nvContentPartPr>
            <p14:xfrm>
              <a:off x="1899687" y="1049193"/>
              <a:ext cx="407160" cy="171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7C9ABFC-A0A0-547D-3AD7-4F2392F69F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0687" y="1040193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D264758-ABBB-57BE-FEAD-C05FF29EA319}"/>
                  </a:ext>
                </a:extLst>
              </p14:cNvPr>
              <p14:cNvContentPartPr/>
              <p14:nvPr/>
            </p14:nvContentPartPr>
            <p14:xfrm>
              <a:off x="2311527" y="1120833"/>
              <a:ext cx="50040" cy="80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D264758-ABBB-57BE-FEAD-C05FF29EA3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02527" y="1111833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B66516D-BD1B-D7BB-DE61-415ACB17C6AD}"/>
                  </a:ext>
                </a:extLst>
              </p14:cNvPr>
              <p14:cNvContentPartPr/>
              <p14:nvPr/>
            </p14:nvContentPartPr>
            <p14:xfrm>
              <a:off x="2382807" y="1161513"/>
              <a:ext cx="28080" cy="568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B66516D-BD1B-D7BB-DE61-415ACB17C6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73807" y="1152513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DB4DE1A-9F72-2634-2C52-0EEA63594D14}"/>
                  </a:ext>
                </a:extLst>
              </p14:cNvPr>
              <p14:cNvContentPartPr/>
              <p14:nvPr/>
            </p14:nvContentPartPr>
            <p14:xfrm>
              <a:off x="2409087" y="1118313"/>
              <a:ext cx="7200" cy="4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DB4DE1A-9F72-2634-2C52-0EEA63594D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00087" y="1109313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15CF849-F703-DCDC-FA34-6C80C0BA2211}"/>
                  </a:ext>
                </a:extLst>
              </p14:cNvPr>
              <p14:cNvContentPartPr/>
              <p14:nvPr/>
            </p14:nvContentPartPr>
            <p14:xfrm>
              <a:off x="2433567" y="1102473"/>
              <a:ext cx="268920" cy="95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15CF849-F703-DCDC-FA34-6C80C0BA221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24567" y="1093833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2BE0E94-77EE-E43E-AAE0-6B94F7320DDE}"/>
                  </a:ext>
                </a:extLst>
              </p14:cNvPr>
              <p14:cNvContentPartPr/>
              <p14:nvPr/>
            </p14:nvContentPartPr>
            <p14:xfrm>
              <a:off x="1846407" y="1274913"/>
              <a:ext cx="1058760" cy="424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2BE0E94-77EE-E43E-AAE0-6B94F7320D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37407" y="1265913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6218399-E581-3400-9BA6-812036E09440}"/>
                  </a:ext>
                </a:extLst>
              </p14:cNvPr>
              <p14:cNvContentPartPr/>
              <p14:nvPr/>
            </p14:nvContentPartPr>
            <p14:xfrm>
              <a:off x="1559487" y="1610073"/>
              <a:ext cx="23760" cy="1123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6218399-E581-3400-9BA6-812036E094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50487" y="1601073"/>
                <a:ext cx="414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1CEB994-1EE3-5227-EA2D-DEC5C1B57451}"/>
                  </a:ext>
                </a:extLst>
              </p14:cNvPr>
              <p14:cNvContentPartPr/>
              <p14:nvPr/>
            </p14:nvContentPartPr>
            <p14:xfrm>
              <a:off x="1525287" y="1608993"/>
              <a:ext cx="131760" cy="259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1CEB994-1EE3-5227-EA2D-DEC5C1B5745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16287" y="1600353"/>
                <a:ext cx="1494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24EEFF6-17DF-3BEE-24FF-74E1946737B7}"/>
                  </a:ext>
                </a:extLst>
              </p14:cNvPr>
              <p14:cNvContentPartPr/>
              <p14:nvPr/>
            </p14:nvContentPartPr>
            <p14:xfrm>
              <a:off x="1479927" y="1732833"/>
              <a:ext cx="202680" cy="30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24EEFF6-17DF-3BEE-24FF-74E1946737B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71287" y="1723833"/>
                <a:ext cx="2203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4A05BBE-04BA-73B0-89E5-4CED6C3CD94D}"/>
                  </a:ext>
                </a:extLst>
              </p14:cNvPr>
              <p14:cNvContentPartPr/>
              <p14:nvPr/>
            </p14:nvContentPartPr>
            <p14:xfrm>
              <a:off x="1853967" y="1579113"/>
              <a:ext cx="311400" cy="198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4A05BBE-04BA-73B0-89E5-4CED6C3CD9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44967" y="1570473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EACC21E-673F-8F35-5533-21CA574BAB7A}"/>
                  </a:ext>
                </a:extLst>
              </p14:cNvPr>
              <p14:cNvContentPartPr/>
              <p14:nvPr/>
            </p14:nvContentPartPr>
            <p14:xfrm>
              <a:off x="2127567" y="1678833"/>
              <a:ext cx="207720" cy="860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EACC21E-673F-8F35-5533-21CA574BAB7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18927" y="1669833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B50243E-F836-6C6A-7E7C-89BD62783D60}"/>
                  </a:ext>
                </a:extLst>
              </p14:cNvPr>
              <p14:cNvContentPartPr/>
              <p14:nvPr/>
            </p14:nvContentPartPr>
            <p14:xfrm>
              <a:off x="2574327" y="1614033"/>
              <a:ext cx="32760" cy="1656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B50243E-F836-6C6A-7E7C-89BD62783D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65687" y="1605033"/>
                <a:ext cx="504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73786D9-5295-841E-844F-6E699723AF03}"/>
                  </a:ext>
                </a:extLst>
              </p14:cNvPr>
              <p14:cNvContentPartPr/>
              <p14:nvPr/>
            </p14:nvContentPartPr>
            <p14:xfrm>
              <a:off x="2520327" y="1573353"/>
              <a:ext cx="471600" cy="192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73786D9-5295-841E-844F-6E699723AF0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11687" y="1564353"/>
                <a:ext cx="4892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A453083-EA44-36B0-FFE9-30B04C91C3B4}"/>
                  </a:ext>
                </a:extLst>
              </p14:cNvPr>
              <p14:cNvContentPartPr/>
              <p14:nvPr/>
            </p14:nvContentPartPr>
            <p14:xfrm>
              <a:off x="2937567" y="1669833"/>
              <a:ext cx="95760" cy="21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A453083-EA44-36B0-FFE9-30B04C91C3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28927" y="1661193"/>
                <a:ext cx="1134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F4631FD-70E4-1ABB-F667-2F2F2BBDC454}"/>
                  </a:ext>
                </a:extLst>
              </p14:cNvPr>
              <p14:cNvContentPartPr/>
              <p14:nvPr/>
            </p14:nvContentPartPr>
            <p14:xfrm>
              <a:off x="3201807" y="1679193"/>
              <a:ext cx="7560" cy="1818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F4631FD-70E4-1ABB-F667-2F2F2BBDC4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92807" y="1670193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737A56D-C2BC-9213-E642-32A69997767C}"/>
                  </a:ext>
                </a:extLst>
              </p14:cNvPr>
              <p14:cNvContentPartPr/>
              <p14:nvPr/>
            </p14:nvContentPartPr>
            <p14:xfrm>
              <a:off x="3196407" y="1685673"/>
              <a:ext cx="64800" cy="817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737A56D-C2BC-9213-E642-32A6999776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87767" y="1677033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1AB936D-64A4-9A08-37E8-3B331015E65C}"/>
                  </a:ext>
                </a:extLst>
              </p14:cNvPr>
              <p14:cNvContentPartPr/>
              <p14:nvPr/>
            </p14:nvContentPartPr>
            <p14:xfrm>
              <a:off x="3290727" y="1598913"/>
              <a:ext cx="65160" cy="1609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1AB936D-64A4-9A08-37E8-3B331015E65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81727" y="1589913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EDCFDE-02C0-F440-2EB7-AA53E6C8CEBF}"/>
                  </a:ext>
                </a:extLst>
              </p14:cNvPr>
              <p14:cNvContentPartPr/>
              <p14:nvPr/>
            </p14:nvContentPartPr>
            <p14:xfrm>
              <a:off x="3371727" y="1670913"/>
              <a:ext cx="162000" cy="748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EDCFDE-02C0-F440-2EB7-AA53E6C8CE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63087" y="1661913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01965BF-C11D-99A1-D8C4-9C4AA7C18F41}"/>
                  </a:ext>
                </a:extLst>
              </p14:cNvPr>
              <p14:cNvContentPartPr/>
              <p14:nvPr/>
            </p14:nvContentPartPr>
            <p14:xfrm>
              <a:off x="3526167" y="1637073"/>
              <a:ext cx="305640" cy="99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01965BF-C11D-99A1-D8C4-9C4AA7C18F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17167" y="1628073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8F06BD5-547E-5CCD-5F5C-62ED1FC3EC8F}"/>
                  </a:ext>
                </a:extLst>
              </p14:cNvPr>
              <p14:cNvContentPartPr/>
              <p14:nvPr/>
            </p14:nvContentPartPr>
            <p14:xfrm>
              <a:off x="4496007" y="1687113"/>
              <a:ext cx="117360" cy="57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8F06BD5-547E-5CCD-5F5C-62ED1FC3EC8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87007" y="1678473"/>
                <a:ext cx="135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ACC5129-0CE8-014D-7E20-A2CED28639C1}"/>
                  </a:ext>
                </a:extLst>
              </p14:cNvPr>
              <p14:cNvContentPartPr/>
              <p14:nvPr/>
            </p14:nvContentPartPr>
            <p14:xfrm>
              <a:off x="4652247" y="1647153"/>
              <a:ext cx="88200" cy="932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ACC5129-0CE8-014D-7E20-A2CED28639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43247" y="1638153"/>
                <a:ext cx="105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5F8FA1D-5C27-72B2-21B6-394CC85E6768}"/>
                  </a:ext>
                </a:extLst>
              </p14:cNvPr>
              <p14:cNvContentPartPr/>
              <p14:nvPr/>
            </p14:nvContentPartPr>
            <p14:xfrm>
              <a:off x="4757367" y="1639233"/>
              <a:ext cx="111240" cy="928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5F8FA1D-5C27-72B2-21B6-394CC85E676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48727" y="1630593"/>
                <a:ext cx="128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F21C330-A29F-2FEE-C7D3-DBB61C489864}"/>
                  </a:ext>
                </a:extLst>
              </p14:cNvPr>
              <p14:cNvContentPartPr/>
              <p14:nvPr/>
            </p14:nvContentPartPr>
            <p14:xfrm>
              <a:off x="1527087" y="2115153"/>
              <a:ext cx="16920" cy="1342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F21C330-A29F-2FEE-C7D3-DBB61C48986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18447" y="2106153"/>
                <a:ext cx="34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ADE99EB-8314-656F-7376-FB702E7C18E5}"/>
                  </a:ext>
                </a:extLst>
              </p14:cNvPr>
              <p14:cNvContentPartPr/>
              <p14:nvPr/>
            </p14:nvContentPartPr>
            <p14:xfrm>
              <a:off x="1460847" y="2108313"/>
              <a:ext cx="180360" cy="25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ADE99EB-8314-656F-7376-FB702E7C18E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51847" y="2099673"/>
                <a:ext cx="198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74347DC-B856-AD02-A516-257F29916E9A}"/>
                  </a:ext>
                </a:extLst>
              </p14:cNvPr>
              <p14:cNvContentPartPr/>
              <p14:nvPr/>
            </p14:nvContentPartPr>
            <p14:xfrm>
              <a:off x="1424487" y="2254473"/>
              <a:ext cx="220320" cy="30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74347DC-B856-AD02-A516-257F29916E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15847" y="2245833"/>
                <a:ext cx="237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D823E62-BEB3-19DD-23EE-C4FC0265C796}"/>
                  </a:ext>
                </a:extLst>
              </p14:cNvPr>
              <p14:cNvContentPartPr/>
              <p14:nvPr/>
            </p14:nvContentPartPr>
            <p14:xfrm>
              <a:off x="1861887" y="2098593"/>
              <a:ext cx="169200" cy="1782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D823E62-BEB3-19DD-23EE-C4FC0265C79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52887" y="2089593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56CA4ED-0708-D5FF-AB1F-D8FBB358C90F}"/>
                  </a:ext>
                </a:extLst>
              </p14:cNvPr>
              <p14:cNvContentPartPr/>
              <p14:nvPr/>
            </p14:nvContentPartPr>
            <p14:xfrm>
              <a:off x="2055927" y="2194353"/>
              <a:ext cx="69120" cy="69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56CA4ED-0708-D5FF-AB1F-D8FBB358C90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47287" y="2185353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A96F80D-CCED-A1C8-4E40-A533B764A9C9}"/>
                  </a:ext>
                </a:extLst>
              </p14:cNvPr>
              <p14:cNvContentPartPr/>
              <p14:nvPr/>
            </p14:nvContentPartPr>
            <p14:xfrm>
              <a:off x="2110647" y="2179593"/>
              <a:ext cx="169560" cy="110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A96F80D-CCED-A1C8-4E40-A533B764A9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02007" y="2170593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4C9129A-7F7A-13E2-8B56-E168E81478E8}"/>
                  </a:ext>
                </a:extLst>
              </p14:cNvPr>
              <p14:cNvContentPartPr/>
              <p14:nvPr/>
            </p14:nvContentPartPr>
            <p14:xfrm>
              <a:off x="2555967" y="2069433"/>
              <a:ext cx="70920" cy="286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4C9129A-7F7A-13E2-8B56-E168E81478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547327" y="2060793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9C6227A-391C-9C0E-B87A-19687551714D}"/>
                  </a:ext>
                </a:extLst>
              </p14:cNvPr>
              <p14:cNvContentPartPr/>
              <p14:nvPr/>
            </p14:nvContentPartPr>
            <p14:xfrm>
              <a:off x="2495487" y="2188953"/>
              <a:ext cx="357480" cy="95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9C6227A-391C-9C0E-B87A-19687551714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486487" y="2180313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4BDF180-87D3-21B3-20EA-6724210AFCAE}"/>
                  </a:ext>
                </a:extLst>
              </p14:cNvPr>
              <p14:cNvContentPartPr/>
              <p14:nvPr/>
            </p14:nvContentPartPr>
            <p14:xfrm>
              <a:off x="2900487" y="2015433"/>
              <a:ext cx="114480" cy="3542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4BDF180-87D3-21B3-20EA-6724210AFCA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91847" y="2006793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3106271-46D3-8A00-937C-F3C0E02F3A6F}"/>
                  </a:ext>
                </a:extLst>
              </p14:cNvPr>
              <p14:cNvContentPartPr/>
              <p14:nvPr/>
            </p14:nvContentPartPr>
            <p14:xfrm>
              <a:off x="4552527" y="2210913"/>
              <a:ext cx="113400" cy="136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3106271-46D3-8A00-937C-F3C0E02F3A6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543887" y="2202273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6CD9882-B419-7700-9933-9C86028E1EA6}"/>
                  </a:ext>
                </a:extLst>
              </p14:cNvPr>
              <p14:cNvContentPartPr/>
              <p14:nvPr/>
            </p14:nvContentPartPr>
            <p14:xfrm>
              <a:off x="4589607" y="2177433"/>
              <a:ext cx="24120" cy="1155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6CD9882-B419-7700-9933-9C86028E1EA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80967" y="2168793"/>
                <a:ext cx="41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01152A8-629B-EF2C-AABD-D0CC1E8AB0C4}"/>
                  </a:ext>
                </a:extLst>
              </p14:cNvPr>
              <p14:cNvContentPartPr/>
              <p14:nvPr/>
            </p14:nvContentPartPr>
            <p14:xfrm>
              <a:off x="4679247" y="2182113"/>
              <a:ext cx="78840" cy="910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01152A8-629B-EF2C-AABD-D0CC1E8AB0C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670607" y="2173113"/>
                <a:ext cx="96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F9B43A9-7D13-FE6E-C3B4-AA096D3DF393}"/>
                  </a:ext>
                </a:extLst>
              </p14:cNvPr>
              <p14:cNvContentPartPr/>
              <p14:nvPr/>
            </p14:nvContentPartPr>
            <p14:xfrm>
              <a:off x="4739367" y="2167713"/>
              <a:ext cx="51840" cy="1152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F9B43A9-7D13-FE6E-C3B4-AA096D3DF39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730727" y="2159073"/>
                <a:ext cx="6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C0F8571-E54C-E7EA-0745-FF581ECD8A9D}"/>
                  </a:ext>
                </a:extLst>
              </p14:cNvPr>
              <p14:cNvContentPartPr/>
              <p14:nvPr/>
            </p14:nvContentPartPr>
            <p14:xfrm>
              <a:off x="4807047" y="2188233"/>
              <a:ext cx="160560" cy="88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C0F8571-E54C-E7EA-0745-FF581ECD8A9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98407" y="2179233"/>
                <a:ext cx="178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F183ADD-5ADD-F251-05DA-D2F1D9F2C3D4}"/>
                  </a:ext>
                </a:extLst>
              </p14:cNvPr>
              <p14:cNvContentPartPr/>
              <p14:nvPr/>
            </p14:nvContentPartPr>
            <p14:xfrm>
              <a:off x="1506567" y="2717073"/>
              <a:ext cx="35640" cy="142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F183ADD-5ADD-F251-05DA-D2F1D9F2C3D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97567" y="2708073"/>
                <a:ext cx="53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E0F3E43-2991-E68E-332E-07232C2E8BE9}"/>
                  </a:ext>
                </a:extLst>
              </p14:cNvPr>
              <p14:cNvContentPartPr/>
              <p14:nvPr/>
            </p14:nvContentPartPr>
            <p14:xfrm>
              <a:off x="1469127" y="2687553"/>
              <a:ext cx="173520" cy="248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E0F3E43-2991-E68E-332E-07232C2E8BE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60127" y="2678913"/>
                <a:ext cx="191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C48FD9D-89B5-97FF-FA82-7A7ECA4B4992}"/>
                  </a:ext>
                </a:extLst>
              </p14:cNvPr>
              <p14:cNvContentPartPr/>
              <p14:nvPr/>
            </p14:nvContentPartPr>
            <p14:xfrm>
              <a:off x="1371927" y="2829393"/>
              <a:ext cx="299520" cy="428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C48FD9D-89B5-97FF-FA82-7A7ECA4B499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363287" y="2820753"/>
                <a:ext cx="317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DBB554C-E171-B16D-C83B-85FF800DF028}"/>
                  </a:ext>
                </a:extLst>
              </p14:cNvPr>
              <p14:cNvContentPartPr/>
              <p14:nvPr/>
            </p14:nvContentPartPr>
            <p14:xfrm>
              <a:off x="1911567" y="2691513"/>
              <a:ext cx="200880" cy="172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DBB554C-E171-B16D-C83B-85FF800DF02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902567" y="2682513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1295856-4F00-01A5-E758-532DF4BAC57E}"/>
                  </a:ext>
                </a:extLst>
              </p14:cNvPr>
              <p14:cNvContentPartPr/>
              <p14:nvPr/>
            </p14:nvContentPartPr>
            <p14:xfrm>
              <a:off x="2060607" y="2722833"/>
              <a:ext cx="66600" cy="392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1295856-4F00-01A5-E758-532DF4BAC57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051607" y="2714193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AF4839C-BD55-24F7-3F21-3CA5DA59A9A7}"/>
                  </a:ext>
                </a:extLst>
              </p14:cNvPr>
              <p14:cNvContentPartPr/>
              <p14:nvPr/>
            </p14:nvContentPartPr>
            <p14:xfrm>
              <a:off x="2172207" y="2708073"/>
              <a:ext cx="12240" cy="1810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AF4839C-BD55-24F7-3F21-3CA5DA59A9A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163567" y="2699433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67A06B9-B131-5E1C-07AA-FD61E0B00BA8}"/>
                  </a:ext>
                </a:extLst>
              </p14:cNvPr>
              <p14:cNvContentPartPr/>
              <p14:nvPr/>
            </p14:nvContentPartPr>
            <p14:xfrm>
              <a:off x="2155647" y="2775393"/>
              <a:ext cx="244440" cy="93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67A06B9-B131-5E1C-07AA-FD61E0B00BA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46647" y="2766753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C2CC624-0DBA-A5A0-EB7F-54DF078A6F84}"/>
                  </a:ext>
                </a:extLst>
              </p14:cNvPr>
              <p14:cNvContentPartPr/>
              <p14:nvPr/>
            </p14:nvContentPartPr>
            <p14:xfrm>
              <a:off x="2644167" y="2681073"/>
              <a:ext cx="33480" cy="1699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C2CC624-0DBA-A5A0-EB7F-54DF078A6F8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35167" y="2672073"/>
                <a:ext cx="511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B79C2AF-E23A-B0ED-1C06-BE8E1CE75D38}"/>
                  </a:ext>
                </a:extLst>
              </p14:cNvPr>
              <p14:cNvContentPartPr/>
              <p14:nvPr/>
            </p14:nvContentPartPr>
            <p14:xfrm>
              <a:off x="2616087" y="2745153"/>
              <a:ext cx="136080" cy="316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B79C2AF-E23A-B0ED-1C06-BE8E1CE75D3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07087" y="2736153"/>
                <a:ext cx="153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00DAF01-0EFC-D9DE-A89D-1612E2EAD197}"/>
                  </a:ext>
                </a:extLst>
              </p14:cNvPr>
              <p14:cNvContentPartPr/>
              <p14:nvPr/>
            </p14:nvContentPartPr>
            <p14:xfrm>
              <a:off x="2712567" y="2678193"/>
              <a:ext cx="261720" cy="1422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00DAF01-0EFC-D9DE-A89D-1612E2EAD19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03927" y="2669553"/>
                <a:ext cx="2793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1CFA8A4-8DB8-5B40-5025-3C9FAA26B92E}"/>
                  </a:ext>
                </a:extLst>
              </p14:cNvPr>
              <p14:cNvContentPartPr/>
              <p14:nvPr/>
            </p14:nvContentPartPr>
            <p14:xfrm>
              <a:off x="4611927" y="2712033"/>
              <a:ext cx="84600" cy="208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1CFA8A4-8DB8-5B40-5025-3C9FAA26B92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02927" y="2703393"/>
                <a:ext cx="102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A7C4136-7852-3B3C-A57F-71025CF2A141}"/>
                  </a:ext>
                </a:extLst>
              </p14:cNvPr>
              <p14:cNvContentPartPr/>
              <p14:nvPr/>
            </p14:nvContentPartPr>
            <p14:xfrm>
              <a:off x="4634967" y="2664153"/>
              <a:ext cx="40680" cy="139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A7C4136-7852-3B3C-A57F-71025CF2A14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625967" y="2655153"/>
                <a:ext cx="5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D09BAB8-CF57-FA4E-0359-CE27C71C7E9A}"/>
                  </a:ext>
                </a:extLst>
              </p14:cNvPr>
              <p14:cNvContentPartPr/>
              <p14:nvPr/>
            </p14:nvContentPartPr>
            <p14:xfrm>
              <a:off x="4754847" y="2691513"/>
              <a:ext cx="291600" cy="1015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D09BAB8-CF57-FA4E-0359-CE27C71C7E9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45847" y="2682513"/>
                <a:ext cx="309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CE303CA-B85A-5D9A-8E51-EA472FEF4F6B}"/>
                  </a:ext>
                </a:extLst>
              </p14:cNvPr>
              <p14:cNvContentPartPr/>
              <p14:nvPr/>
            </p14:nvContentPartPr>
            <p14:xfrm>
              <a:off x="1473087" y="3247353"/>
              <a:ext cx="8640" cy="1393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CE303CA-B85A-5D9A-8E51-EA472FEF4F6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464447" y="3238353"/>
                <a:ext cx="262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3DB18D5E-E19A-F7F5-27C8-9FA4D34D34DE}"/>
                  </a:ext>
                </a:extLst>
              </p14:cNvPr>
              <p14:cNvContentPartPr/>
              <p14:nvPr/>
            </p14:nvContentPartPr>
            <p14:xfrm>
              <a:off x="1403607" y="3224673"/>
              <a:ext cx="261000" cy="156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3DB18D5E-E19A-F7F5-27C8-9FA4D34D34D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94967" y="3216033"/>
                <a:ext cx="2786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B4470D7F-D6F0-A872-768B-34128F1E25DA}"/>
                  </a:ext>
                </a:extLst>
              </p14:cNvPr>
              <p14:cNvContentPartPr/>
              <p14:nvPr/>
            </p14:nvContentPartPr>
            <p14:xfrm>
              <a:off x="1673607" y="3298113"/>
              <a:ext cx="133920" cy="72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B4470D7F-D6F0-A872-768B-34128F1E25D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4967" y="3289473"/>
                <a:ext cx="1515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0433D02-DBED-144D-444A-21B07C5BAB8B}"/>
                  </a:ext>
                </a:extLst>
              </p14:cNvPr>
              <p14:cNvContentPartPr/>
              <p14:nvPr/>
            </p14:nvContentPartPr>
            <p14:xfrm>
              <a:off x="1991487" y="3276153"/>
              <a:ext cx="32760" cy="1731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0433D02-DBED-144D-444A-21B07C5BAB8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982847" y="3267153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64ED261-03EF-C6AD-7236-8EBAFAADEE20}"/>
                  </a:ext>
                </a:extLst>
              </p14:cNvPr>
              <p14:cNvContentPartPr/>
              <p14:nvPr/>
            </p14:nvContentPartPr>
            <p14:xfrm>
              <a:off x="1981767" y="3289113"/>
              <a:ext cx="120240" cy="921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64ED261-03EF-C6AD-7236-8EBAFAADEE2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72767" y="3280113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CF6D121-D415-4C5F-1426-F95FE0634B8D}"/>
                  </a:ext>
                </a:extLst>
              </p14:cNvPr>
              <p14:cNvContentPartPr/>
              <p14:nvPr/>
            </p14:nvContentPartPr>
            <p14:xfrm>
              <a:off x="2126127" y="3172833"/>
              <a:ext cx="157320" cy="2116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CF6D121-D415-4C5F-1426-F95FE0634B8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117487" y="3163833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13B0B60-F71F-9FE2-4812-6C3AA0E98C5C}"/>
                  </a:ext>
                </a:extLst>
              </p14:cNvPr>
              <p14:cNvContentPartPr/>
              <p14:nvPr/>
            </p14:nvContentPartPr>
            <p14:xfrm>
              <a:off x="2259687" y="3301353"/>
              <a:ext cx="204480" cy="727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13B0B60-F71F-9FE2-4812-6C3AA0E98C5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251047" y="3292713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40325C8-A940-84C8-DDFB-1A99849A2A9F}"/>
                  </a:ext>
                </a:extLst>
              </p14:cNvPr>
              <p14:cNvContentPartPr/>
              <p14:nvPr/>
            </p14:nvContentPartPr>
            <p14:xfrm>
              <a:off x="2606727" y="3278313"/>
              <a:ext cx="148320" cy="817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40325C8-A940-84C8-DDFB-1A99849A2A9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598087" y="3269673"/>
                <a:ext cx="165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7A8A49E-8464-9C24-C7F6-707236BA8ADE}"/>
                  </a:ext>
                </a:extLst>
              </p14:cNvPr>
              <p14:cNvContentPartPr/>
              <p14:nvPr/>
            </p14:nvContentPartPr>
            <p14:xfrm>
              <a:off x="2799687" y="3275073"/>
              <a:ext cx="136080" cy="77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7A8A49E-8464-9C24-C7F6-707236BA8AD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790687" y="3266433"/>
                <a:ext cx="1537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1DB571A-CD16-2582-2E6E-608C11228511}"/>
                  </a:ext>
                </a:extLst>
              </p14:cNvPr>
              <p14:cNvContentPartPr/>
              <p14:nvPr/>
            </p14:nvContentPartPr>
            <p14:xfrm>
              <a:off x="2950887" y="3256353"/>
              <a:ext cx="75600" cy="1137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1DB571A-CD16-2582-2E6E-608C1122851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41887" y="3247713"/>
                <a:ext cx="93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B6E5A46-062E-FCF2-29AD-A79220CC3EEA}"/>
                  </a:ext>
                </a:extLst>
              </p14:cNvPr>
              <p14:cNvContentPartPr/>
              <p14:nvPr/>
            </p14:nvContentPartPr>
            <p14:xfrm>
              <a:off x="3191727" y="3252753"/>
              <a:ext cx="115920" cy="95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B6E5A46-062E-FCF2-29AD-A79220CC3EE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183087" y="3243753"/>
                <a:ext cx="133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D574E6E-783D-0B0B-0462-609FD5C9439E}"/>
                  </a:ext>
                </a:extLst>
              </p14:cNvPr>
              <p14:cNvContentPartPr/>
              <p14:nvPr/>
            </p14:nvContentPartPr>
            <p14:xfrm>
              <a:off x="3332847" y="3265713"/>
              <a:ext cx="62640" cy="78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D574E6E-783D-0B0B-0462-609FD5C9439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23847" y="3257073"/>
                <a:ext cx="80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AF0E436-310D-9513-876C-8404857C85C5}"/>
                  </a:ext>
                </a:extLst>
              </p14:cNvPr>
              <p14:cNvContentPartPr/>
              <p14:nvPr/>
            </p14:nvContentPartPr>
            <p14:xfrm>
              <a:off x="3433287" y="3189033"/>
              <a:ext cx="63000" cy="1504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AF0E436-310D-9513-876C-8404857C85C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424287" y="3180033"/>
                <a:ext cx="806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4E5BA78-147B-7C48-6B20-0F283F29AC69}"/>
                  </a:ext>
                </a:extLst>
              </p14:cNvPr>
              <p14:cNvContentPartPr/>
              <p14:nvPr/>
            </p14:nvContentPartPr>
            <p14:xfrm>
              <a:off x="3438327" y="3247713"/>
              <a:ext cx="74160" cy="205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4E5BA78-147B-7C48-6B20-0F283F29AC6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429687" y="3238713"/>
                <a:ext cx="91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0140D9-1A71-5B12-78A1-602564E11CC7}"/>
                  </a:ext>
                </a:extLst>
              </p14:cNvPr>
              <p14:cNvContentPartPr/>
              <p14:nvPr/>
            </p14:nvContentPartPr>
            <p14:xfrm>
              <a:off x="3647487" y="3272553"/>
              <a:ext cx="355680" cy="2512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0140D9-1A71-5B12-78A1-602564E11CC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38847" y="3263553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50A5D66-42E1-0A7E-490E-58CE364F65B2}"/>
                  </a:ext>
                </a:extLst>
              </p14:cNvPr>
              <p14:cNvContentPartPr/>
              <p14:nvPr/>
            </p14:nvContentPartPr>
            <p14:xfrm>
              <a:off x="4023687" y="3117753"/>
              <a:ext cx="104400" cy="381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50A5D66-42E1-0A7E-490E-58CE364F65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015047" y="3108753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DFCA2A2-8077-6173-B7AE-E2D94011B860}"/>
                  </a:ext>
                </a:extLst>
              </p14:cNvPr>
              <p14:cNvContentPartPr/>
              <p14:nvPr/>
            </p14:nvContentPartPr>
            <p14:xfrm>
              <a:off x="4618047" y="3280473"/>
              <a:ext cx="88560" cy="122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DFCA2A2-8077-6173-B7AE-E2D94011B86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609047" y="3271833"/>
                <a:ext cx="1062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84CCE28-C921-1BD1-CCCD-0052AF5B09B7}"/>
                  </a:ext>
                </a:extLst>
              </p14:cNvPr>
              <p14:cNvContentPartPr/>
              <p14:nvPr/>
            </p14:nvContentPartPr>
            <p14:xfrm>
              <a:off x="4745847" y="3212793"/>
              <a:ext cx="255240" cy="1015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84CCE28-C921-1BD1-CCCD-0052AF5B09B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736847" y="3204153"/>
                <a:ext cx="272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801D8E4-4A6E-27D3-E2EA-D1DC3A501271}"/>
                  </a:ext>
                </a:extLst>
              </p14:cNvPr>
              <p14:cNvContentPartPr/>
              <p14:nvPr/>
            </p14:nvContentPartPr>
            <p14:xfrm>
              <a:off x="4554327" y="1124073"/>
              <a:ext cx="137880" cy="200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801D8E4-4A6E-27D3-E2EA-D1DC3A50127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45327" y="1115433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DD23FF28-E67A-0CEE-5EF7-C4343508DF65}"/>
                  </a:ext>
                </a:extLst>
              </p14:cNvPr>
              <p14:cNvContentPartPr/>
              <p14:nvPr/>
            </p14:nvContentPartPr>
            <p14:xfrm>
              <a:off x="4296567" y="1371033"/>
              <a:ext cx="691560" cy="30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DD23FF28-E67A-0CEE-5EF7-C4343508DF6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287567" y="1362393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68C9A52-8C17-7B50-D352-35941B479195}"/>
                  </a:ext>
                </a:extLst>
              </p14:cNvPr>
              <p14:cNvContentPartPr/>
              <p14:nvPr/>
            </p14:nvContentPartPr>
            <p14:xfrm>
              <a:off x="3174447" y="2657313"/>
              <a:ext cx="234720" cy="183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68C9A52-8C17-7B50-D352-35941B47919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65807" y="2648673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F0FD7EC-C032-F716-68B7-5B649C36A319}"/>
                  </a:ext>
                </a:extLst>
              </p14:cNvPr>
              <p14:cNvContentPartPr/>
              <p14:nvPr/>
            </p14:nvContentPartPr>
            <p14:xfrm>
              <a:off x="3448407" y="2705193"/>
              <a:ext cx="52200" cy="1051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F0FD7EC-C032-F716-68B7-5B649C36A31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439407" y="2696553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08DC829-3CCA-447D-85F7-BF38A0348794}"/>
                  </a:ext>
                </a:extLst>
              </p14:cNvPr>
              <p14:cNvContentPartPr/>
              <p14:nvPr/>
            </p14:nvContentPartPr>
            <p14:xfrm>
              <a:off x="3450567" y="2735793"/>
              <a:ext cx="75240" cy="154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08DC829-3CCA-447D-85F7-BF38A034879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441567" y="2726793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D7A6795-9AAD-B2A1-36A5-8505EC9371DD}"/>
                  </a:ext>
                </a:extLst>
              </p14:cNvPr>
              <p14:cNvContentPartPr/>
              <p14:nvPr/>
            </p14:nvContentPartPr>
            <p14:xfrm>
              <a:off x="3526887" y="2717073"/>
              <a:ext cx="110520" cy="914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D7A6795-9AAD-B2A1-36A5-8505EC9371D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518247" y="2708073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982C25E-3CE1-EC1C-0017-EFF0151ACAD6}"/>
                  </a:ext>
                </a:extLst>
              </p14:cNvPr>
              <p14:cNvContentPartPr/>
              <p14:nvPr/>
            </p14:nvContentPartPr>
            <p14:xfrm>
              <a:off x="3654327" y="2680353"/>
              <a:ext cx="34560" cy="214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982C25E-3CE1-EC1C-0017-EFF0151ACAD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645687" y="2671353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4B5D7F1-46E6-46DD-A6F4-CB24724CE0F8}"/>
                  </a:ext>
                </a:extLst>
              </p14:cNvPr>
              <p14:cNvContentPartPr/>
              <p14:nvPr/>
            </p14:nvContentPartPr>
            <p14:xfrm>
              <a:off x="6773367" y="1904553"/>
              <a:ext cx="360" cy="3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4B5D7F1-46E6-46DD-A6F4-CB24724CE0F8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764367" y="1895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9B22395-6363-D764-27E8-977FAEC1DCC8}"/>
                  </a:ext>
                </a:extLst>
              </p14:cNvPr>
              <p14:cNvContentPartPr/>
              <p14:nvPr/>
            </p14:nvContentPartPr>
            <p14:xfrm>
              <a:off x="8979753" y="3997953"/>
              <a:ext cx="360" cy="3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9B22395-6363-D764-27E8-977FAEC1DC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0753" y="39893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EE0279D-D921-8DD7-3B40-82483B7D9454}"/>
                  </a:ext>
                </a:extLst>
              </p14:cNvPr>
              <p14:cNvContentPartPr/>
              <p14:nvPr/>
            </p14:nvContentPartPr>
            <p14:xfrm>
              <a:off x="8083713" y="2843073"/>
              <a:ext cx="7200" cy="1530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EE0279D-D921-8DD7-3B40-82483B7D94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5073" y="2834073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3D7D51F-A029-C6E5-C0A7-5A6EE3A8F41A}"/>
                  </a:ext>
                </a:extLst>
              </p14:cNvPr>
              <p14:cNvContentPartPr/>
              <p14:nvPr/>
            </p14:nvContentPartPr>
            <p14:xfrm>
              <a:off x="7945833" y="2793033"/>
              <a:ext cx="407160" cy="1713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3D7D51F-A029-C6E5-C0A7-5A6EE3A8F4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6833" y="2784033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5F2C70F-FB20-9B27-663F-0491F74B7477}"/>
                  </a:ext>
                </a:extLst>
              </p14:cNvPr>
              <p14:cNvContentPartPr/>
              <p14:nvPr/>
            </p14:nvContentPartPr>
            <p14:xfrm>
              <a:off x="8357673" y="2864673"/>
              <a:ext cx="50040" cy="802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5F2C70F-FB20-9B27-663F-0491F74B74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48673" y="2855673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0FA1268-612A-2ACE-3EB7-4098753D93C9}"/>
                  </a:ext>
                </a:extLst>
              </p14:cNvPr>
              <p14:cNvContentPartPr/>
              <p14:nvPr/>
            </p14:nvContentPartPr>
            <p14:xfrm>
              <a:off x="8428953" y="2905353"/>
              <a:ext cx="28080" cy="568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0FA1268-612A-2ACE-3EB7-4098753D93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19953" y="2896353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67312F92-F13F-C185-CD0D-05B3DDDC691F}"/>
                  </a:ext>
                </a:extLst>
              </p14:cNvPr>
              <p14:cNvContentPartPr/>
              <p14:nvPr/>
            </p14:nvContentPartPr>
            <p14:xfrm>
              <a:off x="8455233" y="2862153"/>
              <a:ext cx="7200" cy="43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67312F92-F13F-C185-CD0D-05B3DDDC691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46233" y="2853153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1359C1E-F2E7-F363-905B-719E5405B766}"/>
                  </a:ext>
                </a:extLst>
              </p14:cNvPr>
              <p14:cNvContentPartPr/>
              <p14:nvPr/>
            </p14:nvContentPartPr>
            <p14:xfrm>
              <a:off x="8479713" y="2846313"/>
              <a:ext cx="268920" cy="957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1359C1E-F2E7-F363-905B-719E5405B7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70713" y="2837673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E00168BE-27B1-D5CA-B7DC-21B9E25D70FA}"/>
                  </a:ext>
                </a:extLst>
              </p14:cNvPr>
              <p14:cNvContentPartPr/>
              <p14:nvPr/>
            </p14:nvContentPartPr>
            <p14:xfrm>
              <a:off x="7892553" y="3018753"/>
              <a:ext cx="1058760" cy="424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E00168BE-27B1-D5CA-B7DC-21B9E25D70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83553" y="3009753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97197452-A692-5FD4-C9AF-2CDEED97E7A6}"/>
                  </a:ext>
                </a:extLst>
              </p14:cNvPr>
              <p14:cNvContentPartPr/>
              <p14:nvPr/>
            </p14:nvContentPartPr>
            <p14:xfrm>
              <a:off x="7900113" y="3322953"/>
              <a:ext cx="311400" cy="1980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97197452-A692-5FD4-C9AF-2CDEED97E7A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91113" y="3314313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B4642F0B-A0EA-84C1-1086-CE3B9977CE4C}"/>
                  </a:ext>
                </a:extLst>
              </p14:cNvPr>
              <p14:cNvContentPartPr/>
              <p14:nvPr/>
            </p14:nvContentPartPr>
            <p14:xfrm>
              <a:off x="8173713" y="3422673"/>
              <a:ext cx="207720" cy="86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B4642F0B-A0EA-84C1-1086-CE3B9977CE4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65073" y="3413673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D75E4A47-2F46-12D0-A56C-359C30A60875}"/>
                  </a:ext>
                </a:extLst>
              </p14:cNvPr>
              <p14:cNvContentPartPr/>
              <p14:nvPr/>
            </p14:nvContentPartPr>
            <p14:xfrm>
              <a:off x="9247953" y="3423033"/>
              <a:ext cx="7560" cy="1818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D75E4A47-2F46-12D0-A56C-359C30A608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38953" y="3414033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61D9D662-712E-3839-2165-AB7C3167BAB6}"/>
                  </a:ext>
                </a:extLst>
              </p14:cNvPr>
              <p14:cNvContentPartPr/>
              <p14:nvPr/>
            </p14:nvContentPartPr>
            <p14:xfrm>
              <a:off x="9242553" y="3429513"/>
              <a:ext cx="64800" cy="817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61D9D662-712E-3839-2165-AB7C3167BAB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33913" y="3420873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15A91B37-968A-3D1C-B069-B7F93A6BF5DA}"/>
                  </a:ext>
                </a:extLst>
              </p14:cNvPr>
              <p14:cNvContentPartPr/>
              <p14:nvPr/>
            </p14:nvContentPartPr>
            <p14:xfrm>
              <a:off x="9336873" y="3342753"/>
              <a:ext cx="65160" cy="1609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15A91B37-968A-3D1C-B069-B7F93A6BF5D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27873" y="3333753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2582C4F-DECC-BC29-652C-7ED9BB34FD59}"/>
                  </a:ext>
                </a:extLst>
              </p14:cNvPr>
              <p14:cNvContentPartPr/>
              <p14:nvPr/>
            </p14:nvContentPartPr>
            <p14:xfrm>
              <a:off x="9417873" y="3414753"/>
              <a:ext cx="162000" cy="748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2582C4F-DECC-BC29-652C-7ED9BB34FD5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409233" y="3405753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9AA41BF9-FF28-2D79-7874-30063AE02D20}"/>
                  </a:ext>
                </a:extLst>
              </p14:cNvPr>
              <p14:cNvContentPartPr/>
              <p14:nvPr/>
            </p14:nvContentPartPr>
            <p14:xfrm>
              <a:off x="9572313" y="3380913"/>
              <a:ext cx="305640" cy="990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9AA41BF9-FF28-2D79-7874-30063AE02D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63313" y="3371913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0C030718-6A65-6FD8-25A6-4054307755A1}"/>
                  </a:ext>
                </a:extLst>
              </p14:cNvPr>
              <p14:cNvContentPartPr/>
              <p14:nvPr/>
            </p14:nvContentPartPr>
            <p14:xfrm>
              <a:off x="10542153" y="3430953"/>
              <a:ext cx="117360" cy="5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0C030718-6A65-6FD8-25A6-4054307755A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533153" y="3422313"/>
                <a:ext cx="135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9C8174BA-FADA-B8D1-3033-F1B9ED0137E2}"/>
                  </a:ext>
                </a:extLst>
              </p14:cNvPr>
              <p14:cNvContentPartPr/>
              <p14:nvPr/>
            </p14:nvContentPartPr>
            <p14:xfrm>
              <a:off x="10698393" y="3390993"/>
              <a:ext cx="88200" cy="932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9C8174BA-FADA-B8D1-3033-F1B9ED0137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89393" y="3381993"/>
                <a:ext cx="105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C84BB7F-4CEE-03E5-E945-89FE6680198D}"/>
                  </a:ext>
                </a:extLst>
              </p14:cNvPr>
              <p14:cNvContentPartPr/>
              <p14:nvPr/>
            </p14:nvContentPartPr>
            <p14:xfrm>
              <a:off x="10803513" y="3383073"/>
              <a:ext cx="111240" cy="928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C84BB7F-4CEE-03E5-E945-89FE668019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94873" y="3374433"/>
                <a:ext cx="128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D9DCB073-799A-A0FC-1F1D-79CC0865D7E0}"/>
                  </a:ext>
                </a:extLst>
              </p14:cNvPr>
              <p14:cNvContentPartPr/>
              <p14:nvPr/>
            </p14:nvContentPartPr>
            <p14:xfrm>
              <a:off x="7908033" y="3842433"/>
              <a:ext cx="169200" cy="1782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D9DCB073-799A-A0FC-1F1D-79CC0865D7E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99033" y="3833433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6B3819C-3398-7CF6-7A03-1EEE3E12ABE5}"/>
                  </a:ext>
                </a:extLst>
              </p14:cNvPr>
              <p14:cNvContentPartPr/>
              <p14:nvPr/>
            </p14:nvContentPartPr>
            <p14:xfrm>
              <a:off x="8102073" y="3938193"/>
              <a:ext cx="69120" cy="694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6B3819C-3398-7CF6-7A03-1EEE3E12ABE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93433" y="3929193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BCDC1E12-C0D6-DD24-78F8-4025D581E269}"/>
                  </a:ext>
                </a:extLst>
              </p14:cNvPr>
              <p14:cNvContentPartPr/>
              <p14:nvPr/>
            </p14:nvContentPartPr>
            <p14:xfrm>
              <a:off x="8156793" y="3923433"/>
              <a:ext cx="169560" cy="1105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BCDC1E12-C0D6-DD24-78F8-4025D581E2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48153" y="3914433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B2971EB9-997C-432A-B661-651BEF223B08}"/>
                  </a:ext>
                </a:extLst>
              </p14:cNvPr>
              <p14:cNvContentPartPr/>
              <p14:nvPr/>
            </p14:nvContentPartPr>
            <p14:xfrm>
              <a:off x="8602113" y="3813273"/>
              <a:ext cx="70920" cy="2865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B2971EB9-997C-432A-B661-651BEF223B0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93473" y="3804633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BB689919-26CA-3ED9-63B9-44D1F450B8D1}"/>
                  </a:ext>
                </a:extLst>
              </p14:cNvPr>
              <p14:cNvContentPartPr/>
              <p14:nvPr/>
            </p14:nvContentPartPr>
            <p14:xfrm>
              <a:off x="8541633" y="3932793"/>
              <a:ext cx="357480" cy="957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BB689919-26CA-3ED9-63B9-44D1F450B8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32633" y="3924153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F8035E84-2011-F575-8B89-A071FAB9C69F}"/>
                  </a:ext>
                </a:extLst>
              </p14:cNvPr>
              <p14:cNvContentPartPr/>
              <p14:nvPr/>
            </p14:nvContentPartPr>
            <p14:xfrm>
              <a:off x="8946633" y="3759273"/>
              <a:ext cx="114480" cy="35424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F8035E84-2011-F575-8B89-A071FAB9C69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937993" y="3750633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485ABD42-919E-2615-C51A-3F450955DB17}"/>
                  </a:ext>
                </a:extLst>
              </p14:cNvPr>
              <p14:cNvContentPartPr/>
              <p14:nvPr/>
            </p14:nvContentPartPr>
            <p14:xfrm>
              <a:off x="10598673" y="3954753"/>
              <a:ext cx="113400" cy="1368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485ABD42-919E-2615-C51A-3F450955DB1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90033" y="3946113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2CE4B419-880C-DF65-56F8-ACBEEAF3A390}"/>
                  </a:ext>
                </a:extLst>
              </p14:cNvPr>
              <p14:cNvContentPartPr/>
              <p14:nvPr/>
            </p14:nvContentPartPr>
            <p14:xfrm>
              <a:off x="10635753" y="3921273"/>
              <a:ext cx="24120" cy="1155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2CE4B419-880C-DF65-56F8-ACBEEAF3A39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27113" y="3912633"/>
                <a:ext cx="41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C1B5281C-CB8E-FB20-C477-A749B831458E}"/>
                  </a:ext>
                </a:extLst>
              </p14:cNvPr>
              <p14:cNvContentPartPr/>
              <p14:nvPr/>
            </p14:nvContentPartPr>
            <p14:xfrm>
              <a:off x="10725393" y="3925953"/>
              <a:ext cx="78840" cy="910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C1B5281C-CB8E-FB20-C477-A749B831458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716753" y="3916953"/>
                <a:ext cx="96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DAE7982-C059-524C-55E8-0F6B155DE1E4}"/>
                  </a:ext>
                </a:extLst>
              </p14:cNvPr>
              <p14:cNvContentPartPr/>
              <p14:nvPr/>
            </p14:nvContentPartPr>
            <p14:xfrm>
              <a:off x="10785513" y="3911553"/>
              <a:ext cx="51840" cy="11520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DAE7982-C059-524C-55E8-0F6B155DE1E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776873" y="3902913"/>
                <a:ext cx="6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B6351083-FF94-17C7-8086-4353E48F6C74}"/>
                  </a:ext>
                </a:extLst>
              </p14:cNvPr>
              <p14:cNvContentPartPr/>
              <p14:nvPr/>
            </p14:nvContentPartPr>
            <p14:xfrm>
              <a:off x="10853193" y="3932073"/>
              <a:ext cx="160560" cy="885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B6351083-FF94-17C7-8086-4353E48F6C7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844553" y="3923073"/>
                <a:ext cx="178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2BFB0EC3-3358-EABA-FCB3-4CBC0E32069F}"/>
                  </a:ext>
                </a:extLst>
              </p14:cNvPr>
              <p14:cNvContentPartPr/>
              <p14:nvPr/>
            </p14:nvContentPartPr>
            <p14:xfrm>
              <a:off x="7957713" y="4435353"/>
              <a:ext cx="200880" cy="1728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2BFB0EC3-3358-EABA-FCB3-4CBC0E32069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948713" y="4426353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3AD21951-5494-E13F-2409-C81AEE115F03}"/>
                  </a:ext>
                </a:extLst>
              </p14:cNvPr>
              <p14:cNvContentPartPr/>
              <p14:nvPr/>
            </p14:nvContentPartPr>
            <p14:xfrm>
              <a:off x="8106753" y="4466673"/>
              <a:ext cx="66600" cy="392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3AD21951-5494-E13F-2409-C81AEE115F0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97753" y="4458033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9BA5A6EC-FD1E-2D43-A1F5-4488EB922C40}"/>
                  </a:ext>
                </a:extLst>
              </p14:cNvPr>
              <p14:cNvContentPartPr/>
              <p14:nvPr/>
            </p14:nvContentPartPr>
            <p14:xfrm>
              <a:off x="8218353" y="4451913"/>
              <a:ext cx="12240" cy="18108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9BA5A6EC-FD1E-2D43-A1F5-4488EB922C4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209713" y="4443273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EA5D7B29-6F4D-1EA9-EFE2-AF94BC3761A2}"/>
                  </a:ext>
                </a:extLst>
              </p14:cNvPr>
              <p14:cNvContentPartPr/>
              <p14:nvPr/>
            </p14:nvContentPartPr>
            <p14:xfrm>
              <a:off x="8201793" y="4519233"/>
              <a:ext cx="244440" cy="9324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EA5D7B29-6F4D-1EA9-EFE2-AF94BC3761A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92793" y="4510593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794566A3-734B-7B93-27EF-3D4682B6CA5D}"/>
                  </a:ext>
                </a:extLst>
              </p14:cNvPr>
              <p14:cNvContentPartPr/>
              <p14:nvPr/>
            </p14:nvContentPartPr>
            <p14:xfrm>
              <a:off x="10658073" y="4455873"/>
              <a:ext cx="84600" cy="208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794566A3-734B-7B93-27EF-3D4682B6CA5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649073" y="4447233"/>
                <a:ext cx="102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D829AAB0-1A4E-023A-0858-6D870695D678}"/>
                  </a:ext>
                </a:extLst>
              </p14:cNvPr>
              <p14:cNvContentPartPr/>
              <p14:nvPr/>
            </p14:nvContentPartPr>
            <p14:xfrm>
              <a:off x="10681113" y="4407993"/>
              <a:ext cx="40680" cy="13968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D829AAB0-1A4E-023A-0858-6D870695D67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672113" y="4398993"/>
                <a:ext cx="5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10015F09-C6D1-DFD4-F80A-20502918D478}"/>
                  </a:ext>
                </a:extLst>
              </p14:cNvPr>
              <p14:cNvContentPartPr/>
              <p14:nvPr/>
            </p14:nvContentPartPr>
            <p14:xfrm>
              <a:off x="10800993" y="4435353"/>
              <a:ext cx="291600" cy="1015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10015F09-C6D1-DFD4-F80A-20502918D47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791993" y="4426353"/>
                <a:ext cx="309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62C12CA-5069-37F8-00AB-7A905DA90DE8}"/>
                  </a:ext>
                </a:extLst>
              </p14:cNvPr>
              <p14:cNvContentPartPr/>
              <p14:nvPr/>
            </p14:nvContentPartPr>
            <p14:xfrm>
              <a:off x="8037633" y="5019993"/>
              <a:ext cx="32760" cy="1731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62C12CA-5069-37F8-00AB-7A905DA90DE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28993" y="5010993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DBF79C11-F3B0-625E-6705-9C5CD46E047D}"/>
                  </a:ext>
                </a:extLst>
              </p14:cNvPr>
              <p14:cNvContentPartPr/>
              <p14:nvPr/>
            </p14:nvContentPartPr>
            <p14:xfrm>
              <a:off x="8027913" y="5032953"/>
              <a:ext cx="120240" cy="921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DBF79C11-F3B0-625E-6705-9C5CD46E047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018913" y="5023953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2AC5947-8351-273E-9D60-E946F2DAEC89}"/>
                  </a:ext>
                </a:extLst>
              </p14:cNvPr>
              <p14:cNvContentPartPr/>
              <p14:nvPr/>
            </p14:nvContentPartPr>
            <p14:xfrm>
              <a:off x="8172273" y="4916673"/>
              <a:ext cx="157320" cy="2116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2AC5947-8351-273E-9D60-E946F2DAEC8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63633" y="4907673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7C91A3A-4465-EAFA-8E75-1CD7B4814520}"/>
                  </a:ext>
                </a:extLst>
              </p14:cNvPr>
              <p14:cNvContentPartPr/>
              <p14:nvPr/>
            </p14:nvContentPartPr>
            <p14:xfrm>
              <a:off x="8305833" y="5045193"/>
              <a:ext cx="204480" cy="72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7C91A3A-4465-EAFA-8E75-1CD7B48145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297193" y="5036553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6061F50-D083-FBC5-4216-AEE7EE23D025}"/>
                  </a:ext>
                </a:extLst>
              </p14:cNvPr>
              <p14:cNvContentPartPr/>
              <p14:nvPr/>
            </p14:nvContentPartPr>
            <p14:xfrm>
              <a:off x="9693633" y="5016393"/>
              <a:ext cx="355680" cy="2512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6061F50-D083-FBC5-4216-AEE7EE23D02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684993" y="5007393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142F89C1-3B75-A69C-E973-BC5A6BBB7534}"/>
                  </a:ext>
                </a:extLst>
              </p14:cNvPr>
              <p14:cNvContentPartPr/>
              <p14:nvPr/>
            </p14:nvContentPartPr>
            <p14:xfrm>
              <a:off x="10069833" y="4861593"/>
              <a:ext cx="104400" cy="3816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142F89C1-3B75-A69C-E973-BC5A6BBB753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061193" y="4852593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6C77DDE9-2034-3E08-E349-BDCD16653999}"/>
                  </a:ext>
                </a:extLst>
              </p14:cNvPr>
              <p14:cNvContentPartPr/>
              <p14:nvPr/>
            </p14:nvContentPartPr>
            <p14:xfrm>
              <a:off x="10664193" y="5024313"/>
              <a:ext cx="88560" cy="1224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6C77DDE9-2034-3E08-E349-BDCD1665399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655193" y="5015673"/>
                <a:ext cx="1062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64FADB31-447D-C612-5228-0270480A250F}"/>
                  </a:ext>
                </a:extLst>
              </p14:cNvPr>
              <p14:cNvContentPartPr/>
              <p14:nvPr/>
            </p14:nvContentPartPr>
            <p14:xfrm>
              <a:off x="10791993" y="4956633"/>
              <a:ext cx="255240" cy="1015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64FADB31-447D-C612-5228-0270480A250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782993" y="4947993"/>
                <a:ext cx="272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452304D-DC03-7274-400B-8506C5A28A10}"/>
                  </a:ext>
                </a:extLst>
              </p14:cNvPr>
              <p14:cNvContentPartPr/>
              <p14:nvPr/>
            </p14:nvContentPartPr>
            <p14:xfrm>
              <a:off x="10600473" y="2867913"/>
              <a:ext cx="137880" cy="2005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452304D-DC03-7274-400B-8506C5A28A1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591473" y="2859273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B1CFE9D7-9A6A-9CDB-BA10-6E5EA9E01639}"/>
                  </a:ext>
                </a:extLst>
              </p14:cNvPr>
              <p14:cNvContentPartPr/>
              <p14:nvPr/>
            </p14:nvContentPartPr>
            <p14:xfrm>
              <a:off x="10342713" y="3114873"/>
              <a:ext cx="691560" cy="3060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B1CFE9D7-9A6A-9CDB-BA10-6E5EA9E0163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333713" y="3106233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10DB6641-D317-A74B-536E-FB5234CF6D1F}"/>
                  </a:ext>
                </a:extLst>
              </p14:cNvPr>
              <p14:cNvContentPartPr/>
              <p14:nvPr/>
            </p14:nvContentPartPr>
            <p14:xfrm>
              <a:off x="9220593" y="4401153"/>
              <a:ext cx="234720" cy="18360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10DB6641-D317-A74B-536E-FB5234CF6D1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211953" y="4392513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BE18EDD5-1943-C54C-A37A-B5A4458A4194}"/>
                  </a:ext>
                </a:extLst>
              </p14:cNvPr>
              <p14:cNvContentPartPr/>
              <p14:nvPr/>
            </p14:nvContentPartPr>
            <p14:xfrm>
              <a:off x="9494553" y="4449033"/>
              <a:ext cx="52200" cy="1051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BE18EDD5-1943-C54C-A37A-B5A4458A419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485553" y="4440393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FAFE6D41-45D9-0F9F-7EB7-0894395AD750}"/>
                  </a:ext>
                </a:extLst>
              </p14:cNvPr>
              <p14:cNvContentPartPr/>
              <p14:nvPr/>
            </p14:nvContentPartPr>
            <p14:xfrm>
              <a:off x="9496713" y="4479633"/>
              <a:ext cx="75240" cy="1548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FAFE6D41-45D9-0F9F-7EB7-0894395AD75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487713" y="4470633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12E24696-D64E-7ACA-113A-00512BA36563}"/>
                  </a:ext>
                </a:extLst>
              </p14:cNvPr>
              <p14:cNvContentPartPr/>
              <p14:nvPr/>
            </p14:nvContentPartPr>
            <p14:xfrm>
              <a:off x="9573033" y="4460913"/>
              <a:ext cx="110520" cy="914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12E24696-D64E-7ACA-113A-00512BA3656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564393" y="4451913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E4B08CA9-7F56-1DFD-BA13-EBD8B2579A3E}"/>
                  </a:ext>
                </a:extLst>
              </p14:cNvPr>
              <p14:cNvContentPartPr/>
              <p14:nvPr/>
            </p14:nvContentPartPr>
            <p14:xfrm>
              <a:off x="9700473" y="4424193"/>
              <a:ext cx="34560" cy="21456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E4B08CA9-7F56-1DFD-BA13-EBD8B2579A3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691833" y="4415193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C83A17BF-A5DE-2191-72F4-664E25625B6E}"/>
                  </a:ext>
                </a:extLst>
              </p14:cNvPr>
              <p14:cNvContentPartPr/>
              <p14:nvPr/>
            </p14:nvContentPartPr>
            <p14:xfrm>
              <a:off x="9376527" y="1658673"/>
              <a:ext cx="8640" cy="14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C83A17BF-A5DE-2191-72F4-664E25625B6E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9367887" y="1650033"/>
                <a:ext cx="262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35A12B71-1B30-9BA2-908E-5085A9DBB004}"/>
                  </a:ext>
                </a:extLst>
              </p14:cNvPr>
              <p14:cNvContentPartPr/>
              <p14:nvPr/>
            </p14:nvContentPartPr>
            <p14:xfrm>
              <a:off x="5125287" y="1565793"/>
              <a:ext cx="3594600" cy="8287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35A12B71-1B30-9BA2-908E-5085A9DBB004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5116647" y="1557153"/>
                <a:ext cx="36122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C14789F3-E3BC-2675-50AA-0ABBA3E7333A}"/>
                  </a:ext>
                </a:extLst>
              </p14:cNvPr>
              <p14:cNvContentPartPr/>
              <p14:nvPr/>
            </p14:nvContentPartPr>
            <p14:xfrm>
              <a:off x="8610807" y="2347353"/>
              <a:ext cx="90000" cy="662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C14789F3-E3BC-2675-50AA-0ABBA3E7333A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601807" y="2338713"/>
                <a:ext cx="1076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36D4750C-8479-EAEF-FA4F-C05F7F1C9BBD}"/>
                  </a:ext>
                </a:extLst>
              </p14:cNvPr>
              <p14:cNvContentPartPr/>
              <p14:nvPr/>
            </p14:nvContentPartPr>
            <p14:xfrm>
              <a:off x="8668767" y="2325393"/>
              <a:ext cx="102600" cy="957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36D4750C-8479-EAEF-FA4F-C05F7F1C9BBD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659767" y="2316393"/>
                <a:ext cx="1202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A32D5829-915D-9F48-40E8-EEDEC16A4DB2}"/>
                  </a:ext>
                </a:extLst>
              </p14:cNvPr>
              <p14:cNvContentPartPr/>
              <p14:nvPr/>
            </p14:nvContentPartPr>
            <p14:xfrm>
              <a:off x="7038327" y="1132713"/>
              <a:ext cx="34920" cy="2581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A32D5829-915D-9F48-40E8-EEDEC16A4DB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029327" y="1123713"/>
                <a:ext cx="525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7EC654AE-5824-80C6-C540-78D6B5BB41A4}"/>
                  </a:ext>
                </a:extLst>
              </p14:cNvPr>
              <p14:cNvContentPartPr/>
              <p14:nvPr/>
            </p14:nvContentPartPr>
            <p14:xfrm>
              <a:off x="6857607" y="1018593"/>
              <a:ext cx="380880" cy="33912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7EC654AE-5824-80C6-C540-78D6B5BB41A4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6848607" y="1009953"/>
                <a:ext cx="3985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78C52D7F-CBD1-AB5E-77E1-897F7620DC2E}"/>
                  </a:ext>
                </a:extLst>
              </p14:cNvPr>
              <p14:cNvContentPartPr/>
              <p14:nvPr/>
            </p14:nvContentPartPr>
            <p14:xfrm>
              <a:off x="7227327" y="1230633"/>
              <a:ext cx="367560" cy="12564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78C52D7F-CBD1-AB5E-77E1-897F7620DC2E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218327" y="1221633"/>
                <a:ext cx="3852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0AB56412-F005-58F9-CF0A-1AD6A387FB07}"/>
                  </a:ext>
                </a:extLst>
              </p14:cNvPr>
              <p14:cNvContentPartPr/>
              <p14:nvPr/>
            </p14:nvContentPartPr>
            <p14:xfrm>
              <a:off x="7627647" y="1223793"/>
              <a:ext cx="68040" cy="730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0AB56412-F005-58F9-CF0A-1AD6A387FB07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619007" y="1215153"/>
                <a:ext cx="856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34DC7C6D-B567-47CA-66D4-D5D56637BE70}"/>
                  </a:ext>
                </a:extLst>
              </p14:cNvPr>
              <p14:cNvContentPartPr/>
              <p14:nvPr/>
            </p14:nvContentPartPr>
            <p14:xfrm>
              <a:off x="7672287" y="1215513"/>
              <a:ext cx="49680" cy="9720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34DC7C6D-B567-47CA-66D4-D5D56637BE7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663647" y="1206873"/>
                <a:ext cx="673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A039A20E-D30E-9BB5-CF16-B66255F47810}"/>
                  </a:ext>
                </a:extLst>
              </p14:cNvPr>
              <p14:cNvContentPartPr/>
              <p14:nvPr/>
            </p14:nvContentPartPr>
            <p14:xfrm>
              <a:off x="7754007" y="1228113"/>
              <a:ext cx="46440" cy="6012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A039A20E-D30E-9BB5-CF16-B66255F47810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745007" y="1219113"/>
                <a:ext cx="64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D40142FB-CE8C-1358-76EE-E17A706CCFB7}"/>
                  </a:ext>
                </a:extLst>
              </p14:cNvPr>
              <p14:cNvContentPartPr/>
              <p14:nvPr/>
            </p14:nvContentPartPr>
            <p14:xfrm>
              <a:off x="7769127" y="1143513"/>
              <a:ext cx="36000" cy="3924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D40142FB-CE8C-1358-76EE-E17A706CCFB7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7760487" y="1134513"/>
                <a:ext cx="53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0C978549-E06A-0B52-6AEB-4E6A1B114E17}"/>
                  </a:ext>
                </a:extLst>
              </p14:cNvPr>
              <p14:cNvContentPartPr/>
              <p14:nvPr/>
            </p14:nvContentPartPr>
            <p14:xfrm>
              <a:off x="7900887" y="1210833"/>
              <a:ext cx="162360" cy="7308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0C978549-E06A-0B52-6AEB-4E6A1B114E17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7892247" y="1201833"/>
                <a:ext cx="1800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B8315E85-9D6A-B979-9A61-D222653FC092}"/>
                  </a:ext>
                </a:extLst>
              </p14:cNvPr>
              <p14:cNvContentPartPr/>
              <p14:nvPr/>
            </p14:nvContentPartPr>
            <p14:xfrm>
              <a:off x="8044527" y="1184193"/>
              <a:ext cx="115200" cy="33048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B8315E85-9D6A-B979-9A61-D222653FC092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8035887" y="1175193"/>
                <a:ext cx="13284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7" name="Group 346">
            <a:extLst>
              <a:ext uri="{FF2B5EF4-FFF2-40B4-BE49-F238E27FC236}">
                <a16:creationId xmlns:a16="http://schemas.microsoft.com/office/drawing/2014/main" id="{3639B4A6-2A97-6E1F-D4CA-5228FD76C0C9}"/>
              </a:ext>
            </a:extLst>
          </p:cNvPr>
          <p:cNvGrpSpPr/>
          <p:nvPr/>
        </p:nvGrpSpPr>
        <p:grpSpPr>
          <a:xfrm>
            <a:off x="8486967" y="882513"/>
            <a:ext cx="1307880" cy="483120"/>
            <a:chOff x="8486967" y="882513"/>
            <a:chExt cx="130788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3C72B69-7F09-2C99-D927-8B84472107C3}"/>
                    </a:ext>
                  </a:extLst>
                </p14:cNvPr>
                <p14:cNvContentPartPr/>
                <p14:nvPr/>
              </p14:nvContentPartPr>
              <p14:xfrm>
                <a:off x="8486967" y="1027953"/>
                <a:ext cx="210600" cy="2782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3C72B69-7F09-2C99-D927-8B84472107C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478327" y="1019313"/>
                  <a:ext cx="228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93F2AA2-3CED-3FA7-0DAF-8CC64BA0C554}"/>
                    </a:ext>
                  </a:extLst>
                </p14:cNvPr>
                <p14:cNvContentPartPr/>
                <p14:nvPr/>
              </p14:nvContentPartPr>
              <p14:xfrm>
                <a:off x="8778207" y="1082313"/>
                <a:ext cx="43560" cy="1998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93F2AA2-3CED-3FA7-0DAF-8CC64BA0C55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769567" y="1073313"/>
                  <a:ext cx="61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5C47EB6-95FD-4582-6467-FAE8676B7F82}"/>
                    </a:ext>
                  </a:extLst>
                </p14:cNvPr>
                <p14:cNvContentPartPr/>
                <p14:nvPr/>
              </p14:nvContentPartPr>
              <p14:xfrm>
                <a:off x="8751567" y="1142073"/>
                <a:ext cx="178560" cy="91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5C47EB6-95FD-4582-6467-FAE8676B7F8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742927" y="1133073"/>
                  <a:ext cx="196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A3DF433-6DFC-4B87-BA33-5D4B79BD1AB1}"/>
                    </a:ext>
                  </a:extLst>
                </p14:cNvPr>
                <p14:cNvContentPartPr/>
                <p14:nvPr/>
              </p14:nvContentPartPr>
              <p14:xfrm>
                <a:off x="8998167" y="1135953"/>
                <a:ext cx="35280" cy="2296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A3DF433-6DFC-4B87-BA33-5D4B79BD1AB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989167" y="1127313"/>
                  <a:ext cx="52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F739D63-F4F5-C324-8792-907A0C4AE4AC}"/>
                    </a:ext>
                  </a:extLst>
                </p14:cNvPr>
                <p14:cNvContentPartPr/>
                <p14:nvPr/>
              </p14:nvContentPartPr>
              <p14:xfrm>
                <a:off x="8990967" y="1152153"/>
                <a:ext cx="69120" cy="910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F739D63-F4F5-C324-8792-907A0C4AE4A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81967" y="1143513"/>
                  <a:ext cx="86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43BCF5D-4D0C-4F87-BB4E-970473CD9F45}"/>
                    </a:ext>
                  </a:extLst>
                </p14:cNvPr>
                <p14:cNvContentPartPr/>
                <p14:nvPr/>
              </p14:nvContentPartPr>
              <p14:xfrm>
                <a:off x="9129927" y="1141353"/>
                <a:ext cx="122400" cy="860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43BCF5D-4D0C-4F87-BB4E-970473CD9F4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20927" y="1132713"/>
                  <a:ext cx="140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A010C9F-CADC-622C-BB7B-64BD6A18E84E}"/>
                    </a:ext>
                  </a:extLst>
                </p14:cNvPr>
                <p14:cNvContentPartPr/>
                <p14:nvPr/>
              </p14:nvContentPartPr>
              <p14:xfrm>
                <a:off x="9304887" y="1086273"/>
                <a:ext cx="205200" cy="1249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A010C9F-CADC-622C-BB7B-64BD6A18E84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296247" y="1077633"/>
                  <a:ext cx="222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4ED31AD-A37E-C00A-BF01-FEA3BAA6D0ED}"/>
                    </a:ext>
                  </a:extLst>
                </p14:cNvPr>
                <p14:cNvContentPartPr/>
                <p14:nvPr/>
              </p14:nvContentPartPr>
              <p14:xfrm>
                <a:off x="9545367" y="882513"/>
                <a:ext cx="177480" cy="2800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4ED31AD-A37E-C00A-BF01-FEA3BAA6D0E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36367" y="873513"/>
                  <a:ext cx="195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6E7B86D-9D9D-7CD9-DFF5-7DD7FCC2F698}"/>
                    </a:ext>
                  </a:extLst>
                </p14:cNvPr>
                <p14:cNvContentPartPr/>
                <p14:nvPr/>
              </p14:nvContentPartPr>
              <p14:xfrm>
                <a:off x="9674607" y="1012833"/>
                <a:ext cx="120240" cy="1724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6E7B86D-9D9D-7CD9-DFF5-7DD7FCC2F69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65967" y="1003833"/>
                  <a:ext cx="1378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A2420850-30A8-6F55-36DB-348FA38C8B7B}"/>
              </a:ext>
            </a:extLst>
          </p:cNvPr>
          <p:cNvGrpSpPr/>
          <p:nvPr/>
        </p:nvGrpSpPr>
        <p:grpSpPr>
          <a:xfrm>
            <a:off x="1148367" y="4286313"/>
            <a:ext cx="4197240" cy="582840"/>
            <a:chOff x="1148367" y="4286313"/>
            <a:chExt cx="419724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B8E1924-8235-4430-86C9-73D04AA7418B}"/>
                    </a:ext>
                  </a:extLst>
                </p14:cNvPr>
                <p14:cNvContentPartPr/>
                <p14:nvPr/>
              </p14:nvContentPartPr>
              <p14:xfrm>
                <a:off x="1277967" y="4504113"/>
                <a:ext cx="3960" cy="251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B8E1924-8235-4430-86C9-73D04AA7418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268967" y="4495473"/>
                  <a:ext cx="21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A66D8BA-F52A-5986-4E2A-CF0632160DA5}"/>
                    </a:ext>
                  </a:extLst>
                </p14:cNvPr>
                <p14:cNvContentPartPr/>
                <p14:nvPr/>
              </p14:nvContentPartPr>
              <p14:xfrm>
                <a:off x="1171767" y="4471353"/>
                <a:ext cx="230400" cy="648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A66D8BA-F52A-5986-4E2A-CF0632160DA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2767" y="4462713"/>
                  <a:ext cx="248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AC9824B-749C-9D0A-5EB2-37FEB48DD0C6}"/>
                    </a:ext>
                  </a:extLst>
                </p14:cNvPr>
                <p14:cNvContentPartPr/>
                <p14:nvPr/>
              </p14:nvContentPartPr>
              <p14:xfrm>
                <a:off x="1148367" y="4735953"/>
                <a:ext cx="325080" cy="957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AC9824B-749C-9D0A-5EB2-37FEB48DD0C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39727" y="4727313"/>
                  <a:ext cx="34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E550660-CD88-AE06-93DF-8F9B35F220BD}"/>
                    </a:ext>
                  </a:extLst>
                </p14:cNvPr>
                <p14:cNvContentPartPr/>
                <p14:nvPr/>
              </p14:nvContentPartPr>
              <p14:xfrm>
                <a:off x="1447527" y="4554513"/>
                <a:ext cx="348120" cy="186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E550660-CD88-AE06-93DF-8F9B35F220B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438887" y="4545513"/>
                  <a:ext cx="365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7B7606A-6094-741D-8DC9-FA19CA4FCCAD}"/>
                    </a:ext>
                  </a:extLst>
                </p14:cNvPr>
                <p14:cNvContentPartPr/>
                <p14:nvPr/>
              </p14:nvContentPartPr>
              <p14:xfrm>
                <a:off x="1727967" y="4547313"/>
                <a:ext cx="44640" cy="65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7B7606A-6094-741D-8DC9-FA19CA4FCCA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718967" y="4538313"/>
                  <a:ext cx="62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E74B5BE-E375-3D5C-E540-2082A1478580}"/>
                    </a:ext>
                  </a:extLst>
                </p14:cNvPr>
                <p14:cNvContentPartPr/>
                <p14:nvPr/>
              </p14:nvContentPartPr>
              <p14:xfrm>
                <a:off x="1851807" y="4589433"/>
                <a:ext cx="66600" cy="871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E74B5BE-E375-3D5C-E540-2082A147858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843167" y="4580793"/>
                  <a:ext cx="842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A1D2A08-A29D-3FFF-4631-89954656944A}"/>
                    </a:ext>
                  </a:extLst>
                </p14:cNvPr>
                <p14:cNvContentPartPr/>
                <p14:nvPr/>
              </p14:nvContentPartPr>
              <p14:xfrm>
                <a:off x="1967007" y="4563153"/>
                <a:ext cx="150480" cy="185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A1D2A08-A29D-3FFF-4631-89954656944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58007" y="4554513"/>
                  <a:ext cx="168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A8D4DDB-87FE-54FD-4B24-0A03712DA451}"/>
                    </a:ext>
                  </a:extLst>
                </p14:cNvPr>
                <p14:cNvContentPartPr/>
                <p14:nvPr/>
              </p14:nvContentPartPr>
              <p14:xfrm>
                <a:off x="2384607" y="4334553"/>
                <a:ext cx="378720" cy="3762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A8D4DDB-87FE-54FD-4B24-0A03712DA45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375967" y="4325553"/>
                  <a:ext cx="396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EACC783-B356-F65E-C899-7D9CC97E24F7}"/>
                    </a:ext>
                  </a:extLst>
                </p14:cNvPr>
                <p14:cNvContentPartPr/>
                <p14:nvPr/>
              </p14:nvContentPartPr>
              <p14:xfrm>
                <a:off x="2751807" y="4510953"/>
                <a:ext cx="142920" cy="3582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EACC783-B356-F65E-C899-7D9CC97E24F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742807" y="4501953"/>
                  <a:ext cx="1605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71BC1585-337A-F165-F85F-7E653E514FF7}"/>
                    </a:ext>
                  </a:extLst>
                </p14:cNvPr>
                <p14:cNvContentPartPr/>
                <p14:nvPr/>
              </p14:nvContentPartPr>
              <p14:xfrm>
                <a:off x="2890767" y="4536513"/>
                <a:ext cx="122400" cy="889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71BC1585-337A-F165-F85F-7E653E514FF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881767" y="4527513"/>
                  <a:ext cx="140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4B89B54-7422-EACA-5A96-6F99B2D740D6}"/>
                    </a:ext>
                  </a:extLst>
                </p14:cNvPr>
                <p14:cNvContentPartPr/>
                <p14:nvPr/>
              </p14:nvContentPartPr>
              <p14:xfrm>
                <a:off x="3057807" y="4459113"/>
                <a:ext cx="394560" cy="2926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4B89B54-7422-EACA-5A96-6F99B2D740D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048807" y="4450473"/>
                  <a:ext cx="4122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1A232C8-7193-C66A-25BA-BCCCE1CA742C}"/>
                    </a:ext>
                  </a:extLst>
                </p14:cNvPr>
                <p14:cNvContentPartPr/>
                <p14:nvPr/>
              </p14:nvContentPartPr>
              <p14:xfrm>
                <a:off x="3596007" y="4461633"/>
                <a:ext cx="199440" cy="759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1A232C8-7193-C66A-25BA-BCCCE1CA742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587007" y="4452993"/>
                  <a:ext cx="217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71E1111-08E2-F2EC-5E2A-6500AB6048E6}"/>
                    </a:ext>
                  </a:extLst>
                </p14:cNvPr>
                <p14:cNvContentPartPr/>
                <p14:nvPr/>
              </p14:nvContentPartPr>
              <p14:xfrm>
                <a:off x="3769167" y="4433193"/>
                <a:ext cx="65160" cy="122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71E1111-08E2-F2EC-5E2A-6500AB6048E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760527" y="4424553"/>
                  <a:ext cx="82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AFCEBCA-C675-2EE8-4B6D-CBECBA2C4529}"/>
                    </a:ext>
                  </a:extLst>
                </p14:cNvPr>
                <p14:cNvContentPartPr/>
                <p14:nvPr/>
              </p14:nvContentPartPr>
              <p14:xfrm>
                <a:off x="4144287" y="4333473"/>
                <a:ext cx="42840" cy="266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AFCEBCA-C675-2EE8-4B6D-CBECBA2C452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35287" y="4324833"/>
                  <a:ext cx="60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53804F6-9AB6-5E22-12DA-66F12255CD01}"/>
                    </a:ext>
                  </a:extLst>
                </p14:cNvPr>
                <p14:cNvContentPartPr/>
                <p14:nvPr/>
              </p14:nvContentPartPr>
              <p14:xfrm>
                <a:off x="3964647" y="4319793"/>
                <a:ext cx="382680" cy="363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53804F6-9AB6-5E22-12DA-66F12255CD0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956007" y="4311153"/>
                  <a:ext cx="4003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B6AB85A4-0BBF-5AC0-1CC4-19FE36E38125}"/>
                    </a:ext>
                  </a:extLst>
                </p14:cNvPr>
                <p14:cNvContentPartPr/>
                <p14:nvPr/>
              </p14:nvContentPartPr>
              <p14:xfrm>
                <a:off x="4391607" y="4423473"/>
                <a:ext cx="485280" cy="4356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B6AB85A4-0BBF-5AC0-1CC4-19FE36E3812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382967" y="4414833"/>
                  <a:ext cx="5029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D41F90B-318F-44A1-2FA2-2A955319B283}"/>
                    </a:ext>
                  </a:extLst>
                </p14:cNvPr>
                <p14:cNvContentPartPr/>
                <p14:nvPr/>
              </p14:nvContentPartPr>
              <p14:xfrm>
                <a:off x="4916847" y="4286313"/>
                <a:ext cx="428760" cy="2293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D41F90B-318F-44A1-2FA2-2A955319B28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908207" y="4277673"/>
                  <a:ext cx="4464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9B78C207-5A67-A0A5-A6E7-4EF429E5986D}"/>
                    </a:ext>
                  </a:extLst>
                </p14:cNvPr>
                <p14:cNvContentPartPr/>
                <p14:nvPr/>
              </p14:nvContentPartPr>
              <p14:xfrm>
                <a:off x="5243367" y="4301073"/>
                <a:ext cx="66600" cy="626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9B78C207-5A67-A0A5-A6E7-4EF429E5986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234367" y="4292073"/>
                  <a:ext cx="84240" cy="8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936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DFF25F-7F94-8AC2-49AA-683165305383}"/>
                  </a:ext>
                </a:extLst>
              </p14:cNvPr>
              <p14:cNvContentPartPr/>
              <p14:nvPr/>
            </p14:nvContentPartPr>
            <p14:xfrm>
              <a:off x="1650699" y="204446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DFF25F-7F94-8AC2-49AA-6831653053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99" y="20358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1D564B-A96E-8479-377D-812DCC8C5CF1}"/>
                  </a:ext>
                </a:extLst>
              </p14:cNvPr>
              <p14:cNvContentPartPr/>
              <p14:nvPr/>
            </p14:nvContentPartPr>
            <p14:xfrm>
              <a:off x="754659" y="889582"/>
              <a:ext cx="7200" cy="15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1D564B-A96E-8479-377D-812DCC8C5C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019" y="880582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515275-A9AA-B046-A8EB-31596FF6C219}"/>
                  </a:ext>
                </a:extLst>
              </p14:cNvPr>
              <p14:cNvContentPartPr/>
              <p14:nvPr/>
            </p14:nvContentPartPr>
            <p14:xfrm>
              <a:off x="616779" y="839542"/>
              <a:ext cx="407160" cy="17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515275-A9AA-B046-A8EB-31596FF6C2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779" y="830542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3C4532-D663-857B-DD88-54820D8FFF6F}"/>
                  </a:ext>
                </a:extLst>
              </p14:cNvPr>
              <p14:cNvContentPartPr/>
              <p14:nvPr/>
            </p14:nvContentPartPr>
            <p14:xfrm>
              <a:off x="1028619" y="911182"/>
              <a:ext cx="50040" cy="8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3C4532-D663-857B-DD88-54820D8FFF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9619" y="902182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1749D5-5CED-EB16-DB9A-836F0975DF05}"/>
                  </a:ext>
                </a:extLst>
              </p14:cNvPr>
              <p14:cNvContentPartPr/>
              <p14:nvPr/>
            </p14:nvContentPartPr>
            <p14:xfrm>
              <a:off x="1099899" y="951862"/>
              <a:ext cx="28080" cy="5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1749D5-5CED-EB16-DB9A-836F0975DF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0899" y="942862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CB88B3-D05D-6B0C-F91D-47C4EE1E561B}"/>
                  </a:ext>
                </a:extLst>
              </p14:cNvPr>
              <p14:cNvContentPartPr/>
              <p14:nvPr/>
            </p14:nvContentPartPr>
            <p14:xfrm>
              <a:off x="1126179" y="908662"/>
              <a:ext cx="7200" cy="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CB88B3-D05D-6B0C-F91D-47C4EE1E56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7179" y="899662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962AC1-B050-E844-242B-A06168390A81}"/>
                  </a:ext>
                </a:extLst>
              </p14:cNvPr>
              <p14:cNvContentPartPr/>
              <p14:nvPr/>
            </p14:nvContentPartPr>
            <p14:xfrm>
              <a:off x="1150659" y="892822"/>
              <a:ext cx="268920" cy="9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962AC1-B050-E844-242B-A06168390A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1659" y="884182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FED16B2-83DD-59A7-EC30-A9172E1DEE24}"/>
                  </a:ext>
                </a:extLst>
              </p14:cNvPr>
              <p14:cNvContentPartPr/>
              <p14:nvPr/>
            </p14:nvContentPartPr>
            <p14:xfrm>
              <a:off x="563499" y="1065262"/>
              <a:ext cx="1058760" cy="4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FED16B2-83DD-59A7-EC30-A9172E1DEE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499" y="1056262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625A5A-EB34-10D0-1C3D-2ABC752E2C50}"/>
                  </a:ext>
                </a:extLst>
              </p14:cNvPr>
              <p14:cNvContentPartPr/>
              <p14:nvPr/>
            </p14:nvContentPartPr>
            <p14:xfrm>
              <a:off x="571059" y="1369462"/>
              <a:ext cx="311400" cy="19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625A5A-EB34-10D0-1C3D-2ABC752E2C5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2059" y="1360822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E68F460-38C0-B9BC-7B27-CB32DAB9F362}"/>
                  </a:ext>
                </a:extLst>
              </p14:cNvPr>
              <p14:cNvContentPartPr/>
              <p14:nvPr/>
            </p14:nvContentPartPr>
            <p14:xfrm>
              <a:off x="844659" y="1469182"/>
              <a:ext cx="207720" cy="86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E68F460-38C0-B9BC-7B27-CB32DAB9F36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6019" y="1460182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9A73A6-9570-A1C9-E5C3-A63EAA9E290A}"/>
                  </a:ext>
                </a:extLst>
              </p14:cNvPr>
              <p14:cNvContentPartPr/>
              <p14:nvPr/>
            </p14:nvContentPartPr>
            <p14:xfrm>
              <a:off x="1918899" y="1469542"/>
              <a:ext cx="7560" cy="181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9A73A6-9570-A1C9-E5C3-A63EAA9E29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09899" y="1460542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51E21B2-587D-71A4-FA3B-F2097EFF7084}"/>
                  </a:ext>
                </a:extLst>
              </p14:cNvPr>
              <p14:cNvContentPartPr/>
              <p14:nvPr/>
            </p14:nvContentPartPr>
            <p14:xfrm>
              <a:off x="1913499" y="1476022"/>
              <a:ext cx="64800" cy="81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51E21B2-587D-71A4-FA3B-F2097EFF70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04859" y="1467382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6531CA-8524-7203-9202-86237EE4F325}"/>
                  </a:ext>
                </a:extLst>
              </p14:cNvPr>
              <p14:cNvContentPartPr/>
              <p14:nvPr/>
            </p14:nvContentPartPr>
            <p14:xfrm>
              <a:off x="2007819" y="1389262"/>
              <a:ext cx="65160" cy="16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F6531CA-8524-7203-9202-86237EE4F32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8819" y="1380262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9024B6-659D-DCF1-8C80-39903304855B}"/>
                  </a:ext>
                </a:extLst>
              </p14:cNvPr>
              <p14:cNvContentPartPr/>
              <p14:nvPr/>
            </p14:nvContentPartPr>
            <p14:xfrm>
              <a:off x="2088819" y="1461262"/>
              <a:ext cx="162000" cy="74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9024B6-659D-DCF1-8C80-39903304855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80179" y="1452262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6F4017-7F8B-3FC7-08BE-CD3F882533D5}"/>
                  </a:ext>
                </a:extLst>
              </p14:cNvPr>
              <p14:cNvContentPartPr/>
              <p14:nvPr/>
            </p14:nvContentPartPr>
            <p14:xfrm>
              <a:off x="2243259" y="1427422"/>
              <a:ext cx="305640" cy="99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6F4017-7F8B-3FC7-08BE-CD3F882533D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34259" y="1418422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E5579F-5F0C-9002-9A63-53CB871760A4}"/>
                  </a:ext>
                </a:extLst>
              </p14:cNvPr>
              <p14:cNvContentPartPr/>
              <p14:nvPr/>
            </p14:nvContentPartPr>
            <p14:xfrm>
              <a:off x="3213099" y="1477462"/>
              <a:ext cx="117360" cy="5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E5579F-5F0C-9002-9A63-53CB871760A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04099" y="1468822"/>
                <a:ext cx="135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0608BE3-999A-7655-549F-AF764990B401}"/>
                  </a:ext>
                </a:extLst>
              </p14:cNvPr>
              <p14:cNvContentPartPr/>
              <p14:nvPr/>
            </p14:nvContentPartPr>
            <p14:xfrm>
              <a:off x="3369339" y="1437502"/>
              <a:ext cx="88200" cy="93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0608BE3-999A-7655-549F-AF764990B40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60339" y="1428502"/>
                <a:ext cx="105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0421CCF-DC4B-7CDB-F967-24591B4A1388}"/>
                  </a:ext>
                </a:extLst>
              </p14:cNvPr>
              <p14:cNvContentPartPr/>
              <p14:nvPr/>
            </p14:nvContentPartPr>
            <p14:xfrm>
              <a:off x="3474459" y="1429582"/>
              <a:ext cx="111240" cy="92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0421CCF-DC4B-7CDB-F967-24591B4A138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65819" y="1420942"/>
                <a:ext cx="128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52586B-6D21-3D57-F54E-DEAAB0BCB3D7}"/>
                  </a:ext>
                </a:extLst>
              </p14:cNvPr>
              <p14:cNvContentPartPr/>
              <p14:nvPr/>
            </p14:nvContentPartPr>
            <p14:xfrm>
              <a:off x="578979" y="1888942"/>
              <a:ext cx="169200" cy="178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52586B-6D21-3D57-F54E-DEAAB0BCB3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9979" y="1879942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00DCFF6-C3EC-6BCF-C342-40ED69A78787}"/>
                  </a:ext>
                </a:extLst>
              </p14:cNvPr>
              <p14:cNvContentPartPr/>
              <p14:nvPr/>
            </p14:nvContentPartPr>
            <p14:xfrm>
              <a:off x="773019" y="1984702"/>
              <a:ext cx="69120" cy="69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00DCFF6-C3EC-6BCF-C342-40ED69A787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379" y="1975702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5221D51-760C-828B-3718-CFD412D5369F}"/>
                  </a:ext>
                </a:extLst>
              </p14:cNvPr>
              <p14:cNvContentPartPr/>
              <p14:nvPr/>
            </p14:nvContentPartPr>
            <p14:xfrm>
              <a:off x="827739" y="1969942"/>
              <a:ext cx="169560" cy="110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5221D51-760C-828B-3718-CFD412D536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19099" y="1960942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411D4FE-65E5-86BC-1D01-0E4C5C1C3BF1}"/>
                  </a:ext>
                </a:extLst>
              </p14:cNvPr>
              <p14:cNvContentPartPr/>
              <p14:nvPr/>
            </p14:nvContentPartPr>
            <p14:xfrm>
              <a:off x="1273059" y="1859782"/>
              <a:ext cx="70920" cy="286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411D4FE-65E5-86BC-1D01-0E4C5C1C3BF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64419" y="1851142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A8B0855-6E07-4866-533C-F1F45AF3D786}"/>
                  </a:ext>
                </a:extLst>
              </p14:cNvPr>
              <p14:cNvContentPartPr/>
              <p14:nvPr/>
            </p14:nvContentPartPr>
            <p14:xfrm>
              <a:off x="1212579" y="1979302"/>
              <a:ext cx="357480" cy="95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A8B0855-6E07-4866-533C-F1F45AF3D78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03579" y="1970662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C3409A0-25B5-C503-3747-4EA226EAD252}"/>
                  </a:ext>
                </a:extLst>
              </p14:cNvPr>
              <p14:cNvContentPartPr/>
              <p14:nvPr/>
            </p14:nvContentPartPr>
            <p14:xfrm>
              <a:off x="1617579" y="1805782"/>
              <a:ext cx="114480" cy="35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C3409A0-25B5-C503-3747-4EA226EAD25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08939" y="1797142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2CCF25-5240-1650-9B99-ACA326AC8D4C}"/>
                  </a:ext>
                </a:extLst>
              </p14:cNvPr>
              <p14:cNvContentPartPr/>
              <p14:nvPr/>
            </p14:nvContentPartPr>
            <p14:xfrm>
              <a:off x="3269619" y="2001262"/>
              <a:ext cx="113400" cy="13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12CCF25-5240-1650-9B99-ACA326AC8D4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60979" y="1992622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0967C90-1BFC-04D9-EB57-466E81398FBC}"/>
                  </a:ext>
                </a:extLst>
              </p14:cNvPr>
              <p14:cNvContentPartPr/>
              <p14:nvPr/>
            </p14:nvContentPartPr>
            <p14:xfrm>
              <a:off x="3306699" y="1967782"/>
              <a:ext cx="24120" cy="115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0967C90-1BFC-04D9-EB57-466E81398F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98059" y="1959142"/>
                <a:ext cx="41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2F44022-F4DA-44E6-7CFE-9BD6ECB4FC2F}"/>
                  </a:ext>
                </a:extLst>
              </p14:cNvPr>
              <p14:cNvContentPartPr/>
              <p14:nvPr/>
            </p14:nvContentPartPr>
            <p14:xfrm>
              <a:off x="3396339" y="1972462"/>
              <a:ext cx="7884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2F44022-F4DA-44E6-7CFE-9BD6ECB4FC2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87699" y="1963462"/>
                <a:ext cx="96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432375F-6B8B-421E-7397-9E0AF925BCA5}"/>
                  </a:ext>
                </a:extLst>
              </p14:cNvPr>
              <p14:cNvContentPartPr/>
              <p14:nvPr/>
            </p14:nvContentPartPr>
            <p14:xfrm>
              <a:off x="3456459" y="1958062"/>
              <a:ext cx="51840" cy="115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432375F-6B8B-421E-7397-9E0AF925BCA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47819" y="1949422"/>
                <a:ext cx="6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B7AE310-41AC-F492-BEBB-70269CD6B439}"/>
                  </a:ext>
                </a:extLst>
              </p14:cNvPr>
              <p14:cNvContentPartPr/>
              <p14:nvPr/>
            </p14:nvContentPartPr>
            <p14:xfrm>
              <a:off x="3524139" y="1978582"/>
              <a:ext cx="160560" cy="88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B7AE310-41AC-F492-BEBB-70269CD6B43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515499" y="1969582"/>
                <a:ext cx="178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756118-8BFE-A489-91BC-783E3B010B13}"/>
                  </a:ext>
                </a:extLst>
              </p14:cNvPr>
              <p14:cNvContentPartPr/>
              <p14:nvPr/>
            </p14:nvContentPartPr>
            <p14:xfrm>
              <a:off x="628659" y="2481862"/>
              <a:ext cx="200880" cy="172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756118-8BFE-A489-91BC-783E3B010B1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9659" y="2472862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2811CE0-0D09-3836-1239-FA641A1F9BE6}"/>
                  </a:ext>
                </a:extLst>
              </p14:cNvPr>
              <p14:cNvContentPartPr/>
              <p14:nvPr/>
            </p14:nvContentPartPr>
            <p14:xfrm>
              <a:off x="777699" y="2513182"/>
              <a:ext cx="66600" cy="39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2811CE0-0D09-3836-1239-FA641A1F9BE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8699" y="2504542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5D43F09-619F-CFB8-E503-88D78A60F5CA}"/>
                  </a:ext>
                </a:extLst>
              </p14:cNvPr>
              <p14:cNvContentPartPr/>
              <p14:nvPr/>
            </p14:nvContentPartPr>
            <p14:xfrm>
              <a:off x="889299" y="2498422"/>
              <a:ext cx="12240" cy="181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5D43F09-619F-CFB8-E503-88D78A60F5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80659" y="2489782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EC783C7-163C-96C9-C4C2-E4DC399B755B}"/>
                  </a:ext>
                </a:extLst>
              </p14:cNvPr>
              <p14:cNvContentPartPr/>
              <p14:nvPr/>
            </p14:nvContentPartPr>
            <p14:xfrm>
              <a:off x="872739" y="2565742"/>
              <a:ext cx="24444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EC783C7-163C-96C9-C4C2-E4DC399B755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3739" y="2557102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2109D1A-E016-74E2-2D49-449003F095AA}"/>
                  </a:ext>
                </a:extLst>
              </p14:cNvPr>
              <p14:cNvContentPartPr/>
              <p14:nvPr/>
            </p14:nvContentPartPr>
            <p14:xfrm>
              <a:off x="3329019" y="2502382"/>
              <a:ext cx="84600" cy="20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2109D1A-E016-74E2-2D49-449003F095A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20019" y="2493742"/>
                <a:ext cx="102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F16B71-B1EE-2218-964C-ACFE099BB912}"/>
                  </a:ext>
                </a:extLst>
              </p14:cNvPr>
              <p14:cNvContentPartPr/>
              <p14:nvPr/>
            </p14:nvContentPartPr>
            <p14:xfrm>
              <a:off x="3352059" y="2454502"/>
              <a:ext cx="40680" cy="139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F16B71-B1EE-2218-964C-ACFE099BB91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43059" y="2445502"/>
                <a:ext cx="5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210D12-6DDF-CBDE-8204-B4A956CA9BA6}"/>
                  </a:ext>
                </a:extLst>
              </p14:cNvPr>
              <p14:cNvContentPartPr/>
              <p14:nvPr/>
            </p14:nvContentPartPr>
            <p14:xfrm>
              <a:off x="3471939" y="2481862"/>
              <a:ext cx="291600" cy="101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210D12-6DDF-CBDE-8204-B4A956CA9BA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62939" y="2472862"/>
                <a:ext cx="309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018A257-EE1B-34F7-DF8D-3B3119CB7556}"/>
                  </a:ext>
                </a:extLst>
              </p14:cNvPr>
              <p14:cNvContentPartPr/>
              <p14:nvPr/>
            </p14:nvContentPartPr>
            <p14:xfrm>
              <a:off x="708579" y="3066502"/>
              <a:ext cx="32760" cy="173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018A257-EE1B-34F7-DF8D-3B3119CB755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9939" y="3057502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CDC0893-9F58-7EF3-A6AA-35E48112AB15}"/>
                  </a:ext>
                </a:extLst>
              </p14:cNvPr>
              <p14:cNvContentPartPr/>
              <p14:nvPr/>
            </p14:nvContentPartPr>
            <p14:xfrm>
              <a:off x="698859" y="3079462"/>
              <a:ext cx="120240" cy="92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CDC0893-9F58-7EF3-A6AA-35E48112AB1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89859" y="3070462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D87686A-97FF-5866-BE77-359D89162F08}"/>
                  </a:ext>
                </a:extLst>
              </p14:cNvPr>
              <p14:cNvContentPartPr/>
              <p14:nvPr/>
            </p14:nvContentPartPr>
            <p14:xfrm>
              <a:off x="843219" y="2963182"/>
              <a:ext cx="157320" cy="211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D87686A-97FF-5866-BE77-359D89162F0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4579" y="2954182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FBC459-BF07-1A56-6266-0645DA0E644A}"/>
                  </a:ext>
                </a:extLst>
              </p14:cNvPr>
              <p14:cNvContentPartPr/>
              <p14:nvPr/>
            </p14:nvContentPartPr>
            <p14:xfrm>
              <a:off x="976779" y="3091702"/>
              <a:ext cx="204480" cy="72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FBC459-BF07-1A56-6266-0645DA0E644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68139" y="3083062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29A7729-8DF0-1C8B-2EBA-04EDE2E9DEFF}"/>
                  </a:ext>
                </a:extLst>
              </p14:cNvPr>
              <p14:cNvContentPartPr/>
              <p14:nvPr/>
            </p14:nvContentPartPr>
            <p14:xfrm>
              <a:off x="2364579" y="3062902"/>
              <a:ext cx="355680" cy="251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29A7729-8DF0-1C8B-2EBA-04EDE2E9DE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55939" y="3053902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092C8CE-8B56-7F1A-A04C-9FB8398B74A6}"/>
                  </a:ext>
                </a:extLst>
              </p14:cNvPr>
              <p14:cNvContentPartPr/>
              <p14:nvPr/>
            </p14:nvContentPartPr>
            <p14:xfrm>
              <a:off x="2740779" y="2908102"/>
              <a:ext cx="104400" cy="381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092C8CE-8B56-7F1A-A04C-9FB8398B74A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32139" y="2899102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5038F12-D0EA-E153-D337-CF2C272F57CC}"/>
                  </a:ext>
                </a:extLst>
              </p14:cNvPr>
              <p14:cNvContentPartPr/>
              <p14:nvPr/>
            </p14:nvContentPartPr>
            <p14:xfrm>
              <a:off x="3335139" y="3070822"/>
              <a:ext cx="88560" cy="12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5038F12-D0EA-E153-D337-CF2C272F57C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26139" y="3062182"/>
                <a:ext cx="1062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FBC7EF9-B710-82B0-CC38-23936E9AAC28}"/>
                  </a:ext>
                </a:extLst>
              </p14:cNvPr>
              <p14:cNvContentPartPr/>
              <p14:nvPr/>
            </p14:nvContentPartPr>
            <p14:xfrm>
              <a:off x="3462939" y="3003142"/>
              <a:ext cx="255240" cy="101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FBC7EF9-B710-82B0-CC38-23936E9AAC2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53939" y="2994502"/>
                <a:ext cx="272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5AA5A08-8E8A-09AF-5D39-E1954E00E4CA}"/>
                  </a:ext>
                </a:extLst>
              </p14:cNvPr>
              <p14:cNvContentPartPr/>
              <p14:nvPr/>
            </p14:nvContentPartPr>
            <p14:xfrm>
              <a:off x="3271419" y="914422"/>
              <a:ext cx="137880" cy="200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5AA5A08-8E8A-09AF-5D39-E1954E00E4C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262419" y="905782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2CF9156-1386-6A0F-968E-B76F0CA83DDC}"/>
                  </a:ext>
                </a:extLst>
              </p14:cNvPr>
              <p14:cNvContentPartPr/>
              <p14:nvPr/>
            </p14:nvContentPartPr>
            <p14:xfrm>
              <a:off x="3013659" y="1161382"/>
              <a:ext cx="691560" cy="30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2CF9156-1386-6A0F-968E-B76F0CA83DD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04659" y="1152742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6A6D648-72EC-A8F2-5F2F-21993237F34F}"/>
                  </a:ext>
                </a:extLst>
              </p14:cNvPr>
              <p14:cNvContentPartPr/>
              <p14:nvPr/>
            </p14:nvContentPartPr>
            <p14:xfrm>
              <a:off x="1891539" y="2447662"/>
              <a:ext cx="234720" cy="183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6A6D648-72EC-A8F2-5F2F-21993237F34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82899" y="2439022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822FC75-AECF-4DF4-46D7-DF10562C8CE3}"/>
                  </a:ext>
                </a:extLst>
              </p14:cNvPr>
              <p14:cNvContentPartPr/>
              <p14:nvPr/>
            </p14:nvContentPartPr>
            <p14:xfrm>
              <a:off x="2165499" y="2495542"/>
              <a:ext cx="52200" cy="105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822FC75-AECF-4DF4-46D7-DF10562C8CE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56499" y="2486902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6B56EED-8405-71E7-C8F8-2F64EF110371}"/>
                  </a:ext>
                </a:extLst>
              </p14:cNvPr>
              <p14:cNvContentPartPr/>
              <p14:nvPr/>
            </p14:nvContentPartPr>
            <p14:xfrm>
              <a:off x="2167659" y="2526142"/>
              <a:ext cx="75240" cy="154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6B56EED-8405-71E7-C8F8-2F64EF11037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58659" y="2517142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A1D19B4-2A99-7624-9035-AB5FF2A11847}"/>
                  </a:ext>
                </a:extLst>
              </p14:cNvPr>
              <p14:cNvContentPartPr/>
              <p14:nvPr/>
            </p14:nvContentPartPr>
            <p14:xfrm>
              <a:off x="2243979" y="2507422"/>
              <a:ext cx="110520" cy="91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A1D19B4-2A99-7624-9035-AB5FF2A1184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235339" y="2498422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718A864-2FBA-C798-4E37-039BCEE5E2FF}"/>
                  </a:ext>
                </a:extLst>
              </p14:cNvPr>
              <p14:cNvContentPartPr/>
              <p14:nvPr/>
            </p14:nvContentPartPr>
            <p14:xfrm>
              <a:off x="2371419" y="2470702"/>
              <a:ext cx="34560" cy="214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718A864-2FBA-C798-4E37-039BCEE5E2F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62779" y="2461702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01C4705-B0E5-546B-D924-D02AC4B4C8E7}"/>
                  </a:ext>
                </a:extLst>
              </p14:cNvPr>
              <p14:cNvContentPartPr/>
              <p14:nvPr/>
            </p14:nvContentPartPr>
            <p14:xfrm>
              <a:off x="5177127" y="2361753"/>
              <a:ext cx="3960" cy="6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01C4705-B0E5-546B-D924-D02AC4B4C8E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68487" y="2352753"/>
                <a:ext cx="216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BD07B83-E7F8-DB05-E49F-765D1810A116}"/>
                  </a:ext>
                </a:extLst>
              </p14:cNvPr>
              <p14:cNvContentPartPr/>
              <p14:nvPr/>
            </p14:nvContentPartPr>
            <p14:xfrm>
              <a:off x="5312127" y="761553"/>
              <a:ext cx="244440" cy="410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BD07B83-E7F8-DB05-E49F-765D1810A11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03487" y="752553"/>
                <a:ext cx="262080" cy="42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A950EB0-1001-6439-75F7-1646B00346C4}"/>
              </a:ext>
            </a:extLst>
          </p:cNvPr>
          <p:cNvGrpSpPr/>
          <p:nvPr/>
        </p:nvGrpSpPr>
        <p:grpSpPr>
          <a:xfrm>
            <a:off x="5604447" y="611793"/>
            <a:ext cx="5319000" cy="668520"/>
            <a:chOff x="5604447" y="611793"/>
            <a:chExt cx="5319000" cy="66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FD8205-F050-9838-3192-90EDCC250509}"/>
                    </a:ext>
                  </a:extLst>
                </p14:cNvPr>
                <p14:cNvContentPartPr/>
                <p14:nvPr/>
              </p14:nvContentPartPr>
              <p14:xfrm>
                <a:off x="7772727" y="611793"/>
                <a:ext cx="1800" cy="7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FD8205-F050-9838-3192-90EDCC2505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64087" y="602793"/>
                  <a:ext cx="19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8ECED4-0CF2-ECAF-D191-23A99764D79F}"/>
                    </a:ext>
                  </a:extLst>
                </p14:cNvPr>
                <p14:cNvContentPartPr/>
                <p14:nvPr/>
              </p14:nvContentPartPr>
              <p14:xfrm>
                <a:off x="7930767" y="787833"/>
                <a:ext cx="219960" cy="210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8ECED4-0CF2-ECAF-D191-23A99764D7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21767" y="779193"/>
                  <a:ext cx="237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D7FDF7-AAB5-DADB-E916-5CB1A9584D4D}"/>
                    </a:ext>
                  </a:extLst>
                </p14:cNvPr>
                <p14:cNvContentPartPr/>
                <p14:nvPr/>
              </p14:nvContentPartPr>
              <p14:xfrm>
                <a:off x="8154327" y="681633"/>
                <a:ext cx="260640" cy="283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D7FDF7-AAB5-DADB-E916-5CB1A9584D4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45687" y="672993"/>
                  <a:ext cx="278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54AE3F-1134-887F-6A66-CEEC108BC438}"/>
                    </a:ext>
                  </a:extLst>
                </p14:cNvPr>
                <p14:cNvContentPartPr/>
                <p14:nvPr/>
              </p14:nvContentPartPr>
              <p14:xfrm>
                <a:off x="8430447" y="845073"/>
                <a:ext cx="75240" cy="99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54AE3F-1134-887F-6A66-CEEC108BC43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21807" y="836073"/>
                  <a:ext cx="92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E41BC3-9280-B09B-70C6-618D24925047}"/>
                    </a:ext>
                  </a:extLst>
                </p14:cNvPr>
                <p14:cNvContentPartPr/>
                <p14:nvPr/>
              </p14:nvContentPartPr>
              <p14:xfrm>
                <a:off x="8550327" y="833193"/>
                <a:ext cx="99720" cy="364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E41BC3-9280-B09B-70C6-618D2492504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41687" y="824553"/>
                  <a:ext cx="117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5E2AA3-7B9C-17E0-50D5-23B69A2D4446}"/>
                    </a:ext>
                  </a:extLst>
                </p14:cNvPr>
                <p14:cNvContentPartPr/>
                <p14:nvPr/>
              </p14:nvContentPartPr>
              <p14:xfrm>
                <a:off x="8695407" y="853713"/>
                <a:ext cx="27360" cy="92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5E2AA3-7B9C-17E0-50D5-23B69A2D444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86767" y="845073"/>
                  <a:ext cx="45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AECDFDE-DAF3-E4A4-B832-88453A247C93}"/>
                    </a:ext>
                  </a:extLst>
                </p14:cNvPr>
                <p14:cNvContentPartPr/>
                <p14:nvPr/>
              </p14:nvContentPartPr>
              <p14:xfrm>
                <a:off x="8671287" y="788553"/>
                <a:ext cx="51840" cy="5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AECDFDE-DAF3-E4A4-B832-88453A247C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62287" y="779553"/>
                  <a:ext cx="69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BFA7D5-5461-FFB1-54A5-C640C101363D}"/>
                    </a:ext>
                  </a:extLst>
                </p14:cNvPr>
                <p14:cNvContentPartPr/>
                <p14:nvPr/>
              </p14:nvContentPartPr>
              <p14:xfrm>
                <a:off x="8755167" y="818073"/>
                <a:ext cx="252000" cy="376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BFA7D5-5461-FFB1-54A5-C640C101363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46167" y="809433"/>
                  <a:ext cx="2696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60B046-D293-0CF2-EF7D-D62EFD55C74B}"/>
                    </a:ext>
                  </a:extLst>
                </p14:cNvPr>
                <p14:cNvContentPartPr/>
                <p14:nvPr/>
              </p14:nvContentPartPr>
              <p14:xfrm>
                <a:off x="9108327" y="846873"/>
                <a:ext cx="567360" cy="87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60B046-D293-0CF2-EF7D-D62EFD55C7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99327" y="837873"/>
                  <a:ext cx="585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ACD790A-CD80-07E9-910E-40F7E295B958}"/>
                    </a:ext>
                  </a:extLst>
                </p14:cNvPr>
                <p14:cNvContentPartPr/>
                <p14:nvPr/>
              </p14:nvContentPartPr>
              <p14:xfrm>
                <a:off x="9598647" y="809073"/>
                <a:ext cx="105480" cy="125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ACD790A-CD80-07E9-910E-40F7E295B9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90007" y="800073"/>
                  <a:ext cx="123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DC0C86-DB62-555F-DD63-6182813C8D24}"/>
                    </a:ext>
                  </a:extLst>
                </p14:cNvPr>
                <p14:cNvContentPartPr/>
                <p14:nvPr/>
              </p14:nvContentPartPr>
              <p14:xfrm>
                <a:off x="9893847" y="826713"/>
                <a:ext cx="172080" cy="158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DC0C86-DB62-555F-DD63-6182813C8D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85207" y="817713"/>
                  <a:ext cx="189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6511AC8-667D-1FAD-DFBA-E129D291FFE5}"/>
                    </a:ext>
                  </a:extLst>
                </p14:cNvPr>
                <p14:cNvContentPartPr/>
                <p14:nvPr/>
              </p14:nvContentPartPr>
              <p14:xfrm>
                <a:off x="10103367" y="737433"/>
                <a:ext cx="244800" cy="208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6511AC8-667D-1FAD-DFBA-E129D291FFE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94727" y="728433"/>
                  <a:ext cx="262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EA0845-58A1-667D-93B2-DD9B36DDDE93}"/>
                    </a:ext>
                  </a:extLst>
                </p14:cNvPr>
                <p14:cNvContentPartPr/>
                <p14:nvPr/>
              </p14:nvContentPartPr>
              <p14:xfrm>
                <a:off x="10367247" y="837513"/>
                <a:ext cx="117000" cy="85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EA0845-58A1-667D-93B2-DD9B36DDDE9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58607" y="828873"/>
                  <a:ext cx="134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2B59773-7086-12A3-6E8B-1B50966A7378}"/>
                    </a:ext>
                  </a:extLst>
                </p14:cNvPr>
                <p14:cNvContentPartPr/>
                <p14:nvPr/>
              </p14:nvContentPartPr>
              <p14:xfrm>
                <a:off x="10518807" y="815913"/>
                <a:ext cx="342720" cy="358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2B59773-7086-12A3-6E8B-1B50966A737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509807" y="806913"/>
                  <a:ext cx="3603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96D903-7DE9-7428-C068-AF489A3A73B5}"/>
                    </a:ext>
                  </a:extLst>
                </p14:cNvPr>
                <p14:cNvContentPartPr/>
                <p14:nvPr/>
              </p14:nvContentPartPr>
              <p14:xfrm>
                <a:off x="5604447" y="1034433"/>
                <a:ext cx="246600" cy="114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96D903-7DE9-7428-C068-AF489A3A73B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95807" y="1025433"/>
                  <a:ext cx="264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FADF931-4574-9126-7B8C-A2B7BE6BE6FF}"/>
                    </a:ext>
                  </a:extLst>
                </p14:cNvPr>
                <p14:cNvContentPartPr/>
                <p14:nvPr/>
              </p14:nvContentPartPr>
              <p14:xfrm>
                <a:off x="5875887" y="1031553"/>
                <a:ext cx="171720" cy="68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FADF931-4574-9126-7B8C-A2B7BE6BE6F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66887" y="1022553"/>
                  <a:ext cx="189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ED0D1F-ACCE-F32B-0E4F-A8AF6421EBE2}"/>
                    </a:ext>
                  </a:extLst>
                </p14:cNvPr>
                <p14:cNvContentPartPr/>
                <p14:nvPr/>
              </p14:nvContentPartPr>
              <p14:xfrm>
                <a:off x="6076407" y="952353"/>
                <a:ext cx="116640" cy="123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ED0D1F-ACCE-F32B-0E4F-A8AF6421EBE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7407" y="943353"/>
                  <a:ext cx="13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A444AF-086F-408D-6112-99B8C1B340AF}"/>
                    </a:ext>
                  </a:extLst>
                </p14:cNvPr>
                <p14:cNvContentPartPr/>
                <p14:nvPr/>
              </p14:nvContentPartPr>
              <p14:xfrm>
                <a:off x="6159567" y="991233"/>
                <a:ext cx="107280" cy="9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A444AF-086F-408D-6112-99B8C1B340A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50567" y="982233"/>
                  <a:ext cx="124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19DB46D-0CBD-1936-1E36-6299D1498CA3}"/>
                    </a:ext>
                  </a:extLst>
                </p14:cNvPr>
                <p14:cNvContentPartPr/>
                <p14:nvPr/>
              </p14:nvContentPartPr>
              <p14:xfrm>
                <a:off x="6238767" y="958833"/>
                <a:ext cx="16200" cy="3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19DB46D-0CBD-1936-1E36-6299D1498C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29767" y="949833"/>
                  <a:ext cx="338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9A67CA-0F33-BB3C-0B8B-A3FADF438D29}"/>
                    </a:ext>
                  </a:extLst>
                </p14:cNvPr>
                <p14:cNvContentPartPr/>
                <p14:nvPr/>
              </p14:nvContentPartPr>
              <p14:xfrm>
                <a:off x="6297447" y="950193"/>
                <a:ext cx="309240" cy="116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9A67CA-0F33-BB3C-0B8B-A3FADF438D2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88447" y="941553"/>
                  <a:ext cx="326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FB53EF7-F7C4-6003-A342-C6503E1B691D}"/>
                    </a:ext>
                  </a:extLst>
                </p14:cNvPr>
                <p14:cNvContentPartPr/>
                <p14:nvPr/>
              </p14:nvContentPartPr>
              <p14:xfrm>
                <a:off x="6609567" y="844713"/>
                <a:ext cx="15120" cy="173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FB53EF7-F7C4-6003-A342-C6503E1B69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00927" y="836073"/>
                  <a:ext cx="32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87C5070-472D-E7CF-C45C-16AD391DD8BF}"/>
                    </a:ext>
                  </a:extLst>
                </p14:cNvPr>
                <p14:cNvContentPartPr/>
                <p14:nvPr/>
              </p14:nvContentPartPr>
              <p14:xfrm>
                <a:off x="6590127" y="928953"/>
                <a:ext cx="97200" cy="86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87C5070-472D-E7CF-C45C-16AD391DD8B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81127" y="919953"/>
                  <a:ext cx="114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4689142-14B5-9B0B-4E7F-2518B3341A21}"/>
                    </a:ext>
                  </a:extLst>
                </p14:cNvPr>
                <p14:cNvContentPartPr/>
                <p14:nvPr/>
              </p14:nvContentPartPr>
              <p14:xfrm>
                <a:off x="6685167" y="875673"/>
                <a:ext cx="19080" cy="1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4689142-14B5-9B0B-4E7F-2518B3341A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76527" y="867033"/>
                  <a:ext cx="36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E1F3557-C142-0691-8F33-514B4DEDA49B}"/>
                    </a:ext>
                  </a:extLst>
                </p14:cNvPr>
                <p14:cNvContentPartPr/>
                <p14:nvPr/>
              </p14:nvContentPartPr>
              <p14:xfrm>
                <a:off x="6739527" y="898713"/>
                <a:ext cx="54720" cy="91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E1F3557-C142-0691-8F33-514B4DEDA4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30527" y="889713"/>
                  <a:ext cx="72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BA46FD7-CD45-FFEA-8C88-C772EE73A423}"/>
                    </a:ext>
                  </a:extLst>
                </p14:cNvPr>
                <p14:cNvContentPartPr/>
                <p14:nvPr/>
              </p14:nvContentPartPr>
              <p14:xfrm>
                <a:off x="6837087" y="912753"/>
                <a:ext cx="130320" cy="153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BA46FD7-CD45-FFEA-8C88-C772EE73A42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28087" y="903753"/>
                  <a:ext cx="147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FE8A442-65C1-D0E9-A5DD-B73ECBBB28A1}"/>
                    </a:ext>
                  </a:extLst>
                </p14:cNvPr>
                <p14:cNvContentPartPr/>
                <p14:nvPr/>
              </p14:nvContentPartPr>
              <p14:xfrm>
                <a:off x="7126527" y="877833"/>
                <a:ext cx="366120" cy="82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FE8A442-65C1-D0E9-A5DD-B73ECBBB28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17527" y="869193"/>
                  <a:ext cx="383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FE17B3-9941-56B3-A4E9-3A4FC41A0915}"/>
                    </a:ext>
                  </a:extLst>
                </p14:cNvPr>
                <p14:cNvContentPartPr/>
                <p14:nvPr/>
              </p14:nvContentPartPr>
              <p14:xfrm>
                <a:off x="7414167" y="852633"/>
                <a:ext cx="83520" cy="131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FE17B3-9941-56B3-A4E9-3A4FC41A09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05167" y="843633"/>
                  <a:ext cx="101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A98BA1-96A3-872B-9CED-D05460BB66B8}"/>
                    </a:ext>
                  </a:extLst>
                </p14:cNvPr>
                <p14:cNvContentPartPr/>
                <p14:nvPr/>
              </p14:nvContentPartPr>
              <p14:xfrm>
                <a:off x="7165047" y="987993"/>
                <a:ext cx="306000" cy="74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A98BA1-96A3-872B-9CED-D05460BB66B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56047" y="978993"/>
                  <a:ext cx="323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6F069A-6C0A-2569-1A8C-008858AAD25F}"/>
                    </a:ext>
                  </a:extLst>
                </p14:cNvPr>
                <p14:cNvContentPartPr/>
                <p14:nvPr/>
              </p14:nvContentPartPr>
              <p14:xfrm>
                <a:off x="7415607" y="871713"/>
                <a:ext cx="8172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6F069A-6C0A-2569-1A8C-008858AAD25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06967" y="863073"/>
                  <a:ext cx="99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5E4BAA4-12BD-5CE5-D846-36FF8A535DD8}"/>
                    </a:ext>
                  </a:extLst>
                </p14:cNvPr>
                <p14:cNvContentPartPr/>
                <p14:nvPr/>
              </p14:nvContentPartPr>
              <p14:xfrm>
                <a:off x="7400847" y="838953"/>
                <a:ext cx="131040" cy="261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5E4BAA4-12BD-5CE5-D846-36FF8A535DD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91847" y="830313"/>
                  <a:ext cx="148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A3344B-4ACF-81C7-86AA-6E6A61032C27}"/>
                    </a:ext>
                  </a:extLst>
                </p14:cNvPr>
                <p14:cNvContentPartPr/>
                <p14:nvPr/>
              </p14:nvContentPartPr>
              <p14:xfrm>
                <a:off x="7728447" y="646713"/>
                <a:ext cx="3195000" cy="633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A3344B-4ACF-81C7-86AA-6E6A61032C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19447" y="637713"/>
                  <a:ext cx="3212640" cy="65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B06940E-56FB-EF85-3F31-4883E69669FB}"/>
              </a:ext>
            </a:extLst>
          </p:cNvPr>
          <p:cNvGrpSpPr/>
          <p:nvPr/>
        </p:nvGrpSpPr>
        <p:grpSpPr>
          <a:xfrm>
            <a:off x="5462427" y="3204306"/>
            <a:ext cx="1254600" cy="624600"/>
            <a:chOff x="5462427" y="3204306"/>
            <a:chExt cx="125460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FC47AC-EAE5-8DC2-1BD8-7BFB34A63C22}"/>
                    </a:ext>
                  </a:extLst>
                </p14:cNvPr>
                <p14:cNvContentPartPr/>
                <p14:nvPr/>
              </p14:nvContentPartPr>
              <p14:xfrm>
                <a:off x="5462427" y="3207906"/>
                <a:ext cx="188280" cy="27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FC47AC-EAE5-8DC2-1BD8-7BFB34A63C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53427" y="3198906"/>
                  <a:ext cx="205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B9B875-4C91-FD46-840D-24B103AF6425}"/>
                    </a:ext>
                  </a:extLst>
                </p14:cNvPr>
                <p14:cNvContentPartPr/>
                <p14:nvPr/>
              </p14:nvContentPartPr>
              <p14:xfrm>
                <a:off x="5770587" y="3204306"/>
                <a:ext cx="82800" cy="259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B9B875-4C91-FD46-840D-24B103AF64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61947" y="3195666"/>
                  <a:ext cx="100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C80211B-79F4-1751-E3C5-3C7DB1643D49}"/>
                    </a:ext>
                  </a:extLst>
                </p14:cNvPr>
                <p14:cNvContentPartPr/>
                <p14:nvPr/>
              </p14:nvContentPartPr>
              <p14:xfrm>
                <a:off x="5767707" y="3316266"/>
                <a:ext cx="355320" cy="121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C80211B-79F4-1751-E3C5-3C7DB1643D4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58707" y="3307266"/>
                  <a:ext cx="372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B3586E-EDD6-0A78-D5DE-19D710DB1EAE}"/>
                    </a:ext>
                  </a:extLst>
                </p14:cNvPr>
                <p14:cNvContentPartPr/>
                <p14:nvPr/>
              </p14:nvContentPartPr>
              <p14:xfrm>
                <a:off x="6139587" y="3310866"/>
                <a:ext cx="154080" cy="91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B3586E-EDD6-0A78-D5DE-19D710DB1EA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30587" y="3301866"/>
                  <a:ext cx="171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AAA604C-0C23-A17D-A475-D4B0778336D7}"/>
                    </a:ext>
                  </a:extLst>
                </p14:cNvPr>
                <p14:cNvContentPartPr/>
                <p14:nvPr/>
              </p14:nvContentPartPr>
              <p14:xfrm>
                <a:off x="6332907" y="3337146"/>
                <a:ext cx="2340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AAA604C-0C23-A17D-A475-D4B0778336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24267" y="3328146"/>
                  <a:ext cx="41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4FD08E-F600-7FAD-870F-9516425441F9}"/>
                    </a:ext>
                  </a:extLst>
                </p14:cNvPr>
                <p14:cNvContentPartPr/>
                <p14:nvPr/>
              </p14:nvContentPartPr>
              <p14:xfrm>
                <a:off x="6332907" y="3258306"/>
                <a:ext cx="53640" cy="5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4FD08E-F600-7FAD-870F-9516425441F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23907" y="3249666"/>
                  <a:ext cx="71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CF08796-7FAF-4C8A-F044-7682379ED4ED}"/>
                    </a:ext>
                  </a:extLst>
                </p14:cNvPr>
                <p14:cNvContentPartPr/>
                <p14:nvPr/>
              </p14:nvContentPartPr>
              <p14:xfrm>
                <a:off x="6469707" y="3306906"/>
                <a:ext cx="247320" cy="522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CF08796-7FAF-4C8A-F044-7682379ED4E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60707" y="3298266"/>
                  <a:ext cx="264960" cy="53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5BC0DC0-83CD-35D8-CBC0-98A69F6AF8F1}"/>
              </a:ext>
            </a:extLst>
          </p:cNvPr>
          <p:cNvGrpSpPr/>
          <p:nvPr/>
        </p:nvGrpSpPr>
        <p:grpSpPr>
          <a:xfrm>
            <a:off x="6970467" y="3259386"/>
            <a:ext cx="317520" cy="234360"/>
            <a:chOff x="6970467" y="3259386"/>
            <a:chExt cx="31752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EAC8E5F-CC85-3C0B-DF7E-B27781FFAC09}"/>
                    </a:ext>
                  </a:extLst>
                </p14:cNvPr>
                <p14:cNvContentPartPr/>
                <p14:nvPr/>
              </p14:nvContentPartPr>
              <p14:xfrm>
                <a:off x="7014027" y="3305826"/>
                <a:ext cx="186840" cy="27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EAC8E5F-CC85-3C0B-DF7E-B27781FFAC0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005387" y="3297186"/>
                  <a:ext cx="204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2513840-1AE2-2EF3-E321-02FFE919F98D}"/>
                    </a:ext>
                  </a:extLst>
                </p14:cNvPr>
                <p14:cNvContentPartPr/>
                <p14:nvPr/>
              </p14:nvContentPartPr>
              <p14:xfrm>
                <a:off x="6970467" y="3326706"/>
                <a:ext cx="287280" cy="112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2513840-1AE2-2EF3-E321-02FFE919F9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61827" y="3317706"/>
                  <a:ext cx="304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6709F43-330A-843F-F8D0-A54AA2E3DDC8}"/>
                    </a:ext>
                  </a:extLst>
                </p14:cNvPr>
                <p14:cNvContentPartPr/>
                <p14:nvPr/>
              </p14:nvContentPartPr>
              <p14:xfrm>
                <a:off x="7192587" y="3259386"/>
                <a:ext cx="95400" cy="234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6709F43-330A-843F-F8D0-A54AA2E3DDC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83947" y="3250386"/>
                  <a:ext cx="11304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45CDB76-7D33-946F-25BF-66F81412A9CC}"/>
              </a:ext>
            </a:extLst>
          </p:cNvPr>
          <p:cNvGrpSpPr/>
          <p:nvPr/>
        </p:nvGrpSpPr>
        <p:grpSpPr>
          <a:xfrm>
            <a:off x="8027427" y="3139866"/>
            <a:ext cx="1998360" cy="574560"/>
            <a:chOff x="8027427" y="3139866"/>
            <a:chExt cx="1998360" cy="57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38624E-B792-2B60-CA4C-20C1A4BE1DC8}"/>
                    </a:ext>
                  </a:extLst>
                </p14:cNvPr>
                <p14:cNvContentPartPr/>
                <p14:nvPr/>
              </p14:nvContentPartPr>
              <p14:xfrm>
                <a:off x="8027427" y="3139866"/>
                <a:ext cx="511560" cy="322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38624E-B792-2B60-CA4C-20C1A4BE1DC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18427" y="3131226"/>
                  <a:ext cx="529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1862828-FE5E-A677-05FD-0834E7C0CC28}"/>
                    </a:ext>
                  </a:extLst>
                </p14:cNvPr>
                <p14:cNvContentPartPr/>
                <p14:nvPr/>
              </p14:nvContentPartPr>
              <p14:xfrm>
                <a:off x="8569587" y="3293226"/>
                <a:ext cx="130680" cy="88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1862828-FE5E-A677-05FD-0834E7C0CC2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60947" y="3284226"/>
                  <a:ext cx="148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F13CF0B-7F94-61C1-5BA1-C5805274F80F}"/>
                    </a:ext>
                  </a:extLst>
                </p14:cNvPr>
                <p14:cNvContentPartPr/>
                <p14:nvPr/>
              </p14:nvContentPartPr>
              <p14:xfrm>
                <a:off x="8736987" y="3277746"/>
                <a:ext cx="160560" cy="436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F13CF0B-7F94-61C1-5BA1-C5805274F80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28347" y="3268746"/>
                  <a:ext cx="1782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4301881-915F-C88E-7BE3-86FFAE8845AA}"/>
                    </a:ext>
                  </a:extLst>
                </p14:cNvPr>
                <p14:cNvContentPartPr/>
                <p14:nvPr/>
              </p14:nvContentPartPr>
              <p14:xfrm>
                <a:off x="8959107" y="3300066"/>
                <a:ext cx="24480" cy="94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4301881-915F-C88E-7BE3-86FFAE8845A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0467" y="3291426"/>
                  <a:ext cx="42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445A763-1CD8-11EE-B8BD-2EC0DB2267DE}"/>
                    </a:ext>
                  </a:extLst>
                </p14:cNvPr>
                <p14:cNvContentPartPr/>
                <p14:nvPr/>
              </p14:nvContentPartPr>
              <p14:xfrm>
                <a:off x="8912667" y="3241746"/>
                <a:ext cx="73080" cy="41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445A763-1CD8-11EE-B8BD-2EC0DB2267D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04027" y="3233106"/>
                  <a:ext cx="90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5804CD3-D38C-9EB5-D06C-5604187A53F3}"/>
                    </a:ext>
                  </a:extLst>
                </p14:cNvPr>
                <p14:cNvContentPartPr/>
                <p14:nvPr/>
              </p14:nvContentPartPr>
              <p14:xfrm>
                <a:off x="9023547" y="3244986"/>
                <a:ext cx="312480" cy="436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5804CD3-D38C-9EB5-D06C-5604187A53F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14907" y="3236346"/>
                  <a:ext cx="3301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57CB8D-9134-2004-9369-0AE08E95546B}"/>
                    </a:ext>
                  </a:extLst>
                </p14:cNvPr>
                <p14:cNvContentPartPr/>
                <p14:nvPr/>
              </p14:nvContentPartPr>
              <p14:xfrm>
                <a:off x="9503787" y="3161106"/>
                <a:ext cx="522000" cy="151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57CB8D-9134-2004-9369-0AE08E9554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95147" y="3152466"/>
                  <a:ext cx="5396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BF74DE9-CB94-CCC1-6F88-613D5A0EF49E}"/>
              </a:ext>
            </a:extLst>
          </p:cNvPr>
          <p:cNvGrpSpPr/>
          <p:nvPr/>
        </p:nvGrpSpPr>
        <p:grpSpPr>
          <a:xfrm>
            <a:off x="10449507" y="3051306"/>
            <a:ext cx="796320" cy="449280"/>
            <a:chOff x="10449507" y="3051306"/>
            <a:chExt cx="79632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783952-07F1-F9A6-0ADC-31C976BD172A}"/>
                    </a:ext>
                  </a:extLst>
                </p14:cNvPr>
                <p14:cNvContentPartPr/>
                <p14:nvPr/>
              </p14:nvContentPartPr>
              <p14:xfrm>
                <a:off x="10449507" y="3051306"/>
                <a:ext cx="470880" cy="251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783952-07F1-F9A6-0ADC-31C976BD17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40507" y="3042306"/>
                  <a:ext cx="488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1CA44D8-E242-EE1C-CE1A-C1DC017C94A8}"/>
                    </a:ext>
                  </a:extLst>
                </p14:cNvPr>
                <p14:cNvContentPartPr/>
                <p14:nvPr/>
              </p14:nvContentPartPr>
              <p14:xfrm>
                <a:off x="10944507" y="3148866"/>
                <a:ext cx="93960" cy="80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1CA44D8-E242-EE1C-CE1A-C1DC017C94A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935867" y="3140226"/>
                  <a:ext cx="111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B7CDBA3-209E-290D-D322-DFCD3AD2F880}"/>
                    </a:ext>
                  </a:extLst>
                </p14:cNvPr>
                <p14:cNvContentPartPr/>
                <p14:nvPr/>
              </p14:nvContentPartPr>
              <p14:xfrm>
                <a:off x="11116947" y="3133746"/>
                <a:ext cx="128880" cy="366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B7CDBA3-209E-290D-D322-DFCD3AD2F88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07947" y="3124746"/>
                  <a:ext cx="146520" cy="38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37B34C7-D2A3-2557-2DB9-D9AAC74AF5BF}"/>
                  </a:ext>
                </a:extLst>
              </p14:cNvPr>
              <p14:cNvContentPartPr/>
              <p14:nvPr/>
            </p14:nvContentPartPr>
            <p14:xfrm>
              <a:off x="8844087" y="3001833"/>
              <a:ext cx="189000" cy="725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37B34C7-D2A3-2557-2DB9-D9AAC74AF5B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835447" y="2992833"/>
                <a:ext cx="20664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62806A1-B0B3-DBDD-1209-9450F0DBDCB9}"/>
                  </a:ext>
                </a:extLst>
              </p14:cNvPr>
              <p14:cNvContentPartPr/>
              <p14:nvPr/>
            </p14:nvContentPartPr>
            <p14:xfrm>
              <a:off x="6237687" y="1466433"/>
              <a:ext cx="6480" cy="4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62806A1-B0B3-DBDD-1209-9450F0DBDCB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228687" y="1457433"/>
                <a:ext cx="241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596BB58-E54B-3151-ECDC-B5F373295635}"/>
              </a:ext>
            </a:extLst>
          </p:cNvPr>
          <p:cNvGrpSpPr/>
          <p:nvPr/>
        </p:nvGrpSpPr>
        <p:grpSpPr>
          <a:xfrm>
            <a:off x="5648367" y="1664073"/>
            <a:ext cx="117720" cy="208440"/>
            <a:chOff x="5648367" y="1664073"/>
            <a:chExt cx="117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06BD837-6A74-6EA1-717B-CB68071803CC}"/>
                    </a:ext>
                  </a:extLst>
                </p14:cNvPr>
                <p14:cNvContentPartPr/>
                <p14:nvPr/>
              </p14:nvContentPartPr>
              <p14:xfrm>
                <a:off x="5648367" y="1696473"/>
                <a:ext cx="33120" cy="87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06BD837-6A74-6EA1-717B-CB68071803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39367" y="1687833"/>
                  <a:ext cx="50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8C85E8E-3BCF-F0FE-3A80-EADAA6447821}"/>
                    </a:ext>
                  </a:extLst>
                </p14:cNvPr>
                <p14:cNvContentPartPr/>
                <p14:nvPr/>
              </p14:nvContentPartPr>
              <p14:xfrm>
                <a:off x="5708127" y="1664073"/>
                <a:ext cx="57960" cy="208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8C85E8E-3BCF-F0FE-3A80-EADAA64478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99487" y="1655433"/>
                  <a:ext cx="756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AD7F26C-FFC0-1D51-31A5-8521ECF592BF}"/>
              </a:ext>
            </a:extLst>
          </p:cNvPr>
          <p:cNvGrpSpPr/>
          <p:nvPr/>
        </p:nvGrpSpPr>
        <p:grpSpPr>
          <a:xfrm>
            <a:off x="6042207" y="1650753"/>
            <a:ext cx="885960" cy="163080"/>
            <a:chOff x="6042207" y="1650753"/>
            <a:chExt cx="88596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3F19C1B-6255-22DF-7701-26EC45212916}"/>
                    </a:ext>
                  </a:extLst>
                </p14:cNvPr>
                <p14:cNvContentPartPr/>
                <p14:nvPr/>
              </p14:nvContentPartPr>
              <p14:xfrm>
                <a:off x="6042207" y="1670553"/>
                <a:ext cx="82080" cy="139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3F19C1B-6255-22DF-7701-26EC4521291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33567" y="1661553"/>
                  <a:ext cx="99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3290B4C-3E9F-2A4B-FF8C-EBE25A735769}"/>
                    </a:ext>
                  </a:extLst>
                </p14:cNvPr>
                <p14:cNvContentPartPr/>
                <p14:nvPr/>
              </p14:nvContentPartPr>
              <p14:xfrm>
                <a:off x="6150207" y="1650753"/>
                <a:ext cx="53280" cy="156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3290B4C-3E9F-2A4B-FF8C-EBE25A7357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41207" y="1642113"/>
                  <a:ext cx="70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035E17-9FB2-5FFE-A23F-F128CDB41569}"/>
                    </a:ext>
                  </a:extLst>
                </p14:cNvPr>
                <p14:cNvContentPartPr/>
                <p14:nvPr/>
              </p14:nvContentPartPr>
              <p14:xfrm>
                <a:off x="6137607" y="1707273"/>
                <a:ext cx="106560" cy="41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035E17-9FB2-5FFE-A23F-F128CDB4156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128607" y="1698633"/>
                  <a:ext cx="124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4CA546C-91A5-6D35-E361-842EBC0CE604}"/>
                    </a:ext>
                  </a:extLst>
                </p14:cNvPr>
                <p14:cNvContentPartPr/>
                <p14:nvPr/>
              </p14:nvContentPartPr>
              <p14:xfrm>
                <a:off x="6400767" y="1666233"/>
                <a:ext cx="152280" cy="14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4CA546C-91A5-6D35-E361-842EBC0CE6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91767" y="1657233"/>
                  <a:ext cx="169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41F9772-FF7F-9BDD-CE6C-2FFF1ADD8D6F}"/>
                    </a:ext>
                  </a:extLst>
                </p14:cNvPr>
                <p14:cNvContentPartPr/>
                <p14:nvPr/>
              </p14:nvContentPartPr>
              <p14:xfrm>
                <a:off x="6599487" y="1705473"/>
                <a:ext cx="80280" cy="92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41F9772-FF7F-9BDD-CE6C-2FFF1ADD8D6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90847" y="1696473"/>
                  <a:ext cx="97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4FB8E15-5479-50DE-0DBA-00E11736DF57}"/>
                    </a:ext>
                  </a:extLst>
                </p14:cNvPr>
                <p14:cNvContentPartPr/>
                <p14:nvPr/>
              </p14:nvContentPartPr>
              <p14:xfrm>
                <a:off x="6690927" y="1700793"/>
                <a:ext cx="48960" cy="70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4FB8E15-5479-50DE-0DBA-00E11736DF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82287" y="1691793"/>
                  <a:ext cx="66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66A94A-0D86-32A7-D580-FC463F6FA37B}"/>
                    </a:ext>
                  </a:extLst>
                </p14:cNvPr>
                <p14:cNvContentPartPr/>
                <p14:nvPr/>
              </p14:nvContentPartPr>
              <p14:xfrm>
                <a:off x="6703167" y="1698633"/>
                <a:ext cx="6084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66A94A-0D86-32A7-D580-FC463F6FA37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694527" y="1689633"/>
                  <a:ext cx="78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559B21-7FB1-E915-E1DC-FA753BB1411A}"/>
                    </a:ext>
                  </a:extLst>
                </p14:cNvPr>
                <p14:cNvContentPartPr/>
                <p14:nvPr/>
              </p14:nvContentPartPr>
              <p14:xfrm>
                <a:off x="6776967" y="1656873"/>
                <a:ext cx="151200" cy="132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559B21-7FB1-E915-E1DC-FA753BB1411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67967" y="1648233"/>
                  <a:ext cx="1688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FBAC5CF-F5F2-22F5-35D9-FF5AE86AB129}"/>
              </a:ext>
            </a:extLst>
          </p:cNvPr>
          <p:cNvGrpSpPr/>
          <p:nvPr/>
        </p:nvGrpSpPr>
        <p:grpSpPr>
          <a:xfrm>
            <a:off x="7205727" y="1597473"/>
            <a:ext cx="932040" cy="429120"/>
            <a:chOff x="7205727" y="1597473"/>
            <a:chExt cx="93204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D766922-0594-B7BF-7094-A6F85F67FE52}"/>
                    </a:ext>
                  </a:extLst>
                </p14:cNvPr>
                <p14:cNvContentPartPr/>
                <p14:nvPr/>
              </p14:nvContentPartPr>
              <p14:xfrm>
                <a:off x="7205727" y="1674153"/>
                <a:ext cx="166320" cy="81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D766922-0594-B7BF-7094-A6F85F67FE5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197087" y="1665153"/>
                  <a:ext cx="183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06CEAED-201D-2747-19E2-0365149B5CDC}"/>
                    </a:ext>
                  </a:extLst>
                </p14:cNvPr>
                <p14:cNvContentPartPr/>
                <p14:nvPr/>
              </p14:nvContentPartPr>
              <p14:xfrm>
                <a:off x="7413087" y="1666233"/>
                <a:ext cx="109440" cy="87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06CEAED-201D-2747-19E2-0365149B5C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404447" y="1657233"/>
                  <a:ext cx="127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F0B0026-C567-31DB-5541-1A2F51DBBBB9}"/>
                    </a:ext>
                  </a:extLst>
                </p14:cNvPr>
                <p14:cNvContentPartPr/>
                <p14:nvPr/>
              </p14:nvContentPartPr>
              <p14:xfrm>
                <a:off x="7541247" y="1648593"/>
                <a:ext cx="218880" cy="95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F0B0026-C567-31DB-5541-1A2F51DBBBB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32607" y="1639953"/>
                  <a:ext cx="236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B607F05-592A-7F70-A6A5-6AC96E7FF6A9}"/>
                    </a:ext>
                  </a:extLst>
                </p14:cNvPr>
                <p14:cNvContentPartPr/>
                <p14:nvPr/>
              </p14:nvContentPartPr>
              <p14:xfrm>
                <a:off x="7806207" y="1659393"/>
                <a:ext cx="30600" cy="79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B607F05-592A-7F70-A6A5-6AC96E7FF6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97567" y="1650393"/>
                  <a:ext cx="48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19B9C5F-66B9-B22C-9EAA-6CF0824594DC}"/>
                    </a:ext>
                  </a:extLst>
                </p14:cNvPr>
                <p14:cNvContentPartPr/>
                <p14:nvPr/>
              </p14:nvContentPartPr>
              <p14:xfrm>
                <a:off x="7793607" y="1597473"/>
                <a:ext cx="58320" cy="47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19B9C5F-66B9-B22C-9EAA-6CF0824594D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84607" y="1588473"/>
                  <a:ext cx="75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1F7200C-D563-BDD7-A616-D1D6E4DF43D7}"/>
                    </a:ext>
                  </a:extLst>
                </p14:cNvPr>
                <p14:cNvContentPartPr/>
                <p14:nvPr/>
              </p14:nvContentPartPr>
              <p14:xfrm>
                <a:off x="7887567" y="1635993"/>
                <a:ext cx="250200" cy="390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1F7200C-D563-BDD7-A616-D1D6E4DF43D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78567" y="1627353"/>
                  <a:ext cx="267840" cy="40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78678A9-C42D-E81F-2327-25AF3FAE9A6D}"/>
                  </a:ext>
                </a:extLst>
              </p14:cNvPr>
              <p14:cNvContentPartPr/>
              <p14:nvPr/>
            </p14:nvContentPartPr>
            <p14:xfrm>
              <a:off x="8451327" y="1495233"/>
              <a:ext cx="246240" cy="3697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78678A9-C42D-E81F-2327-25AF3FAE9A6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442327" y="1486233"/>
                <a:ext cx="26388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9157575-AB9B-6887-EB56-F66EA71B0490}"/>
              </a:ext>
            </a:extLst>
          </p:cNvPr>
          <p:cNvGrpSpPr/>
          <p:nvPr/>
        </p:nvGrpSpPr>
        <p:grpSpPr>
          <a:xfrm>
            <a:off x="8963607" y="1418193"/>
            <a:ext cx="1206720" cy="349920"/>
            <a:chOff x="8963607" y="1418193"/>
            <a:chExt cx="120672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53EE244-9E66-9AD6-8229-34576027E1F5}"/>
                    </a:ext>
                  </a:extLst>
                </p14:cNvPr>
                <p14:cNvContentPartPr/>
                <p14:nvPr/>
              </p14:nvContentPartPr>
              <p14:xfrm>
                <a:off x="8996367" y="1538793"/>
                <a:ext cx="39240" cy="229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53EE244-9E66-9AD6-8229-34576027E1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987727" y="1530153"/>
                  <a:ext cx="56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EC360C0-EFEA-93C0-60EF-3A9049F85266}"/>
                    </a:ext>
                  </a:extLst>
                </p14:cNvPr>
                <p14:cNvContentPartPr/>
                <p14:nvPr/>
              </p14:nvContentPartPr>
              <p14:xfrm>
                <a:off x="8963607" y="1612233"/>
                <a:ext cx="168840" cy="88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EC360C0-EFEA-93C0-60EF-3A9049F8526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54967" y="1603233"/>
                  <a:ext cx="186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1546975-B67D-1EA4-A244-0EB004A4FC7F}"/>
                    </a:ext>
                  </a:extLst>
                </p14:cNvPr>
                <p14:cNvContentPartPr/>
                <p14:nvPr/>
              </p14:nvContentPartPr>
              <p14:xfrm>
                <a:off x="9083127" y="1492353"/>
                <a:ext cx="247320" cy="237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1546975-B67D-1EA4-A244-0EB004A4FC7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74127" y="1483713"/>
                  <a:ext cx="264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30C6358-F951-F435-7CC8-25FC4D62A8D5}"/>
                    </a:ext>
                  </a:extLst>
                </p14:cNvPr>
                <p14:cNvContentPartPr/>
                <p14:nvPr/>
              </p14:nvContentPartPr>
              <p14:xfrm>
                <a:off x="9550767" y="1600353"/>
                <a:ext cx="132840" cy="107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30C6358-F951-F435-7CC8-25FC4D62A8D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42127" y="1591353"/>
                  <a:ext cx="15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138660E-8A92-90D3-27EE-5498675DBF1C}"/>
                    </a:ext>
                  </a:extLst>
                </p14:cNvPr>
                <p14:cNvContentPartPr/>
                <p14:nvPr/>
              </p14:nvContentPartPr>
              <p14:xfrm>
                <a:off x="9725367" y="1585953"/>
                <a:ext cx="157320" cy="10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138660E-8A92-90D3-27EE-5498675DBF1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716727" y="1577313"/>
                  <a:ext cx="174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90EAB19-DBA2-7455-1F5B-772B6B649CE7}"/>
                    </a:ext>
                  </a:extLst>
                </p14:cNvPr>
                <p14:cNvContentPartPr/>
                <p14:nvPr/>
              </p14:nvContentPartPr>
              <p14:xfrm>
                <a:off x="9939567" y="1418193"/>
                <a:ext cx="126000" cy="261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90EAB19-DBA2-7455-1F5B-772B6B649CE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930567" y="1409553"/>
                  <a:ext cx="143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124DE38-7A0D-9A6D-F380-8469408603BC}"/>
                    </a:ext>
                  </a:extLst>
                </p14:cNvPr>
                <p14:cNvContentPartPr/>
                <p14:nvPr/>
              </p14:nvContentPartPr>
              <p14:xfrm>
                <a:off x="9991047" y="1544913"/>
                <a:ext cx="179280" cy="146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124DE38-7A0D-9A6D-F380-8469408603B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2047" y="1536273"/>
                  <a:ext cx="1969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35CB8CFD-A74A-C85D-6DE4-DC5FE439774C}"/>
              </a:ext>
            </a:extLst>
          </p:cNvPr>
          <p:cNvGrpSpPr/>
          <p:nvPr/>
        </p:nvGrpSpPr>
        <p:grpSpPr>
          <a:xfrm>
            <a:off x="5642247" y="2134953"/>
            <a:ext cx="217440" cy="200160"/>
            <a:chOff x="5642247" y="2134953"/>
            <a:chExt cx="21744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D7B9195-6C22-F4DB-838F-3322F84CEE3C}"/>
                    </a:ext>
                  </a:extLst>
                </p14:cNvPr>
                <p14:cNvContentPartPr/>
                <p14:nvPr/>
              </p14:nvContentPartPr>
              <p14:xfrm>
                <a:off x="5642247" y="2136393"/>
                <a:ext cx="126000" cy="150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D7B9195-6C22-F4DB-838F-3322F84CEE3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633247" y="2127393"/>
                  <a:ext cx="143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8B187E3-CFBD-0C8E-DF78-FA888EF1CD21}"/>
                    </a:ext>
                  </a:extLst>
                </p14:cNvPr>
                <p14:cNvContentPartPr/>
                <p14:nvPr/>
              </p14:nvContentPartPr>
              <p14:xfrm>
                <a:off x="5792367" y="2134953"/>
                <a:ext cx="67320" cy="200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8B187E3-CFBD-0C8E-DF78-FA888EF1CD2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83727" y="2125953"/>
                  <a:ext cx="8496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43B5DFA-5335-099E-FC6C-2C2100FCDCF5}"/>
              </a:ext>
            </a:extLst>
          </p:cNvPr>
          <p:cNvGrpSpPr/>
          <p:nvPr/>
        </p:nvGrpSpPr>
        <p:grpSpPr>
          <a:xfrm>
            <a:off x="6094767" y="2111913"/>
            <a:ext cx="347400" cy="245160"/>
            <a:chOff x="6094767" y="2111913"/>
            <a:chExt cx="347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AF0B8E4-8173-1A64-9796-B8173B73443E}"/>
                    </a:ext>
                  </a:extLst>
                </p14:cNvPr>
                <p14:cNvContentPartPr/>
                <p14:nvPr/>
              </p14:nvContentPartPr>
              <p14:xfrm>
                <a:off x="6156327" y="2117673"/>
                <a:ext cx="57240" cy="183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AF0B8E4-8173-1A64-9796-B8173B73443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147687" y="2109033"/>
                  <a:ext cx="74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F7F0371-7013-9B10-EE2E-8C50F6BBEA09}"/>
                    </a:ext>
                  </a:extLst>
                </p14:cNvPr>
                <p14:cNvContentPartPr/>
                <p14:nvPr/>
              </p14:nvContentPartPr>
              <p14:xfrm>
                <a:off x="6094767" y="2120193"/>
                <a:ext cx="138600" cy="46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F7F0371-7013-9B10-EE2E-8C50F6BBEA0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85767" y="2111553"/>
                  <a:ext cx="156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8C4366-E2C8-D702-7BAE-8CE5B9FF6B23}"/>
                    </a:ext>
                  </a:extLst>
                </p14:cNvPr>
                <p14:cNvContentPartPr/>
                <p14:nvPr/>
              </p14:nvContentPartPr>
              <p14:xfrm>
                <a:off x="6117447" y="2244033"/>
                <a:ext cx="256680" cy="113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8C4366-E2C8-D702-7BAE-8CE5B9FF6B2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08807" y="2235033"/>
                  <a:ext cx="274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76ADA87-E5E3-09A6-C5C1-93F141DD913E}"/>
                    </a:ext>
                  </a:extLst>
                </p14:cNvPr>
                <p14:cNvContentPartPr/>
                <p14:nvPr/>
              </p14:nvContentPartPr>
              <p14:xfrm>
                <a:off x="6359367" y="2111913"/>
                <a:ext cx="48240" cy="192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76ADA87-E5E3-09A6-C5C1-93F141DD913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350727" y="2103273"/>
                  <a:ext cx="65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4907EDE-F6E9-C55D-B7C4-2A687F85BFF0}"/>
                    </a:ext>
                  </a:extLst>
                </p14:cNvPr>
                <p14:cNvContentPartPr/>
                <p14:nvPr/>
              </p14:nvContentPartPr>
              <p14:xfrm>
                <a:off x="6320847" y="2175633"/>
                <a:ext cx="121320" cy="50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4907EDE-F6E9-C55D-B7C4-2A687F85BFF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12207" y="2166993"/>
                  <a:ext cx="1389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07641D6-5CC6-DA61-B741-5C2C6D1DED30}"/>
              </a:ext>
            </a:extLst>
          </p:cNvPr>
          <p:cNvGrpSpPr/>
          <p:nvPr/>
        </p:nvGrpSpPr>
        <p:grpSpPr>
          <a:xfrm>
            <a:off x="6767607" y="2080953"/>
            <a:ext cx="624600" cy="202320"/>
            <a:chOff x="6767607" y="2080953"/>
            <a:chExt cx="62460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F482FF7-1535-3816-6FB8-3755657A8EB9}"/>
                    </a:ext>
                  </a:extLst>
                </p14:cNvPr>
                <p14:cNvContentPartPr/>
                <p14:nvPr/>
              </p14:nvContentPartPr>
              <p14:xfrm>
                <a:off x="6767607" y="2173833"/>
                <a:ext cx="134280" cy="109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F482FF7-1535-3816-6FB8-3755657A8EB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758967" y="2164833"/>
                  <a:ext cx="151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B59DD35-17B8-6DE6-078A-39DC07BEE6FB}"/>
                    </a:ext>
                  </a:extLst>
                </p14:cNvPr>
                <p14:cNvContentPartPr/>
                <p14:nvPr/>
              </p14:nvContentPartPr>
              <p14:xfrm>
                <a:off x="6949767" y="2172393"/>
                <a:ext cx="78840" cy="75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B59DD35-17B8-6DE6-078A-39DC07BEE6F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941127" y="2163393"/>
                  <a:ext cx="96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E6877D2-F91F-4865-009A-73AEE0677DB4}"/>
                    </a:ext>
                  </a:extLst>
                </p14:cNvPr>
                <p14:cNvContentPartPr/>
                <p14:nvPr/>
              </p14:nvContentPartPr>
              <p14:xfrm>
                <a:off x="7019247" y="2138193"/>
                <a:ext cx="100440" cy="102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E6877D2-F91F-4865-009A-73AEE0677D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0607" y="2129193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6F045CC-DCC2-1DBD-3DEE-69ABF02533BA}"/>
                    </a:ext>
                  </a:extLst>
                </p14:cNvPr>
                <p14:cNvContentPartPr/>
                <p14:nvPr/>
              </p14:nvContentPartPr>
              <p14:xfrm>
                <a:off x="7154967" y="2080953"/>
                <a:ext cx="62640" cy="177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6F045CC-DCC2-1DBD-3DEE-69ABF02533B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146327" y="2072313"/>
                  <a:ext cx="80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41145E5-6D3F-C0F7-D4C9-3E19160F442D}"/>
                    </a:ext>
                  </a:extLst>
                </p14:cNvPr>
                <p14:cNvContentPartPr/>
                <p14:nvPr/>
              </p14:nvContentPartPr>
              <p14:xfrm>
                <a:off x="7199967" y="2146473"/>
                <a:ext cx="114480" cy="73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41145E5-6D3F-C0F7-D4C9-3E19160F442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191327" y="2137833"/>
                  <a:ext cx="132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4C31E4-08C7-79D1-D14E-3CFDB6A5FBC5}"/>
                    </a:ext>
                  </a:extLst>
                </p14:cNvPr>
                <p14:cNvContentPartPr/>
                <p14:nvPr/>
              </p14:nvContentPartPr>
              <p14:xfrm>
                <a:off x="7318407" y="2121993"/>
                <a:ext cx="73800" cy="110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4C31E4-08C7-79D1-D14E-3CFDB6A5FBC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309407" y="2113353"/>
                  <a:ext cx="914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64634CE-5A3D-9AB0-BD2E-200BF8F0CB23}"/>
              </a:ext>
            </a:extLst>
          </p:cNvPr>
          <p:cNvGrpSpPr/>
          <p:nvPr/>
        </p:nvGrpSpPr>
        <p:grpSpPr>
          <a:xfrm>
            <a:off x="7696767" y="2041713"/>
            <a:ext cx="505800" cy="221040"/>
            <a:chOff x="7696767" y="2041713"/>
            <a:chExt cx="50580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BD61A42-AC31-7603-E76C-632615A01562}"/>
                    </a:ext>
                  </a:extLst>
                </p14:cNvPr>
                <p14:cNvContentPartPr/>
                <p14:nvPr/>
              </p14:nvContentPartPr>
              <p14:xfrm>
                <a:off x="7696767" y="2111913"/>
                <a:ext cx="109080" cy="150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BD61A42-AC31-7603-E76C-632615A0156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688127" y="2102913"/>
                  <a:ext cx="126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3AFBFF0-680E-4856-F766-8DD0910A5860}"/>
                    </a:ext>
                  </a:extLst>
                </p14:cNvPr>
                <p14:cNvContentPartPr/>
                <p14:nvPr/>
              </p14:nvContentPartPr>
              <p14:xfrm>
                <a:off x="7834287" y="2041713"/>
                <a:ext cx="158760" cy="186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3AFBFF0-680E-4856-F766-8DD0910A586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825287" y="2032713"/>
                  <a:ext cx="176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497737B-F8CF-7CC0-0D5B-936F74D5B406}"/>
                    </a:ext>
                  </a:extLst>
                </p14:cNvPr>
                <p14:cNvContentPartPr/>
                <p14:nvPr/>
              </p14:nvContentPartPr>
              <p14:xfrm>
                <a:off x="8039487" y="2121993"/>
                <a:ext cx="163080" cy="100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497737B-F8CF-7CC0-0D5B-936F74D5B40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30487" y="2113353"/>
                  <a:ext cx="18072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D2BFF79-42A5-C204-3C4F-B8F4B2A3DB9C}"/>
              </a:ext>
            </a:extLst>
          </p:cNvPr>
          <p:cNvGrpSpPr/>
          <p:nvPr/>
        </p:nvGrpSpPr>
        <p:grpSpPr>
          <a:xfrm>
            <a:off x="5833407" y="4040793"/>
            <a:ext cx="321120" cy="249120"/>
            <a:chOff x="5833407" y="4040793"/>
            <a:chExt cx="32112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9530B58-5317-D9AA-95B9-71AA461A2C62}"/>
                    </a:ext>
                  </a:extLst>
                </p14:cNvPr>
                <p14:cNvContentPartPr/>
                <p14:nvPr/>
              </p14:nvContentPartPr>
              <p14:xfrm>
                <a:off x="5944647" y="4040793"/>
                <a:ext cx="35280" cy="111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9530B58-5317-D9AA-95B9-71AA461A2C6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35647" y="4032153"/>
                  <a:ext cx="5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E213351-A795-B121-A8F8-FF9E8342774C}"/>
                    </a:ext>
                  </a:extLst>
                </p14:cNvPr>
                <p14:cNvContentPartPr/>
                <p14:nvPr/>
              </p14:nvContentPartPr>
              <p14:xfrm>
                <a:off x="5889567" y="4057353"/>
                <a:ext cx="52200" cy="65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E213351-A795-B121-A8F8-FF9E834277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80567" y="4048353"/>
                  <a:ext cx="69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7FCC3A6-1446-9D5A-8A30-239F5632C5CC}"/>
                    </a:ext>
                  </a:extLst>
                </p14:cNvPr>
                <p14:cNvContentPartPr/>
                <p14:nvPr/>
              </p14:nvContentPartPr>
              <p14:xfrm>
                <a:off x="5833407" y="4181553"/>
                <a:ext cx="22248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7FCC3A6-1446-9D5A-8A30-239F5632C5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24407" y="4172553"/>
                  <a:ext cx="240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5B99061-E3AB-0ED9-9D49-EA16A59DDA44}"/>
                    </a:ext>
                  </a:extLst>
                </p14:cNvPr>
                <p14:cNvContentPartPr/>
                <p14:nvPr/>
              </p14:nvContentPartPr>
              <p14:xfrm>
                <a:off x="6049767" y="4068873"/>
                <a:ext cx="104760" cy="221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5B99061-E3AB-0ED9-9D49-EA16A59DDA4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41127" y="4060233"/>
                  <a:ext cx="12240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5B49B0D-101F-3D43-BD29-D35D6CCE8BB7}"/>
              </a:ext>
            </a:extLst>
          </p:cNvPr>
          <p:cNvGrpSpPr/>
          <p:nvPr/>
        </p:nvGrpSpPr>
        <p:grpSpPr>
          <a:xfrm>
            <a:off x="6357207" y="3995433"/>
            <a:ext cx="253440" cy="204480"/>
            <a:chOff x="6357207" y="3995433"/>
            <a:chExt cx="25344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081C6F-B42C-7EF2-D27C-CB6D41D0E6FE}"/>
                    </a:ext>
                  </a:extLst>
                </p14:cNvPr>
                <p14:cNvContentPartPr/>
                <p14:nvPr/>
              </p14:nvContentPartPr>
              <p14:xfrm>
                <a:off x="6374847" y="4079313"/>
                <a:ext cx="30240" cy="120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081C6F-B42C-7EF2-D27C-CB6D41D0E6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65847" y="4070313"/>
                  <a:ext cx="47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3F316FB-B98E-23CF-34FC-0FB11A2626D6}"/>
                    </a:ext>
                  </a:extLst>
                </p14:cNvPr>
                <p14:cNvContentPartPr/>
                <p14:nvPr/>
              </p14:nvContentPartPr>
              <p14:xfrm>
                <a:off x="6357207" y="3995433"/>
                <a:ext cx="76680" cy="8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3F316FB-B98E-23CF-34FC-0FB11A2626D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48207" y="3986433"/>
                  <a:ext cx="94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9F3D0C9-E23F-03BD-158A-BE112019695F}"/>
                    </a:ext>
                  </a:extLst>
                </p14:cNvPr>
                <p14:cNvContentPartPr/>
                <p14:nvPr/>
              </p14:nvContentPartPr>
              <p14:xfrm>
                <a:off x="6509487" y="4005513"/>
                <a:ext cx="81360" cy="164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9F3D0C9-E23F-03BD-158A-BE112019695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00487" y="3996513"/>
                  <a:ext cx="99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8C202E0-AFC9-7760-8674-54A02C5DCF7E}"/>
                    </a:ext>
                  </a:extLst>
                </p14:cNvPr>
                <p14:cNvContentPartPr/>
                <p14:nvPr/>
              </p14:nvContentPartPr>
              <p14:xfrm>
                <a:off x="6465927" y="4087593"/>
                <a:ext cx="144720" cy="52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8C202E0-AFC9-7760-8674-54A02C5DCF7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456927" y="4078953"/>
                  <a:ext cx="1623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E26C916-DC4F-BB3B-7A37-65E5FD11493E}"/>
              </a:ext>
            </a:extLst>
          </p:cNvPr>
          <p:cNvGrpSpPr/>
          <p:nvPr/>
        </p:nvGrpSpPr>
        <p:grpSpPr>
          <a:xfrm>
            <a:off x="6835287" y="3829833"/>
            <a:ext cx="510120" cy="362160"/>
            <a:chOff x="6835287" y="3829833"/>
            <a:chExt cx="51012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2FA4724-54F8-F98C-2B1A-4E8BFAE086C7}"/>
                    </a:ext>
                  </a:extLst>
                </p14:cNvPr>
                <p14:cNvContentPartPr/>
                <p14:nvPr/>
              </p14:nvContentPartPr>
              <p14:xfrm>
                <a:off x="6835287" y="3829833"/>
                <a:ext cx="169560" cy="362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2FA4724-54F8-F98C-2B1A-4E8BFAE086C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26647" y="3821193"/>
                  <a:ext cx="18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2A72C6C-64EB-B273-1859-32E5AA28BA21}"/>
                    </a:ext>
                  </a:extLst>
                </p14:cNvPr>
                <p14:cNvContentPartPr/>
                <p14:nvPr/>
              </p14:nvContentPartPr>
              <p14:xfrm>
                <a:off x="7038327" y="4080753"/>
                <a:ext cx="60840" cy="88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2A72C6C-64EB-B273-1859-32E5AA28BA2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29327" y="4071753"/>
                  <a:ext cx="78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465E6C0-6E9A-1ACA-1B6C-32FA1ED20434}"/>
                    </a:ext>
                  </a:extLst>
                </p14:cNvPr>
                <p14:cNvContentPartPr/>
                <p14:nvPr/>
              </p14:nvContentPartPr>
              <p14:xfrm>
                <a:off x="7151727" y="4062393"/>
                <a:ext cx="134280" cy="93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465E6C0-6E9A-1ACA-1B6C-32FA1ED2043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43087" y="4053393"/>
                  <a:ext cx="151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7E089CB-9553-728A-4491-0872EE065E1B}"/>
                    </a:ext>
                  </a:extLst>
                </p14:cNvPr>
                <p14:cNvContentPartPr/>
                <p14:nvPr/>
              </p14:nvContentPartPr>
              <p14:xfrm>
                <a:off x="7268007" y="4045113"/>
                <a:ext cx="77400" cy="122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7E089CB-9553-728A-4491-0872EE065E1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259367" y="4036113"/>
                  <a:ext cx="9504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CC6F3B6-10FA-D1C4-701E-442A7DF9C4A2}"/>
              </a:ext>
            </a:extLst>
          </p:cNvPr>
          <p:cNvGrpSpPr/>
          <p:nvPr/>
        </p:nvGrpSpPr>
        <p:grpSpPr>
          <a:xfrm>
            <a:off x="7613247" y="3896073"/>
            <a:ext cx="394560" cy="261360"/>
            <a:chOff x="7613247" y="3896073"/>
            <a:chExt cx="39456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36D624B-98E2-252F-7776-7363CCBB96DF}"/>
                    </a:ext>
                  </a:extLst>
                </p14:cNvPr>
                <p14:cNvContentPartPr/>
                <p14:nvPr/>
              </p14:nvContentPartPr>
              <p14:xfrm>
                <a:off x="7613247" y="4028193"/>
                <a:ext cx="269280" cy="100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36D624B-98E2-252F-7776-7363CCBB96D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04607" y="4019553"/>
                  <a:ext cx="286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D7F305A-438F-0B71-EF87-175704B68631}"/>
                    </a:ext>
                  </a:extLst>
                </p14:cNvPr>
                <p14:cNvContentPartPr/>
                <p14:nvPr/>
              </p14:nvContentPartPr>
              <p14:xfrm>
                <a:off x="7926087" y="3896073"/>
                <a:ext cx="51840" cy="261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D7F305A-438F-0B71-EF87-175704B686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917447" y="3887433"/>
                  <a:ext cx="694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4FC861A-C1FF-985C-C8C8-83D32C09547F}"/>
                    </a:ext>
                  </a:extLst>
                </p14:cNvPr>
                <p14:cNvContentPartPr/>
                <p14:nvPr/>
              </p14:nvContentPartPr>
              <p14:xfrm>
                <a:off x="7926807" y="3992913"/>
                <a:ext cx="81000" cy="38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4FC861A-C1FF-985C-C8C8-83D32C09547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17807" y="3983913"/>
                  <a:ext cx="986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7C5D16B-59B9-4A76-F3A1-9751F568860D}"/>
              </a:ext>
            </a:extLst>
          </p:cNvPr>
          <p:cNvGrpSpPr/>
          <p:nvPr/>
        </p:nvGrpSpPr>
        <p:grpSpPr>
          <a:xfrm>
            <a:off x="8305887" y="4001553"/>
            <a:ext cx="579960" cy="160920"/>
            <a:chOff x="8305887" y="4001553"/>
            <a:chExt cx="57996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74F035D-C484-74C5-4F7F-2A2A2A294C72}"/>
                    </a:ext>
                  </a:extLst>
                </p14:cNvPr>
                <p14:cNvContentPartPr/>
                <p14:nvPr/>
              </p14:nvContentPartPr>
              <p14:xfrm>
                <a:off x="8305887" y="4029993"/>
                <a:ext cx="122760" cy="132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74F035D-C484-74C5-4F7F-2A2A2A294C7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296887" y="4021353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D1724A7-C14E-6ABB-E374-9F495D40FF39}"/>
                    </a:ext>
                  </a:extLst>
                </p14:cNvPr>
                <p14:cNvContentPartPr/>
                <p14:nvPr/>
              </p14:nvContentPartPr>
              <p14:xfrm>
                <a:off x="8478687" y="4041873"/>
                <a:ext cx="88920" cy="96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D1724A7-C14E-6ABB-E374-9F495D40FF3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469687" y="4032873"/>
                  <a:ext cx="106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B56F39-958C-8006-9D28-0EA41D38E077}"/>
                    </a:ext>
                  </a:extLst>
                </p14:cNvPr>
                <p14:cNvContentPartPr/>
                <p14:nvPr/>
              </p14:nvContentPartPr>
              <p14:xfrm>
                <a:off x="8578767" y="4047273"/>
                <a:ext cx="57600" cy="87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B56F39-958C-8006-9D28-0EA41D38E07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70127" y="4038633"/>
                  <a:ext cx="75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A125767-644B-C0B7-76DD-1AB4BA61EA48}"/>
                    </a:ext>
                  </a:extLst>
                </p14:cNvPr>
                <p14:cNvContentPartPr/>
                <p14:nvPr/>
              </p14:nvContentPartPr>
              <p14:xfrm>
                <a:off x="8639967" y="4054113"/>
                <a:ext cx="32400" cy="92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A125767-644B-C0B7-76DD-1AB4BA61EA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30967" y="4045473"/>
                  <a:ext cx="50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F0810A1-E946-B073-AA20-298A55141FEA}"/>
                    </a:ext>
                  </a:extLst>
                </p14:cNvPr>
                <p14:cNvContentPartPr/>
                <p14:nvPr/>
              </p14:nvContentPartPr>
              <p14:xfrm>
                <a:off x="8682447" y="4026753"/>
                <a:ext cx="126720" cy="101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F0810A1-E946-B073-AA20-298A55141FE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673447" y="4018113"/>
                  <a:ext cx="144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1BE5100-16D3-8F01-C5E7-4A7208FF019A}"/>
                    </a:ext>
                  </a:extLst>
                </p14:cNvPr>
                <p14:cNvContentPartPr/>
                <p14:nvPr/>
              </p14:nvContentPartPr>
              <p14:xfrm>
                <a:off x="8827887" y="4001553"/>
                <a:ext cx="57960" cy="119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1BE5100-16D3-8F01-C5E7-4A7208FF019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19247" y="3992553"/>
                  <a:ext cx="756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0397655-639A-719E-040A-733387500014}"/>
              </a:ext>
            </a:extLst>
          </p:cNvPr>
          <p:cNvGrpSpPr/>
          <p:nvPr/>
        </p:nvGrpSpPr>
        <p:grpSpPr>
          <a:xfrm>
            <a:off x="9217047" y="3885273"/>
            <a:ext cx="1751760" cy="468000"/>
            <a:chOff x="9217047" y="3885273"/>
            <a:chExt cx="175176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4E25435-5452-3772-5A18-5A02725D276D}"/>
                    </a:ext>
                  </a:extLst>
                </p14:cNvPr>
                <p14:cNvContentPartPr/>
                <p14:nvPr/>
              </p14:nvContentPartPr>
              <p14:xfrm>
                <a:off x="9271407" y="3917673"/>
                <a:ext cx="48960" cy="209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4E25435-5452-3772-5A18-5A02725D276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62767" y="3909033"/>
                  <a:ext cx="66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097CDB0-D9E9-0DDE-A507-2636440D7880}"/>
                    </a:ext>
                  </a:extLst>
                </p14:cNvPr>
                <p14:cNvContentPartPr/>
                <p14:nvPr/>
              </p14:nvContentPartPr>
              <p14:xfrm>
                <a:off x="9217047" y="3983913"/>
                <a:ext cx="252000" cy="88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097CDB0-D9E9-0DDE-A507-2636440D78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08047" y="3975273"/>
                  <a:ext cx="269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09FBF38-8EEE-F86A-18BC-36FEF4F912A4}"/>
                    </a:ext>
                  </a:extLst>
                </p14:cNvPr>
                <p14:cNvContentPartPr/>
                <p14:nvPr/>
              </p14:nvContentPartPr>
              <p14:xfrm>
                <a:off x="9441687" y="3896073"/>
                <a:ext cx="292320" cy="2131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09FBF38-8EEE-F86A-18BC-36FEF4F912A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32687" y="3887433"/>
                  <a:ext cx="309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8B65834-6F69-80B2-2988-12434F359C42}"/>
                    </a:ext>
                  </a:extLst>
                </p14:cNvPr>
                <p14:cNvContentPartPr/>
                <p14:nvPr/>
              </p14:nvContentPartPr>
              <p14:xfrm>
                <a:off x="9959367" y="3935313"/>
                <a:ext cx="206640" cy="144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8B65834-6F69-80B2-2988-12434F359C4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950727" y="3926673"/>
                  <a:ext cx="224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5DD647D-6CA2-D36C-A33C-E906097FB636}"/>
                    </a:ext>
                  </a:extLst>
                </p14:cNvPr>
                <p14:cNvContentPartPr/>
                <p14:nvPr/>
              </p14:nvContentPartPr>
              <p14:xfrm>
                <a:off x="10172847" y="3961593"/>
                <a:ext cx="90000" cy="105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5DD647D-6CA2-D36C-A33C-E906097FB63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164207" y="3952593"/>
                  <a:ext cx="107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2881C92-C577-EC22-94E7-81B798E00DAD}"/>
                    </a:ext>
                  </a:extLst>
                </p14:cNvPr>
                <p14:cNvContentPartPr/>
                <p14:nvPr/>
              </p14:nvContentPartPr>
              <p14:xfrm>
                <a:off x="10295607" y="3969873"/>
                <a:ext cx="119160" cy="950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2881C92-C577-EC22-94E7-81B798E00DA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286607" y="3960873"/>
                  <a:ext cx="136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04DBE2F-F48C-393A-FBB3-9A05AECD948F}"/>
                    </a:ext>
                  </a:extLst>
                </p14:cNvPr>
                <p14:cNvContentPartPr/>
                <p14:nvPr/>
              </p14:nvContentPartPr>
              <p14:xfrm>
                <a:off x="10448607" y="3962313"/>
                <a:ext cx="113040" cy="68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04DBE2F-F48C-393A-FBB3-9A05AECD948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439607" y="3953673"/>
                  <a:ext cx="130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38E78B9-D7D9-CFC0-DFAB-32AC4CDD8200}"/>
                    </a:ext>
                  </a:extLst>
                </p14:cNvPr>
                <p14:cNvContentPartPr/>
                <p14:nvPr/>
              </p14:nvContentPartPr>
              <p14:xfrm>
                <a:off x="10587207" y="3951153"/>
                <a:ext cx="33480" cy="81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38E78B9-D7D9-CFC0-DFAB-32AC4CDD820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78567" y="3942513"/>
                  <a:ext cx="5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9DE79A2-84C5-23D3-8927-3715751AC5B8}"/>
                    </a:ext>
                  </a:extLst>
                </p14:cNvPr>
                <p14:cNvContentPartPr/>
                <p14:nvPr/>
              </p14:nvContentPartPr>
              <p14:xfrm>
                <a:off x="10620687" y="3885273"/>
                <a:ext cx="49680" cy="41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9DE79A2-84C5-23D3-8927-3715751AC5B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612047" y="3876633"/>
                  <a:ext cx="67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233D648-FA52-E994-98B0-08BE09BDEFEC}"/>
                    </a:ext>
                  </a:extLst>
                </p14:cNvPr>
                <p14:cNvContentPartPr/>
                <p14:nvPr/>
              </p14:nvContentPartPr>
              <p14:xfrm>
                <a:off x="10696287" y="3955113"/>
                <a:ext cx="98280" cy="882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233D648-FA52-E994-98B0-08BE09BDEFE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687287" y="3946113"/>
                  <a:ext cx="115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60999BD-9318-E149-AA93-50D2827DED4A}"/>
                    </a:ext>
                  </a:extLst>
                </p14:cNvPr>
                <p14:cNvContentPartPr/>
                <p14:nvPr/>
              </p14:nvContentPartPr>
              <p14:xfrm>
                <a:off x="10821567" y="3930993"/>
                <a:ext cx="147240" cy="422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60999BD-9318-E149-AA93-50D2827DED4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12567" y="3922353"/>
                  <a:ext cx="16488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B95817F6-9C48-9390-4A4A-CFA68FA98C50}"/>
              </a:ext>
            </a:extLst>
          </p:cNvPr>
          <p:cNvGrpSpPr/>
          <p:nvPr/>
        </p:nvGrpSpPr>
        <p:grpSpPr>
          <a:xfrm>
            <a:off x="7605687" y="4314033"/>
            <a:ext cx="252360" cy="404280"/>
            <a:chOff x="7605687" y="4314033"/>
            <a:chExt cx="25236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43B4E54-64CA-33D9-91E9-3BB906742A8E}"/>
                    </a:ext>
                  </a:extLst>
                </p14:cNvPr>
                <p14:cNvContentPartPr/>
                <p14:nvPr/>
              </p14:nvContentPartPr>
              <p14:xfrm>
                <a:off x="7605687" y="4314033"/>
                <a:ext cx="222840" cy="40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43B4E54-64CA-33D9-91E9-3BB906742A8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97047" y="4305033"/>
                  <a:ext cx="2404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18930FF-DE3A-DC0B-0438-01CAD6BA6D14}"/>
                    </a:ext>
                  </a:extLst>
                </p14:cNvPr>
                <p14:cNvContentPartPr/>
                <p14:nvPr/>
              </p14:nvContentPartPr>
              <p14:xfrm>
                <a:off x="7730967" y="4553433"/>
                <a:ext cx="127080" cy="65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18930FF-DE3A-DC0B-0438-01CAD6BA6D1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721967" y="4544793"/>
                  <a:ext cx="144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86B8A3E-95FD-80EC-79D9-91C305E723E1}"/>
              </a:ext>
            </a:extLst>
          </p:cNvPr>
          <p:cNvGrpSpPr/>
          <p:nvPr/>
        </p:nvGrpSpPr>
        <p:grpSpPr>
          <a:xfrm>
            <a:off x="8170527" y="4270833"/>
            <a:ext cx="634320" cy="272880"/>
            <a:chOff x="8170527" y="4270833"/>
            <a:chExt cx="63432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69F2B90-D7E7-D3F3-6C78-5E74876A8CBD}"/>
                    </a:ext>
                  </a:extLst>
                </p14:cNvPr>
                <p14:cNvContentPartPr/>
                <p14:nvPr/>
              </p14:nvContentPartPr>
              <p14:xfrm>
                <a:off x="8170527" y="4443633"/>
                <a:ext cx="151560" cy="100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69F2B90-D7E7-D3F3-6C78-5E74876A8CB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61887" y="4434633"/>
                  <a:ext cx="169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DEF7747-E950-4B46-15A4-CDE67D5712EB}"/>
                    </a:ext>
                  </a:extLst>
                </p14:cNvPr>
                <p14:cNvContentPartPr/>
                <p14:nvPr/>
              </p14:nvContentPartPr>
              <p14:xfrm>
                <a:off x="8385807" y="4434993"/>
                <a:ext cx="54000" cy="889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DEF7747-E950-4B46-15A4-CDE67D5712E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377167" y="4426353"/>
                  <a:ext cx="71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8D0524F-48C0-5962-8E0F-E9111DAC5EB8}"/>
                    </a:ext>
                  </a:extLst>
                </p14:cNvPr>
                <p14:cNvContentPartPr/>
                <p14:nvPr/>
              </p14:nvContentPartPr>
              <p14:xfrm>
                <a:off x="8427207" y="4425273"/>
                <a:ext cx="143280" cy="1101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8D0524F-48C0-5962-8E0F-E9111DAC5EB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418567" y="4416633"/>
                  <a:ext cx="160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629E173-27D9-B0F6-0E95-0BB03D9959A5}"/>
                    </a:ext>
                  </a:extLst>
                </p14:cNvPr>
                <p14:cNvContentPartPr/>
                <p14:nvPr/>
              </p14:nvContentPartPr>
              <p14:xfrm>
                <a:off x="8621607" y="4270833"/>
                <a:ext cx="105120" cy="227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629E173-27D9-B0F6-0E95-0BB03D9959A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12967" y="4261833"/>
                  <a:ext cx="122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3AD96AE-417A-550D-AE61-4F02BC1A5138}"/>
                    </a:ext>
                  </a:extLst>
                </p14:cNvPr>
                <p14:cNvContentPartPr/>
                <p14:nvPr/>
              </p14:nvContentPartPr>
              <p14:xfrm>
                <a:off x="8733207" y="4388553"/>
                <a:ext cx="71640" cy="123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3AD96AE-417A-550D-AE61-4F02BC1A513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24207" y="4379913"/>
                  <a:ext cx="892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23D5201-8511-71C8-FF2B-BB51A2ED0B9A}"/>
              </a:ext>
            </a:extLst>
          </p:cNvPr>
          <p:cNvGrpSpPr/>
          <p:nvPr/>
        </p:nvGrpSpPr>
        <p:grpSpPr>
          <a:xfrm>
            <a:off x="5992167" y="4885353"/>
            <a:ext cx="770040" cy="320760"/>
            <a:chOff x="5992167" y="4885353"/>
            <a:chExt cx="77004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1CBB793-9B0F-300E-F6C2-9D537F21EE87}"/>
                    </a:ext>
                  </a:extLst>
                </p14:cNvPr>
                <p14:cNvContentPartPr/>
                <p14:nvPr/>
              </p14:nvContentPartPr>
              <p14:xfrm>
                <a:off x="5992167" y="4931433"/>
                <a:ext cx="150120" cy="172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1CBB793-9B0F-300E-F6C2-9D537F21EE8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983167" y="4922793"/>
                  <a:ext cx="167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4FC783E-A0FE-74F8-A6E6-E4EF5F0A6222}"/>
                    </a:ext>
                  </a:extLst>
                </p14:cNvPr>
                <p14:cNvContentPartPr/>
                <p14:nvPr/>
              </p14:nvContentPartPr>
              <p14:xfrm>
                <a:off x="6155607" y="4982913"/>
                <a:ext cx="56160" cy="188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4FC783E-A0FE-74F8-A6E6-E4EF5F0A622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146607" y="4974273"/>
                  <a:ext cx="73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8322DEC-08A2-8933-C358-2B02A2502100}"/>
                    </a:ext>
                  </a:extLst>
                </p14:cNvPr>
                <p14:cNvContentPartPr/>
                <p14:nvPr/>
              </p14:nvContentPartPr>
              <p14:xfrm>
                <a:off x="6452607" y="4942233"/>
                <a:ext cx="34200" cy="162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8322DEC-08A2-8933-C358-2B02A250210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443967" y="4933233"/>
                  <a:ext cx="51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3D89E60-F7B2-851A-B64B-2D34C46948F6}"/>
                    </a:ext>
                  </a:extLst>
                </p14:cNvPr>
                <p14:cNvContentPartPr/>
                <p14:nvPr/>
              </p14:nvContentPartPr>
              <p14:xfrm>
                <a:off x="6376287" y="4918113"/>
                <a:ext cx="176760" cy="72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3D89E60-F7B2-851A-B64B-2D34C46948F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367647" y="4909473"/>
                  <a:ext cx="194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D1264BD-2833-EC1C-AA3C-7BC34B6F4365}"/>
                    </a:ext>
                  </a:extLst>
                </p14:cNvPr>
                <p14:cNvContentPartPr/>
                <p14:nvPr/>
              </p14:nvContentPartPr>
              <p14:xfrm>
                <a:off x="6422007" y="5126193"/>
                <a:ext cx="230760" cy="799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D1264BD-2833-EC1C-AA3C-7BC34B6F436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13367" y="5117553"/>
                  <a:ext cx="248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5036874-BE22-EB72-3BE8-8DBFD5BA721A}"/>
                    </a:ext>
                  </a:extLst>
                </p14:cNvPr>
                <p14:cNvContentPartPr/>
                <p14:nvPr/>
              </p14:nvContentPartPr>
              <p14:xfrm>
                <a:off x="6659607" y="4885353"/>
                <a:ext cx="88920" cy="2325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5036874-BE22-EB72-3BE8-8DBFD5BA721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650967" y="4876353"/>
                  <a:ext cx="106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C9D8A42-4214-C339-F3D1-66B43CA9A070}"/>
                    </a:ext>
                  </a:extLst>
                </p14:cNvPr>
                <p14:cNvContentPartPr/>
                <p14:nvPr/>
              </p14:nvContentPartPr>
              <p14:xfrm>
                <a:off x="6661767" y="4995873"/>
                <a:ext cx="100440" cy="54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C9D8A42-4214-C339-F3D1-66B43CA9A07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52767" y="4986873"/>
                  <a:ext cx="1180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E32445D-6CDA-60A2-CA8C-7B22A96F7045}"/>
              </a:ext>
            </a:extLst>
          </p:cNvPr>
          <p:cNvGrpSpPr/>
          <p:nvPr/>
        </p:nvGrpSpPr>
        <p:grpSpPr>
          <a:xfrm>
            <a:off x="7048767" y="4944033"/>
            <a:ext cx="652680" cy="182520"/>
            <a:chOff x="7048767" y="4944033"/>
            <a:chExt cx="65268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540D196-6B88-67EA-DF6D-745FD5A7DF2A}"/>
                    </a:ext>
                  </a:extLst>
                </p14:cNvPr>
                <p14:cNvContentPartPr/>
                <p14:nvPr/>
              </p14:nvContentPartPr>
              <p14:xfrm>
                <a:off x="7048767" y="5017113"/>
                <a:ext cx="153360" cy="109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540D196-6B88-67EA-DF6D-745FD5A7DF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039767" y="5008473"/>
                  <a:ext cx="171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8A0371B-DEBE-66A2-5448-3630A09B9EB0}"/>
                    </a:ext>
                  </a:extLst>
                </p14:cNvPr>
                <p14:cNvContentPartPr/>
                <p14:nvPr/>
              </p14:nvContentPartPr>
              <p14:xfrm>
                <a:off x="7265847" y="5018193"/>
                <a:ext cx="208080" cy="91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8A0371B-DEBE-66A2-5448-3630A09B9EB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57207" y="5009553"/>
                  <a:ext cx="225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645C822-5DCA-9E55-97B7-BE8687137507}"/>
                    </a:ext>
                  </a:extLst>
                </p14:cNvPr>
                <p14:cNvContentPartPr/>
                <p14:nvPr/>
              </p14:nvContentPartPr>
              <p14:xfrm>
                <a:off x="7469247" y="4944033"/>
                <a:ext cx="60120" cy="181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645C822-5DCA-9E55-97B7-BE868713750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60247" y="4935393"/>
                  <a:ext cx="77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38FA627-F65F-5C2D-F2C5-199680F3CBAE}"/>
                    </a:ext>
                  </a:extLst>
                </p14:cNvPr>
                <p14:cNvContentPartPr/>
                <p14:nvPr/>
              </p14:nvContentPartPr>
              <p14:xfrm>
                <a:off x="7528287" y="4997673"/>
                <a:ext cx="173160" cy="1288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38FA627-F65F-5C2D-F2C5-199680F3CBA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19647" y="4989033"/>
                  <a:ext cx="19080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F292355-381E-3B2E-8D97-8131E18302D7}"/>
              </a:ext>
            </a:extLst>
          </p:cNvPr>
          <p:cNvGrpSpPr/>
          <p:nvPr/>
        </p:nvGrpSpPr>
        <p:grpSpPr>
          <a:xfrm>
            <a:off x="8012487" y="4784193"/>
            <a:ext cx="1090080" cy="298800"/>
            <a:chOff x="8012487" y="4784193"/>
            <a:chExt cx="109008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E8808-84E7-32E7-A39B-FA43807F6908}"/>
                    </a:ext>
                  </a:extLst>
                </p14:cNvPr>
                <p14:cNvContentPartPr/>
                <p14:nvPr/>
              </p14:nvContentPartPr>
              <p14:xfrm>
                <a:off x="8165847" y="4791753"/>
                <a:ext cx="62280" cy="2912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E8808-84E7-32E7-A39B-FA43807F690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156847" y="4782753"/>
                  <a:ext cx="799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80944A3-E3B5-D047-EEAC-0A39AEEA6EEC}"/>
                    </a:ext>
                  </a:extLst>
                </p14:cNvPr>
                <p14:cNvContentPartPr/>
                <p14:nvPr/>
              </p14:nvContentPartPr>
              <p14:xfrm>
                <a:off x="8101767" y="4784193"/>
                <a:ext cx="226440" cy="78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80944A3-E3B5-D047-EEAC-0A39AEEA6EE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93127" y="4775193"/>
                  <a:ext cx="244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F6BE91F-AB08-20C0-0239-9CE1771F55B8}"/>
                    </a:ext>
                  </a:extLst>
                </p14:cNvPr>
                <p14:cNvContentPartPr/>
                <p14:nvPr/>
              </p14:nvContentPartPr>
              <p14:xfrm>
                <a:off x="8012487" y="4958073"/>
                <a:ext cx="317880" cy="80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F6BE91F-AB08-20C0-0239-9CE1771F55B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03487" y="4949073"/>
                  <a:ext cx="335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BBAD964-BAB2-3C67-023E-5828061993D3}"/>
                    </a:ext>
                  </a:extLst>
                </p14:cNvPr>
                <p14:cNvContentPartPr/>
                <p14:nvPr/>
              </p14:nvContentPartPr>
              <p14:xfrm>
                <a:off x="8375007" y="4950873"/>
                <a:ext cx="133920" cy="997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BBAD964-BAB2-3C67-023E-5828061993D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366007" y="4941873"/>
                  <a:ext cx="151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A2FA944-11C5-E242-D025-616E381E1B30}"/>
                    </a:ext>
                  </a:extLst>
                </p14:cNvPr>
                <p14:cNvContentPartPr/>
                <p14:nvPr/>
              </p14:nvContentPartPr>
              <p14:xfrm>
                <a:off x="8539887" y="4929273"/>
                <a:ext cx="75960" cy="133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A2FA944-11C5-E242-D025-616E381E1B3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531247" y="4920273"/>
                  <a:ext cx="93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814DCB4-B6B7-4132-096F-FE5EA3978FE3}"/>
                    </a:ext>
                  </a:extLst>
                </p14:cNvPr>
                <p14:cNvContentPartPr/>
                <p14:nvPr/>
              </p14:nvContentPartPr>
              <p14:xfrm>
                <a:off x="8643207" y="4864833"/>
                <a:ext cx="92520" cy="159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814DCB4-B6B7-4132-096F-FE5EA3978FE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634207" y="4856193"/>
                  <a:ext cx="110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08BC4DE-6B94-95F9-D5AB-2EED8A516E67}"/>
                    </a:ext>
                  </a:extLst>
                </p14:cNvPr>
                <p14:cNvContentPartPr/>
                <p14:nvPr/>
              </p14:nvContentPartPr>
              <p14:xfrm>
                <a:off x="8634207" y="4939353"/>
                <a:ext cx="118440" cy="39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08BC4DE-6B94-95F9-D5AB-2EED8A516E6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625207" y="4930713"/>
                  <a:ext cx="136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BE05FE6-A8E3-E399-1956-9E43428D7683}"/>
                    </a:ext>
                  </a:extLst>
                </p14:cNvPr>
                <p14:cNvContentPartPr/>
                <p14:nvPr/>
              </p14:nvContentPartPr>
              <p14:xfrm>
                <a:off x="8753007" y="4908393"/>
                <a:ext cx="87840" cy="1044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BE05FE6-A8E3-E399-1956-9E43428D768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744367" y="4899393"/>
                  <a:ext cx="105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F6FD4D2-B3EF-B923-43F1-EF08570575AD}"/>
                    </a:ext>
                  </a:extLst>
                </p14:cNvPr>
                <p14:cNvContentPartPr/>
                <p14:nvPr/>
              </p14:nvContentPartPr>
              <p14:xfrm>
                <a:off x="8873967" y="4897953"/>
                <a:ext cx="124920" cy="99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F6FD4D2-B3EF-B923-43F1-EF08570575A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865327" y="4889313"/>
                  <a:ext cx="142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590E310-E5B9-59FC-2219-2AD237B56B83}"/>
                    </a:ext>
                  </a:extLst>
                </p14:cNvPr>
                <p14:cNvContentPartPr/>
                <p14:nvPr/>
              </p14:nvContentPartPr>
              <p14:xfrm>
                <a:off x="9096447" y="4947633"/>
                <a:ext cx="6120" cy="34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590E310-E5B9-59FC-2219-2AD237B56B8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087807" y="4938993"/>
                  <a:ext cx="237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2516BBDD-3C80-A449-DAC8-1BEB2464A326}"/>
              </a:ext>
            </a:extLst>
          </p:cNvPr>
          <p:cNvGrpSpPr/>
          <p:nvPr/>
        </p:nvGrpSpPr>
        <p:grpSpPr>
          <a:xfrm>
            <a:off x="4904247" y="935073"/>
            <a:ext cx="225720" cy="286560"/>
            <a:chOff x="4904247" y="935073"/>
            <a:chExt cx="22572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14837F5-8FF7-046C-C79E-1BA837C6DEA9}"/>
                    </a:ext>
                  </a:extLst>
                </p14:cNvPr>
                <p14:cNvContentPartPr/>
                <p14:nvPr/>
              </p14:nvContentPartPr>
              <p14:xfrm>
                <a:off x="4960047" y="1030473"/>
                <a:ext cx="28800" cy="100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14837F5-8FF7-046C-C79E-1BA837C6DEA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951047" y="1021833"/>
                  <a:ext cx="46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8019F82-3602-63A1-B25F-9E3E9071ED77}"/>
                    </a:ext>
                  </a:extLst>
                </p14:cNvPr>
                <p14:cNvContentPartPr/>
                <p14:nvPr/>
              </p14:nvContentPartPr>
              <p14:xfrm>
                <a:off x="4904247" y="935073"/>
                <a:ext cx="225720" cy="286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8019F82-3602-63A1-B25F-9E3E9071ED7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895247" y="926433"/>
                  <a:ext cx="24336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A49DD6A-6E1B-8E92-9A06-41569F82FF52}"/>
              </a:ext>
            </a:extLst>
          </p:cNvPr>
          <p:cNvGrpSpPr/>
          <p:nvPr/>
        </p:nvGrpSpPr>
        <p:grpSpPr>
          <a:xfrm>
            <a:off x="5086767" y="3244113"/>
            <a:ext cx="317520" cy="372240"/>
            <a:chOff x="5086767" y="3244113"/>
            <a:chExt cx="31752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6DE1255-76FA-58AF-F08C-733A121D9889}"/>
                    </a:ext>
                  </a:extLst>
                </p14:cNvPr>
                <p14:cNvContentPartPr/>
                <p14:nvPr/>
              </p14:nvContentPartPr>
              <p14:xfrm>
                <a:off x="5160927" y="3324753"/>
                <a:ext cx="174600" cy="1490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6DE1255-76FA-58AF-F08C-733A121D988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151927" y="3315753"/>
                  <a:ext cx="192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472C0A-8A56-DE29-8534-E06D3B896462}"/>
                    </a:ext>
                  </a:extLst>
                </p14:cNvPr>
                <p14:cNvContentPartPr/>
                <p14:nvPr/>
              </p14:nvContentPartPr>
              <p14:xfrm>
                <a:off x="5086767" y="3244113"/>
                <a:ext cx="317520" cy="372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472C0A-8A56-DE29-8534-E06D3B89646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77767" y="3235113"/>
                  <a:ext cx="335160" cy="38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219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E16A09-CEE4-A252-2C06-21338C7347B3}"/>
                  </a:ext>
                </a:extLst>
              </p14:cNvPr>
              <p14:cNvContentPartPr/>
              <p14:nvPr/>
            </p14:nvContentPartPr>
            <p14:xfrm>
              <a:off x="1650699" y="204446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E16A09-CEE4-A252-2C06-21338C7347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99" y="20358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630CD1-561F-3E09-E998-623AD1132AFD}"/>
                  </a:ext>
                </a:extLst>
              </p14:cNvPr>
              <p14:cNvContentPartPr/>
              <p14:nvPr/>
            </p14:nvContentPartPr>
            <p14:xfrm>
              <a:off x="754659" y="889582"/>
              <a:ext cx="7200" cy="15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630CD1-561F-3E09-E998-623AD1132A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019" y="880582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9F14D4-8C46-FF14-B0B4-6B901F215C51}"/>
                  </a:ext>
                </a:extLst>
              </p14:cNvPr>
              <p14:cNvContentPartPr/>
              <p14:nvPr/>
            </p14:nvContentPartPr>
            <p14:xfrm>
              <a:off x="616779" y="839542"/>
              <a:ext cx="407160" cy="17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9F14D4-8C46-FF14-B0B4-6B901F215C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779" y="830542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03016B-168E-EDEA-80DC-784BF6055CEF}"/>
                  </a:ext>
                </a:extLst>
              </p14:cNvPr>
              <p14:cNvContentPartPr/>
              <p14:nvPr/>
            </p14:nvContentPartPr>
            <p14:xfrm>
              <a:off x="1028619" y="911182"/>
              <a:ext cx="50040" cy="8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03016B-168E-EDEA-80DC-784BF6055C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9619" y="902182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0E1929-57C5-67D1-8EA4-7562099890F0}"/>
                  </a:ext>
                </a:extLst>
              </p14:cNvPr>
              <p14:cNvContentPartPr/>
              <p14:nvPr/>
            </p14:nvContentPartPr>
            <p14:xfrm>
              <a:off x="1099899" y="951862"/>
              <a:ext cx="28080" cy="5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0E1929-57C5-67D1-8EA4-7562099890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0899" y="942862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3C49CE-A7BF-72A8-6743-F314675BF975}"/>
                  </a:ext>
                </a:extLst>
              </p14:cNvPr>
              <p14:cNvContentPartPr/>
              <p14:nvPr/>
            </p14:nvContentPartPr>
            <p14:xfrm>
              <a:off x="1126179" y="908662"/>
              <a:ext cx="7200" cy="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3C49CE-A7BF-72A8-6743-F314675BF9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7179" y="899662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877283-EB05-BE5F-BA96-28816D823CAB}"/>
                  </a:ext>
                </a:extLst>
              </p14:cNvPr>
              <p14:cNvContentPartPr/>
              <p14:nvPr/>
            </p14:nvContentPartPr>
            <p14:xfrm>
              <a:off x="1150659" y="892822"/>
              <a:ext cx="268920" cy="9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877283-EB05-BE5F-BA96-28816D823C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1659" y="884182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B534D6-D20A-13F4-0793-2C850CEA61CC}"/>
                  </a:ext>
                </a:extLst>
              </p14:cNvPr>
              <p14:cNvContentPartPr/>
              <p14:nvPr/>
            </p14:nvContentPartPr>
            <p14:xfrm>
              <a:off x="563499" y="1065262"/>
              <a:ext cx="1058760" cy="4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B534D6-D20A-13F4-0793-2C850CEA61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499" y="1056262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9854969-C82D-CCDD-B5E1-70AF84054A09}"/>
                  </a:ext>
                </a:extLst>
              </p14:cNvPr>
              <p14:cNvContentPartPr/>
              <p14:nvPr/>
            </p14:nvContentPartPr>
            <p14:xfrm>
              <a:off x="571059" y="1369462"/>
              <a:ext cx="311400" cy="19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9854969-C82D-CCDD-B5E1-70AF84054A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2059" y="1360822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1F0FC8E-63F3-B9CF-9226-4FB4D724F3E7}"/>
                  </a:ext>
                </a:extLst>
              </p14:cNvPr>
              <p14:cNvContentPartPr/>
              <p14:nvPr/>
            </p14:nvContentPartPr>
            <p14:xfrm>
              <a:off x="844659" y="1469182"/>
              <a:ext cx="207720" cy="86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1F0FC8E-63F3-B9CF-9226-4FB4D724F3E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6019" y="1460182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A1EA61-377E-5F19-1993-23A4A10F99F8}"/>
                  </a:ext>
                </a:extLst>
              </p14:cNvPr>
              <p14:cNvContentPartPr/>
              <p14:nvPr/>
            </p14:nvContentPartPr>
            <p14:xfrm>
              <a:off x="1918899" y="1469542"/>
              <a:ext cx="7560" cy="181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A1EA61-377E-5F19-1993-23A4A10F99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09899" y="1460542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F6E0E9-D215-FC3F-913B-87B2C626D386}"/>
                  </a:ext>
                </a:extLst>
              </p14:cNvPr>
              <p14:cNvContentPartPr/>
              <p14:nvPr/>
            </p14:nvContentPartPr>
            <p14:xfrm>
              <a:off x="1913499" y="1476022"/>
              <a:ext cx="64800" cy="81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F6E0E9-D215-FC3F-913B-87B2C626D38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04859" y="1467382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D7C7282-BEFB-FA23-2224-2403DA706F0B}"/>
                  </a:ext>
                </a:extLst>
              </p14:cNvPr>
              <p14:cNvContentPartPr/>
              <p14:nvPr/>
            </p14:nvContentPartPr>
            <p14:xfrm>
              <a:off x="2007819" y="1389262"/>
              <a:ext cx="65160" cy="16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D7C7282-BEFB-FA23-2224-2403DA706F0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98819" y="1380262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4B163BB-24BF-8569-1F03-73C002A0197A}"/>
                  </a:ext>
                </a:extLst>
              </p14:cNvPr>
              <p14:cNvContentPartPr/>
              <p14:nvPr/>
            </p14:nvContentPartPr>
            <p14:xfrm>
              <a:off x="2088819" y="1461262"/>
              <a:ext cx="162000" cy="74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4B163BB-24BF-8569-1F03-73C002A019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80179" y="1452262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22D9BB-2CE6-7DA9-F622-B46E3A3F6498}"/>
                  </a:ext>
                </a:extLst>
              </p14:cNvPr>
              <p14:cNvContentPartPr/>
              <p14:nvPr/>
            </p14:nvContentPartPr>
            <p14:xfrm>
              <a:off x="2243259" y="1427422"/>
              <a:ext cx="305640" cy="99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22D9BB-2CE6-7DA9-F622-B46E3A3F649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34259" y="1418422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52E198-5B54-A12A-9034-3DADE38341A0}"/>
                  </a:ext>
                </a:extLst>
              </p14:cNvPr>
              <p14:cNvContentPartPr/>
              <p14:nvPr/>
            </p14:nvContentPartPr>
            <p14:xfrm>
              <a:off x="3213099" y="1477462"/>
              <a:ext cx="117360" cy="5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52E198-5B54-A12A-9034-3DADE38341A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04099" y="1468822"/>
                <a:ext cx="135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955EAE-BE50-EC41-B97B-CB8BA70078E5}"/>
                  </a:ext>
                </a:extLst>
              </p14:cNvPr>
              <p14:cNvContentPartPr/>
              <p14:nvPr/>
            </p14:nvContentPartPr>
            <p14:xfrm>
              <a:off x="3369339" y="1437502"/>
              <a:ext cx="88200" cy="93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955EAE-BE50-EC41-B97B-CB8BA70078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60339" y="1428502"/>
                <a:ext cx="105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E165FEE-3D8A-A88B-2506-11B291E4A925}"/>
                  </a:ext>
                </a:extLst>
              </p14:cNvPr>
              <p14:cNvContentPartPr/>
              <p14:nvPr/>
            </p14:nvContentPartPr>
            <p14:xfrm>
              <a:off x="3474459" y="1429582"/>
              <a:ext cx="111240" cy="92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E165FEE-3D8A-A88B-2506-11B291E4A92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65819" y="1420942"/>
                <a:ext cx="128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EB9A7ED-0B63-320B-AEDC-04827278BB52}"/>
                  </a:ext>
                </a:extLst>
              </p14:cNvPr>
              <p14:cNvContentPartPr/>
              <p14:nvPr/>
            </p14:nvContentPartPr>
            <p14:xfrm>
              <a:off x="578979" y="1888942"/>
              <a:ext cx="169200" cy="178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EB9A7ED-0B63-320B-AEDC-04827278BB5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69979" y="1879942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B76085-B11E-2F80-5C14-81A7D5F56860}"/>
                  </a:ext>
                </a:extLst>
              </p14:cNvPr>
              <p14:cNvContentPartPr/>
              <p14:nvPr/>
            </p14:nvContentPartPr>
            <p14:xfrm>
              <a:off x="773019" y="1984702"/>
              <a:ext cx="69120" cy="69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B76085-B11E-2F80-5C14-81A7D5F5686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379" y="1975702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56EE82A-67AA-6E60-4259-DEC1909FDD66}"/>
                  </a:ext>
                </a:extLst>
              </p14:cNvPr>
              <p14:cNvContentPartPr/>
              <p14:nvPr/>
            </p14:nvContentPartPr>
            <p14:xfrm>
              <a:off x="827739" y="1969942"/>
              <a:ext cx="169560" cy="110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56EE82A-67AA-6E60-4259-DEC1909FDD6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19099" y="1960942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CCA619C-02D5-6751-5CF8-41E268144165}"/>
                  </a:ext>
                </a:extLst>
              </p14:cNvPr>
              <p14:cNvContentPartPr/>
              <p14:nvPr/>
            </p14:nvContentPartPr>
            <p14:xfrm>
              <a:off x="1273059" y="1859782"/>
              <a:ext cx="70920" cy="286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CCA619C-02D5-6751-5CF8-41E26814416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64419" y="1851142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0673D1-E6E6-DC3C-93B0-F31F70905B1C}"/>
                  </a:ext>
                </a:extLst>
              </p14:cNvPr>
              <p14:cNvContentPartPr/>
              <p14:nvPr/>
            </p14:nvContentPartPr>
            <p14:xfrm>
              <a:off x="1212579" y="1979302"/>
              <a:ext cx="357480" cy="95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20673D1-E6E6-DC3C-93B0-F31F70905B1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03579" y="1970662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A346282-86D9-3227-78CA-1BB4528E5997}"/>
                  </a:ext>
                </a:extLst>
              </p14:cNvPr>
              <p14:cNvContentPartPr/>
              <p14:nvPr/>
            </p14:nvContentPartPr>
            <p14:xfrm>
              <a:off x="1617579" y="1805782"/>
              <a:ext cx="114480" cy="354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A346282-86D9-3227-78CA-1BB4528E59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08939" y="1797142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4860B66-4927-CE91-6D72-14A5E67F784A}"/>
                  </a:ext>
                </a:extLst>
              </p14:cNvPr>
              <p14:cNvContentPartPr/>
              <p14:nvPr/>
            </p14:nvContentPartPr>
            <p14:xfrm>
              <a:off x="3269619" y="2001262"/>
              <a:ext cx="113400" cy="13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4860B66-4927-CE91-6D72-14A5E67F784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60979" y="1992622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03C374A-5459-2A41-0995-70462F6FA4B3}"/>
                  </a:ext>
                </a:extLst>
              </p14:cNvPr>
              <p14:cNvContentPartPr/>
              <p14:nvPr/>
            </p14:nvContentPartPr>
            <p14:xfrm>
              <a:off x="3306699" y="1967782"/>
              <a:ext cx="24120" cy="115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03C374A-5459-2A41-0995-70462F6FA4B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98059" y="1959142"/>
                <a:ext cx="417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3F6BF39-5ECF-BEE5-6588-B6AE65C23E30}"/>
                  </a:ext>
                </a:extLst>
              </p14:cNvPr>
              <p14:cNvContentPartPr/>
              <p14:nvPr/>
            </p14:nvContentPartPr>
            <p14:xfrm>
              <a:off x="3396339" y="1972462"/>
              <a:ext cx="7884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3F6BF39-5ECF-BEE5-6588-B6AE65C23E3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87699" y="1963462"/>
                <a:ext cx="964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319203B-6868-005C-0B4C-018D8660DD20}"/>
                  </a:ext>
                </a:extLst>
              </p14:cNvPr>
              <p14:cNvContentPartPr/>
              <p14:nvPr/>
            </p14:nvContentPartPr>
            <p14:xfrm>
              <a:off x="3456459" y="1958062"/>
              <a:ext cx="51840" cy="1152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319203B-6868-005C-0B4C-018D8660DD2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47819" y="1949422"/>
                <a:ext cx="6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C4238C7-AF18-C40E-5AFC-BE8591291FBC}"/>
                  </a:ext>
                </a:extLst>
              </p14:cNvPr>
              <p14:cNvContentPartPr/>
              <p14:nvPr/>
            </p14:nvContentPartPr>
            <p14:xfrm>
              <a:off x="3524139" y="1978582"/>
              <a:ext cx="160560" cy="88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C4238C7-AF18-C40E-5AFC-BE8591291FB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515499" y="1969582"/>
                <a:ext cx="178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A912E05-16F5-11BB-EB05-E6350D6AF87C}"/>
                  </a:ext>
                </a:extLst>
              </p14:cNvPr>
              <p14:cNvContentPartPr/>
              <p14:nvPr/>
            </p14:nvContentPartPr>
            <p14:xfrm>
              <a:off x="628659" y="2481862"/>
              <a:ext cx="200880" cy="172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A912E05-16F5-11BB-EB05-E6350D6AF87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9659" y="2472862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E2609AD-F32D-ADD2-A685-4A3D38B33048}"/>
                  </a:ext>
                </a:extLst>
              </p14:cNvPr>
              <p14:cNvContentPartPr/>
              <p14:nvPr/>
            </p14:nvContentPartPr>
            <p14:xfrm>
              <a:off x="777699" y="2513182"/>
              <a:ext cx="66600" cy="39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E2609AD-F32D-ADD2-A685-4A3D38B3304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8699" y="2504542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57182FC-78B0-450C-09EE-F60F6C5D3F63}"/>
                  </a:ext>
                </a:extLst>
              </p14:cNvPr>
              <p14:cNvContentPartPr/>
              <p14:nvPr/>
            </p14:nvContentPartPr>
            <p14:xfrm>
              <a:off x="889299" y="2498422"/>
              <a:ext cx="12240" cy="181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57182FC-78B0-450C-09EE-F60F6C5D3F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80659" y="2489782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E6B5F21-1CCC-8905-21E1-09950EAD4DAB}"/>
                  </a:ext>
                </a:extLst>
              </p14:cNvPr>
              <p14:cNvContentPartPr/>
              <p14:nvPr/>
            </p14:nvContentPartPr>
            <p14:xfrm>
              <a:off x="872739" y="2565742"/>
              <a:ext cx="244440" cy="93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E6B5F21-1CCC-8905-21E1-09950EAD4DA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3739" y="2557102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0552F1B-73D4-1F2E-4738-E0A7FB6A190D}"/>
                  </a:ext>
                </a:extLst>
              </p14:cNvPr>
              <p14:cNvContentPartPr/>
              <p14:nvPr/>
            </p14:nvContentPartPr>
            <p14:xfrm>
              <a:off x="3329019" y="2502382"/>
              <a:ext cx="84600" cy="20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0552F1B-73D4-1F2E-4738-E0A7FB6A190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20019" y="2493742"/>
                <a:ext cx="1022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02D45A2-BE00-2D74-2632-3C74A12ACDB7}"/>
                  </a:ext>
                </a:extLst>
              </p14:cNvPr>
              <p14:cNvContentPartPr/>
              <p14:nvPr/>
            </p14:nvContentPartPr>
            <p14:xfrm>
              <a:off x="3352059" y="2454502"/>
              <a:ext cx="40680" cy="139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02D45A2-BE00-2D74-2632-3C74A12ACDB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43059" y="2445502"/>
                <a:ext cx="58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E5E0516-5BCD-13AE-5F6E-251B9D1A70CC}"/>
                  </a:ext>
                </a:extLst>
              </p14:cNvPr>
              <p14:cNvContentPartPr/>
              <p14:nvPr/>
            </p14:nvContentPartPr>
            <p14:xfrm>
              <a:off x="3471939" y="2481862"/>
              <a:ext cx="291600" cy="101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E5E0516-5BCD-13AE-5F6E-251B9D1A70C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62939" y="2472862"/>
                <a:ext cx="309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5C5DEA1-F190-BB8A-A480-46245BCD6EE2}"/>
                  </a:ext>
                </a:extLst>
              </p14:cNvPr>
              <p14:cNvContentPartPr/>
              <p14:nvPr/>
            </p14:nvContentPartPr>
            <p14:xfrm>
              <a:off x="708579" y="3066502"/>
              <a:ext cx="32760" cy="173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5C5DEA1-F190-BB8A-A480-46245BCD6EE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9939" y="3057502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33E6C33-61AA-6E70-7982-93F5DAB4DA77}"/>
                  </a:ext>
                </a:extLst>
              </p14:cNvPr>
              <p14:cNvContentPartPr/>
              <p14:nvPr/>
            </p14:nvContentPartPr>
            <p14:xfrm>
              <a:off x="698859" y="3079462"/>
              <a:ext cx="120240" cy="92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33E6C33-61AA-6E70-7982-93F5DAB4DA7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89859" y="3070462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315C4D4-378C-675C-D619-08DD8664637F}"/>
                  </a:ext>
                </a:extLst>
              </p14:cNvPr>
              <p14:cNvContentPartPr/>
              <p14:nvPr/>
            </p14:nvContentPartPr>
            <p14:xfrm>
              <a:off x="843219" y="2963182"/>
              <a:ext cx="157320" cy="211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315C4D4-378C-675C-D619-08DD8664637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4579" y="2954182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0687797-D016-813E-8A2F-633D164013FE}"/>
                  </a:ext>
                </a:extLst>
              </p14:cNvPr>
              <p14:cNvContentPartPr/>
              <p14:nvPr/>
            </p14:nvContentPartPr>
            <p14:xfrm>
              <a:off x="976779" y="3091702"/>
              <a:ext cx="204480" cy="72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0687797-D016-813E-8A2F-633D164013F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68139" y="3083062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5A19F81-DE10-0491-1E49-93E01370F769}"/>
                  </a:ext>
                </a:extLst>
              </p14:cNvPr>
              <p14:cNvContentPartPr/>
              <p14:nvPr/>
            </p14:nvContentPartPr>
            <p14:xfrm>
              <a:off x="2364579" y="3062902"/>
              <a:ext cx="355680" cy="251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5A19F81-DE10-0491-1E49-93E01370F76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55939" y="3053902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3D01456-1161-FCF2-B8AB-165E2480F23A}"/>
                  </a:ext>
                </a:extLst>
              </p14:cNvPr>
              <p14:cNvContentPartPr/>
              <p14:nvPr/>
            </p14:nvContentPartPr>
            <p14:xfrm>
              <a:off x="2740779" y="2908102"/>
              <a:ext cx="104400" cy="3816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3D01456-1161-FCF2-B8AB-165E2480F23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32139" y="2899102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827D0B8-E43F-61CF-7C61-1C34ACC37E9C}"/>
                  </a:ext>
                </a:extLst>
              </p14:cNvPr>
              <p14:cNvContentPartPr/>
              <p14:nvPr/>
            </p14:nvContentPartPr>
            <p14:xfrm>
              <a:off x="3335139" y="3070822"/>
              <a:ext cx="88560" cy="12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827D0B8-E43F-61CF-7C61-1C34ACC37E9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26139" y="3062182"/>
                <a:ext cx="1062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E88D7E8-0A72-850A-EF80-5EA335609D5B}"/>
                  </a:ext>
                </a:extLst>
              </p14:cNvPr>
              <p14:cNvContentPartPr/>
              <p14:nvPr/>
            </p14:nvContentPartPr>
            <p14:xfrm>
              <a:off x="3462939" y="3003142"/>
              <a:ext cx="255240" cy="101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E88D7E8-0A72-850A-EF80-5EA335609D5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53939" y="2994502"/>
                <a:ext cx="272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2DF5527-ADE9-224F-AF99-D0188B1D0385}"/>
                  </a:ext>
                </a:extLst>
              </p14:cNvPr>
              <p14:cNvContentPartPr/>
              <p14:nvPr/>
            </p14:nvContentPartPr>
            <p14:xfrm>
              <a:off x="3271419" y="914422"/>
              <a:ext cx="137880" cy="200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2DF5527-ADE9-224F-AF99-D0188B1D038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262419" y="905782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7B8E682-94DA-2F85-3DC1-7600C7E27697}"/>
                  </a:ext>
                </a:extLst>
              </p14:cNvPr>
              <p14:cNvContentPartPr/>
              <p14:nvPr/>
            </p14:nvContentPartPr>
            <p14:xfrm>
              <a:off x="3013659" y="1161382"/>
              <a:ext cx="691560" cy="306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7B8E682-94DA-2F85-3DC1-7600C7E276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04659" y="1152742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9BBEA81-A38F-D51F-E835-E2FCBA49A13D}"/>
                  </a:ext>
                </a:extLst>
              </p14:cNvPr>
              <p14:cNvContentPartPr/>
              <p14:nvPr/>
            </p14:nvContentPartPr>
            <p14:xfrm>
              <a:off x="1891539" y="2447662"/>
              <a:ext cx="234720" cy="183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9BBEA81-A38F-D51F-E835-E2FCBA49A13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82899" y="2439022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299B73D-E649-0D9D-5DFC-5447B0AFAF4F}"/>
                  </a:ext>
                </a:extLst>
              </p14:cNvPr>
              <p14:cNvContentPartPr/>
              <p14:nvPr/>
            </p14:nvContentPartPr>
            <p14:xfrm>
              <a:off x="2165499" y="2495542"/>
              <a:ext cx="52200" cy="105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299B73D-E649-0D9D-5DFC-5447B0AFAF4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56499" y="2486902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C20E2E5-4218-BAA2-763B-FA569978A913}"/>
                  </a:ext>
                </a:extLst>
              </p14:cNvPr>
              <p14:cNvContentPartPr/>
              <p14:nvPr/>
            </p14:nvContentPartPr>
            <p14:xfrm>
              <a:off x="2167659" y="2526142"/>
              <a:ext cx="75240" cy="154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C20E2E5-4218-BAA2-763B-FA569978A91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58659" y="2517142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B76CED0-EC00-6400-82AD-1BE0312934F5}"/>
                  </a:ext>
                </a:extLst>
              </p14:cNvPr>
              <p14:cNvContentPartPr/>
              <p14:nvPr/>
            </p14:nvContentPartPr>
            <p14:xfrm>
              <a:off x="2243979" y="2507422"/>
              <a:ext cx="110520" cy="91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B76CED0-EC00-6400-82AD-1BE0312934F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235339" y="2498422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E00A304-7D1E-C545-1B29-605698F2A0A3}"/>
                  </a:ext>
                </a:extLst>
              </p14:cNvPr>
              <p14:cNvContentPartPr/>
              <p14:nvPr/>
            </p14:nvContentPartPr>
            <p14:xfrm>
              <a:off x="2371419" y="2470702"/>
              <a:ext cx="34560" cy="2145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E00A304-7D1E-C545-1B29-605698F2A0A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62779" y="2461702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0398B6A-F44A-E57C-02E2-63A0A5A20769}"/>
                  </a:ext>
                </a:extLst>
              </p14:cNvPr>
              <p14:cNvContentPartPr/>
              <p14:nvPr/>
            </p14:nvContentPartPr>
            <p14:xfrm>
              <a:off x="5806767" y="2220993"/>
              <a:ext cx="19080" cy="1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0398B6A-F44A-E57C-02E2-63A0A5A2076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97767" y="2211993"/>
                <a:ext cx="367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057C9A9-FABE-69FA-C6CB-F2BB19FD5161}"/>
                  </a:ext>
                </a:extLst>
              </p14:cNvPr>
              <p14:cNvContentPartPr/>
              <p14:nvPr/>
            </p14:nvContentPartPr>
            <p14:xfrm>
              <a:off x="8370153" y="3727975"/>
              <a:ext cx="360" cy="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057C9A9-FABE-69FA-C6CB-F2BB19FD51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1153" y="37193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D6452D5-D5F9-BDA9-5787-2E502B486A04}"/>
                  </a:ext>
                </a:extLst>
              </p14:cNvPr>
              <p14:cNvContentPartPr/>
              <p14:nvPr/>
            </p14:nvContentPartPr>
            <p14:xfrm>
              <a:off x="7474113" y="2573095"/>
              <a:ext cx="7200" cy="153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D6452D5-D5F9-BDA9-5787-2E502B486A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5473" y="2564095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31B0841-7645-0609-7820-FD04C5B16BF4}"/>
                  </a:ext>
                </a:extLst>
              </p14:cNvPr>
              <p14:cNvContentPartPr/>
              <p14:nvPr/>
            </p14:nvContentPartPr>
            <p14:xfrm>
              <a:off x="7336233" y="2523055"/>
              <a:ext cx="407160" cy="171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31B0841-7645-0609-7820-FD04C5B16B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27233" y="2514055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28C29F9-614E-749E-315D-BF33B7EE744F}"/>
                  </a:ext>
                </a:extLst>
              </p14:cNvPr>
              <p14:cNvContentPartPr/>
              <p14:nvPr/>
            </p14:nvContentPartPr>
            <p14:xfrm>
              <a:off x="7748073" y="2594695"/>
              <a:ext cx="50040" cy="802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28C29F9-614E-749E-315D-BF33B7EE74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39073" y="2585695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C439E8B-2163-E797-26F0-EA92F2C7DC69}"/>
                  </a:ext>
                </a:extLst>
              </p14:cNvPr>
              <p14:cNvContentPartPr/>
              <p14:nvPr/>
            </p14:nvContentPartPr>
            <p14:xfrm>
              <a:off x="7819353" y="2635375"/>
              <a:ext cx="28080" cy="568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C439E8B-2163-E797-26F0-EA92F2C7DC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10353" y="2626375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3D9626F-402F-04CB-1D00-C3579F83524E}"/>
                  </a:ext>
                </a:extLst>
              </p14:cNvPr>
              <p14:cNvContentPartPr/>
              <p14:nvPr/>
            </p14:nvContentPartPr>
            <p14:xfrm>
              <a:off x="7845633" y="2592175"/>
              <a:ext cx="7200" cy="4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3D9626F-402F-04CB-1D00-C3579F83524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36633" y="2583175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342443D-FA32-77D9-6098-8B28146F5D94}"/>
                  </a:ext>
                </a:extLst>
              </p14:cNvPr>
              <p14:cNvContentPartPr/>
              <p14:nvPr/>
            </p14:nvContentPartPr>
            <p14:xfrm>
              <a:off x="7870113" y="2576335"/>
              <a:ext cx="268920" cy="95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342443D-FA32-77D9-6098-8B28146F5D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61113" y="2567695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8B4F0BF-DBAD-6D9D-357A-E40F2E916849}"/>
                  </a:ext>
                </a:extLst>
              </p14:cNvPr>
              <p14:cNvContentPartPr/>
              <p14:nvPr/>
            </p14:nvContentPartPr>
            <p14:xfrm>
              <a:off x="7282953" y="2748775"/>
              <a:ext cx="1058760" cy="424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8B4F0BF-DBAD-6D9D-357A-E40F2E9168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73953" y="2739775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BB633E2-CB4E-6B5D-9D26-803E251D1097}"/>
                  </a:ext>
                </a:extLst>
              </p14:cNvPr>
              <p14:cNvContentPartPr/>
              <p14:nvPr/>
            </p14:nvContentPartPr>
            <p14:xfrm>
              <a:off x="7290513" y="3052975"/>
              <a:ext cx="311400" cy="198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BB633E2-CB4E-6B5D-9D26-803E251D10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81513" y="3044335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3BAF953-8005-B541-FCF7-36325900D7FD}"/>
                  </a:ext>
                </a:extLst>
              </p14:cNvPr>
              <p14:cNvContentPartPr/>
              <p14:nvPr/>
            </p14:nvContentPartPr>
            <p14:xfrm>
              <a:off x="7564113" y="3152695"/>
              <a:ext cx="207720" cy="860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3BAF953-8005-B541-FCF7-36325900D7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55473" y="3143695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67198B8-B75D-35FB-8128-8DBD1E4E744A}"/>
                  </a:ext>
                </a:extLst>
              </p14:cNvPr>
              <p14:cNvContentPartPr/>
              <p14:nvPr/>
            </p14:nvContentPartPr>
            <p14:xfrm>
              <a:off x="8638353" y="3153055"/>
              <a:ext cx="7560" cy="181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67198B8-B75D-35FB-8128-8DBD1E4E74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29353" y="3144055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9966B9A-4F51-B21A-2B18-628C2B1FAA4E}"/>
                  </a:ext>
                </a:extLst>
              </p14:cNvPr>
              <p14:cNvContentPartPr/>
              <p14:nvPr/>
            </p14:nvContentPartPr>
            <p14:xfrm>
              <a:off x="8632953" y="3159535"/>
              <a:ext cx="64800" cy="81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9966B9A-4F51-B21A-2B18-628C2B1FAA4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24313" y="3150895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16FFFA2-04E0-628D-89BA-A27BCA1BEE94}"/>
                  </a:ext>
                </a:extLst>
              </p14:cNvPr>
              <p14:cNvContentPartPr/>
              <p14:nvPr/>
            </p14:nvContentPartPr>
            <p14:xfrm>
              <a:off x="8727273" y="3072775"/>
              <a:ext cx="65160" cy="160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16FFFA2-04E0-628D-89BA-A27BCA1BEE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18273" y="3063775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ACE571C-BEC3-FC04-67ED-74F9184BB29E}"/>
                  </a:ext>
                </a:extLst>
              </p14:cNvPr>
              <p14:cNvContentPartPr/>
              <p14:nvPr/>
            </p14:nvContentPartPr>
            <p14:xfrm>
              <a:off x="8808273" y="3144775"/>
              <a:ext cx="162000" cy="748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ACE571C-BEC3-FC04-67ED-74F9184BB2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99633" y="3135775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23B7129-06A3-FDDB-BDA2-2D273D4A5B54}"/>
                  </a:ext>
                </a:extLst>
              </p14:cNvPr>
              <p14:cNvContentPartPr/>
              <p14:nvPr/>
            </p14:nvContentPartPr>
            <p14:xfrm>
              <a:off x="8962713" y="3110935"/>
              <a:ext cx="305640" cy="990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23B7129-06A3-FDDB-BDA2-2D273D4A5B5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53713" y="3101935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BF37085-D0A6-F95C-6617-697B5F1C9686}"/>
                  </a:ext>
                </a:extLst>
              </p14:cNvPr>
              <p14:cNvContentPartPr/>
              <p14:nvPr/>
            </p14:nvContentPartPr>
            <p14:xfrm>
              <a:off x="7298433" y="3572455"/>
              <a:ext cx="169200" cy="1782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BF37085-D0A6-F95C-6617-697B5F1C968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89433" y="3563455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CB69614-664D-81FE-28EB-FE4899416AAB}"/>
                  </a:ext>
                </a:extLst>
              </p14:cNvPr>
              <p14:cNvContentPartPr/>
              <p14:nvPr/>
            </p14:nvContentPartPr>
            <p14:xfrm>
              <a:off x="7492473" y="3668215"/>
              <a:ext cx="69120" cy="694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CB69614-664D-81FE-28EB-FE4899416A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83833" y="3659215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9A8B1C7-F9CF-1393-5324-5EC7B3113D34}"/>
                  </a:ext>
                </a:extLst>
              </p14:cNvPr>
              <p14:cNvContentPartPr/>
              <p14:nvPr/>
            </p14:nvContentPartPr>
            <p14:xfrm>
              <a:off x="7547193" y="3653455"/>
              <a:ext cx="169560" cy="110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9A8B1C7-F9CF-1393-5324-5EC7B3113D3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538553" y="3644455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27082ED-FE81-11D9-91D5-FB52FD848A0C}"/>
                  </a:ext>
                </a:extLst>
              </p14:cNvPr>
              <p14:cNvContentPartPr/>
              <p14:nvPr/>
            </p14:nvContentPartPr>
            <p14:xfrm>
              <a:off x="7992513" y="3543295"/>
              <a:ext cx="70920" cy="286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27082ED-FE81-11D9-91D5-FB52FD848A0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83873" y="3534655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04F2E0D-37AD-CBDA-B789-C54B131540DC}"/>
                  </a:ext>
                </a:extLst>
              </p14:cNvPr>
              <p14:cNvContentPartPr/>
              <p14:nvPr/>
            </p14:nvContentPartPr>
            <p14:xfrm>
              <a:off x="7932033" y="3662815"/>
              <a:ext cx="357480" cy="957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04F2E0D-37AD-CBDA-B789-C54B131540D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23033" y="3654175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4C18957-4412-67B1-574D-972D46E0DB19}"/>
                  </a:ext>
                </a:extLst>
              </p14:cNvPr>
              <p14:cNvContentPartPr/>
              <p14:nvPr/>
            </p14:nvContentPartPr>
            <p14:xfrm>
              <a:off x="8337033" y="3489295"/>
              <a:ext cx="114480" cy="354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4C18957-4412-67B1-574D-972D46E0DB1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28393" y="3480655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DAD6813-854E-B268-C0D7-8E992F75A60A}"/>
                  </a:ext>
                </a:extLst>
              </p14:cNvPr>
              <p14:cNvContentPartPr/>
              <p14:nvPr/>
            </p14:nvContentPartPr>
            <p14:xfrm>
              <a:off x="7348113" y="4165375"/>
              <a:ext cx="200880" cy="1728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DAD6813-854E-B268-C0D7-8E992F75A60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39113" y="4156375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AECC647-6C1B-1EA8-BC73-251B25789ABF}"/>
                  </a:ext>
                </a:extLst>
              </p14:cNvPr>
              <p14:cNvContentPartPr/>
              <p14:nvPr/>
            </p14:nvContentPartPr>
            <p14:xfrm>
              <a:off x="7497153" y="4196695"/>
              <a:ext cx="66600" cy="392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AECC647-6C1B-1EA8-BC73-251B25789AB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88153" y="4188055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600A542-9B0A-5E43-4EBA-BC788DF1D65A}"/>
                  </a:ext>
                </a:extLst>
              </p14:cNvPr>
              <p14:cNvContentPartPr/>
              <p14:nvPr/>
            </p14:nvContentPartPr>
            <p14:xfrm>
              <a:off x="7608753" y="4181935"/>
              <a:ext cx="12240" cy="181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600A542-9B0A-5E43-4EBA-BC788DF1D65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00113" y="4173295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72B7803-92EA-B1A7-2FC2-97B596631329}"/>
                  </a:ext>
                </a:extLst>
              </p14:cNvPr>
              <p14:cNvContentPartPr/>
              <p14:nvPr/>
            </p14:nvContentPartPr>
            <p14:xfrm>
              <a:off x="7592193" y="4249255"/>
              <a:ext cx="244440" cy="93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72B7803-92EA-B1A7-2FC2-97B59663132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83193" y="4240615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EA392AA-8FD1-B425-DE7C-EBB5D4EE76FB}"/>
                  </a:ext>
                </a:extLst>
              </p14:cNvPr>
              <p14:cNvContentPartPr/>
              <p14:nvPr/>
            </p14:nvContentPartPr>
            <p14:xfrm>
              <a:off x="7428033" y="4750015"/>
              <a:ext cx="32760" cy="1731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EA392AA-8FD1-B425-DE7C-EBB5D4EE76F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19393" y="4741015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43574CA-AD38-1929-CB6C-8A0D9180C837}"/>
                  </a:ext>
                </a:extLst>
              </p14:cNvPr>
              <p14:cNvContentPartPr/>
              <p14:nvPr/>
            </p14:nvContentPartPr>
            <p14:xfrm>
              <a:off x="7418313" y="4762975"/>
              <a:ext cx="120240" cy="921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43574CA-AD38-1929-CB6C-8A0D9180C83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09313" y="4753975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A8E1DFC-9710-CCE2-3CD8-D1D6A5287F10}"/>
                  </a:ext>
                </a:extLst>
              </p14:cNvPr>
              <p14:cNvContentPartPr/>
              <p14:nvPr/>
            </p14:nvContentPartPr>
            <p14:xfrm>
              <a:off x="7562673" y="4646695"/>
              <a:ext cx="157320" cy="211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A8E1DFC-9710-CCE2-3CD8-D1D6A5287F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54033" y="4637695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A1CC65B-ADCB-589E-DE92-667DF7A0DA32}"/>
                  </a:ext>
                </a:extLst>
              </p14:cNvPr>
              <p14:cNvContentPartPr/>
              <p14:nvPr/>
            </p14:nvContentPartPr>
            <p14:xfrm>
              <a:off x="7696233" y="4775215"/>
              <a:ext cx="204480" cy="727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A1CC65B-ADCB-589E-DE92-667DF7A0DA3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687593" y="4766575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9C85D22-7D49-EC8E-9EFA-53C09853C0D5}"/>
                  </a:ext>
                </a:extLst>
              </p14:cNvPr>
              <p14:cNvContentPartPr/>
              <p14:nvPr/>
            </p14:nvContentPartPr>
            <p14:xfrm>
              <a:off x="9084033" y="4746415"/>
              <a:ext cx="355680" cy="2512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9C85D22-7D49-EC8E-9EFA-53C09853C0D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075393" y="4737415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F75D332-7268-E0B0-3490-D4D9E964277E}"/>
                  </a:ext>
                </a:extLst>
              </p14:cNvPr>
              <p14:cNvContentPartPr/>
              <p14:nvPr/>
            </p14:nvContentPartPr>
            <p14:xfrm>
              <a:off x="9460233" y="4591615"/>
              <a:ext cx="104400" cy="3816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F75D332-7268-E0B0-3490-D4D9E964277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451593" y="4582615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2476D6A-F131-4E79-5D5B-61DA070D4A6F}"/>
                  </a:ext>
                </a:extLst>
              </p14:cNvPr>
              <p14:cNvContentPartPr/>
              <p14:nvPr/>
            </p14:nvContentPartPr>
            <p14:xfrm>
              <a:off x="9990873" y="2597935"/>
              <a:ext cx="137880" cy="2005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2476D6A-F131-4E79-5D5B-61DA070D4A6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981873" y="2589295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A8EC08E-2844-4238-501E-8795FBA53ED3}"/>
                  </a:ext>
                </a:extLst>
              </p14:cNvPr>
              <p14:cNvContentPartPr/>
              <p14:nvPr/>
            </p14:nvContentPartPr>
            <p14:xfrm>
              <a:off x="9733113" y="2844895"/>
              <a:ext cx="691560" cy="306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A8EC08E-2844-4238-501E-8795FBA53ED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724113" y="2836255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71CC69A7-1C5D-040B-D615-74B9B5182F9F}"/>
                  </a:ext>
                </a:extLst>
              </p14:cNvPr>
              <p14:cNvContentPartPr/>
              <p14:nvPr/>
            </p14:nvContentPartPr>
            <p14:xfrm>
              <a:off x="8610993" y="4131175"/>
              <a:ext cx="234720" cy="1836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71CC69A7-1C5D-040B-D615-74B9B5182F9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02353" y="4122535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6E9DC80-7B4C-984C-71BD-E79F607B44A2}"/>
                  </a:ext>
                </a:extLst>
              </p14:cNvPr>
              <p14:cNvContentPartPr/>
              <p14:nvPr/>
            </p14:nvContentPartPr>
            <p14:xfrm>
              <a:off x="8884953" y="4179055"/>
              <a:ext cx="52200" cy="1051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6E9DC80-7B4C-984C-71BD-E79F607B44A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75953" y="4170415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E36ADF4-E2C7-6EB9-961C-524431DDBDF3}"/>
                  </a:ext>
                </a:extLst>
              </p14:cNvPr>
              <p14:cNvContentPartPr/>
              <p14:nvPr/>
            </p14:nvContentPartPr>
            <p14:xfrm>
              <a:off x="8887113" y="4209655"/>
              <a:ext cx="75240" cy="154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E36ADF4-E2C7-6EB9-961C-524431DDBDF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78113" y="4200655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3BB904D-0633-B6C4-223F-7682F52C639F}"/>
                  </a:ext>
                </a:extLst>
              </p14:cNvPr>
              <p14:cNvContentPartPr/>
              <p14:nvPr/>
            </p14:nvContentPartPr>
            <p14:xfrm>
              <a:off x="8963433" y="4190935"/>
              <a:ext cx="110520" cy="914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3BB904D-0633-B6C4-223F-7682F52C639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954793" y="4181935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4E0AB53-9D58-1A02-952F-7C426654846B}"/>
                  </a:ext>
                </a:extLst>
              </p14:cNvPr>
              <p14:cNvContentPartPr/>
              <p14:nvPr/>
            </p14:nvContentPartPr>
            <p14:xfrm>
              <a:off x="9090873" y="4154215"/>
              <a:ext cx="34560" cy="2145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4E0AB53-9D58-1A02-952F-7C426654846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082233" y="4145215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6C8F5C3-6611-AF0F-9D42-545AFED6F32A}"/>
                  </a:ext>
                </a:extLst>
              </p14:cNvPr>
              <p14:cNvContentPartPr/>
              <p14:nvPr/>
            </p14:nvContentPartPr>
            <p14:xfrm>
              <a:off x="5557287" y="1714833"/>
              <a:ext cx="360" cy="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6C8F5C3-6611-AF0F-9D42-545AFED6F3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8647" y="17058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1D8ADAA-A4DA-E5A4-1545-71177DF1CFA8}"/>
                  </a:ext>
                </a:extLst>
              </p14:cNvPr>
              <p14:cNvContentPartPr/>
              <p14:nvPr/>
            </p14:nvContentPartPr>
            <p14:xfrm>
              <a:off x="10033167" y="3053313"/>
              <a:ext cx="146160" cy="1915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1D8ADAA-A4DA-E5A4-1545-71177DF1CFA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024527" y="3044313"/>
                <a:ext cx="1638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0C3D722-A307-23F3-90B9-663013D64947}"/>
                  </a:ext>
                </a:extLst>
              </p14:cNvPr>
              <p14:cNvContentPartPr/>
              <p14:nvPr/>
            </p14:nvContentPartPr>
            <p14:xfrm>
              <a:off x="10176087" y="3557313"/>
              <a:ext cx="56160" cy="2131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0C3D722-A307-23F3-90B9-663013D64947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167087" y="3548673"/>
                <a:ext cx="738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ED233C9-1D31-4CE8-9D1D-E4C0701E9FE7}"/>
                  </a:ext>
                </a:extLst>
              </p14:cNvPr>
              <p14:cNvContentPartPr/>
              <p14:nvPr/>
            </p14:nvContentPartPr>
            <p14:xfrm>
              <a:off x="10261407" y="3991833"/>
              <a:ext cx="64080" cy="187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ED233C9-1D31-4CE8-9D1D-E4C0701E9FE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252407" y="3982833"/>
                <a:ext cx="817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CDB3CBF-EFFB-DE0E-3EFD-3854ED2B6075}"/>
                  </a:ext>
                </a:extLst>
              </p14:cNvPr>
              <p14:cNvContentPartPr/>
              <p14:nvPr/>
            </p14:nvContentPartPr>
            <p14:xfrm>
              <a:off x="10376607" y="4491513"/>
              <a:ext cx="165960" cy="26892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CDB3CBF-EFFB-DE0E-3EFD-3854ED2B607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367967" y="4482873"/>
                <a:ext cx="183600" cy="2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08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35CA85-D9A8-8D9D-3C25-21499272D3F7}"/>
                  </a:ext>
                </a:extLst>
              </p14:cNvPr>
              <p14:cNvContentPartPr/>
              <p14:nvPr/>
            </p14:nvContentPartPr>
            <p14:xfrm>
              <a:off x="1664553" y="191303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35CA85-D9A8-8D9D-3C25-21499272D3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5553" y="190439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5BBDB9-E7A6-6185-5F76-7E009812F2DB}"/>
                  </a:ext>
                </a:extLst>
              </p14:cNvPr>
              <p14:cNvContentPartPr/>
              <p14:nvPr/>
            </p14:nvContentPartPr>
            <p14:xfrm>
              <a:off x="768513" y="758150"/>
              <a:ext cx="7200" cy="15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5BBDB9-E7A6-6185-5F76-7E009812F2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9873" y="749150"/>
                <a:ext cx="248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DFEBE4-6D52-B4A2-4D89-46882DFECAD8}"/>
                  </a:ext>
                </a:extLst>
              </p14:cNvPr>
              <p14:cNvContentPartPr/>
              <p14:nvPr/>
            </p14:nvContentPartPr>
            <p14:xfrm>
              <a:off x="630633" y="708110"/>
              <a:ext cx="407160" cy="171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DFEBE4-6D52-B4A2-4D89-46882DFECA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633" y="699110"/>
                <a:ext cx="424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5C7FFD-66CA-65DD-AF26-59A6A59440CB}"/>
                  </a:ext>
                </a:extLst>
              </p14:cNvPr>
              <p14:cNvContentPartPr/>
              <p14:nvPr/>
            </p14:nvContentPartPr>
            <p14:xfrm>
              <a:off x="1042473" y="779750"/>
              <a:ext cx="50040" cy="8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5C7FFD-66CA-65DD-AF26-59A6A59440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3473" y="770750"/>
                <a:ext cx="67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B7F937-6CD9-1C27-8CFC-99568734AFB1}"/>
                  </a:ext>
                </a:extLst>
              </p14:cNvPr>
              <p14:cNvContentPartPr/>
              <p14:nvPr/>
            </p14:nvContentPartPr>
            <p14:xfrm>
              <a:off x="1113753" y="820430"/>
              <a:ext cx="28080" cy="5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B7F937-6CD9-1C27-8CFC-99568734AF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4753" y="811430"/>
                <a:ext cx="457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394D86-CD06-FE78-F0AC-0DE3560BC7B1}"/>
                  </a:ext>
                </a:extLst>
              </p14:cNvPr>
              <p14:cNvContentPartPr/>
              <p14:nvPr/>
            </p14:nvContentPartPr>
            <p14:xfrm>
              <a:off x="1140033" y="777230"/>
              <a:ext cx="7200" cy="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394D86-CD06-FE78-F0AC-0DE3560BC7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1033" y="768230"/>
                <a:ext cx="24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DEA119-AF04-F2D3-7BB4-6367FDCF5679}"/>
                  </a:ext>
                </a:extLst>
              </p14:cNvPr>
              <p14:cNvContentPartPr/>
              <p14:nvPr/>
            </p14:nvContentPartPr>
            <p14:xfrm>
              <a:off x="1164513" y="761390"/>
              <a:ext cx="268920" cy="9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DEA119-AF04-F2D3-7BB4-6367FDCF56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55513" y="752750"/>
                <a:ext cx="286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81A17D8-1699-CAE6-1502-921D9F69DB2F}"/>
                  </a:ext>
                </a:extLst>
              </p14:cNvPr>
              <p14:cNvContentPartPr/>
              <p14:nvPr/>
            </p14:nvContentPartPr>
            <p14:xfrm>
              <a:off x="577353" y="933830"/>
              <a:ext cx="1058760" cy="4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81A17D8-1699-CAE6-1502-921D9F69DB2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8353" y="924830"/>
                <a:ext cx="1076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E7518B9-9FB0-18E7-5848-71DA815B9E81}"/>
                  </a:ext>
                </a:extLst>
              </p14:cNvPr>
              <p14:cNvContentPartPr/>
              <p14:nvPr/>
            </p14:nvContentPartPr>
            <p14:xfrm>
              <a:off x="584913" y="1238030"/>
              <a:ext cx="311400" cy="19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E7518B9-9FB0-18E7-5848-71DA815B9E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5913" y="1229390"/>
                <a:ext cx="3290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B3469EF-43E3-EF2D-C706-0ED1684F928F}"/>
                  </a:ext>
                </a:extLst>
              </p14:cNvPr>
              <p14:cNvContentPartPr/>
              <p14:nvPr/>
            </p14:nvContentPartPr>
            <p14:xfrm>
              <a:off x="858513" y="1337750"/>
              <a:ext cx="207720" cy="86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B3469EF-43E3-EF2D-C706-0ED1684F92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9873" y="1328750"/>
                <a:ext cx="2253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1540DDE-0A0C-E762-DDE9-6A7F8D1AFB61}"/>
                  </a:ext>
                </a:extLst>
              </p14:cNvPr>
              <p14:cNvContentPartPr/>
              <p14:nvPr/>
            </p14:nvContentPartPr>
            <p14:xfrm>
              <a:off x="1932753" y="1338110"/>
              <a:ext cx="7560" cy="181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1540DDE-0A0C-E762-DDE9-6A7F8D1AFB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3753" y="1329110"/>
                <a:ext cx="252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6D1FD5D-ED93-1EBC-4260-52E1F210E4E8}"/>
                  </a:ext>
                </a:extLst>
              </p14:cNvPr>
              <p14:cNvContentPartPr/>
              <p14:nvPr/>
            </p14:nvContentPartPr>
            <p14:xfrm>
              <a:off x="1927353" y="1344590"/>
              <a:ext cx="64800" cy="81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6D1FD5D-ED93-1EBC-4260-52E1F210E4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18713" y="1335950"/>
                <a:ext cx="82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E54993C-B0D6-CB8D-0E76-6B97D490602D}"/>
                  </a:ext>
                </a:extLst>
              </p14:cNvPr>
              <p14:cNvContentPartPr/>
              <p14:nvPr/>
            </p14:nvContentPartPr>
            <p14:xfrm>
              <a:off x="2021673" y="1257830"/>
              <a:ext cx="65160" cy="16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E54993C-B0D6-CB8D-0E76-6B97D49060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12673" y="1248830"/>
                <a:ext cx="828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D55934B-1FE6-FA34-495E-B744CD802E98}"/>
                  </a:ext>
                </a:extLst>
              </p14:cNvPr>
              <p14:cNvContentPartPr/>
              <p14:nvPr/>
            </p14:nvContentPartPr>
            <p14:xfrm>
              <a:off x="2102673" y="1329830"/>
              <a:ext cx="162000" cy="74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D55934B-1FE6-FA34-495E-B744CD802E9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94033" y="1320830"/>
                <a:ext cx="179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B6E29DF-6494-8165-1AE0-82920F1CE393}"/>
                  </a:ext>
                </a:extLst>
              </p14:cNvPr>
              <p14:cNvContentPartPr/>
              <p14:nvPr/>
            </p14:nvContentPartPr>
            <p14:xfrm>
              <a:off x="2257113" y="1295990"/>
              <a:ext cx="305640" cy="99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B6E29DF-6494-8165-1AE0-82920F1CE39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48113" y="1286990"/>
                <a:ext cx="3232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8FEA3BF-2A44-6794-44BE-B7AF1FB748EE}"/>
                  </a:ext>
                </a:extLst>
              </p14:cNvPr>
              <p14:cNvContentPartPr/>
              <p14:nvPr/>
            </p14:nvContentPartPr>
            <p14:xfrm>
              <a:off x="592833" y="1757510"/>
              <a:ext cx="169200" cy="178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8FEA3BF-2A44-6794-44BE-B7AF1FB748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3833" y="1748510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1C7FBB-79AD-CB38-12E9-5C57925E5390}"/>
                  </a:ext>
                </a:extLst>
              </p14:cNvPr>
              <p14:cNvContentPartPr/>
              <p14:nvPr/>
            </p14:nvContentPartPr>
            <p14:xfrm>
              <a:off x="786873" y="1853270"/>
              <a:ext cx="69120" cy="69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1C7FBB-79AD-CB38-12E9-5C57925E53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8233" y="1844270"/>
                <a:ext cx="86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6D4C676-1237-9537-1397-44F15670D7B5}"/>
                  </a:ext>
                </a:extLst>
              </p14:cNvPr>
              <p14:cNvContentPartPr/>
              <p14:nvPr/>
            </p14:nvContentPartPr>
            <p14:xfrm>
              <a:off x="841593" y="1838510"/>
              <a:ext cx="16956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6D4C676-1237-9537-1397-44F15670D7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2953" y="1829510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00A1275-E8EA-E2E6-0877-37551DC2F00D}"/>
                  </a:ext>
                </a:extLst>
              </p14:cNvPr>
              <p14:cNvContentPartPr/>
              <p14:nvPr/>
            </p14:nvContentPartPr>
            <p14:xfrm>
              <a:off x="1286913" y="1728350"/>
              <a:ext cx="70920" cy="286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00A1275-E8EA-E2E6-0877-37551DC2F00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78273" y="1719710"/>
                <a:ext cx="885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15160E4-6AA0-0671-04B8-29B0ACC3E95A}"/>
                  </a:ext>
                </a:extLst>
              </p14:cNvPr>
              <p14:cNvContentPartPr/>
              <p14:nvPr/>
            </p14:nvContentPartPr>
            <p14:xfrm>
              <a:off x="1226433" y="1847870"/>
              <a:ext cx="357480" cy="95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15160E4-6AA0-0671-04B8-29B0ACC3E95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17433" y="1839230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AF28564-4B8E-A2B9-5DC2-DF1BA52971F8}"/>
                  </a:ext>
                </a:extLst>
              </p14:cNvPr>
              <p14:cNvContentPartPr/>
              <p14:nvPr/>
            </p14:nvContentPartPr>
            <p14:xfrm>
              <a:off x="1631433" y="1674350"/>
              <a:ext cx="114480" cy="354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AF28564-4B8E-A2B9-5DC2-DF1BA52971F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22793" y="1665710"/>
                <a:ext cx="1321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9C2D52E-741F-9D11-6749-903C1F1263AB}"/>
                  </a:ext>
                </a:extLst>
              </p14:cNvPr>
              <p14:cNvContentPartPr/>
              <p14:nvPr/>
            </p14:nvContentPartPr>
            <p14:xfrm>
              <a:off x="642513" y="2350430"/>
              <a:ext cx="200880" cy="172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9C2D52E-741F-9D11-6749-903C1F1263A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3513" y="2341430"/>
                <a:ext cx="218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0CC454D-F2D4-11C3-3FBB-C97FA89BE74D}"/>
                  </a:ext>
                </a:extLst>
              </p14:cNvPr>
              <p14:cNvContentPartPr/>
              <p14:nvPr/>
            </p14:nvContentPartPr>
            <p14:xfrm>
              <a:off x="791553" y="2381750"/>
              <a:ext cx="66600" cy="39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0CC454D-F2D4-11C3-3FBB-C97FA89BE74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2553" y="2373110"/>
                <a:ext cx="842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949EC9-C28B-5561-178B-9A187AE6E594}"/>
                  </a:ext>
                </a:extLst>
              </p14:cNvPr>
              <p14:cNvContentPartPr/>
              <p14:nvPr/>
            </p14:nvContentPartPr>
            <p14:xfrm>
              <a:off x="903153" y="2366990"/>
              <a:ext cx="12240" cy="181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949EC9-C28B-5561-178B-9A187AE6E5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4513" y="2358350"/>
                <a:ext cx="298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DF4BD0B-7112-9CDA-4BC8-A3DF9D825467}"/>
                  </a:ext>
                </a:extLst>
              </p14:cNvPr>
              <p14:cNvContentPartPr/>
              <p14:nvPr/>
            </p14:nvContentPartPr>
            <p14:xfrm>
              <a:off x="886593" y="2434310"/>
              <a:ext cx="244440" cy="9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DF4BD0B-7112-9CDA-4BC8-A3DF9D82546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7593" y="2425670"/>
                <a:ext cx="2620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9E3F108-F65A-AF9A-D6A4-D30469BA1810}"/>
                  </a:ext>
                </a:extLst>
              </p14:cNvPr>
              <p14:cNvContentPartPr/>
              <p14:nvPr/>
            </p14:nvContentPartPr>
            <p14:xfrm>
              <a:off x="722433" y="2935070"/>
              <a:ext cx="32760" cy="173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9E3F108-F65A-AF9A-D6A4-D30469BA181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3793" y="2926070"/>
                <a:ext cx="504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061AB13-1FE7-34D7-584D-829FCAD08F5B}"/>
                  </a:ext>
                </a:extLst>
              </p14:cNvPr>
              <p14:cNvContentPartPr/>
              <p14:nvPr/>
            </p14:nvContentPartPr>
            <p14:xfrm>
              <a:off x="712713" y="2948030"/>
              <a:ext cx="120240" cy="92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061AB13-1FE7-34D7-584D-829FCAD08F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3713" y="2939030"/>
                <a:ext cx="137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0CE88C4-70D1-1A4A-71E0-9FB2241AC92C}"/>
                  </a:ext>
                </a:extLst>
              </p14:cNvPr>
              <p14:cNvContentPartPr/>
              <p14:nvPr/>
            </p14:nvContentPartPr>
            <p14:xfrm>
              <a:off x="857073" y="2831750"/>
              <a:ext cx="157320" cy="211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0CE88C4-70D1-1A4A-71E0-9FB2241AC9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8433" y="2822750"/>
                <a:ext cx="1749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C76CFC7-01D7-DA9A-69AF-C7E5555BB48A}"/>
                  </a:ext>
                </a:extLst>
              </p14:cNvPr>
              <p14:cNvContentPartPr/>
              <p14:nvPr/>
            </p14:nvContentPartPr>
            <p14:xfrm>
              <a:off x="990633" y="2960270"/>
              <a:ext cx="204480" cy="72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C76CFC7-01D7-DA9A-69AF-C7E5555BB48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1993" y="2951630"/>
                <a:ext cx="222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D18E985-EBBC-D057-1A22-742BDF156748}"/>
                  </a:ext>
                </a:extLst>
              </p14:cNvPr>
              <p14:cNvContentPartPr/>
              <p14:nvPr/>
            </p14:nvContentPartPr>
            <p14:xfrm>
              <a:off x="2378433" y="2931470"/>
              <a:ext cx="355680" cy="251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D18E985-EBBC-D057-1A22-742BDF15674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69793" y="2922470"/>
                <a:ext cx="373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E27FCE4-46E5-1C7A-4621-04615A2342C1}"/>
                  </a:ext>
                </a:extLst>
              </p14:cNvPr>
              <p14:cNvContentPartPr/>
              <p14:nvPr/>
            </p14:nvContentPartPr>
            <p14:xfrm>
              <a:off x="2754633" y="2776670"/>
              <a:ext cx="104400" cy="381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E27FCE4-46E5-1C7A-4621-04615A2342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45993" y="2767670"/>
                <a:ext cx="1220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E9F5A06-E6C8-393E-C279-BB16F5345923}"/>
                  </a:ext>
                </a:extLst>
              </p14:cNvPr>
              <p14:cNvContentPartPr/>
              <p14:nvPr/>
            </p14:nvContentPartPr>
            <p14:xfrm>
              <a:off x="3285273" y="782990"/>
              <a:ext cx="137880" cy="200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E9F5A06-E6C8-393E-C279-BB16F534592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276273" y="774350"/>
                <a:ext cx="1555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677F835-FAF4-D887-F000-0BE4E69715D5}"/>
                  </a:ext>
                </a:extLst>
              </p14:cNvPr>
              <p14:cNvContentPartPr/>
              <p14:nvPr/>
            </p14:nvContentPartPr>
            <p14:xfrm>
              <a:off x="3027513" y="1029950"/>
              <a:ext cx="691560" cy="306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677F835-FAF4-D887-F000-0BE4E69715D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18513" y="1021310"/>
                <a:ext cx="70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275652-495D-A1F4-CD01-33D9879209AE}"/>
                  </a:ext>
                </a:extLst>
              </p14:cNvPr>
              <p14:cNvContentPartPr/>
              <p14:nvPr/>
            </p14:nvContentPartPr>
            <p14:xfrm>
              <a:off x="1905393" y="2316230"/>
              <a:ext cx="234720" cy="183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275652-495D-A1F4-CD01-33D9879209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96753" y="2307590"/>
                <a:ext cx="25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F624DB-4137-4424-6B76-0538C544E8AD}"/>
                  </a:ext>
                </a:extLst>
              </p14:cNvPr>
              <p14:cNvContentPartPr/>
              <p14:nvPr/>
            </p14:nvContentPartPr>
            <p14:xfrm>
              <a:off x="2179353" y="2364110"/>
              <a:ext cx="52200" cy="105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F624DB-4137-4424-6B76-0538C544E8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70353" y="2355470"/>
                <a:ext cx="69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0532A26-6D4A-3DA6-C534-F01A806255B7}"/>
                  </a:ext>
                </a:extLst>
              </p14:cNvPr>
              <p14:cNvContentPartPr/>
              <p14:nvPr/>
            </p14:nvContentPartPr>
            <p14:xfrm>
              <a:off x="2181513" y="2394710"/>
              <a:ext cx="75240" cy="15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0532A26-6D4A-3DA6-C534-F01A806255B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72513" y="2385710"/>
                <a:ext cx="92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191912C-BE68-51BF-190A-DF28E4AE92DF}"/>
                  </a:ext>
                </a:extLst>
              </p14:cNvPr>
              <p14:cNvContentPartPr/>
              <p14:nvPr/>
            </p14:nvContentPartPr>
            <p14:xfrm>
              <a:off x="2257833" y="2375990"/>
              <a:ext cx="110520" cy="91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191912C-BE68-51BF-190A-DF28E4AE92D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49193" y="2366990"/>
                <a:ext cx="128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AB69584-EA7D-A44B-D633-B1F820E808EA}"/>
                  </a:ext>
                </a:extLst>
              </p14:cNvPr>
              <p14:cNvContentPartPr/>
              <p14:nvPr/>
            </p14:nvContentPartPr>
            <p14:xfrm>
              <a:off x="2385273" y="2339270"/>
              <a:ext cx="34560" cy="214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AB69584-EA7D-A44B-D633-B1F820E808E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76633" y="2330270"/>
                <a:ext cx="52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68437C-FEA5-2E9C-05E1-1323A2299ACA}"/>
                  </a:ext>
                </a:extLst>
              </p14:cNvPr>
              <p14:cNvContentPartPr/>
              <p14:nvPr/>
            </p14:nvContentPartPr>
            <p14:xfrm>
              <a:off x="3327567" y="1238368"/>
              <a:ext cx="146160" cy="191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68437C-FEA5-2E9C-05E1-1323A2299AC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318927" y="1229368"/>
                <a:ext cx="1638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6AAE427-8EC5-DBA8-EC01-EB7FE48676B8}"/>
                  </a:ext>
                </a:extLst>
              </p14:cNvPr>
              <p14:cNvContentPartPr/>
              <p14:nvPr/>
            </p14:nvContentPartPr>
            <p14:xfrm>
              <a:off x="3470487" y="1742368"/>
              <a:ext cx="56160" cy="213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6AAE427-8EC5-DBA8-EC01-EB7FE48676B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461487" y="1733728"/>
                <a:ext cx="738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EBE4A5F-71CF-B111-3474-A85BDA514257}"/>
                  </a:ext>
                </a:extLst>
              </p14:cNvPr>
              <p14:cNvContentPartPr/>
              <p14:nvPr/>
            </p14:nvContentPartPr>
            <p14:xfrm>
              <a:off x="3555807" y="2176888"/>
              <a:ext cx="64080" cy="187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EBE4A5F-71CF-B111-3474-A85BDA51425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46807" y="2167888"/>
                <a:ext cx="817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B1B50A8-3025-78AE-60CF-3DDB20ED3470}"/>
                  </a:ext>
                </a:extLst>
              </p14:cNvPr>
              <p14:cNvContentPartPr/>
              <p14:nvPr/>
            </p14:nvContentPartPr>
            <p14:xfrm>
              <a:off x="3671007" y="2676568"/>
              <a:ext cx="165960" cy="268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B1B50A8-3025-78AE-60CF-3DDB20ED347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62367" y="2667928"/>
                <a:ext cx="1836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BD65E47-2B09-AF06-BC91-F5DD73A03BE7}"/>
                  </a:ext>
                </a:extLst>
              </p14:cNvPr>
              <p14:cNvContentPartPr/>
              <p14:nvPr/>
            </p14:nvContentPartPr>
            <p14:xfrm>
              <a:off x="4310607" y="2425113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BD65E47-2B09-AF06-BC91-F5DD73A03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1967" y="24161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93492C8-8A89-9B80-DADA-85F954C78490}"/>
                  </a:ext>
                </a:extLst>
              </p14:cNvPr>
              <p14:cNvContentPartPr/>
              <p14:nvPr/>
            </p14:nvContentPartPr>
            <p14:xfrm>
              <a:off x="4231647" y="3770128"/>
              <a:ext cx="18000" cy="3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93492C8-8A89-9B80-DADA-85F954C7849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222647" y="3761488"/>
                <a:ext cx="3564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09ACF4A1-671B-58F8-E968-7B3E238FF3DC}"/>
              </a:ext>
            </a:extLst>
          </p:cNvPr>
          <p:cNvGrpSpPr/>
          <p:nvPr/>
        </p:nvGrpSpPr>
        <p:grpSpPr>
          <a:xfrm>
            <a:off x="4210407" y="3506608"/>
            <a:ext cx="543600" cy="245880"/>
            <a:chOff x="4210407" y="3506608"/>
            <a:chExt cx="54360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05E343-8C9E-EE06-635C-0BDC889B6D77}"/>
                    </a:ext>
                  </a:extLst>
                </p14:cNvPr>
                <p14:cNvContentPartPr/>
                <p14:nvPr/>
              </p14:nvContentPartPr>
              <p14:xfrm>
                <a:off x="4210407" y="3506608"/>
                <a:ext cx="366480" cy="245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05E343-8C9E-EE06-635C-0BDC889B6D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01767" y="3497968"/>
                  <a:ext cx="3841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32E65D-6CD0-FC83-AAF0-DDE272FADF31}"/>
                    </a:ext>
                  </a:extLst>
                </p14:cNvPr>
                <p14:cNvContentPartPr/>
                <p14:nvPr/>
              </p14:nvContentPartPr>
              <p14:xfrm>
                <a:off x="4505967" y="3623968"/>
                <a:ext cx="100800" cy="29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32E65D-6CD0-FC83-AAF0-DDE272FADF3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96967" y="3614968"/>
                  <a:ext cx="118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496BA0-3E44-3934-5F1C-8347971E7B42}"/>
                    </a:ext>
                  </a:extLst>
                </p14:cNvPr>
                <p14:cNvContentPartPr/>
                <p14:nvPr/>
              </p14:nvContentPartPr>
              <p14:xfrm>
                <a:off x="4608567" y="3602728"/>
                <a:ext cx="145440" cy="92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496BA0-3E44-3934-5F1C-8347971E7B4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99927" y="3594088"/>
                  <a:ext cx="16308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FB3A8D5-63B8-7B34-B981-D98CC4539B11}"/>
              </a:ext>
            </a:extLst>
          </p:cNvPr>
          <p:cNvGrpSpPr/>
          <p:nvPr/>
        </p:nvGrpSpPr>
        <p:grpSpPr>
          <a:xfrm>
            <a:off x="5132727" y="3491848"/>
            <a:ext cx="709920" cy="393480"/>
            <a:chOff x="5132727" y="3491848"/>
            <a:chExt cx="70992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76A3B6-538D-6072-1F7F-F2404AB4F6F8}"/>
                    </a:ext>
                  </a:extLst>
                </p14:cNvPr>
                <p14:cNvContentPartPr/>
                <p14:nvPr/>
              </p14:nvContentPartPr>
              <p14:xfrm>
                <a:off x="5132727" y="3603088"/>
                <a:ext cx="18000" cy="28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76A3B6-538D-6072-1F7F-F2404AB4F6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24087" y="3594448"/>
                  <a:ext cx="356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50D5C5-D142-88A1-26EB-3AB4A3FC111A}"/>
                    </a:ext>
                  </a:extLst>
                </p14:cNvPr>
                <p14:cNvContentPartPr/>
                <p14:nvPr/>
              </p14:nvContentPartPr>
              <p14:xfrm>
                <a:off x="5135607" y="3623608"/>
                <a:ext cx="111960" cy="124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50D5C5-D142-88A1-26EB-3AB4A3FC11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26607" y="3614608"/>
                  <a:ext cx="129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14E7C6-2C95-EC83-1D99-1ED2833F8464}"/>
                    </a:ext>
                  </a:extLst>
                </p14:cNvPr>
                <p14:cNvContentPartPr/>
                <p14:nvPr/>
              </p14:nvContentPartPr>
              <p14:xfrm>
                <a:off x="5305527" y="3491848"/>
                <a:ext cx="76680" cy="204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14E7C6-2C95-EC83-1D99-1ED2833F84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96527" y="3482848"/>
                  <a:ext cx="94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3813DE5-4C1C-3C0C-E6E2-5763E99A70EC}"/>
                    </a:ext>
                  </a:extLst>
                </p14:cNvPr>
                <p14:cNvContentPartPr/>
                <p14:nvPr/>
              </p14:nvContentPartPr>
              <p14:xfrm>
                <a:off x="5407047" y="3576808"/>
                <a:ext cx="149760" cy="93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3813DE5-4C1C-3C0C-E6E2-5763E99A70E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98407" y="3568168"/>
                  <a:ext cx="167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962888-D053-A210-6D01-2E567F05F688}"/>
                    </a:ext>
                  </a:extLst>
                </p14:cNvPr>
                <p14:cNvContentPartPr/>
                <p14:nvPr/>
              </p14:nvContentPartPr>
              <p14:xfrm>
                <a:off x="5585967" y="3542248"/>
                <a:ext cx="25668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962888-D053-A210-6D01-2E567F05F68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76967" y="3533248"/>
                  <a:ext cx="27432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68968EF-76A6-9ADC-C77D-2B77A542CE6A}"/>
              </a:ext>
            </a:extLst>
          </p:cNvPr>
          <p:cNvGrpSpPr/>
          <p:nvPr/>
        </p:nvGrpSpPr>
        <p:grpSpPr>
          <a:xfrm>
            <a:off x="6184647" y="3423088"/>
            <a:ext cx="466560" cy="251280"/>
            <a:chOff x="6184647" y="3423088"/>
            <a:chExt cx="46656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697874-FA73-61F6-D65D-7E35065CE848}"/>
                    </a:ext>
                  </a:extLst>
                </p14:cNvPr>
                <p14:cNvContentPartPr/>
                <p14:nvPr/>
              </p14:nvContentPartPr>
              <p14:xfrm>
                <a:off x="6184647" y="3423088"/>
                <a:ext cx="176040" cy="219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697874-FA73-61F6-D65D-7E35065CE8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76007" y="3414448"/>
                  <a:ext cx="193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B2DDF28-30D4-6514-6BE7-6684CCCC3874}"/>
                    </a:ext>
                  </a:extLst>
                </p14:cNvPr>
                <p14:cNvContentPartPr/>
                <p14:nvPr/>
              </p14:nvContentPartPr>
              <p14:xfrm>
                <a:off x="6383007" y="3550528"/>
                <a:ext cx="66240" cy="106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B2DDF28-30D4-6514-6BE7-6684CCCC387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374367" y="3541888"/>
                  <a:ext cx="83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7413571-0BD7-4B05-09FF-BB138B38C995}"/>
                    </a:ext>
                  </a:extLst>
                </p14:cNvPr>
                <p14:cNvContentPartPr/>
                <p14:nvPr/>
              </p14:nvContentPartPr>
              <p14:xfrm>
                <a:off x="6432327" y="3550168"/>
                <a:ext cx="66240" cy="12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7413571-0BD7-4B05-09FF-BB138B38C99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23327" y="3541528"/>
                  <a:ext cx="83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D63ABE4-6D3C-F8DD-84CA-1855B0C49A34}"/>
                    </a:ext>
                  </a:extLst>
                </p14:cNvPr>
                <p14:cNvContentPartPr/>
                <p14:nvPr/>
              </p14:nvContentPartPr>
              <p14:xfrm>
                <a:off x="6527007" y="3540808"/>
                <a:ext cx="124200" cy="10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D63ABE4-6D3C-F8DD-84CA-1855B0C49A3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18007" y="3532168"/>
                  <a:ext cx="1418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3B7D426-B225-3811-41E8-76B2C8448381}"/>
              </a:ext>
            </a:extLst>
          </p:cNvPr>
          <p:cNvGrpSpPr/>
          <p:nvPr/>
        </p:nvGrpSpPr>
        <p:grpSpPr>
          <a:xfrm>
            <a:off x="7036047" y="3471688"/>
            <a:ext cx="548640" cy="248400"/>
            <a:chOff x="7036047" y="3471688"/>
            <a:chExt cx="54864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CA002EC-1F33-E8FA-A746-77EF92926968}"/>
                    </a:ext>
                  </a:extLst>
                </p14:cNvPr>
                <p14:cNvContentPartPr/>
                <p14:nvPr/>
              </p14:nvContentPartPr>
              <p14:xfrm>
                <a:off x="7036047" y="3471688"/>
                <a:ext cx="206640" cy="248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CA002EC-1F33-E8FA-A746-77EF9292696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27047" y="3463048"/>
                  <a:ext cx="224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F43234-D524-C50B-AE43-225597EED9EC}"/>
                    </a:ext>
                  </a:extLst>
                </p14:cNvPr>
                <p14:cNvContentPartPr/>
                <p14:nvPr/>
              </p14:nvContentPartPr>
              <p14:xfrm>
                <a:off x="7155567" y="3560608"/>
                <a:ext cx="62640" cy="58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F43234-D524-C50B-AE43-225597EED9E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46567" y="3551968"/>
                  <a:ext cx="80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7EDE13-AA77-B5C1-4A03-D4B631C913CF}"/>
                    </a:ext>
                  </a:extLst>
                </p14:cNvPr>
                <p14:cNvContentPartPr/>
                <p14:nvPr/>
              </p14:nvContentPartPr>
              <p14:xfrm>
                <a:off x="7274367" y="3506968"/>
                <a:ext cx="78120" cy="196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7EDE13-AA77-B5C1-4A03-D4B631C913C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65367" y="3498328"/>
                  <a:ext cx="95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8154FB-AF47-C647-8B6A-22AF1C3B47A6}"/>
                    </a:ext>
                  </a:extLst>
                </p14:cNvPr>
                <p14:cNvContentPartPr/>
                <p14:nvPr/>
              </p14:nvContentPartPr>
              <p14:xfrm>
                <a:off x="7320087" y="3571768"/>
                <a:ext cx="264600" cy="101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8154FB-AF47-C647-8B6A-22AF1C3B47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11447" y="3563128"/>
                  <a:ext cx="2822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176D505-BF63-C495-41F6-325AD1A5346B}"/>
              </a:ext>
            </a:extLst>
          </p:cNvPr>
          <p:cNvGrpSpPr/>
          <p:nvPr/>
        </p:nvGrpSpPr>
        <p:grpSpPr>
          <a:xfrm>
            <a:off x="8048727" y="3270448"/>
            <a:ext cx="483120" cy="515160"/>
            <a:chOff x="8048727" y="3270448"/>
            <a:chExt cx="48312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999BBDC-C206-4D24-C04F-6F3872056155}"/>
                    </a:ext>
                  </a:extLst>
                </p14:cNvPr>
                <p14:cNvContentPartPr/>
                <p14:nvPr/>
              </p14:nvContentPartPr>
              <p14:xfrm>
                <a:off x="8048727" y="3270448"/>
                <a:ext cx="110520" cy="46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999BBDC-C206-4D24-C04F-6F387205615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039727" y="3261808"/>
                  <a:ext cx="1281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51A1EF-B6C9-EA4E-2210-7C233038AE1B}"/>
                    </a:ext>
                  </a:extLst>
                </p14:cNvPr>
                <p14:cNvContentPartPr/>
                <p14:nvPr/>
              </p14:nvContentPartPr>
              <p14:xfrm>
                <a:off x="8052327" y="3498688"/>
                <a:ext cx="356400" cy="135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51A1EF-B6C9-EA4E-2210-7C233038AE1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43687" y="3489688"/>
                  <a:ext cx="374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A72BD0-6BA5-237D-ED18-4A259061F128}"/>
                    </a:ext>
                  </a:extLst>
                </p14:cNvPr>
                <p14:cNvContentPartPr/>
                <p14:nvPr/>
              </p14:nvContentPartPr>
              <p14:xfrm>
                <a:off x="8453367" y="3277288"/>
                <a:ext cx="78480" cy="508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A72BD0-6BA5-237D-ED18-4A259061F12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44367" y="3268648"/>
                  <a:ext cx="96120" cy="52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0B2DD8D-C83B-92EA-8831-6D7DB40B38CC}"/>
              </a:ext>
            </a:extLst>
          </p:cNvPr>
          <p:cNvGrpSpPr/>
          <p:nvPr/>
        </p:nvGrpSpPr>
        <p:grpSpPr>
          <a:xfrm>
            <a:off x="8876727" y="3339928"/>
            <a:ext cx="530280" cy="514080"/>
            <a:chOff x="8876727" y="3339928"/>
            <a:chExt cx="53028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FEE054-6599-233D-86AD-86024FC7BD2E}"/>
                    </a:ext>
                  </a:extLst>
                </p14:cNvPr>
                <p14:cNvContentPartPr/>
                <p14:nvPr/>
              </p14:nvContentPartPr>
              <p14:xfrm>
                <a:off x="8876727" y="3339928"/>
                <a:ext cx="228960" cy="331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FEE054-6599-233D-86AD-86024FC7BD2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68087" y="3330928"/>
                  <a:ext cx="246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67DA80-5B20-106E-E85B-3FE0091604AE}"/>
                    </a:ext>
                  </a:extLst>
                </p14:cNvPr>
                <p14:cNvContentPartPr/>
                <p14:nvPr/>
              </p14:nvContentPartPr>
              <p14:xfrm>
                <a:off x="9161487" y="3471688"/>
                <a:ext cx="48960" cy="190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67DA80-5B20-106E-E85B-3FE0091604A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152487" y="3462688"/>
                  <a:ext cx="66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33D91B-61D6-63D2-80DE-9669AE5FBD5D}"/>
                    </a:ext>
                  </a:extLst>
                </p14:cNvPr>
                <p14:cNvContentPartPr/>
                <p14:nvPr/>
              </p14:nvContentPartPr>
              <p14:xfrm>
                <a:off x="9146367" y="3561688"/>
                <a:ext cx="116640" cy="51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33D91B-61D6-63D2-80DE-9669AE5FBD5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137367" y="3552688"/>
                  <a:ext cx="134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D0A023C-05F0-D782-E655-17119191BB06}"/>
                    </a:ext>
                  </a:extLst>
                </p14:cNvPr>
                <p14:cNvContentPartPr/>
                <p14:nvPr/>
              </p14:nvContentPartPr>
              <p14:xfrm>
                <a:off x="9243567" y="3516328"/>
                <a:ext cx="124920" cy="12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D0A023C-05F0-D782-E655-17119191BB0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34927" y="3507328"/>
                  <a:ext cx="142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ECB6698-4577-B938-06AD-E82FFD4AFE3F}"/>
                    </a:ext>
                  </a:extLst>
                </p14:cNvPr>
                <p14:cNvContentPartPr/>
                <p14:nvPr/>
              </p14:nvContentPartPr>
              <p14:xfrm>
                <a:off x="9362367" y="3425248"/>
                <a:ext cx="44640" cy="42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ECB6698-4577-B938-06AD-E82FFD4AFE3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353367" y="3416248"/>
                  <a:ext cx="62280" cy="44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926B709-8407-EB40-F1E7-4B750420D842}"/>
              </a:ext>
            </a:extLst>
          </p:cNvPr>
          <p:cNvGrpSpPr/>
          <p:nvPr/>
        </p:nvGrpSpPr>
        <p:grpSpPr>
          <a:xfrm>
            <a:off x="9633807" y="3451528"/>
            <a:ext cx="616680" cy="405360"/>
            <a:chOff x="9633807" y="3451528"/>
            <a:chExt cx="61668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7E31F7-8E54-BAD5-55C8-41DC0C6E2BEA}"/>
                    </a:ext>
                  </a:extLst>
                </p14:cNvPr>
                <p14:cNvContentPartPr/>
                <p14:nvPr/>
              </p14:nvContentPartPr>
              <p14:xfrm>
                <a:off x="9633807" y="3519928"/>
                <a:ext cx="16200" cy="336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7E31F7-8E54-BAD5-55C8-41DC0C6E2BE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624807" y="3511288"/>
                  <a:ext cx="338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DEC053-FE58-1923-B310-9C6AF5FECAB3}"/>
                    </a:ext>
                  </a:extLst>
                </p14:cNvPr>
                <p14:cNvContentPartPr/>
                <p14:nvPr/>
              </p14:nvContentPartPr>
              <p14:xfrm>
                <a:off x="9640647" y="3566368"/>
                <a:ext cx="93240" cy="121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DEC053-FE58-1923-B310-9C6AF5FECAB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31647" y="3557368"/>
                  <a:ext cx="110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4ECADD-C08C-19B8-B09C-8951CA7146D5}"/>
                    </a:ext>
                  </a:extLst>
                </p14:cNvPr>
                <p14:cNvContentPartPr/>
                <p14:nvPr/>
              </p14:nvContentPartPr>
              <p14:xfrm>
                <a:off x="9779247" y="3451528"/>
                <a:ext cx="62640" cy="195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4ECADD-C08C-19B8-B09C-8951CA7146D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770607" y="3442528"/>
                  <a:ext cx="80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A43600C-FB69-18A6-0282-0DFABB8C8473}"/>
                    </a:ext>
                  </a:extLst>
                </p14:cNvPr>
                <p14:cNvContentPartPr/>
                <p14:nvPr/>
              </p14:nvContentPartPr>
              <p14:xfrm>
                <a:off x="9867807" y="3527848"/>
                <a:ext cx="83160" cy="8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A43600C-FB69-18A6-0282-0DFABB8C847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58807" y="3518848"/>
                  <a:ext cx="100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3626E23-9AB9-49C6-C9E3-5790C4DC026F}"/>
                    </a:ext>
                  </a:extLst>
                </p14:cNvPr>
                <p14:cNvContentPartPr/>
                <p14:nvPr/>
              </p14:nvContentPartPr>
              <p14:xfrm>
                <a:off x="9967527" y="3487888"/>
                <a:ext cx="282960" cy="103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3626E23-9AB9-49C6-C9E3-5790C4DC02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58887" y="3478888"/>
                  <a:ext cx="30060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2CD57C5-0C7A-5157-7B72-3557176E5BCA}"/>
              </a:ext>
            </a:extLst>
          </p:cNvPr>
          <p:cNvGrpSpPr/>
          <p:nvPr/>
        </p:nvGrpSpPr>
        <p:grpSpPr>
          <a:xfrm>
            <a:off x="10533927" y="3185793"/>
            <a:ext cx="569880" cy="604800"/>
            <a:chOff x="10533927" y="3185793"/>
            <a:chExt cx="56988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434886D-43C6-792A-18EB-F4C9CAD75736}"/>
                    </a:ext>
                  </a:extLst>
                </p14:cNvPr>
                <p14:cNvContentPartPr/>
                <p14:nvPr/>
              </p14:nvContentPartPr>
              <p14:xfrm>
                <a:off x="10533927" y="3413673"/>
                <a:ext cx="372600" cy="37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434886D-43C6-792A-18EB-F4C9CAD757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24927" y="3404673"/>
                  <a:ext cx="390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CB792C3-E848-8FFF-CD59-108059840A61}"/>
                    </a:ext>
                  </a:extLst>
                </p14:cNvPr>
                <p14:cNvContentPartPr/>
                <p14:nvPr/>
              </p14:nvContentPartPr>
              <p14:xfrm>
                <a:off x="10967367" y="3185793"/>
                <a:ext cx="136440" cy="455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CB792C3-E848-8FFF-CD59-108059840A6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958727" y="3177153"/>
                  <a:ext cx="154080" cy="47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9A253F4-AE77-E507-E4B4-22C4956E33BC}"/>
                  </a:ext>
                </a:extLst>
              </p14:cNvPr>
              <p14:cNvContentPartPr/>
              <p14:nvPr/>
            </p14:nvContentPartPr>
            <p14:xfrm>
              <a:off x="11763327" y="3302073"/>
              <a:ext cx="132120" cy="253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9A253F4-AE77-E507-E4B4-22C4956E33B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1754327" y="3293433"/>
                <a:ext cx="149760" cy="27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9C70C247-0384-E283-03FE-0D7660503AE5}"/>
              </a:ext>
            </a:extLst>
          </p:cNvPr>
          <p:cNvGrpSpPr/>
          <p:nvPr/>
        </p:nvGrpSpPr>
        <p:grpSpPr>
          <a:xfrm>
            <a:off x="212727" y="1341513"/>
            <a:ext cx="195120" cy="168120"/>
            <a:chOff x="212727" y="1341513"/>
            <a:chExt cx="19512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6F25C8-6422-BC4D-F898-E4528DF5952E}"/>
                    </a:ext>
                  </a:extLst>
                </p14:cNvPr>
                <p14:cNvContentPartPr/>
                <p14:nvPr/>
              </p14:nvContentPartPr>
              <p14:xfrm>
                <a:off x="212727" y="1349793"/>
                <a:ext cx="41760" cy="156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6F25C8-6422-BC4D-F898-E4528DF5952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4087" y="1341153"/>
                  <a:ext cx="59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7E3579-8B23-B820-046A-3E6D66106FAF}"/>
                    </a:ext>
                  </a:extLst>
                </p14:cNvPr>
                <p14:cNvContentPartPr/>
                <p14:nvPr/>
              </p14:nvContentPartPr>
              <p14:xfrm>
                <a:off x="222807" y="1355913"/>
                <a:ext cx="118440" cy="11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7E3579-8B23-B820-046A-3E6D66106FA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13807" y="1346913"/>
                  <a:ext cx="136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EC3CED3-EB15-9D57-FE5F-06CC971063A1}"/>
                    </a:ext>
                  </a:extLst>
                </p14:cNvPr>
                <p14:cNvContentPartPr/>
                <p14:nvPr/>
              </p14:nvContentPartPr>
              <p14:xfrm>
                <a:off x="347367" y="1341513"/>
                <a:ext cx="60480" cy="16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EC3CED3-EB15-9D57-FE5F-06CC971063A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8727" y="1332873"/>
                  <a:ext cx="781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9365C2A-7398-F2F3-3CB3-BC13916B7FB9}"/>
              </a:ext>
            </a:extLst>
          </p:cNvPr>
          <p:cNvGrpSpPr/>
          <p:nvPr/>
        </p:nvGrpSpPr>
        <p:grpSpPr>
          <a:xfrm>
            <a:off x="205527" y="1847673"/>
            <a:ext cx="267480" cy="177840"/>
            <a:chOff x="205527" y="1847673"/>
            <a:chExt cx="26748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BED925-E0DF-A728-D3E1-5F72BB12AAC4}"/>
                    </a:ext>
                  </a:extLst>
                </p14:cNvPr>
                <p14:cNvContentPartPr/>
                <p14:nvPr/>
              </p14:nvContentPartPr>
              <p14:xfrm>
                <a:off x="205527" y="1849113"/>
                <a:ext cx="71640" cy="176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BED925-E0DF-A728-D3E1-5F72BB12AAC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96887" y="1840113"/>
                  <a:ext cx="89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8906B1E-DC44-E2F1-E03C-B3738ADF4575}"/>
                    </a:ext>
                  </a:extLst>
                </p14:cNvPr>
                <p14:cNvContentPartPr/>
                <p14:nvPr/>
              </p14:nvContentPartPr>
              <p14:xfrm>
                <a:off x="213807" y="1847673"/>
                <a:ext cx="133920" cy="129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8906B1E-DC44-E2F1-E03C-B3738ADF457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05167" y="1839033"/>
                  <a:ext cx="151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EDD87A-9EB5-1FCF-F14A-B7CD617C89B0}"/>
                    </a:ext>
                  </a:extLst>
                </p14:cNvPr>
                <p14:cNvContentPartPr/>
                <p14:nvPr/>
              </p14:nvContentPartPr>
              <p14:xfrm>
                <a:off x="329007" y="1859913"/>
                <a:ext cx="144000" cy="100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EDD87A-9EB5-1FCF-F14A-B7CD617C89B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20007" y="1851273"/>
                  <a:ext cx="16164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E416549-10B5-AFE6-6D14-7B20C21A2BE1}"/>
              </a:ext>
            </a:extLst>
          </p:cNvPr>
          <p:cNvGrpSpPr/>
          <p:nvPr/>
        </p:nvGrpSpPr>
        <p:grpSpPr>
          <a:xfrm>
            <a:off x="214527" y="2361033"/>
            <a:ext cx="217800" cy="181080"/>
            <a:chOff x="214527" y="2361033"/>
            <a:chExt cx="21780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7077306-9376-0456-A523-2FD82E303FEE}"/>
                    </a:ext>
                  </a:extLst>
                </p14:cNvPr>
                <p14:cNvContentPartPr/>
                <p14:nvPr/>
              </p14:nvContentPartPr>
              <p14:xfrm>
                <a:off x="214527" y="2382273"/>
                <a:ext cx="66600" cy="159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7077306-9376-0456-A523-2FD82E303FE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05527" y="2373633"/>
                  <a:ext cx="84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305499E-294E-7E3F-98D0-FB8653C22ADE}"/>
                    </a:ext>
                  </a:extLst>
                </p14:cNvPr>
                <p14:cNvContentPartPr/>
                <p14:nvPr/>
              </p14:nvContentPartPr>
              <p14:xfrm>
                <a:off x="224967" y="2363913"/>
                <a:ext cx="128880" cy="117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305499E-294E-7E3F-98D0-FB8653C22AD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15967" y="2355273"/>
                  <a:ext cx="146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CAC141F-4C14-0EF5-7EE0-27F0A92E72B7}"/>
                    </a:ext>
                  </a:extLst>
                </p14:cNvPr>
                <p14:cNvContentPartPr/>
                <p14:nvPr/>
              </p14:nvContentPartPr>
              <p14:xfrm>
                <a:off x="340167" y="2361033"/>
                <a:ext cx="92160" cy="153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CAC141F-4C14-0EF5-7EE0-27F0A92E72B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31167" y="2352393"/>
                  <a:ext cx="1098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5569132-24FE-8FFA-CA47-3BE37EF829F3}"/>
              </a:ext>
            </a:extLst>
          </p:cNvPr>
          <p:cNvGrpSpPr/>
          <p:nvPr/>
        </p:nvGrpSpPr>
        <p:grpSpPr>
          <a:xfrm>
            <a:off x="288687" y="2925873"/>
            <a:ext cx="237600" cy="205560"/>
            <a:chOff x="288687" y="2925873"/>
            <a:chExt cx="23760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C4E019B-FC38-6A4C-2C47-DC95357310A1}"/>
                    </a:ext>
                  </a:extLst>
                </p14:cNvPr>
                <p14:cNvContentPartPr/>
                <p14:nvPr/>
              </p14:nvContentPartPr>
              <p14:xfrm>
                <a:off x="288687" y="2953233"/>
                <a:ext cx="69480" cy="178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C4E019B-FC38-6A4C-2C47-DC95357310A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0047" y="2944233"/>
                  <a:ext cx="87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819619-A776-F9DD-064E-8C11EE382D9C}"/>
                    </a:ext>
                  </a:extLst>
                </p14:cNvPr>
                <p14:cNvContentPartPr/>
                <p14:nvPr/>
              </p14:nvContentPartPr>
              <p14:xfrm>
                <a:off x="297687" y="2925873"/>
                <a:ext cx="143640" cy="162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819619-A776-F9DD-064E-8C11EE382D9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88687" y="2916873"/>
                  <a:ext cx="161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EA4B03-D256-40C4-7424-9DCA6DD7E4B3}"/>
                    </a:ext>
                  </a:extLst>
                </p14:cNvPr>
                <p14:cNvContentPartPr/>
                <p14:nvPr/>
              </p14:nvContentPartPr>
              <p14:xfrm>
                <a:off x="421887" y="2928393"/>
                <a:ext cx="104400" cy="169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EA4B03-D256-40C4-7424-9DCA6DD7E4B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12887" y="2919753"/>
                  <a:ext cx="12204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8553D03-721B-9CA1-337A-06240A8C25A0}"/>
              </a:ext>
            </a:extLst>
          </p:cNvPr>
          <p:cNvGrpSpPr/>
          <p:nvPr/>
        </p:nvGrpSpPr>
        <p:grpSpPr>
          <a:xfrm>
            <a:off x="3203607" y="4139433"/>
            <a:ext cx="268920" cy="207720"/>
            <a:chOff x="3203607" y="4139433"/>
            <a:chExt cx="26892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97744B-2F52-0F8F-3E59-E544F03765DB}"/>
                    </a:ext>
                  </a:extLst>
                </p14:cNvPr>
                <p14:cNvContentPartPr/>
                <p14:nvPr/>
              </p14:nvContentPartPr>
              <p14:xfrm>
                <a:off x="3203607" y="4176153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97744B-2F52-0F8F-3E59-E544F03765D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94967" y="4167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DBBECB-7798-585E-BBE2-0B0DE164B774}"/>
                    </a:ext>
                  </a:extLst>
                </p14:cNvPr>
                <p14:cNvContentPartPr/>
                <p14:nvPr/>
              </p14:nvContentPartPr>
              <p14:xfrm>
                <a:off x="3229527" y="4139433"/>
                <a:ext cx="30600" cy="183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DBBECB-7798-585E-BBE2-0B0DE164B77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20527" y="4130793"/>
                  <a:ext cx="4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B2ACFD2-3C9A-1468-748A-FF85C9018E3A}"/>
                    </a:ext>
                  </a:extLst>
                </p14:cNvPr>
                <p14:cNvContentPartPr/>
                <p14:nvPr/>
              </p14:nvContentPartPr>
              <p14:xfrm>
                <a:off x="3230967" y="4142313"/>
                <a:ext cx="186480" cy="171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B2ACFD2-3C9A-1468-748A-FF85C9018E3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222327" y="4133313"/>
                  <a:ext cx="204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B41F501-EDF0-9583-2EC4-D9C724DA3E25}"/>
                    </a:ext>
                  </a:extLst>
                </p14:cNvPr>
                <p14:cNvContentPartPr/>
                <p14:nvPr/>
              </p14:nvContentPartPr>
              <p14:xfrm>
                <a:off x="3437967" y="4165713"/>
                <a:ext cx="34560" cy="181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B41F501-EDF0-9583-2EC4-D9C724DA3E2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29327" y="4156713"/>
                  <a:ext cx="5220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9F8757E-5EBB-0647-1C38-E4510808902C}"/>
              </a:ext>
            </a:extLst>
          </p:cNvPr>
          <p:cNvGrpSpPr/>
          <p:nvPr/>
        </p:nvGrpSpPr>
        <p:grpSpPr>
          <a:xfrm>
            <a:off x="3250767" y="4590513"/>
            <a:ext cx="321480" cy="227880"/>
            <a:chOff x="3250767" y="4590513"/>
            <a:chExt cx="32148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0071BC-DD39-315E-CB1C-65B71A4F1445}"/>
                    </a:ext>
                  </a:extLst>
                </p14:cNvPr>
                <p14:cNvContentPartPr/>
                <p14:nvPr/>
              </p14:nvContentPartPr>
              <p14:xfrm>
                <a:off x="3261207" y="4632633"/>
                <a:ext cx="48600" cy="185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0071BC-DD39-315E-CB1C-65B71A4F14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52567" y="4623993"/>
                  <a:ext cx="662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A7CC75A-A292-3CF0-896A-226A3B33A975}"/>
                    </a:ext>
                  </a:extLst>
                </p14:cNvPr>
                <p14:cNvContentPartPr/>
                <p14:nvPr/>
              </p14:nvContentPartPr>
              <p14:xfrm>
                <a:off x="3250767" y="4590513"/>
                <a:ext cx="163080" cy="189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A7CC75A-A292-3CF0-896A-226A3B33A9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42127" y="4581513"/>
                  <a:ext cx="180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75AC62-D048-4EF2-28B8-CAFF983DFC1D}"/>
                    </a:ext>
                  </a:extLst>
                </p14:cNvPr>
                <p14:cNvContentPartPr/>
                <p14:nvPr/>
              </p14:nvContentPartPr>
              <p14:xfrm>
                <a:off x="3443727" y="4627233"/>
                <a:ext cx="128520" cy="135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75AC62-D048-4EF2-28B8-CAFF983DFC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4727" y="4618233"/>
                  <a:ext cx="1461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DF5DDDD-10D0-C316-4CE4-C2EFF97EC2F5}"/>
              </a:ext>
            </a:extLst>
          </p:cNvPr>
          <p:cNvGrpSpPr/>
          <p:nvPr/>
        </p:nvGrpSpPr>
        <p:grpSpPr>
          <a:xfrm>
            <a:off x="3241407" y="5079033"/>
            <a:ext cx="319320" cy="237600"/>
            <a:chOff x="3241407" y="5079033"/>
            <a:chExt cx="3193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E0259B8-CEE5-8BB8-1756-7F98001D6874}"/>
                    </a:ext>
                  </a:extLst>
                </p14:cNvPr>
                <p14:cNvContentPartPr/>
                <p14:nvPr/>
              </p14:nvContentPartPr>
              <p14:xfrm>
                <a:off x="3291087" y="5089113"/>
                <a:ext cx="24840" cy="227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E0259B8-CEE5-8BB8-1756-7F98001D687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82447" y="5080113"/>
                  <a:ext cx="42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E08427-351C-0D6F-4D09-1C88DC2263C0}"/>
                    </a:ext>
                  </a:extLst>
                </p14:cNvPr>
                <p14:cNvContentPartPr/>
                <p14:nvPr/>
              </p14:nvContentPartPr>
              <p14:xfrm>
                <a:off x="3241407" y="5102433"/>
                <a:ext cx="184680" cy="175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E08427-351C-0D6F-4D09-1C88DC2263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32767" y="5093793"/>
                  <a:ext cx="202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04D3377-2E21-68E0-9E4B-DBB3FCFC7E10}"/>
                    </a:ext>
                  </a:extLst>
                </p14:cNvPr>
                <p14:cNvContentPartPr/>
                <p14:nvPr/>
              </p14:nvContentPartPr>
              <p14:xfrm>
                <a:off x="3439407" y="5079033"/>
                <a:ext cx="121320" cy="182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04D3377-2E21-68E0-9E4B-DBB3FCFC7E1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30407" y="5070393"/>
                  <a:ext cx="1389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98A7148-A25D-8A2F-84DC-0EC72FBD751E}"/>
              </a:ext>
            </a:extLst>
          </p:cNvPr>
          <p:cNvGrpSpPr/>
          <p:nvPr/>
        </p:nvGrpSpPr>
        <p:grpSpPr>
          <a:xfrm>
            <a:off x="3339327" y="5409873"/>
            <a:ext cx="322200" cy="312840"/>
            <a:chOff x="3339327" y="5409873"/>
            <a:chExt cx="32220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75593D4-E8FE-F7EA-7535-21E0E3BA4419}"/>
                    </a:ext>
                  </a:extLst>
                </p14:cNvPr>
                <p14:cNvContentPartPr/>
                <p14:nvPr/>
              </p14:nvContentPartPr>
              <p14:xfrm>
                <a:off x="3364887" y="5409873"/>
                <a:ext cx="27000" cy="247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75593D4-E8FE-F7EA-7535-21E0E3BA441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56247" y="5401233"/>
                  <a:ext cx="44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545881-232B-708A-7B08-73CCCF4B3969}"/>
                    </a:ext>
                  </a:extLst>
                </p14:cNvPr>
                <p14:cNvContentPartPr/>
                <p14:nvPr/>
              </p14:nvContentPartPr>
              <p14:xfrm>
                <a:off x="3339327" y="5443353"/>
                <a:ext cx="138960" cy="165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545881-232B-708A-7B08-73CCCF4B396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30687" y="5434713"/>
                  <a:ext cx="156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8C59374-4E84-D9B1-E072-AF29DFB576DA}"/>
                    </a:ext>
                  </a:extLst>
                </p14:cNvPr>
                <p14:cNvContentPartPr/>
                <p14:nvPr/>
              </p14:nvContentPartPr>
              <p14:xfrm>
                <a:off x="3540567" y="5433273"/>
                <a:ext cx="120960" cy="289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8C59374-4E84-D9B1-E072-AF29DFB576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31567" y="5424273"/>
                  <a:ext cx="138600" cy="30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5269A0A-4773-6A34-F35A-4123B647F48A}"/>
                  </a:ext>
                </a:extLst>
              </p14:cNvPr>
              <p14:cNvContentPartPr/>
              <p14:nvPr/>
            </p14:nvContentPartPr>
            <p14:xfrm>
              <a:off x="11727687" y="3937473"/>
              <a:ext cx="161280" cy="1612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5269A0A-4773-6A34-F35A-4123B647F48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719047" y="3928473"/>
                <a:ext cx="178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99E7372-8088-26EC-1164-6F440D746C02}"/>
                  </a:ext>
                </a:extLst>
              </p14:cNvPr>
              <p14:cNvContentPartPr/>
              <p14:nvPr/>
            </p14:nvContentPartPr>
            <p14:xfrm>
              <a:off x="3959607" y="3384153"/>
              <a:ext cx="267120" cy="23335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99E7372-8088-26EC-1164-6F440D746C0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50967" y="3375513"/>
                <a:ext cx="284760" cy="23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7B46817-C482-D4FD-CB57-6215553E4EF2}"/>
                  </a:ext>
                </a:extLst>
              </p14:cNvPr>
              <p14:cNvContentPartPr/>
              <p14:nvPr/>
            </p14:nvContentPartPr>
            <p14:xfrm>
              <a:off x="3947727" y="2990313"/>
              <a:ext cx="8164440" cy="26481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7B46817-C482-D4FD-CB57-6215553E4EF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939087" y="2981673"/>
                <a:ext cx="8182080" cy="26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2929F5F-3CFF-4142-F004-5F72135C3FAE}"/>
                  </a:ext>
                </a:extLst>
              </p14:cNvPr>
              <p14:cNvContentPartPr/>
              <p14:nvPr/>
            </p14:nvContentPartPr>
            <p14:xfrm>
              <a:off x="4435167" y="4118913"/>
              <a:ext cx="35640" cy="1040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2929F5F-3CFF-4142-F004-5F72135C3FA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426527" y="4110273"/>
                <a:ext cx="532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3729281-A994-FA01-E5D6-7BB7A9ADB4F9}"/>
                  </a:ext>
                </a:extLst>
              </p14:cNvPr>
              <p14:cNvContentPartPr/>
              <p14:nvPr/>
            </p14:nvContentPartPr>
            <p14:xfrm>
              <a:off x="5416167" y="4111713"/>
              <a:ext cx="28440" cy="111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3729281-A994-FA01-E5D6-7BB7A9ADB4F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407167" y="4103073"/>
                <a:ext cx="460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4691C75-9460-DC85-47E6-460E8A5295D2}"/>
                  </a:ext>
                </a:extLst>
              </p14:cNvPr>
              <p14:cNvContentPartPr/>
              <p14:nvPr/>
            </p14:nvContentPartPr>
            <p14:xfrm>
              <a:off x="6355047" y="4098393"/>
              <a:ext cx="102600" cy="113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4691C75-9460-DC85-47E6-460E8A5295D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346047" y="4089753"/>
                <a:ext cx="120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993AF77-F644-25DC-0126-57CE18A132A0}"/>
                  </a:ext>
                </a:extLst>
              </p14:cNvPr>
              <p14:cNvContentPartPr/>
              <p14:nvPr/>
            </p14:nvContentPartPr>
            <p14:xfrm>
              <a:off x="7246767" y="4055553"/>
              <a:ext cx="122400" cy="1411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993AF77-F644-25DC-0126-57CE18A132A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237767" y="4046913"/>
                <a:ext cx="140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2DC5E2F-081E-81B5-B19E-CB05C821DD8B}"/>
                  </a:ext>
                </a:extLst>
              </p14:cNvPr>
              <p14:cNvContentPartPr/>
              <p14:nvPr/>
            </p14:nvContentPartPr>
            <p14:xfrm>
              <a:off x="8276727" y="4056993"/>
              <a:ext cx="128520" cy="1324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2DC5E2F-081E-81B5-B19E-CB05C821DD8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267727" y="4047993"/>
                <a:ext cx="1461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1B2AD8B-4C17-0DFD-F2C7-99597365E7D1}"/>
                  </a:ext>
                </a:extLst>
              </p14:cNvPr>
              <p14:cNvContentPartPr/>
              <p14:nvPr/>
            </p14:nvContentPartPr>
            <p14:xfrm>
              <a:off x="9185367" y="4027113"/>
              <a:ext cx="150480" cy="130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1B2AD8B-4C17-0DFD-F2C7-99597365E7D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176727" y="4018473"/>
                <a:ext cx="1681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5F2A793-CF89-82A6-BA0A-3F05710F16D0}"/>
                  </a:ext>
                </a:extLst>
              </p14:cNvPr>
              <p14:cNvContentPartPr/>
              <p14:nvPr/>
            </p14:nvContentPartPr>
            <p14:xfrm>
              <a:off x="9960087" y="4050153"/>
              <a:ext cx="141480" cy="122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5F2A793-CF89-82A6-BA0A-3F05710F16D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951087" y="4041153"/>
                <a:ext cx="159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CAA2E6B-449A-F852-BAD2-5D097FC84CD2}"/>
                  </a:ext>
                </a:extLst>
              </p14:cNvPr>
              <p14:cNvContentPartPr/>
              <p14:nvPr/>
            </p14:nvContentPartPr>
            <p14:xfrm>
              <a:off x="10726887" y="3988593"/>
              <a:ext cx="152640" cy="1429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CAA2E6B-449A-F852-BAD2-5D097FC84CD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717887" y="3979593"/>
                <a:ext cx="170280" cy="16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86FAE70-0DA5-6D58-F3A7-B6B399AB56D1}"/>
              </a:ext>
            </a:extLst>
          </p:cNvPr>
          <p:cNvGrpSpPr/>
          <p:nvPr/>
        </p:nvGrpSpPr>
        <p:grpSpPr>
          <a:xfrm>
            <a:off x="4223847" y="4417713"/>
            <a:ext cx="7903800" cy="1286640"/>
            <a:chOff x="4223847" y="4417713"/>
            <a:chExt cx="7903800" cy="12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F3056F4-6D22-7552-8B87-A0B553C36455}"/>
                    </a:ext>
                  </a:extLst>
                </p14:cNvPr>
                <p14:cNvContentPartPr/>
                <p14:nvPr/>
              </p14:nvContentPartPr>
              <p14:xfrm>
                <a:off x="4223847" y="5550273"/>
                <a:ext cx="7903800" cy="154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F3056F4-6D22-7552-8B87-A0B553C3645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14847" y="5541273"/>
                  <a:ext cx="7921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FA38CAC-3454-1225-6127-BA224AA6106E}"/>
                    </a:ext>
                  </a:extLst>
                </p14:cNvPr>
                <p14:cNvContentPartPr/>
                <p14:nvPr/>
              </p14:nvContentPartPr>
              <p14:xfrm>
                <a:off x="4484487" y="4569993"/>
                <a:ext cx="108360" cy="153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FA38CAC-3454-1225-6127-BA224AA6106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475847" y="4561353"/>
                  <a:ext cx="126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BE52524-F45E-C7C8-032A-C5264C323075}"/>
                    </a:ext>
                  </a:extLst>
                </p14:cNvPr>
                <p14:cNvContentPartPr/>
                <p14:nvPr/>
              </p14:nvContentPartPr>
              <p14:xfrm>
                <a:off x="5476287" y="4596633"/>
                <a:ext cx="92880" cy="11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BE52524-F45E-C7C8-032A-C5264C32307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67647" y="4587993"/>
                  <a:ext cx="110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985F796-D34A-D8FA-0416-C3D0564F024D}"/>
                    </a:ext>
                  </a:extLst>
                </p14:cNvPr>
                <p14:cNvContentPartPr/>
                <p14:nvPr/>
              </p14:nvContentPartPr>
              <p14:xfrm>
                <a:off x="6489327" y="4574673"/>
                <a:ext cx="23400" cy="10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985F796-D34A-D8FA-0416-C3D0564F02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80687" y="4565673"/>
                  <a:ext cx="41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A1E37D6-3F66-A321-F0C6-D3A600CB0FA5}"/>
                    </a:ext>
                  </a:extLst>
                </p14:cNvPr>
                <p14:cNvContentPartPr/>
                <p14:nvPr/>
              </p14:nvContentPartPr>
              <p14:xfrm>
                <a:off x="8404887" y="4509153"/>
                <a:ext cx="42840" cy="130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A1E37D6-3F66-A321-F0C6-D3A600CB0FA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95887" y="4500513"/>
                  <a:ext cx="60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D7771F8-BBBE-6AAC-AC9C-5875025E5E09}"/>
                    </a:ext>
                  </a:extLst>
                </p14:cNvPr>
                <p14:cNvContentPartPr/>
                <p14:nvPr/>
              </p14:nvContentPartPr>
              <p14:xfrm>
                <a:off x="7331367" y="4560633"/>
                <a:ext cx="132480" cy="10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D7771F8-BBBE-6AAC-AC9C-5875025E5E0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22727" y="4551633"/>
                  <a:ext cx="150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912E7C-2395-8A8C-990F-2344D05E3AAB}"/>
                    </a:ext>
                  </a:extLst>
                </p14:cNvPr>
                <p14:cNvContentPartPr/>
                <p14:nvPr/>
              </p14:nvContentPartPr>
              <p14:xfrm>
                <a:off x="9323607" y="4500153"/>
                <a:ext cx="155160" cy="132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912E7C-2395-8A8C-990F-2344D05E3A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14967" y="4491153"/>
                  <a:ext cx="172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0575BE-3608-D6F6-11F9-01269C3FE13B}"/>
                    </a:ext>
                  </a:extLst>
                </p14:cNvPr>
                <p14:cNvContentPartPr/>
                <p14:nvPr/>
              </p14:nvContentPartPr>
              <p14:xfrm>
                <a:off x="10144047" y="4479993"/>
                <a:ext cx="157680" cy="122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0575BE-3608-D6F6-11F9-01269C3FE1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35047" y="4470993"/>
                  <a:ext cx="175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6F8659F-FBC5-CFA8-160B-E753AEDEC4B2}"/>
                    </a:ext>
                  </a:extLst>
                </p14:cNvPr>
                <p14:cNvContentPartPr/>
                <p14:nvPr/>
              </p14:nvContentPartPr>
              <p14:xfrm>
                <a:off x="10729767" y="4431753"/>
                <a:ext cx="130320" cy="137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6F8659F-FBC5-CFA8-160B-E753AEDEC4B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720767" y="4422753"/>
                  <a:ext cx="147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63CA47A-E523-A1EF-F8E3-92F0AF077109}"/>
                    </a:ext>
                  </a:extLst>
                </p14:cNvPr>
                <p14:cNvContentPartPr/>
                <p14:nvPr/>
              </p14:nvContentPartPr>
              <p14:xfrm>
                <a:off x="7449087" y="4948713"/>
                <a:ext cx="47880" cy="135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63CA47A-E523-A1EF-F8E3-92F0AF07710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440447" y="4939713"/>
                  <a:ext cx="6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A84B76C-2A3E-3000-746A-8EAB07458C9A}"/>
                    </a:ext>
                  </a:extLst>
                </p14:cNvPr>
                <p14:cNvContentPartPr/>
                <p14:nvPr/>
              </p14:nvContentPartPr>
              <p14:xfrm>
                <a:off x="9456807" y="4904073"/>
                <a:ext cx="44280" cy="192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A84B76C-2A3E-3000-746A-8EAB07458C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447807" y="4895073"/>
                  <a:ext cx="61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50535C-E356-1EDC-72B9-30C840B7FFF6}"/>
                    </a:ext>
                  </a:extLst>
                </p14:cNvPr>
                <p14:cNvContentPartPr/>
                <p14:nvPr/>
              </p14:nvContentPartPr>
              <p14:xfrm>
                <a:off x="10293087" y="4911273"/>
                <a:ext cx="93600" cy="116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50535C-E356-1EDC-72B9-30C840B7FFF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84087" y="4902633"/>
                  <a:ext cx="111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F3DEF74-2D54-0BA1-83B0-72C292E054D5}"/>
                    </a:ext>
                  </a:extLst>
                </p14:cNvPr>
                <p14:cNvContentPartPr/>
                <p14:nvPr/>
              </p14:nvContentPartPr>
              <p14:xfrm>
                <a:off x="10841727" y="4827033"/>
                <a:ext cx="97920" cy="1497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F3DEF74-2D54-0BA1-83B0-72C292E054D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32727" y="4818033"/>
                  <a:ext cx="115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0C9D9C9-7873-D752-6CDD-20E60C52A022}"/>
                    </a:ext>
                  </a:extLst>
                </p14:cNvPr>
                <p14:cNvContentPartPr/>
                <p14:nvPr/>
              </p14:nvContentPartPr>
              <p14:xfrm>
                <a:off x="8543847" y="4948713"/>
                <a:ext cx="109080" cy="128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0C9D9C9-7873-D752-6CDD-20E60C52A0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34847" y="4939713"/>
                  <a:ext cx="126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680FEA5-6C51-639C-153F-5093E7E04448}"/>
                    </a:ext>
                  </a:extLst>
                </p14:cNvPr>
                <p14:cNvContentPartPr/>
                <p14:nvPr/>
              </p14:nvContentPartPr>
              <p14:xfrm>
                <a:off x="6518847" y="4956993"/>
                <a:ext cx="125280" cy="147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680FEA5-6C51-639C-153F-5093E7E0444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09847" y="4947993"/>
                  <a:ext cx="142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6A8D93B-711E-EAD8-B179-4203C04D98A4}"/>
                    </a:ext>
                  </a:extLst>
                </p14:cNvPr>
                <p14:cNvContentPartPr/>
                <p14:nvPr/>
              </p14:nvContentPartPr>
              <p14:xfrm>
                <a:off x="5403927" y="5012073"/>
                <a:ext cx="131400" cy="145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6A8D93B-711E-EAD8-B179-4203C04D98A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95287" y="5003073"/>
                  <a:ext cx="149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2F28F8-F911-333D-6008-898426B56B9B}"/>
                    </a:ext>
                  </a:extLst>
                </p14:cNvPr>
                <p14:cNvContentPartPr/>
                <p14:nvPr/>
              </p14:nvContentPartPr>
              <p14:xfrm>
                <a:off x="4565847" y="4999113"/>
                <a:ext cx="167400" cy="158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2F28F8-F911-333D-6008-898426B56B9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56847" y="4990113"/>
                  <a:ext cx="185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E54C1D3-E94D-487F-CAB0-2EDA1B9542A0}"/>
                    </a:ext>
                  </a:extLst>
                </p14:cNvPr>
                <p14:cNvContentPartPr/>
                <p14:nvPr/>
              </p14:nvContentPartPr>
              <p14:xfrm>
                <a:off x="5546127" y="5385033"/>
                <a:ext cx="29160" cy="171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E54C1D3-E94D-487F-CAB0-2EDA1B9542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37127" y="5376393"/>
                  <a:ext cx="46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7DD955-9447-36E9-8A13-9AAE36A471B0}"/>
                    </a:ext>
                  </a:extLst>
                </p14:cNvPr>
                <p14:cNvContentPartPr/>
                <p14:nvPr/>
              </p14:nvContentPartPr>
              <p14:xfrm>
                <a:off x="10951167" y="5221233"/>
                <a:ext cx="27360" cy="225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7DD955-9447-36E9-8A13-9AAE36A471B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42527" y="5212593"/>
                  <a:ext cx="45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B74C70-28AA-12FE-0133-20FC043658D1}"/>
                    </a:ext>
                  </a:extLst>
                </p14:cNvPr>
                <p14:cNvContentPartPr/>
                <p14:nvPr/>
              </p14:nvContentPartPr>
              <p14:xfrm>
                <a:off x="10398927" y="5211873"/>
                <a:ext cx="110880" cy="145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B74C70-28AA-12FE-0133-20FC043658D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89927" y="5202873"/>
                  <a:ext cx="128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7BE7CBB-2BFD-727C-8A81-39A7456B8AC5}"/>
                    </a:ext>
                  </a:extLst>
                </p14:cNvPr>
                <p14:cNvContentPartPr/>
                <p14:nvPr/>
              </p14:nvContentPartPr>
              <p14:xfrm>
                <a:off x="9482367" y="5312313"/>
                <a:ext cx="147960" cy="119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7BE7CBB-2BFD-727C-8A81-39A7456B8AC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473727" y="5303673"/>
                  <a:ext cx="165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24CFB9-F849-7DF4-4DFF-C917F6798AA2}"/>
                    </a:ext>
                  </a:extLst>
                </p14:cNvPr>
                <p14:cNvContentPartPr/>
                <p14:nvPr/>
              </p14:nvContentPartPr>
              <p14:xfrm>
                <a:off x="8547447" y="5354433"/>
                <a:ext cx="150480" cy="117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24CFB9-F849-7DF4-4DFF-C917F6798AA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38447" y="5345793"/>
                  <a:ext cx="168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8DDDDFD-E679-9A9C-F8CD-5789B69A3B1E}"/>
                    </a:ext>
                  </a:extLst>
                </p14:cNvPr>
                <p14:cNvContentPartPr/>
                <p14:nvPr/>
              </p14:nvContentPartPr>
              <p14:xfrm>
                <a:off x="7484367" y="5371353"/>
                <a:ext cx="96120" cy="150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8DDDDFD-E679-9A9C-F8CD-5789B69A3B1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75727" y="5362713"/>
                  <a:ext cx="113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2F530CB-B387-F20A-0827-6B6F1CDF96E8}"/>
                    </a:ext>
                  </a:extLst>
                </p14:cNvPr>
                <p14:cNvContentPartPr/>
                <p14:nvPr/>
              </p14:nvContentPartPr>
              <p14:xfrm>
                <a:off x="6476727" y="5399433"/>
                <a:ext cx="158400" cy="158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2F530CB-B387-F20A-0827-6B6F1CDF96E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468087" y="5390433"/>
                  <a:ext cx="176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DADAA2B-A621-02A9-AEB6-777DBFD84939}"/>
                    </a:ext>
                  </a:extLst>
                </p14:cNvPr>
                <p14:cNvContentPartPr/>
                <p14:nvPr/>
              </p14:nvContentPartPr>
              <p14:xfrm>
                <a:off x="4622367" y="5465673"/>
                <a:ext cx="154440" cy="150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DADAA2B-A621-02A9-AEB6-777DBFD8493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613367" y="5457033"/>
                  <a:ext cx="172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82B6EF-DDF8-A56D-0F24-4A11CBC7CB5A}"/>
                    </a:ext>
                  </a:extLst>
                </p14:cNvPr>
                <p14:cNvContentPartPr/>
                <p14:nvPr/>
              </p14:nvContentPartPr>
              <p14:xfrm>
                <a:off x="11838567" y="4417713"/>
                <a:ext cx="46440" cy="155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82B6EF-DDF8-A56D-0F24-4A11CBC7CB5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829927" y="4408713"/>
                  <a:ext cx="64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CEB7B0C-84BF-EECD-BF64-0FE87E966E28}"/>
                    </a:ext>
                  </a:extLst>
                </p14:cNvPr>
                <p14:cNvContentPartPr/>
                <p14:nvPr/>
              </p14:nvContentPartPr>
              <p14:xfrm>
                <a:off x="11857647" y="4805073"/>
                <a:ext cx="30600" cy="171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CEB7B0C-84BF-EECD-BF64-0FE87E966E2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848647" y="4796073"/>
                  <a:ext cx="48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52CFD5E-1A53-B046-C5F1-DAF9F2FB8353}"/>
                    </a:ext>
                  </a:extLst>
                </p14:cNvPr>
                <p14:cNvContentPartPr/>
                <p14:nvPr/>
              </p14:nvContentPartPr>
              <p14:xfrm>
                <a:off x="11885727" y="5281713"/>
                <a:ext cx="113400" cy="160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52CFD5E-1A53-B046-C5F1-DAF9F2FB835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876727" y="5272713"/>
                  <a:ext cx="13104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E5C94B7-EFBC-DF6E-EDAF-30909C3278E8}"/>
                  </a:ext>
                </a:extLst>
              </p14:cNvPr>
              <p14:cNvContentPartPr/>
              <p14:nvPr/>
            </p14:nvContentPartPr>
            <p14:xfrm>
              <a:off x="4074087" y="3616353"/>
              <a:ext cx="7925040" cy="3502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E5C94B7-EFBC-DF6E-EDAF-30909C3278E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065447" y="3607713"/>
                <a:ext cx="79426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08C7498-AA85-6D30-30B7-828B1853B992}"/>
                  </a:ext>
                </a:extLst>
              </p14:cNvPr>
              <p14:cNvContentPartPr/>
              <p14:nvPr/>
            </p14:nvContentPartPr>
            <p14:xfrm>
              <a:off x="11341407" y="3093993"/>
              <a:ext cx="322560" cy="25405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08C7498-AA85-6D30-30B7-828B1853B99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1332767" y="3084993"/>
                <a:ext cx="340200" cy="255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7132064-779A-A40D-A85B-D0349F0CE119}"/>
              </a:ext>
            </a:extLst>
          </p:cNvPr>
          <p:cNvGrpSpPr/>
          <p:nvPr/>
        </p:nvGrpSpPr>
        <p:grpSpPr>
          <a:xfrm>
            <a:off x="4023687" y="1409913"/>
            <a:ext cx="4088160" cy="1679760"/>
            <a:chOff x="4023687" y="1409913"/>
            <a:chExt cx="4088160" cy="167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C3E4B62-9A7C-BB81-5835-CF49C7C1DA85}"/>
                    </a:ext>
                  </a:extLst>
                </p14:cNvPr>
                <p14:cNvContentPartPr/>
                <p14:nvPr/>
              </p14:nvContentPartPr>
              <p14:xfrm>
                <a:off x="4023687" y="1409913"/>
                <a:ext cx="4016880" cy="1653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C3E4B62-9A7C-BB81-5835-CF49C7C1DA8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015047" y="1401273"/>
                  <a:ext cx="4034520" cy="16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8327A96-8714-58B5-278C-3B69053DB3E1}"/>
                    </a:ext>
                  </a:extLst>
                </p14:cNvPr>
                <p14:cNvContentPartPr/>
                <p14:nvPr/>
              </p14:nvContentPartPr>
              <p14:xfrm>
                <a:off x="7890087" y="2969433"/>
                <a:ext cx="161640" cy="62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8327A96-8714-58B5-278C-3B69053DB3E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81447" y="2960433"/>
                  <a:ext cx="179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9E538AF-F47A-8BF0-790C-DDE1A3E36CB8}"/>
                    </a:ext>
                  </a:extLst>
                </p14:cNvPr>
                <p14:cNvContentPartPr/>
                <p14:nvPr/>
              </p14:nvContentPartPr>
              <p14:xfrm>
                <a:off x="8012487" y="2927673"/>
                <a:ext cx="99360" cy="162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9E538AF-F47A-8BF0-790C-DDE1A3E36CB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003847" y="2919033"/>
                  <a:ext cx="11700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39DD31A6-23E7-57AF-7A4B-5B78C7EF0FB3}"/>
                  </a:ext>
                </a:extLst>
              </p14:cNvPr>
              <p14:cNvContentPartPr/>
              <p14:nvPr/>
            </p14:nvContentPartPr>
            <p14:xfrm>
              <a:off x="8701167" y="944073"/>
              <a:ext cx="142200" cy="2044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39DD31A6-23E7-57AF-7A4B-5B78C7EF0FB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692527" y="935433"/>
                <a:ext cx="15984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D1BCDBC-EB4C-EFEA-F401-EA43871AC2D7}"/>
              </a:ext>
            </a:extLst>
          </p:cNvPr>
          <p:cNvGrpSpPr/>
          <p:nvPr/>
        </p:nvGrpSpPr>
        <p:grpSpPr>
          <a:xfrm>
            <a:off x="8547447" y="838953"/>
            <a:ext cx="614520" cy="457560"/>
            <a:chOff x="8547447" y="838953"/>
            <a:chExt cx="61452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B211163-7712-43A7-2F7F-B3E560BDA564}"/>
                    </a:ext>
                  </a:extLst>
                </p14:cNvPr>
                <p14:cNvContentPartPr/>
                <p14:nvPr/>
              </p14:nvContentPartPr>
              <p14:xfrm>
                <a:off x="8874687" y="946953"/>
                <a:ext cx="93960" cy="158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B211163-7712-43A7-2F7F-B3E560BDA56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865687" y="938313"/>
                  <a:ext cx="111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CA525D9-836B-212B-6CF8-8E24A855F60C}"/>
                    </a:ext>
                  </a:extLst>
                </p14:cNvPr>
                <p14:cNvContentPartPr/>
                <p14:nvPr/>
              </p14:nvContentPartPr>
              <p14:xfrm>
                <a:off x="8953167" y="946233"/>
                <a:ext cx="43560" cy="162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CA525D9-836B-212B-6CF8-8E24A855F60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44167" y="937593"/>
                  <a:ext cx="61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6F277AF-5088-5EC5-228E-1A92993FDE13}"/>
                    </a:ext>
                  </a:extLst>
                </p14:cNvPr>
                <p14:cNvContentPartPr/>
                <p14:nvPr/>
              </p14:nvContentPartPr>
              <p14:xfrm>
                <a:off x="8932287" y="882513"/>
                <a:ext cx="229680" cy="414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6F277AF-5088-5EC5-228E-1A92993FDE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923287" y="873513"/>
                  <a:ext cx="2473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FF5CE39-6C3C-1C1C-1DA8-D7245BAFA019}"/>
                    </a:ext>
                  </a:extLst>
                </p14:cNvPr>
                <p14:cNvContentPartPr/>
                <p14:nvPr/>
              </p14:nvContentPartPr>
              <p14:xfrm>
                <a:off x="8547447" y="838953"/>
                <a:ext cx="263160" cy="444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FF5CE39-6C3C-1C1C-1DA8-D7245BAFA01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38447" y="830313"/>
                  <a:ext cx="2808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D6D0CCD-56EB-82CF-0007-F09105514677}"/>
              </a:ext>
            </a:extLst>
          </p:cNvPr>
          <p:cNvGrpSpPr/>
          <p:nvPr/>
        </p:nvGrpSpPr>
        <p:grpSpPr>
          <a:xfrm>
            <a:off x="5951847" y="949113"/>
            <a:ext cx="2288160" cy="813240"/>
            <a:chOff x="5951847" y="949113"/>
            <a:chExt cx="228816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5568E0B-CBB2-D8B2-73BC-ACD186BB756E}"/>
                    </a:ext>
                  </a:extLst>
                </p14:cNvPr>
                <p14:cNvContentPartPr/>
                <p14:nvPr/>
              </p14:nvContentPartPr>
              <p14:xfrm>
                <a:off x="5951847" y="1036593"/>
                <a:ext cx="371520" cy="474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5568E0B-CBB2-D8B2-73BC-ACD186BB756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43207" y="1027953"/>
                  <a:ext cx="3891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BE2B7A-5514-973C-B0DF-0B3F6053805B}"/>
                    </a:ext>
                  </a:extLst>
                </p14:cNvPr>
                <p14:cNvContentPartPr/>
                <p14:nvPr/>
              </p14:nvContentPartPr>
              <p14:xfrm>
                <a:off x="6342087" y="1300113"/>
                <a:ext cx="125640" cy="86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BE2B7A-5514-973C-B0DF-0B3F6053805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33447" y="1291113"/>
                  <a:ext cx="143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EAA8C5C-37C3-0ED1-0459-480AB0EA2AA2}"/>
                    </a:ext>
                  </a:extLst>
                </p14:cNvPr>
                <p14:cNvContentPartPr/>
                <p14:nvPr/>
              </p14:nvContentPartPr>
              <p14:xfrm>
                <a:off x="6476367" y="1291473"/>
                <a:ext cx="84600" cy="91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EAA8C5C-37C3-0ED1-0459-480AB0EA2AA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67727" y="1282833"/>
                  <a:ext cx="102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8F19F6E-D30E-4452-6E92-3E5967DE0EB1}"/>
                    </a:ext>
                  </a:extLst>
                </p14:cNvPr>
                <p14:cNvContentPartPr/>
                <p14:nvPr/>
              </p14:nvContentPartPr>
              <p14:xfrm>
                <a:off x="6599847" y="1136313"/>
                <a:ext cx="79560" cy="265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8F19F6E-D30E-4452-6E92-3E5967DE0EB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91207" y="1127313"/>
                  <a:ext cx="972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AF0B4C-5C7B-D07D-46B8-61A9AFD1C6C3}"/>
                    </a:ext>
                  </a:extLst>
                </p14:cNvPr>
                <p14:cNvContentPartPr/>
                <p14:nvPr/>
              </p14:nvContentPartPr>
              <p14:xfrm>
                <a:off x="6583287" y="1214433"/>
                <a:ext cx="114480" cy="35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AF0B4C-5C7B-D07D-46B8-61A9AFD1C6C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574287" y="1205793"/>
                  <a:ext cx="132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F3CFA0-06E6-BFCA-4B19-F98DA17412A4}"/>
                    </a:ext>
                  </a:extLst>
                </p14:cNvPr>
                <p14:cNvContentPartPr/>
                <p14:nvPr/>
              </p14:nvContentPartPr>
              <p14:xfrm>
                <a:off x="6845367" y="1088433"/>
                <a:ext cx="127080" cy="267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F3CFA0-06E6-BFCA-4B19-F98DA17412A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36727" y="1079433"/>
                  <a:ext cx="1447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05631E7-1BFE-6D36-A354-5967A15C1D84}"/>
                    </a:ext>
                  </a:extLst>
                </p14:cNvPr>
                <p14:cNvContentPartPr/>
                <p14:nvPr/>
              </p14:nvContentPartPr>
              <p14:xfrm>
                <a:off x="6976047" y="949113"/>
                <a:ext cx="49320" cy="443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05631E7-1BFE-6D36-A354-5967A15C1D8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67407" y="940473"/>
                  <a:ext cx="669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887A599-7FDF-C52B-B75F-22E62C947F9D}"/>
                    </a:ext>
                  </a:extLst>
                </p14:cNvPr>
                <p14:cNvContentPartPr/>
                <p14:nvPr/>
              </p14:nvContentPartPr>
              <p14:xfrm>
                <a:off x="7064967" y="1192473"/>
                <a:ext cx="102960" cy="123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887A599-7FDF-C52B-B75F-22E62C947F9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55967" y="1183833"/>
                  <a:ext cx="120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C3285A7-CF2F-5883-3188-6664C411CBAD}"/>
                    </a:ext>
                  </a:extLst>
                </p14:cNvPr>
                <p14:cNvContentPartPr/>
                <p14:nvPr/>
              </p14:nvContentPartPr>
              <p14:xfrm>
                <a:off x="7211847" y="1080153"/>
                <a:ext cx="168480" cy="213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C3285A7-CF2F-5883-3188-6664C411CB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202847" y="1071153"/>
                  <a:ext cx="186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175AF65-DBDF-9E27-D39E-9AD657941168}"/>
                    </a:ext>
                  </a:extLst>
                </p14:cNvPr>
                <p14:cNvContentPartPr/>
                <p14:nvPr/>
              </p14:nvContentPartPr>
              <p14:xfrm>
                <a:off x="7337127" y="1145313"/>
                <a:ext cx="193320" cy="95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175AF65-DBDF-9E27-D39E-9AD65794116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28487" y="1136313"/>
                  <a:ext cx="210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AB65275-D037-7457-82E4-ABF500452121}"/>
                    </a:ext>
                  </a:extLst>
                </p14:cNvPr>
                <p14:cNvContentPartPr/>
                <p14:nvPr/>
              </p14:nvContentPartPr>
              <p14:xfrm>
                <a:off x="7555647" y="1103193"/>
                <a:ext cx="198360" cy="130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AB65275-D037-7457-82E4-ABF50045212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46647" y="1094193"/>
                  <a:ext cx="216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4D6045E-66F0-A240-4172-8E42E8E0875F}"/>
                    </a:ext>
                  </a:extLst>
                </p14:cNvPr>
                <p14:cNvContentPartPr/>
                <p14:nvPr/>
              </p14:nvContentPartPr>
              <p14:xfrm>
                <a:off x="7697487" y="1021473"/>
                <a:ext cx="60840" cy="52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4D6045E-66F0-A240-4172-8E42E8E0875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688847" y="1012833"/>
                  <a:ext cx="7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E5C1B6C-8F9A-A38A-3D60-D299A0E9B3F8}"/>
                    </a:ext>
                  </a:extLst>
                </p14:cNvPr>
                <p14:cNvContentPartPr/>
                <p14:nvPr/>
              </p14:nvContentPartPr>
              <p14:xfrm>
                <a:off x="7765167" y="1104993"/>
                <a:ext cx="183600" cy="118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E5C1B6C-8F9A-A38A-3D60-D299A0E9B3F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756167" y="1096353"/>
                  <a:ext cx="201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6EAFBE9-00BC-17F5-CFCF-13E9D21B093A}"/>
                    </a:ext>
                  </a:extLst>
                </p14:cNvPr>
                <p14:cNvContentPartPr/>
                <p14:nvPr/>
              </p14:nvContentPartPr>
              <p14:xfrm>
                <a:off x="7944807" y="1075473"/>
                <a:ext cx="125280" cy="124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6EAFBE9-00BC-17F5-CFCF-13E9D21B093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935807" y="1066833"/>
                  <a:ext cx="142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E6BD35F-7799-CC55-DA5A-8F1B44E9EEF4}"/>
                    </a:ext>
                  </a:extLst>
                </p14:cNvPr>
                <p14:cNvContentPartPr/>
                <p14:nvPr/>
              </p14:nvContentPartPr>
              <p14:xfrm>
                <a:off x="8075487" y="1052433"/>
                <a:ext cx="164520" cy="140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E6BD35F-7799-CC55-DA5A-8F1B44E9EEF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066847" y="1043793"/>
                  <a:ext cx="182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EEE8157-6510-1836-68CA-D9F681960989}"/>
                    </a:ext>
                  </a:extLst>
                </p14:cNvPr>
                <p14:cNvContentPartPr/>
                <p14:nvPr/>
              </p14:nvContentPartPr>
              <p14:xfrm>
                <a:off x="6864807" y="1500993"/>
                <a:ext cx="165960" cy="186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EEE8157-6510-1836-68CA-D9F68196098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855807" y="1492353"/>
                  <a:ext cx="183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30301D9-ADBA-E02B-6ACB-3A8B7BEAC28C}"/>
                    </a:ext>
                  </a:extLst>
                </p14:cNvPr>
                <p14:cNvContentPartPr/>
                <p14:nvPr/>
              </p14:nvContentPartPr>
              <p14:xfrm>
                <a:off x="7001967" y="1597113"/>
                <a:ext cx="89280" cy="165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30301D9-ADBA-E02B-6ACB-3A8B7BEAC28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93327" y="1588473"/>
                  <a:ext cx="1069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B4FB485-69DD-1B37-E12F-D6BA8F1C90EC}"/>
              </a:ext>
            </a:extLst>
          </p:cNvPr>
          <p:cNvGrpSpPr/>
          <p:nvPr/>
        </p:nvGrpSpPr>
        <p:grpSpPr>
          <a:xfrm>
            <a:off x="7256847" y="1569033"/>
            <a:ext cx="780480" cy="175680"/>
            <a:chOff x="7256847" y="1569033"/>
            <a:chExt cx="78048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57CFE57-078A-7527-BE67-33E9022188B6}"/>
                    </a:ext>
                  </a:extLst>
                </p14:cNvPr>
                <p14:cNvContentPartPr/>
                <p14:nvPr/>
              </p14:nvContentPartPr>
              <p14:xfrm>
                <a:off x="7256847" y="1599273"/>
                <a:ext cx="168120" cy="145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57CFE57-078A-7527-BE67-33E9022188B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248207" y="1590633"/>
                  <a:ext cx="185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7628EAF-6CD3-5C0F-A4BB-8F0C27DCA6F0}"/>
                    </a:ext>
                  </a:extLst>
                </p14:cNvPr>
                <p14:cNvContentPartPr/>
                <p14:nvPr/>
              </p14:nvContentPartPr>
              <p14:xfrm>
                <a:off x="7468167" y="1644633"/>
                <a:ext cx="62280" cy="97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7628EAF-6CD3-5C0F-A4BB-8F0C27DCA6F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459167" y="1635633"/>
                  <a:ext cx="79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9C9A372-ABBA-EDA3-8011-5DDC12EBEB38}"/>
                    </a:ext>
                  </a:extLst>
                </p14:cNvPr>
                <p14:cNvContentPartPr/>
                <p14:nvPr/>
              </p14:nvContentPartPr>
              <p14:xfrm>
                <a:off x="7562487" y="1654353"/>
                <a:ext cx="54720" cy="73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9C9A372-ABBA-EDA3-8011-5DDC12EBEB3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553487" y="1645353"/>
                  <a:ext cx="72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72ED010-5906-17CC-557D-E5D7147C2C7F}"/>
                    </a:ext>
                  </a:extLst>
                </p14:cNvPr>
                <p14:cNvContentPartPr/>
                <p14:nvPr/>
              </p14:nvContentPartPr>
              <p14:xfrm>
                <a:off x="7615767" y="1646433"/>
                <a:ext cx="42840" cy="88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72ED010-5906-17CC-557D-E5D7147C2C7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606767" y="1637793"/>
                  <a:ext cx="60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E55D64-0FF4-6C95-E81D-5A4C925529E4}"/>
                    </a:ext>
                  </a:extLst>
                </p14:cNvPr>
                <p14:cNvContentPartPr/>
                <p14:nvPr/>
              </p14:nvContentPartPr>
              <p14:xfrm>
                <a:off x="7666167" y="1624113"/>
                <a:ext cx="173160" cy="92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E55D64-0FF4-6C95-E81D-5A4C925529E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657167" y="1615473"/>
                  <a:ext cx="190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25A97D2-96DE-C0A2-FF9D-81D7B188DB05}"/>
                    </a:ext>
                  </a:extLst>
                </p14:cNvPr>
                <p14:cNvContentPartPr/>
                <p14:nvPr/>
              </p14:nvContentPartPr>
              <p14:xfrm>
                <a:off x="7893327" y="1569033"/>
                <a:ext cx="26280" cy="150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25A97D2-96DE-C0A2-FF9D-81D7B188DB0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884327" y="1560033"/>
                  <a:ext cx="43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8A40206-2906-9714-8F2A-C8430C8B6BCE}"/>
                    </a:ext>
                  </a:extLst>
                </p14:cNvPr>
                <p14:cNvContentPartPr/>
                <p14:nvPr/>
              </p14:nvContentPartPr>
              <p14:xfrm>
                <a:off x="7885047" y="1614753"/>
                <a:ext cx="152280" cy="124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8A40206-2906-9714-8F2A-C8430C8B6BC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876047" y="1605753"/>
                  <a:ext cx="16992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ECBCB3E-EB16-E908-7359-A83CE979D378}"/>
              </a:ext>
            </a:extLst>
          </p:cNvPr>
          <p:cNvGrpSpPr/>
          <p:nvPr/>
        </p:nvGrpSpPr>
        <p:grpSpPr>
          <a:xfrm>
            <a:off x="8241087" y="1538433"/>
            <a:ext cx="448560" cy="176760"/>
            <a:chOff x="8241087" y="1538433"/>
            <a:chExt cx="44856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48980C0-C7EC-9988-DEDE-73DB1772D7F0}"/>
                    </a:ext>
                  </a:extLst>
                </p14:cNvPr>
                <p14:cNvContentPartPr/>
                <p14:nvPr/>
              </p14:nvContentPartPr>
              <p14:xfrm>
                <a:off x="8252247" y="1538433"/>
                <a:ext cx="103680" cy="176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48980C0-C7EC-9988-DEDE-73DB1772D7F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43247" y="1529793"/>
                  <a:ext cx="121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3509B37-14D5-3899-9FB8-58107A7BC0E6}"/>
                    </a:ext>
                  </a:extLst>
                </p14:cNvPr>
                <p14:cNvContentPartPr/>
                <p14:nvPr/>
              </p14:nvContentPartPr>
              <p14:xfrm>
                <a:off x="8241087" y="1631313"/>
                <a:ext cx="138600" cy="20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3509B37-14D5-3899-9FB8-58107A7BC0E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232087" y="1622313"/>
                  <a:ext cx="156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7E26C1-F02A-8F26-0721-202B36B4C50A}"/>
                    </a:ext>
                  </a:extLst>
                </p14:cNvPr>
                <p14:cNvContentPartPr/>
                <p14:nvPr/>
              </p14:nvContentPartPr>
              <p14:xfrm>
                <a:off x="8388687" y="1617993"/>
                <a:ext cx="73800" cy="72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7E26C1-F02A-8F26-0721-202B36B4C50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379687" y="1608993"/>
                  <a:ext cx="91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782F3C2-0CC8-8AB8-04EB-BF5614231262}"/>
                    </a:ext>
                  </a:extLst>
                </p14:cNvPr>
                <p14:cNvContentPartPr/>
                <p14:nvPr/>
              </p14:nvContentPartPr>
              <p14:xfrm>
                <a:off x="8479047" y="1590633"/>
                <a:ext cx="99360" cy="97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782F3C2-0CC8-8AB8-04EB-BF561423126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470407" y="1581993"/>
                  <a:ext cx="117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EAAA01B-4941-2F55-044D-7559722AB21F}"/>
                    </a:ext>
                  </a:extLst>
                </p14:cNvPr>
                <p14:cNvContentPartPr/>
                <p14:nvPr/>
              </p14:nvContentPartPr>
              <p14:xfrm>
                <a:off x="8594247" y="1539513"/>
                <a:ext cx="36720" cy="128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EAAA01B-4941-2F55-044D-7559722AB21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85607" y="1530513"/>
                  <a:ext cx="54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267AFA5-77FF-2B23-E4C4-9174987E5612}"/>
                    </a:ext>
                  </a:extLst>
                </p14:cNvPr>
                <p14:cNvContentPartPr/>
                <p14:nvPr/>
              </p14:nvContentPartPr>
              <p14:xfrm>
                <a:off x="8592087" y="1589193"/>
                <a:ext cx="97560" cy="28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267AFA5-77FF-2B23-E4C4-9174987E561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83087" y="1580193"/>
                  <a:ext cx="115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7F18446-998D-BBF6-FEBE-5FA3E38BF82A}"/>
              </a:ext>
            </a:extLst>
          </p:cNvPr>
          <p:cNvGrpSpPr/>
          <p:nvPr/>
        </p:nvGrpSpPr>
        <p:grpSpPr>
          <a:xfrm>
            <a:off x="8853087" y="1480113"/>
            <a:ext cx="470160" cy="189360"/>
            <a:chOff x="8853087" y="1480113"/>
            <a:chExt cx="47016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CD53DBE-DC39-B329-DDF1-071170B3E70A}"/>
                    </a:ext>
                  </a:extLst>
                </p14:cNvPr>
                <p14:cNvContentPartPr/>
                <p14:nvPr/>
              </p14:nvContentPartPr>
              <p14:xfrm>
                <a:off x="8853087" y="1480113"/>
                <a:ext cx="116640" cy="189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CD53DBE-DC39-B329-DDF1-071170B3E70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44087" y="1471473"/>
                  <a:ext cx="134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FEE2868-11CC-2267-45BA-EE53794AA324}"/>
                    </a:ext>
                  </a:extLst>
                </p14:cNvPr>
                <p14:cNvContentPartPr/>
                <p14:nvPr/>
              </p14:nvContentPartPr>
              <p14:xfrm>
                <a:off x="8999967" y="1509633"/>
                <a:ext cx="164520" cy="142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FEE2868-11CC-2267-45BA-EE53794AA32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90967" y="1500633"/>
                  <a:ext cx="182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0BF296F-8E90-7349-0CCA-DDF31CD1818E}"/>
                    </a:ext>
                  </a:extLst>
                </p14:cNvPr>
                <p14:cNvContentPartPr/>
                <p14:nvPr/>
              </p14:nvContentPartPr>
              <p14:xfrm>
                <a:off x="9127047" y="1546353"/>
                <a:ext cx="91440" cy="17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0BF296F-8E90-7349-0CCA-DDF31CD1818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18047" y="1537713"/>
                  <a:ext cx="109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BDD63A7-7A45-FD71-E0DB-3E67D9F1AD76}"/>
                    </a:ext>
                  </a:extLst>
                </p14:cNvPr>
                <p14:cNvContentPartPr/>
                <p14:nvPr/>
              </p14:nvContentPartPr>
              <p14:xfrm>
                <a:off x="9218127" y="1549233"/>
                <a:ext cx="105120" cy="89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BDD63A7-7A45-FD71-E0DB-3E67D9F1AD7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209127" y="1540593"/>
                  <a:ext cx="1227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B76B07A4-E620-C5B1-6BB8-3B9F7B189EBF}"/>
              </a:ext>
            </a:extLst>
          </p:cNvPr>
          <p:cNvGrpSpPr/>
          <p:nvPr/>
        </p:nvGrpSpPr>
        <p:grpSpPr>
          <a:xfrm>
            <a:off x="9591447" y="1471113"/>
            <a:ext cx="377280" cy="146520"/>
            <a:chOff x="9591447" y="1471113"/>
            <a:chExt cx="37728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FC6AB9F-0200-78B2-58A4-5AED46A64096}"/>
                    </a:ext>
                  </a:extLst>
                </p14:cNvPr>
                <p14:cNvContentPartPr/>
                <p14:nvPr/>
              </p14:nvContentPartPr>
              <p14:xfrm>
                <a:off x="9600807" y="1530153"/>
                <a:ext cx="27720" cy="87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FC6AB9F-0200-78B2-58A4-5AED46A6409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591807" y="1521513"/>
                  <a:ext cx="45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0C8DEB6-7D15-435C-9179-09AB14A1B21B}"/>
                    </a:ext>
                  </a:extLst>
                </p14:cNvPr>
                <p14:cNvContentPartPr/>
                <p14:nvPr/>
              </p14:nvContentPartPr>
              <p14:xfrm>
                <a:off x="9591447" y="1477233"/>
                <a:ext cx="73800" cy="37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0C8DEB6-7D15-435C-9179-09AB14A1B21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582447" y="1468593"/>
                  <a:ext cx="91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8C55F69-F639-1173-213D-BD7EAF7952AB}"/>
                    </a:ext>
                  </a:extLst>
                </p14:cNvPr>
                <p14:cNvContentPartPr/>
                <p14:nvPr/>
              </p14:nvContentPartPr>
              <p14:xfrm>
                <a:off x="9698727" y="1539153"/>
                <a:ext cx="79920" cy="781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8C55F69-F639-1173-213D-BD7EAF7952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689727" y="1530513"/>
                  <a:ext cx="97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B803E85-CA5B-C42D-3870-EEC776E35960}"/>
                    </a:ext>
                  </a:extLst>
                </p14:cNvPr>
                <p14:cNvContentPartPr/>
                <p14:nvPr/>
              </p14:nvContentPartPr>
              <p14:xfrm>
                <a:off x="9825807" y="1471113"/>
                <a:ext cx="19080" cy="129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B803E85-CA5B-C42D-3870-EEC776E3596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817167" y="1462473"/>
                  <a:ext cx="36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B2E4F90-526E-D777-9809-FBC4B1A58823}"/>
                    </a:ext>
                  </a:extLst>
                </p14:cNvPr>
                <p14:cNvContentPartPr/>
                <p14:nvPr/>
              </p14:nvContentPartPr>
              <p14:xfrm>
                <a:off x="9832287" y="1500273"/>
                <a:ext cx="136440" cy="73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B2E4F90-526E-D777-9809-FBC4B1A5882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823287" y="1491273"/>
                  <a:ext cx="15408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49E76F8-978E-D555-E81D-184D6FF7D7E0}"/>
              </a:ext>
            </a:extLst>
          </p:cNvPr>
          <p:cNvGrpSpPr/>
          <p:nvPr/>
        </p:nvGrpSpPr>
        <p:grpSpPr>
          <a:xfrm>
            <a:off x="10185807" y="1275633"/>
            <a:ext cx="1811880" cy="299880"/>
            <a:chOff x="10185807" y="1275633"/>
            <a:chExt cx="181188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1A81DF1-BC5C-A407-240F-BEEAA7158159}"/>
                    </a:ext>
                  </a:extLst>
                </p14:cNvPr>
                <p14:cNvContentPartPr/>
                <p14:nvPr/>
              </p14:nvContentPartPr>
              <p14:xfrm>
                <a:off x="10185807" y="1473633"/>
                <a:ext cx="124560" cy="101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1A81DF1-BC5C-A407-240F-BEEAA715815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176807" y="1464633"/>
                  <a:ext cx="142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FF77797-4E7B-EE27-6D87-14D7CD492903}"/>
                    </a:ext>
                  </a:extLst>
                </p14:cNvPr>
                <p14:cNvContentPartPr/>
                <p14:nvPr/>
              </p14:nvContentPartPr>
              <p14:xfrm>
                <a:off x="10343127" y="1463553"/>
                <a:ext cx="272520" cy="982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FF77797-4E7B-EE27-6D87-14D7CD49290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334127" y="1454553"/>
                  <a:ext cx="290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9C9A8E1-5381-780B-F413-E585D4C4E357}"/>
                    </a:ext>
                  </a:extLst>
                </p14:cNvPr>
                <p14:cNvContentPartPr/>
                <p14:nvPr/>
              </p14:nvContentPartPr>
              <p14:xfrm>
                <a:off x="10640127" y="1428273"/>
                <a:ext cx="100440" cy="982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9C9A8E1-5381-780B-F413-E585D4C4E35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631487" y="1419633"/>
                  <a:ext cx="11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F989B4C-6EE4-C16D-5978-C4690AF95B3E}"/>
                    </a:ext>
                  </a:extLst>
                </p14:cNvPr>
                <p14:cNvContentPartPr/>
                <p14:nvPr/>
              </p14:nvContentPartPr>
              <p14:xfrm>
                <a:off x="10764327" y="1432233"/>
                <a:ext cx="107640" cy="83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F989B4C-6EE4-C16D-5978-C4690AF95B3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755327" y="1423593"/>
                  <a:ext cx="125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F0FCA93-1920-190A-08DB-153BDDFA8A14}"/>
                    </a:ext>
                  </a:extLst>
                </p14:cNvPr>
                <p14:cNvContentPartPr/>
                <p14:nvPr/>
              </p14:nvContentPartPr>
              <p14:xfrm>
                <a:off x="10905807" y="1413153"/>
                <a:ext cx="17640" cy="98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F0FCA93-1920-190A-08DB-153BDDFA8A1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896807" y="1404513"/>
                  <a:ext cx="35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04AFE07-7582-13D0-1181-72A800369A59}"/>
                    </a:ext>
                  </a:extLst>
                </p14:cNvPr>
                <p14:cNvContentPartPr/>
                <p14:nvPr/>
              </p14:nvContentPartPr>
              <p14:xfrm>
                <a:off x="10868007" y="1362393"/>
                <a:ext cx="65520" cy="428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04AFE07-7582-13D0-1181-72A800369A5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859007" y="1353753"/>
                  <a:ext cx="83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B83AF4A-085E-77F6-B7A7-42E1DF17B26A}"/>
                    </a:ext>
                  </a:extLst>
                </p14:cNvPr>
                <p14:cNvContentPartPr/>
                <p14:nvPr/>
              </p14:nvContentPartPr>
              <p14:xfrm>
                <a:off x="10991487" y="1357353"/>
                <a:ext cx="329040" cy="145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B83AF4A-085E-77F6-B7A7-42E1DF17B26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982847" y="1348353"/>
                  <a:ext cx="346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8EB2734-36F3-A469-6B86-8584ECA06593}"/>
                    </a:ext>
                  </a:extLst>
                </p14:cNvPr>
                <p14:cNvContentPartPr/>
                <p14:nvPr/>
              </p14:nvContentPartPr>
              <p14:xfrm>
                <a:off x="11487207" y="1275633"/>
                <a:ext cx="160200" cy="219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8EB2734-36F3-A469-6B86-8584ECA0659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478567" y="1266993"/>
                  <a:ext cx="177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36DF7E0-CC9F-D920-63D4-58317410B5B0}"/>
                    </a:ext>
                  </a:extLst>
                </p14:cNvPr>
                <p14:cNvContentPartPr/>
                <p14:nvPr/>
              </p14:nvContentPartPr>
              <p14:xfrm>
                <a:off x="11638047" y="1334313"/>
                <a:ext cx="167760" cy="123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36DF7E0-CC9F-D920-63D4-58317410B5B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629047" y="1325313"/>
                  <a:ext cx="185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57D76F1-11FE-DB1B-7B3D-F4104FB0BEF9}"/>
                    </a:ext>
                  </a:extLst>
                </p14:cNvPr>
                <p14:cNvContentPartPr/>
                <p14:nvPr/>
              </p14:nvContentPartPr>
              <p14:xfrm>
                <a:off x="11755047" y="1362753"/>
                <a:ext cx="103680" cy="22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57D76F1-11FE-DB1B-7B3D-F4104FB0BEF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746047" y="1354113"/>
                  <a:ext cx="121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03D0833-7E88-F022-B66E-1971AC38DE85}"/>
                    </a:ext>
                  </a:extLst>
                </p14:cNvPr>
                <p14:cNvContentPartPr/>
                <p14:nvPr/>
              </p14:nvContentPartPr>
              <p14:xfrm>
                <a:off x="11841447" y="1362033"/>
                <a:ext cx="76320" cy="9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03D0833-7E88-F022-B66E-1971AC38DE8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832807" y="1353393"/>
                  <a:ext cx="93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4A3BD76-3B3A-1901-9570-D318DBD65786}"/>
                    </a:ext>
                  </a:extLst>
                </p14:cNvPr>
                <p14:cNvContentPartPr/>
                <p14:nvPr/>
              </p14:nvContentPartPr>
              <p14:xfrm>
                <a:off x="11990487" y="1446273"/>
                <a:ext cx="7200" cy="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4A3BD76-3B3A-1901-9570-D318DBD6578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981847" y="1437273"/>
                  <a:ext cx="24840" cy="2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745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A3C5A8-97A5-761F-7E5E-77FBBF076F83}"/>
                  </a:ext>
                </a:extLst>
              </p14:cNvPr>
              <p14:cNvContentPartPr/>
              <p14:nvPr/>
            </p14:nvContentPartPr>
            <p14:xfrm>
              <a:off x="525556" y="1747365"/>
              <a:ext cx="1800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A3C5A8-97A5-761F-7E5E-77FBBF076F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556" y="1738725"/>
                <a:ext cx="35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8C4FD3-D5BC-20F6-2D38-60660AA457A0}"/>
                  </a:ext>
                </a:extLst>
              </p14:cNvPr>
              <p14:cNvContentPartPr/>
              <p14:nvPr/>
            </p14:nvContentPartPr>
            <p14:xfrm>
              <a:off x="504316" y="1483845"/>
              <a:ext cx="366480" cy="24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8C4FD3-D5BC-20F6-2D38-60660AA457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676" y="1475205"/>
                <a:ext cx="3841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838534-BB56-78CB-7B0F-0375B8598703}"/>
                  </a:ext>
                </a:extLst>
              </p14:cNvPr>
              <p14:cNvContentPartPr/>
              <p14:nvPr/>
            </p14:nvContentPartPr>
            <p14:xfrm>
              <a:off x="799876" y="1601205"/>
              <a:ext cx="100800" cy="29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838534-BB56-78CB-7B0F-0375B85987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0876" y="1592205"/>
                <a:ext cx="1184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794D8C-39EA-17EA-1B29-80AE175903E2}"/>
                  </a:ext>
                </a:extLst>
              </p14:cNvPr>
              <p14:cNvContentPartPr/>
              <p14:nvPr/>
            </p14:nvContentPartPr>
            <p14:xfrm>
              <a:off x="902476" y="1579965"/>
              <a:ext cx="145440" cy="92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794D8C-39EA-17EA-1B29-80AE175903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3836" y="1571325"/>
                <a:ext cx="163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1F60FFF-B7FF-30AF-057C-64E382C7C8C4}"/>
                  </a:ext>
                </a:extLst>
              </p14:cNvPr>
              <p14:cNvContentPartPr/>
              <p14:nvPr/>
            </p14:nvContentPartPr>
            <p14:xfrm>
              <a:off x="1426636" y="1580325"/>
              <a:ext cx="18000" cy="282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1F60FFF-B7FF-30AF-057C-64E382C7C8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17996" y="1571685"/>
                <a:ext cx="356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6DA811-399A-4236-723B-CA1A56EB0D3B}"/>
                  </a:ext>
                </a:extLst>
              </p14:cNvPr>
              <p14:cNvContentPartPr/>
              <p14:nvPr/>
            </p14:nvContentPartPr>
            <p14:xfrm>
              <a:off x="1429516" y="1600845"/>
              <a:ext cx="111960" cy="124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6DA811-399A-4236-723B-CA1A56EB0D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20516" y="1591845"/>
                <a:ext cx="129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3223A3-22DD-9207-6892-DF7FEEC5823C}"/>
                  </a:ext>
                </a:extLst>
              </p14:cNvPr>
              <p14:cNvContentPartPr/>
              <p14:nvPr/>
            </p14:nvContentPartPr>
            <p14:xfrm>
              <a:off x="1599436" y="1469085"/>
              <a:ext cx="76680" cy="204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3223A3-22DD-9207-6892-DF7FEEC582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90436" y="1460085"/>
                <a:ext cx="94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F23F01-4230-6FE3-530F-4FD05B2C72D8}"/>
                  </a:ext>
                </a:extLst>
              </p14:cNvPr>
              <p14:cNvContentPartPr/>
              <p14:nvPr/>
            </p14:nvContentPartPr>
            <p14:xfrm>
              <a:off x="1700956" y="1554045"/>
              <a:ext cx="149760" cy="9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AF23F01-4230-6FE3-530F-4FD05B2C72D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92316" y="1545405"/>
                <a:ext cx="1674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F36AE63-506D-06BC-0A51-30C0D51CBCCB}"/>
                  </a:ext>
                </a:extLst>
              </p14:cNvPr>
              <p14:cNvContentPartPr/>
              <p14:nvPr/>
            </p14:nvContentPartPr>
            <p14:xfrm>
              <a:off x="1879876" y="1519485"/>
              <a:ext cx="256680" cy="108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F36AE63-506D-06BC-0A51-30C0D51CBC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70876" y="1510485"/>
                <a:ext cx="2743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3ABD65-152A-570C-E34B-FE88958DBED2}"/>
                  </a:ext>
                </a:extLst>
              </p14:cNvPr>
              <p14:cNvContentPartPr/>
              <p14:nvPr/>
            </p14:nvContentPartPr>
            <p14:xfrm>
              <a:off x="2478556" y="1400325"/>
              <a:ext cx="176040" cy="219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3ABD65-152A-570C-E34B-FE88958DBED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69916" y="1391685"/>
                <a:ext cx="1936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E95567E-70D4-2058-F96E-C0CF9F4BAE32}"/>
                  </a:ext>
                </a:extLst>
              </p14:cNvPr>
              <p14:cNvContentPartPr/>
              <p14:nvPr/>
            </p14:nvContentPartPr>
            <p14:xfrm>
              <a:off x="2676916" y="1527765"/>
              <a:ext cx="66240" cy="106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E95567E-70D4-2058-F96E-C0CF9F4BAE3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68276" y="1519125"/>
                <a:ext cx="838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6F5F18F-9947-674A-88F3-084791363E4F}"/>
                  </a:ext>
                </a:extLst>
              </p14:cNvPr>
              <p14:cNvContentPartPr/>
              <p14:nvPr/>
            </p14:nvContentPartPr>
            <p14:xfrm>
              <a:off x="2726236" y="1527405"/>
              <a:ext cx="66240" cy="124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6F5F18F-9947-674A-88F3-084791363E4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17236" y="1518765"/>
                <a:ext cx="83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78F046-83A6-20D7-2AE1-A3119ECCA168}"/>
                  </a:ext>
                </a:extLst>
              </p14:cNvPr>
              <p14:cNvContentPartPr/>
              <p14:nvPr/>
            </p14:nvContentPartPr>
            <p14:xfrm>
              <a:off x="2820916" y="1518045"/>
              <a:ext cx="124200" cy="102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78F046-83A6-20D7-2AE1-A3119ECCA16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11916" y="1509405"/>
                <a:ext cx="1418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61DDC34-F655-D4C6-5D59-95DB2F297048}"/>
                  </a:ext>
                </a:extLst>
              </p14:cNvPr>
              <p14:cNvContentPartPr/>
              <p14:nvPr/>
            </p14:nvContentPartPr>
            <p14:xfrm>
              <a:off x="3329956" y="1448925"/>
              <a:ext cx="206640" cy="24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61DDC34-F655-D4C6-5D59-95DB2F29704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320956" y="1440285"/>
                <a:ext cx="2242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7EEBF8-403D-B7A0-0B07-87681E63B8AF}"/>
                  </a:ext>
                </a:extLst>
              </p14:cNvPr>
              <p14:cNvContentPartPr/>
              <p14:nvPr/>
            </p14:nvContentPartPr>
            <p14:xfrm>
              <a:off x="3449476" y="1537845"/>
              <a:ext cx="62640" cy="58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7EEBF8-403D-B7A0-0B07-87681E63B8A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40476" y="1529205"/>
                <a:ext cx="802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6A3CE6-F2AC-3948-F4DE-59EA60367641}"/>
                  </a:ext>
                </a:extLst>
              </p14:cNvPr>
              <p14:cNvContentPartPr/>
              <p14:nvPr/>
            </p14:nvContentPartPr>
            <p14:xfrm>
              <a:off x="3568276" y="1484205"/>
              <a:ext cx="78120" cy="19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6A3CE6-F2AC-3948-F4DE-59EA6036764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559276" y="1475565"/>
                <a:ext cx="95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668E1F-A2D6-2143-BB66-D8D1387FF777}"/>
                  </a:ext>
                </a:extLst>
              </p14:cNvPr>
              <p14:cNvContentPartPr/>
              <p14:nvPr/>
            </p14:nvContentPartPr>
            <p14:xfrm>
              <a:off x="3613996" y="1549005"/>
              <a:ext cx="264600" cy="101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668E1F-A2D6-2143-BB66-D8D1387FF77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05356" y="1540365"/>
                <a:ext cx="282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2556D2C-F6B8-C249-B7A3-81ACD072D98E}"/>
                  </a:ext>
                </a:extLst>
              </p14:cNvPr>
              <p14:cNvContentPartPr/>
              <p14:nvPr/>
            </p14:nvContentPartPr>
            <p14:xfrm>
              <a:off x="4342636" y="1247685"/>
              <a:ext cx="110520" cy="469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2556D2C-F6B8-C249-B7A3-81ACD072D98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33636" y="1239045"/>
                <a:ext cx="1281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28BF364-584F-E7C1-5821-2EE82B79368B}"/>
                  </a:ext>
                </a:extLst>
              </p14:cNvPr>
              <p14:cNvContentPartPr/>
              <p14:nvPr/>
            </p14:nvContentPartPr>
            <p14:xfrm>
              <a:off x="4346236" y="1475925"/>
              <a:ext cx="356400" cy="135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28BF364-584F-E7C1-5821-2EE82B79368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337596" y="1466925"/>
                <a:ext cx="3740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96DB697-A886-D85E-B59F-EA658FEB6DD7}"/>
                  </a:ext>
                </a:extLst>
              </p14:cNvPr>
              <p14:cNvContentPartPr/>
              <p14:nvPr/>
            </p14:nvContentPartPr>
            <p14:xfrm>
              <a:off x="4747276" y="1254525"/>
              <a:ext cx="78480" cy="508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96DB697-A886-D85E-B59F-EA658FEB6DD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738276" y="1245885"/>
                <a:ext cx="9612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C019026-4103-A367-701A-99D54134B370}"/>
                  </a:ext>
                </a:extLst>
              </p14:cNvPr>
              <p14:cNvContentPartPr/>
              <p14:nvPr/>
            </p14:nvContentPartPr>
            <p14:xfrm>
              <a:off x="5170636" y="1317165"/>
              <a:ext cx="228960" cy="331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C019026-4103-A367-701A-99D54134B37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61996" y="1308165"/>
                <a:ext cx="2466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42CE435-CB8C-9C7B-6CE6-194C505F16E2}"/>
                  </a:ext>
                </a:extLst>
              </p14:cNvPr>
              <p14:cNvContentPartPr/>
              <p14:nvPr/>
            </p14:nvContentPartPr>
            <p14:xfrm>
              <a:off x="5455396" y="1448925"/>
              <a:ext cx="48960" cy="19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42CE435-CB8C-9C7B-6CE6-194C505F16E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446396" y="1439925"/>
                <a:ext cx="66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83ADC36-A3FD-F17E-F33A-04066D977160}"/>
                  </a:ext>
                </a:extLst>
              </p14:cNvPr>
              <p14:cNvContentPartPr/>
              <p14:nvPr/>
            </p14:nvContentPartPr>
            <p14:xfrm>
              <a:off x="5440276" y="1538925"/>
              <a:ext cx="116640" cy="51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83ADC36-A3FD-F17E-F33A-04066D97716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431276" y="1529925"/>
                <a:ext cx="1342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718694-A8C6-CC27-A9D0-8C9C6881D8B6}"/>
                  </a:ext>
                </a:extLst>
              </p14:cNvPr>
              <p14:cNvContentPartPr/>
              <p14:nvPr/>
            </p14:nvContentPartPr>
            <p14:xfrm>
              <a:off x="5537476" y="1493565"/>
              <a:ext cx="124920" cy="120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718694-A8C6-CC27-A9D0-8C9C6881D8B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28836" y="1484565"/>
                <a:ext cx="142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7D0BDE-350B-A1CB-0F8F-C168691F9A1A}"/>
                  </a:ext>
                </a:extLst>
              </p14:cNvPr>
              <p14:cNvContentPartPr/>
              <p14:nvPr/>
            </p14:nvContentPartPr>
            <p14:xfrm>
              <a:off x="5656276" y="1402485"/>
              <a:ext cx="44640" cy="42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7D0BDE-350B-A1CB-0F8F-C168691F9A1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647276" y="1393485"/>
                <a:ext cx="6228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270DA17-15C8-C6CC-4946-EC99E68BBAC6}"/>
                  </a:ext>
                </a:extLst>
              </p14:cNvPr>
              <p14:cNvContentPartPr/>
              <p14:nvPr/>
            </p14:nvContentPartPr>
            <p14:xfrm>
              <a:off x="5927716" y="1497165"/>
              <a:ext cx="16200" cy="336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270DA17-15C8-C6CC-4946-EC99E68BBAC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18716" y="1488525"/>
                <a:ext cx="338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CE4CF3E-B379-531E-374A-F0BEA83C3EBB}"/>
                  </a:ext>
                </a:extLst>
              </p14:cNvPr>
              <p14:cNvContentPartPr/>
              <p14:nvPr/>
            </p14:nvContentPartPr>
            <p14:xfrm>
              <a:off x="5934556" y="1543605"/>
              <a:ext cx="93240" cy="121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CE4CF3E-B379-531E-374A-F0BEA83C3EB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925556" y="1534605"/>
                <a:ext cx="110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370E838-9436-1F10-6A30-015448A5BB7A}"/>
                  </a:ext>
                </a:extLst>
              </p14:cNvPr>
              <p14:cNvContentPartPr/>
              <p14:nvPr/>
            </p14:nvContentPartPr>
            <p14:xfrm>
              <a:off x="6073156" y="1428765"/>
              <a:ext cx="62640" cy="195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370E838-9436-1F10-6A30-015448A5BB7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064516" y="1419765"/>
                <a:ext cx="80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D0A5B20-57F5-E845-8BFF-7D120981D83B}"/>
                  </a:ext>
                </a:extLst>
              </p14:cNvPr>
              <p14:cNvContentPartPr/>
              <p14:nvPr/>
            </p14:nvContentPartPr>
            <p14:xfrm>
              <a:off x="6161716" y="1505085"/>
              <a:ext cx="83160" cy="82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D0A5B20-57F5-E845-8BFF-7D120981D83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152716" y="1496085"/>
                <a:ext cx="1008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3414329-292B-4FAA-4FCF-9DBFA6BF792A}"/>
                  </a:ext>
                </a:extLst>
              </p14:cNvPr>
              <p14:cNvContentPartPr/>
              <p14:nvPr/>
            </p14:nvContentPartPr>
            <p14:xfrm>
              <a:off x="6261436" y="1465125"/>
              <a:ext cx="282960" cy="103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3414329-292B-4FAA-4FCF-9DBFA6BF792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252796" y="1456125"/>
                <a:ext cx="3006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CD10FEF-50ED-399B-4EBC-56D489DA0487}"/>
                  </a:ext>
                </a:extLst>
              </p14:cNvPr>
              <p14:cNvContentPartPr/>
              <p14:nvPr/>
            </p14:nvContentPartPr>
            <p14:xfrm>
              <a:off x="6827836" y="1390910"/>
              <a:ext cx="372600" cy="376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CD10FEF-50ED-399B-4EBC-56D489DA048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818836" y="1381910"/>
                <a:ext cx="3902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A8DE7B4-3ED2-B40C-EC14-042AA1D4D83C}"/>
                  </a:ext>
                </a:extLst>
              </p14:cNvPr>
              <p14:cNvContentPartPr/>
              <p14:nvPr/>
            </p14:nvContentPartPr>
            <p14:xfrm>
              <a:off x="7261276" y="1163030"/>
              <a:ext cx="136440" cy="45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A8DE7B4-3ED2-B40C-EC14-042AA1D4D83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252636" y="1154390"/>
                <a:ext cx="15408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B2B61AA-976A-9CD8-C798-367E017709FF}"/>
                  </a:ext>
                </a:extLst>
              </p14:cNvPr>
              <p14:cNvContentPartPr/>
              <p14:nvPr/>
            </p14:nvContentPartPr>
            <p14:xfrm>
              <a:off x="8057236" y="1279310"/>
              <a:ext cx="132120" cy="253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B2B61AA-976A-9CD8-C798-367E017709F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048236" y="1270670"/>
                <a:ext cx="1497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4D7F654-81A3-56F3-FD52-A0A0191928E2}"/>
                  </a:ext>
                </a:extLst>
              </p14:cNvPr>
              <p14:cNvContentPartPr/>
              <p14:nvPr/>
            </p14:nvContentPartPr>
            <p14:xfrm>
              <a:off x="8021596" y="1914710"/>
              <a:ext cx="161280" cy="161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4D7F654-81A3-56F3-FD52-A0A0191928E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12956" y="1905710"/>
                <a:ext cx="178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557920B-202B-4BAE-F2E5-710EBBBE1DB3}"/>
                  </a:ext>
                </a:extLst>
              </p14:cNvPr>
              <p14:cNvContentPartPr/>
              <p14:nvPr/>
            </p14:nvContentPartPr>
            <p14:xfrm>
              <a:off x="253516" y="1361390"/>
              <a:ext cx="267120" cy="2333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557920B-202B-4BAE-F2E5-710EBBBE1DB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4876" y="1352750"/>
                <a:ext cx="284760" cy="23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FF56317-D0BA-B406-B128-ACEFD3484AF2}"/>
                  </a:ext>
                </a:extLst>
              </p14:cNvPr>
              <p14:cNvContentPartPr/>
              <p14:nvPr/>
            </p14:nvContentPartPr>
            <p14:xfrm>
              <a:off x="241636" y="967550"/>
              <a:ext cx="8164440" cy="264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FF56317-D0BA-B406-B128-ACEFD3484AF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32996" y="958910"/>
                <a:ext cx="8182080" cy="26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14CC094-CF91-8261-E219-2D2139B445A3}"/>
                  </a:ext>
                </a:extLst>
              </p14:cNvPr>
              <p14:cNvContentPartPr/>
              <p14:nvPr/>
            </p14:nvContentPartPr>
            <p14:xfrm>
              <a:off x="729076" y="2096150"/>
              <a:ext cx="35640" cy="104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14CC094-CF91-8261-E219-2D2139B445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20436" y="2087510"/>
                <a:ext cx="532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F35293C-A3DB-2032-8CA9-0B70F90F589A}"/>
                  </a:ext>
                </a:extLst>
              </p14:cNvPr>
              <p14:cNvContentPartPr/>
              <p14:nvPr/>
            </p14:nvContentPartPr>
            <p14:xfrm>
              <a:off x="1710076" y="2088950"/>
              <a:ext cx="28440" cy="111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F35293C-A3DB-2032-8CA9-0B70F90F589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01076" y="2080310"/>
                <a:ext cx="460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1BCF112-E105-8E0F-DD52-94852C4F8954}"/>
                  </a:ext>
                </a:extLst>
              </p14:cNvPr>
              <p14:cNvContentPartPr/>
              <p14:nvPr/>
            </p14:nvContentPartPr>
            <p14:xfrm>
              <a:off x="2648956" y="2075630"/>
              <a:ext cx="102600" cy="113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1BCF112-E105-8E0F-DD52-94852C4F895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639956" y="2066990"/>
                <a:ext cx="120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C7679C1-4DE9-DCFF-BA01-3E8AC987FE47}"/>
                  </a:ext>
                </a:extLst>
              </p14:cNvPr>
              <p14:cNvContentPartPr/>
              <p14:nvPr/>
            </p14:nvContentPartPr>
            <p14:xfrm>
              <a:off x="3540676" y="2032790"/>
              <a:ext cx="122400" cy="141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C7679C1-4DE9-DCFF-BA01-3E8AC987FE4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531676" y="2024150"/>
                <a:ext cx="140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5278096-ADA1-BC1C-34F2-46AD7A46C88D}"/>
                  </a:ext>
                </a:extLst>
              </p14:cNvPr>
              <p14:cNvContentPartPr/>
              <p14:nvPr/>
            </p14:nvContentPartPr>
            <p14:xfrm>
              <a:off x="4570636" y="2034230"/>
              <a:ext cx="128520" cy="132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5278096-ADA1-BC1C-34F2-46AD7A46C88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61636" y="2025230"/>
                <a:ext cx="1461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EE4E7BA-D7FE-00AB-9918-7AECFD083FF7}"/>
                  </a:ext>
                </a:extLst>
              </p14:cNvPr>
              <p14:cNvContentPartPr/>
              <p14:nvPr/>
            </p14:nvContentPartPr>
            <p14:xfrm>
              <a:off x="5479276" y="2004350"/>
              <a:ext cx="150480" cy="130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EE4E7BA-D7FE-00AB-9918-7AECFD083FF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470636" y="1995710"/>
                <a:ext cx="1681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859768B-DA30-D863-D564-FC4AE3D26AF2}"/>
                  </a:ext>
                </a:extLst>
              </p14:cNvPr>
              <p14:cNvContentPartPr/>
              <p14:nvPr/>
            </p14:nvContentPartPr>
            <p14:xfrm>
              <a:off x="6253996" y="2027390"/>
              <a:ext cx="141480" cy="1227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859768B-DA30-D863-D564-FC4AE3D26AF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244996" y="2018390"/>
                <a:ext cx="159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7026057-B963-48C9-B2C4-16F58083678E}"/>
                  </a:ext>
                </a:extLst>
              </p14:cNvPr>
              <p14:cNvContentPartPr/>
              <p14:nvPr/>
            </p14:nvContentPartPr>
            <p14:xfrm>
              <a:off x="7020796" y="1965830"/>
              <a:ext cx="152640" cy="142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7026057-B963-48C9-B2C4-16F58083678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011796" y="1956830"/>
                <a:ext cx="1702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EAD1E82-4DDF-FCC2-46F5-CD5E0CA7E95C}"/>
                  </a:ext>
                </a:extLst>
              </p14:cNvPr>
              <p14:cNvContentPartPr/>
              <p14:nvPr/>
            </p14:nvContentPartPr>
            <p14:xfrm>
              <a:off x="517756" y="3527510"/>
              <a:ext cx="7903800" cy="154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EAD1E82-4DDF-FCC2-46F5-CD5E0CA7E95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08756" y="3518510"/>
                <a:ext cx="79214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A77C277-6D59-10FE-EF0A-77EC1C06B9E6}"/>
                  </a:ext>
                </a:extLst>
              </p14:cNvPr>
              <p14:cNvContentPartPr/>
              <p14:nvPr/>
            </p14:nvContentPartPr>
            <p14:xfrm>
              <a:off x="778396" y="2547230"/>
              <a:ext cx="108360" cy="153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A77C277-6D59-10FE-EF0A-77EC1C06B9E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69756" y="2538590"/>
                <a:ext cx="1260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D0ACD1D-CE6D-CF4E-9889-9A67FB07F826}"/>
                  </a:ext>
                </a:extLst>
              </p14:cNvPr>
              <p14:cNvContentPartPr/>
              <p14:nvPr/>
            </p14:nvContentPartPr>
            <p14:xfrm>
              <a:off x="1770196" y="2573870"/>
              <a:ext cx="92880" cy="1112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D0ACD1D-CE6D-CF4E-9889-9A67FB07F82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761556" y="2565230"/>
                <a:ext cx="1105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6659C83-2A2D-33F2-B25D-056C80C6E6EC}"/>
                  </a:ext>
                </a:extLst>
              </p14:cNvPr>
              <p14:cNvContentPartPr/>
              <p14:nvPr/>
            </p14:nvContentPartPr>
            <p14:xfrm>
              <a:off x="2783236" y="2551910"/>
              <a:ext cx="23400" cy="109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6659C83-2A2D-33F2-B25D-056C80C6E6E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774596" y="2542910"/>
                <a:ext cx="41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5E3B834-9182-9638-295B-2F425590C66A}"/>
                  </a:ext>
                </a:extLst>
              </p14:cNvPr>
              <p14:cNvContentPartPr/>
              <p14:nvPr/>
            </p14:nvContentPartPr>
            <p14:xfrm>
              <a:off x="4698796" y="2486390"/>
              <a:ext cx="42840" cy="130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5E3B834-9182-9638-295B-2F425590C66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89796" y="2477750"/>
                <a:ext cx="604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193B8D5-D66B-613F-E6DA-3CA715C62862}"/>
                  </a:ext>
                </a:extLst>
              </p14:cNvPr>
              <p14:cNvContentPartPr/>
              <p14:nvPr/>
            </p14:nvContentPartPr>
            <p14:xfrm>
              <a:off x="3625276" y="2537870"/>
              <a:ext cx="132480" cy="106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193B8D5-D66B-613F-E6DA-3CA715C6286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616636" y="2528870"/>
                <a:ext cx="1501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10C2425-93F4-4A82-58F1-5DBD082F3A3A}"/>
                  </a:ext>
                </a:extLst>
              </p14:cNvPr>
              <p14:cNvContentPartPr/>
              <p14:nvPr/>
            </p14:nvContentPartPr>
            <p14:xfrm>
              <a:off x="5617516" y="2477390"/>
              <a:ext cx="155160" cy="132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10C2425-93F4-4A82-58F1-5DBD082F3A3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608876" y="2468390"/>
                <a:ext cx="1728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B48A83-B7B1-D4B3-9EB1-F0AA18226AA1}"/>
                  </a:ext>
                </a:extLst>
              </p14:cNvPr>
              <p14:cNvContentPartPr/>
              <p14:nvPr/>
            </p14:nvContentPartPr>
            <p14:xfrm>
              <a:off x="6437956" y="2457230"/>
              <a:ext cx="157680" cy="122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B48A83-B7B1-D4B3-9EB1-F0AA18226AA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428956" y="2448230"/>
                <a:ext cx="1753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3F9D694-38A1-7E1A-18CA-E16DA30FBFAA}"/>
                  </a:ext>
                </a:extLst>
              </p14:cNvPr>
              <p14:cNvContentPartPr/>
              <p14:nvPr/>
            </p14:nvContentPartPr>
            <p14:xfrm>
              <a:off x="7023676" y="2408990"/>
              <a:ext cx="130320" cy="137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3F9D694-38A1-7E1A-18CA-E16DA30FBFA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014676" y="2399990"/>
                <a:ext cx="1479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4BE1F1E-385B-E9A1-FB78-A9897C45EDFA}"/>
                  </a:ext>
                </a:extLst>
              </p14:cNvPr>
              <p14:cNvContentPartPr/>
              <p14:nvPr/>
            </p14:nvContentPartPr>
            <p14:xfrm>
              <a:off x="3742996" y="2925950"/>
              <a:ext cx="47880" cy="135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4BE1F1E-385B-E9A1-FB78-A9897C45EDF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734356" y="2916950"/>
                <a:ext cx="65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1C5A7B2-CF85-10E6-B070-E3336C23D820}"/>
                  </a:ext>
                </a:extLst>
              </p14:cNvPr>
              <p14:cNvContentPartPr/>
              <p14:nvPr/>
            </p14:nvContentPartPr>
            <p14:xfrm>
              <a:off x="5750716" y="2881310"/>
              <a:ext cx="44280" cy="192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1C5A7B2-CF85-10E6-B070-E3336C23D820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741716" y="2872310"/>
                <a:ext cx="61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31CD8C1-B88E-E0CE-C3AC-640615DFFAC5}"/>
                  </a:ext>
                </a:extLst>
              </p14:cNvPr>
              <p14:cNvContentPartPr/>
              <p14:nvPr/>
            </p14:nvContentPartPr>
            <p14:xfrm>
              <a:off x="6586996" y="2888510"/>
              <a:ext cx="93600" cy="116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31CD8C1-B88E-E0CE-C3AC-640615DFFAC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577996" y="2879870"/>
                <a:ext cx="1112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A3DA519-6331-89B2-E804-D20D5B167275}"/>
                  </a:ext>
                </a:extLst>
              </p14:cNvPr>
              <p14:cNvContentPartPr/>
              <p14:nvPr/>
            </p14:nvContentPartPr>
            <p14:xfrm>
              <a:off x="7135636" y="2804270"/>
              <a:ext cx="97920" cy="1497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A3DA519-6331-89B2-E804-D20D5B16727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126636" y="2795270"/>
                <a:ext cx="1155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9B76A3E-492A-DF50-2FCD-48CC8ADDC936}"/>
                  </a:ext>
                </a:extLst>
              </p14:cNvPr>
              <p14:cNvContentPartPr/>
              <p14:nvPr/>
            </p14:nvContentPartPr>
            <p14:xfrm>
              <a:off x="4837756" y="2925950"/>
              <a:ext cx="109080" cy="128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9B76A3E-492A-DF50-2FCD-48CC8ADDC93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828756" y="2916950"/>
                <a:ext cx="1267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07D7BD2-FD1E-CC01-998B-7BEFE4FB7DB1}"/>
                  </a:ext>
                </a:extLst>
              </p14:cNvPr>
              <p14:cNvContentPartPr/>
              <p14:nvPr/>
            </p14:nvContentPartPr>
            <p14:xfrm>
              <a:off x="2812756" y="2934230"/>
              <a:ext cx="125280" cy="147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07D7BD2-FD1E-CC01-998B-7BEFE4FB7DB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803756" y="2925230"/>
                <a:ext cx="1429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C3A09F2-77EF-67F4-F6A9-CFF635041A69}"/>
                  </a:ext>
                </a:extLst>
              </p14:cNvPr>
              <p14:cNvContentPartPr/>
              <p14:nvPr/>
            </p14:nvContentPartPr>
            <p14:xfrm>
              <a:off x="1697836" y="2989310"/>
              <a:ext cx="131400" cy="145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C3A09F2-77EF-67F4-F6A9-CFF635041A6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689196" y="2980310"/>
                <a:ext cx="1490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AF16741-379C-C5BE-0A23-0525435A5D9F}"/>
                  </a:ext>
                </a:extLst>
              </p14:cNvPr>
              <p14:cNvContentPartPr/>
              <p14:nvPr/>
            </p14:nvContentPartPr>
            <p14:xfrm>
              <a:off x="859756" y="2976350"/>
              <a:ext cx="167400" cy="158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AF16741-379C-C5BE-0A23-0525435A5D9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50756" y="2967350"/>
                <a:ext cx="1850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2A6C64F-D220-BF6F-4B5D-B41B8AAF5E2D}"/>
                  </a:ext>
                </a:extLst>
              </p14:cNvPr>
              <p14:cNvContentPartPr/>
              <p14:nvPr/>
            </p14:nvContentPartPr>
            <p14:xfrm>
              <a:off x="1840036" y="3362270"/>
              <a:ext cx="29160" cy="171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2A6C64F-D220-BF6F-4B5D-B41B8AAF5E2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831036" y="3353630"/>
                <a:ext cx="468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7216D57-FDDE-5634-E6C7-159A8E5D8EBB}"/>
                  </a:ext>
                </a:extLst>
              </p14:cNvPr>
              <p14:cNvContentPartPr/>
              <p14:nvPr/>
            </p14:nvContentPartPr>
            <p14:xfrm>
              <a:off x="7245076" y="3198470"/>
              <a:ext cx="27360" cy="225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7216D57-FDDE-5634-E6C7-159A8E5D8EB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236436" y="3189830"/>
                <a:ext cx="450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27B57D-9E22-9269-3921-33BB51CE48EF}"/>
                  </a:ext>
                </a:extLst>
              </p14:cNvPr>
              <p14:cNvContentPartPr/>
              <p14:nvPr/>
            </p14:nvContentPartPr>
            <p14:xfrm>
              <a:off x="6692836" y="3189110"/>
              <a:ext cx="110880" cy="145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27B57D-9E22-9269-3921-33BB51CE48EF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683836" y="3180110"/>
                <a:ext cx="1285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193397F-EC42-0979-C953-A5BDAD8B6F89}"/>
                  </a:ext>
                </a:extLst>
              </p14:cNvPr>
              <p14:cNvContentPartPr/>
              <p14:nvPr/>
            </p14:nvContentPartPr>
            <p14:xfrm>
              <a:off x="5776276" y="3289550"/>
              <a:ext cx="14796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193397F-EC42-0979-C953-A5BDAD8B6F8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767636" y="3280910"/>
                <a:ext cx="16560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C4462B9-C9DB-9F53-A1C9-86142CBB0A24}"/>
                  </a:ext>
                </a:extLst>
              </p14:cNvPr>
              <p14:cNvContentPartPr/>
              <p14:nvPr/>
            </p14:nvContentPartPr>
            <p14:xfrm>
              <a:off x="4841356" y="3331670"/>
              <a:ext cx="150480" cy="117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C4462B9-C9DB-9F53-A1C9-86142CBB0A2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832356" y="3323030"/>
                <a:ext cx="1681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A728D78-426B-6327-8C08-5C08EE4143E1}"/>
                  </a:ext>
                </a:extLst>
              </p14:cNvPr>
              <p14:cNvContentPartPr/>
              <p14:nvPr/>
            </p14:nvContentPartPr>
            <p14:xfrm>
              <a:off x="3778276" y="3348590"/>
              <a:ext cx="96120" cy="150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A728D78-426B-6327-8C08-5C08EE4143E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769636" y="3339950"/>
                <a:ext cx="1137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1F9772A-872A-7355-401B-E35FF943AFDC}"/>
                  </a:ext>
                </a:extLst>
              </p14:cNvPr>
              <p14:cNvContentPartPr/>
              <p14:nvPr/>
            </p14:nvContentPartPr>
            <p14:xfrm>
              <a:off x="2770636" y="3376670"/>
              <a:ext cx="158400" cy="158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1F9772A-872A-7355-401B-E35FF943AFD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761996" y="3367670"/>
                <a:ext cx="1760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16B41AC-B115-04FE-83C4-F1105159C8F7}"/>
                  </a:ext>
                </a:extLst>
              </p14:cNvPr>
              <p14:cNvContentPartPr/>
              <p14:nvPr/>
            </p14:nvContentPartPr>
            <p14:xfrm>
              <a:off x="916276" y="3442910"/>
              <a:ext cx="154440" cy="150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16B41AC-B115-04FE-83C4-F1105159C8F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07276" y="3434270"/>
                <a:ext cx="1720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D41CDD8-1933-5E70-6C92-25D0CF3BC8F2}"/>
                  </a:ext>
                </a:extLst>
              </p14:cNvPr>
              <p14:cNvContentPartPr/>
              <p14:nvPr/>
            </p14:nvContentPartPr>
            <p14:xfrm>
              <a:off x="8132476" y="2394950"/>
              <a:ext cx="46440" cy="1551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D41CDD8-1933-5E70-6C92-25D0CF3BC8F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123836" y="2385950"/>
                <a:ext cx="640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BC044A8-F258-257F-5328-795A46E8650D}"/>
                  </a:ext>
                </a:extLst>
              </p14:cNvPr>
              <p14:cNvContentPartPr/>
              <p14:nvPr/>
            </p14:nvContentPartPr>
            <p14:xfrm>
              <a:off x="8151556" y="2782310"/>
              <a:ext cx="30600" cy="171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BC044A8-F258-257F-5328-795A46E8650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142556" y="2773310"/>
                <a:ext cx="482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4DB89BF-8BCC-83C0-EF59-38F622C1C0AB}"/>
                  </a:ext>
                </a:extLst>
              </p14:cNvPr>
              <p14:cNvContentPartPr/>
              <p14:nvPr/>
            </p14:nvContentPartPr>
            <p14:xfrm>
              <a:off x="8179636" y="3258950"/>
              <a:ext cx="113400" cy="160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4DB89BF-8BCC-83C0-EF59-38F622C1C0A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170636" y="3249950"/>
                <a:ext cx="1310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338D2C2-A6CC-84B2-532E-EFF03B7546B4}"/>
                  </a:ext>
                </a:extLst>
              </p14:cNvPr>
              <p14:cNvContentPartPr/>
              <p14:nvPr/>
            </p14:nvContentPartPr>
            <p14:xfrm>
              <a:off x="367996" y="1593590"/>
              <a:ext cx="7925040" cy="3502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338D2C2-A6CC-84B2-532E-EFF03B7546B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59356" y="1584950"/>
                <a:ext cx="79426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758FD27-C26A-E0D7-0197-5A6D01A93734}"/>
                  </a:ext>
                </a:extLst>
              </p14:cNvPr>
              <p14:cNvContentPartPr/>
              <p14:nvPr/>
            </p14:nvContentPartPr>
            <p14:xfrm>
              <a:off x="7635316" y="1071230"/>
              <a:ext cx="322560" cy="2540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758FD27-C26A-E0D7-0197-5A6D01A9373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626676" y="1062230"/>
                <a:ext cx="340200" cy="255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49FB9FE-13AB-183B-4079-0FCCD6460CEB}"/>
              </a:ext>
            </a:extLst>
          </p:cNvPr>
          <p:cNvGrpSpPr/>
          <p:nvPr/>
        </p:nvGrpSpPr>
        <p:grpSpPr>
          <a:xfrm>
            <a:off x="8770287" y="1331793"/>
            <a:ext cx="2624400" cy="743040"/>
            <a:chOff x="8770287" y="1331793"/>
            <a:chExt cx="2624400" cy="74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3C1ABE2-0402-4732-8FA6-1D064AC75971}"/>
                    </a:ext>
                  </a:extLst>
                </p14:cNvPr>
                <p14:cNvContentPartPr/>
                <p14:nvPr/>
              </p14:nvContentPartPr>
              <p14:xfrm>
                <a:off x="8890167" y="1477953"/>
                <a:ext cx="6480" cy="3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3C1ABE2-0402-4732-8FA6-1D064AC7597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81527" y="1468953"/>
                  <a:ext cx="24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8597915-0515-605B-7ECF-1D9D665B4E9E}"/>
                    </a:ext>
                  </a:extLst>
                </p14:cNvPr>
                <p14:cNvContentPartPr/>
                <p14:nvPr/>
              </p14:nvContentPartPr>
              <p14:xfrm>
                <a:off x="8782887" y="1481553"/>
                <a:ext cx="13320" cy="234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8597915-0515-605B-7ECF-1D9D665B4E9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774247" y="1472553"/>
                  <a:ext cx="30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D2625E-DBF4-2633-74B5-EFC7EB6F819F}"/>
                    </a:ext>
                  </a:extLst>
                </p14:cNvPr>
                <p14:cNvContentPartPr/>
                <p14:nvPr/>
              </p14:nvContentPartPr>
              <p14:xfrm>
                <a:off x="8770287" y="1491273"/>
                <a:ext cx="118080" cy="138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D2625E-DBF4-2633-74B5-EFC7EB6F819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761647" y="1482273"/>
                  <a:ext cx="135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F893DED-C332-D7BF-B8C1-B1521B01A31D}"/>
                    </a:ext>
                  </a:extLst>
                </p14:cNvPr>
                <p14:cNvContentPartPr/>
                <p14:nvPr/>
              </p14:nvContentPartPr>
              <p14:xfrm>
                <a:off x="8934447" y="1424313"/>
                <a:ext cx="126360" cy="29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F893DED-C332-D7BF-B8C1-B1521B01A31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25807" y="1415673"/>
                  <a:ext cx="144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0C403DA-FDA5-4A9C-2A98-29E71AE5001E}"/>
                    </a:ext>
                  </a:extLst>
                </p14:cNvPr>
                <p14:cNvContentPartPr/>
                <p14:nvPr/>
              </p14:nvContentPartPr>
              <p14:xfrm>
                <a:off x="9041727" y="1502433"/>
                <a:ext cx="90360" cy="160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0C403DA-FDA5-4A9C-2A98-29E71AE5001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33087" y="1493433"/>
                  <a:ext cx="108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7B4133-B6FA-E5B7-DB4E-314DB9067E7B}"/>
                    </a:ext>
                  </a:extLst>
                </p14:cNvPr>
                <p14:cNvContentPartPr/>
                <p14:nvPr/>
              </p14:nvContentPartPr>
              <p14:xfrm>
                <a:off x="9053247" y="1575153"/>
                <a:ext cx="155520" cy="42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7B4133-B6FA-E5B7-DB4E-314DB9067E7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44247" y="1566153"/>
                  <a:ext cx="173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DAD3269-4C5A-29C0-44BB-32836107F957}"/>
                    </a:ext>
                  </a:extLst>
                </p14:cNvPr>
                <p14:cNvContentPartPr/>
                <p14:nvPr/>
              </p14:nvContentPartPr>
              <p14:xfrm>
                <a:off x="9198687" y="1488393"/>
                <a:ext cx="32040" cy="20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DAD3269-4C5A-29C0-44BB-32836107F95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190047" y="1479753"/>
                  <a:ext cx="49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A25055-53C9-C933-09E3-50D786C33727}"/>
                    </a:ext>
                  </a:extLst>
                </p14:cNvPr>
                <p14:cNvContentPartPr/>
                <p14:nvPr/>
              </p14:nvContentPartPr>
              <p14:xfrm>
                <a:off x="9278607" y="1527993"/>
                <a:ext cx="21960" cy="127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A25055-53C9-C933-09E3-50D786C3372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69967" y="1518993"/>
                  <a:ext cx="39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CFB1AF-2A81-92D9-5BD2-D64899739A89}"/>
                    </a:ext>
                  </a:extLst>
                </p14:cNvPr>
                <p14:cNvContentPartPr/>
                <p14:nvPr/>
              </p14:nvContentPartPr>
              <p14:xfrm>
                <a:off x="9257367" y="1529433"/>
                <a:ext cx="120960" cy="127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CFB1AF-2A81-92D9-5BD2-D64899739A8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248367" y="1520433"/>
                  <a:ext cx="138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9766086-15EA-FBD1-599C-B1DF86707466}"/>
                    </a:ext>
                  </a:extLst>
                </p14:cNvPr>
                <p14:cNvContentPartPr/>
                <p14:nvPr/>
              </p14:nvContentPartPr>
              <p14:xfrm>
                <a:off x="9327927" y="1421433"/>
                <a:ext cx="158040" cy="313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9766086-15EA-FBD1-599C-B1DF8670746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319287" y="1412793"/>
                  <a:ext cx="175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3F02E67-5E62-EAA3-2959-8A97B6BF1241}"/>
                    </a:ext>
                  </a:extLst>
                </p14:cNvPr>
                <p14:cNvContentPartPr/>
                <p14:nvPr/>
              </p14:nvContentPartPr>
              <p14:xfrm>
                <a:off x="9561927" y="1500273"/>
                <a:ext cx="102960" cy="35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3F02E67-5E62-EAA3-2959-8A97B6BF124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553287" y="1491633"/>
                  <a:ext cx="120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522268A-6F3A-E39F-2F3B-F8E47B799BD1}"/>
                    </a:ext>
                  </a:extLst>
                </p14:cNvPr>
                <p14:cNvContentPartPr/>
                <p14:nvPr/>
              </p14:nvContentPartPr>
              <p14:xfrm>
                <a:off x="9582807" y="1526913"/>
                <a:ext cx="144360" cy="31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522268A-6F3A-E39F-2F3B-F8E47B799BD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573807" y="1518273"/>
                  <a:ext cx="162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62034CE-7A09-6B8E-D870-67942FB901BA}"/>
                    </a:ext>
                  </a:extLst>
                </p14:cNvPr>
                <p14:cNvContentPartPr/>
                <p14:nvPr/>
              </p14:nvContentPartPr>
              <p14:xfrm>
                <a:off x="9903207" y="1474353"/>
                <a:ext cx="13680" cy="18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62034CE-7A09-6B8E-D870-67942FB901B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894567" y="1465713"/>
                  <a:ext cx="3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E596829-E696-FE25-A880-B34C1C3957C9}"/>
                    </a:ext>
                  </a:extLst>
                </p14:cNvPr>
                <p14:cNvContentPartPr/>
                <p14:nvPr/>
              </p14:nvContentPartPr>
              <p14:xfrm>
                <a:off x="9893127" y="1463553"/>
                <a:ext cx="114480" cy="99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E596829-E696-FE25-A880-B34C1C3957C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884127" y="1454553"/>
                  <a:ext cx="132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18D158-986F-9A5E-58DE-206451DC8206}"/>
                    </a:ext>
                  </a:extLst>
                </p14:cNvPr>
                <p14:cNvContentPartPr/>
                <p14:nvPr/>
              </p14:nvContentPartPr>
              <p14:xfrm>
                <a:off x="10084287" y="1331793"/>
                <a:ext cx="110160" cy="27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18D158-986F-9A5E-58DE-206451DC820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075647" y="1323153"/>
                  <a:ext cx="127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38D525-60AD-2EE7-8B68-BCBBBE76EFCB}"/>
                    </a:ext>
                  </a:extLst>
                </p14:cNvPr>
                <p14:cNvContentPartPr/>
                <p14:nvPr/>
              </p14:nvContentPartPr>
              <p14:xfrm>
                <a:off x="10193367" y="1441233"/>
                <a:ext cx="25560" cy="141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38D525-60AD-2EE7-8B68-BCBBBE76EFC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184727" y="1432233"/>
                  <a:ext cx="43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A1503A-C330-91B5-E2CC-1B6E58603B77}"/>
                    </a:ext>
                  </a:extLst>
                </p14:cNvPr>
                <p14:cNvContentPartPr/>
                <p14:nvPr/>
              </p14:nvContentPartPr>
              <p14:xfrm>
                <a:off x="10195527" y="1430793"/>
                <a:ext cx="107280" cy="150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A1503A-C330-91B5-E2CC-1B6E58603B7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186887" y="1422153"/>
                  <a:ext cx="124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BB65AE8-AA22-0971-2443-98BCC0E3EEE9}"/>
                    </a:ext>
                  </a:extLst>
                </p14:cNvPr>
                <p14:cNvContentPartPr/>
                <p14:nvPr/>
              </p14:nvContentPartPr>
              <p14:xfrm>
                <a:off x="10332687" y="1346913"/>
                <a:ext cx="51120" cy="335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BB65AE8-AA22-0971-2443-98BCC0E3EEE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324047" y="1337913"/>
                  <a:ext cx="68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DF14CE-1CD6-969C-5D19-D70B7C156ED1}"/>
                    </a:ext>
                  </a:extLst>
                </p14:cNvPr>
                <p14:cNvContentPartPr/>
                <p14:nvPr/>
              </p14:nvContentPartPr>
              <p14:xfrm>
                <a:off x="10432767" y="1452393"/>
                <a:ext cx="73440" cy="135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DF14CE-1CD6-969C-5D19-D70B7C156ED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423767" y="1443393"/>
                  <a:ext cx="91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74D691A-B168-68ED-C3A2-DCFE864988AB}"/>
                    </a:ext>
                  </a:extLst>
                </p14:cNvPr>
                <p14:cNvContentPartPr/>
                <p14:nvPr/>
              </p14:nvContentPartPr>
              <p14:xfrm>
                <a:off x="10454367" y="1489113"/>
                <a:ext cx="113760" cy="68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74D691A-B168-68ED-C3A2-DCFE864988A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45727" y="1480473"/>
                  <a:ext cx="131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C1A0923-F83A-B98C-D753-CA5C649CEE87}"/>
                    </a:ext>
                  </a:extLst>
                </p14:cNvPr>
                <p14:cNvContentPartPr/>
                <p14:nvPr/>
              </p14:nvContentPartPr>
              <p14:xfrm>
                <a:off x="10482087" y="1337553"/>
                <a:ext cx="140040" cy="380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C1A0923-F83A-B98C-D753-CA5C649CEE8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73087" y="1328553"/>
                  <a:ext cx="1576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9CDA7D-5E23-CFDB-E23D-609A892B2F5F}"/>
                    </a:ext>
                  </a:extLst>
                </p14:cNvPr>
                <p14:cNvContentPartPr/>
                <p14:nvPr/>
              </p14:nvContentPartPr>
              <p14:xfrm>
                <a:off x="10740567" y="1460313"/>
                <a:ext cx="56880" cy="4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9CDA7D-5E23-CFDB-E23D-609A892B2F5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731927" y="1451313"/>
                  <a:ext cx="74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C205641-6186-16E2-E34E-CB074EF807B1}"/>
                    </a:ext>
                  </a:extLst>
                </p14:cNvPr>
                <p14:cNvContentPartPr/>
                <p14:nvPr/>
              </p14:nvContentPartPr>
              <p14:xfrm>
                <a:off x="10724727" y="1440153"/>
                <a:ext cx="128880" cy="98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C205641-6186-16E2-E34E-CB074EF807B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16087" y="1431153"/>
                  <a:ext cx="146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DDF3663-E312-7979-5D7A-5F744347C47B}"/>
                    </a:ext>
                  </a:extLst>
                </p14:cNvPr>
                <p14:cNvContentPartPr/>
                <p14:nvPr/>
              </p14:nvContentPartPr>
              <p14:xfrm>
                <a:off x="10940727" y="1410633"/>
                <a:ext cx="30600" cy="207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DDF3663-E312-7979-5D7A-5F744347C47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31727" y="1401633"/>
                  <a:ext cx="48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F564E3-8A95-234E-314B-8EFDF6694FE4}"/>
                    </a:ext>
                  </a:extLst>
                </p14:cNvPr>
                <p14:cNvContentPartPr/>
                <p14:nvPr/>
              </p14:nvContentPartPr>
              <p14:xfrm>
                <a:off x="10945407" y="1431153"/>
                <a:ext cx="80640" cy="95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F564E3-8A95-234E-314B-8EFDF6694FE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936407" y="1422153"/>
                  <a:ext cx="98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FE5AC6-2800-D239-C0DF-19DE20C55225}"/>
                    </a:ext>
                  </a:extLst>
                </p14:cNvPr>
                <p14:cNvContentPartPr/>
                <p14:nvPr/>
              </p14:nvContentPartPr>
              <p14:xfrm>
                <a:off x="11120007" y="1342593"/>
                <a:ext cx="79200" cy="214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FE5AC6-2800-D239-C0DF-19DE20C552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111007" y="1333593"/>
                  <a:ext cx="96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26213B5-6CD5-C296-F05B-40B70ABAE6F8}"/>
                    </a:ext>
                  </a:extLst>
                </p14:cNvPr>
                <p14:cNvContentPartPr/>
                <p14:nvPr/>
              </p14:nvContentPartPr>
              <p14:xfrm>
                <a:off x="11198847" y="1393713"/>
                <a:ext cx="73080" cy="120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26213B5-6CD5-C296-F05B-40B70ABAE6F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190207" y="1385073"/>
                  <a:ext cx="9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AF592D2-14CD-AA0F-4180-5CE0544DEE77}"/>
                    </a:ext>
                  </a:extLst>
                </p14:cNvPr>
                <p14:cNvContentPartPr/>
                <p14:nvPr/>
              </p14:nvContentPartPr>
              <p14:xfrm>
                <a:off x="11208927" y="1447353"/>
                <a:ext cx="101160" cy="39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AF592D2-14CD-AA0F-4180-5CE0544DEE7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199927" y="1438353"/>
                  <a:ext cx="118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D64F6F6-3017-6DA2-6126-A7BF17EB1427}"/>
                    </a:ext>
                  </a:extLst>
                </p14:cNvPr>
                <p14:cNvContentPartPr/>
                <p14:nvPr/>
              </p14:nvContentPartPr>
              <p14:xfrm>
                <a:off x="11308287" y="1344753"/>
                <a:ext cx="86400" cy="218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D64F6F6-3017-6DA2-6126-A7BF17EB142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299647" y="1335753"/>
                  <a:ext cx="104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269B44F-C9B4-AC3A-1B4D-5EB16E33F170}"/>
                    </a:ext>
                  </a:extLst>
                </p14:cNvPr>
                <p14:cNvContentPartPr/>
                <p14:nvPr/>
              </p14:nvContentPartPr>
              <p14:xfrm>
                <a:off x="9818607" y="1725633"/>
                <a:ext cx="1389960" cy="25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269B44F-C9B4-AC3A-1B4D-5EB16E33F17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809967" y="1716993"/>
                  <a:ext cx="1407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49CE07-F2B0-CBFC-4BD4-F6B55E2F914C}"/>
                    </a:ext>
                  </a:extLst>
                </p14:cNvPr>
                <p14:cNvContentPartPr/>
                <p14:nvPr/>
              </p14:nvContentPartPr>
              <p14:xfrm>
                <a:off x="10306047" y="1853793"/>
                <a:ext cx="36000" cy="190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49CE07-F2B0-CBFC-4BD4-F6B55E2F914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97407" y="1844793"/>
                  <a:ext cx="536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542858-EB5D-F40A-6EC4-3E66E8751D8B}"/>
                    </a:ext>
                  </a:extLst>
                </p14:cNvPr>
                <p14:cNvContentPartPr/>
                <p14:nvPr/>
              </p14:nvContentPartPr>
              <p14:xfrm>
                <a:off x="10280847" y="1878993"/>
                <a:ext cx="130680" cy="120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542858-EB5D-F40A-6EC4-3E66E8751D8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272207" y="1869993"/>
                  <a:ext cx="148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8559C7-C4E1-15C9-D924-3E9DA3FE9E48}"/>
                    </a:ext>
                  </a:extLst>
                </p14:cNvPr>
                <p14:cNvContentPartPr/>
                <p14:nvPr/>
              </p14:nvContentPartPr>
              <p14:xfrm>
                <a:off x="10454727" y="1837953"/>
                <a:ext cx="132840" cy="190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8559C7-C4E1-15C9-D924-3E9DA3FE9E4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445727" y="1829313"/>
                  <a:ext cx="150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5A1D045-1632-46D3-E6B3-212CEF27A206}"/>
                    </a:ext>
                  </a:extLst>
                </p14:cNvPr>
                <p14:cNvContentPartPr/>
                <p14:nvPr/>
              </p14:nvContentPartPr>
              <p14:xfrm>
                <a:off x="10620327" y="1885833"/>
                <a:ext cx="7560" cy="106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5A1D045-1632-46D3-E6B3-212CEF27A20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11327" y="1877193"/>
                  <a:ext cx="25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A36CBA4-38DB-F431-BADB-819019E9A36F}"/>
                    </a:ext>
                  </a:extLst>
                </p14:cNvPr>
                <p14:cNvContentPartPr/>
                <p14:nvPr/>
              </p14:nvContentPartPr>
              <p14:xfrm>
                <a:off x="10584327" y="1870353"/>
                <a:ext cx="120600" cy="126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A36CBA4-38DB-F431-BADB-819019E9A36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575687" y="1861713"/>
                  <a:ext cx="138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5F65AA-35AF-214E-140C-DE9CFA279BC2}"/>
                    </a:ext>
                  </a:extLst>
                </p14:cNvPr>
                <p14:cNvContentPartPr/>
                <p14:nvPr/>
              </p14:nvContentPartPr>
              <p14:xfrm>
                <a:off x="10693047" y="1831833"/>
                <a:ext cx="112320" cy="243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5F65AA-35AF-214E-140C-DE9CFA279BC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684047" y="1823193"/>
                  <a:ext cx="12996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433C327-1366-C543-338D-C384A2FD9FAF}"/>
                  </a:ext>
                </a:extLst>
              </p14:cNvPr>
              <p14:cNvContentPartPr/>
              <p14:nvPr/>
            </p14:nvContentPartPr>
            <p14:xfrm>
              <a:off x="690807" y="1774953"/>
              <a:ext cx="146160" cy="1648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433C327-1366-C543-338D-C384A2FD9FAF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82167" y="1765953"/>
                <a:ext cx="163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8494479-54FE-9796-F821-EC53B7D9AEE2}"/>
                  </a:ext>
                </a:extLst>
              </p14:cNvPr>
              <p14:cNvContentPartPr/>
              <p14:nvPr/>
            </p14:nvContentPartPr>
            <p14:xfrm>
              <a:off x="1819407" y="1710513"/>
              <a:ext cx="242640" cy="1281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8494479-54FE-9796-F821-EC53B7D9AEE2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810407" y="1701873"/>
                <a:ext cx="2602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35894A2-C1B9-9CE3-5A0B-AF7A08F70510}"/>
                  </a:ext>
                </a:extLst>
              </p14:cNvPr>
              <p14:cNvContentPartPr/>
              <p14:nvPr/>
            </p14:nvContentPartPr>
            <p14:xfrm>
              <a:off x="2632647" y="1700073"/>
              <a:ext cx="185040" cy="163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35894A2-C1B9-9CE3-5A0B-AF7A08F70510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2623647" y="1691433"/>
                <a:ext cx="2026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8A12B0B-5588-FC98-1E23-3762B373A313}"/>
                  </a:ext>
                </a:extLst>
              </p14:cNvPr>
              <p14:cNvContentPartPr/>
              <p14:nvPr/>
            </p14:nvContentPartPr>
            <p14:xfrm>
              <a:off x="3599607" y="1721673"/>
              <a:ext cx="221400" cy="1893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8A12B0B-5588-FC98-1E23-3762B373A313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590967" y="1713033"/>
                <a:ext cx="23904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87FA589-E7ED-9C3D-D350-9353D2BB2A99}"/>
              </a:ext>
            </a:extLst>
          </p:cNvPr>
          <p:cNvGrpSpPr/>
          <p:nvPr/>
        </p:nvGrpSpPr>
        <p:grpSpPr>
          <a:xfrm>
            <a:off x="4588887" y="1694313"/>
            <a:ext cx="263160" cy="112320"/>
            <a:chOff x="4588887" y="1694313"/>
            <a:chExt cx="26316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6D55407-7A65-968D-2067-B892C4AF1F2C}"/>
                    </a:ext>
                  </a:extLst>
                </p14:cNvPr>
                <p14:cNvContentPartPr/>
                <p14:nvPr/>
              </p14:nvContentPartPr>
              <p14:xfrm>
                <a:off x="4588887" y="1694313"/>
                <a:ext cx="172800" cy="112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6D55407-7A65-968D-2067-B892C4AF1F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579887" y="1685313"/>
                  <a:ext cx="190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43AF54B-16DF-D337-A2BD-4E41958DF909}"/>
                    </a:ext>
                  </a:extLst>
                </p14:cNvPr>
                <p14:cNvContentPartPr/>
                <p14:nvPr/>
              </p14:nvContentPartPr>
              <p14:xfrm>
                <a:off x="4748007" y="1713393"/>
                <a:ext cx="104040" cy="23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43AF54B-16DF-D337-A2BD-4E41958DF90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739007" y="1704753"/>
                  <a:ext cx="1216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4D3F4D2-5E41-A3A6-6BC8-7C203F377586}"/>
              </a:ext>
            </a:extLst>
          </p:cNvPr>
          <p:cNvGrpSpPr/>
          <p:nvPr/>
        </p:nvGrpSpPr>
        <p:grpSpPr>
          <a:xfrm>
            <a:off x="5272527" y="1685313"/>
            <a:ext cx="216720" cy="134280"/>
            <a:chOff x="5272527" y="1685313"/>
            <a:chExt cx="21672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7ABBD44-EF2B-438E-CDCA-3E856933EEF1}"/>
                    </a:ext>
                  </a:extLst>
                </p14:cNvPr>
                <p14:cNvContentPartPr/>
                <p14:nvPr/>
              </p14:nvContentPartPr>
              <p14:xfrm>
                <a:off x="5272527" y="1685313"/>
                <a:ext cx="150120" cy="83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7ABBD44-EF2B-438E-CDCA-3E856933EEF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263887" y="1676673"/>
                  <a:ext cx="167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CC2AFFC-B752-D9D9-3533-BE1B931238B7}"/>
                    </a:ext>
                  </a:extLst>
                </p14:cNvPr>
                <p14:cNvContentPartPr/>
                <p14:nvPr/>
              </p14:nvContentPartPr>
              <p14:xfrm>
                <a:off x="5404647" y="1729953"/>
                <a:ext cx="84600" cy="89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CC2AFFC-B752-D9D9-3533-BE1B931238B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395647" y="1720953"/>
                  <a:ext cx="1022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43CB476-A6C9-9560-95DF-CA2E837DD3F0}"/>
              </a:ext>
            </a:extLst>
          </p:cNvPr>
          <p:cNvGrpSpPr/>
          <p:nvPr/>
        </p:nvGrpSpPr>
        <p:grpSpPr>
          <a:xfrm>
            <a:off x="6241287" y="1658313"/>
            <a:ext cx="249480" cy="142200"/>
            <a:chOff x="6241287" y="1658313"/>
            <a:chExt cx="24948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6CDAC9-835B-6BBB-512A-21995FADFACD}"/>
                    </a:ext>
                  </a:extLst>
                </p14:cNvPr>
                <p14:cNvContentPartPr/>
                <p14:nvPr/>
              </p14:nvContentPartPr>
              <p14:xfrm>
                <a:off x="6241287" y="1658313"/>
                <a:ext cx="198360" cy="142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6CDAC9-835B-6BBB-512A-21995FADFAC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232287" y="1649673"/>
                  <a:ext cx="216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F59FD15-03E3-D271-A631-03D3CE557D55}"/>
                    </a:ext>
                  </a:extLst>
                </p14:cNvPr>
                <p14:cNvContentPartPr/>
                <p14:nvPr/>
              </p14:nvContentPartPr>
              <p14:xfrm>
                <a:off x="6378807" y="1755153"/>
                <a:ext cx="111960" cy="3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F59FD15-03E3-D271-A631-03D3CE557D5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370167" y="1746513"/>
                  <a:ext cx="1296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196EA9-AB66-5077-1F8F-4C1F33B25FD7}"/>
              </a:ext>
            </a:extLst>
          </p:cNvPr>
          <p:cNvGrpSpPr/>
          <p:nvPr/>
        </p:nvGrpSpPr>
        <p:grpSpPr>
          <a:xfrm>
            <a:off x="7105647" y="1571553"/>
            <a:ext cx="245520" cy="157320"/>
            <a:chOff x="7105647" y="1571553"/>
            <a:chExt cx="24552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54E715C-631F-D332-AD53-668CF509147C}"/>
                    </a:ext>
                  </a:extLst>
                </p14:cNvPr>
                <p14:cNvContentPartPr/>
                <p14:nvPr/>
              </p14:nvContentPartPr>
              <p14:xfrm>
                <a:off x="7105647" y="1571553"/>
                <a:ext cx="184680" cy="83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54E715C-631F-D332-AD53-668CF509147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097007" y="1562913"/>
                  <a:ext cx="202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D498DBE-2C40-AEC0-07E1-9F5E8DC34679}"/>
                    </a:ext>
                  </a:extLst>
                </p14:cNvPr>
                <p14:cNvContentPartPr/>
                <p14:nvPr/>
              </p14:nvContentPartPr>
              <p14:xfrm>
                <a:off x="7267647" y="1615833"/>
                <a:ext cx="83520" cy="113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D498DBE-2C40-AEC0-07E1-9F5E8DC3467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258647" y="1606833"/>
                  <a:ext cx="1011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BAF0A2C-52CE-BE91-534A-948D00B65CC2}"/>
              </a:ext>
            </a:extLst>
          </p:cNvPr>
          <p:cNvGrpSpPr/>
          <p:nvPr/>
        </p:nvGrpSpPr>
        <p:grpSpPr>
          <a:xfrm>
            <a:off x="8632047" y="2462193"/>
            <a:ext cx="3006720" cy="804960"/>
            <a:chOff x="8632047" y="2462193"/>
            <a:chExt cx="3006720" cy="80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9C48C25-E2C0-41C3-D81B-ADFE10AB3BBF}"/>
                    </a:ext>
                  </a:extLst>
                </p14:cNvPr>
                <p14:cNvContentPartPr/>
                <p14:nvPr/>
              </p14:nvContentPartPr>
              <p14:xfrm>
                <a:off x="8643207" y="2591073"/>
                <a:ext cx="19800" cy="268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9C48C25-E2C0-41C3-D81B-ADFE10AB3BB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634207" y="2582073"/>
                  <a:ext cx="37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ACA1F40-8118-DC87-8F8F-D11916479113}"/>
                    </a:ext>
                  </a:extLst>
                </p14:cNvPr>
                <p14:cNvContentPartPr/>
                <p14:nvPr/>
              </p14:nvContentPartPr>
              <p14:xfrm>
                <a:off x="8632047" y="2613753"/>
                <a:ext cx="107280" cy="131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ACA1F40-8118-DC87-8F8F-D1191647911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623407" y="2604753"/>
                  <a:ext cx="124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03E1F8F-3CA6-BAD1-D994-D2E7F3DC2E77}"/>
                    </a:ext>
                  </a:extLst>
                </p14:cNvPr>
                <p14:cNvContentPartPr/>
                <p14:nvPr/>
              </p14:nvContentPartPr>
              <p14:xfrm>
                <a:off x="8808087" y="2484513"/>
                <a:ext cx="115560" cy="263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03E1F8F-3CA6-BAD1-D994-D2E7F3DC2E7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799447" y="2475873"/>
                  <a:ext cx="133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4ACCE62-6380-5108-D14A-1E5A0679BFA7}"/>
                    </a:ext>
                  </a:extLst>
                </p14:cNvPr>
                <p14:cNvContentPartPr/>
                <p14:nvPr/>
              </p14:nvContentPartPr>
              <p14:xfrm>
                <a:off x="8884047" y="2594673"/>
                <a:ext cx="106200" cy="147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4ACCE62-6380-5108-D14A-1E5A0679BFA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875407" y="2586033"/>
                  <a:ext cx="123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502E63-9B61-45E4-E9A5-F20A73913B3B}"/>
                    </a:ext>
                  </a:extLst>
                </p14:cNvPr>
                <p14:cNvContentPartPr/>
                <p14:nvPr/>
              </p14:nvContentPartPr>
              <p14:xfrm>
                <a:off x="8888007" y="2665593"/>
                <a:ext cx="135000" cy="25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502E63-9B61-45E4-E9A5-F20A73913B3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879367" y="2656953"/>
                  <a:ext cx="152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B1FAEE2-74C6-C63F-2047-5B302FD7B796}"/>
                    </a:ext>
                  </a:extLst>
                </p14:cNvPr>
                <p14:cNvContentPartPr/>
                <p14:nvPr/>
              </p14:nvContentPartPr>
              <p14:xfrm>
                <a:off x="9017967" y="2544273"/>
                <a:ext cx="88920" cy="327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B1FAEE2-74C6-C63F-2047-5B302FD7B79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009327" y="2535273"/>
                  <a:ext cx="1065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9AB37D5-B2E0-5329-9170-106BFFCFC983}"/>
                    </a:ext>
                  </a:extLst>
                </p14:cNvPr>
                <p14:cNvContentPartPr/>
                <p14:nvPr/>
              </p14:nvContentPartPr>
              <p14:xfrm>
                <a:off x="9180327" y="2620233"/>
                <a:ext cx="28080" cy="99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9AB37D5-B2E0-5329-9170-106BFFCFC98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171327" y="2611233"/>
                  <a:ext cx="45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4A12753-B5EF-0A23-EEE6-2F6D2F0E65A4}"/>
                    </a:ext>
                  </a:extLst>
                </p14:cNvPr>
                <p14:cNvContentPartPr/>
                <p14:nvPr/>
              </p14:nvContentPartPr>
              <p14:xfrm>
                <a:off x="9181407" y="2591793"/>
                <a:ext cx="107640" cy="141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4A12753-B5EF-0A23-EEE6-2F6D2F0E65A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172407" y="2582793"/>
                  <a:ext cx="125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6D802EE-B820-900A-AF2A-6235B198DCB9}"/>
                    </a:ext>
                  </a:extLst>
                </p14:cNvPr>
                <p14:cNvContentPartPr/>
                <p14:nvPr/>
              </p14:nvContentPartPr>
              <p14:xfrm>
                <a:off x="9325767" y="2719593"/>
                <a:ext cx="46440" cy="89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6D802EE-B820-900A-AF2A-6235B198DCB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317127" y="2710953"/>
                  <a:ext cx="64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E7A0CA9-B575-A16E-6A23-8AC302DD0B99}"/>
                    </a:ext>
                  </a:extLst>
                </p14:cNvPr>
                <p14:cNvContentPartPr/>
                <p14:nvPr/>
              </p14:nvContentPartPr>
              <p14:xfrm>
                <a:off x="9420807" y="2610873"/>
                <a:ext cx="111240" cy="11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E7A0CA9-B575-A16E-6A23-8AC302DD0B9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412167" y="2601873"/>
                  <a:ext cx="128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AC181AE-ABFB-8A4B-8F1C-8CB432A2AE64}"/>
                    </a:ext>
                  </a:extLst>
                </p14:cNvPr>
                <p14:cNvContentPartPr/>
                <p14:nvPr/>
              </p14:nvContentPartPr>
              <p14:xfrm>
                <a:off x="9486687" y="2524833"/>
                <a:ext cx="137880" cy="326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AC181AE-ABFB-8A4B-8F1C-8CB432A2AE6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477687" y="2515833"/>
                  <a:ext cx="155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0F07BAE-9DC6-64E3-869D-51AFAE9B4DCD}"/>
                    </a:ext>
                  </a:extLst>
                </p14:cNvPr>
                <p14:cNvContentPartPr/>
                <p14:nvPr/>
              </p14:nvContentPartPr>
              <p14:xfrm>
                <a:off x="9727167" y="2620593"/>
                <a:ext cx="66960" cy="129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0F07BAE-9DC6-64E3-869D-51AFAE9B4DC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718167" y="2611593"/>
                  <a:ext cx="84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293265E-2E4D-D941-AEAC-E767F3890EC8}"/>
                    </a:ext>
                  </a:extLst>
                </p14:cNvPr>
                <p14:cNvContentPartPr/>
                <p14:nvPr/>
              </p14:nvContentPartPr>
              <p14:xfrm>
                <a:off x="9689367" y="2672073"/>
                <a:ext cx="115560" cy="9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293265E-2E4D-D941-AEAC-E767F3890EC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680367" y="2663433"/>
                  <a:ext cx="133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4706A84-F3DA-4043-802D-4C4D634659F1}"/>
                    </a:ext>
                  </a:extLst>
                </p14:cNvPr>
                <p14:cNvContentPartPr/>
                <p14:nvPr/>
              </p14:nvContentPartPr>
              <p14:xfrm>
                <a:off x="10010127" y="2551473"/>
                <a:ext cx="11520" cy="182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4706A84-F3DA-4043-802D-4C4D634659F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001487" y="2542473"/>
                  <a:ext cx="291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80AC0F-37D9-80B5-4D8E-D535611F8BF9}"/>
                    </a:ext>
                  </a:extLst>
                </p14:cNvPr>
                <p14:cNvContentPartPr/>
                <p14:nvPr/>
              </p14:nvContentPartPr>
              <p14:xfrm>
                <a:off x="10022367" y="2500713"/>
                <a:ext cx="84600" cy="114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80AC0F-37D9-80B5-4D8E-D535611F8BF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013367" y="2492073"/>
                  <a:ext cx="102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0C139B9-FA15-4C7A-8FB8-E9428F54F296}"/>
                    </a:ext>
                  </a:extLst>
                </p14:cNvPr>
                <p14:cNvContentPartPr/>
                <p14:nvPr/>
              </p14:nvContentPartPr>
              <p14:xfrm>
                <a:off x="10135047" y="2462193"/>
                <a:ext cx="88200" cy="274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0C139B9-FA15-4C7A-8FB8-E9428F54F29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126047" y="2453193"/>
                  <a:ext cx="105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99FB52-C7E0-589A-60F4-21EE6260128D}"/>
                    </a:ext>
                  </a:extLst>
                </p14:cNvPr>
                <p14:cNvContentPartPr/>
                <p14:nvPr/>
              </p14:nvContentPartPr>
              <p14:xfrm>
                <a:off x="10236567" y="2557233"/>
                <a:ext cx="23040" cy="135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99FB52-C7E0-589A-60F4-21EE6260128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227567" y="2548593"/>
                  <a:ext cx="40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956C7A1-D878-1041-6023-42FFB201D562}"/>
                    </a:ext>
                  </a:extLst>
                </p14:cNvPr>
                <p14:cNvContentPartPr/>
                <p14:nvPr/>
              </p14:nvContentPartPr>
              <p14:xfrm>
                <a:off x="10239087" y="2554713"/>
                <a:ext cx="88920" cy="139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956C7A1-D878-1041-6023-42FFB201D56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230087" y="2546073"/>
                  <a:ext cx="106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ADA7CE9-5BFF-578B-A041-F1CFF2B6278C}"/>
                    </a:ext>
                  </a:extLst>
                </p14:cNvPr>
                <p14:cNvContentPartPr/>
                <p14:nvPr/>
              </p14:nvContentPartPr>
              <p14:xfrm>
                <a:off x="10365807" y="2646153"/>
                <a:ext cx="35640" cy="83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ADA7CE9-5BFF-578B-A041-F1CFF2B6278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356807" y="2637153"/>
                  <a:ext cx="53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EC94D5B-1E1D-C73B-F396-D2EBE8C51809}"/>
                    </a:ext>
                  </a:extLst>
                </p14:cNvPr>
                <p14:cNvContentPartPr/>
                <p14:nvPr/>
              </p14:nvContentPartPr>
              <p14:xfrm>
                <a:off x="10461567" y="2564073"/>
                <a:ext cx="101880" cy="123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EC94D5B-1E1D-C73B-F396-D2EBE8C5180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452927" y="2555433"/>
                  <a:ext cx="119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45925F9-7682-7DF4-070A-DBCF0ACE46D3}"/>
                    </a:ext>
                  </a:extLst>
                </p14:cNvPr>
                <p14:cNvContentPartPr/>
                <p14:nvPr/>
              </p14:nvContentPartPr>
              <p14:xfrm>
                <a:off x="10558047" y="2508993"/>
                <a:ext cx="110160" cy="344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45925F9-7682-7DF4-070A-DBCF0ACE46D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549047" y="2500353"/>
                  <a:ext cx="1278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4668F04-89FD-BC0A-43E5-08F2C620B18B}"/>
                    </a:ext>
                  </a:extLst>
                </p14:cNvPr>
                <p14:cNvContentPartPr/>
                <p14:nvPr/>
              </p14:nvContentPartPr>
              <p14:xfrm>
                <a:off x="10672167" y="2570193"/>
                <a:ext cx="93600" cy="153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4668F04-89FD-BC0A-43E5-08F2C620B18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663167" y="2561193"/>
                  <a:ext cx="111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2711065-BEA2-AE51-21E2-B351474E3B2A}"/>
                    </a:ext>
                  </a:extLst>
                </p14:cNvPr>
                <p14:cNvContentPartPr/>
                <p14:nvPr/>
              </p14:nvContentPartPr>
              <p14:xfrm>
                <a:off x="10693047" y="2633193"/>
                <a:ext cx="136440" cy="59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2711065-BEA2-AE51-21E2-B351474E3B2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684407" y="2624193"/>
                  <a:ext cx="154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737DBA4-E779-1F15-150A-4A7473E416F0}"/>
                    </a:ext>
                  </a:extLst>
                </p14:cNvPr>
                <p14:cNvContentPartPr/>
                <p14:nvPr/>
              </p14:nvContentPartPr>
              <p14:xfrm>
                <a:off x="10764687" y="2494593"/>
                <a:ext cx="125280" cy="354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737DBA4-E779-1F15-150A-4A7473E416F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756047" y="2485953"/>
                  <a:ext cx="1429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29231E3-E8A6-6308-5FD6-158D6749A5D9}"/>
                    </a:ext>
                  </a:extLst>
                </p14:cNvPr>
                <p14:cNvContentPartPr/>
                <p14:nvPr/>
              </p14:nvContentPartPr>
              <p14:xfrm>
                <a:off x="11003727" y="2607633"/>
                <a:ext cx="5076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29231E3-E8A6-6308-5FD6-158D6749A5D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995087" y="259863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E8A81EC-FB69-CAEC-CF57-4C90E148E666}"/>
                    </a:ext>
                  </a:extLst>
                </p14:cNvPr>
                <p14:cNvContentPartPr/>
                <p14:nvPr/>
              </p14:nvContentPartPr>
              <p14:xfrm>
                <a:off x="11030727" y="2584953"/>
                <a:ext cx="47880" cy="91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E8A81EC-FB69-CAEC-CF57-4C90E148E66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022087" y="2575953"/>
                  <a:ext cx="65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B0112D2-2707-2F5D-D8A9-E4E93E72F1C1}"/>
                    </a:ext>
                  </a:extLst>
                </p14:cNvPr>
                <p14:cNvContentPartPr/>
                <p14:nvPr/>
              </p14:nvContentPartPr>
              <p14:xfrm>
                <a:off x="11006607" y="2627073"/>
                <a:ext cx="108360" cy="2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B0112D2-2707-2F5D-D8A9-E4E93E72F1C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997967" y="2618073"/>
                  <a:ext cx="126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F0B07E6-F98D-6FE8-0B25-921D0441C414}"/>
                    </a:ext>
                  </a:extLst>
                </p14:cNvPr>
                <p14:cNvContentPartPr/>
                <p14:nvPr/>
              </p14:nvContentPartPr>
              <p14:xfrm>
                <a:off x="11212887" y="2570193"/>
                <a:ext cx="26640" cy="217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F0B07E6-F98D-6FE8-0B25-921D0441C41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204247" y="2561193"/>
                  <a:ext cx="44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2BED4F7-CB5B-3B2B-A43C-4E04BC6D5AA9}"/>
                    </a:ext>
                  </a:extLst>
                </p14:cNvPr>
                <p14:cNvContentPartPr/>
                <p14:nvPr/>
              </p14:nvContentPartPr>
              <p14:xfrm>
                <a:off x="11210007" y="2569113"/>
                <a:ext cx="100800" cy="116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2BED4F7-CB5B-3B2B-A43C-4E04BC6D5AA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201007" y="2560113"/>
                  <a:ext cx="118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0AB4129-0A62-2FCD-1401-B4316009BFB0}"/>
                    </a:ext>
                  </a:extLst>
                </p14:cNvPr>
                <p14:cNvContentPartPr/>
                <p14:nvPr/>
              </p14:nvContentPartPr>
              <p14:xfrm>
                <a:off x="11380287" y="2488473"/>
                <a:ext cx="87120" cy="240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0AB4129-0A62-2FCD-1401-B4316009BFB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371287" y="2479833"/>
                  <a:ext cx="104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F3898BF-5B69-37FA-3234-39A1C6EEF60D}"/>
                    </a:ext>
                  </a:extLst>
                </p14:cNvPr>
                <p14:cNvContentPartPr/>
                <p14:nvPr/>
              </p14:nvContentPartPr>
              <p14:xfrm>
                <a:off x="11445807" y="2564433"/>
                <a:ext cx="76680" cy="144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F3898BF-5B69-37FA-3234-39A1C6EEF60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437167" y="2555433"/>
                  <a:ext cx="94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4674C08-2937-C14E-48A2-D6F27CD00E80}"/>
                    </a:ext>
                  </a:extLst>
                </p14:cNvPr>
                <p14:cNvContentPartPr/>
                <p14:nvPr/>
              </p14:nvContentPartPr>
              <p14:xfrm>
                <a:off x="11441127" y="2631393"/>
                <a:ext cx="101520" cy="40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4674C08-2937-C14E-48A2-D6F27CD00E8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432487" y="2622393"/>
                  <a:ext cx="11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456E812-6FED-057A-8A8D-EF55948BA976}"/>
                    </a:ext>
                  </a:extLst>
                </p14:cNvPr>
                <p14:cNvContentPartPr/>
                <p14:nvPr/>
              </p14:nvContentPartPr>
              <p14:xfrm>
                <a:off x="11547687" y="2504313"/>
                <a:ext cx="75600" cy="273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456E812-6FED-057A-8A8D-EF55948BA97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538687" y="2495313"/>
                  <a:ext cx="93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3CEDE42-38DE-0E16-884F-573AB0F89FD7}"/>
                    </a:ext>
                  </a:extLst>
                </p14:cNvPr>
                <p14:cNvContentPartPr/>
                <p14:nvPr/>
              </p14:nvContentPartPr>
              <p14:xfrm>
                <a:off x="9884487" y="2892753"/>
                <a:ext cx="1754280" cy="24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3CEDE42-38DE-0E16-884F-573AB0F89FD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875847" y="2883753"/>
                  <a:ext cx="1771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B952785-F549-5140-1586-49D304232FF3}"/>
                    </a:ext>
                  </a:extLst>
                </p14:cNvPr>
                <p14:cNvContentPartPr/>
                <p14:nvPr/>
              </p14:nvContentPartPr>
              <p14:xfrm>
                <a:off x="10385247" y="3024873"/>
                <a:ext cx="18000" cy="212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B952785-F549-5140-1586-49D304232FF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376247" y="3015873"/>
                  <a:ext cx="35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623615F-B40B-A114-72B8-BA465A395649}"/>
                    </a:ext>
                  </a:extLst>
                </p14:cNvPr>
                <p14:cNvContentPartPr/>
                <p14:nvPr/>
              </p14:nvContentPartPr>
              <p14:xfrm>
                <a:off x="10400007" y="3033513"/>
                <a:ext cx="105120" cy="9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623615F-B40B-A114-72B8-BA465A39564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391367" y="3024873"/>
                  <a:ext cx="122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CF208C5-A73C-E20F-11C1-F1C7175BE03E}"/>
                    </a:ext>
                  </a:extLst>
                </p14:cNvPr>
                <p14:cNvContentPartPr/>
                <p14:nvPr/>
              </p14:nvContentPartPr>
              <p14:xfrm>
                <a:off x="10550487" y="2992473"/>
                <a:ext cx="107280" cy="218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CF208C5-A73C-E20F-11C1-F1C7175BE03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541847" y="2983473"/>
                  <a:ext cx="124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7482FFE-6753-E043-2DE6-22552699E3E3}"/>
                    </a:ext>
                  </a:extLst>
                </p14:cNvPr>
                <p14:cNvContentPartPr/>
                <p14:nvPr/>
              </p14:nvContentPartPr>
              <p14:xfrm>
                <a:off x="10670007" y="3054753"/>
                <a:ext cx="20520" cy="145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7482FFE-6753-E043-2DE6-22552699E3E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661007" y="3046113"/>
                  <a:ext cx="38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556B0CC-4B98-DA13-9D20-F1C4858C2BF3}"/>
                    </a:ext>
                  </a:extLst>
                </p14:cNvPr>
                <p14:cNvContentPartPr/>
                <p14:nvPr/>
              </p14:nvContentPartPr>
              <p14:xfrm>
                <a:off x="10694847" y="3052593"/>
                <a:ext cx="81000" cy="146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556B0CC-4B98-DA13-9D20-F1C4858C2BF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686207" y="3043593"/>
                  <a:ext cx="98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2010786-C609-7A0A-EC6E-F0B0E6CD48E2}"/>
                    </a:ext>
                  </a:extLst>
                </p14:cNvPr>
                <p14:cNvContentPartPr/>
                <p14:nvPr/>
              </p14:nvContentPartPr>
              <p14:xfrm>
                <a:off x="10866927" y="3150153"/>
                <a:ext cx="23400" cy="112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2010786-C609-7A0A-EC6E-F0B0E6CD48E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857927" y="3141513"/>
                  <a:ext cx="41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9AA95AB-B6A6-15F4-BA91-970D4253F961}"/>
                    </a:ext>
                  </a:extLst>
                </p14:cNvPr>
                <p14:cNvContentPartPr/>
                <p14:nvPr/>
              </p14:nvContentPartPr>
              <p14:xfrm>
                <a:off x="10960887" y="3065553"/>
                <a:ext cx="111240" cy="122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9AA95AB-B6A6-15F4-BA91-970D4253F96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951887" y="3056553"/>
                  <a:ext cx="1288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791914E-E5C9-98D6-CA7B-7658E4C41CED}"/>
                    </a:ext>
                  </a:extLst>
                </p14:cNvPr>
                <p14:cNvContentPartPr/>
                <p14:nvPr/>
              </p14:nvContentPartPr>
              <p14:xfrm>
                <a:off x="11058447" y="3006153"/>
                <a:ext cx="120600" cy="261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791914E-E5C9-98D6-CA7B-7658E4C41CE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049807" y="2997153"/>
                  <a:ext cx="13824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0350D75-B01A-C604-64D8-C5521FDFC4F4}"/>
              </a:ext>
            </a:extLst>
          </p:cNvPr>
          <p:cNvGrpSpPr/>
          <p:nvPr/>
        </p:nvGrpSpPr>
        <p:grpSpPr>
          <a:xfrm>
            <a:off x="9874767" y="2012913"/>
            <a:ext cx="117720" cy="349200"/>
            <a:chOff x="9874767" y="2012913"/>
            <a:chExt cx="11772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F864720-3464-2FBF-B74A-DBD647FB039E}"/>
                    </a:ext>
                  </a:extLst>
                </p14:cNvPr>
                <p14:cNvContentPartPr/>
                <p14:nvPr/>
              </p14:nvContentPartPr>
              <p14:xfrm>
                <a:off x="9914367" y="2012913"/>
                <a:ext cx="29520" cy="329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F864720-3464-2FBF-B74A-DBD647FB039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905727" y="2004273"/>
                  <a:ext cx="471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F82FAD5-2C35-D96F-1198-0E80B16D0439}"/>
                    </a:ext>
                  </a:extLst>
                </p14:cNvPr>
                <p14:cNvContentPartPr/>
                <p14:nvPr/>
              </p14:nvContentPartPr>
              <p14:xfrm>
                <a:off x="9874767" y="2307753"/>
                <a:ext cx="47160" cy="48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F82FAD5-2C35-D96F-1198-0E80B16D043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865767" y="2299113"/>
                  <a:ext cx="64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C2BB563-E0B1-C196-49CA-5796C3C8ED09}"/>
                    </a:ext>
                  </a:extLst>
                </p14:cNvPr>
                <p14:cNvContentPartPr/>
                <p14:nvPr/>
              </p14:nvContentPartPr>
              <p14:xfrm>
                <a:off x="9908247" y="2303793"/>
                <a:ext cx="84240" cy="583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C2BB563-E0B1-C196-49CA-5796C3C8ED0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899247" y="2295153"/>
                  <a:ext cx="1018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8CA35C59-33FC-F51E-DF72-0F6929265B28}"/>
              </a:ext>
            </a:extLst>
          </p:cNvPr>
          <p:cNvGrpSpPr/>
          <p:nvPr/>
        </p:nvGrpSpPr>
        <p:grpSpPr>
          <a:xfrm>
            <a:off x="1235487" y="4461633"/>
            <a:ext cx="806760" cy="372600"/>
            <a:chOff x="1235487" y="4461633"/>
            <a:chExt cx="80676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A024DD7-0D00-ECCC-1F66-F955F9F8A265}"/>
                    </a:ext>
                  </a:extLst>
                </p14:cNvPr>
                <p14:cNvContentPartPr/>
                <p14:nvPr/>
              </p14:nvContentPartPr>
              <p14:xfrm>
                <a:off x="1235487" y="4523193"/>
                <a:ext cx="44280" cy="255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A024DD7-0D00-ECCC-1F66-F955F9F8A26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226847" y="4514193"/>
                  <a:ext cx="61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CD36230-9E4F-58E5-7F1D-BD166346A910}"/>
                    </a:ext>
                  </a:extLst>
                </p14:cNvPr>
                <p14:cNvContentPartPr/>
                <p14:nvPr/>
              </p14:nvContentPartPr>
              <p14:xfrm>
                <a:off x="1235847" y="4530753"/>
                <a:ext cx="159840" cy="121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CD36230-9E4F-58E5-7F1D-BD166346A91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227207" y="4521753"/>
                  <a:ext cx="177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3ACA713-827D-6C51-CF9E-F55B15F466BF}"/>
                    </a:ext>
                  </a:extLst>
                </p14:cNvPr>
                <p14:cNvContentPartPr/>
                <p14:nvPr/>
              </p14:nvContentPartPr>
              <p14:xfrm>
                <a:off x="1469487" y="4461633"/>
                <a:ext cx="161280" cy="300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3ACA713-827D-6C51-CF9E-F55B15F466B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460487" y="4452633"/>
                  <a:ext cx="178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87C14E0-436F-B318-9E05-AF437CC463AC}"/>
                    </a:ext>
                  </a:extLst>
                </p14:cNvPr>
                <p14:cNvContentPartPr/>
                <p14:nvPr/>
              </p14:nvContentPartPr>
              <p14:xfrm>
                <a:off x="1551207" y="4620033"/>
                <a:ext cx="80640" cy="7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87C14E0-436F-B318-9E05-AF437CC463A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542207" y="4611033"/>
                  <a:ext cx="98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AA05462-BE7F-BDAD-96D0-BFE59E401FC8}"/>
                    </a:ext>
                  </a:extLst>
                </p14:cNvPr>
                <p14:cNvContentPartPr/>
                <p14:nvPr/>
              </p14:nvContentPartPr>
              <p14:xfrm>
                <a:off x="1699887" y="4584393"/>
                <a:ext cx="87840" cy="1018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AA05462-BE7F-BDAD-96D0-BFE59E401FC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691247" y="4575393"/>
                  <a:ext cx="105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4456CA0-F761-96A3-E8A8-10C5737DBDBA}"/>
                    </a:ext>
                  </a:extLst>
                </p14:cNvPr>
                <p14:cNvContentPartPr/>
                <p14:nvPr/>
              </p14:nvContentPartPr>
              <p14:xfrm>
                <a:off x="1796727" y="4586553"/>
                <a:ext cx="136440" cy="118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4456CA0-F761-96A3-E8A8-10C5737DBDB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788087" y="4577913"/>
                  <a:ext cx="154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40E3542-F5BD-7262-7F5B-44C14C3B1BDC}"/>
                    </a:ext>
                  </a:extLst>
                </p14:cNvPr>
                <p14:cNvContentPartPr/>
                <p14:nvPr/>
              </p14:nvContentPartPr>
              <p14:xfrm>
                <a:off x="1926327" y="4461993"/>
                <a:ext cx="115920" cy="372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40E3542-F5BD-7262-7F5B-44C14C3B1BD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917327" y="4453353"/>
                  <a:ext cx="13356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DE28894-C342-207C-9AE8-391D47D38DA9}"/>
              </a:ext>
            </a:extLst>
          </p:cNvPr>
          <p:cNvGrpSpPr/>
          <p:nvPr/>
        </p:nvGrpSpPr>
        <p:grpSpPr>
          <a:xfrm>
            <a:off x="2119647" y="4524633"/>
            <a:ext cx="509040" cy="300960"/>
            <a:chOff x="2119647" y="4524633"/>
            <a:chExt cx="50904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6AF246A-66B4-411D-8F50-60D0BD067984}"/>
                    </a:ext>
                  </a:extLst>
                </p14:cNvPr>
                <p14:cNvContentPartPr/>
                <p14:nvPr/>
              </p14:nvContentPartPr>
              <p14:xfrm>
                <a:off x="2119647" y="4524633"/>
                <a:ext cx="331200" cy="191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6AF246A-66B4-411D-8F50-60D0BD06798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110647" y="4515993"/>
                  <a:ext cx="348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176EB4-84F5-DD10-A806-D5D533D906B0}"/>
                    </a:ext>
                  </a:extLst>
                </p14:cNvPr>
                <p14:cNvContentPartPr/>
                <p14:nvPr/>
              </p14:nvContentPartPr>
              <p14:xfrm>
                <a:off x="2413047" y="4612113"/>
                <a:ext cx="68040" cy="15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176EB4-84F5-DD10-A806-D5D533D906B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404407" y="4603113"/>
                  <a:ext cx="85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1048039-3F33-1E86-6206-23B51DCA56B2}"/>
                    </a:ext>
                  </a:extLst>
                </p14:cNvPr>
                <p14:cNvContentPartPr/>
                <p14:nvPr/>
              </p14:nvContentPartPr>
              <p14:xfrm>
                <a:off x="2480007" y="4594473"/>
                <a:ext cx="87840" cy="106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1048039-3F33-1E86-6206-23B51DCA56B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471367" y="4585473"/>
                  <a:ext cx="105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1CD0C74-5C4B-FB5E-1FAA-674E82C6A42D}"/>
                    </a:ext>
                  </a:extLst>
                </p14:cNvPr>
                <p14:cNvContentPartPr/>
                <p14:nvPr/>
              </p14:nvContentPartPr>
              <p14:xfrm>
                <a:off x="2550207" y="4667193"/>
                <a:ext cx="78480" cy="158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1CD0C74-5C4B-FB5E-1FAA-674E82C6A42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541567" y="4658193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551AE3FB-D476-66C2-CB1D-1C88A8E9FABC}"/>
              </a:ext>
            </a:extLst>
          </p:cNvPr>
          <p:cNvGrpSpPr/>
          <p:nvPr/>
        </p:nvGrpSpPr>
        <p:grpSpPr>
          <a:xfrm>
            <a:off x="2762247" y="4428513"/>
            <a:ext cx="700560" cy="475200"/>
            <a:chOff x="2762247" y="4428513"/>
            <a:chExt cx="700560" cy="47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8C21F6B-55F2-653C-B4C0-3A6BC7F08C6C}"/>
                    </a:ext>
                  </a:extLst>
                </p14:cNvPr>
                <p14:cNvContentPartPr/>
                <p14:nvPr/>
              </p14:nvContentPartPr>
              <p14:xfrm>
                <a:off x="2762247" y="4631553"/>
                <a:ext cx="11520" cy="22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8C21F6B-55F2-653C-B4C0-3A6BC7F08C6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753607" y="4622913"/>
                  <a:ext cx="29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E790CE3-E941-A97A-1387-B923D9D6BB0B}"/>
                    </a:ext>
                  </a:extLst>
                </p14:cNvPr>
                <p14:cNvContentPartPr/>
                <p14:nvPr/>
              </p14:nvContentPartPr>
              <p14:xfrm>
                <a:off x="2767647" y="4601313"/>
                <a:ext cx="133200" cy="113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E790CE3-E941-A97A-1387-B923D9D6BB0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758647" y="4592313"/>
                  <a:ext cx="150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2874CFF-E03E-4BF2-BF99-92D271817E45}"/>
                    </a:ext>
                  </a:extLst>
                </p14:cNvPr>
                <p14:cNvContentPartPr/>
                <p14:nvPr/>
              </p14:nvContentPartPr>
              <p14:xfrm>
                <a:off x="2923527" y="4541553"/>
                <a:ext cx="78840" cy="144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2874CFF-E03E-4BF2-BF99-92D271817E4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914887" y="4532553"/>
                  <a:ext cx="96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16479B3-3CA5-0F5D-E112-566BEADB8A77}"/>
                    </a:ext>
                  </a:extLst>
                </p14:cNvPr>
                <p14:cNvContentPartPr/>
                <p14:nvPr/>
              </p14:nvContentPartPr>
              <p14:xfrm>
                <a:off x="2993727" y="4611753"/>
                <a:ext cx="127080" cy="79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16479B3-3CA5-0F5D-E112-566BEADB8A7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985087" y="4602753"/>
                  <a:ext cx="144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DDEECF4-B9F7-DD10-F36A-CC920EF8FF2F}"/>
                    </a:ext>
                  </a:extLst>
                </p14:cNvPr>
                <p14:cNvContentPartPr/>
                <p14:nvPr/>
              </p14:nvContentPartPr>
              <p14:xfrm>
                <a:off x="3159687" y="4604913"/>
                <a:ext cx="245880" cy="91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DDEECF4-B9F7-DD10-F36A-CC920EF8FF2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151047" y="4595913"/>
                  <a:ext cx="263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91D0C43-4AE1-36F9-4F90-08E869CE8AE1}"/>
                    </a:ext>
                  </a:extLst>
                </p14:cNvPr>
                <p14:cNvContentPartPr/>
                <p14:nvPr/>
              </p14:nvContentPartPr>
              <p14:xfrm>
                <a:off x="3292167" y="4428513"/>
                <a:ext cx="170640" cy="475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91D0C43-4AE1-36F9-4F90-08E869CE8AE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283527" y="4419513"/>
                  <a:ext cx="188280" cy="49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0E60C23C-D0D4-27D4-1400-F1BEAC985D2F}"/>
                  </a:ext>
                </a:extLst>
              </p14:cNvPr>
              <p14:cNvContentPartPr/>
              <p14:nvPr/>
            </p14:nvContentPartPr>
            <p14:xfrm>
              <a:off x="1177527" y="5146713"/>
              <a:ext cx="52560" cy="302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0E60C23C-D0D4-27D4-1400-F1BEAC985D2F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168527" y="5137713"/>
                <a:ext cx="702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1715A5F-189E-89C3-0BCF-DEE74AB2B0AF}"/>
                  </a:ext>
                </a:extLst>
              </p14:cNvPr>
              <p14:cNvContentPartPr/>
              <p14:nvPr/>
            </p14:nvContentPartPr>
            <p14:xfrm>
              <a:off x="1142247" y="5151033"/>
              <a:ext cx="207000" cy="1918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1715A5F-189E-89C3-0BCF-DEE74AB2B0AF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1133607" y="5142033"/>
                <a:ext cx="2246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E9B7A8B-0EEE-AE4A-942E-5D461F85E631}"/>
                  </a:ext>
                </a:extLst>
              </p14:cNvPr>
              <p14:cNvContentPartPr/>
              <p14:nvPr/>
            </p14:nvContentPartPr>
            <p14:xfrm>
              <a:off x="1501527" y="5020713"/>
              <a:ext cx="147960" cy="4374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E9B7A8B-0EEE-AE4A-942E-5D461F85E631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1492887" y="5011713"/>
                <a:ext cx="16560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A976D3EA-3754-4CAF-EB47-4518E4CAAA46}"/>
                  </a:ext>
                </a:extLst>
              </p14:cNvPr>
              <p14:cNvContentPartPr/>
              <p14:nvPr/>
            </p14:nvContentPartPr>
            <p14:xfrm>
              <a:off x="1612047" y="5239953"/>
              <a:ext cx="156240" cy="147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A976D3EA-3754-4CAF-EB47-4518E4CAAA46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1603047" y="5230953"/>
                <a:ext cx="1738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4077AE8-40B8-7275-8D99-83C44225FA0E}"/>
                  </a:ext>
                </a:extLst>
              </p14:cNvPr>
              <p14:cNvContentPartPr/>
              <p14:nvPr/>
            </p14:nvContentPartPr>
            <p14:xfrm>
              <a:off x="1773327" y="5193873"/>
              <a:ext cx="118080" cy="1224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4077AE8-40B8-7275-8D99-83C44225FA0E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1764327" y="5184873"/>
                <a:ext cx="1357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C8BE400-33FC-B01C-A6B1-BF141B05666E}"/>
                  </a:ext>
                </a:extLst>
              </p14:cNvPr>
              <p14:cNvContentPartPr/>
              <p14:nvPr/>
            </p14:nvContentPartPr>
            <p14:xfrm>
              <a:off x="1903647" y="5196753"/>
              <a:ext cx="123840" cy="1252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C8BE400-33FC-B01C-A6B1-BF141B05666E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894647" y="5187753"/>
                <a:ext cx="1414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A688E2CD-CF80-508F-C8AF-4624EE0E4066}"/>
                  </a:ext>
                </a:extLst>
              </p14:cNvPr>
              <p14:cNvContentPartPr/>
              <p14:nvPr/>
            </p14:nvContentPartPr>
            <p14:xfrm>
              <a:off x="2014527" y="5068953"/>
              <a:ext cx="162720" cy="56052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A688E2CD-CF80-508F-C8AF-4624EE0E4066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2005887" y="5060313"/>
                <a:ext cx="18036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47498992-DB19-FB20-83C6-2074E8E1C8A4}"/>
                  </a:ext>
                </a:extLst>
              </p14:cNvPr>
              <p14:cNvContentPartPr/>
              <p14:nvPr/>
            </p14:nvContentPartPr>
            <p14:xfrm>
              <a:off x="2216127" y="5252913"/>
              <a:ext cx="166320" cy="1303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47498992-DB19-FB20-83C6-2074E8E1C8A4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2207487" y="5243913"/>
                <a:ext cx="1839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89437ED-8763-70AE-1B54-1C5D735709C7}"/>
                  </a:ext>
                </a:extLst>
              </p14:cNvPr>
              <p14:cNvContentPartPr/>
              <p14:nvPr/>
            </p14:nvContentPartPr>
            <p14:xfrm>
              <a:off x="2391087" y="5326713"/>
              <a:ext cx="31680" cy="1947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89437ED-8763-70AE-1B54-1C5D735709C7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382447" y="5317713"/>
                <a:ext cx="493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A98A55A-4ADA-D312-FF34-CB3412C9EF54}"/>
                  </a:ext>
                </a:extLst>
              </p14:cNvPr>
              <p14:cNvContentPartPr/>
              <p14:nvPr/>
            </p14:nvContentPartPr>
            <p14:xfrm>
              <a:off x="2516007" y="5342193"/>
              <a:ext cx="25560" cy="1148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A98A55A-4ADA-D312-FF34-CB3412C9EF54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2507367" y="5333553"/>
                <a:ext cx="432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AB831C8-44EA-96B8-9D0C-8B385D9B26CC}"/>
                  </a:ext>
                </a:extLst>
              </p14:cNvPr>
              <p14:cNvContentPartPr/>
              <p14:nvPr/>
            </p14:nvContentPartPr>
            <p14:xfrm>
              <a:off x="2655687" y="5268393"/>
              <a:ext cx="270000" cy="2300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AB831C8-44EA-96B8-9D0C-8B385D9B26CC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2646687" y="5259753"/>
                <a:ext cx="2876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F05493DF-2011-839B-B04F-F11F740D62D4}"/>
                  </a:ext>
                </a:extLst>
              </p14:cNvPr>
              <p14:cNvContentPartPr/>
              <p14:nvPr/>
            </p14:nvContentPartPr>
            <p14:xfrm>
              <a:off x="3000207" y="5354073"/>
              <a:ext cx="25920" cy="763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F05493DF-2011-839B-B04F-F11F740D62D4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2991207" y="5345073"/>
                <a:ext cx="435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9BC145D-7900-A31C-83DB-206A93136743}"/>
                  </a:ext>
                </a:extLst>
              </p14:cNvPr>
              <p14:cNvContentPartPr/>
              <p14:nvPr/>
            </p14:nvContentPartPr>
            <p14:xfrm>
              <a:off x="3096327" y="5274873"/>
              <a:ext cx="121320" cy="1155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9BC145D-7900-A31C-83DB-206A93136743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3087687" y="5265873"/>
                <a:ext cx="138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E0770B2-85E9-D388-7849-2B97DA34CE33}"/>
                  </a:ext>
                </a:extLst>
              </p14:cNvPr>
              <p14:cNvContentPartPr/>
              <p14:nvPr/>
            </p14:nvContentPartPr>
            <p14:xfrm>
              <a:off x="3132687" y="5361273"/>
              <a:ext cx="164880" cy="1422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E0770B2-85E9-D388-7849-2B97DA34CE33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3123687" y="5352273"/>
                <a:ext cx="1825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17EDB1F-A830-5A5F-9358-90DFB0D2DCA0}"/>
                  </a:ext>
                </a:extLst>
              </p14:cNvPr>
              <p14:cNvContentPartPr/>
              <p14:nvPr/>
            </p14:nvContentPartPr>
            <p14:xfrm>
              <a:off x="3400527" y="5346513"/>
              <a:ext cx="8280" cy="568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17EDB1F-A830-5A5F-9358-90DFB0D2DCA0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3391887" y="5337513"/>
                <a:ext cx="259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7A21DEB2-034D-E3BB-B88F-DD17FFC305EA}"/>
                  </a:ext>
                </a:extLst>
              </p14:cNvPr>
              <p14:cNvContentPartPr/>
              <p14:nvPr/>
            </p14:nvContentPartPr>
            <p14:xfrm>
              <a:off x="3468567" y="5262273"/>
              <a:ext cx="144360" cy="1252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7A21DEB2-034D-E3BB-B88F-DD17FFC305EA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3459927" y="5253273"/>
                <a:ext cx="1620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A29CA7E-7AB1-8FC2-B67C-E65EEBD02DA5}"/>
                  </a:ext>
                </a:extLst>
              </p14:cNvPr>
              <p14:cNvContentPartPr/>
              <p14:nvPr/>
            </p14:nvContentPartPr>
            <p14:xfrm>
              <a:off x="3656847" y="5352633"/>
              <a:ext cx="54720" cy="1634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A29CA7E-7AB1-8FC2-B67C-E65EEBD02DA5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3648207" y="5343993"/>
                <a:ext cx="7236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C38F0DE-11F1-E097-2DB3-61270BE16230}"/>
              </a:ext>
            </a:extLst>
          </p:cNvPr>
          <p:cNvGrpSpPr/>
          <p:nvPr/>
        </p:nvGrpSpPr>
        <p:grpSpPr>
          <a:xfrm>
            <a:off x="3864567" y="5112873"/>
            <a:ext cx="2063880" cy="551160"/>
            <a:chOff x="3864567" y="5112873"/>
            <a:chExt cx="2063880" cy="5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81170C7-0DF1-AC65-8927-923B173172BF}"/>
                    </a:ext>
                  </a:extLst>
                </p14:cNvPr>
                <p14:cNvContentPartPr/>
                <p14:nvPr/>
              </p14:nvContentPartPr>
              <p14:xfrm>
                <a:off x="3864567" y="5349033"/>
                <a:ext cx="5040" cy="82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81170C7-0DF1-AC65-8927-923B173172B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855927" y="5340033"/>
                  <a:ext cx="2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3DFC443-4E7D-38ED-5B1A-1F6310DCDDE2}"/>
                    </a:ext>
                  </a:extLst>
                </p14:cNvPr>
                <p14:cNvContentPartPr/>
                <p14:nvPr/>
              </p14:nvContentPartPr>
              <p14:xfrm>
                <a:off x="3928287" y="5291073"/>
                <a:ext cx="173160" cy="119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3DFC443-4E7D-38ED-5B1A-1F6310DCDDE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919647" y="5282073"/>
                  <a:ext cx="190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B4DBCD7-CDE9-F7BF-316B-E30187994333}"/>
                    </a:ext>
                  </a:extLst>
                </p14:cNvPr>
                <p14:cNvContentPartPr/>
                <p14:nvPr/>
              </p14:nvContentPartPr>
              <p14:xfrm>
                <a:off x="4128087" y="5378193"/>
                <a:ext cx="40680" cy="91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B4DBCD7-CDE9-F7BF-316B-E3018799433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119087" y="5369193"/>
                  <a:ext cx="58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1C21631-B2DB-56EB-5AF9-FBEC8F6D8E73}"/>
                    </a:ext>
                  </a:extLst>
                </p14:cNvPr>
                <p14:cNvContentPartPr/>
                <p14:nvPr/>
              </p14:nvContentPartPr>
              <p14:xfrm>
                <a:off x="4162647" y="5342913"/>
                <a:ext cx="50760" cy="30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1C21631-B2DB-56EB-5AF9-FBEC8F6D8E7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153647" y="5334273"/>
                  <a:ext cx="68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430E4A9-BB89-0DBA-0BD6-615CE44815E0}"/>
                    </a:ext>
                  </a:extLst>
                </p14:cNvPr>
                <p14:cNvContentPartPr/>
                <p14:nvPr/>
              </p14:nvContentPartPr>
              <p14:xfrm>
                <a:off x="4393407" y="5266953"/>
                <a:ext cx="124560" cy="96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430E4A9-BB89-0DBA-0BD6-615CE44815E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384767" y="5257953"/>
                  <a:ext cx="142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FBE1424-CCFC-7060-FF0F-A650FBCF2BAA}"/>
                    </a:ext>
                  </a:extLst>
                </p14:cNvPr>
                <p14:cNvContentPartPr/>
                <p14:nvPr/>
              </p14:nvContentPartPr>
              <p14:xfrm>
                <a:off x="4315287" y="5429313"/>
                <a:ext cx="45000" cy="77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FBE1424-CCFC-7060-FF0F-A650FBCF2BA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306647" y="5420673"/>
                  <a:ext cx="62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C878C3A-611D-1DAF-273A-990500D74A24}"/>
                    </a:ext>
                  </a:extLst>
                </p14:cNvPr>
                <p14:cNvContentPartPr/>
                <p14:nvPr/>
              </p14:nvContentPartPr>
              <p14:xfrm>
                <a:off x="4592487" y="5325633"/>
                <a:ext cx="75240" cy="148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C878C3A-611D-1DAF-273A-990500D74A2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583487" y="5316993"/>
                  <a:ext cx="92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0C3C51E-10A2-8954-EAD9-853CEE20F53A}"/>
                    </a:ext>
                  </a:extLst>
                </p14:cNvPr>
                <p14:cNvContentPartPr/>
                <p14:nvPr/>
              </p14:nvContentPartPr>
              <p14:xfrm>
                <a:off x="4755207" y="5395833"/>
                <a:ext cx="21960" cy="640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0C3C51E-10A2-8954-EAD9-853CEE20F53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746567" y="5387193"/>
                  <a:ext cx="39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D15141E-01A4-0CD0-0D35-024410C0D041}"/>
                    </a:ext>
                  </a:extLst>
                </p14:cNvPr>
                <p14:cNvContentPartPr/>
                <p14:nvPr/>
              </p14:nvContentPartPr>
              <p14:xfrm>
                <a:off x="4897047" y="5281713"/>
                <a:ext cx="159840" cy="1267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D15141E-01A4-0CD0-0D35-024410C0D04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888407" y="5272713"/>
                  <a:ext cx="177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A33D0BC-7E8D-2C98-B856-BB425FC53424}"/>
                    </a:ext>
                  </a:extLst>
                </p14:cNvPr>
                <p14:cNvContentPartPr/>
                <p14:nvPr/>
              </p14:nvContentPartPr>
              <p14:xfrm>
                <a:off x="5116647" y="5349393"/>
                <a:ext cx="82440" cy="1404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A33D0BC-7E8D-2C98-B856-BB425FC5342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107647" y="5340393"/>
                  <a:ext cx="100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93B98CA-BA72-57C7-B1CD-CCC2BC646A79}"/>
                    </a:ext>
                  </a:extLst>
                </p14:cNvPr>
                <p14:cNvContentPartPr/>
                <p14:nvPr/>
              </p14:nvContentPartPr>
              <p14:xfrm>
                <a:off x="5115927" y="5403033"/>
                <a:ext cx="149040" cy="72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93B98CA-BA72-57C7-B1CD-CCC2BC646A7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107287" y="5394033"/>
                  <a:ext cx="166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E1378CF-B4D0-6143-6D62-44C542E38C4F}"/>
                    </a:ext>
                  </a:extLst>
                </p14:cNvPr>
                <p14:cNvContentPartPr/>
                <p14:nvPr/>
              </p14:nvContentPartPr>
              <p14:xfrm>
                <a:off x="5338047" y="5372073"/>
                <a:ext cx="12600" cy="72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E1378CF-B4D0-6143-6D62-44C542E38C4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329047" y="5363073"/>
                  <a:ext cx="30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649D64-C6D2-423B-A5DA-65AE5D00190C}"/>
                    </a:ext>
                  </a:extLst>
                </p14:cNvPr>
                <p14:cNvContentPartPr/>
                <p14:nvPr/>
              </p14:nvContentPartPr>
              <p14:xfrm>
                <a:off x="5451447" y="5277393"/>
                <a:ext cx="150840" cy="127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649D64-C6D2-423B-A5DA-65AE5D00190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442807" y="5268393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47A8148-8D8B-D14F-8550-5305FB36581D}"/>
                    </a:ext>
                  </a:extLst>
                </p14:cNvPr>
                <p14:cNvContentPartPr/>
                <p14:nvPr/>
              </p14:nvContentPartPr>
              <p14:xfrm>
                <a:off x="5676447" y="5338953"/>
                <a:ext cx="80280" cy="125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47A8148-8D8B-D14F-8550-5305FB36581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667807" y="5330313"/>
                  <a:ext cx="97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8C8A4B5-16ED-EA09-3BA8-AC536B77F94F}"/>
                    </a:ext>
                  </a:extLst>
                </p14:cNvPr>
                <p14:cNvContentPartPr/>
                <p14:nvPr/>
              </p14:nvContentPartPr>
              <p14:xfrm>
                <a:off x="5747367" y="5112873"/>
                <a:ext cx="181080" cy="551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8C8A4B5-16ED-EA09-3BA8-AC536B77F94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738727" y="5103873"/>
                  <a:ext cx="198720" cy="56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CFC8860-1F26-87BA-AF7B-26F9680FD117}"/>
              </a:ext>
            </a:extLst>
          </p:cNvPr>
          <p:cNvGrpSpPr/>
          <p:nvPr/>
        </p:nvGrpSpPr>
        <p:grpSpPr>
          <a:xfrm>
            <a:off x="6114927" y="5288913"/>
            <a:ext cx="178560" cy="85680"/>
            <a:chOff x="6114927" y="5288913"/>
            <a:chExt cx="178560" cy="8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BE47719-8C6D-30BF-BCCF-D68DF5B06CE5}"/>
                    </a:ext>
                  </a:extLst>
                </p14:cNvPr>
                <p14:cNvContentPartPr/>
                <p14:nvPr/>
              </p14:nvContentPartPr>
              <p14:xfrm>
                <a:off x="6114927" y="5288913"/>
                <a:ext cx="178560" cy="4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BE47719-8C6D-30BF-BCCF-D68DF5B06CE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105927" y="5280273"/>
                  <a:ext cx="196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66B118E-42D3-1C0C-D529-6833F1470A34}"/>
                    </a:ext>
                  </a:extLst>
                </p14:cNvPr>
                <p14:cNvContentPartPr/>
                <p14:nvPr/>
              </p14:nvContentPartPr>
              <p14:xfrm>
                <a:off x="6144807" y="5355153"/>
                <a:ext cx="144720" cy="19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66B118E-42D3-1C0C-D529-6833F1470A3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135807" y="5346513"/>
                  <a:ext cx="1623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589F683-D6F4-CBB9-7CBE-161A81510A12}"/>
              </a:ext>
            </a:extLst>
          </p:cNvPr>
          <p:cNvGrpSpPr/>
          <p:nvPr/>
        </p:nvGrpSpPr>
        <p:grpSpPr>
          <a:xfrm>
            <a:off x="6450807" y="5237433"/>
            <a:ext cx="493200" cy="182520"/>
            <a:chOff x="6450807" y="5237433"/>
            <a:chExt cx="49320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2C41BBA-73F6-6AF1-68F3-7F4AD9D6716E}"/>
                    </a:ext>
                  </a:extLst>
                </p14:cNvPr>
                <p14:cNvContentPartPr/>
                <p14:nvPr/>
              </p14:nvContentPartPr>
              <p14:xfrm>
                <a:off x="6450807" y="5259393"/>
                <a:ext cx="105120" cy="160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2C41BBA-73F6-6AF1-68F3-7F4AD9D6716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441807" y="5250753"/>
                  <a:ext cx="122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6E0899F-4CEE-0352-1D55-731621733A12}"/>
                    </a:ext>
                  </a:extLst>
                </p14:cNvPr>
                <p14:cNvContentPartPr/>
                <p14:nvPr/>
              </p14:nvContentPartPr>
              <p14:xfrm>
                <a:off x="6603087" y="5350473"/>
                <a:ext cx="43560" cy="396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6E0899F-4CEE-0352-1D55-731621733A1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594447" y="5341473"/>
                  <a:ext cx="61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A0F924E-BEC3-2E27-5DD3-247E2D7E2718}"/>
                    </a:ext>
                  </a:extLst>
                </p14:cNvPr>
                <p14:cNvContentPartPr/>
                <p14:nvPr/>
              </p14:nvContentPartPr>
              <p14:xfrm>
                <a:off x="6730167" y="5237433"/>
                <a:ext cx="97920" cy="158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A0F924E-BEC3-2E27-5DD3-247E2D7E271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721527" y="5228793"/>
                  <a:ext cx="115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F6CB7B3-5661-4F18-9C8F-96ACCAA3FC65}"/>
                    </a:ext>
                  </a:extLst>
                </p14:cNvPr>
                <p14:cNvContentPartPr/>
                <p14:nvPr/>
              </p14:nvContentPartPr>
              <p14:xfrm>
                <a:off x="6863007" y="5259753"/>
                <a:ext cx="81000" cy="123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F6CB7B3-5661-4F18-9C8F-96ACCAA3FC6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854007" y="5251113"/>
                  <a:ext cx="9864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E6F171F9-BB08-5B93-3AA2-6A46B1203B79}"/>
                  </a:ext>
                </a:extLst>
              </p14:cNvPr>
              <p14:cNvContentPartPr/>
              <p14:nvPr/>
            </p14:nvContentPartPr>
            <p14:xfrm>
              <a:off x="7084767" y="5146713"/>
              <a:ext cx="238680" cy="1443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E6F171F9-BB08-5B93-3AA2-6A46B1203B79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7076127" y="5137713"/>
                <a:ext cx="25632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47B5C6E-970A-19D4-7E05-F3F2699FDDB7}"/>
              </a:ext>
            </a:extLst>
          </p:cNvPr>
          <p:cNvGrpSpPr/>
          <p:nvPr/>
        </p:nvGrpSpPr>
        <p:grpSpPr>
          <a:xfrm>
            <a:off x="7532247" y="4829913"/>
            <a:ext cx="1398600" cy="346680"/>
            <a:chOff x="7532247" y="4829913"/>
            <a:chExt cx="139860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A4BADD5-51B8-F2C7-A2CA-A42A467FD475}"/>
                    </a:ext>
                  </a:extLst>
                </p14:cNvPr>
                <p14:cNvContentPartPr/>
                <p14:nvPr/>
              </p14:nvContentPartPr>
              <p14:xfrm>
                <a:off x="7532247" y="4888593"/>
                <a:ext cx="19080" cy="2577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A4BADD5-51B8-F2C7-A2CA-A42A467FD47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523247" y="4879953"/>
                  <a:ext cx="36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4B24DB3-4D0C-8558-879C-B2DD49430A45}"/>
                    </a:ext>
                  </a:extLst>
                </p14:cNvPr>
                <p14:cNvContentPartPr/>
                <p14:nvPr/>
              </p14:nvContentPartPr>
              <p14:xfrm>
                <a:off x="7563927" y="4864113"/>
                <a:ext cx="115200" cy="1555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4B24DB3-4D0C-8558-879C-B2DD49430A4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554927" y="4855113"/>
                  <a:ext cx="132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C3048D4-0E38-1677-78D6-E2AA8FB59D41}"/>
                    </a:ext>
                  </a:extLst>
                </p14:cNvPr>
                <p14:cNvContentPartPr/>
                <p14:nvPr/>
              </p14:nvContentPartPr>
              <p14:xfrm>
                <a:off x="7672287" y="5025393"/>
                <a:ext cx="122760" cy="799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C3048D4-0E38-1677-78D6-E2AA8FB59D4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663647" y="5016753"/>
                  <a:ext cx="140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1D9FF94-03B4-6020-94DE-8A2E52025AE0}"/>
                    </a:ext>
                  </a:extLst>
                </p14:cNvPr>
                <p14:cNvContentPartPr/>
                <p14:nvPr/>
              </p14:nvContentPartPr>
              <p14:xfrm>
                <a:off x="7807647" y="4906233"/>
                <a:ext cx="333720" cy="199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1D9FF94-03B4-6020-94DE-8A2E52025AE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799007" y="4897593"/>
                  <a:ext cx="351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54401D2-D1E7-35ED-08E3-61FAFE69F9D4}"/>
                    </a:ext>
                  </a:extLst>
                </p14:cNvPr>
                <p14:cNvContentPartPr/>
                <p14:nvPr/>
              </p14:nvContentPartPr>
              <p14:xfrm>
                <a:off x="8100327" y="4960233"/>
                <a:ext cx="42120" cy="388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54401D2-D1E7-35ED-08E3-61FAFE69F9D4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091687" y="4951233"/>
                  <a:ext cx="59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4DEE3EB-5664-596C-F4A6-2E0D23FC624A}"/>
                    </a:ext>
                  </a:extLst>
                </p14:cNvPr>
                <p14:cNvContentPartPr/>
                <p14:nvPr/>
              </p14:nvContentPartPr>
              <p14:xfrm>
                <a:off x="8186007" y="4970313"/>
                <a:ext cx="107640" cy="1051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4DEE3EB-5664-596C-F4A6-2E0D23FC624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177007" y="4961313"/>
                  <a:ext cx="125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D8183F9-657D-ABEE-B81F-0A0EA19FA34B}"/>
                    </a:ext>
                  </a:extLst>
                </p14:cNvPr>
                <p14:cNvContentPartPr/>
                <p14:nvPr/>
              </p14:nvContentPartPr>
              <p14:xfrm>
                <a:off x="8269167" y="5001273"/>
                <a:ext cx="90360" cy="89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D8183F9-657D-ABEE-B81F-0A0EA19FA34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260527" y="4992633"/>
                  <a:ext cx="108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ED41EA1-14CA-8094-C539-3FB4308F2E34}"/>
                    </a:ext>
                  </a:extLst>
                </p14:cNvPr>
                <p14:cNvContentPartPr/>
                <p14:nvPr/>
              </p14:nvContentPartPr>
              <p14:xfrm>
                <a:off x="8366007" y="4946193"/>
                <a:ext cx="22320" cy="16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ED41EA1-14CA-8094-C539-3FB4308F2E3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357367" y="4937553"/>
                  <a:ext cx="3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9938E2A-669C-821C-A08E-FCA6423CEB93}"/>
                    </a:ext>
                  </a:extLst>
                </p14:cNvPr>
                <p14:cNvContentPartPr/>
                <p14:nvPr/>
              </p14:nvContentPartPr>
              <p14:xfrm>
                <a:off x="8406327" y="4981473"/>
                <a:ext cx="93600" cy="774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9938E2A-669C-821C-A08E-FCA6423CEB9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397687" y="4972833"/>
                  <a:ext cx="111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15591CC-D8EE-2395-0770-068C0BB56C3C}"/>
                    </a:ext>
                  </a:extLst>
                </p14:cNvPr>
                <p14:cNvContentPartPr/>
                <p14:nvPr/>
              </p14:nvContentPartPr>
              <p14:xfrm>
                <a:off x="8549967" y="4970673"/>
                <a:ext cx="129240" cy="205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15591CC-D8EE-2395-0770-068C0BB56C3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541327" y="4961673"/>
                  <a:ext cx="146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87D48B1-01EA-AD58-E76B-C66E92DAD434}"/>
                    </a:ext>
                  </a:extLst>
                </p14:cNvPr>
                <p14:cNvContentPartPr/>
                <p14:nvPr/>
              </p14:nvContentPartPr>
              <p14:xfrm>
                <a:off x="8809527" y="4829913"/>
                <a:ext cx="121320" cy="341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87D48B1-01EA-AD58-E76B-C66E92DAD43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800887" y="4820913"/>
                  <a:ext cx="13896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3726F973-5CC5-5CF2-9994-CC5BEFAB6960}"/>
              </a:ext>
            </a:extLst>
          </p:cNvPr>
          <p:cNvGrpSpPr/>
          <p:nvPr/>
        </p:nvGrpSpPr>
        <p:grpSpPr>
          <a:xfrm>
            <a:off x="7703607" y="5276313"/>
            <a:ext cx="1436040" cy="445680"/>
            <a:chOff x="7703607" y="5276313"/>
            <a:chExt cx="143604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15088F4-9BF0-E67D-444A-4D76DA3F9D01}"/>
                    </a:ext>
                  </a:extLst>
                </p14:cNvPr>
                <p14:cNvContentPartPr/>
                <p14:nvPr/>
              </p14:nvContentPartPr>
              <p14:xfrm>
                <a:off x="7703607" y="5424633"/>
                <a:ext cx="205560" cy="15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15088F4-9BF0-E67D-444A-4D76DA3F9D0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694967" y="5415633"/>
                  <a:ext cx="223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6C5FED3-F751-487C-3CA7-8C86D0828AAB}"/>
                    </a:ext>
                  </a:extLst>
                </p14:cNvPr>
                <p14:cNvContentPartPr/>
                <p14:nvPr/>
              </p14:nvContentPartPr>
              <p14:xfrm>
                <a:off x="7878567" y="5381793"/>
                <a:ext cx="96120" cy="139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6C5FED3-F751-487C-3CA7-8C86D0828AA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869927" y="5372793"/>
                  <a:ext cx="11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E0DF2A0-746F-3A5A-093B-DF00FE8098FE}"/>
                    </a:ext>
                  </a:extLst>
                </p14:cNvPr>
                <p14:cNvContentPartPr/>
                <p14:nvPr/>
              </p14:nvContentPartPr>
              <p14:xfrm>
                <a:off x="8050287" y="5396553"/>
                <a:ext cx="129600" cy="123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E0DF2A0-746F-3A5A-093B-DF00FE8098F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041647" y="5387913"/>
                  <a:ext cx="147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9D949AB-01E6-BBFD-3E44-7492FF662EA8}"/>
                    </a:ext>
                  </a:extLst>
                </p14:cNvPr>
                <p14:cNvContentPartPr/>
                <p14:nvPr/>
              </p14:nvContentPartPr>
              <p14:xfrm>
                <a:off x="8135247" y="5276313"/>
                <a:ext cx="300960" cy="4456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9D949AB-01E6-BBFD-3E44-7492FF662EA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126247" y="5267313"/>
                  <a:ext cx="3186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A727CBE-BEC7-6BB6-2FBF-1A583AD9C69E}"/>
                    </a:ext>
                  </a:extLst>
                </p14:cNvPr>
                <p14:cNvContentPartPr/>
                <p14:nvPr/>
              </p14:nvContentPartPr>
              <p14:xfrm>
                <a:off x="8478327" y="5348313"/>
                <a:ext cx="249480" cy="1375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A727CBE-BEC7-6BB6-2FBF-1A583AD9C69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469327" y="5339313"/>
                  <a:ext cx="267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78DEBBB-7A90-C98A-C902-4480DD2F6493}"/>
                    </a:ext>
                  </a:extLst>
                </p14:cNvPr>
                <p14:cNvContentPartPr/>
                <p14:nvPr/>
              </p14:nvContentPartPr>
              <p14:xfrm>
                <a:off x="8655087" y="5393673"/>
                <a:ext cx="169560" cy="86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78DEBBB-7A90-C98A-C902-4480DD2F649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646447" y="5384673"/>
                  <a:ext cx="187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71893F8-E658-2258-E971-E2E8826B6165}"/>
                    </a:ext>
                  </a:extLst>
                </p14:cNvPr>
                <p14:cNvContentPartPr/>
                <p14:nvPr/>
              </p14:nvContentPartPr>
              <p14:xfrm>
                <a:off x="8803407" y="5363073"/>
                <a:ext cx="15120" cy="183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71893F8-E658-2258-E971-E2E8826B616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794407" y="5354433"/>
                  <a:ext cx="32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3DC8D4F-E922-07C2-16CB-AA3A2A2B2A3D}"/>
                    </a:ext>
                  </a:extLst>
                </p14:cNvPr>
                <p14:cNvContentPartPr/>
                <p14:nvPr/>
              </p14:nvContentPartPr>
              <p14:xfrm>
                <a:off x="8846607" y="5351193"/>
                <a:ext cx="293040" cy="118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3DC8D4F-E922-07C2-16CB-AA3A2A2B2A3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837967" y="5342193"/>
                  <a:ext cx="3106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709E6BDF-961F-F304-A025-CDC4ECFB1AF5}"/>
              </a:ext>
            </a:extLst>
          </p:cNvPr>
          <p:cNvGrpSpPr/>
          <p:nvPr/>
        </p:nvGrpSpPr>
        <p:grpSpPr>
          <a:xfrm>
            <a:off x="4068327" y="3581073"/>
            <a:ext cx="1746360" cy="540720"/>
            <a:chOff x="4068327" y="3581073"/>
            <a:chExt cx="174636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4DAAB47-41B8-C51A-DD06-D4A561F7BF44}"/>
                    </a:ext>
                  </a:extLst>
                </p14:cNvPr>
                <p14:cNvContentPartPr/>
                <p14:nvPr/>
              </p14:nvContentPartPr>
              <p14:xfrm>
                <a:off x="4100727" y="3720393"/>
                <a:ext cx="23400" cy="186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4DAAB47-41B8-C51A-DD06-D4A561F7BF4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4091727" y="3711753"/>
                  <a:ext cx="41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BFCE415-CEDD-3B2A-6C43-83A9062A4FFE}"/>
                    </a:ext>
                  </a:extLst>
                </p14:cNvPr>
                <p14:cNvContentPartPr/>
                <p14:nvPr/>
              </p14:nvContentPartPr>
              <p14:xfrm>
                <a:off x="4068327" y="3689793"/>
                <a:ext cx="114480" cy="99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BFCE415-CEDD-3B2A-6C43-83A9062A4FF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059327" y="3680793"/>
                  <a:ext cx="132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C37DA51-F9C9-8172-3127-AFC433F6F73D}"/>
                    </a:ext>
                  </a:extLst>
                </p14:cNvPr>
                <p14:cNvContentPartPr/>
                <p14:nvPr/>
              </p14:nvContentPartPr>
              <p14:xfrm>
                <a:off x="4249767" y="3814353"/>
                <a:ext cx="16920" cy="243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C37DA51-F9C9-8172-3127-AFC433F6F73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240767" y="3805713"/>
                  <a:ext cx="34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7B9AF1E-F32E-7376-DF80-981C18C57164}"/>
                    </a:ext>
                  </a:extLst>
                </p14:cNvPr>
                <p14:cNvContentPartPr/>
                <p14:nvPr/>
              </p14:nvContentPartPr>
              <p14:xfrm>
                <a:off x="4259487" y="3843153"/>
                <a:ext cx="84960" cy="982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7B9AF1E-F32E-7376-DF80-981C18C5716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250487" y="3834153"/>
                  <a:ext cx="102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324EA4E-7E4D-9385-3BF4-79051FED7A8E}"/>
                    </a:ext>
                  </a:extLst>
                </p14:cNvPr>
                <p14:cNvContentPartPr/>
                <p14:nvPr/>
              </p14:nvContentPartPr>
              <p14:xfrm>
                <a:off x="4377927" y="3846393"/>
                <a:ext cx="122760" cy="856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324EA4E-7E4D-9385-3BF4-79051FED7A8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368927" y="3837753"/>
                  <a:ext cx="140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AB436A0-16B7-92BF-55E1-86DD68A5F84C}"/>
                    </a:ext>
                  </a:extLst>
                </p14:cNvPr>
                <p14:cNvContentPartPr/>
                <p14:nvPr/>
              </p14:nvContentPartPr>
              <p14:xfrm>
                <a:off x="4525887" y="3824793"/>
                <a:ext cx="64800" cy="110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AB436A0-16B7-92BF-55E1-86DD68A5F84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517247" y="3815793"/>
                  <a:ext cx="82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8015E00-52F1-C506-A7B8-495F701A300B}"/>
                    </a:ext>
                  </a:extLst>
                </p14:cNvPr>
                <p14:cNvContentPartPr/>
                <p14:nvPr/>
              </p14:nvContentPartPr>
              <p14:xfrm>
                <a:off x="4632087" y="3770073"/>
                <a:ext cx="74160" cy="150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8015E00-52F1-C506-A7B8-495F701A300B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623447" y="3761433"/>
                  <a:ext cx="91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52EB728-81D2-B17B-B451-C3E9586F5FA5}"/>
                    </a:ext>
                  </a:extLst>
                </p14:cNvPr>
                <p14:cNvContentPartPr/>
                <p14:nvPr/>
              </p14:nvContentPartPr>
              <p14:xfrm>
                <a:off x="4619127" y="3818673"/>
                <a:ext cx="101520" cy="21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52EB728-81D2-B17B-B451-C3E9586F5FA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610127" y="3810033"/>
                  <a:ext cx="119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033D1BC-6C2A-381D-D524-AB51FC4957D7}"/>
                    </a:ext>
                  </a:extLst>
                </p14:cNvPr>
                <p14:cNvContentPartPr/>
                <p14:nvPr/>
              </p14:nvContentPartPr>
              <p14:xfrm>
                <a:off x="4972647" y="3723273"/>
                <a:ext cx="409320" cy="198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033D1BC-6C2A-381D-D524-AB51FC4957D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963647" y="3714273"/>
                  <a:ext cx="426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6F9DCFA-243F-609A-2BDB-86B529F102E1}"/>
                    </a:ext>
                  </a:extLst>
                </p14:cNvPr>
                <p14:cNvContentPartPr/>
                <p14:nvPr/>
              </p14:nvContentPartPr>
              <p14:xfrm>
                <a:off x="5308527" y="3783393"/>
                <a:ext cx="142920" cy="21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6F9DCFA-243F-609A-2BDB-86B529F102E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299887" y="3774753"/>
                  <a:ext cx="160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0F569B4-BE79-6DDA-1BC7-D1A487573F3E}"/>
                    </a:ext>
                  </a:extLst>
                </p14:cNvPr>
                <p14:cNvContentPartPr/>
                <p14:nvPr/>
              </p14:nvContentPartPr>
              <p14:xfrm>
                <a:off x="5443887" y="3793113"/>
                <a:ext cx="182160" cy="84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0F569B4-BE79-6DDA-1BC7-D1A487573F3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434887" y="3784473"/>
                  <a:ext cx="199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F025925-C47E-402F-60A5-36A0AC85D965}"/>
                    </a:ext>
                  </a:extLst>
                </p14:cNvPr>
                <p14:cNvContentPartPr/>
                <p14:nvPr/>
              </p14:nvContentPartPr>
              <p14:xfrm>
                <a:off x="4143567" y="3581073"/>
                <a:ext cx="1671120" cy="5407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F025925-C47E-402F-60A5-36A0AC85D965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134927" y="3572073"/>
                  <a:ext cx="1688760" cy="55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21148771-68E5-290B-0BF7-D9B0307B9C12}"/>
                  </a:ext>
                </a:extLst>
              </p14:cNvPr>
              <p14:cNvContentPartPr/>
              <p14:nvPr/>
            </p14:nvContentPartPr>
            <p14:xfrm>
              <a:off x="3252927" y="1321505"/>
              <a:ext cx="360" cy="36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21148771-68E5-290B-0BF7-D9B0307B9C12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3244287" y="131286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E48A258-77F0-72EF-2E1E-234D062505AF}"/>
                  </a:ext>
                </a:extLst>
              </p14:cNvPr>
              <p14:cNvContentPartPr/>
              <p14:nvPr/>
            </p14:nvContentPartPr>
            <p14:xfrm>
              <a:off x="6287460" y="5750280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E48A258-77F0-72EF-2E1E-234D062505AF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6278820" y="57412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F9C70EA-A58B-6D60-AB14-65DDE9B6B1EB}"/>
              </a:ext>
            </a:extLst>
          </p:cNvPr>
          <p:cNvGrpSpPr/>
          <p:nvPr/>
        </p:nvGrpSpPr>
        <p:grpSpPr>
          <a:xfrm>
            <a:off x="7298700" y="5502240"/>
            <a:ext cx="401400" cy="163800"/>
            <a:chOff x="7298700" y="5502240"/>
            <a:chExt cx="40140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29D0B0E-1A01-579C-4FD4-5459F4BDEAA8}"/>
                    </a:ext>
                  </a:extLst>
                </p14:cNvPr>
                <p14:cNvContentPartPr/>
                <p14:nvPr/>
              </p14:nvContentPartPr>
              <p14:xfrm>
                <a:off x="7298700" y="5502240"/>
                <a:ext cx="102240" cy="15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29D0B0E-1A01-579C-4FD4-5459F4BDEAA8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289700" y="5493240"/>
                  <a:ext cx="119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8147D4-72EF-DCBE-6311-BB62BC357658}"/>
                    </a:ext>
                  </a:extLst>
                </p14:cNvPr>
                <p14:cNvContentPartPr/>
                <p14:nvPr/>
              </p14:nvContentPartPr>
              <p14:xfrm>
                <a:off x="7454220" y="5602320"/>
                <a:ext cx="18360" cy="14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8147D4-72EF-DCBE-6311-BB62BC35765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445220" y="5593320"/>
                  <a:ext cx="36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7FC016-B48D-2464-A9AC-F0FDC6B485A2}"/>
                    </a:ext>
                  </a:extLst>
                </p14:cNvPr>
                <p14:cNvContentPartPr/>
                <p14:nvPr/>
              </p14:nvContentPartPr>
              <p14:xfrm>
                <a:off x="7512540" y="5525640"/>
                <a:ext cx="156960" cy="140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7FC016-B48D-2464-A9AC-F0FDC6B485A2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503900" y="5516640"/>
                  <a:ext cx="17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B24AEAF-1612-9BC2-1800-1F7942F81599}"/>
                    </a:ext>
                  </a:extLst>
                </p14:cNvPr>
                <p14:cNvContentPartPr/>
                <p14:nvPr/>
              </p14:nvContentPartPr>
              <p14:xfrm>
                <a:off x="7643940" y="5521680"/>
                <a:ext cx="56160" cy="101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B24AEAF-1612-9BC2-1800-1F7942F8159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634940" y="5513040"/>
                  <a:ext cx="7380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67DF52F-444E-DCE1-02EC-ACB3ABDD081C}"/>
                  </a:ext>
                </a:extLst>
              </p14:cNvPr>
              <p14:cNvContentPartPr/>
              <p14:nvPr/>
            </p14:nvContentPartPr>
            <p14:xfrm>
              <a:off x="6706860" y="4931640"/>
              <a:ext cx="86400" cy="230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67DF52F-444E-DCE1-02EC-ACB3ABDD081C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6697860" y="4923000"/>
                <a:ext cx="10404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3E50416-C25E-243F-EF78-84EE73F8E50F}"/>
              </a:ext>
            </a:extLst>
          </p:cNvPr>
          <p:cNvGrpSpPr/>
          <p:nvPr/>
        </p:nvGrpSpPr>
        <p:grpSpPr>
          <a:xfrm>
            <a:off x="6469980" y="4449960"/>
            <a:ext cx="823320" cy="396360"/>
            <a:chOff x="6469980" y="4449960"/>
            <a:chExt cx="82332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5A97378-0375-FD7B-4058-DD9DF4C2F54E}"/>
                    </a:ext>
                  </a:extLst>
                </p14:cNvPr>
                <p14:cNvContentPartPr/>
                <p14:nvPr/>
              </p14:nvContentPartPr>
              <p14:xfrm>
                <a:off x="6548820" y="4619160"/>
                <a:ext cx="98280" cy="227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5A97378-0375-FD7B-4058-DD9DF4C2F54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540180" y="4610160"/>
                  <a:ext cx="115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2BBCE6-D5E3-7C66-BC66-FDE5E24EFA2A}"/>
                    </a:ext>
                  </a:extLst>
                </p14:cNvPr>
                <p14:cNvContentPartPr/>
                <p14:nvPr/>
              </p14:nvContentPartPr>
              <p14:xfrm>
                <a:off x="6469980" y="4554720"/>
                <a:ext cx="216000" cy="259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2BBCE6-D5E3-7C66-BC66-FDE5E24EFA2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460980" y="4545720"/>
                  <a:ext cx="233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B0673EB-AEDC-C5B5-3E42-C5BB28CA5F7E}"/>
                    </a:ext>
                  </a:extLst>
                </p14:cNvPr>
                <p14:cNvContentPartPr/>
                <p14:nvPr/>
              </p14:nvContentPartPr>
              <p14:xfrm>
                <a:off x="6733860" y="4716360"/>
                <a:ext cx="50400" cy="81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B0673EB-AEDC-C5B5-3E42-C5BB28CA5F7E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725220" y="4707360"/>
                  <a:ext cx="68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120A7BF-FD01-B16E-BC2A-C81D03D9D107}"/>
                    </a:ext>
                  </a:extLst>
                </p14:cNvPr>
                <p14:cNvContentPartPr/>
                <p14:nvPr/>
              </p14:nvContentPartPr>
              <p14:xfrm>
                <a:off x="6802260" y="4651560"/>
                <a:ext cx="66240" cy="92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120A7BF-FD01-B16E-BC2A-C81D03D9D107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793620" y="4642560"/>
                  <a:ext cx="83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C6FA643-9877-370E-67E1-8C941A189EEF}"/>
                    </a:ext>
                  </a:extLst>
                </p14:cNvPr>
                <p14:cNvContentPartPr/>
                <p14:nvPr/>
              </p14:nvContentPartPr>
              <p14:xfrm>
                <a:off x="6867060" y="4631760"/>
                <a:ext cx="54000" cy="72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C6FA643-9877-370E-67E1-8C941A189EE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858060" y="4623120"/>
                  <a:ext cx="716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0679953-2EC1-2E0D-657A-CCAFFDF0ECEB}"/>
                    </a:ext>
                  </a:extLst>
                </p14:cNvPr>
                <p14:cNvContentPartPr/>
                <p14:nvPr/>
              </p14:nvContentPartPr>
              <p14:xfrm>
                <a:off x="6867060" y="4594680"/>
                <a:ext cx="16920" cy="3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0679953-2EC1-2E0D-657A-CCAFFDF0ECE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858060" y="4586040"/>
                  <a:ext cx="34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0746798-80F1-A172-4E36-A70A48CA63EA}"/>
                    </a:ext>
                  </a:extLst>
                </p14:cNvPr>
                <p14:cNvContentPartPr/>
                <p14:nvPr/>
              </p14:nvContentPartPr>
              <p14:xfrm>
                <a:off x="6913140" y="4546800"/>
                <a:ext cx="67320" cy="139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0746798-80F1-A172-4E36-A70A48CA63E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904500" y="4537800"/>
                  <a:ext cx="84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72E917-091C-1255-23C3-BB6A0C10EA23}"/>
                    </a:ext>
                  </a:extLst>
                </p14:cNvPr>
                <p14:cNvContentPartPr/>
                <p14:nvPr/>
              </p14:nvContentPartPr>
              <p14:xfrm>
                <a:off x="6932580" y="4580640"/>
                <a:ext cx="83880" cy="59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72E917-091C-1255-23C3-BB6A0C10EA2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6923940" y="4572000"/>
                  <a:ext cx="101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6EF7AD-6335-D87D-D5E7-53C07018833B}"/>
                    </a:ext>
                  </a:extLst>
                </p14:cNvPr>
                <p14:cNvContentPartPr/>
                <p14:nvPr/>
              </p14:nvContentPartPr>
              <p14:xfrm>
                <a:off x="6980460" y="4540680"/>
                <a:ext cx="3960" cy="7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6EF7AD-6335-D87D-D5E7-53C07018833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971460" y="4532040"/>
                  <a:ext cx="21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5CB53B-607B-41DB-5A5F-5839570A097D}"/>
                    </a:ext>
                  </a:extLst>
                </p14:cNvPr>
                <p14:cNvContentPartPr/>
                <p14:nvPr/>
              </p14:nvContentPartPr>
              <p14:xfrm>
                <a:off x="7006380" y="4490640"/>
                <a:ext cx="86040" cy="108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5CB53B-607B-41DB-5A5F-5839570A097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997380" y="4481640"/>
                  <a:ext cx="103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650F696-AB3B-F00F-EA52-3682F5361D6E}"/>
                    </a:ext>
                  </a:extLst>
                </p14:cNvPr>
                <p14:cNvContentPartPr/>
                <p14:nvPr/>
              </p14:nvContentPartPr>
              <p14:xfrm>
                <a:off x="7127700" y="4449960"/>
                <a:ext cx="165600" cy="107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650F696-AB3B-F00F-EA52-3682F5361D6E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119060" y="4441320"/>
                  <a:ext cx="183240" cy="12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183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900CF1-9922-07EC-ED4A-997F71B40C0A}"/>
                  </a:ext>
                </a:extLst>
              </p14:cNvPr>
              <p14:cNvContentPartPr/>
              <p14:nvPr/>
            </p14:nvContentPartPr>
            <p14:xfrm>
              <a:off x="525556" y="1747365"/>
              <a:ext cx="18000" cy="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900CF1-9922-07EC-ED4A-997F71B40C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556" y="1738725"/>
                <a:ext cx="356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3A6D99-0106-2F15-4A5D-99D005407A33}"/>
                  </a:ext>
                </a:extLst>
              </p14:cNvPr>
              <p14:cNvContentPartPr/>
              <p14:nvPr/>
            </p14:nvContentPartPr>
            <p14:xfrm>
              <a:off x="504316" y="1483845"/>
              <a:ext cx="366480" cy="24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3A6D99-0106-2F15-4A5D-99D005407A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676" y="1475205"/>
                <a:ext cx="3841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A2CCE3-F69E-410F-F9F6-7D46A99BFA58}"/>
                  </a:ext>
                </a:extLst>
              </p14:cNvPr>
              <p14:cNvContentPartPr/>
              <p14:nvPr/>
            </p14:nvContentPartPr>
            <p14:xfrm>
              <a:off x="799876" y="1601205"/>
              <a:ext cx="100800" cy="29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A2CCE3-F69E-410F-F9F6-7D46A99BFA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876" y="1592205"/>
                <a:ext cx="1184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1F21F5-6078-7102-8F08-881273702111}"/>
                  </a:ext>
                </a:extLst>
              </p14:cNvPr>
              <p14:cNvContentPartPr/>
              <p14:nvPr/>
            </p14:nvContentPartPr>
            <p14:xfrm>
              <a:off x="902476" y="1579965"/>
              <a:ext cx="145440" cy="92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1F21F5-6078-7102-8F08-8812737021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3836" y="1571325"/>
                <a:ext cx="163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3800A2-24FC-0E43-16F3-FD2769BB1149}"/>
                  </a:ext>
                </a:extLst>
              </p14:cNvPr>
              <p14:cNvContentPartPr/>
              <p14:nvPr/>
            </p14:nvContentPartPr>
            <p14:xfrm>
              <a:off x="1426636" y="1580325"/>
              <a:ext cx="18000" cy="282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3800A2-24FC-0E43-16F3-FD2769BB11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7996" y="1571685"/>
                <a:ext cx="356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EE8FB8-614E-FDE1-B66F-E86D4A2056F0}"/>
                  </a:ext>
                </a:extLst>
              </p14:cNvPr>
              <p14:cNvContentPartPr/>
              <p14:nvPr/>
            </p14:nvContentPartPr>
            <p14:xfrm>
              <a:off x="1429516" y="1600845"/>
              <a:ext cx="111960" cy="124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EE8FB8-614E-FDE1-B66F-E86D4A2056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20516" y="1591845"/>
                <a:ext cx="129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9284DA-5577-AC62-8B73-AAD35CF8CEA8}"/>
                  </a:ext>
                </a:extLst>
              </p14:cNvPr>
              <p14:cNvContentPartPr/>
              <p14:nvPr/>
            </p14:nvContentPartPr>
            <p14:xfrm>
              <a:off x="1599436" y="1469085"/>
              <a:ext cx="76680" cy="204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9284DA-5577-AC62-8B73-AAD35CF8CEA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90436" y="1460085"/>
                <a:ext cx="94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E186F1-94BF-B136-B4BF-53DFE84102A7}"/>
                  </a:ext>
                </a:extLst>
              </p14:cNvPr>
              <p14:cNvContentPartPr/>
              <p14:nvPr/>
            </p14:nvContentPartPr>
            <p14:xfrm>
              <a:off x="1700956" y="1554045"/>
              <a:ext cx="149760" cy="93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E186F1-94BF-B136-B4BF-53DFE84102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92316" y="1545405"/>
                <a:ext cx="1674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FBD954-331C-9C32-98B3-066F766A8B0F}"/>
                  </a:ext>
                </a:extLst>
              </p14:cNvPr>
              <p14:cNvContentPartPr/>
              <p14:nvPr/>
            </p14:nvContentPartPr>
            <p14:xfrm>
              <a:off x="1879876" y="1519485"/>
              <a:ext cx="256680" cy="108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FBD954-331C-9C32-98B3-066F766A8B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70876" y="1510485"/>
                <a:ext cx="2743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F4A8C6-F66D-378C-3991-B651F2F1640E}"/>
                  </a:ext>
                </a:extLst>
              </p14:cNvPr>
              <p14:cNvContentPartPr/>
              <p14:nvPr/>
            </p14:nvContentPartPr>
            <p14:xfrm>
              <a:off x="2478556" y="1400325"/>
              <a:ext cx="176040" cy="219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F4A8C6-F66D-378C-3991-B651F2F1640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69916" y="1391685"/>
                <a:ext cx="1936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0948123-A35A-87F9-79E7-BFAC44228537}"/>
                  </a:ext>
                </a:extLst>
              </p14:cNvPr>
              <p14:cNvContentPartPr/>
              <p14:nvPr/>
            </p14:nvContentPartPr>
            <p14:xfrm>
              <a:off x="2676916" y="1527765"/>
              <a:ext cx="66240" cy="106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0948123-A35A-87F9-79E7-BFAC442285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68276" y="1519125"/>
                <a:ext cx="838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066721-A733-8CA2-EB3A-6728C62B3B80}"/>
                  </a:ext>
                </a:extLst>
              </p14:cNvPr>
              <p14:cNvContentPartPr/>
              <p14:nvPr/>
            </p14:nvContentPartPr>
            <p14:xfrm>
              <a:off x="2726236" y="1527405"/>
              <a:ext cx="66240" cy="124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066721-A733-8CA2-EB3A-6728C62B3B8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17236" y="1518765"/>
                <a:ext cx="83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ACEEC4B-DFBC-CDA1-057D-967937284741}"/>
                  </a:ext>
                </a:extLst>
              </p14:cNvPr>
              <p14:cNvContentPartPr/>
              <p14:nvPr/>
            </p14:nvContentPartPr>
            <p14:xfrm>
              <a:off x="2820916" y="1518045"/>
              <a:ext cx="124200" cy="102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ACEEC4B-DFBC-CDA1-057D-9679372847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11916" y="1509405"/>
                <a:ext cx="1418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CF6092D-B6B2-A709-75F6-792D0A1F5171}"/>
                  </a:ext>
                </a:extLst>
              </p14:cNvPr>
              <p14:cNvContentPartPr/>
              <p14:nvPr/>
            </p14:nvContentPartPr>
            <p14:xfrm>
              <a:off x="3329956" y="1448925"/>
              <a:ext cx="206640" cy="24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CF6092D-B6B2-A709-75F6-792D0A1F517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20956" y="1440285"/>
                <a:ext cx="2242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669E9B7-8368-911A-B933-561F7A0E2655}"/>
                  </a:ext>
                </a:extLst>
              </p14:cNvPr>
              <p14:cNvContentPartPr/>
              <p14:nvPr/>
            </p14:nvContentPartPr>
            <p14:xfrm>
              <a:off x="3449476" y="1537845"/>
              <a:ext cx="62640" cy="58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669E9B7-8368-911A-B933-561F7A0E265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40476" y="1529205"/>
                <a:ext cx="802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0619B04-8C0C-16E5-5BB2-9CCCEA859BFC}"/>
                  </a:ext>
                </a:extLst>
              </p14:cNvPr>
              <p14:cNvContentPartPr/>
              <p14:nvPr/>
            </p14:nvContentPartPr>
            <p14:xfrm>
              <a:off x="3568276" y="1484205"/>
              <a:ext cx="78120" cy="19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0619B04-8C0C-16E5-5BB2-9CCCEA859BF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59276" y="1475565"/>
                <a:ext cx="95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4F02F29-C96A-CA55-3F56-BC400A1C9E71}"/>
                  </a:ext>
                </a:extLst>
              </p14:cNvPr>
              <p14:cNvContentPartPr/>
              <p14:nvPr/>
            </p14:nvContentPartPr>
            <p14:xfrm>
              <a:off x="3613996" y="1549005"/>
              <a:ext cx="264600" cy="101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4F02F29-C96A-CA55-3F56-BC400A1C9E7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05356" y="1540365"/>
                <a:ext cx="2822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29647D3-6E61-7C95-4E92-CB46DBF48361}"/>
                  </a:ext>
                </a:extLst>
              </p14:cNvPr>
              <p14:cNvContentPartPr/>
              <p14:nvPr/>
            </p14:nvContentPartPr>
            <p14:xfrm>
              <a:off x="4342636" y="1247685"/>
              <a:ext cx="110520" cy="469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29647D3-6E61-7C95-4E92-CB46DBF4836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33636" y="1239045"/>
                <a:ext cx="1281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00B98C7-45EA-FBB4-BBEA-93C8EEEBE1F8}"/>
                  </a:ext>
                </a:extLst>
              </p14:cNvPr>
              <p14:cNvContentPartPr/>
              <p14:nvPr/>
            </p14:nvContentPartPr>
            <p14:xfrm>
              <a:off x="4346236" y="1475925"/>
              <a:ext cx="356400" cy="135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00B98C7-45EA-FBB4-BBEA-93C8EEEBE1F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37596" y="1466925"/>
                <a:ext cx="3740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3D2715-D23A-9C7D-31EE-AF0CFAF67B8D}"/>
                  </a:ext>
                </a:extLst>
              </p14:cNvPr>
              <p14:cNvContentPartPr/>
              <p14:nvPr/>
            </p14:nvContentPartPr>
            <p14:xfrm>
              <a:off x="4747276" y="1254525"/>
              <a:ext cx="78480" cy="508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3D2715-D23A-9C7D-31EE-AF0CFAF67B8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38276" y="1245885"/>
                <a:ext cx="9612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97812DA-D2BB-0903-B162-24A64B0DF409}"/>
                  </a:ext>
                </a:extLst>
              </p14:cNvPr>
              <p14:cNvContentPartPr/>
              <p14:nvPr/>
            </p14:nvContentPartPr>
            <p14:xfrm>
              <a:off x="5170636" y="1317165"/>
              <a:ext cx="228960" cy="331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97812DA-D2BB-0903-B162-24A64B0DF40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61996" y="1308165"/>
                <a:ext cx="2466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5E0F7C-9B97-01ED-10ED-B913C5EE37B3}"/>
                  </a:ext>
                </a:extLst>
              </p14:cNvPr>
              <p14:cNvContentPartPr/>
              <p14:nvPr/>
            </p14:nvContentPartPr>
            <p14:xfrm>
              <a:off x="5455396" y="1448925"/>
              <a:ext cx="48960" cy="19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A5E0F7C-9B97-01ED-10ED-B913C5EE37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46396" y="1439925"/>
                <a:ext cx="66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8D63B52-521E-F82D-758D-CA77097759E8}"/>
                  </a:ext>
                </a:extLst>
              </p14:cNvPr>
              <p14:cNvContentPartPr/>
              <p14:nvPr/>
            </p14:nvContentPartPr>
            <p14:xfrm>
              <a:off x="5440276" y="1538925"/>
              <a:ext cx="116640" cy="51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8D63B52-521E-F82D-758D-CA77097759E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31276" y="1529925"/>
                <a:ext cx="1342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492C44D-CC9C-CBFE-4C3C-9524BF3465CF}"/>
                  </a:ext>
                </a:extLst>
              </p14:cNvPr>
              <p14:cNvContentPartPr/>
              <p14:nvPr/>
            </p14:nvContentPartPr>
            <p14:xfrm>
              <a:off x="5537476" y="1493565"/>
              <a:ext cx="124920" cy="120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492C44D-CC9C-CBFE-4C3C-9524BF3465C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28836" y="1484565"/>
                <a:ext cx="142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E2FEAA4-32AD-C032-CAAA-21B52C06EDC3}"/>
                  </a:ext>
                </a:extLst>
              </p14:cNvPr>
              <p14:cNvContentPartPr/>
              <p14:nvPr/>
            </p14:nvContentPartPr>
            <p14:xfrm>
              <a:off x="5656276" y="1402485"/>
              <a:ext cx="44640" cy="42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E2FEAA4-32AD-C032-CAAA-21B52C06EDC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47276" y="1393485"/>
                <a:ext cx="6228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DD5E3F-E007-E2FA-802F-220BA30A0E4E}"/>
                  </a:ext>
                </a:extLst>
              </p14:cNvPr>
              <p14:cNvContentPartPr/>
              <p14:nvPr/>
            </p14:nvContentPartPr>
            <p14:xfrm>
              <a:off x="5927716" y="1497165"/>
              <a:ext cx="16200" cy="336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DD5E3F-E007-E2FA-802F-220BA30A0E4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18716" y="1488525"/>
                <a:ext cx="338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71E8E86-70E5-5976-96DB-1C64D6246623}"/>
                  </a:ext>
                </a:extLst>
              </p14:cNvPr>
              <p14:cNvContentPartPr/>
              <p14:nvPr/>
            </p14:nvContentPartPr>
            <p14:xfrm>
              <a:off x="5934556" y="1543605"/>
              <a:ext cx="93240" cy="121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71E8E86-70E5-5976-96DB-1C64D624662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25556" y="1534605"/>
                <a:ext cx="110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97FC7C-1738-925C-F48A-6869CE0E8570}"/>
                  </a:ext>
                </a:extLst>
              </p14:cNvPr>
              <p14:cNvContentPartPr/>
              <p14:nvPr/>
            </p14:nvContentPartPr>
            <p14:xfrm>
              <a:off x="6073156" y="1428765"/>
              <a:ext cx="62640" cy="195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97FC7C-1738-925C-F48A-6869CE0E857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64516" y="1419765"/>
                <a:ext cx="80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5162F12-A98E-6BFE-B691-95CCBCBF2070}"/>
                  </a:ext>
                </a:extLst>
              </p14:cNvPr>
              <p14:cNvContentPartPr/>
              <p14:nvPr/>
            </p14:nvContentPartPr>
            <p14:xfrm>
              <a:off x="6161716" y="1505085"/>
              <a:ext cx="83160" cy="82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5162F12-A98E-6BFE-B691-95CCBCBF207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52716" y="1496085"/>
                <a:ext cx="1008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1C21C1C-FBD7-A2EF-5A2E-F3CB32917A7C}"/>
                  </a:ext>
                </a:extLst>
              </p14:cNvPr>
              <p14:cNvContentPartPr/>
              <p14:nvPr/>
            </p14:nvContentPartPr>
            <p14:xfrm>
              <a:off x="6261436" y="1465125"/>
              <a:ext cx="282960" cy="103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1C21C1C-FBD7-A2EF-5A2E-F3CB32917A7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52796" y="1456125"/>
                <a:ext cx="3006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99EF4DA-1870-98F2-1FE2-B0E8D5C1A048}"/>
                  </a:ext>
                </a:extLst>
              </p14:cNvPr>
              <p14:cNvContentPartPr/>
              <p14:nvPr/>
            </p14:nvContentPartPr>
            <p14:xfrm>
              <a:off x="6827836" y="1390910"/>
              <a:ext cx="372600" cy="376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99EF4DA-1870-98F2-1FE2-B0E8D5C1A04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818836" y="1381910"/>
                <a:ext cx="3902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339F11D-815C-4E61-1B4D-EBAC573B547A}"/>
                  </a:ext>
                </a:extLst>
              </p14:cNvPr>
              <p14:cNvContentPartPr/>
              <p14:nvPr/>
            </p14:nvContentPartPr>
            <p14:xfrm>
              <a:off x="7261276" y="1163030"/>
              <a:ext cx="136440" cy="45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339F11D-815C-4E61-1B4D-EBAC573B547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252636" y="1154390"/>
                <a:ext cx="15408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A3DFD6-E2AE-44BF-BB61-BF83E446A431}"/>
                  </a:ext>
                </a:extLst>
              </p14:cNvPr>
              <p14:cNvContentPartPr/>
              <p14:nvPr/>
            </p14:nvContentPartPr>
            <p14:xfrm>
              <a:off x="8057236" y="1279310"/>
              <a:ext cx="132120" cy="253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A3DFD6-E2AE-44BF-BB61-BF83E446A4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48236" y="1270670"/>
                <a:ext cx="1497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68AC6E7-E80A-59BB-D23D-2EFE25176083}"/>
                  </a:ext>
                </a:extLst>
              </p14:cNvPr>
              <p14:cNvContentPartPr/>
              <p14:nvPr/>
            </p14:nvContentPartPr>
            <p14:xfrm>
              <a:off x="8021596" y="1914710"/>
              <a:ext cx="161280" cy="161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68AC6E7-E80A-59BB-D23D-2EFE2517608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12956" y="1905710"/>
                <a:ext cx="178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7ED4671-5BB0-5323-A116-C00C50581529}"/>
                  </a:ext>
                </a:extLst>
              </p14:cNvPr>
              <p14:cNvContentPartPr/>
              <p14:nvPr/>
            </p14:nvContentPartPr>
            <p14:xfrm>
              <a:off x="253516" y="1361390"/>
              <a:ext cx="267120" cy="2333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7ED4671-5BB0-5323-A116-C00C5058152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4876" y="1352750"/>
                <a:ext cx="284760" cy="23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1AA464-CA62-4217-1E0C-95B316D3D344}"/>
                  </a:ext>
                </a:extLst>
              </p14:cNvPr>
              <p14:cNvContentPartPr/>
              <p14:nvPr/>
            </p14:nvContentPartPr>
            <p14:xfrm>
              <a:off x="241636" y="967550"/>
              <a:ext cx="8164440" cy="264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1AA464-CA62-4217-1E0C-95B316D3D34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2996" y="958910"/>
                <a:ext cx="8182080" cy="26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E20F64D-844D-D001-7DE2-36EA94F450C1}"/>
                  </a:ext>
                </a:extLst>
              </p14:cNvPr>
              <p14:cNvContentPartPr/>
              <p14:nvPr/>
            </p14:nvContentPartPr>
            <p14:xfrm>
              <a:off x="729076" y="2096150"/>
              <a:ext cx="35640" cy="104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E20F64D-844D-D001-7DE2-36EA94F450C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20436" y="2087510"/>
                <a:ext cx="532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97BC5E2-5DC0-26BC-0718-026959A07E7C}"/>
                  </a:ext>
                </a:extLst>
              </p14:cNvPr>
              <p14:cNvContentPartPr/>
              <p14:nvPr/>
            </p14:nvContentPartPr>
            <p14:xfrm>
              <a:off x="1710076" y="2088950"/>
              <a:ext cx="28440" cy="111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97BC5E2-5DC0-26BC-0718-026959A07E7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01076" y="2080310"/>
                <a:ext cx="460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643C9A8-D77B-D358-6ADA-2F1232706254}"/>
                  </a:ext>
                </a:extLst>
              </p14:cNvPr>
              <p14:cNvContentPartPr/>
              <p14:nvPr/>
            </p14:nvContentPartPr>
            <p14:xfrm>
              <a:off x="2648956" y="2075630"/>
              <a:ext cx="102600" cy="113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643C9A8-D77B-D358-6ADA-2F123270625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39956" y="2066990"/>
                <a:ext cx="120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462118C-1DC5-215D-6248-BCD23AC3024A}"/>
                  </a:ext>
                </a:extLst>
              </p14:cNvPr>
              <p14:cNvContentPartPr/>
              <p14:nvPr/>
            </p14:nvContentPartPr>
            <p14:xfrm>
              <a:off x="3540676" y="2032790"/>
              <a:ext cx="122400" cy="141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462118C-1DC5-215D-6248-BCD23AC3024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31676" y="2024150"/>
                <a:ext cx="140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C913F72-48DB-BBCD-2C8D-0FD1DF15BCE8}"/>
                  </a:ext>
                </a:extLst>
              </p14:cNvPr>
              <p14:cNvContentPartPr/>
              <p14:nvPr/>
            </p14:nvContentPartPr>
            <p14:xfrm>
              <a:off x="4570636" y="2034230"/>
              <a:ext cx="128520" cy="132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C913F72-48DB-BBCD-2C8D-0FD1DF15BCE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61636" y="2025230"/>
                <a:ext cx="1461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2AA3C3A-1818-AFC0-5FF1-F0DD51354303}"/>
                  </a:ext>
                </a:extLst>
              </p14:cNvPr>
              <p14:cNvContentPartPr/>
              <p14:nvPr/>
            </p14:nvContentPartPr>
            <p14:xfrm>
              <a:off x="5479276" y="2004350"/>
              <a:ext cx="150480" cy="130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2AA3C3A-1818-AFC0-5FF1-F0DD5135430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70636" y="1995710"/>
                <a:ext cx="1681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E11720F-F14F-B1F8-2A9F-FA922F84FBCD}"/>
                  </a:ext>
                </a:extLst>
              </p14:cNvPr>
              <p14:cNvContentPartPr/>
              <p14:nvPr/>
            </p14:nvContentPartPr>
            <p14:xfrm>
              <a:off x="6253996" y="2027390"/>
              <a:ext cx="141480" cy="1227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E11720F-F14F-B1F8-2A9F-FA922F84FBC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244996" y="2018390"/>
                <a:ext cx="159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ED913F0-72EF-B229-ED2E-2199CD619685}"/>
                  </a:ext>
                </a:extLst>
              </p14:cNvPr>
              <p14:cNvContentPartPr/>
              <p14:nvPr/>
            </p14:nvContentPartPr>
            <p14:xfrm>
              <a:off x="7020796" y="1965830"/>
              <a:ext cx="152640" cy="142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ED913F0-72EF-B229-ED2E-2199CD61968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11796" y="1956830"/>
                <a:ext cx="1702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78614AD-6908-1EAF-4A93-1547DE632121}"/>
                  </a:ext>
                </a:extLst>
              </p14:cNvPr>
              <p14:cNvContentPartPr/>
              <p14:nvPr/>
            </p14:nvContentPartPr>
            <p14:xfrm>
              <a:off x="517756" y="3527510"/>
              <a:ext cx="7903800" cy="154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78614AD-6908-1EAF-4A93-1547DE63212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08756" y="3518510"/>
                <a:ext cx="79214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F865FD7-454B-960C-3CCB-2AC2D4E6F82A}"/>
                  </a:ext>
                </a:extLst>
              </p14:cNvPr>
              <p14:cNvContentPartPr/>
              <p14:nvPr/>
            </p14:nvContentPartPr>
            <p14:xfrm>
              <a:off x="778396" y="2547230"/>
              <a:ext cx="108360" cy="153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F865FD7-454B-960C-3CCB-2AC2D4E6F82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69756" y="2538590"/>
                <a:ext cx="1260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EFAD43-59D7-C870-4C5D-993228FA3354}"/>
                  </a:ext>
                </a:extLst>
              </p14:cNvPr>
              <p14:cNvContentPartPr/>
              <p14:nvPr/>
            </p14:nvContentPartPr>
            <p14:xfrm>
              <a:off x="1770196" y="2573870"/>
              <a:ext cx="92880" cy="1112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EFAD43-59D7-C870-4C5D-993228FA335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61556" y="2565230"/>
                <a:ext cx="1105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B725174-0D39-C561-8341-BE12BE4C4739}"/>
                  </a:ext>
                </a:extLst>
              </p14:cNvPr>
              <p14:cNvContentPartPr/>
              <p14:nvPr/>
            </p14:nvContentPartPr>
            <p14:xfrm>
              <a:off x="2783236" y="2551910"/>
              <a:ext cx="23400" cy="109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B725174-0D39-C561-8341-BE12BE4C473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74596" y="2542910"/>
                <a:ext cx="41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51BEA4A-4DD4-0854-264A-F18EE07E2001}"/>
                  </a:ext>
                </a:extLst>
              </p14:cNvPr>
              <p14:cNvContentPartPr/>
              <p14:nvPr/>
            </p14:nvContentPartPr>
            <p14:xfrm>
              <a:off x="4698796" y="2486390"/>
              <a:ext cx="42840" cy="130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51BEA4A-4DD4-0854-264A-F18EE07E200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89796" y="2477750"/>
                <a:ext cx="604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99B777F-A7C3-E0A6-BC3C-68F650675FAC}"/>
                  </a:ext>
                </a:extLst>
              </p14:cNvPr>
              <p14:cNvContentPartPr/>
              <p14:nvPr/>
            </p14:nvContentPartPr>
            <p14:xfrm>
              <a:off x="3625276" y="2537870"/>
              <a:ext cx="132480" cy="106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99B777F-A7C3-E0A6-BC3C-68F650675FA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616636" y="2528870"/>
                <a:ext cx="1501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B219AB5-65ED-5231-46A7-4BAD23180350}"/>
                  </a:ext>
                </a:extLst>
              </p14:cNvPr>
              <p14:cNvContentPartPr/>
              <p14:nvPr/>
            </p14:nvContentPartPr>
            <p14:xfrm>
              <a:off x="5617516" y="2477390"/>
              <a:ext cx="155160" cy="132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B219AB5-65ED-5231-46A7-4BAD2318035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608876" y="2468390"/>
                <a:ext cx="1728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5DBBC52-2914-9935-3866-7D662E5155F7}"/>
                  </a:ext>
                </a:extLst>
              </p14:cNvPr>
              <p14:cNvContentPartPr/>
              <p14:nvPr/>
            </p14:nvContentPartPr>
            <p14:xfrm>
              <a:off x="6437956" y="2457230"/>
              <a:ext cx="157680" cy="122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5DBBC52-2914-9935-3866-7D662E5155F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28956" y="2448230"/>
                <a:ext cx="1753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166F735-72E0-87B5-DA72-65B38F8209E5}"/>
                  </a:ext>
                </a:extLst>
              </p14:cNvPr>
              <p14:cNvContentPartPr/>
              <p14:nvPr/>
            </p14:nvContentPartPr>
            <p14:xfrm>
              <a:off x="7023676" y="2408990"/>
              <a:ext cx="130320" cy="137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166F735-72E0-87B5-DA72-65B38F8209E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014676" y="2399990"/>
                <a:ext cx="1479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3FDEB70-F7BE-7ADD-92FE-E62021609975}"/>
                  </a:ext>
                </a:extLst>
              </p14:cNvPr>
              <p14:cNvContentPartPr/>
              <p14:nvPr/>
            </p14:nvContentPartPr>
            <p14:xfrm>
              <a:off x="3742996" y="2925950"/>
              <a:ext cx="47880" cy="135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3FDEB70-F7BE-7ADD-92FE-E6202160997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734356" y="2916950"/>
                <a:ext cx="65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B90CEDC-FD08-08F2-8B6C-77251851E719}"/>
                  </a:ext>
                </a:extLst>
              </p14:cNvPr>
              <p14:cNvContentPartPr/>
              <p14:nvPr/>
            </p14:nvContentPartPr>
            <p14:xfrm>
              <a:off x="5750716" y="2881310"/>
              <a:ext cx="44280" cy="1922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B90CEDC-FD08-08F2-8B6C-77251851E71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741716" y="2872310"/>
                <a:ext cx="61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C4CCD33-52E6-0F76-A3FB-752A9BD71758}"/>
                  </a:ext>
                </a:extLst>
              </p14:cNvPr>
              <p14:cNvContentPartPr/>
              <p14:nvPr/>
            </p14:nvContentPartPr>
            <p14:xfrm>
              <a:off x="6586996" y="2888510"/>
              <a:ext cx="93600" cy="116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C4CCD33-52E6-0F76-A3FB-752A9BD7175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77996" y="2879870"/>
                <a:ext cx="1112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ABA7D38-59CD-7DDA-009B-63A603EAB123}"/>
                  </a:ext>
                </a:extLst>
              </p14:cNvPr>
              <p14:cNvContentPartPr/>
              <p14:nvPr/>
            </p14:nvContentPartPr>
            <p14:xfrm>
              <a:off x="7135636" y="2804270"/>
              <a:ext cx="97920" cy="1497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ABA7D38-59CD-7DDA-009B-63A603EAB12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126636" y="2795270"/>
                <a:ext cx="1155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93DB00E-0C8D-0AF0-EDC6-3806A0C1CAB5}"/>
                  </a:ext>
                </a:extLst>
              </p14:cNvPr>
              <p14:cNvContentPartPr/>
              <p14:nvPr/>
            </p14:nvContentPartPr>
            <p14:xfrm>
              <a:off x="4837756" y="2925950"/>
              <a:ext cx="109080" cy="128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93DB00E-0C8D-0AF0-EDC6-3806A0C1CAB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828756" y="2916950"/>
                <a:ext cx="1267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4B984B0-DBDA-17BF-CBDC-74B7EBFA9087}"/>
                  </a:ext>
                </a:extLst>
              </p14:cNvPr>
              <p14:cNvContentPartPr/>
              <p14:nvPr/>
            </p14:nvContentPartPr>
            <p14:xfrm>
              <a:off x="2812756" y="2934230"/>
              <a:ext cx="125280" cy="147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4B984B0-DBDA-17BF-CBDC-74B7EBFA908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803756" y="2925230"/>
                <a:ext cx="1429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6D9075A-B396-C4B7-A743-069F4E3FE5DC}"/>
                  </a:ext>
                </a:extLst>
              </p14:cNvPr>
              <p14:cNvContentPartPr/>
              <p14:nvPr/>
            </p14:nvContentPartPr>
            <p14:xfrm>
              <a:off x="1697836" y="2989310"/>
              <a:ext cx="131400" cy="145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6D9075A-B396-C4B7-A743-069F4E3FE5D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689196" y="2980310"/>
                <a:ext cx="1490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CA9AF5C-B9B9-7C33-D82B-CE097AB4390E}"/>
                  </a:ext>
                </a:extLst>
              </p14:cNvPr>
              <p14:cNvContentPartPr/>
              <p14:nvPr/>
            </p14:nvContentPartPr>
            <p14:xfrm>
              <a:off x="859756" y="2976350"/>
              <a:ext cx="167400" cy="158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CA9AF5C-B9B9-7C33-D82B-CE097AB4390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50756" y="2967350"/>
                <a:ext cx="1850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1E422AF-8240-504C-96CD-41AB468E7A4D}"/>
                  </a:ext>
                </a:extLst>
              </p14:cNvPr>
              <p14:cNvContentPartPr/>
              <p14:nvPr/>
            </p14:nvContentPartPr>
            <p14:xfrm>
              <a:off x="1840036" y="3362270"/>
              <a:ext cx="29160" cy="171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1E422AF-8240-504C-96CD-41AB468E7A4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31036" y="3353630"/>
                <a:ext cx="468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992E24F-3B40-75D5-C4F9-7AE3A2AD36DD}"/>
                  </a:ext>
                </a:extLst>
              </p14:cNvPr>
              <p14:cNvContentPartPr/>
              <p14:nvPr/>
            </p14:nvContentPartPr>
            <p14:xfrm>
              <a:off x="7245076" y="3198470"/>
              <a:ext cx="27360" cy="225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992E24F-3B40-75D5-C4F9-7AE3A2AD36D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236436" y="3189830"/>
                <a:ext cx="450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78953BC-A9A8-C044-D1BD-2AB1F7E439B8}"/>
                  </a:ext>
                </a:extLst>
              </p14:cNvPr>
              <p14:cNvContentPartPr/>
              <p14:nvPr/>
            </p14:nvContentPartPr>
            <p14:xfrm>
              <a:off x="6692836" y="3189110"/>
              <a:ext cx="110880" cy="1450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78953BC-A9A8-C044-D1BD-2AB1F7E439B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683836" y="3180110"/>
                <a:ext cx="1285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FA24672-89DD-EBCA-113C-044F7D10D30E}"/>
                  </a:ext>
                </a:extLst>
              </p14:cNvPr>
              <p14:cNvContentPartPr/>
              <p14:nvPr/>
            </p14:nvContentPartPr>
            <p14:xfrm>
              <a:off x="5776276" y="3289550"/>
              <a:ext cx="14796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FA24672-89DD-EBCA-113C-044F7D10D30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67636" y="3280910"/>
                <a:ext cx="16560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892E5D1-72ED-76CC-6041-912C5BFD14B4}"/>
                  </a:ext>
                </a:extLst>
              </p14:cNvPr>
              <p14:cNvContentPartPr/>
              <p14:nvPr/>
            </p14:nvContentPartPr>
            <p14:xfrm>
              <a:off x="4841356" y="3331670"/>
              <a:ext cx="150480" cy="117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892E5D1-72ED-76CC-6041-912C5BFD14B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832356" y="3323030"/>
                <a:ext cx="1681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66987E8-13E9-E832-3779-9BCB822270FA}"/>
                  </a:ext>
                </a:extLst>
              </p14:cNvPr>
              <p14:cNvContentPartPr/>
              <p14:nvPr/>
            </p14:nvContentPartPr>
            <p14:xfrm>
              <a:off x="3778276" y="3348590"/>
              <a:ext cx="96120" cy="150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66987E8-13E9-E832-3779-9BCB822270F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69636" y="3339950"/>
                <a:ext cx="1137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03BF960-1CAD-9704-14DF-32F94D09F667}"/>
                  </a:ext>
                </a:extLst>
              </p14:cNvPr>
              <p14:cNvContentPartPr/>
              <p14:nvPr/>
            </p14:nvContentPartPr>
            <p14:xfrm>
              <a:off x="2770636" y="3376670"/>
              <a:ext cx="158400" cy="158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03BF960-1CAD-9704-14DF-32F94D09F66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761996" y="3367670"/>
                <a:ext cx="1760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F2C35A6-9043-2FB0-3B46-9F78E4F689B6}"/>
                  </a:ext>
                </a:extLst>
              </p14:cNvPr>
              <p14:cNvContentPartPr/>
              <p14:nvPr/>
            </p14:nvContentPartPr>
            <p14:xfrm>
              <a:off x="916276" y="3442910"/>
              <a:ext cx="154440" cy="150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F2C35A6-9043-2FB0-3B46-9F78E4F689B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07276" y="3434270"/>
                <a:ext cx="1720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84D39CA-C6F2-5AD6-DE97-08C8C75FD4F3}"/>
                  </a:ext>
                </a:extLst>
              </p14:cNvPr>
              <p14:cNvContentPartPr/>
              <p14:nvPr/>
            </p14:nvContentPartPr>
            <p14:xfrm>
              <a:off x="8132476" y="2394950"/>
              <a:ext cx="46440" cy="1551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84D39CA-C6F2-5AD6-DE97-08C8C75FD4F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123836" y="2385950"/>
                <a:ext cx="640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8F6292A-E83F-7CA0-6555-20BD8D740C5A}"/>
                  </a:ext>
                </a:extLst>
              </p14:cNvPr>
              <p14:cNvContentPartPr/>
              <p14:nvPr/>
            </p14:nvContentPartPr>
            <p14:xfrm>
              <a:off x="8151556" y="2782310"/>
              <a:ext cx="30600" cy="171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8F6292A-E83F-7CA0-6555-20BD8D740C5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42556" y="2773310"/>
                <a:ext cx="482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7EF181B-12CD-45A1-DDF7-C1809646C70D}"/>
                  </a:ext>
                </a:extLst>
              </p14:cNvPr>
              <p14:cNvContentPartPr/>
              <p14:nvPr/>
            </p14:nvContentPartPr>
            <p14:xfrm>
              <a:off x="8179636" y="3258950"/>
              <a:ext cx="113400" cy="160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7EF181B-12CD-45A1-DDF7-C1809646C70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170636" y="3249950"/>
                <a:ext cx="1310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A48E1B4-144E-5963-23CB-229208AA2CB0}"/>
                  </a:ext>
                </a:extLst>
              </p14:cNvPr>
              <p14:cNvContentPartPr/>
              <p14:nvPr/>
            </p14:nvContentPartPr>
            <p14:xfrm>
              <a:off x="367996" y="1593590"/>
              <a:ext cx="7925040" cy="3502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A48E1B4-144E-5963-23CB-229208AA2CB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9356" y="1584950"/>
                <a:ext cx="79426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3683EE2-54FF-7B19-963A-D51B662F8C61}"/>
                  </a:ext>
                </a:extLst>
              </p14:cNvPr>
              <p14:cNvContentPartPr/>
              <p14:nvPr/>
            </p14:nvContentPartPr>
            <p14:xfrm>
              <a:off x="7635316" y="1071230"/>
              <a:ext cx="322560" cy="2540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3683EE2-54FF-7B19-963A-D51B662F8C6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626676" y="1062230"/>
                <a:ext cx="340200" cy="25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4813635-75C4-2D78-0289-04A973375E91}"/>
                  </a:ext>
                </a:extLst>
              </p14:cNvPr>
              <p14:cNvContentPartPr/>
              <p14:nvPr/>
            </p14:nvContentPartPr>
            <p14:xfrm>
              <a:off x="690807" y="1774953"/>
              <a:ext cx="146160" cy="1648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4813635-75C4-2D78-0289-04A973375E9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82167" y="1765953"/>
                <a:ext cx="163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7A411C3-CE60-1B81-DC8B-0E64C76B9528}"/>
                  </a:ext>
                </a:extLst>
              </p14:cNvPr>
              <p14:cNvContentPartPr/>
              <p14:nvPr/>
            </p14:nvContentPartPr>
            <p14:xfrm>
              <a:off x="1819407" y="1710513"/>
              <a:ext cx="242640" cy="128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7A411C3-CE60-1B81-DC8B-0E64C76B952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810407" y="1701873"/>
                <a:ext cx="2602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09DD55B-068B-AF0B-546E-5FC7339FC69D}"/>
                  </a:ext>
                </a:extLst>
              </p14:cNvPr>
              <p14:cNvContentPartPr/>
              <p14:nvPr/>
            </p14:nvContentPartPr>
            <p14:xfrm>
              <a:off x="2632647" y="1700073"/>
              <a:ext cx="185040" cy="163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09DD55B-068B-AF0B-546E-5FC7339FC69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623647" y="1691433"/>
                <a:ext cx="2026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7EFD367-C9E6-10C6-3539-610BCC62BFAC}"/>
                  </a:ext>
                </a:extLst>
              </p14:cNvPr>
              <p14:cNvContentPartPr/>
              <p14:nvPr/>
            </p14:nvContentPartPr>
            <p14:xfrm>
              <a:off x="3599607" y="1721673"/>
              <a:ext cx="221400" cy="189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7EFD367-C9E6-10C6-3539-610BCC62BFA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590967" y="1713033"/>
                <a:ext cx="2390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932B804-5AAF-0959-59C6-D9230C28F9C9}"/>
                  </a:ext>
                </a:extLst>
              </p14:cNvPr>
              <p14:cNvContentPartPr/>
              <p14:nvPr/>
            </p14:nvContentPartPr>
            <p14:xfrm>
              <a:off x="4588887" y="1694313"/>
              <a:ext cx="172800" cy="112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932B804-5AAF-0959-59C6-D9230C28F9C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579887" y="1685313"/>
                <a:ext cx="1904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D8DF54F-849D-C89D-D71D-32D99AB30AA8}"/>
                  </a:ext>
                </a:extLst>
              </p14:cNvPr>
              <p14:cNvContentPartPr/>
              <p14:nvPr/>
            </p14:nvContentPartPr>
            <p14:xfrm>
              <a:off x="4748007" y="1713393"/>
              <a:ext cx="104040" cy="23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D8DF54F-849D-C89D-D71D-32D99AB30AA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739007" y="1704753"/>
                <a:ext cx="1216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E4658C3-8126-B096-06FD-91BE8DA8660F}"/>
                  </a:ext>
                </a:extLst>
              </p14:cNvPr>
              <p14:cNvContentPartPr/>
              <p14:nvPr/>
            </p14:nvContentPartPr>
            <p14:xfrm>
              <a:off x="5272527" y="1685313"/>
              <a:ext cx="150120" cy="83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E4658C3-8126-B096-06FD-91BE8DA8660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63887" y="1676673"/>
                <a:ext cx="1677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1671BFA-686A-B23B-8F6C-604205AEBDCF}"/>
                  </a:ext>
                </a:extLst>
              </p14:cNvPr>
              <p14:cNvContentPartPr/>
              <p14:nvPr/>
            </p14:nvContentPartPr>
            <p14:xfrm>
              <a:off x="5404647" y="1729953"/>
              <a:ext cx="84600" cy="89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1671BFA-686A-B23B-8F6C-604205AEBDC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395647" y="1720953"/>
                <a:ext cx="1022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DE57315-6D3D-944B-A8F2-BCCA7882D720}"/>
                  </a:ext>
                </a:extLst>
              </p14:cNvPr>
              <p14:cNvContentPartPr/>
              <p14:nvPr/>
            </p14:nvContentPartPr>
            <p14:xfrm>
              <a:off x="6241287" y="1658313"/>
              <a:ext cx="198360" cy="1422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DE57315-6D3D-944B-A8F2-BCCA7882D72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232287" y="1649673"/>
                <a:ext cx="2160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977BC3D-B6E8-A96D-B651-8AFB26C53148}"/>
                  </a:ext>
                </a:extLst>
              </p14:cNvPr>
              <p14:cNvContentPartPr/>
              <p14:nvPr/>
            </p14:nvContentPartPr>
            <p14:xfrm>
              <a:off x="6378807" y="1755153"/>
              <a:ext cx="111960" cy="31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977BC3D-B6E8-A96D-B651-8AFB26C5314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370167" y="1746513"/>
                <a:ext cx="1296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8612D93-0684-372C-C43E-8E35ECA77D78}"/>
                  </a:ext>
                </a:extLst>
              </p14:cNvPr>
              <p14:cNvContentPartPr/>
              <p14:nvPr/>
            </p14:nvContentPartPr>
            <p14:xfrm>
              <a:off x="7105647" y="1571553"/>
              <a:ext cx="184680" cy="835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8612D93-0684-372C-C43E-8E35ECA77D7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097007" y="1562913"/>
                <a:ext cx="202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EA7B7D7-759C-13DA-3477-8657DE00196D}"/>
                  </a:ext>
                </a:extLst>
              </p14:cNvPr>
              <p14:cNvContentPartPr/>
              <p14:nvPr/>
            </p14:nvContentPartPr>
            <p14:xfrm>
              <a:off x="7267647" y="1615833"/>
              <a:ext cx="83520" cy="1130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EA7B7D7-759C-13DA-3477-8657DE00196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258647" y="1606833"/>
                <a:ext cx="10116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55E045D-47D9-BB48-017B-B2B3FD5A66B2}"/>
              </a:ext>
            </a:extLst>
          </p:cNvPr>
          <p:cNvGrpSpPr/>
          <p:nvPr/>
        </p:nvGrpSpPr>
        <p:grpSpPr>
          <a:xfrm>
            <a:off x="1301007" y="3778145"/>
            <a:ext cx="613800" cy="317520"/>
            <a:chOff x="1301007" y="3778145"/>
            <a:chExt cx="61380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A563711-915F-9B0D-B7AA-BC8044DA17B3}"/>
                    </a:ext>
                  </a:extLst>
                </p14:cNvPr>
                <p14:cNvContentPartPr/>
                <p14:nvPr/>
              </p14:nvContentPartPr>
              <p14:xfrm>
                <a:off x="1344567" y="3882545"/>
                <a:ext cx="53640" cy="90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A563711-915F-9B0D-B7AA-BC8044DA17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35567" y="3873545"/>
                  <a:ext cx="71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0DE360E-5A4F-1737-46CD-F5DF965EA1F9}"/>
                    </a:ext>
                  </a:extLst>
                </p14:cNvPr>
                <p14:cNvContentPartPr/>
                <p14:nvPr/>
              </p14:nvContentPartPr>
              <p14:xfrm>
                <a:off x="1352847" y="3888665"/>
                <a:ext cx="29520" cy="99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0DE360E-5A4F-1737-46CD-F5DF965EA1F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43847" y="3880025"/>
                  <a:ext cx="47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95F2DC3-724F-1F44-E5F5-C108896B0621}"/>
                    </a:ext>
                  </a:extLst>
                </p14:cNvPr>
                <p14:cNvContentPartPr/>
                <p14:nvPr/>
              </p14:nvContentPartPr>
              <p14:xfrm>
                <a:off x="1301007" y="3950225"/>
                <a:ext cx="209160" cy="15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95F2DC3-724F-1F44-E5F5-C108896B06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92007" y="3941225"/>
                  <a:ext cx="226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0580CAE-A8D7-5123-2D96-798329F559B9}"/>
                    </a:ext>
                  </a:extLst>
                </p14:cNvPr>
                <p14:cNvContentPartPr/>
                <p14:nvPr/>
              </p14:nvContentPartPr>
              <p14:xfrm>
                <a:off x="1650207" y="3850145"/>
                <a:ext cx="17640" cy="127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0580CAE-A8D7-5123-2D96-798329F559B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41207" y="3841505"/>
                  <a:ext cx="3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59E0AF-136E-4E68-A511-5ABBD957B753}"/>
                    </a:ext>
                  </a:extLst>
                </p14:cNvPr>
                <p14:cNvContentPartPr/>
                <p14:nvPr/>
              </p14:nvContentPartPr>
              <p14:xfrm>
                <a:off x="1629327" y="3824945"/>
                <a:ext cx="111960" cy="32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59E0AF-136E-4E68-A511-5ABBD957B75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20327" y="3815945"/>
                  <a:ext cx="129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B60343-2274-AD53-7141-1330C16E2777}"/>
                    </a:ext>
                  </a:extLst>
                </p14:cNvPr>
                <p14:cNvContentPartPr/>
                <p14:nvPr/>
              </p14:nvContentPartPr>
              <p14:xfrm>
                <a:off x="1565247" y="3969305"/>
                <a:ext cx="176760" cy="49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B60343-2274-AD53-7141-1330C16E27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56607" y="3960665"/>
                  <a:ext cx="194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BF607A-E8E5-C374-5AB4-55BC798CB1BB}"/>
                    </a:ext>
                  </a:extLst>
                </p14:cNvPr>
                <p14:cNvContentPartPr/>
                <p14:nvPr/>
              </p14:nvContentPartPr>
              <p14:xfrm>
                <a:off x="1792407" y="3778145"/>
                <a:ext cx="122400" cy="317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BF607A-E8E5-C374-5AB4-55BC798CB1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83407" y="3769505"/>
                  <a:ext cx="140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0284B11-9B2B-B082-A5AC-FDFE86D51434}"/>
                    </a:ext>
                  </a:extLst>
                </p14:cNvPr>
                <p14:cNvContentPartPr/>
                <p14:nvPr/>
              </p14:nvContentPartPr>
              <p14:xfrm>
                <a:off x="1765407" y="3941225"/>
                <a:ext cx="145440" cy="2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0284B11-9B2B-B082-A5AC-FDFE86D5143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56407" y="3932585"/>
                  <a:ext cx="1630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FDF813A-8EB7-E441-548A-6E6D7BEF78D4}"/>
              </a:ext>
            </a:extLst>
          </p:cNvPr>
          <p:cNvGrpSpPr/>
          <p:nvPr/>
        </p:nvGrpSpPr>
        <p:grpSpPr>
          <a:xfrm>
            <a:off x="2180127" y="3734225"/>
            <a:ext cx="916200" cy="358200"/>
            <a:chOff x="2180127" y="3734225"/>
            <a:chExt cx="91620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95AD306-3D5C-EA16-0221-980BAA392A54}"/>
                    </a:ext>
                  </a:extLst>
                </p14:cNvPr>
                <p14:cNvContentPartPr/>
                <p14:nvPr/>
              </p14:nvContentPartPr>
              <p14:xfrm>
                <a:off x="2237727" y="3734225"/>
                <a:ext cx="118800" cy="358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95AD306-3D5C-EA16-0221-980BAA392A5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28727" y="3725585"/>
                  <a:ext cx="1364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7221552-7504-01DA-0D61-2FD8BE765F9D}"/>
                    </a:ext>
                  </a:extLst>
                </p14:cNvPr>
                <p14:cNvContentPartPr/>
                <p14:nvPr/>
              </p14:nvContentPartPr>
              <p14:xfrm>
                <a:off x="2180127" y="3940505"/>
                <a:ext cx="194760" cy="33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7221552-7504-01DA-0D61-2FD8BE765F9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71127" y="3931505"/>
                  <a:ext cx="212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33C265F-8BAD-17AA-D687-A5222DA40696}"/>
                    </a:ext>
                  </a:extLst>
                </p14:cNvPr>
                <p14:cNvContentPartPr/>
                <p14:nvPr/>
              </p14:nvContentPartPr>
              <p14:xfrm>
                <a:off x="2356527" y="3852305"/>
                <a:ext cx="285120" cy="149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33C265F-8BAD-17AA-D687-A5222DA4069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47887" y="3843665"/>
                  <a:ext cx="302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51942C-1CFC-FA0E-E3F7-B7579D4DE7DF}"/>
                    </a:ext>
                  </a:extLst>
                </p14:cNvPr>
                <p14:cNvContentPartPr/>
                <p14:nvPr/>
              </p14:nvContentPartPr>
              <p14:xfrm>
                <a:off x="2548767" y="3885785"/>
                <a:ext cx="147960" cy="12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51942C-1CFC-FA0E-E3F7-B7579D4DE7D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39767" y="3877145"/>
                  <a:ext cx="165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DE3972-00DC-7D09-E520-703D0D7E6660}"/>
                    </a:ext>
                  </a:extLst>
                </p14:cNvPr>
                <p14:cNvContentPartPr/>
                <p14:nvPr/>
              </p14:nvContentPartPr>
              <p14:xfrm>
                <a:off x="2721567" y="3881465"/>
                <a:ext cx="74160" cy="91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DE3972-00DC-7D09-E520-703D0D7E666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12567" y="3872825"/>
                  <a:ext cx="91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9FB35B7-851E-3E66-8BB8-AC33FF8DE4F1}"/>
                    </a:ext>
                  </a:extLst>
                </p14:cNvPr>
                <p14:cNvContentPartPr/>
                <p14:nvPr/>
              </p14:nvContentPartPr>
              <p14:xfrm>
                <a:off x="2826327" y="3871745"/>
                <a:ext cx="102960" cy="9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9FB35B7-851E-3E66-8BB8-AC33FF8DE4F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7327" y="3862745"/>
                  <a:ext cx="120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D6697F7-2D80-EAF8-9FEE-FC30492C4DE2}"/>
                    </a:ext>
                  </a:extLst>
                </p14:cNvPr>
                <p14:cNvContentPartPr/>
                <p14:nvPr/>
              </p14:nvContentPartPr>
              <p14:xfrm>
                <a:off x="2935407" y="3866705"/>
                <a:ext cx="92880" cy="10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D6697F7-2D80-EAF8-9FEE-FC30492C4DE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26407" y="3858065"/>
                  <a:ext cx="110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663EA19-566A-A87B-D4D6-7F8A339CBF71}"/>
                    </a:ext>
                  </a:extLst>
                </p14:cNvPr>
                <p14:cNvContentPartPr/>
                <p14:nvPr/>
              </p14:nvContentPartPr>
              <p14:xfrm>
                <a:off x="3018927" y="3860225"/>
                <a:ext cx="77400" cy="124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663EA19-566A-A87B-D4D6-7F8A339CBF7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010287" y="3851585"/>
                  <a:ext cx="9504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4D52B60-5690-E813-D514-F37B26949DFD}"/>
              </a:ext>
            </a:extLst>
          </p:cNvPr>
          <p:cNvGrpSpPr/>
          <p:nvPr/>
        </p:nvGrpSpPr>
        <p:grpSpPr>
          <a:xfrm>
            <a:off x="3402687" y="3703985"/>
            <a:ext cx="2064600" cy="523080"/>
            <a:chOff x="3402687" y="3703985"/>
            <a:chExt cx="206460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6F06280-7413-83B5-3A44-02A5D33ABDA8}"/>
                    </a:ext>
                  </a:extLst>
                </p14:cNvPr>
                <p14:cNvContentPartPr/>
                <p14:nvPr/>
              </p14:nvContentPartPr>
              <p14:xfrm>
                <a:off x="3477927" y="3703985"/>
                <a:ext cx="110520" cy="36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6F06280-7413-83B5-3A44-02A5D33ABDA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69287" y="3695345"/>
                  <a:ext cx="1281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B015D45-B0CA-56BB-096B-70D597FFCA52}"/>
                    </a:ext>
                  </a:extLst>
                </p14:cNvPr>
                <p14:cNvContentPartPr/>
                <p14:nvPr/>
              </p14:nvContentPartPr>
              <p14:xfrm>
                <a:off x="3402687" y="3882545"/>
                <a:ext cx="258120" cy="94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B015D45-B0CA-56BB-096B-70D597FFCA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94047" y="3873545"/>
                  <a:ext cx="275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892FC69-9DDC-E032-6118-38A77B4A8C4F}"/>
                    </a:ext>
                  </a:extLst>
                </p14:cNvPr>
                <p14:cNvContentPartPr/>
                <p14:nvPr/>
              </p14:nvContentPartPr>
              <p14:xfrm>
                <a:off x="3697887" y="3828545"/>
                <a:ext cx="210960" cy="142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892FC69-9DDC-E032-6118-38A77B4A8C4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89247" y="3819905"/>
                  <a:ext cx="228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451BE6-0484-EF3F-B4FC-85F850D7A319}"/>
                    </a:ext>
                  </a:extLst>
                </p14:cNvPr>
                <p14:cNvContentPartPr/>
                <p14:nvPr/>
              </p14:nvContentPartPr>
              <p14:xfrm>
                <a:off x="3987687" y="3853745"/>
                <a:ext cx="132480" cy="92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451BE6-0484-EF3F-B4FC-85F850D7A31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78687" y="3844745"/>
                  <a:ext cx="150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5108D9-659E-1E63-568F-9AEC0990BD4B}"/>
                    </a:ext>
                  </a:extLst>
                </p14:cNvPr>
                <p14:cNvContentPartPr/>
                <p14:nvPr/>
              </p14:nvContentPartPr>
              <p14:xfrm>
                <a:off x="4156167" y="3885785"/>
                <a:ext cx="4680" cy="72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D5108D9-659E-1E63-568F-9AEC0990BD4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47527" y="3877145"/>
                  <a:ext cx="22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6D79DB5-005E-A0DE-5305-869FC94FFCD3}"/>
                    </a:ext>
                  </a:extLst>
                </p14:cNvPr>
                <p14:cNvContentPartPr/>
                <p14:nvPr/>
              </p14:nvContentPartPr>
              <p14:xfrm>
                <a:off x="4157967" y="3829985"/>
                <a:ext cx="52560" cy="32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6D79DB5-005E-A0DE-5305-869FC94FFCD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48967" y="3820985"/>
                  <a:ext cx="70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4731F82-2287-F32B-676D-DAC25978E589}"/>
                    </a:ext>
                  </a:extLst>
                </p14:cNvPr>
                <p14:cNvContentPartPr/>
                <p14:nvPr/>
              </p14:nvContentPartPr>
              <p14:xfrm>
                <a:off x="4232127" y="3865625"/>
                <a:ext cx="124920" cy="81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4731F82-2287-F32B-676D-DAC25978E5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23487" y="3856985"/>
                  <a:ext cx="142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7234A4D-AD75-8BFE-6FB4-811BC28F743A}"/>
                    </a:ext>
                  </a:extLst>
                </p14:cNvPr>
                <p14:cNvContentPartPr/>
                <p14:nvPr/>
              </p14:nvContentPartPr>
              <p14:xfrm>
                <a:off x="4364247" y="3870665"/>
                <a:ext cx="150480" cy="356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7234A4D-AD75-8BFE-6FB4-811BC28F743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355607" y="3862025"/>
                  <a:ext cx="1681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150FFDB-D005-0485-0B8F-B801ED07CFD5}"/>
                    </a:ext>
                  </a:extLst>
                </p14:cNvPr>
                <p14:cNvContentPartPr/>
                <p14:nvPr/>
              </p14:nvContentPartPr>
              <p14:xfrm>
                <a:off x="4727487" y="3840785"/>
                <a:ext cx="121320" cy="10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150FFDB-D005-0485-0B8F-B801ED07CFD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18847" y="3831785"/>
                  <a:ext cx="138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B2BE7C9-D00B-2E44-4544-167C7234730E}"/>
                    </a:ext>
                  </a:extLst>
                </p14:cNvPr>
                <p14:cNvContentPartPr/>
                <p14:nvPr/>
              </p14:nvContentPartPr>
              <p14:xfrm>
                <a:off x="4882647" y="3872465"/>
                <a:ext cx="61200" cy="74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B2BE7C9-D00B-2E44-4544-167C7234730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73647" y="3863825"/>
                  <a:ext cx="78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64FED6-2037-941F-BA9C-C3DDCF947546}"/>
                    </a:ext>
                  </a:extLst>
                </p14:cNvPr>
                <p14:cNvContentPartPr/>
                <p14:nvPr/>
              </p14:nvContentPartPr>
              <p14:xfrm>
                <a:off x="4972647" y="3855905"/>
                <a:ext cx="290880" cy="77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64FED6-2037-941F-BA9C-C3DDCF94754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63647" y="3847265"/>
                  <a:ext cx="308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6376EF-E5B4-E8E8-F85C-F90EC241FC06}"/>
                    </a:ext>
                  </a:extLst>
                </p14:cNvPr>
                <p14:cNvContentPartPr/>
                <p14:nvPr/>
              </p14:nvContentPartPr>
              <p14:xfrm>
                <a:off x="5296287" y="3782465"/>
                <a:ext cx="171000" cy="312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6376EF-E5B4-E8E8-F85C-F90EC241FC0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87287" y="3773465"/>
                  <a:ext cx="18864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2A67D1A-6839-2106-281C-1E972B6E26C6}"/>
              </a:ext>
            </a:extLst>
          </p:cNvPr>
          <p:cNvGrpSpPr/>
          <p:nvPr/>
        </p:nvGrpSpPr>
        <p:grpSpPr>
          <a:xfrm>
            <a:off x="5705967" y="3703625"/>
            <a:ext cx="3718440" cy="396360"/>
            <a:chOff x="5705967" y="3703625"/>
            <a:chExt cx="371844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ACBEACA-43CA-E78C-901E-DCCCE1AD695E}"/>
                    </a:ext>
                  </a:extLst>
                </p14:cNvPr>
                <p14:cNvContentPartPr/>
                <p14:nvPr/>
              </p14:nvContentPartPr>
              <p14:xfrm>
                <a:off x="5705967" y="3703625"/>
                <a:ext cx="275400" cy="222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ACBEACA-43CA-E78C-901E-DCCCE1AD69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97327" y="3694985"/>
                  <a:ext cx="293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1CD1F3-85D9-9E73-455D-F8D413399FE2}"/>
                    </a:ext>
                  </a:extLst>
                </p14:cNvPr>
                <p14:cNvContentPartPr/>
                <p14:nvPr/>
              </p14:nvContentPartPr>
              <p14:xfrm>
                <a:off x="5947167" y="3761225"/>
                <a:ext cx="74520" cy="35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1CD1F3-85D9-9E73-455D-F8D413399FE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38167" y="3752225"/>
                  <a:ext cx="92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A59D4B-EF8C-E8F9-433E-11FCF3B04B8F}"/>
                    </a:ext>
                  </a:extLst>
                </p14:cNvPr>
                <p14:cNvContentPartPr/>
                <p14:nvPr/>
              </p14:nvContentPartPr>
              <p14:xfrm>
                <a:off x="6017727" y="3795425"/>
                <a:ext cx="66240" cy="99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A59D4B-EF8C-E8F9-433E-11FCF3B04B8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09087" y="3786785"/>
                  <a:ext cx="838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829AC8F-F31F-9C31-9B05-F16D5B97EDD3}"/>
                    </a:ext>
                  </a:extLst>
                </p14:cNvPr>
                <p14:cNvContentPartPr/>
                <p14:nvPr/>
              </p14:nvContentPartPr>
              <p14:xfrm>
                <a:off x="6166407" y="3768425"/>
                <a:ext cx="30600" cy="139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829AC8F-F31F-9C31-9B05-F16D5B97ED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57407" y="3759425"/>
                  <a:ext cx="48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16876C3-34F0-87FA-1DAF-D7145EA28C92}"/>
                    </a:ext>
                  </a:extLst>
                </p14:cNvPr>
                <p14:cNvContentPartPr/>
                <p14:nvPr/>
              </p14:nvContentPartPr>
              <p14:xfrm>
                <a:off x="6140847" y="3823145"/>
                <a:ext cx="104040" cy="180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16876C3-34F0-87FA-1DAF-D7145EA28C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31847" y="3814145"/>
                  <a:ext cx="121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9B69D54-48F4-A386-5C5C-00C869D23079}"/>
                    </a:ext>
                  </a:extLst>
                </p14:cNvPr>
                <p14:cNvContentPartPr/>
                <p14:nvPr/>
              </p14:nvContentPartPr>
              <p14:xfrm>
                <a:off x="6255327" y="3822065"/>
                <a:ext cx="129960" cy="78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9B69D54-48F4-A386-5C5C-00C869D2307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246687" y="3813425"/>
                  <a:ext cx="147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308E042-1BA1-E6E3-4F13-F3F19B436F1F}"/>
                    </a:ext>
                  </a:extLst>
                </p14:cNvPr>
                <p14:cNvContentPartPr/>
                <p14:nvPr/>
              </p14:nvContentPartPr>
              <p14:xfrm>
                <a:off x="6398967" y="3818465"/>
                <a:ext cx="33480" cy="90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308E042-1BA1-E6E3-4F13-F3F19B436F1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89967" y="3809825"/>
                  <a:ext cx="51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EB7F05-96A0-D88F-543B-84DC342B0CD6}"/>
                    </a:ext>
                  </a:extLst>
                </p14:cNvPr>
                <p14:cNvContentPartPr/>
                <p14:nvPr/>
              </p14:nvContentPartPr>
              <p14:xfrm>
                <a:off x="6398247" y="3736745"/>
                <a:ext cx="90000" cy="60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EB7F05-96A0-D88F-543B-84DC342B0CD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89607" y="3727745"/>
                  <a:ext cx="107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1DE86E9-F376-9A71-7B60-B1FD28192442}"/>
                    </a:ext>
                  </a:extLst>
                </p14:cNvPr>
                <p14:cNvContentPartPr/>
                <p14:nvPr/>
              </p14:nvContentPartPr>
              <p14:xfrm>
                <a:off x="6529287" y="3718745"/>
                <a:ext cx="111960" cy="211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1DE86E9-F376-9A71-7B60-B1FD2819244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20287" y="3710105"/>
                  <a:ext cx="129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D4BEAC-9860-F80C-EE9D-7451DE74C703}"/>
                    </a:ext>
                  </a:extLst>
                </p14:cNvPr>
                <p14:cNvContentPartPr/>
                <p14:nvPr/>
              </p14:nvContentPartPr>
              <p14:xfrm>
                <a:off x="6701367" y="3804065"/>
                <a:ext cx="181440" cy="126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D4BEAC-9860-F80C-EE9D-7451DE74C70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92727" y="3795065"/>
                  <a:ext cx="199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8DABCA-6008-7817-7022-388164CD1FBE}"/>
                    </a:ext>
                  </a:extLst>
                </p14:cNvPr>
                <p14:cNvContentPartPr/>
                <p14:nvPr/>
              </p14:nvContentPartPr>
              <p14:xfrm>
                <a:off x="6876687" y="3854825"/>
                <a:ext cx="109440" cy="10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8DABCA-6008-7817-7022-388164CD1FB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68047" y="3846185"/>
                  <a:ext cx="127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46D490F-8229-046B-313B-0EB556B0B270}"/>
                    </a:ext>
                  </a:extLst>
                </p14:cNvPr>
                <p14:cNvContentPartPr/>
                <p14:nvPr/>
              </p14:nvContentPartPr>
              <p14:xfrm>
                <a:off x="7003407" y="3842225"/>
                <a:ext cx="30240" cy="90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46D490F-8229-046B-313B-0EB556B0B27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94767" y="3833225"/>
                  <a:ext cx="47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4E15EC-17A5-B0BC-C15B-BB2765610EE2}"/>
                    </a:ext>
                  </a:extLst>
                </p14:cNvPr>
                <p14:cNvContentPartPr/>
                <p14:nvPr/>
              </p14:nvContentPartPr>
              <p14:xfrm>
                <a:off x="7015287" y="3761585"/>
                <a:ext cx="75600" cy="54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4E15EC-17A5-B0BC-C15B-BB2765610EE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06647" y="3752945"/>
                  <a:ext cx="93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90C90F-8DDF-AA4D-5416-825AAE507FB4}"/>
                    </a:ext>
                  </a:extLst>
                </p14:cNvPr>
                <p14:cNvContentPartPr/>
                <p14:nvPr/>
              </p14:nvContentPartPr>
              <p14:xfrm>
                <a:off x="7122567" y="3830345"/>
                <a:ext cx="72720" cy="83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90C90F-8DDF-AA4D-5416-825AAE507FB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13567" y="3821705"/>
                  <a:ext cx="90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87A632E-BE9D-D8F5-F52D-55F8B2947F81}"/>
                    </a:ext>
                  </a:extLst>
                </p14:cNvPr>
                <p14:cNvContentPartPr/>
                <p14:nvPr/>
              </p14:nvContentPartPr>
              <p14:xfrm>
                <a:off x="7207887" y="3838625"/>
                <a:ext cx="138960" cy="131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87A632E-BE9D-D8F5-F52D-55F8B2947F8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98887" y="3829985"/>
                  <a:ext cx="156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7D80A50-9B87-8386-E8FC-659B5D590E30}"/>
                    </a:ext>
                  </a:extLst>
                </p14:cNvPr>
                <p14:cNvContentPartPr/>
                <p14:nvPr/>
              </p14:nvContentPartPr>
              <p14:xfrm>
                <a:off x="7534407" y="3866705"/>
                <a:ext cx="276840" cy="30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7D80A50-9B87-8386-E8FC-659B5D590E3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25767" y="3858065"/>
                  <a:ext cx="294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A5BBD3-BF1C-F643-F182-61C646A4E814}"/>
                    </a:ext>
                  </a:extLst>
                </p14:cNvPr>
                <p14:cNvContentPartPr/>
                <p14:nvPr/>
              </p14:nvContentPartPr>
              <p14:xfrm>
                <a:off x="7777767" y="3819185"/>
                <a:ext cx="99000" cy="13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A5BBD3-BF1C-F643-F182-61C646A4E81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69127" y="3810185"/>
                  <a:ext cx="116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8D1A4AB-0E22-8D48-C23B-574BDA2695F9}"/>
                    </a:ext>
                  </a:extLst>
                </p14:cNvPr>
                <p14:cNvContentPartPr/>
                <p14:nvPr/>
              </p14:nvContentPartPr>
              <p14:xfrm>
                <a:off x="7972887" y="3755105"/>
                <a:ext cx="162720" cy="344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8D1A4AB-0E22-8D48-C23B-574BDA2695F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64247" y="3746105"/>
                  <a:ext cx="1803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6166E0B-44A5-2979-E7A6-B2C18D195EB8}"/>
                    </a:ext>
                  </a:extLst>
                </p14:cNvPr>
                <p14:cNvContentPartPr/>
                <p14:nvPr/>
              </p14:nvContentPartPr>
              <p14:xfrm>
                <a:off x="8086647" y="3874625"/>
                <a:ext cx="157680" cy="26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6166E0B-44A5-2979-E7A6-B2C18D195EB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078007" y="3865985"/>
                  <a:ext cx="175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DBA8BB-DC99-7C11-6DD2-11A3B2232B91}"/>
                    </a:ext>
                  </a:extLst>
                </p14:cNvPr>
                <p14:cNvContentPartPr/>
                <p14:nvPr/>
              </p14:nvContentPartPr>
              <p14:xfrm>
                <a:off x="8235327" y="3863465"/>
                <a:ext cx="260640" cy="93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DBA8BB-DC99-7C11-6DD2-11A3B2232B9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26327" y="3854465"/>
                  <a:ext cx="278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FE10339-EE0F-7896-ED12-802D96CDF83E}"/>
                    </a:ext>
                  </a:extLst>
                </p14:cNvPr>
                <p14:cNvContentPartPr/>
                <p14:nvPr/>
              </p14:nvContentPartPr>
              <p14:xfrm>
                <a:off x="8500287" y="3860225"/>
                <a:ext cx="63000" cy="100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FE10339-EE0F-7896-ED12-802D96CDF8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491287" y="3851585"/>
                  <a:ext cx="80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C4DE386-46A2-0C02-0B97-B156550A68CC}"/>
                    </a:ext>
                  </a:extLst>
                </p14:cNvPr>
                <p14:cNvContentPartPr/>
                <p14:nvPr/>
              </p14:nvContentPartPr>
              <p14:xfrm>
                <a:off x="8623047" y="3866345"/>
                <a:ext cx="30240" cy="80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C4DE386-46A2-0C02-0B97-B156550A68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614407" y="3857345"/>
                  <a:ext cx="47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98EFBAF-2A3B-9E1E-B113-F67AB49608B0}"/>
                    </a:ext>
                  </a:extLst>
                </p14:cNvPr>
                <p14:cNvContentPartPr/>
                <p14:nvPr/>
              </p14:nvContentPartPr>
              <p14:xfrm>
                <a:off x="8623047" y="3807665"/>
                <a:ext cx="62280" cy="43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98EFBAF-2A3B-9E1E-B113-F67AB49608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614047" y="3799025"/>
                  <a:ext cx="79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26E5C86-BFF2-C290-5662-6ABCCF6F84D3}"/>
                    </a:ext>
                  </a:extLst>
                </p14:cNvPr>
                <p14:cNvContentPartPr/>
                <p14:nvPr/>
              </p14:nvContentPartPr>
              <p14:xfrm>
                <a:off x="8680647" y="3853025"/>
                <a:ext cx="85680" cy="84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26E5C86-BFF2-C290-5662-6ABCCF6F84D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72007" y="3844385"/>
                  <a:ext cx="103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EB9F072-C5ED-4DB5-C547-692814550EBF}"/>
                    </a:ext>
                  </a:extLst>
                </p14:cNvPr>
                <p14:cNvContentPartPr/>
                <p14:nvPr/>
              </p14:nvContentPartPr>
              <p14:xfrm>
                <a:off x="8807007" y="3866705"/>
                <a:ext cx="135000" cy="123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EB9F072-C5ED-4DB5-C547-692814550EB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798007" y="3858065"/>
                  <a:ext cx="152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2DE7DD-4FB9-1F86-4441-7AC1089B16DD}"/>
                    </a:ext>
                  </a:extLst>
                </p14:cNvPr>
                <p14:cNvContentPartPr/>
                <p14:nvPr/>
              </p14:nvContentPartPr>
              <p14:xfrm>
                <a:off x="9075207" y="3790025"/>
                <a:ext cx="39960" cy="144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2DE7DD-4FB9-1F86-4441-7AC1089B16D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066207" y="3781025"/>
                  <a:ext cx="57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E8F440-6FDD-3B3E-8EC4-C79160C1EB47}"/>
                    </a:ext>
                  </a:extLst>
                </p14:cNvPr>
                <p14:cNvContentPartPr/>
                <p14:nvPr/>
              </p14:nvContentPartPr>
              <p14:xfrm>
                <a:off x="9110127" y="3745025"/>
                <a:ext cx="144360" cy="144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E8F440-6FDD-3B3E-8EC4-C79160C1EB4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01487" y="3736025"/>
                  <a:ext cx="162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4149DD8-27F9-13AF-1878-34AD607B4C2F}"/>
                    </a:ext>
                  </a:extLst>
                </p14:cNvPr>
                <p14:cNvContentPartPr/>
                <p14:nvPr/>
              </p14:nvContentPartPr>
              <p14:xfrm>
                <a:off x="9305967" y="3754025"/>
                <a:ext cx="12240" cy="141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4149DD8-27F9-13AF-1878-34AD607B4C2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296967" y="3745025"/>
                  <a:ext cx="29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86380A9-72EF-922A-48C1-35E985650796}"/>
                    </a:ext>
                  </a:extLst>
                </p14:cNvPr>
                <p14:cNvContentPartPr/>
                <p14:nvPr/>
              </p14:nvContentPartPr>
              <p14:xfrm>
                <a:off x="9272127" y="3747905"/>
                <a:ext cx="152280" cy="177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86380A9-72EF-922A-48C1-35E98565079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263127" y="3739265"/>
                  <a:ext cx="1699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28A0C2A-9AC0-9694-0F47-339B1EA56BCA}"/>
              </a:ext>
            </a:extLst>
          </p:cNvPr>
          <p:cNvGrpSpPr/>
          <p:nvPr/>
        </p:nvGrpSpPr>
        <p:grpSpPr>
          <a:xfrm>
            <a:off x="1365447" y="4358465"/>
            <a:ext cx="194040" cy="112680"/>
            <a:chOff x="1365447" y="4358465"/>
            <a:chExt cx="19404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C7B9B72-9CAC-65A3-CF90-5F7861214B8E}"/>
                    </a:ext>
                  </a:extLst>
                </p14:cNvPr>
                <p14:cNvContentPartPr/>
                <p14:nvPr/>
              </p14:nvContentPartPr>
              <p14:xfrm>
                <a:off x="1402527" y="4358465"/>
                <a:ext cx="33480" cy="104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C7B9B72-9CAC-65A3-CF90-5F7861214B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93887" y="4349825"/>
                  <a:ext cx="51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6D1A9F1-CF0E-116A-3083-EE85BABF525B}"/>
                    </a:ext>
                  </a:extLst>
                </p14:cNvPr>
                <p14:cNvContentPartPr/>
                <p14:nvPr/>
              </p14:nvContentPartPr>
              <p14:xfrm>
                <a:off x="1386687" y="4359185"/>
                <a:ext cx="56160" cy="111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6D1A9F1-CF0E-116A-3083-EE85BABF525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78047" y="4350185"/>
                  <a:ext cx="73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7BDB6AC-7ECC-96B2-92FC-735BA2229ED8}"/>
                    </a:ext>
                  </a:extLst>
                </p14:cNvPr>
                <p14:cNvContentPartPr/>
                <p14:nvPr/>
              </p14:nvContentPartPr>
              <p14:xfrm>
                <a:off x="1365447" y="4387985"/>
                <a:ext cx="194040" cy="39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7BDB6AC-7ECC-96B2-92FC-735BA2229ED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356447" y="4379345"/>
                  <a:ext cx="21168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2D91548-5A64-E76B-FE76-E3DB5D2A2ABE}"/>
                  </a:ext>
                </a:extLst>
              </p14:cNvPr>
              <p14:cNvContentPartPr/>
              <p14:nvPr/>
            </p14:nvContentPartPr>
            <p14:xfrm>
              <a:off x="1630767" y="4310945"/>
              <a:ext cx="23040" cy="1299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2D91548-5A64-E76B-FE76-E3DB5D2A2ABE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621767" y="4302305"/>
                <a:ext cx="40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23EDD12-A8BF-2B5A-AC34-47FD82FDCA55}"/>
                  </a:ext>
                </a:extLst>
              </p14:cNvPr>
              <p14:cNvContentPartPr/>
              <p14:nvPr/>
            </p14:nvContentPartPr>
            <p14:xfrm>
              <a:off x="1591167" y="4292585"/>
              <a:ext cx="122760" cy="234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23EDD12-A8BF-2B5A-AC34-47FD82FDCA5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582527" y="4283585"/>
                <a:ext cx="1404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AB39598-C0CA-BF5A-DF0F-11ACFC1DD7D4}"/>
                  </a:ext>
                </a:extLst>
              </p14:cNvPr>
              <p14:cNvContentPartPr/>
              <p14:nvPr/>
            </p14:nvContentPartPr>
            <p14:xfrm>
              <a:off x="1545447" y="4266665"/>
              <a:ext cx="308880" cy="2916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AB39598-C0CA-BF5A-DF0F-11ACFC1DD7D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536447" y="4258025"/>
                <a:ext cx="3265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BFF69B9-6A63-1DF6-8DAF-E69FC2D68E0F}"/>
                  </a:ext>
                </a:extLst>
              </p14:cNvPr>
              <p14:cNvContentPartPr/>
              <p14:nvPr/>
            </p14:nvContentPartPr>
            <p14:xfrm>
              <a:off x="1733727" y="4432265"/>
              <a:ext cx="123120" cy="378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BFF69B9-6A63-1DF6-8DAF-E69FC2D68E0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724727" y="4423265"/>
                <a:ext cx="14076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D0F068E-9F5E-618A-1FFD-E27FC9EC8554}"/>
              </a:ext>
            </a:extLst>
          </p:cNvPr>
          <p:cNvGrpSpPr/>
          <p:nvPr/>
        </p:nvGrpSpPr>
        <p:grpSpPr>
          <a:xfrm>
            <a:off x="2049087" y="4218065"/>
            <a:ext cx="855720" cy="379080"/>
            <a:chOff x="2049087" y="4218065"/>
            <a:chExt cx="8557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D1C503D-29D1-B1FD-7A77-9FEC0B84C7BE}"/>
                    </a:ext>
                  </a:extLst>
                </p14:cNvPr>
                <p14:cNvContentPartPr/>
                <p14:nvPr/>
              </p14:nvContentPartPr>
              <p14:xfrm>
                <a:off x="2080047" y="4218065"/>
                <a:ext cx="155880" cy="379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D1C503D-29D1-B1FD-7A77-9FEC0B84C7B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71407" y="4209425"/>
                  <a:ext cx="1735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41A00EB-0077-AA9A-504C-A5DE3F7D64D2}"/>
                    </a:ext>
                  </a:extLst>
                </p14:cNvPr>
                <p14:cNvContentPartPr/>
                <p14:nvPr/>
              </p14:nvContentPartPr>
              <p14:xfrm>
                <a:off x="2049087" y="4447385"/>
                <a:ext cx="166680" cy="34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41A00EB-0077-AA9A-504C-A5DE3F7D64D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040087" y="4438745"/>
                  <a:ext cx="184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CAAF7-B0D9-398E-CBE7-50C4530451B4}"/>
                    </a:ext>
                  </a:extLst>
                </p14:cNvPr>
                <p14:cNvContentPartPr/>
                <p14:nvPr/>
              </p14:nvContentPartPr>
              <p14:xfrm>
                <a:off x="2231967" y="4348745"/>
                <a:ext cx="241560" cy="143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CAAF7-B0D9-398E-CBE7-50C4530451B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23327" y="4340105"/>
                  <a:ext cx="259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B19FD47-B0F4-C099-2B78-A166C7DDF3FE}"/>
                    </a:ext>
                  </a:extLst>
                </p14:cNvPr>
                <p14:cNvContentPartPr/>
                <p14:nvPr/>
              </p14:nvContentPartPr>
              <p14:xfrm>
                <a:off x="2418447" y="4398065"/>
                <a:ext cx="106560" cy="18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B19FD47-B0F4-C099-2B78-A166C7DDF3F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409447" y="4389065"/>
                  <a:ext cx="12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956358F-5CC5-0D98-4FE8-B523EA484DBF}"/>
                    </a:ext>
                  </a:extLst>
                </p14:cNvPr>
                <p14:cNvContentPartPr/>
                <p14:nvPr/>
              </p14:nvContentPartPr>
              <p14:xfrm>
                <a:off x="2518887" y="4396265"/>
                <a:ext cx="64800" cy="60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956358F-5CC5-0D98-4FE8-B523EA484DB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09887" y="4387625"/>
                  <a:ext cx="82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E32A435-A929-1AE1-F4B1-679DC12E2F95}"/>
                    </a:ext>
                  </a:extLst>
                </p14:cNvPr>
                <p14:cNvContentPartPr/>
                <p14:nvPr/>
              </p14:nvContentPartPr>
              <p14:xfrm>
                <a:off x="2613207" y="4377905"/>
                <a:ext cx="119160" cy="77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E32A435-A929-1AE1-F4B1-679DC12E2F9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604207" y="4368905"/>
                  <a:ext cx="136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C9E3615-F3C5-3F89-70B6-78D2A9AD8485}"/>
                    </a:ext>
                  </a:extLst>
                </p14:cNvPr>
                <p14:cNvContentPartPr/>
                <p14:nvPr/>
              </p14:nvContentPartPr>
              <p14:xfrm>
                <a:off x="2727687" y="4361705"/>
                <a:ext cx="158040" cy="82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C9E3615-F3C5-3F89-70B6-78D2A9AD848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719047" y="4352705"/>
                  <a:ext cx="175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F1F6E9B-B97F-CC20-69CA-E25D44FE3FB1}"/>
                    </a:ext>
                  </a:extLst>
                </p14:cNvPr>
                <p14:cNvContentPartPr/>
                <p14:nvPr/>
              </p14:nvContentPartPr>
              <p14:xfrm>
                <a:off x="2832087" y="4345145"/>
                <a:ext cx="72720" cy="116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F1F6E9B-B97F-CC20-69CA-E25D44FE3FB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823087" y="4336505"/>
                  <a:ext cx="903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8EF0630-078A-83BD-1538-887815393EB0}"/>
              </a:ext>
            </a:extLst>
          </p:cNvPr>
          <p:cNvGrpSpPr/>
          <p:nvPr/>
        </p:nvGrpSpPr>
        <p:grpSpPr>
          <a:xfrm>
            <a:off x="3133767" y="4342625"/>
            <a:ext cx="346680" cy="128880"/>
            <a:chOff x="3133767" y="4342625"/>
            <a:chExt cx="34668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DD65CBC-F446-17ED-81D9-0AA62D0FCE9E}"/>
                    </a:ext>
                  </a:extLst>
                </p14:cNvPr>
                <p14:cNvContentPartPr/>
                <p14:nvPr/>
              </p14:nvContentPartPr>
              <p14:xfrm>
                <a:off x="3133767" y="4357025"/>
                <a:ext cx="108000" cy="114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DD65CBC-F446-17ED-81D9-0AA62D0FCE9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124767" y="4348025"/>
                  <a:ext cx="125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50579F8-A170-D1A6-A1BC-619C62848EC4}"/>
                    </a:ext>
                  </a:extLst>
                </p14:cNvPr>
                <p14:cNvContentPartPr/>
                <p14:nvPr/>
              </p14:nvContentPartPr>
              <p14:xfrm>
                <a:off x="3249687" y="4342625"/>
                <a:ext cx="230760" cy="114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50579F8-A170-D1A6-A1BC-619C62848EC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241047" y="4333985"/>
                  <a:ext cx="2484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BE80FA8-FC9E-2D61-7A0E-97A36939CCF4}"/>
              </a:ext>
            </a:extLst>
          </p:cNvPr>
          <p:cNvGrpSpPr/>
          <p:nvPr/>
        </p:nvGrpSpPr>
        <p:grpSpPr>
          <a:xfrm>
            <a:off x="3704727" y="4253705"/>
            <a:ext cx="735120" cy="425160"/>
            <a:chOff x="3704727" y="4253705"/>
            <a:chExt cx="73512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E64F984-9FF6-BCD6-43DA-83E0C17F1162}"/>
                    </a:ext>
                  </a:extLst>
                </p14:cNvPr>
                <p14:cNvContentPartPr/>
                <p14:nvPr/>
              </p14:nvContentPartPr>
              <p14:xfrm>
                <a:off x="3704727" y="4253705"/>
                <a:ext cx="205200" cy="190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E64F984-9FF6-BCD6-43DA-83E0C17F116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96087" y="4244705"/>
                  <a:ext cx="222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990590E-E305-D0AC-0A97-06A643F6510B}"/>
                    </a:ext>
                  </a:extLst>
                </p14:cNvPr>
                <p14:cNvContentPartPr/>
                <p14:nvPr/>
              </p14:nvContentPartPr>
              <p14:xfrm>
                <a:off x="3959967" y="4371425"/>
                <a:ext cx="15480" cy="50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990590E-E305-D0AC-0A97-06A643F6510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50967" y="4362425"/>
                  <a:ext cx="33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698BDA0-EE00-00F2-3EF7-980524F68923}"/>
                    </a:ext>
                  </a:extLst>
                </p14:cNvPr>
                <p14:cNvContentPartPr/>
                <p14:nvPr/>
              </p14:nvContentPartPr>
              <p14:xfrm>
                <a:off x="3977247" y="4359185"/>
                <a:ext cx="61200" cy="74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698BDA0-EE00-00F2-3EF7-980524F6892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968247" y="4350185"/>
                  <a:ext cx="7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2E01E8E-2522-D70C-3CDC-D08F17DB7B95}"/>
                    </a:ext>
                  </a:extLst>
                </p14:cNvPr>
                <p14:cNvContentPartPr/>
                <p14:nvPr/>
              </p14:nvContentPartPr>
              <p14:xfrm>
                <a:off x="4082007" y="4381145"/>
                <a:ext cx="5040" cy="52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2E01E8E-2522-D70C-3CDC-D08F17DB7B9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73007" y="4372505"/>
                  <a:ext cx="2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530DC92-238A-7C99-2E05-85EBF7C3F739}"/>
                    </a:ext>
                  </a:extLst>
                </p14:cNvPr>
                <p14:cNvContentPartPr/>
                <p14:nvPr/>
              </p14:nvContentPartPr>
              <p14:xfrm>
                <a:off x="4088847" y="4322825"/>
                <a:ext cx="28800" cy="8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530DC92-238A-7C99-2E05-85EBF7C3F73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079847" y="4313825"/>
                  <a:ext cx="46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C85D1FA-7A83-4FA3-5FBD-0225FB2BA149}"/>
                    </a:ext>
                  </a:extLst>
                </p14:cNvPr>
                <p14:cNvContentPartPr/>
                <p14:nvPr/>
              </p14:nvContentPartPr>
              <p14:xfrm>
                <a:off x="4135287" y="4353065"/>
                <a:ext cx="96120" cy="67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C85D1FA-7A83-4FA3-5FBD-0225FB2BA14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126287" y="4344425"/>
                  <a:ext cx="113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06BBFD6-70E1-0D8A-F6F6-7A92EED638E2}"/>
                    </a:ext>
                  </a:extLst>
                </p14:cNvPr>
                <p14:cNvContentPartPr/>
                <p14:nvPr/>
              </p14:nvContentPartPr>
              <p14:xfrm>
                <a:off x="4258407" y="4347305"/>
                <a:ext cx="181440" cy="331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06BBFD6-70E1-0D8A-F6F6-7A92EED638E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249767" y="4338665"/>
                  <a:ext cx="19908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A69978F-AFB1-CE50-00AD-6E4ECE60E437}"/>
              </a:ext>
            </a:extLst>
          </p:cNvPr>
          <p:cNvGrpSpPr/>
          <p:nvPr/>
        </p:nvGrpSpPr>
        <p:grpSpPr>
          <a:xfrm>
            <a:off x="4708047" y="4129145"/>
            <a:ext cx="999360" cy="302760"/>
            <a:chOff x="4708047" y="4129145"/>
            <a:chExt cx="99936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E265B8C-C8DF-72B6-04CD-94DACE46C983}"/>
                    </a:ext>
                  </a:extLst>
                </p14:cNvPr>
                <p14:cNvContentPartPr/>
                <p14:nvPr/>
              </p14:nvContentPartPr>
              <p14:xfrm>
                <a:off x="4708047" y="4129145"/>
                <a:ext cx="158400" cy="302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E265B8C-C8DF-72B6-04CD-94DACE46C98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99407" y="4120505"/>
                  <a:ext cx="176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66D8A61-4B17-E9AE-54B8-326398002C28}"/>
                    </a:ext>
                  </a:extLst>
                </p14:cNvPr>
                <p14:cNvContentPartPr/>
                <p14:nvPr/>
              </p14:nvContentPartPr>
              <p14:xfrm>
                <a:off x="4916127" y="4304105"/>
                <a:ext cx="164520" cy="111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66D8A61-4B17-E9AE-54B8-326398002C2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07487" y="4295465"/>
                  <a:ext cx="182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0AA756-59A8-CB28-9A74-16F6C3377E49}"/>
                    </a:ext>
                  </a:extLst>
                </p14:cNvPr>
                <p14:cNvContentPartPr/>
                <p14:nvPr/>
              </p14:nvContentPartPr>
              <p14:xfrm>
                <a:off x="5153727" y="4312745"/>
                <a:ext cx="50040" cy="92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0AA756-59A8-CB28-9A74-16F6C3377E4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44727" y="4303745"/>
                  <a:ext cx="67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7BFD36-E430-FE3D-26B1-158009FAABDB}"/>
                    </a:ext>
                  </a:extLst>
                </p14:cNvPr>
                <p14:cNvContentPartPr/>
                <p14:nvPr/>
              </p14:nvContentPartPr>
              <p14:xfrm>
                <a:off x="5241567" y="4271705"/>
                <a:ext cx="319680" cy="145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7BFD36-E430-FE3D-26B1-158009FAABD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232927" y="4263065"/>
                  <a:ext cx="337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0CD4E0-0A0B-6901-C06C-5F46093217A1}"/>
                    </a:ext>
                  </a:extLst>
                </p14:cNvPr>
                <p14:cNvContentPartPr/>
                <p14:nvPr/>
              </p14:nvContentPartPr>
              <p14:xfrm>
                <a:off x="5529207" y="4330745"/>
                <a:ext cx="88920" cy="23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0CD4E0-0A0B-6901-C06C-5F46093217A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520207" y="4321745"/>
                  <a:ext cx="106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837CAEA-5798-DAE9-A5D9-680548A93323}"/>
                    </a:ext>
                  </a:extLst>
                </p14:cNvPr>
                <p14:cNvContentPartPr/>
                <p14:nvPr/>
              </p14:nvContentPartPr>
              <p14:xfrm>
                <a:off x="5611287" y="4290785"/>
                <a:ext cx="96120" cy="82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837CAEA-5798-DAE9-A5D9-680548A9332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02647" y="4281785"/>
                  <a:ext cx="1137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9A65A88-1AE9-F765-067C-242B8262A95B}"/>
              </a:ext>
            </a:extLst>
          </p:cNvPr>
          <p:cNvGrpSpPr/>
          <p:nvPr/>
        </p:nvGrpSpPr>
        <p:grpSpPr>
          <a:xfrm>
            <a:off x="5969487" y="4223465"/>
            <a:ext cx="633240" cy="163440"/>
            <a:chOff x="5969487" y="4223465"/>
            <a:chExt cx="63324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75B14A2-12D7-B9C4-FFEA-6B0A61D2D0B2}"/>
                    </a:ext>
                  </a:extLst>
                </p14:cNvPr>
                <p14:cNvContentPartPr/>
                <p14:nvPr/>
              </p14:nvContentPartPr>
              <p14:xfrm>
                <a:off x="5969487" y="4223465"/>
                <a:ext cx="171360" cy="163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75B14A2-12D7-B9C4-FFEA-6B0A61D2D0B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960847" y="4214465"/>
                  <a:ext cx="189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378F515-484D-969D-64CF-AD8AB6EF9BCE}"/>
                    </a:ext>
                  </a:extLst>
                </p14:cNvPr>
                <p14:cNvContentPartPr/>
                <p14:nvPr/>
              </p14:nvContentPartPr>
              <p14:xfrm>
                <a:off x="6184767" y="4302305"/>
                <a:ext cx="76320" cy="73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378F515-484D-969D-64CF-AD8AB6EF9BC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175767" y="4293305"/>
                  <a:ext cx="93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7C0A5A7-DF8D-B6B5-EF31-29D86BE99D50}"/>
                    </a:ext>
                  </a:extLst>
                </p14:cNvPr>
                <p14:cNvContentPartPr/>
                <p14:nvPr/>
              </p14:nvContentPartPr>
              <p14:xfrm>
                <a:off x="6292047" y="4299065"/>
                <a:ext cx="87480" cy="83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7C0A5A7-DF8D-B6B5-EF31-29D86BE99D5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83407" y="4290425"/>
                  <a:ext cx="105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E166C05-C19C-90A8-443F-0E7052C352CB}"/>
                    </a:ext>
                  </a:extLst>
                </p14:cNvPr>
                <p14:cNvContentPartPr/>
                <p14:nvPr/>
              </p14:nvContentPartPr>
              <p14:xfrm>
                <a:off x="6465207" y="4231385"/>
                <a:ext cx="7560" cy="154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E166C05-C19C-90A8-443F-0E7052C352C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56567" y="4222385"/>
                  <a:ext cx="25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25FB776-C4AA-24F4-21B9-24DFAE5F89F6}"/>
                    </a:ext>
                  </a:extLst>
                </p14:cNvPr>
                <p14:cNvContentPartPr/>
                <p14:nvPr/>
              </p14:nvContentPartPr>
              <p14:xfrm>
                <a:off x="6451167" y="4272065"/>
                <a:ext cx="128520" cy="52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25FB776-C4AA-24F4-21B9-24DFAE5F89F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442527" y="4263425"/>
                  <a:ext cx="146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5BD54C3-5DA7-B518-51D1-03DC8E5EE15B}"/>
                    </a:ext>
                  </a:extLst>
                </p14:cNvPr>
                <p14:cNvContentPartPr/>
                <p14:nvPr/>
              </p14:nvContentPartPr>
              <p14:xfrm>
                <a:off x="6518127" y="4265945"/>
                <a:ext cx="84600" cy="120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5BD54C3-5DA7-B518-51D1-03DC8E5EE15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509487" y="4256945"/>
                  <a:ext cx="10224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F996C856-A72A-56F9-FFA6-509E0A96443F}"/>
                  </a:ext>
                </a:extLst>
              </p14:cNvPr>
              <p14:cNvContentPartPr/>
              <p14:nvPr/>
            </p14:nvContentPartPr>
            <p14:xfrm>
              <a:off x="6900447" y="4348025"/>
              <a:ext cx="624600" cy="237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F996C856-A72A-56F9-FFA6-509E0A96443F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6891807" y="4339385"/>
                <a:ext cx="6422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7533FFC-0E5F-8666-474F-82769B6C33B5}"/>
                  </a:ext>
                </a:extLst>
              </p14:cNvPr>
              <p14:cNvContentPartPr/>
              <p14:nvPr/>
            </p14:nvContentPartPr>
            <p14:xfrm>
              <a:off x="7433607" y="4303745"/>
              <a:ext cx="133200" cy="1483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7533FFC-0E5F-8666-474F-82769B6C33B5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424607" y="4294745"/>
                <a:ext cx="15084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54BD3DF-7B7B-D989-5B22-927923263CD1}"/>
              </a:ext>
            </a:extLst>
          </p:cNvPr>
          <p:cNvGrpSpPr/>
          <p:nvPr/>
        </p:nvGrpSpPr>
        <p:grpSpPr>
          <a:xfrm>
            <a:off x="7731327" y="4138145"/>
            <a:ext cx="2261520" cy="303840"/>
            <a:chOff x="7731327" y="4138145"/>
            <a:chExt cx="22615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DF1EED1-2A85-8F1F-AAFE-2BEA631BF709}"/>
                    </a:ext>
                  </a:extLst>
                </p14:cNvPr>
                <p14:cNvContentPartPr/>
                <p14:nvPr/>
              </p14:nvContentPartPr>
              <p14:xfrm>
                <a:off x="7735287" y="4216625"/>
                <a:ext cx="21600" cy="210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DF1EED1-2A85-8F1F-AAFE-2BEA631BF70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26287" y="4207985"/>
                  <a:ext cx="39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1C1CE1C-C7C3-1394-6A9A-C498FAD1B1A2}"/>
                    </a:ext>
                  </a:extLst>
                </p14:cNvPr>
                <p14:cNvContentPartPr/>
                <p14:nvPr/>
              </p14:nvContentPartPr>
              <p14:xfrm>
                <a:off x="7731327" y="4239665"/>
                <a:ext cx="183600" cy="154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1C1CE1C-C7C3-1394-6A9A-C498FAD1B1A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722687" y="4230665"/>
                  <a:ext cx="201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2E16263-5E54-E7AC-A422-DC0C5AFE3B05}"/>
                    </a:ext>
                  </a:extLst>
                </p14:cNvPr>
                <p14:cNvContentPartPr/>
                <p14:nvPr/>
              </p14:nvContentPartPr>
              <p14:xfrm>
                <a:off x="7856607" y="4214105"/>
                <a:ext cx="125640" cy="158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2E16263-5E54-E7AC-A422-DC0C5AFE3B0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847967" y="4205465"/>
                  <a:ext cx="143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3C78316-1A54-D2A6-5BC3-087B876C6976}"/>
                    </a:ext>
                  </a:extLst>
                </p14:cNvPr>
                <p14:cNvContentPartPr/>
                <p14:nvPr/>
              </p14:nvContentPartPr>
              <p14:xfrm>
                <a:off x="7947327" y="4197545"/>
                <a:ext cx="98280" cy="2444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3C78316-1A54-D2A6-5BC3-087B876C697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938327" y="4188905"/>
                  <a:ext cx="115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1977283-5024-6035-BB92-FFF5C4C57416}"/>
                    </a:ext>
                  </a:extLst>
                </p14:cNvPr>
                <p14:cNvContentPartPr/>
                <p14:nvPr/>
              </p14:nvContentPartPr>
              <p14:xfrm>
                <a:off x="8092407" y="4244705"/>
                <a:ext cx="266760" cy="169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1977283-5024-6035-BB92-FFF5C4C5741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83407" y="4236065"/>
                  <a:ext cx="284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8409691-E2DB-312A-7C71-E12B0609D5EB}"/>
                    </a:ext>
                  </a:extLst>
                </p14:cNvPr>
                <p14:cNvContentPartPr/>
                <p14:nvPr/>
              </p14:nvContentPartPr>
              <p14:xfrm>
                <a:off x="8321727" y="4285025"/>
                <a:ext cx="96840" cy="33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8409691-E2DB-312A-7C71-E12B0609D5E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312727" y="4276025"/>
                  <a:ext cx="114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C6AC2A-E0D3-64F5-2AFC-7A05D4CCB8A4}"/>
                    </a:ext>
                  </a:extLst>
                </p14:cNvPr>
                <p14:cNvContentPartPr/>
                <p14:nvPr/>
              </p14:nvContentPartPr>
              <p14:xfrm>
                <a:off x="8472567" y="4282145"/>
                <a:ext cx="18000" cy="10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C6AC2A-E0D3-64F5-2AFC-7A05D4CCB8A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63927" y="4273145"/>
                  <a:ext cx="35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F34C57D-37F8-9B52-6917-4A9C97F43B0C}"/>
                    </a:ext>
                  </a:extLst>
                </p14:cNvPr>
                <p14:cNvContentPartPr/>
                <p14:nvPr/>
              </p14:nvContentPartPr>
              <p14:xfrm>
                <a:off x="8429367" y="4169105"/>
                <a:ext cx="102600" cy="91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F34C57D-37F8-9B52-6917-4A9C97F43B0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20727" y="4160105"/>
                  <a:ext cx="120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A52D28C-BFE2-8096-2844-92760DF5B5FD}"/>
                    </a:ext>
                  </a:extLst>
                </p14:cNvPr>
                <p14:cNvContentPartPr/>
                <p14:nvPr/>
              </p14:nvContentPartPr>
              <p14:xfrm>
                <a:off x="8568327" y="4258745"/>
                <a:ext cx="225000" cy="1357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A52D28C-BFE2-8096-2844-92760DF5B5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559327" y="4249745"/>
                  <a:ext cx="242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48DC8E7-2DE0-11C6-F5B7-5AC3E2D79B17}"/>
                    </a:ext>
                  </a:extLst>
                </p14:cNvPr>
                <p14:cNvContentPartPr/>
                <p14:nvPr/>
              </p14:nvContentPartPr>
              <p14:xfrm>
                <a:off x="8813847" y="4285385"/>
                <a:ext cx="204480" cy="799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48DC8E7-2DE0-11C6-F5B7-5AC3E2D79B1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04847" y="4276745"/>
                  <a:ext cx="222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4AF0B75-C7DE-28E2-173E-51D3A252ED4C}"/>
                    </a:ext>
                  </a:extLst>
                </p14:cNvPr>
                <p14:cNvContentPartPr/>
                <p14:nvPr/>
              </p14:nvContentPartPr>
              <p14:xfrm>
                <a:off x="9094287" y="4292225"/>
                <a:ext cx="43920" cy="77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4AF0B75-C7DE-28E2-173E-51D3A252ED4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085647" y="4283585"/>
                  <a:ext cx="61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F3F1E2B-F789-C382-AD34-016A4169C76C}"/>
                    </a:ext>
                  </a:extLst>
                </p14:cNvPr>
                <p14:cNvContentPartPr/>
                <p14:nvPr/>
              </p14:nvContentPartPr>
              <p14:xfrm>
                <a:off x="9084567" y="4200065"/>
                <a:ext cx="93960" cy="73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F3F1E2B-F789-C382-AD34-016A4169C76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075567" y="4191425"/>
                  <a:ext cx="111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2830466-C5E8-89F1-A401-A74D69D08FA4}"/>
                    </a:ext>
                  </a:extLst>
                </p14:cNvPr>
                <p14:cNvContentPartPr/>
                <p14:nvPr/>
              </p14:nvContentPartPr>
              <p14:xfrm>
                <a:off x="9230367" y="4139585"/>
                <a:ext cx="207720" cy="221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2830466-C5E8-89F1-A401-A74D69D08FA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221727" y="4130945"/>
                  <a:ext cx="225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EB12253-0673-4F8B-5CEC-97A0F58E4858}"/>
                    </a:ext>
                  </a:extLst>
                </p14:cNvPr>
                <p14:cNvContentPartPr/>
                <p14:nvPr/>
              </p14:nvContentPartPr>
              <p14:xfrm>
                <a:off x="9619527" y="4188905"/>
                <a:ext cx="3960" cy="149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EB12253-0673-4F8B-5CEC-97A0F58E485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610887" y="4179905"/>
                  <a:ext cx="21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286ADE8-5F9A-41C7-7730-B2B6BD7C4988}"/>
                    </a:ext>
                  </a:extLst>
                </p14:cNvPr>
                <p14:cNvContentPartPr/>
                <p14:nvPr/>
              </p14:nvContentPartPr>
              <p14:xfrm>
                <a:off x="9617367" y="4225265"/>
                <a:ext cx="161640" cy="82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286ADE8-5F9A-41C7-7730-B2B6BD7C49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608727" y="4216625"/>
                  <a:ext cx="179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95D070-1FF7-5F51-9478-0D235F2D7A1E}"/>
                    </a:ext>
                  </a:extLst>
                </p14:cNvPr>
                <p14:cNvContentPartPr/>
                <p14:nvPr/>
              </p14:nvContentPartPr>
              <p14:xfrm>
                <a:off x="9763527" y="4138865"/>
                <a:ext cx="41400" cy="164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95D070-1FF7-5F51-9478-0D235F2D7A1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54527" y="4129865"/>
                  <a:ext cx="59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D2D7196-8E84-8D85-2DD8-C2593B6E3F53}"/>
                    </a:ext>
                  </a:extLst>
                </p14:cNvPr>
                <p14:cNvContentPartPr/>
                <p14:nvPr/>
              </p14:nvContentPartPr>
              <p14:xfrm>
                <a:off x="9844527" y="4163345"/>
                <a:ext cx="34200" cy="140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D2D7196-8E84-8D85-2DD8-C2593B6E3F5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835887" y="4154345"/>
                  <a:ext cx="5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C5C4CC4-822B-3C6F-1C81-FE999B7EB751}"/>
                    </a:ext>
                  </a:extLst>
                </p14:cNvPr>
                <p14:cNvContentPartPr/>
                <p14:nvPr/>
              </p14:nvContentPartPr>
              <p14:xfrm>
                <a:off x="9857847" y="4138145"/>
                <a:ext cx="135000" cy="199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C5C4CC4-822B-3C6F-1C81-FE999B7EB75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849207" y="4129505"/>
                  <a:ext cx="15264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61B5AE96-037A-216E-EADB-367AAB506CE9}"/>
              </a:ext>
            </a:extLst>
          </p:cNvPr>
          <p:cNvGrpSpPr/>
          <p:nvPr/>
        </p:nvGrpSpPr>
        <p:grpSpPr>
          <a:xfrm>
            <a:off x="1379487" y="4665905"/>
            <a:ext cx="1600920" cy="343440"/>
            <a:chOff x="1379487" y="4665905"/>
            <a:chExt cx="16009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B981578-F73C-2281-325A-90E324A25CE3}"/>
                    </a:ext>
                  </a:extLst>
                </p14:cNvPr>
                <p14:cNvContentPartPr/>
                <p14:nvPr/>
              </p14:nvContentPartPr>
              <p14:xfrm>
                <a:off x="1395687" y="4813505"/>
                <a:ext cx="67320" cy="896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B981578-F73C-2281-325A-90E324A25CE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387047" y="4804865"/>
                  <a:ext cx="84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8D9C835-1A31-C05B-6C3B-889CD3CFC89F}"/>
                    </a:ext>
                  </a:extLst>
                </p14:cNvPr>
                <p14:cNvContentPartPr/>
                <p14:nvPr/>
              </p14:nvContentPartPr>
              <p14:xfrm>
                <a:off x="1433127" y="4804145"/>
                <a:ext cx="50040" cy="135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8D9C835-1A31-C05B-6C3B-889CD3CFC89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424487" y="4795505"/>
                  <a:ext cx="67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0405160-021A-FEDF-436D-808057F9DB68}"/>
                    </a:ext>
                  </a:extLst>
                </p14:cNvPr>
                <p14:cNvContentPartPr/>
                <p14:nvPr/>
              </p14:nvContentPartPr>
              <p14:xfrm>
                <a:off x="1379487" y="4850585"/>
                <a:ext cx="183600" cy="648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0405160-021A-FEDF-436D-808057F9DB6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370847" y="4841585"/>
                  <a:ext cx="201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FCD8B35-CD6E-2395-B51F-F56635E7A959}"/>
                    </a:ext>
                  </a:extLst>
                </p14:cNvPr>
                <p14:cNvContentPartPr/>
                <p14:nvPr/>
              </p14:nvContentPartPr>
              <p14:xfrm>
                <a:off x="1666767" y="4764185"/>
                <a:ext cx="17640" cy="140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FCD8B35-CD6E-2395-B51F-F56635E7A95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657767" y="4755545"/>
                  <a:ext cx="35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743A10C-0790-8782-A063-ACA9EB86F56E}"/>
                    </a:ext>
                  </a:extLst>
                </p14:cNvPr>
                <p14:cNvContentPartPr/>
                <p14:nvPr/>
              </p14:nvContentPartPr>
              <p14:xfrm>
                <a:off x="1640847" y="4739345"/>
                <a:ext cx="82080" cy="27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743A10C-0790-8782-A063-ACA9EB86F56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631847" y="4730705"/>
                  <a:ext cx="99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627348-E655-69E6-2DFE-CD0746647B91}"/>
                    </a:ext>
                  </a:extLst>
                </p14:cNvPr>
                <p14:cNvContentPartPr/>
                <p14:nvPr/>
              </p14:nvContentPartPr>
              <p14:xfrm>
                <a:off x="1614207" y="4856705"/>
                <a:ext cx="198360" cy="91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627348-E655-69E6-2DFE-CD0746647B9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605207" y="4848065"/>
                  <a:ext cx="216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69C5260-B808-6BFF-B564-5678661A8BA4}"/>
                    </a:ext>
                  </a:extLst>
                </p14:cNvPr>
                <p14:cNvContentPartPr/>
                <p14:nvPr/>
              </p14:nvContentPartPr>
              <p14:xfrm>
                <a:off x="1784127" y="4672025"/>
                <a:ext cx="118800" cy="320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69C5260-B808-6BFF-B564-5678661A8BA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775487" y="4663025"/>
                  <a:ext cx="136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61D1D76-870C-4286-B07C-F0A80B3D981C}"/>
                    </a:ext>
                  </a:extLst>
                </p14:cNvPr>
                <p14:cNvContentPartPr/>
                <p14:nvPr/>
              </p14:nvContentPartPr>
              <p14:xfrm>
                <a:off x="1801047" y="4819625"/>
                <a:ext cx="123480" cy="54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61D1D76-870C-4286-B07C-F0A80B3D981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792047" y="4810625"/>
                  <a:ext cx="141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5F1F443-C3BD-4434-0403-03667F0417A7}"/>
                    </a:ext>
                  </a:extLst>
                </p14:cNvPr>
                <p14:cNvContentPartPr/>
                <p14:nvPr/>
              </p14:nvContentPartPr>
              <p14:xfrm>
                <a:off x="2131887" y="4665905"/>
                <a:ext cx="111960" cy="343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5F1F443-C3BD-4434-0403-03667F0417A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123247" y="4657265"/>
                  <a:ext cx="1296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2595640-C00E-4FE8-3242-B4203A124285}"/>
                    </a:ext>
                  </a:extLst>
                </p14:cNvPr>
                <p14:cNvContentPartPr/>
                <p14:nvPr/>
              </p14:nvContentPartPr>
              <p14:xfrm>
                <a:off x="2071047" y="4873625"/>
                <a:ext cx="168840" cy="52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2595640-C00E-4FE8-3242-B4203A12428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062407" y="4864625"/>
                  <a:ext cx="1864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F3D5E58-5291-4F0E-524E-AC72EA044F95}"/>
                    </a:ext>
                  </a:extLst>
                </p14:cNvPr>
                <p14:cNvContentPartPr/>
                <p14:nvPr/>
              </p14:nvContentPartPr>
              <p14:xfrm>
                <a:off x="2259687" y="4828265"/>
                <a:ext cx="109440" cy="118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F3D5E58-5291-4F0E-524E-AC72EA044F9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251047" y="4819265"/>
                  <a:ext cx="127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BB6E37C-578A-18BD-F4C1-B9A155491789}"/>
                    </a:ext>
                  </a:extLst>
                </p14:cNvPr>
                <p14:cNvContentPartPr/>
                <p14:nvPr/>
              </p14:nvContentPartPr>
              <p14:xfrm>
                <a:off x="2377047" y="4782185"/>
                <a:ext cx="158400" cy="1476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BB6E37C-578A-18BD-F4C1-B9A15549178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368047" y="4773185"/>
                  <a:ext cx="176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E77494C-E339-BCD7-FDA7-2921EBFA3852}"/>
                    </a:ext>
                  </a:extLst>
                </p14:cNvPr>
                <p14:cNvContentPartPr/>
                <p14:nvPr/>
              </p14:nvContentPartPr>
              <p14:xfrm>
                <a:off x="2482167" y="4830425"/>
                <a:ext cx="131400" cy="201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E77494C-E339-BCD7-FDA7-2921EBFA385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473527" y="4821425"/>
                  <a:ext cx="149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97ABC90-FCD4-0292-DA19-849AB0A29F51}"/>
                    </a:ext>
                  </a:extLst>
                </p14:cNvPr>
                <p14:cNvContentPartPr/>
                <p14:nvPr/>
              </p14:nvContentPartPr>
              <p14:xfrm>
                <a:off x="2609247" y="4829345"/>
                <a:ext cx="55080" cy="777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97ABC90-FCD4-0292-DA19-849AB0A29F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600247" y="4820705"/>
                  <a:ext cx="7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B96B6AF-6175-838A-D4F1-0CFF43E83D55}"/>
                    </a:ext>
                  </a:extLst>
                </p14:cNvPr>
                <p14:cNvContentPartPr/>
                <p14:nvPr/>
              </p14:nvContentPartPr>
              <p14:xfrm>
                <a:off x="2702847" y="4799465"/>
                <a:ext cx="102600" cy="950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B96B6AF-6175-838A-D4F1-0CFF43E83D5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693847" y="4790465"/>
                  <a:ext cx="120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FDA39A5-EE9E-D90C-1B20-464FC7E4DA0C}"/>
                    </a:ext>
                  </a:extLst>
                </p14:cNvPr>
                <p14:cNvContentPartPr/>
                <p14:nvPr/>
              </p14:nvContentPartPr>
              <p14:xfrm>
                <a:off x="2819847" y="4786145"/>
                <a:ext cx="160560" cy="1094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FDA39A5-EE9E-D90C-1B20-464FC7E4DA0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811207" y="4777505"/>
                  <a:ext cx="1782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D5839C4-5B72-B9CC-EA91-CD8010C1151F}"/>
              </a:ext>
            </a:extLst>
          </p:cNvPr>
          <p:cNvGrpSpPr/>
          <p:nvPr/>
        </p:nvGrpSpPr>
        <p:grpSpPr>
          <a:xfrm>
            <a:off x="3222687" y="4819625"/>
            <a:ext cx="345960" cy="112320"/>
            <a:chOff x="3222687" y="4819625"/>
            <a:chExt cx="34596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038F32A-23CE-6D48-CA3D-2C3BF1BF59DF}"/>
                    </a:ext>
                  </a:extLst>
                </p14:cNvPr>
                <p14:cNvContentPartPr/>
                <p14:nvPr/>
              </p14:nvContentPartPr>
              <p14:xfrm>
                <a:off x="3222687" y="4819625"/>
                <a:ext cx="106920" cy="1123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038F32A-23CE-6D48-CA3D-2C3BF1BF59D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213687" y="4810625"/>
                  <a:ext cx="124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404F233-F273-4A16-20C5-AEA8F58DAEB8}"/>
                    </a:ext>
                  </a:extLst>
                </p14:cNvPr>
                <p14:cNvContentPartPr/>
                <p14:nvPr/>
              </p14:nvContentPartPr>
              <p14:xfrm>
                <a:off x="3345807" y="4825745"/>
                <a:ext cx="222840" cy="910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404F233-F273-4A16-20C5-AEA8F58DAE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336807" y="4816745"/>
                  <a:ext cx="24048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A0EACFCA-9AC5-A94F-6C9C-546414A9EF7E}"/>
              </a:ext>
            </a:extLst>
          </p:cNvPr>
          <p:cNvGrpSpPr/>
          <p:nvPr/>
        </p:nvGrpSpPr>
        <p:grpSpPr>
          <a:xfrm>
            <a:off x="3785007" y="4688585"/>
            <a:ext cx="715320" cy="293400"/>
            <a:chOff x="3785007" y="4688585"/>
            <a:chExt cx="7153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8489694-C341-8F71-5AF4-69D29F3EF08B}"/>
                    </a:ext>
                  </a:extLst>
                </p14:cNvPr>
                <p14:cNvContentPartPr/>
                <p14:nvPr/>
              </p14:nvContentPartPr>
              <p14:xfrm>
                <a:off x="3785007" y="4688585"/>
                <a:ext cx="237960" cy="198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8489694-C341-8F71-5AF4-69D29F3EF08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776007" y="4679585"/>
                  <a:ext cx="255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C3F4A33-3060-8DEB-4F84-C65477FCF258}"/>
                    </a:ext>
                  </a:extLst>
                </p14:cNvPr>
                <p14:cNvContentPartPr/>
                <p14:nvPr/>
              </p14:nvContentPartPr>
              <p14:xfrm>
                <a:off x="4055727" y="4792985"/>
                <a:ext cx="31320" cy="66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C3F4A33-3060-8DEB-4F84-C65477FCF25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046727" y="4784345"/>
                  <a:ext cx="48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DC2EAB-3FC8-E9C8-5ADE-59E53E02FDC2}"/>
                    </a:ext>
                  </a:extLst>
                </p14:cNvPr>
                <p14:cNvContentPartPr/>
                <p14:nvPr/>
              </p14:nvContentPartPr>
              <p14:xfrm>
                <a:off x="4086327" y="4790105"/>
                <a:ext cx="61200" cy="95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DC2EAB-3FC8-E9C8-5ADE-59E53E02FDC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077687" y="4781105"/>
                  <a:ext cx="78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28C108-C9F6-10BA-5FF9-7AB4232D05FE}"/>
                    </a:ext>
                  </a:extLst>
                </p14:cNvPr>
                <p14:cNvContentPartPr/>
                <p14:nvPr/>
              </p14:nvContentPartPr>
              <p14:xfrm>
                <a:off x="4167327" y="4822505"/>
                <a:ext cx="39600" cy="52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28C108-C9F6-10BA-5FF9-7AB4232D05F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158327" y="4813505"/>
                  <a:ext cx="57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031CAC2-018E-8854-D2F2-815EC994688B}"/>
                    </a:ext>
                  </a:extLst>
                </p14:cNvPr>
                <p14:cNvContentPartPr/>
                <p14:nvPr/>
              </p14:nvContentPartPr>
              <p14:xfrm>
                <a:off x="4198287" y="4744745"/>
                <a:ext cx="64800" cy="39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031CAC2-018E-8854-D2F2-815EC994688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189287" y="4735745"/>
                  <a:ext cx="82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07E1786-C9FB-4CDD-F67A-8DC2BEE3B45E}"/>
                    </a:ext>
                  </a:extLst>
                </p14:cNvPr>
                <p14:cNvContentPartPr/>
                <p14:nvPr/>
              </p14:nvContentPartPr>
              <p14:xfrm>
                <a:off x="4282167" y="4756985"/>
                <a:ext cx="218160" cy="225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07E1786-C9FB-4CDD-F67A-8DC2BEE3B45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273167" y="4747985"/>
                  <a:ext cx="23580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344EA50-12A2-A315-325E-372A734B6826}"/>
              </a:ext>
            </a:extLst>
          </p:cNvPr>
          <p:cNvGrpSpPr/>
          <p:nvPr/>
        </p:nvGrpSpPr>
        <p:grpSpPr>
          <a:xfrm>
            <a:off x="4840167" y="4594625"/>
            <a:ext cx="724320" cy="431280"/>
            <a:chOff x="4840167" y="4594625"/>
            <a:chExt cx="72432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9C444AD-9CA1-11FD-23DF-876D29F492A1}"/>
                    </a:ext>
                  </a:extLst>
                </p14:cNvPr>
                <p14:cNvContentPartPr/>
                <p14:nvPr/>
              </p14:nvContentPartPr>
              <p14:xfrm>
                <a:off x="4840167" y="4594625"/>
                <a:ext cx="130680" cy="3297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9C444AD-9CA1-11FD-23DF-876D29F492A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831167" y="4585985"/>
                  <a:ext cx="1483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69E0486-0382-13E9-EE9B-A46709BB4F79}"/>
                    </a:ext>
                  </a:extLst>
                </p14:cNvPr>
                <p14:cNvContentPartPr/>
                <p14:nvPr/>
              </p14:nvContentPartPr>
              <p14:xfrm>
                <a:off x="5037087" y="4812065"/>
                <a:ext cx="8640" cy="86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69E0486-0382-13E9-EE9B-A46709BB4F7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028087" y="4803425"/>
                  <a:ext cx="26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D31FE34-DA9F-D5F8-AE3C-D9BA9E93DE05}"/>
                    </a:ext>
                  </a:extLst>
                </p14:cNvPr>
                <p14:cNvContentPartPr/>
                <p14:nvPr/>
              </p14:nvContentPartPr>
              <p14:xfrm>
                <a:off x="5007927" y="4737905"/>
                <a:ext cx="90720" cy="424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D31FE34-DA9F-D5F8-AE3C-D9BA9E93DE0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999287" y="4729265"/>
                  <a:ext cx="108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A5BCC20-AE0D-0624-F93F-DCDF59E3F6F5}"/>
                    </a:ext>
                  </a:extLst>
                </p14:cNvPr>
                <p14:cNvContentPartPr/>
                <p14:nvPr/>
              </p14:nvContentPartPr>
              <p14:xfrm>
                <a:off x="5107647" y="4794065"/>
                <a:ext cx="110880" cy="943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A5BCC20-AE0D-0624-F93F-DCDF59E3F6F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098647" y="4785425"/>
                  <a:ext cx="128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37C07D-BE01-2002-0021-A3A94026866B}"/>
                    </a:ext>
                  </a:extLst>
                </p14:cNvPr>
                <p14:cNvContentPartPr/>
                <p14:nvPr/>
              </p14:nvContentPartPr>
              <p14:xfrm>
                <a:off x="5266767" y="4819985"/>
                <a:ext cx="63000" cy="65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37C07D-BE01-2002-0021-A3A9402686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258127" y="4811345"/>
                  <a:ext cx="80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6BA6DD0-810A-7431-DA1C-FFBE81640EB1}"/>
                    </a:ext>
                  </a:extLst>
                </p14:cNvPr>
                <p14:cNvContentPartPr/>
                <p14:nvPr/>
              </p14:nvContentPartPr>
              <p14:xfrm>
                <a:off x="5350647" y="4786145"/>
                <a:ext cx="213840" cy="239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6BA6DD0-810A-7431-DA1C-FFBE81640EB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341647" y="4777505"/>
                  <a:ext cx="23148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AD76AC6-2DAD-F158-7295-5B68CECDB37C}"/>
              </a:ext>
            </a:extLst>
          </p:cNvPr>
          <p:cNvGrpSpPr/>
          <p:nvPr/>
        </p:nvGrpSpPr>
        <p:grpSpPr>
          <a:xfrm>
            <a:off x="5787327" y="4665905"/>
            <a:ext cx="617400" cy="252360"/>
            <a:chOff x="5787327" y="4665905"/>
            <a:chExt cx="61740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676CEC3-3A9E-F2EF-3D3D-8A6BA279FB23}"/>
                    </a:ext>
                  </a:extLst>
                </p14:cNvPr>
                <p14:cNvContentPartPr/>
                <p14:nvPr/>
              </p14:nvContentPartPr>
              <p14:xfrm>
                <a:off x="5787327" y="4665905"/>
                <a:ext cx="397440" cy="252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676CEC3-3A9E-F2EF-3D3D-8A6BA279FB2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778327" y="4656905"/>
                  <a:ext cx="4150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44E71B0-D19D-2ECB-6F11-3F1DFD1CF1C4}"/>
                    </a:ext>
                  </a:extLst>
                </p14:cNvPr>
                <p14:cNvContentPartPr/>
                <p14:nvPr/>
              </p14:nvContentPartPr>
              <p14:xfrm>
                <a:off x="6135807" y="4795505"/>
                <a:ext cx="127800" cy="11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44E71B0-D19D-2ECB-6F11-3F1DFD1CF1C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126807" y="4786505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B8900FB-F725-F148-C361-30DC145A7113}"/>
                    </a:ext>
                  </a:extLst>
                </p14:cNvPr>
                <p14:cNvContentPartPr/>
                <p14:nvPr/>
              </p14:nvContentPartPr>
              <p14:xfrm>
                <a:off x="6247407" y="4777865"/>
                <a:ext cx="157320" cy="10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B8900FB-F725-F148-C361-30DC145A711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238767" y="4768865"/>
                  <a:ext cx="1749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683B80B4-6A36-6A50-D804-1F45EB280DC9}"/>
              </a:ext>
            </a:extLst>
          </p:cNvPr>
          <p:cNvGrpSpPr/>
          <p:nvPr/>
        </p:nvGrpSpPr>
        <p:grpSpPr>
          <a:xfrm>
            <a:off x="6582567" y="4662665"/>
            <a:ext cx="707400" cy="311400"/>
            <a:chOff x="6582567" y="4662665"/>
            <a:chExt cx="70740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FB5E282-D434-79AD-40E7-578CAD4C7695}"/>
                    </a:ext>
                  </a:extLst>
                </p14:cNvPr>
                <p14:cNvContentPartPr/>
                <p14:nvPr/>
              </p14:nvContentPartPr>
              <p14:xfrm>
                <a:off x="6582567" y="4662665"/>
                <a:ext cx="137880" cy="3114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FB5E282-D434-79AD-40E7-578CAD4C769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573567" y="4653665"/>
                  <a:ext cx="1555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D68E7AC-8DDD-5D7B-0119-B4AD068E58B0}"/>
                    </a:ext>
                  </a:extLst>
                </p14:cNvPr>
                <p14:cNvContentPartPr/>
                <p14:nvPr/>
              </p14:nvContentPartPr>
              <p14:xfrm>
                <a:off x="6765807" y="4750865"/>
                <a:ext cx="20160" cy="104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D68E7AC-8DDD-5D7B-0119-B4AD068E58B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757167" y="4742225"/>
                  <a:ext cx="37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1D61F5F-4DF1-3848-61C2-607216182264}"/>
                    </a:ext>
                  </a:extLst>
                </p14:cNvPr>
                <p14:cNvContentPartPr/>
                <p14:nvPr/>
              </p14:nvContentPartPr>
              <p14:xfrm>
                <a:off x="6683367" y="4741145"/>
                <a:ext cx="199800" cy="135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1D61F5F-4DF1-3848-61C2-60721618226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674367" y="4732145"/>
                  <a:ext cx="217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5480A7B-8CCD-DE42-5E9E-8804C7AF40E7}"/>
                    </a:ext>
                  </a:extLst>
                </p14:cNvPr>
                <p14:cNvContentPartPr/>
                <p14:nvPr/>
              </p14:nvContentPartPr>
              <p14:xfrm>
                <a:off x="6930327" y="4825025"/>
                <a:ext cx="23040" cy="1018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5480A7B-8CCD-DE42-5E9E-8804C7AF40E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921687" y="4816025"/>
                  <a:ext cx="40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3FA2AD9-0C0E-0F32-BE0D-C2F841E9B5A7}"/>
                    </a:ext>
                  </a:extLst>
                </p14:cNvPr>
                <p14:cNvContentPartPr/>
                <p14:nvPr/>
              </p14:nvContentPartPr>
              <p14:xfrm>
                <a:off x="7078287" y="4751225"/>
                <a:ext cx="80280" cy="975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3FA2AD9-0C0E-0F32-BE0D-C2F841E9B5A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069287" y="4742225"/>
                  <a:ext cx="97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C0FF291-55BF-8A10-5CDE-A39A4AA0DD91}"/>
                    </a:ext>
                  </a:extLst>
                </p14:cNvPr>
                <p14:cNvContentPartPr/>
                <p14:nvPr/>
              </p14:nvContentPartPr>
              <p14:xfrm>
                <a:off x="7166127" y="4689305"/>
                <a:ext cx="123840" cy="2365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C0FF291-55BF-8A10-5CDE-A39A4AA0DD9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157127" y="4680665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1A9DBCA0-FF89-BA25-A630-6BC83280EDD5}"/>
              </a:ext>
            </a:extLst>
          </p:cNvPr>
          <p:cNvGrpSpPr/>
          <p:nvPr/>
        </p:nvGrpSpPr>
        <p:grpSpPr>
          <a:xfrm>
            <a:off x="7471047" y="4738985"/>
            <a:ext cx="309240" cy="137880"/>
            <a:chOff x="7471047" y="4738985"/>
            <a:chExt cx="30924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5E34D79-0637-3CE6-470D-82C75B7B2D87}"/>
                    </a:ext>
                  </a:extLst>
                </p14:cNvPr>
                <p14:cNvContentPartPr/>
                <p14:nvPr/>
              </p14:nvContentPartPr>
              <p14:xfrm>
                <a:off x="7471047" y="4790105"/>
                <a:ext cx="281880" cy="28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5E34D79-0637-3CE6-470D-82C75B7B2D8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462047" y="4781105"/>
                  <a:ext cx="299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8357ABA-92E9-C06F-3DA3-13993252090D}"/>
                    </a:ext>
                  </a:extLst>
                </p14:cNvPr>
                <p14:cNvContentPartPr/>
                <p14:nvPr/>
              </p14:nvContentPartPr>
              <p14:xfrm>
                <a:off x="7705047" y="4738985"/>
                <a:ext cx="75240" cy="1378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8357ABA-92E9-C06F-3DA3-13993252090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696407" y="4729985"/>
                  <a:ext cx="9288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AED16D3C-B15A-D452-010D-76070B0DAF08}"/>
              </a:ext>
            </a:extLst>
          </p:cNvPr>
          <p:cNvGrpSpPr/>
          <p:nvPr/>
        </p:nvGrpSpPr>
        <p:grpSpPr>
          <a:xfrm>
            <a:off x="7995927" y="4618385"/>
            <a:ext cx="1663560" cy="325440"/>
            <a:chOff x="7995927" y="4618385"/>
            <a:chExt cx="166356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EE7C928-9FF5-07F0-AE44-5FBD1ECC2371}"/>
                    </a:ext>
                  </a:extLst>
                </p14:cNvPr>
                <p14:cNvContentPartPr/>
                <p14:nvPr/>
              </p14:nvContentPartPr>
              <p14:xfrm>
                <a:off x="8033727" y="4678505"/>
                <a:ext cx="16920" cy="182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EE7C928-9FF5-07F0-AE44-5FBD1ECC237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025087" y="4669865"/>
                  <a:ext cx="34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193AC2F-F8AA-1516-D4F1-A3E9F1C21EE4}"/>
                    </a:ext>
                  </a:extLst>
                </p14:cNvPr>
                <p14:cNvContentPartPr/>
                <p14:nvPr/>
              </p14:nvContentPartPr>
              <p14:xfrm>
                <a:off x="7995927" y="4642505"/>
                <a:ext cx="231480" cy="3013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193AC2F-F8AA-1516-D4F1-A3E9F1C21EE4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987287" y="4633505"/>
                  <a:ext cx="2491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2888370-726E-5218-B127-C99DF8C72A73}"/>
                    </a:ext>
                  </a:extLst>
                </p14:cNvPr>
                <p14:cNvContentPartPr/>
                <p14:nvPr/>
              </p14:nvContentPartPr>
              <p14:xfrm>
                <a:off x="8220927" y="4768865"/>
                <a:ext cx="151560" cy="112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2888370-726E-5218-B127-C99DF8C72A7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212287" y="4759865"/>
                  <a:ext cx="1692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14F7292-BAF0-8395-A86B-893C309D5D78}"/>
                    </a:ext>
                  </a:extLst>
                </p14:cNvPr>
                <p14:cNvContentPartPr/>
                <p14:nvPr/>
              </p14:nvContentPartPr>
              <p14:xfrm>
                <a:off x="8414967" y="4778945"/>
                <a:ext cx="104400" cy="918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14F7292-BAF0-8395-A86B-893C309D5D7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405967" y="4769945"/>
                  <a:ext cx="122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7F42676-2F54-B1B5-7365-F2777497C54E}"/>
                    </a:ext>
                  </a:extLst>
                </p14:cNvPr>
                <p14:cNvContentPartPr/>
                <p14:nvPr/>
              </p14:nvContentPartPr>
              <p14:xfrm>
                <a:off x="8551047" y="4771025"/>
                <a:ext cx="227160" cy="763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7F42676-2F54-B1B5-7365-F2777497C54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542047" y="4762025"/>
                  <a:ext cx="244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9DF7A4C-2181-C57B-5389-8D38FB0586E9}"/>
                    </a:ext>
                  </a:extLst>
                </p14:cNvPr>
                <p14:cNvContentPartPr/>
                <p14:nvPr/>
              </p14:nvContentPartPr>
              <p14:xfrm>
                <a:off x="8828967" y="4704785"/>
                <a:ext cx="333000" cy="1465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9DF7A4C-2181-C57B-5389-8D38FB0586E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819967" y="4695785"/>
                  <a:ext cx="350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051BC17-9834-4ED1-53DC-4AA91F432834}"/>
                    </a:ext>
                  </a:extLst>
                </p14:cNvPr>
                <p14:cNvContentPartPr/>
                <p14:nvPr/>
              </p14:nvContentPartPr>
              <p14:xfrm>
                <a:off x="9096447" y="4669145"/>
                <a:ext cx="73080" cy="802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051BC17-9834-4ED1-53DC-4AA91F43283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087807" y="4660145"/>
                  <a:ext cx="907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E91413A-82DD-B2AC-EE6E-93B07BAE766E}"/>
                    </a:ext>
                  </a:extLst>
                </p14:cNvPr>
                <p14:cNvContentPartPr/>
                <p14:nvPr/>
              </p14:nvContentPartPr>
              <p14:xfrm>
                <a:off x="9259527" y="4655825"/>
                <a:ext cx="43920" cy="1699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E91413A-82DD-B2AC-EE6E-93B07BAE766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250527" y="4647185"/>
                  <a:ext cx="61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B443BE0-307D-0CF5-1A46-B6D88CEAE242}"/>
                    </a:ext>
                  </a:extLst>
                </p14:cNvPr>
                <p14:cNvContentPartPr/>
                <p14:nvPr/>
              </p14:nvContentPartPr>
              <p14:xfrm>
                <a:off x="9287247" y="4713425"/>
                <a:ext cx="127080" cy="817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B443BE0-307D-0CF5-1A46-B6D88CEAE24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278247" y="4704785"/>
                  <a:ext cx="144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82A6E69-BB4C-CBC0-ED5A-2491B20DE21F}"/>
                    </a:ext>
                  </a:extLst>
                </p14:cNvPr>
                <p14:cNvContentPartPr/>
                <p14:nvPr/>
              </p14:nvContentPartPr>
              <p14:xfrm>
                <a:off x="9411807" y="4618385"/>
                <a:ext cx="26640" cy="1659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82A6E69-BB4C-CBC0-ED5A-2491B20DE21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402807" y="4609385"/>
                  <a:ext cx="4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0106C85-41A2-27CE-C015-2119279D172E}"/>
                    </a:ext>
                  </a:extLst>
                </p14:cNvPr>
                <p14:cNvContentPartPr/>
                <p14:nvPr/>
              </p14:nvContentPartPr>
              <p14:xfrm>
                <a:off x="9501087" y="4655465"/>
                <a:ext cx="14400" cy="1317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0106C85-41A2-27CE-C015-2119279D172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492087" y="4646465"/>
                  <a:ext cx="32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96F0E84-2574-1681-3EFE-A2C20A6E31FD}"/>
                    </a:ext>
                  </a:extLst>
                </p14:cNvPr>
                <p14:cNvContentPartPr/>
                <p14:nvPr/>
              </p14:nvContentPartPr>
              <p14:xfrm>
                <a:off x="9467247" y="4652585"/>
                <a:ext cx="192240" cy="201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96F0E84-2574-1681-3EFE-A2C20A6E31F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458607" y="4643585"/>
                  <a:ext cx="20988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450505BD-214A-433B-FB7B-E7F9A29D2D68}"/>
                  </a:ext>
                </a:extLst>
              </p14:cNvPr>
              <p14:cNvContentPartPr/>
              <p14:nvPr/>
            </p14:nvContentPartPr>
            <p14:xfrm>
              <a:off x="415767" y="664505"/>
              <a:ext cx="7027200" cy="5878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450505BD-214A-433B-FB7B-E7F9A29D2D68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06767" y="655505"/>
                <a:ext cx="704484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CBF932EF-DA4C-C3E8-24FB-A1E797F957C0}"/>
                  </a:ext>
                </a:extLst>
              </p14:cNvPr>
              <p14:cNvContentPartPr/>
              <p14:nvPr/>
            </p14:nvContentPartPr>
            <p14:xfrm>
              <a:off x="4840167" y="3979745"/>
              <a:ext cx="1944720" cy="10692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CBF932EF-DA4C-C3E8-24FB-A1E797F957C0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831167" y="3971105"/>
                <a:ext cx="19623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914A2267-FA9C-4E36-537E-FF2ACF0D025B}"/>
                  </a:ext>
                </a:extLst>
              </p14:cNvPr>
              <p14:cNvContentPartPr/>
              <p14:nvPr/>
            </p14:nvContentPartPr>
            <p14:xfrm>
              <a:off x="4826487" y="4488785"/>
              <a:ext cx="1707840" cy="349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914A2267-FA9C-4E36-537E-FF2ACF0D025B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817487" y="4479785"/>
                <a:ext cx="17254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8F5AD3A4-345F-0112-DD6D-8A0E6199E439}"/>
                  </a:ext>
                </a:extLst>
              </p14:cNvPr>
              <p14:cNvContentPartPr/>
              <p14:nvPr/>
            </p14:nvContentPartPr>
            <p14:xfrm>
              <a:off x="4885527" y="4998545"/>
              <a:ext cx="1568520" cy="486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8F5AD3A4-345F-0112-DD6D-8A0E6199E439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76887" y="4989905"/>
                <a:ext cx="15861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D5675AD0-F8A6-44C7-5C45-DDD06EF0624E}"/>
                  </a:ext>
                </a:extLst>
              </p14:cNvPr>
              <p14:cNvContentPartPr/>
              <p14:nvPr/>
            </p14:nvContentPartPr>
            <p14:xfrm>
              <a:off x="3057807" y="790145"/>
              <a:ext cx="170640" cy="57708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D5675AD0-F8A6-44C7-5C45-DDD06EF0624E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3048807" y="781505"/>
                <a:ext cx="18828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F9F922BC-C032-287C-8418-7E6C098808E5}"/>
                  </a:ext>
                </a:extLst>
              </p14:cNvPr>
              <p14:cNvContentPartPr/>
              <p14:nvPr/>
            </p14:nvContentPartPr>
            <p14:xfrm>
              <a:off x="2368407" y="289385"/>
              <a:ext cx="348120" cy="3542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F9F922BC-C032-287C-8418-7E6C098808E5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2359767" y="280745"/>
                <a:ext cx="36576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F1365BA3-7AF3-891D-8B84-C08026E5C222}"/>
                  </a:ext>
                </a:extLst>
              </p14:cNvPr>
              <p14:cNvContentPartPr/>
              <p14:nvPr/>
            </p14:nvContentPartPr>
            <p14:xfrm>
              <a:off x="2160687" y="382625"/>
              <a:ext cx="545400" cy="576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F1365BA3-7AF3-891D-8B84-C08026E5C222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2152047" y="373625"/>
                <a:ext cx="5630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66C9E43B-FBED-74D5-0AFF-75013171E120}"/>
                  </a:ext>
                </a:extLst>
              </p14:cNvPr>
              <p14:cNvContentPartPr/>
              <p14:nvPr/>
            </p14:nvContentPartPr>
            <p14:xfrm>
              <a:off x="2688807" y="402425"/>
              <a:ext cx="156600" cy="2440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66C9E43B-FBED-74D5-0AFF-75013171E120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2679807" y="393785"/>
                <a:ext cx="1742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6610384B-2922-BADD-AED9-CB24E64E07DC}"/>
                  </a:ext>
                </a:extLst>
              </p14:cNvPr>
              <p14:cNvContentPartPr/>
              <p14:nvPr/>
            </p14:nvContentPartPr>
            <p14:xfrm>
              <a:off x="2901927" y="395945"/>
              <a:ext cx="221400" cy="12204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6610384B-2922-BADD-AED9-CB24E64E07DC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2893287" y="387305"/>
                <a:ext cx="2390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0B40EF5A-9F30-CB0D-8CC4-BFA3033881AA}"/>
                  </a:ext>
                </a:extLst>
              </p14:cNvPr>
              <p14:cNvContentPartPr/>
              <p14:nvPr/>
            </p14:nvContentPartPr>
            <p14:xfrm>
              <a:off x="3159327" y="332945"/>
              <a:ext cx="50040" cy="2170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0B40EF5A-9F30-CB0D-8CC4-BFA3033881AA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3150327" y="323945"/>
                <a:ext cx="676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EA7B0EFD-9888-5ED8-7DEC-8C1F78EA3EC4}"/>
                  </a:ext>
                </a:extLst>
              </p14:cNvPr>
              <p14:cNvContentPartPr/>
              <p14:nvPr/>
            </p14:nvContentPartPr>
            <p14:xfrm>
              <a:off x="3661527" y="327545"/>
              <a:ext cx="41040" cy="1245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EA7B0EFD-9888-5ED8-7DEC-8C1F78EA3EC4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3652527" y="318545"/>
                <a:ext cx="586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EA5FBB64-0E8D-8BD9-A3AF-AAF6E4B06E37}"/>
                  </a:ext>
                </a:extLst>
              </p14:cNvPr>
              <p14:cNvContentPartPr/>
              <p14:nvPr/>
            </p14:nvContentPartPr>
            <p14:xfrm>
              <a:off x="3635607" y="281825"/>
              <a:ext cx="137160" cy="5976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EA5FBB64-0E8D-8BD9-A3AF-AAF6E4B06E37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3626967" y="273185"/>
                <a:ext cx="1548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651398BE-797A-F93F-0ABD-97760A64A5F3}"/>
                  </a:ext>
                </a:extLst>
              </p14:cNvPr>
              <p14:cNvContentPartPr/>
              <p14:nvPr/>
            </p14:nvContentPartPr>
            <p14:xfrm>
              <a:off x="3558567" y="440585"/>
              <a:ext cx="228240" cy="838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651398BE-797A-F93F-0ABD-97760A64A5F3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3549927" y="431585"/>
                <a:ext cx="2458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FE73BA03-9EF9-BC86-E63A-CB0ED6164C2E}"/>
                  </a:ext>
                </a:extLst>
              </p14:cNvPr>
              <p14:cNvContentPartPr/>
              <p14:nvPr/>
            </p14:nvContentPartPr>
            <p14:xfrm>
              <a:off x="3818487" y="358865"/>
              <a:ext cx="240480" cy="2430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FE73BA03-9EF9-BC86-E63A-CB0ED6164C2E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3809847" y="350225"/>
                <a:ext cx="2581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5D36168A-531E-5548-C907-610EEA8CEE58}"/>
                  </a:ext>
                </a:extLst>
              </p14:cNvPr>
              <p14:cNvContentPartPr/>
              <p14:nvPr/>
            </p14:nvContentPartPr>
            <p14:xfrm>
              <a:off x="4054647" y="400265"/>
              <a:ext cx="82080" cy="10224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5D36168A-531E-5548-C907-610EEA8CEE58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4045647" y="391625"/>
                <a:ext cx="99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D61FF98E-2EBD-A62E-192B-F1157F74FA09}"/>
                  </a:ext>
                </a:extLst>
              </p14:cNvPr>
              <p14:cNvContentPartPr/>
              <p14:nvPr/>
            </p14:nvContentPartPr>
            <p14:xfrm>
              <a:off x="4167327" y="388385"/>
              <a:ext cx="159840" cy="10044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D61FF98E-2EBD-A62E-192B-F1157F74FA09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4158687" y="379745"/>
                <a:ext cx="1774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1080BE97-B823-EEFB-B752-B6A6D1E57E9A}"/>
                  </a:ext>
                </a:extLst>
              </p14:cNvPr>
              <p14:cNvContentPartPr/>
              <p14:nvPr/>
            </p14:nvContentPartPr>
            <p14:xfrm>
              <a:off x="4386927" y="304505"/>
              <a:ext cx="34560" cy="20124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1080BE97-B823-EEFB-B752-B6A6D1E57E9A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4377927" y="295505"/>
                <a:ext cx="52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B30DFCE8-E9CE-E1C0-A74E-75815AE33D3B}"/>
                  </a:ext>
                </a:extLst>
              </p14:cNvPr>
              <p14:cNvContentPartPr/>
              <p14:nvPr/>
            </p14:nvContentPartPr>
            <p14:xfrm>
              <a:off x="4365687" y="403505"/>
              <a:ext cx="55800" cy="1800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B30DFCE8-E9CE-E1C0-A74E-75815AE33D3B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4356687" y="394865"/>
                <a:ext cx="7344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6668507C-7833-C12D-F6CB-AAAFDF0B4189}"/>
                  </a:ext>
                </a:extLst>
              </p14:cNvPr>
              <p14:cNvContentPartPr/>
              <p14:nvPr/>
            </p14:nvContentPartPr>
            <p14:xfrm>
              <a:off x="4454247" y="415385"/>
              <a:ext cx="116640" cy="7308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6668507C-7833-C12D-F6CB-AAAFDF0B4189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4445247" y="406745"/>
                <a:ext cx="1342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FD19CEFD-0B3E-0724-4BDE-E09A10C5C7AB}"/>
                  </a:ext>
                </a:extLst>
              </p14:cNvPr>
              <p14:cNvContentPartPr/>
              <p14:nvPr/>
            </p14:nvContentPartPr>
            <p14:xfrm>
              <a:off x="4600767" y="421145"/>
              <a:ext cx="111240" cy="6588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FD19CEFD-0B3E-0724-4BDE-E09A10C5C7AB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4592127" y="412505"/>
                <a:ext cx="12888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7A207A87-D863-B873-8D27-F2988F31C8AC}"/>
                  </a:ext>
                </a:extLst>
              </p14:cNvPr>
              <p14:cNvContentPartPr/>
              <p14:nvPr/>
            </p14:nvContentPartPr>
            <p14:xfrm>
              <a:off x="4745487" y="394505"/>
              <a:ext cx="272520" cy="1011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7A207A87-D863-B873-8D27-F2988F31C8AC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4736847" y="385505"/>
                <a:ext cx="2901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D71EEDC4-0C51-1843-342A-BB515729EAFD}"/>
                  </a:ext>
                </a:extLst>
              </p14:cNvPr>
              <p14:cNvContentPartPr/>
              <p14:nvPr/>
            </p14:nvContentPartPr>
            <p14:xfrm>
              <a:off x="5502567" y="233585"/>
              <a:ext cx="45360" cy="25956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D71EEDC4-0C51-1843-342A-BB515729EAFD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5493927" y="224945"/>
                <a:ext cx="630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9B7A70CB-0D31-FF56-743D-8A42208BA02E}"/>
                  </a:ext>
                </a:extLst>
              </p14:cNvPr>
              <p14:cNvContentPartPr/>
              <p14:nvPr/>
            </p14:nvContentPartPr>
            <p14:xfrm>
              <a:off x="5460087" y="373985"/>
              <a:ext cx="264240" cy="8316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9B7A70CB-0D31-FF56-743D-8A42208BA02E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5451087" y="365345"/>
                <a:ext cx="2818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711010CE-48BD-8497-718D-A15670A22E4C}"/>
                  </a:ext>
                </a:extLst>
              </p14:cNvPr>
              <p14:cNvContentPartPr/>
              <p14:nvPr/>
            </p14:nvContentPartPr>
            <p14:xfrm>
              <a:off x="6081447" y="212705"/>
              <a:ext cx="248400" cy="25956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711010CE-48BD-8497-718D-A15670A22E4C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6072447" y="204065"/>
                <a:ext cx="266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1AB35373-3CC9-DAEA-2951-8D437FE82E04}"/>
                  </a:ext>
                </a:extLst>
              </p14:cNvPr>
              <p14:cNvContentPartPr/>
              <p14:nvPr/>
            </p14:nvContentPartPr>
            <p14:xfrm>
              <a:off x="5999007" y="358505"/>
              <a:ext cx="234360" cy="2016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1AB35373-3CC9-DAEA-2951-8D437FE82E04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5990007" y="349505"/>
                <a:ext cx="2520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384745E5-FA3E-A340-58E0-04F3AE5CD33C}"/>
                  </a:ext>
                </a:extLst>
              </p14:cNvPr>
              <p14:cNvContentPartPr/>
              <p14:nvPr/>
            </p14:nvContentPartPr>
            <p14:xfrm>
              <a:off x="6293487" y="336185"/>
              <a:ext cx="175320" cy="9468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384745E5-FA3E-A340-58E0-04F3AE5CD33C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6284847" y="327545"/>
                <a:ext cx="1929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602243C3-6EAD-F879-DD9E-B5D2491E395C}"/>
                  </a:ext>
                </a:extLst>
              </p14:cNvPr>
              <p14:cNvContentPartPr/>
              <p14:nvPr/>
            </p14:nvContentPartPr>
            <p14:xfrm>
              <a:off x="6512007" y="224945"/>
              <a:ext cx="308520" cy="22968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602243C3-6EAD-F879-DD9E-B5D2491E395C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6503367" y="215945"/>
                <a:ext cx="326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125FF5A9-2D96-471E-1ADA-ABFB096D6D83}"/>
                  </a:ext>
                </a:extLst>
              </p14:cNvPr>
              <p14:cNvContentPartPr/>
              <p14:nvPr/>
            </p14:nvContentPartPr>
            <p14:xfrm>
              <a:off x="7030407" y="298385"/>
              <a:ext cx="204120" cy="12420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125FF5A9-2D96-471E-1ADA-ABFB096D6D83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7021407" y="289385"/>
                <a:ext cx="2217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7FCBD093-24FD-B924-86A0-9DE558EE3255}"/>
                  </a:ext>
                </a:extLst>
              </p14:cNvPr>
              <p14:cNvContentPartPr/>
              <p14:nvPr/>
            </p14:nvContentPartPr>
            <p14:xfrm>
              <a:off x="7263687" y="354185"/>
              <a:ext cx="87840" cy="6408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7FCBD093-24FD-B924-86A0-9DE558EE3255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7254687" y="345185"/>
                <a:ext cx="105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94C29AAD-33F4-2DFA-30C5-F9A643FA8D73}"/>
                  </a:ext>
                </a:extLst>
              </p14:cNvPr>
              <p14:cNvContentPartPr/>
              <p14:nvPr/>
            </p14:nvContentPartPr>
            <p14:xfrm>
              <a:off x="7351167" y="348425"/>
              <a:ext cx="155520" cy="7236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94C29AAD-33F4-2DFA-30C5-F9A643FA8D73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7342527" y="339425"/>
                <a:ext cx="1731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502E3267-17C1-9645-76E3-6EEDF6F96B59}"/>
                  </a:ext>
                </a:extLst>
              </p14:cNvPr>
              <p14:cNvContentPartPr/>
              <p14:nvPr/>
            </p14:nvContentPartPr>
            <p14:xfrm>
              <a:off x="7552407" y="172385"/>
              <a:ext cx="133560" cy="43092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502E3267-17C1-9645-76E3-6EEDF6F96B59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7543407" y="163385"/>
                <a:ext cx="1512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E21635C1-1232-C5BA-776C-EF7AF490C085}"/>
                  </a:ext>
                </a:extLst>
              </p14:cNvPr>
              <p14:cNvContentPartPr/>
              <p14:nvPr/>
            </p14:nvContentPartPr>
            <p14:xfrm>
              <a:off x="7852287" y="354185"/>
              <a:ext cx="340200" cy="3780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E21635C1-1232-C5BA-776C-EF7AF490C085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7843647" y="345185"/>
                <a:ext cx="357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3CC0BABA-D928-2E2C-40FA-903A56CC55DC}"/>
                  </a:ext>
                </a:extLst>
              </p14:cNvPr>
              <p14:cNvContentPartPr/>
              <p14:nvPr/>
            </p14:nvContentPartPr>
            <p14:xfrm>
              <a:off x="8125527" y="317825"/>
              <a:ext cx="79920" cy="14148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3CC0BABA-D928-2E2C-40FA-903A56CC55DC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8116527" y="308825"/>
                <a:ext cx="97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4F4F8100-83B4-733C-4558-64EA2984931B}"/>
                  </a:ext>
                </a:extLst>
              </p14:cNvPr>
              <p14:cNvContentPartPr/>
              <p14:nvPr/>
            </p14:nvContentPartPr>
            <p14:xfrm>
              <a:off x="8437647" y="257705"/>
              <a:ext cx="197640" cy="2052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4F4F8100-83B4-733C-4558-64EA2984931B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8428647" y="249065"/>
                <a:ext cx="2152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DF8A841-3488-50C1-A75E-78747A26F286}"/>
                  </a:ext>
                </a:extLst>
              </p14:cNvPr>
              <p14:cNvContentPartPr/>
              <p14:nvPr/>
            </p14:nvContentPartPr>
            <p14:xfrm>
              <a:off x="8657607" y="181745"/>
              <a:ext cx="197280" cy="23832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DF8A841-3488-50C1-A75E-78747A26F286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8648967" y="172745"/>
                <a:ext cx="2149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10C7D8F2-7D84-2EC6-192C-B20BAE235D30}"/>
                  </a:ext>
                </a:extLst>
              </p14:cNvPr>
              <p14:cNvContentPartPr/>
              <p14:nvPr/>
            </p14:nvContentPartPr>
            <p14:xfrm>
              <a:off x="9438087" y="986345"/>
              <a:ext cx="360" cy="3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10C7D8F2-7D84-2EC6-192C-B20BAE235D30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9429087" y="9773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B7C8B2CD-A698-1534-21C3-2F7584EB4B36}"/>
                  </a:ext>
                </a:extLst>
              </p14:cNvPr>
              <p14:cNvContentPartPr/>
              <p14:nvPr/>
            </p14:nvContentPartPr>
            <p14:xfrm>
              <a:off x="7631967" y="364625"/>
              <a:ext cx="137520" cy="1224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B7C8B2CD-A698-1534-21C3-2F7584EB4B36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7623327" y="355625"/>
                <a:ext cx="1551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142B8D7C-7958-4C99-9273-AAE8B471770A}"/>
                  </a:ext>
                </a:extLst>
              </p14:cNvPr>
              <p14:cNvContentPartPr/>
              <p14:nvPr/>
            </p14:nvContentPartPr>
            <p14:xfrm>
              <a:off x="6939327" y="871505"/>
              <a:ext cx="6120" cy="39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142B8D7C-7958-4C99-9273-AAE8B471770A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6930327" y="862505"/>
                <a:ext cx="2376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CEA58DB-739B-8FD2-D04D-58C2056E4994}"/>
              </a:ext>
            </a:extLst>
          </p:cNvPr>
          <p:cNvGrpSpPr/>
          <p:nvPr/>
        </p:nvGrpSpPr>
        <p:grpSpPr>
          <a:xfrm>
            <a:off x="8445207" y="1437425"/>
            <a:ext cx="2032920" cy="486000"/>
            <a:chOff x="8445207" y="1437425"/>
            <a:chExt cx="20329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4A820922-4055-62BC-3C54-350A0088EBF5}"/>
                    </a:ext>
                  </a:extLst>
                </p14:cNvPr>
                <p14:cNvContentPartPr/>
                <p14:nvPr/>
              </p14:nvContentPartPr>
              <p14:xfrm>
                <a:off x="8445207" y="1719665"/>
                <a:ext cx="245520" cy="32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4A820922-4055-62BC-3C54-350A0088EBF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436207" y="1710665"/>
                  <a:ext cx="263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C820973-1C68-F488-0C9A-2CEC0913CB7C}"/>
                    </a:ext>
                  </a:extLst>
                </p14:cNvPr>
                <p14:cNvContentPartPr/>
                <p14:nvPr/>
              </p14:nvContentPartPr>
              <p14:xfrm>
                <a:off x="8668407" y="1692305"/>
                <a:ext cx="39960" cy="1180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C820973-1C68-F488-0C9A-2CEC0913CB7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659767" y="1683305"/>
                  <a:ext cx="57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CED967F-2F3B-0183-778B-DFA6F90597B7}"/>
                    </a:ext>
                  </a:extLst>
                </p14:cNvPr>
                <p14:cNvContentPartPr/>
                <p14:nvPr/>
              </p14:nvContentPartPr>
              <p14:xfrm>
                <a:off x="8898087" y="1586105"/>
                <a:ext cx="3600" cy="2145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CED967F-2F3B-0183-778B-DFA6F90597B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889087" y="1577105"/>
                  <a:ext cx="21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19FEF6D-813B-3A07-972D-5CC84D6A526E}"/>
                    </a:ext>
                  </a:extLst>
                </p14:cNvPr>
                <p14:cNvContentPartPr/>
                <p14:nvPr/>
              </p14:nvContentPartPr>
              <p14:xfrm>
                <a:off x="8825727" y="1534985"/>
                <a:ext cx="221040" cy="3884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19FEF6D-813B-3A07-972D-5CC84D6A526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816727" y="1526345"/>
                  <a:ext cx="2386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AEE671D-8C12-5A0A-FF2D-1363AB4BB6BA}"/>
                    </a:ext>
                  </a:extLst>
                </p14:cNvPr>
                <p14:cNvContentPartPr/>
                <p14:nvPr/>
              </p14:nvContentPartPr>
              <p14:xfrm>
                <a:off x="9103647" y="1726865"/>
                <a:ext cx="87120" cy="932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AEE671D-8C12-5A0A-FF2D-1363AB4BB6BA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095007" y="1718225"/>
                  <a:ext cx="104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E95BCFB-153D-9813-5286-F849A9B0B337}"/>
                    </a:ext>
                  </a:extLst>
                </p14:cNvPr>
                <p14:cNvContentPartPr/>
                <p14:nvPr/>
              </p14:nvContentPartPr>
              <p14:xfrm>
                <a:off x="9209127" y="1695545"/>
                <a:ext cx="78840" cy="885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E95BCFB-153D-9813-5286-F849A9B0B337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200127" y="1686905"/>
                  <a:ext cx="96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94A15E5-90C6-8EDC-3175-65F05259448D}"/>
                    </a:ext>
                  </a:extLst>
                </p14:cNvPr>
                <p14:cNvContentPartPr/>
                <p14:nvPr/>
              </p14:nvContentPartPr>
              <p14:xfrm>
                <a:off x="9319647" y="1688705"/>
                <a:ext cx="130320" cy="943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94A15E5-90C6-8EDC-3175-65F05259448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310647" y="1679705"/>
                  <a:ext cx="147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89E016F-B05F-CA97-9500-63BC2ED9D63B}"/>
                    </a:ext>
                  </a:extLst>
                </p14:cNvPr>
                <p14:cNvContentPartPr/>
                <p14:nvPr/>
              </p14:nvContentPartPr>
              <p14:xfrm>
                <a:off x="9476607" y="1678985"/>
                <a:ext cx="85680" cy="932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89E016F-B05F-CA97-9500-63BC2ED9D63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467967" y="1669985"/>
                  <a:ext cx="103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C00A8A1-2DF8-7E2A-2413-72857656C516}"/>
                    </a:ext>
                  </a:extLst>
                </p14:cNvPr>
                <p14:cNvContentPartPr/>
                <p14:nvPr/>
              </p14:nvContentPartPr>
              <p14:xfrm>
                <a:off x="9599007" y="1563065"/>
                <a:ext cx="375480" cy="1738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C00A8A1-2DF8-7E2A-2413-72857656C51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590007" y="1554425"/>
                  <a:ext cx="39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2FFEB80C-24E4-E982-BF12-F07016438846}"/>
                    </a:ext>
                  </a:extLst>
                </p14:cNvPr>
                <p14:cNvContentPartPr/>
                <p14:nvPr/>
              </p14:nvContentPartPr>
              <p14:xfrm>
                <a:off x="9871167" y="1542185"/>
                <a:ext cx="51120" cy="428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2FFEB80C-24E4-E982-BF12-F0701643884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862527" y="1533545"/>
                  <a:ext cx="68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EE0CFEB-E117-BC54-5BFE-C7913DDC05F6}"/>
                    </a:ext>
                  </a:extLst>
                </p14:cNvPr>
                <p14:cNvContentPartPr/>
                <p14:nvPr/>
              </p14:nvContentPartPr>
              <p14:xfrm>
                <a:off x="10108047" y="1474505"/>
                <a:ext cx="178920" cy="185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EE0CFEB-E117-BC54-5BFE-C7913DDC05F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099407" y="1465505"/>
                  <a:ext cx="196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9A8913D-049A-9CC3-F14C-0766F02CB3E0}"/>
                    </a:ext>
                  </a:extLst>
                </p14:cNvPr>
                <p14:cNvContentPartPr/>
                <p14:nvPr/>
              </p14:nvContentPartPr>
              <p14:xfrm>
                <a:off x="10322247" y="1464785"/>
                <a:ext cx="72720" cy="1555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9A8913D-049A-9CC3-F14C-0766F02CB3E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313607" y="1456145"/>
                  <a:ext cx="9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24EAAFF-CB2C-8DBA-CD98-D977751BCB6B}"/>
                    </a:ext>
                  </a:extLst>
                </p14:cNvPr>
                <p14:cNvContentPartPr/>
                <p14:nvPr/>
              </p14:nvContentPartPr>
              <p14:xfrm>
                <a:off x="10355367" y="1437425"/>
                <a:ext cx="122760" cy="2124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24EAAFF-CB2C-8DBA-CD98-D977751BCB6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346367" y="1428425"/>
                  <a:ext cx="14040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7A785D67-B622-44CF-4DC6-76B04A87AEE3}"/>
              </a:ext>
            </a:extLst>
          </p:cNvPr>
          <p:cNvGrpSpPr/>
          <p:nvPr/>
        </p:nvGrpSpPr>
        <p:grpSpPr>
          <a:xfrm>
            <a:off x="468327" y="391985"/>
            <a:ext cx="937080" cy="599760"/>
            <a:chOff x="468327" y="391985"/>
            <a:chExt cx="937080" cy="5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6619FD3-2AAC-2124-FAA3-6FE6A150AB4D}"/>
                    </a:ext>
                  </a:extLst>
                </p14:cNvPr>
                <p14:cNvContentPartPr/>
                <p14:nvPr/>
              </p14:nvContentPartPr>
              <p14:xfrm>
                <a:off x="468327" y="839825"/>
                <a:ext cx="125640" cy="1519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6619FD3-2AAC-2124-FAA3-6FE6A150AB4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59327" y="831185"/>
                  <a:ext cx="143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4F93806-7443-3292-2208-B819763218FD}"/>
                    </a:ext>
                  </a:extLst>
                </p14:cNvPr>
                <p14:cNvContentPartPr/>
                <p14:nvPr/>
              </p14:nvContentPartPr>
              <p14:xfrm>
                <a:off x="659487" y="787985"/>
                <a:ext cx="101520" cy="1638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4F93806-7443-3292-2208-B819763218F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50847" y="778985"/>
                  <a:ext cx="119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499C1B5-16F9-A03F-C083-4E24C6627BB2}"/>
                    </a:ext>
                  </a:extLst>
                </p14:cNvPr>
                <p14:cNvContentPartPr/>
                <p14:nvPr/>
              </p14:nvContentPartPr>
              <p14:xfrm>
                <a:off x="643647" y="738305"/>
                <a:ext cx="91800" cy="72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499C1B5-16F9-A03F-C083-4E24C6627BB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35007" y="729665"/>
                  <a:ext cx="109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0CF4CED-7920-59A8-611E-13763AC0FDF1}"/>
                    </a:ext>
                  </a:extLst>
                </p14:cNvPr>
                <p14:cNvContentPartPr/>
                <p14:nvPr/>
              </p14:nvContentPartPr>
              <p14:xfrm>
                <a:off x="687207" y="805985"/>
                <a:ext cx="111600" cy="75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0CF4CED-7920-59A8-611E-13763AC0FDF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78567" y="796985"/>
                  <a:ext cx="129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F81CBD8-7460-ED4E-64C4-B8B7F09F3F91}"/>
                    </a:ext>
                  </a:extLst>
                </p14:cNvPr>
                <p14:cNvContentPartPr/>
                <p14:nvPr/>
              </p14:nvContentPartPr>
              <p14:xfrm>
                <a:off x="810687" y="764945"/>
                <a:ext cx="91080" cy="838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F81CBD8-7460-ED4E-64C4-B8B7F09F3F9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02047" y="755945"/>
                  <a:ext cx="108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93FF73E6-9319-74E6-80E9-645D61A41A38}"/>
                    </a:ext>
                  </a:extLst>
                </p14:cNvPr>
                <p14:cNvContentPartPr/>
                <p14:nvPr/>
              </p14:nvContentPartPr>
              <p14:xfrm>
                <a:off x="916887" y="624185"/>
                <a:ext cx="190800" cy="1688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93FF73E6-9319-74E6-80E9-645D61A41A38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07887" y="615185"/>
                  <a:ext cx="208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EE4A0F1-82F2-8DB9-17C2-BEF01B4D985B}"/>
                    </a:ext>
                  </a:extLst>
                </p14:cNvPr>
                <p14:cNvContentPartPr/>
                <p14:nvPr/>
              </p14:nvContentPartPr>
              <p14:xfrm>
                <a:off x="994647" y="635705"/>
                <a:ext cx="81720" cy="57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EE4A0F1-82F2-8DB9-17C2-BEF01B4D985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85647" y="627065"/>
                  <a:ext cx="99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33762B4-2877-3859-56F0-5CAC199A1D11}"/>
                    </a:ext>
                  </a:extLst>
                </p14:cNvPr>
                <p14:cNvContentPartPr/>
                <p14:nvPr/>
              </p14:nvContentPartPr>
              <p14:xfrm>
                <a:off x="1089327" y="590705"/>
                <a:ext cx="135000" cy="738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33762B4-2877-3859-56F0-5CAC199A1D11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0687" y="582065"/>
                  <a:ext cx="152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7B75D82-92B8-5443-5E65-65D6A68112A3}"/>
                    </a:ext>
                  </a:extLst>
                </p14:cNvPr>
                <p14:cNvContentPartPr/>
                <p14:nvPr/>
              </p14:nvContentPartPr>
              <p14:xfrm>
                <a:off x="1196607" y="490625"/>
                <a:ext cx="58320" cy="1047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7B75D82-92B8-5443-5E65-65D6A68112A3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87607" y="481625"/>
                  <a:ext cx="75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D402603-C288-4FD8-6F46-06BB6FF7E70B}"/>
                    </a:ext>
                  </a:extLst>
                </p14:cNvPr>
                <p14:cNvContentPartPr/>
                <p14:nvPr/>
              </p14:nvContentPartPr>
              <p14:xfrm>
                <a:off x="1256727" y="452105"/>
                <a:ext cx="122400" cy="972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D402603-C288-4FD8-6F46-06BB6FF7E70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248087" y="443465"/>
                  <a:ext cx="14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2607B09-175F-F774-942E-731B78701B46}"/>
                    </a:ext>
                  </a:extLst>
                </p14:cNvPr>
                <p14:cNvContentPartPr/>
                <p14:nvPr/>
              </p14:nvContentPartPr>
              <p14:xfrm>
                <a:off x="1335927" y="391985"/>
                <a:ext cx="69480" cy="1789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2607B09-175F-F774-942E-731B78701B4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327287" y="382985"/>
                  <a:ext cx="8712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507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EA0DD4-A68B-4251-D3D5-BA73B1E3A3B7}"/>
                  </a:ext>
                </a:extLst>
              </p14:cNvPr>
              <p14:cNvContentPartPr/>
              <p14:nvPr/>
            </p14:nvContentPartPr>
            <p14:xfrm>
              <a:off x="3486927" y="870425"/>
              <a:ext cx="15120" cy="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EA0DD4-A68B-4251-D3D5-BA73B1E3A3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8287" y="861785"/>
                <a:ext cx="3276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1D12D35-0A72-9821-26D7-C1F0472822A3}"/>
              </a:ext>
            </a:extLst>
          </p:cNvPr>
          <p:cNvGrpSpPr/>
          <p:nvPr/>
        </p:nvGrpSpPr>
        <p:grpSpPr>
          <a:xfrm>
            <a:off x="2311527" y="881585"/>
            <a:ext cx="1511640" cy="451800"/>
            <a:chOff x="2311527" y="881585"/>
            <a:chExt cx="151164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A80134-8FCC-8713-7111-4097E6FF3383}"/>
                    </a:ext>
                  </a:extLst>
                </p14:cNvPr>
                <p14:cNvContentPartPr/>
                <p14:nvPr/>
              </p14:nvContentPartPr>
              <p14:xfrm>
                <a:off x="2432487" y="895625"/>
                <a:ext cx="19800" cy="214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A80134-8FCC-8713-7111-4097E6FF33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23487" y="886985"/>
                  <a:ext cx="37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7DAB16-0367-B1E0-8FEF-FD794BCCE26E}"/>
                    </a:ext>
                  </a:extLst>
                </p14:cNvPr>
                <p14:cNvContentPartPr/>
                <p14:nvPr/>
              </p14:nvContentPartPr>
              <p14:xfrm>
                <a:off x="2371647" y="881585"/>
                <a:ext cx="236160" cy="41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7DAB16-0367-B1E0-8FEF-FD794BCCE2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63007" y="872945"/>
                  <a:ext cx="253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4252AE-92AB-934D-0DFA-A6DA7662637F}"/>
                    </a:ext>
                  </a:extLst>
                </p14:cNvPr>
                <p14:cNvContentPartPr/>
                <p14:nvPr/>
              </p14:nvContentPartPr>
              <p14:xfrm>
                <a:off x="2311527" y="989585"/>
                <a:ext cx="244440" cy="34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4252AE-92AB-934D-0DFA-A6DA766263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2887" y="980945"/>
                  <a:ext cx="262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9D9C20-CE0F-7E16-31FC-E1BE08873A13}"/>
                    </a:ext>
                  </a:extLst>
                </p14:cNvPr>
                <p14:cNvContentPartPr/>
                <p14:nvPr/>
              </p14:nvContentPartPr>
              <p14:xfrm>
                <a:off x="2525007" y="996065"/>
                <a:ext cx="288360" cy="105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9D9C20-CE0F-7E16-31FC-E1BE08873A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16367" y="987065"/>
                  <a:ext cx="306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788EDB-9234-C558-4D0D-7C3387DB9A75}"/>
                    </a:ext>
                  </a:extLst>
                </p14:cNvPr>
                <p14:cNvContentPartPr/>
                <p14:nvPr/>
              </p14:nvContentPartPr>
              <p14:xfrm>
                <a:off x="2879607" y="1006865"/>
                <a:ext cx="189720" cy="29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788EDB-9234-C558-4D0D-7C3387DB9A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70967" y="998225"/>
                  <a:ext cx="2073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645161-F674-DB8D-66B6-B41CC77DAED0}"/>
                    </a:ext>
                  </a:extLst>
                </p14:cNvPr>
                <p14:cNvContentPartPr/>
                <p14:nvPr/>
              </p14:nvContentPartPr>
              <p14:xfrm>
                <a:off x="3081207" y="985625"/>
                <a:ext cx="461160" cy="113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645161-F674-DB8D-66B6-B41CC77DAE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2207" y="976985"/>
                  <a:ext cx="4788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CB93CE-75FA-49AB-8860-BE84A24FEBFD}"/>
                    </a:ext>
                  </a:extLst>
                </p14:cNvPr>
                <p14:cNvContentPartPr/>
                <p14:nvPr/>
              </p14:nvContentPartPr>
              <p14:xfrm>
                <a:off x="3531927" y="969065"/>
                <a:ext cx="291240" cy="36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CB93CE-75FA-49AB-8860-BE84A24FEB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23287" y="960425"/>
                  <a:ext cx="30888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A14836-7494-64A8-6153-7C212B0772ED}"/>
              </a:ext>
            </a:extLst>
          </p:cNvPr>
          <p:cNvGrpSpPr/>
          <p:nvPr/>
        </p:nvGrpSpPr>
        <p:grpSpPr>
          <a:xfrm>
            <a:off x="645447" y="892745"/>
            <a:ext cx="1438200" cy="275040"/>
            <a:chOff x="645447" y="892745"/>
            <a:chExt cx="14382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F8522F-6A12-513A-2E9A-A4B0D51E5156}"/>
                    </a:ext>
                  </a:extLst>
                </p14:cNvPr>
                <p14:cNvContentPartPr/>
                <p14:nvPr/>
              </p14:nvContentPartPr>
              <p14:xfrm>
                <a:off x="705207" y="930905"/>
                <a:ext cx="34920" cy="20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F8522F-6A12-513A-2E9A-A4B0D51E51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6207" y="922265"/>
                  <a:ext cx="52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ADD5C2-B068-D61F-5D9F-4C1A5CE21E19}"/>
                    </a:ext>
                  </a:extLst>
                </p14:cNvPr>
                <p14:cNvContentPartPr/>
                <p14:nvPr/>
              </p14:nvContentPartPr>
              <p14:xfrm>
                <a:off x="645447" y="913265"/>
                <a:ext cx="180360" cy="2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ADD5C2-B068-D61F-5D9F-4C1A5CE21E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6447" y="904625"/>
                  <a:ext cx="198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423A60-C75D-CDAF-0CE4-852679AC2893}"/>
                    </a:ext>
                  </a:extLst>
                </p14:cNvPr>
                <p14:cNvContentPartPr/>
                <p14:nvPr/>
              </p14:nvContentPartPr>
              <p14:xfrm>
                <a:off x="881607" y="922265"/>
                <a:ext cx="17280" cy="18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423A60-C75D-CDAF-0CE4-852679AC28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2607" y="913265"/>
                  <a:ext cx="34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850286-E343-CEAE-CA13-82D3901F5AE4}"/>
                    </a:ext>
                  </a:extLst>
                </p14:cNvPr>
                <p14:cNvContentPartPr/>
                <p14:nvPr/>
              </p14:nvContentPartPr>
              <p14:xfrm>
                <a:off x="905367" y="906785"/>
                <a:ext cx="121320" cy="53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850286-E343-CEAE-CA13-82D3901F5A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6367" y="897785"/>
                  <a:ext cx="138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BFC6A67-7763-D32A-5589-3240871E4FAC}"/>
                    </a:ext>
                  </a:extLst>
                </p14:cNvPr>
                <p14:cNvContentPartPr/>
                <p14:nvPr/>
              </p14:nvContentPartPr>
              <p14:xfrm>
                <a:off x="876207" y="1014785"/>
                <a:ext cx="115560" cy="1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BFC6A67-7763-D32A-5589-3240871E4F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7567" y="1005785"/>
                  <a:ext cx="133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D851D8-5FDE-57A8-CC0D-5F0CF6C04ED2}"/>
                    </a:ext>
                  </a:extLst>
                </p14:cNvPr>
                <p14:cNvContentPartPr/>
                <p14:nvPr/>
              </p14:nvContentPartPr>
              <p14:xfrm>
                <a:off x="1076727" y="1022345"/>
                <a:ext cx="114120" cy="1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D851D8-5FDE-57A8-CC0D-5F0CF6C04E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8087" y="1013705"/>
                  <a:ext cx="13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B6BE5E-6C3B-C708-4A91-1DA01CF901D9}"/>
                    </a:ext>
                  </a:extLst>
                </p14:cNvPr>
                <p14:cNvContentPartPr/>
                <p14:nvPr/>
              </p14:nvContentPartPr>
              <p14:xfrm>
                <a:off x="1524567" y="924065"/>
                <a:ext cx="29160" cy="185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B6BE5E-6C3B-C708-4A91-1DA01CF901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15567" y="915065"/>
                  <a:ext cx="46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787E9A-E1F7-DFAC-D722-4DF0DB5DB5A6}"/>
                    </a:ext>
                  </a:extLst>
                </p14:cNvPr>
                <p14:cNvContentPartPr/>
                <p14:nvPr/>
              </p14:nvContentPartPr>
              <p14:xfrm>
                <a:off x="1397847" y="892745"/>
                <a:ext cx="339840" cy="43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787E9A-E1F7-DFAC-D722-4DF0DB5DB5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88847" y="883745"/>
                  <a:ext cx="357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A86E5E-4BCA-E383-D987-2AC2A6B2E32A}"/>
                    </a:ext>
                  </a:extLst>
                </p14:cNvPr>
                <p14:cNvContentPartPr/>
                <p14:nvPr/>
              </p14:nvContentPartPr>
              <p14:xfrm>
                <a:off x="1623927" y="993545"/>
                <a:ext cx="105480" cy="121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A86E5E-4BCA-E383-D987-2AC2A6B2E3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14927" y="984905"/>
                  <a:ext cx="123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809F856-6C5A-4D4C-400C-3F0D21C28827}"/>
                    </a:ext>
                  </a:extLst>
                </p14:cNvPr>
                <p14:cNvContentPartPr/>
                <p14:nvPr/>
              </p14:nvContentPartPr>
              <p14:xfrm>
                <a:off x="1765047" y="1014785"/>
                <a:ext cx="97920" cy="9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809F856-6C5A-4D4C-400C-3F0D21C288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56047" y="1005785"/>
                  <a:ext cx="115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54BC9B-2342-E398-6B10-F091BBB81091}"/>
                    </a:ext>
                  </a:extLst>
                </p14:cNvPr>
                <p14:cNvContentPartPr/>
                <p14:nvPr/>
              </p14:nvContentPartPr>
              <p14:xfrm>
                <a:off x="1896807" y="1010465"/>
                <a:ext cx="186840" cy="12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54BC9B-2342-E398-6B10-F091BBB810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88167" y="1001825"/>
                  <a:ext cx="204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E875C6-653C-63B5-F7B8-AB49E686667F}"/>
                    </a:ext>
                  </a:extLst>
                </p14:cNvPr>
                <p14:cNvContentPartPr/>
                <p14:nvPr/>
              </p14:nvContentPartPr>
              <p14:xfrm>
                <a:off x="1076367" y="1053665"/>
                <a:ext cx="170640" cy="19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E875C6-653C-63B5-F7B8-AB49E68666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7367" y="1044665"/>
                  <a:ext cx="188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C84112-0C21-22CF-BE18-A5A10E0F516C}"/>
                    </a:ext>
                  </a:extLst>
                </p14:cNvPr>
                <p14:cNvContentPartPr/>
                <p14:nvPr/>
              </p14:nvContentPartPr>
              <p14:xfrm>
                <a:off x="1212807" y="1006865"/>
                <a:ext cx="65880" cy="160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C84112-0C21-22CF-BE18-A5A10E0F51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04167" y="998225"/>
                  <a:ext cx="8352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F9AD684-AB63-B7B9-19C2-C7261155EBCF}"/>
              </a:ext>
            </a:extLst>
          </p:cNvPr>
          <p:cNvGrpSpPr/>
          <p:nvPr/>
        </p:nvGrpSpPr>
        <p:grpSpPr>
          <a:xfrm>
            <a:off x="4016847" y="217025"/>
            <a:ext cx="1972080" cy="432000"/>
            <a:chOff x="4016847" y="217025"/>
            <a:chExt cx="197208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20A628-DE04-EB60-5FA0-CFCB26830935}"/>
                    </a:ext>
                  </a:extLst>
                </p14:cNvPr>
                <p14:cNvContentPartPr/>
                <p14:nvPr/>
              </p14:nvContentPartPr>
              <p14:xfrm>
                <a:off x="4235367" y="240425"/>
                <a:ext cx="23760" cy="244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20A628-DE04-EB60-5FA0-CFCB2683093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26367" y="231425"/>
                  <a:ext cx="41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EB48E1-5F2E-500D-E0A1-6C9ED892AAF7}"/>
                    </a:ext>
                  </a:extLst>
                </p14:cNvPr>
                <p14:cNvContentPartPr/>
                <p14:nvPr/>
              </p14:nvContentPartPr>
              <p14:xfrm>
                <a:off x="4101807" y="239705"/>
                <a:ext cx="346320" cy="33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EB48E1-5F2E-500D-E0A1-6C9ED892AA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93167" y="231065"/>
                  <a:ext cx="363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D5D87C-77EA-46A5-32C1-9CED0CBEC66D}"/>
                    </a:ext>
                  </a:extLst>
                </p14:cNvPr>
                <p14:cNvContentPartPr/>
                <p14:nvPr/>
              </p14:nvContentPartPr>
              <p14:xfrm>
                <a:off x="4484487" y="263825"/>
                <a:ext cx="10080" cy="21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D5D87C-77EA-46A5-32C1-9CED0CBEC6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75847" y="254825"/>
                  <a:ext cx="27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F33903-4C2B-4514-944C-931240B410E0}"/>
                    </a:ext>
                  </a:extLst>
                </p14:cNvPr>
                <p14:cNvContentPartPr/>
                <p14:nvPr/>
              </p14:nvContentPartPr>
              <p14:xfrm>
                <a:off x="4496367" y="231785"/>
                <a:ext cx="98640" cy="3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F33903-4C2B-4514-944C-931240B410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87367" y="223145"/>
                  <a:ext cx="116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7C3D50-283E-F58A-E786-22B3180A7997}"/>
                    </a:ext>
                  </a:extLst>
                </p14:cNvPr>
                <p14:cNvContentPartPr/>
                <p14:nvPr/>
              </p14:nvContentPartPr>
              <p14:xfrm>
                <a:off x="4477287" y="334385"/>
                <a:ext cx="131760" cy="28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7C3D50-283E-F58A-E786-22B3180A79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8287" y="325745"/>
                  <a:ext cx="149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A33824-0AFD-12B1-FD97-1FC2F1F8702D}"/>
                    </a:ext>
                  </a:extLst>
                </p14:cNvPr>
                <p14:cNvContentPartPr/>
                <p14:nvPr/>
              </p14:nvContentPartPr>
              <p14:xfrm>
                <a:off x="4720647" y="344105"/>
                <a:ext cx="142920" cy="23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A33824-0AFD-12B1-FD97-1FC2F1F870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11647" y="335465"/>
                  <a:ext cx="160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62E158-8A5B-5A59-64A0-9FB5E9A740E9}"/>
                    </a:ext>
                  </a:extLst>
                </p14:cNvPr>
                <p14:cNvContentPartPr/>
                <p14:nvPr/>
              </p14:nvContentPartPr>
              <p14:xfrm>
                <a:off x="5016207" y="271025"/>
                <a:ext cx="13680" cy="147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62E158-8A5B-5A59-64A0-9FB5E9A740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07567" y="262385"/>
                  <a:ext cx="31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EF5AEC-3CC4-1C8E-5588-0258387AFD28}"/>
                    </a:ext>
                  </a:extLst>
                </p14:cNvPr>
                <p14:cNvContentPartPr/>
                <p14:nvPr/>
              </p14:nvContentPartPr>
              <p14:xfrm>
                <a:off x="4955367" y="249425"/>
                <a:ext cx="16884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EF5AEC-3CC4-1C8E-5588-0258387AFD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46367" y="240425"/>
                  <a:ext cx="186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9CDD77-EC13-D1E8-65C7-C7AD5298577A}"/>
                    </a:ext>
                  </a:extLst>
                </p14:cNvPr>
                <p14:cNvContentPartPr/>
                <p14:nvPr/>
              </p14:nvContentPartPr>
              <p14:xfrm>
                <a:off x="4933767" y="408905"/>
                <a:ext cx="278280" cy="52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9CDD77-EC13-D1E8-65C7-C7AD529857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25127" y="400265"/>
                  <a:ext cx="295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B9C756-8309-F2CB-89C6-FB2713B33447}"/>
                    </a:ext>
                  </a:extLst>
                </p14:cNvPr>
                <p14:cNvContentPartPr/>
                <p14:nvPr/>
              </p14:nvContentPartPr>
              <p14:xfrm>
                <a:off x="5273607" y="242585"/>
                <a:ext cx="27360" cy="17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B9C756-8309-F2CB-89C6-FB2713B334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64607" y="233945"/>
                  <a:ext cx="45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52E766-2BA5-AEB1-E7A2-CC0BEF478F36}"/>
                    </a:ext>
                  </a:extLst>
                </p14:cNvPr>
                <p14:cNvContentPartPr/>
                <p14:nvPr/>
              </p14:nvContentPartPr>
              <p14:xfrm>
                <a:off x="5234007" y="235385"/>
                <a:ext cx="203400" cy="230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52E766-2BA5-AEB1-E7A2-CC0BEF478F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25007" y="226745"/>
                  <a:ext cx="221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3FDB885-ABBD-90E3-90BC-3F729DF12F3B}"/>
                    </a:ext>
                  </a:extLst>
                </p14:cNvPr>
                <p14:cNvContentPartPr/>
                <p14:nvPr/>
              </p14:nvContentPartPr>
              <p14:xfrm>
                <a:off x="5549007" y="242945"/>
                <a:ext cx="52200" cy="208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3FDB885-ABBD-90E3-90BC-3F729DF12F3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40007" y="234305"/>
                  <a:ext cx="69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ACF4AB-42EC-F5C3-85AF-1278E957B742}"/>
                    </a:ext>
                  </a:extLst>
                </p14:cNvPr>
                <p14:cNvContentPartPr/>
                <p14:nvPr/>
              </p14:nvContentPartPr>
              <p14:xfrm>
                <a:off x="5562327" y="217025"/>
                <a:ext cx="162000" cy="5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ACF4AB-42EC-F5C3-85AF-1278E957B7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53327" y="208385"/>
                  <a:ext cx="179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6E94DF-C090-E3DF-1A19-B283E86AC5C0}"/>
                    </a:ext>
                  </a:extLst>
                </p14:cNvPr>
                <p14:cNvContentPartPr/>
                <p14:nvPr/>
              </p14:nvContentPartPr>
              <p14:xfrm>
                <a:off x="5570607" y="316385"/>
                <a:ext cx="178920" cy="2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6E94DF-C090-E3DF-1A19-B283E86AC5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61607" y="307385"/>
                  <a:ext cx="196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8960BB1-6B43-58D1-A836-1B827A68ACAC}"/>
                    </a:ext>
                  </a:extLst>
                </p14:cNvPr>
                <p14:cNvContentPartPr/>
                <p14:nvPr/>
              </p14:nvContentPartPr>
              <p14:xfrm>
                <a:off x="4016847" y="533105"/>
                <a:ext cx="1972080" cy="115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8960BB1-6B43-58D1-A836-1B827A68AC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08207" y="524465"/>
                  <a:ext cx="198972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CFAE11-15FC-3AD6-71C7-08AA6C008EB7}"/>
              </a:ext>
            </a:extLst>
          </p:cNvPr>
          <p:cNvGrpSpPr/>
          <p:nvPr/>
        </p:nvGrpSpPr>
        <p:grpSpPr>
          <a:xfrm>
            <a:off x="1272927" y="2297465"/>
            <a:ext cx="2969280" cy="450000"/>
            <a:chOff x="1272927" y="2297465"/>
            <a:chExt cx="296928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D8AFF0-9E87-0B7C-4928-504725026C6C}"/>
                    </a:ext>
                  </a:extLst>
                </p14:cNvPr>
                <p14:cNvContentPartPr/>
                <p14:nvPr/>
              </p14:nvContentPartPr>
              <p14:xfrm>
                <a:off x="1477047" y="2361545"/>
                <a:ext cx="70200" cy="206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D8AFF0-9E87-0B7C-4928-504725026C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68407" y="2352545"/>
                  <a:ext cx="87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3EE22BB-21E5-4BF5-04FD-A57855E2B0D3}"/>
                    </a:ext>
                  </a:extLst>
                </p14:cNvPr>
                <p14:cNvContentPartPr/>
                <p14:nvPr/>
              </p14:nvContentPartPr>
              <p14:xfrm>
                <a:off x="1272927" y="2297465"/>
                <a:ext cx="471600" cy="347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3EE22BB-21E5-4BF5-04FD-A57855E2B0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64287" y="2288825"/>
                  <a:ext cx="4892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D55B58-5707-BE11-63A2-255D427E652C}"/>
                    </a:ext>
                  </a:extLst>
                </p14:cNvPr>
                <p14:cNvContentPartPr/>
                <p14:nvPr/>
              </p14:nvContentPartPr>
              <p14:xfrm>
                <a:off x="1744167" y="2506985"/>
                <a:ext cx="90720" cy="106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D55B58-5707-BE11-63A2-255D427E65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35167" y="2497985"/>
                  <a:ext cx="108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81F1DF-B411-DA16-8982-1A38AE378EE8}"/>
                    </a:ext>
                  </a:extLst>
                </p14:cNvPr>
                <p14:cNvContentPartPr/>
                <p14:nvPr/>
              </p14:nvContentPartPr>
              <p14:xfrm>
                <a:off x="1895367" y="2493305"/>
                <a:ext cx="193680" cy="90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81F1DF-B411-DA16-8982-1A38AE378E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86367" y="2484305"/>
                  <a:ext cx="211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7876FC5-D15B-FCAB-A921-FCB64B84ED70}"/>
                    </a:ext>
                  </a:extLst>
                </p14:cNvPr>
                <p14:cNvContentPartPr/>
                <p14:nvPr/>
              </p14:nvContentPartPr>
              <p14:xfrm>
                <a:off x="2129727" y="2505905"/>
                <a:ext cx="157680" cy="9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7876FC5-D15B-FCAB-A921-FCB64B84ED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21087" y="2497265"/>
                  <a:ext cx="175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A17C76A-D873-376A-19BA-80E3EEA2273B}"/>
                    </a:ext>
                  </a:extLst>
                </p14:cNvPr>
                <p14:cNvContentPartPr/>
                <p14:nvPr/>
              </p14:nvContentPartPr>
              <p14:xfrm>
                <a:off x="2339967" y="2488265"/>
                <a:ext cx="87840" cy="110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A17C76A-D873-376A-19BA-80E3EEA227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30967" y="2479265"/>
                  <a:ext cx="105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9E255CD-97EB-7BDE-DA2B-D20734139C6F}"/>
                    </a:ext>
                  </a:extLst>
                </p14:cNvPr>
                <p14:cNvContentPartPr/>
                <p14:nvPr/>
              </p14:nvContentPartPr>
              <p14:xfrm>
                <a:off x="2458767" y="2517065"/>
                <a:ext cx="113040" cy="131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9E255CD-97EB-7BDE-DA2B-D20734139C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50127" y="2508065"/>
                  <a:ext cx="130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840B303-E63A-B3E8-D7D7-1501033D252B}"/>
                    </a:ext>
                  </a:extLst>
                </p14:cNvPr>
                <p14:cNvContentPartPr/>
                <p14:nvPr/>
              </p14:nvContentPartPr>
              <p14:xfrm>
                <a:off x="2662527" y="2407985"/>
                <a:ext cx="57600" cy="170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840B303-E63A-B3E8-D7D7-1501033D25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53527" y="2398985"/>
                  <a:ext cx="75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49BEBA-F219-9F9D-4E0B-38048B66DE85}"/>
                    </a:ext>
                  </a:extLst>
                </p14:cNvPr>
                <p14:cNvContentPartPr/>
                <p14:nvPr/>
              </p14:nvContentPartPr>
              <p14:xfrm>
                <a:off x="2643447" y="2469545"/>
                <a:ext cx="74160" cy="11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49BEBA-F219-9F9D-4E0B-38048B66DE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34807" y="2460905"/>
                  <a:ext cx="9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B126D27-84FD-A980-8E20-772E0A794C0C}"/>
                    </a:ext>
                  </a:extLst>
                </p14:cNvPr>
                <p14:cNvContentPartPr/>
                <p14:nvPr/>
              </p14:nvContentPartPr>
              <p14:xfrm>
                <a:off x="2858727" y="2500145"/>
                <a:ext cx="151560" cy="27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B126D27-84FD-A980-8E20-772E0A794C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49727" y="2491145"/>
                  <a:ext cx="169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046307-7FCC-92B7-EE7E-C965A7AED385}"/>
                    </a:ext>
                  </a:extLst>
                </p14:cNvPr>
                <p14:cNvContentPartPr/>
                <p14:nvPr/>
              </p14:nvContentPartPr>
              <p14:xfrm>
                <a:off x="2961687" y="2472425"/>
                <a:ext cx="64080" cy="123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046307-7FCC-92B7-EE7E-C965A7AED38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53047" y="2463425"/>
                  <a:ext cx="81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DC03A25-0787-74F4-00D6-42DA331AA13C}"/>
                    </a:ext>
                  </a:extLst>
                </p14:cNvPr>
                <p14:cNvContentPartPr/>
                <p14:nvPr/>
              </p14:nvContentPartPr>
              <p14:xfrm>
                <a:off x="3047367" y="2342825"/>
                <a:ext cx="389880" cy="404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DC03A25-0787-74F4-00D6-42DA331AA13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38727" y="2333825"/>
                  <a:ext cx="4075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6A262FA-00B9-F8AD-BCB9-BE45064A2804}"/>
                    </a:ext>
                  </a:extLst>
                </p14:cNvPr>
                <p14:cNvContentPartPr/>
                <p14:nvPr/>
              </p14:nvContentPartPr>
              <p14:xfrm>
                <a:off x="3361287" y="2549105"/>
                <a:ext cx="64080" cy="83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6A262FA-00B9-F8AD-BCB9-BE45064A28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52287" y="2540465"/>
                  <a:ext cx="81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630E36-C87A-34EC-1938-52F13F38BB2F}"/>
                    </a:ext>
                  </a:extLst>
                </p14:cNvPr>
                <p14:cNvContentPartPr/>
                <p14:nvPr/>
              </p14:nvContentPartPr>
              <p14:xfrm>
                <a:off x="3458127" y="2552345"/>
                <a:ext cx="83520" cy="89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630E36-C87A-34EC-1938-52F13F38BB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49487" y="2543345"/>
                  <a:ext cx="101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E2E88F-0B08-A22C-6CA1-D32C460D4255}"/>
                    </a:ext>
                  </a:extLst>
                </p14:cNvPr>
                <p14:cNvContentPartPr/>
                <p14:nvPr/>
              </p14:nvContentPartPr>
              <p14:xfrm>
                <a:off x="3616167" y="2473505"/>
                <a:ext cx="46080" cy="148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E2E88F-0B08-A22C-6CA1-D32C460D42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07167" y="2464505"/>
                  <a:ext cx="63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D73998-CD7A-F8FD-9EDF-4659CC37C503}"/>
                    </a:ext>
                  </a:extLst>
                </p14:cNvPr>
                <p14:cNvContentPartPr/>
                <p14:nvPr/>
              </p14:nvContentPartPr>
              <p14:xfrm>
                <a:off x="3616527" y="2535065"/>
                <a:ext cx="91080" cy="14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D73998-CD7A-F8FD-9EDF-4659CC37C5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07527" y="2526065"/>
                  <a:ext cx="10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5BBED5-D376-18D0-3254-F5DFC34396E4}"/>
                    </a:ext>
                  </a:extLst>
                </p14:cNvPr>
                <p14:cNvContentPartPr/>
                <p14:nvPr/>
              </p14:nvContentPartPr>
              <p14:xfrm>
                <a:off x="3708687" y="2528945"/>
                <a:ext cx="69840" cy="91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5BBED5-D376-18D0-3254-F5DFC34396E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99687" y="2519945"/>
                  <a:ext cx="87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2DF8987-CA54-0FB8-0D17-526CA3D8D7F7}"/>
                    </a:ext>
                  </a:extLst>
                </p14:cNvPr>
                <p14:cNvContentPartPr/>
                <p14:nvPr/>
              </p14:nvContentPartPr>
              <p14:xfrm>
                <a:off x="3810207" y="2546945"/>
                <a:ext cx="93240" cy="101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2DF8987-CA54-0FB8-0D17-526CA3D8D7F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01207" y="2537945"/>
                  <a:ext cx="110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93F48FC-DF1C-9B8C-A25F-054301271CA2}"/>
                    </a:ext>
                  </a:extLst>
                </p14:cNvPr>
                <p14:cNvContentPartPr/>
                <p14:nvPr/>
              </p14:nvContentPartPr>
              <p14:xfrm>
                <a:off x="3957447" y="2548025"/>
                <a:ext cx="284760" cy="134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93F48FC-DF1C-9B8C-A25F-054301271CA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48447" y="2539385"/>
                  <a:ext cx="30240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2DD537B-1566-D59E-BA84-38A4884DE8E8}"/>
              </a:ext>
            </a:extLst>
          </p:cNvPr>
          <p:cNvGrpSpPr/>
          <p:nvPr/>
        </p:nvGrpSpPr>
        <p:grpSpPr>
          <a:xfrm>
            <a:off x="3061407" y="2868065"/>
            <a:ext cx="954360" cy="302760"/>
            <a:chOff x="3061407" y="2868065"/>
            <a:chExt cx="95436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63FECB-C413-109F-DADB-66B0CEB119BA}"/>
                    </a:ext>
                  </a:extLst>
                </p14:cNvPr>
                <p14:cNvContentPartPr/>
                <p14:nvPr/>
              </p14:nvContentPartPr>
              <p14:xfrm>
                <a:off x="3174087" y="2889305"/>
                <a:ext cx="18360" cy="28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63FECB-C413-109F-DADB-66B0CEB119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65087" y="2880665"/>
                  <a:ext cx="360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5E01EF-84FC-B27C-095B-FDEAB0254CFC}"/>
                    </a:ext>
                  </a:extLst>
                </p14:cNvPr>
                <p14:cNvContentPartPr/>
                <p14:nvPr/>
              </p14:nvContentPartPr>
              <p14:xfrm>
                <a:off x="3061407" y="2868065"/>
                <a:ext cx="383760" cy="248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5E01EF-84FC-B27C-095B-FDEAB0254C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52407" y="2859425"/>
                  <a:ext cx="401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5512D5A-7A16-4243-2187-F39087334D95}"/>
                    </a:ext>
                  </a:extLst>
                </p14:cNvPr>
                <p14:cNvContentPartPr/>
                <p14:nvPr/>
              </p14:nvContentPartPr>
              <p14:xfrm>
                <a:off x="3470727" y="3034025"/>
                <a:ext cx="130680" cy="106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5512D5A-7A16-4243-2187-F39087334D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62087" y="3025025"/>
                  <a:ext cx="148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E59D2BD-56AB-3F73-1E60-BA9A25C1905E}"/>
                    </a:ext>
                  </a:extLst>
                </p14:cNvPr>
                <p14:cNvContentPartPr/>
                <p14:nvPr/>
              </p14:nvContentPartPr>
              <p14:xfrm>
                <a:off x="3631647" y="3062105"/>
                <a:ext cx="32760" cy="78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E59D2BD-56AB-3F73-1E60-BA9A25C190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22647" y="3053465"/>
                  <a:ext cx="504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EFFAB4D-C5DD-B1DF-5923-2F4AABB6437C}"/>
                    </a:ext>
                  </a:extLst>
                </p14:cNvPr>
                <p14:cNvContentPartPr/>
                <p14:nvPr/>
              </p14:nvContentPartPr>
              <p14:xfrm>
                <a:off x="3659367" y="3029345"/>
                <a:ext cx="28800" cy="16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EFFAB4D-C5DD-B1DF-5923-2F4AABB643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50367" y="3020345"/>
                  <a:ext cx="46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CD52653-9316-D9A7-9060-639A8163BF54}"/>
                    </a:ext>
                  </a:extLst>
                </p14:cNvPr>
                <p14:cNvContentPartPr/>
                <p14:nvPr/>
              </p14:nvContentPartPr>
              <p14:xfrm>
                <a:off x="3690687" y="3006305"/>
                <a:ext cx="325080" cy="11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CD52653-9316-D9A7-9060-639A8163BF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82047" y="2997305"/>
                  <a:ext cx="3427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4F3CBA4-8970-D675-1783-FE0369C7CC27}"/>
              </a:ext>
            </a:extLst>
          </p:cNvPr>
          <p:cNvGrpSpPr/>
          <p:nvPr/>
        </p:nvGrpSpPr>
        <p:grpSpPr>
          <a:xfrm>
            <a:off x="3107487" y="3245705"/>
            <a:ext cx="1380240" cy="437400"/>
            <a:chOff x="3107487" y="3245705"/>
            <a:chExt cx="138024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8588B71-6B7C-A118-1267-FF74C07194F2}"/>
                    </a:ext>
                  </a:extLst>
                </p14:cNvPr>
                <p14:cNvContentPartPr/>
                <p14:nvPr/>
              </p14:nvContentPartPr>
              <p14:xfrm>
                <a:off x="3200727" y="3245705"/>
                <a:ext cx="136080" cy="437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8588B71-6B7C-A118-1267-FF74C07194F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91727" y="3237065"/>
                  <a:ext cx="1537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01FAB19-ABE7-F5CA-C6E7-A4747E7250B4}"/>
                    </a:ext>
                  </a:extLst>
                </p14:cNvPr>
                <p14:cNvContentPartPr/>
                <p14:nvPr/>
              </p14:nvContentPartPr>
              <p14:xfrm>
                <a:off x="3107487" y="3459545"/>
                <a:ext cx="426960" cy="108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01FAB19-ABE7-F5CA-C6E7-A4747E7250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98487" y="3450905"/>
                  <a:ext cx="444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F0631A-9F86-ADC7-D412-02353B0FB0EA}"/>
                    </a:ext>
                  </a:extLst>
                </p14:cNvPr>
                <p14:cNvContentPartPr/>
                <p14:nvPr/>
              </p14:nvContentPartPr>
              <p14:xfrm>
                <a:off x="3560007" y="3332105"/>
                <a:ext cx="333000" cy="228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F0631A-9F86-ADC7-D412-02353B0FB0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51007" y="3323465"/>
                  <a:ext cx="350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64F268-FE1D-CAB2-9F15-96288B748009}"/>
                    </a:ext>
                  </a:extLst>
                </p14:cNvPr>
                <p14:cNvContentPartPr/>
                <p14:nvPr/>
              </p14:nvContentPartPr>
              <p14:xfrm>
                <a:off x="4001367" y="3374945"/>
                <a:ext cx="321840" cy="163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64F268-FE1D-CAB2-9F15-96288B74800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92367" y="3365945"/>
                  <a:ext cx="339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A4385D-A15C-7A69-D34C-4D2F79C6A8AD}"/>
                    </a:ext>
                  </a:extLst>
                </p14:cNvPr>
                <p14:cNvContentPartPr/>
                <p14:nvPr/>
              </p14:nvContentPartPr>
              <p14:xfrm>
                <a:off x="4298367" y="3422825"/>
                <a:ext cx="189360" cy="95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A4385D-A15C-7A69-D34C-4D2F79C6A8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89367" y="3413825"/>
                  <a:ext cx="2070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E71DF2C-CFB0-6FF7-A395-19AA417DF412}"/>
              </a:ext>
            </a:extLst>
          </p:cNvPr>
          <p:cNvGrpSpPr/>
          <p:nvPr/>
        </p:nvGrpSpPr>
        <p:grpSpPr>
          <a:xfrm>
            <a:off x="3083727" y="3818825"/>
            <a:ext cx="834120" cy="310320"/>
            <a:chOff x="3083727" y="3818825"/>
            <a:chExt cx="83412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700609-E184-C6AF-336D-0A93FD2C9862}"/>
                    </a:ext>
                  </a:extLst>
                </p14:cNvPr>
                <p14:cNvContentPartPr/>
                <p14:nvPr/>
              </p14:nvContentPartPr>
              <p14:xfrm>
                <a:off x="3203247" y="3818825"/>
                <a:ext cx="135720" cy="220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700609-E184-C6AF-336D-0A93FD2C986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94607" y="3810185"/>
                  <a:ext cx="153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933615C-9A85-A414-3700-B793717950F8}"/>
                    </a:ext>
                  </a:extLst>
                </p14:cNvPr>
                <p14:cNvContentPartPr/>
                <p14:nvPr/>
              </p14:nvContentPartPr>
              <p14:xfrm>
                <a:off x="3083727" y="3921785"/>
                <a:ext cx="531360" cy="95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933615C-9A85-A414-3700-B793717950F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75087" y="3912785"/>
                  <a:ext cx="549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19D9CDC-BA2A-1C36-B425-A2FED5FBBCC0}"/>
                    </a:ext>
                  </a:extLst>
                </p14:cNvPr>
                <p14:cNvContentPartPr/>
                <p14:nvPr/>
              </p14:nvContentPartPr>
              <p14:xfrm>
                <a:off x="3620487" y="3935465"/>
                <a:ext cx="196200" cy="87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19D9CDC-BA2A-1C36-B425-A2FED5FBBC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11847" y="3926825"/>
                  <a:ext cx="213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B5D6D1A-7894-79D1-F4ED-FE590B49B824}"/>
                    </a:ext>
                  </a:extLst>
                </p14:cNvPr>
                <p14:cNvContentPartPr/>
                <p14:nvPr/>
              </p14:nvContentPartPr>
              <p14:xfrm>
                <a:off x="3757647" y="3892625"/>
                <a:ext cx="83160" cy="46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B5D6D1A-7894-79D1-F4ED-FE590B49B82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49007" y="3883985"/>
                  <a:ext cx="100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02CB27B-40A1-515B-2AA6-1E14230D4450}"/>
                    </a:ext>
                  </a:extLst>
                </p14:cNvPr>
                <p14:cNvContentPartPr/>
                <p14:nvPr/>
              </p14:nvContentPartPr>
              <p14:xfrm>
                <a:off x="3888687" y="3856265"/>
                <a:ext cx="29160" cy="272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02CB27B-40A1-515B-2AA6-1E14230D445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79687" y="3847625"/>
                  <a:ext cx="4680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D752D81-CA95-3F74-9100-B006F0A1E7C5}"/>
              </a:ext>
            </a:extLst>
          </p:cNvPr>
          <p:cNvGrpSpPr/>
          <p:nvPr/>
        </p:nvGrpSpPr>
        <p:grpSpPr>
          <a:xfrm>
            <a:off x="3050247" y="4209425"/>
            <a:ext cx="1418760" cy="417600"/>
            <a:chOff x="3050247" y="4209425"/>
            <a:chExt cx="141876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78761B3-F052-3C39-447F-0D001DDA6C93}"/>
                    </a:ext>
                  </a:extLst>
                </p14:cNvPr>
                <p14:cNvContentPartPr/>
                <p14:nvPr/>
              </p14:nvContentPartPr>
              <p14:xfrm>
                <a:off x="3154647" y="4213385"/>
                <a:ext cx="36000" cy="349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78761B3-F052-3C39-447F-0D001DDA6C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45647" y="4204745"/>
                  <a:ext cx="536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5864258-240E-1C57-97DA-4019CDD6A366}"/>
                    </a:ext>
                  </a:extLst>
                </p14:cNvPr>
                <p14:cNvContentPartPr/>
                <p14:nvPr/>
              </p14:nvContentPartPr>
              <p14:xfrm>
                <a:off x="3050247" y="4209425"/>
                <a:ext cx="311400" cy="233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5864258-240E-1C57-97DA-4019CDD6A3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41247" y="4200425"/>
                  <a:ext cx="329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B537459-7D82-10AC-FAFA-D4EF36724D08}"/>
                    </a:ext>
                  </a:extLst>
                </p14:cNvPr>
                <p14:cNvContentPartPr/>
                <p14:nvPr/>
              </p14:nvContentPartPr>
              <p14:xfrm>
                <a:off x="3362007" y="4403105"/>
                <a:ext cx="77400" cy="9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B537459-7D82-10AC-FAFA-D4EF36724D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53007" y="4394465"/>
                  <a:ext cx="95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71E224C-6DF2-B41E-676D-F97BA838C2C7}"/>
                    </a:ext>
                  </a:extLst>
                </p14:cNvPr>
                <p14:cNvContentPartPr/>
                <p14:nvPr/>
              </p14:nvContentPartPr>
              <p14:xfrm>
                <a:off x="3451287" y="4394105"/>
                <a:ext cx="418680" cy="232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71E224C-6DF2-B41E-676D-F97BA838C2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42647" y="4385465"/>
                  <a:ext cx="436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4BB1837-19E8-BD4B-E2C8-B6F666F2A0C9}"/>
                    </a:ext>
                  </a:extLst>
                </p14:cNvPr>
                <p14:cNvContentPartPr/>
                <p14:nvPr/>
              </p14:nvContentPartPr>
              <p14:xfrm>
                <a:off x="3918567" y="4389065"/>
                <a:ext cx="152640" cy="73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4BB1837-19E8-BD4B-E2C8-B6F666F2A0C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09567" y="4380065"/>
                  <a:ext cx="170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5C9C9B9-C528-737C-7EBC-B8639FC4746D}"/>
                    </a:ext>
                  </a:extLst>
                </p14:cNvPr>
                <p14:cNvContentPartPr/>
                <p14:nvPr/>
              </p14:nvContentPartPr>
              <p14:xfrm>
                <a:off x="4088847" y="4390865"/>
                <a:ext cx="248400" cy="157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5C9C9B9-C528-737C-7EBC-B8639FC4746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79847" y="4382225"/>
                  <a:ext cx="266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C747E43-5FAC-CBBF-BD11-964ED5A91F5F}"/>
                    </a:ext>
                  </a:extLst>
                </p14:cNvPr>
                <p14:cNvContentPartPr/>
                <p14:nvPr/>
              </p14:nvContentPartPr>
              <p14:xfrm>
                <a:off x="4380447" y="4266665"/>
                <a:ext cx="88560" cy="289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C747E43-5FAC-CBBF-BD11-964ED5A91F5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71447" y="4258025"/>
                  <a:ext cx="10620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67A95BA-DEF4-F575-5845-5F6E4F3A25EA}"/>
              </a:ext>
            </a:extLst>
          </p:cNvPr>
          <p:cNvGrpSpPr/>
          <p:nvPr/>
        </p:nvGrpSpPr>
        <p:grpSpPr>
          <a:xfrm>
            <a:off x="8357520" y="3791094"/>
            <a:ext cx="1212840" cy="228600"/>
            <a:chOff x="8357520" y="3791094"/>
            <a:chExt cx="121284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75F532F-4D7D-C217-16E1-1E385351BD91}"/>
                    </a:ext>
                  </a:extLst>
                </p14:cNvPr>
                <p14:cNvContentPartPr/>
                <p14:nvPr/>
              </p14:nvContentPartPr>
              <p14:xfrm>
                <a:off x="8357520" y="3791094"/>
                <a:ext cx="254160" cy="228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75F532F-4D7D-C217-16E1-1E385351BD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348880" y="3782094"/>
                  <a:ext cx="271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94C8566-01FF-4AA0-F34E-AEA31A8B8E56}"/>
                    </a:ext>
                  </a:extLst>
                </p14:cNvPr>
                <p14:cNvContentPartPr/>
                <p14:nvPr/>
              </p14:nvContentPartPr>
              <p14:xfrm>
                <a:off x="8636520" y="3900174"/>
                <a:ext cx="230760" cy="99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94C8566-01FF-4AA0-F34E-AEA31A8B8E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27520" y="3891174"/>
                  <a:ext cx="248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CA7529-5861-8792-A74B-7FBAA134A2B5}"/>
                    </a:ext>
                  </a:extLst>
                </p14:cNvPr>
                <p14:cNvContentPartPr/>
                <p14:nvPr/>
              </p14:nvContentPartPr>
              <p14:xfrm>
                <a:off x="8980680" y="3889014"/>
                <a:ext cx="218880" cy="39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CA7529-5861-8792-A74B-7FBAA134A2B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972040" y="3880374"/>
                  <a:ext cx="236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A59D8DC-BA87-2576-BC58-142475190898}"/>
                    </a:ext>
                  </a:extLst>
                </p14:cNvPr>
                <p14:cNvContentPartPr/>
                <p14:nvPr/>
              </p14:nvContentPartPr>
              <p14:xfrm>
                <a:off x="9165360" y="3834294"/>
                <a:ext cx="69840" cy="162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A59D8DC-BA87-2576-BC58-1424751908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56360" y="3825654"/>
                  <a:ext cx="87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F39FC92-D24C-08A1-82D1-095ABB25E824}"/>
                    </a:ext>
                  </a:extLst>
                </p14:cNvPr>
                <p14:cNvContentPartPr/>
                <p14:nvPr/>
              </p14:nvContentPartPr>
              <p14:xfrm>
                <a:off x="9355080" y="3835014"/>
                <a:ext cx="30600" cy="130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F39FC92-D24C-08A1-82D1-095ABB25E82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6440" y="3826014"/>
                  <a:ext cx="48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55142BD-CFF4-9FE9-3335-40DB63B19339}"/>
                    </a:ext>
                  </a:extLst>
                </p14:cNvPr>
                <p14:cNvContentPartPr/>
                <p14:nvPr/>
              </p14:nvContentPartPr>
              <p14:xfrm>
                <a:off x="9463080" y="3819894"/>
                <a:ext cx="107280" cy="154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55142BD-CFF4-9FE9-3335-40DB63B193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54440" y="3811254"/>
                  <a:ext cx="12492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359ADA77-D05B-1D9A-1D14-217D06932C0A}"/>
              </a:ext>
            </a:extLst>
          </p:cNvPr>
          <p:cNvGrpSpPr/>
          <p:nvPr/>
        </p:nvGrpSpPr>
        <p:grpSpPr>
          <a:xfrm>
            <a:off x="4045287" y="-27415"/>
            <a:ext cx="7790760" cy="2884309"/>
            <a:chOff x="4045287" y="-27415"/>
            <a:chExt cx="7790760" cy="288430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3884145-C1EF-5AFA-C707-5C310AFBD1B1}"/>
                    </a:ext>
                  </a:extLst>
                </p14:cNvPr>
                <p14:cNvContentPartPr/>
                <p14:nvPr/>
              </p14:nvContentPartPr>
              <p14:xfrm>
                <a:off x="8041080" y="2218614"/>
                <a:ext cx="345960" cy="418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3884145-C1EF-5AFA-C707-5C310AFBD1B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32080" y="2209614"/>
                  <a:ext cx="3636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FF59BAB-F2CB-A2D4-F57C-44FFF0C4AEB1}"/>
                    </a:ext>
                  </a:extLst>
                </p14:cNvPr>
                <p14:cNvContentPartPr/>
                <p14:nvPr/>
              </p14:nvContentPartPr>
              <p14:xfrm>
                <a:off x="8330160" y="2508774"/>
                <a:ext cx="57960" cy="93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FF59BAB-F2CB-A2D4-F57C-44FFF0C4AE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21160" y="2500134"/>
                  <a:ext cx="75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8483DE-2456-54D8-C686-7A6CE4ADB6E7}"/>
                    </a:ext>
                  </a:extLst>
                </p14:cNvPr>
                <p14:cNvContentPartPr/>
                <p14:nvPr/>
              </p14:nvContentPartPr>
              <p14:xfrm>
                <a:off x="8455800" y="2498334"/>
                <a:ext cx="229680" cy="358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8483DE-2456-54D8-C686-7A6CE4ADB6E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446800" y="2489694"/>
                  <a:ext cx="2473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5291ADC-041D-875A-9508-1B2657585834}"/>
                    </a:ext>
                  </a:extLst>
                </p14:cNvPr>
                <p14:cNvContentPartPr/>
                <p14:nvPr/>
              </p14:nvContentPartPr>
              <p14:xfrm>
                <a:off x="9056640" y="2195214"/>
                <a:ext cx="268560" cy="393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5291ADC-041D-875A-9508-1B265758583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48000" y="2186214"/>
                  <a:ext cx="286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337E7BC-2D1E-69C5-121B-A1B7136C0BE0}"/>
                    </a:ext>
                  </a:extLst>
                </p14:cNvPr>
                <p14:cNvContentPartPr/>
                <p14:nvPr/>
              </p14:nvContentPartPr>
              <p14:xfrm>
                <a:off x="9378840" y="2433174"/>
                <a:ext cx="180360" cy="10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337E7BC-2D1E-69C5-121B-A1B7136C0BE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69840" y="2424534"/>
                  <a:ext cx="198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ED8BA6B-432C-2778-34E7-688666FB7076}"/>
                    </a:ext>
                  </a:extLst>
                </p14:cNvPr>
                <p14:cNvContentPartPr/>
                <p14:nvPr/>
              </p14:nvContentPartPr>
              <p14:xfrm>
                <a:off x="9604200" y="2410134"/>
                <a:ext cx="166320" cy="9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ED8BA6B-432C-2778-34E7-688666FB707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95200" y="2401494"/>
                  <a:ext cx="183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D3801E4-D392-5EB3-2883-AEDABC3D2F54}"/>
                    </a:ext>
                  </a:extLst>
                </p14:cNvPr>
                <p14:cNvContentPartPr/>
                <p14:nvPr/>
              </p14:nvContentPartPr>
              <p14:xfrm>
                <a:off x="9793560" y="2279094"/>
                <a:ext cx="356040" cy="214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D3801E4-D392-5EB3-2883-AEDABC3D2F5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84920" y="2270094"/>
                  <a:ext cx="373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6F699C-EE51-BFE1-F668-B1DFFCEC5953}"/>
                    </a:ext>
                  </a:extLst>
                </p14:cNvPr>
                <p14:cNvContentPartPr/>
                <p14:nvPr/>
              </p14:nvContentPartPr>
              <p14:xfrm>
                <a:off x="10086240" y="2314014"/>
                <a:ext cx="152640" cy="6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6F699C-EE51-BFE1-F668-B1DFFCEC59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077600" y="2305014"/>
                  <a:ext cx="170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7161895-23A8-11D6-A975-C22C916F9211}"/>
                    </a:ext>
                  </a:extLst>
                </p14:cNvPr>
                <p14:cNvContentPartPr/>
                <p14:nvPr/>
              </p14:nvContentPartPr>
              <p14:xfrm>
                <a:off x="4052127" y="990665"/>
                <a:ext cx="141120" cy="5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7161895-23A8-11D6-A975-C22C916F921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43127" y="982025"/>
                  <a:ext cx="158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CB89BF1-3141-385D-8202-C9652D31E42A}"/>
                    </a:ext>
                  </a:extLst>
                </p14:cNvPr>
                <p14:cNvContentPartPr/>
                <p14:nvPr/>
              </p14:nvContentPartPr>
              <p14:xfrm>
                <a:off x="4045287" y="1045025"/>
                <a:ext cx="195840" cy="230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CB89BF1-3141-385D-8202-C9652D31E42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36287" y="1036385"/>
                  <a:ext cx="213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800891-94CB-E634-324A-9CEBCC74E805}"/>
                    </a:ext>
                  </a:extLst>
                </p14:cNvPr>
                <p14:cNvContentPartPr/>
                <p14:nvPr/>
              </p14:nvContentPartPr>
              <p14:xfrm>
                <a:off x="4491327" y="823985"/>
                <a:ext cx="20160" cy="117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800891-94CB-E634-324A-9CEBCC74E80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482687" y="815345"/>
                  <a:ext cx="37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D53F890-2005-761A-5934-1F0056E97FE4}"/>
                    </a:ext>
                  </a:extLst>
                </p14:cNvPr>
                <p14:cNvContentPartPr/>
                <p14:nvPr/>
              </p14:nvContentPartPr>
              <p14:xfrm>
                <a:off x="4532727" y="823985"/>
                <a:ext cx="154440" cy="151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D53F890-2005-761A-5934-1F0056E97F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24087" y="815345"/>
                  <a:ext cx="172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6615A9F-63E7-7C06-6279-926F48BC80FA}"/>
                    </a:ext>
                  </a:extLst>
                </p14:cNvPr>
                <p14:cNvContentPartPr/>
                <p14:nvPr/>
              </p14:nvContentPartPr>
              <p14:xfrm>
                <a:off x="4366767" y="1023425"/>
                <a:ext cx="492840" cy="122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6615A9F-63E7-7C06-6279-926F48BC80F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58127" y="1014785"/>
                  <a:ext cx="510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7C521D5-156A-5719-0A71-4E8B576284C2}"/>
                    </a:ext>
                  </a:extLst>
                </p14:cNvPr>
                <p14:cNvContentPartPr/>
                <p14:nvPr/>
              </p14:nvContentPartPr>
              <p14:xfrm>
                <a:off x="4463247" y="1072025"/>
                <a:ext cx="353160" cy="162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7C521D5-156A-5719-0A71-4E8B576284C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54247" y="1063025"/>
                  <a:ext cx="370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5E97C88-E72C-20E9-C844-8CAE8068EF53}"/>
                    </a:ext>
                  </a:extLst>
                </p14:cNvPr>
                <p14:cNvContentPartPr/>
                <p14:nvPr/>
              </p14:nvContentPartPr>
              <p14:xfrm>
                <a:off x="4825047" y="822905"/>
                <a:ext cx="281160" cy="42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5E97C88-E72C-20E9-C844-8CAE8068EF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16047" y="814265"/>
                  <a:ext cx="298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2635D7A-C16F-E347-01F8-48597442BF01}"/>
                    </a:ext>
                  </a:extLst>
                </p14:cNvPr>
                <p14:cNvContentPartPr/>
                <p14:nvPr/>
              </p14:nvContentPartPr>
              <p14:xfrm>
                <a:off x="5086767" y="782225"/>
                <a:ext cx="78840" cy="1191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2635D7A-C16F-E347-01F8-48597442BF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77767" y="773225"/>
                  <a:ext cx="9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167782A-2496-37FC-4E84-60ABA7B274E0}"/>
                    </a:ext>
                  </a:extLst>
                </p14:cNvPr>
                <p14:cNvContentPartPr/>
                <p14:nvPr/>
              </p14:nvContentPartPr>
              <p14:xfrm>
                <a:off x="5368287" y="776825"/>
                <a:ext cx="22680" cy="155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167782A-2496-37FC-4E84-60ABA7B274E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59647" y="767825"/>
                  <a:ext cx="40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070E9E3-FBAF-5CB6-4CBD-F07E97F5F0E3}"/>
                    </a:ext>
                  </a:extLst>
                </p14:cNvPr>
                <p14:cNvContentPartPr/>
                <p14:nvPr/>
              </p14:nvContentPartPr>
              <p14:xfrm>
                <a:off x="5271087" y="736865"/>
                <a:ext cx="181440" cy="38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070E9E3-FBAF-5CB6-4CBD-F07E97F5F0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62087" y="728225"/>
                  <a:ext cx="199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546E3E4-30DA-A533-B6E9-128D10DDCB8C}"/>
                    </a:ext>
                  </a:extLst>
                </p14:cNvPr>
                <p14:cNvContentPartPr/>
                <p14:nvPr/>
              </p14:nvContentPartPr>
              <p14:xfrm>
                <a:off x="5466927" y="825785"/>
                <a:ext cx="61560" cy="79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546E3E4-30DA-A533-B6E9-128D10DDCB8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58287" y="816785"/>
                  <a:ext cx="79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F08E367-79DF-D4D5-8F64-8A178BFCA929}"/>
                    </a:ext>
                  </a:extLst>
                </p14:cNvPr>
                <p14:cNvContentPartPr/>
                <p14:nvPr/>
              </p14:nvContentPartPr>
              <p14:xfrm>
                <a:off x="5574207" y="747665"/>
                <a:ext cx="80640" cy="145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F08E367-79DF-D4D5-8F64-8A178BFCA92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65207" y="739025"/>
                  <a:ext cx="98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98179FB-87FC-3ECA-7538-C6E4DE541CDB}"/>
                    </a:ext>
                  </a:extLst>
                </p14:cNvPr>
                <p14:cNvContentPartPr/>
                <p14:nvPr/>
              </p14:nvContentPartPr>
              <p14:xfrm>
                <a:off x="5559447" y="791945"/>
                <a:ext cx="106920" cy="378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98179FB-87FC-3ECA-7538-C6E4DE541C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50447" y="782945"/>
                  <a:ext cx="124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E022500-A262-8D15-13D1-95506828BB98}"/>
                    </a:ext>
                  </a:extLst>
                </p14:cNvPr>
                <p14:cNvContentPartPr/>
                <p14:nvPr/>
              </p14:nvContentPartPr>
              <p14:xfrm>
                <a:off x="5712807" y="777185"/>
                <a:ext cx="160560" cy="78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E022500-A262-8D15-13D1-95506828BB9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04167" y="768185"/>
                  <a:ext cx="178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E69B1F4-BF43-CE4C-EB7B-B80A9AA5C15C}"/>
                    </a:ext>
                  </a:extLst>
                </p14:cNvPr>
                <p14:cNvContentPartPr/>
                <p14:nvPr/>
              </p14:nvContentPartPr>
              <p14:xfrm>
                <a:off x="5883807" y="697625"/>
                <a:ext cx="14760" cy="18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E69B1F4-BF43-CE4C-EB7B-B80A9AA5C15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75167" y="688985"/>
                  <a:ext cx="32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4180F3C-9646-18CC-B53E-BD56E9B8C5CB}"/>
                    </a:ext>
                  </a:extLst>
                </p14:cNvPr>
                <p14:cNvContentPartPr/>
                <p14:nvPr/>
              </p14:nvContentPartPr>
              <p14:xfrm>
                <a:off x="6074247" y="714905"/>
                <a:ext cx="118800" cy="95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4180F3C-9646-18CC-B53E-BD56E9B8C5C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65247" y="705905"/>
                  <a:ext cx="136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5A3D08A-A107-400E-EA52-CD9F960F6E59}"/>
                    </a:ext>
                  </a:extLst>
                </p14:cNvPr>
                <p14:cNvContentPartPr/>
                <p14:nvPr/>
              </p14:nvContentPartPr>
              <p14:xfrm>
                <a:off x="6220407" y="710585"/>
                <a:ext cx="49680" cy="81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5A3D08A-A107-400E-EA52-CD9F960F6E5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11407" y="701585"/>
                  <a:ext cx="67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5D38133-7CC7-4333-30FD-67B5CFC244EB}"/>
                    </a:ext>
                  </a:extLst>
                </p14:cNvPr>
                <p14:cNvContentPartPr/>
                <p14:nvPr/>
              </p14:nvContentPartPr>
              <p14:xfrm>
                <a:off x="6240207" y="575585"/>
                <a:ext cx="118080" cy="86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5D38133-7CC7-4333-30FD-67B5CFC244E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31567" y="566945"/>
                  <a:ext cx="135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C38A3D1-67CA-C08B-56FA-AE41A8CA1E4C}"/>
                    </a:ext>
                  </a:extLst>
                </p14:cNvPr>
                <p14:cNvContentPartPr/>
                <p14:nvPr/>
              </p14:nvContentPartPr>
              <p14:xfrm>
                <a:off x="6292047" y="657305"/>
                <a:ext cx="185040" cy="399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C38A3D1-67CA-C08B-56FA-AE41A8CA1E4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83407" y="648665"/>
                  <a:ext cx="202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0980D9F-A7A3-6C23-0D32-BF1D9CE7C0EF}"/>
                    </a:ext>
                  </a:extLst>
                </p14:cNvPr>
                <p14:cNvContentPartPr/>
                <p14:nvPr/>
              </p14:nvContentPartPr>
              <p14:xfrm>
                <a:off x="6584007" y="573425"/>
                <a:ext cx="56160" cy="203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0980D9F-A7A3-6C23-0D32-BF1D9CE7C0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75007" y="564785"/>
                  <a:ext cx="73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71A73D3-63B9-0A22-02D1-A9B5CF2796B8}"/>
                    </a:ext>
                  </a:extLst>
                </p14:cNvPr>
                <p14:cNvContentPartPr/>
                <p14:nvPr/>
              </p14:nvContentPartPr>
              <p14:xfrm>
                <a:off x="6560607" y="670265"/>
                <a:ext cx="164160" cy="47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71A73D3-63B9-0A22-02D1-A9B5CF2796B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51967" y="661265"/>
                  <a:ext cx="181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969AEFF-FC06-1D01-75E4-E58A3FB83519}"/>
                    </a:ext>
                  </a:extLst>
                </p14:cNvPr>
                <p14:cNvContentPartPr/>
                <p14:nvPr/>
              </p14:nvContentPartPr>
              <p14:xfrm>
                <a:off x="6726207" y="645065"/>
                <a:ext cx="32400" cy="83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969AEFF-FC06-1D01-75E4-E58A3FB8351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17207" y="636425"/>
                  <a:ext cx="50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1F959ED-00CC-6FF2-18B2-029B114606E5}"/>
                    </a:ext>
                  </a:extLst>
                </p14:cNvPr>
                <p14:cNvContentPartPr/>
                <p14:nvPr/>
              </p14:nvContentPartPr>
              <p14:xfrm>
                <a:off x="6714327" y="583145"/>
                <a:ext cx="46800" cy="45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1F959ED-00CC-6FF2-18B2-029B114606E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05687" y="574505"/>
                  <a:ext cx="64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44DDAE1-5D83-7623-9C1D-0F5F6EF984A4}"/>
                    </a:ext>
                  </a:extLst>
                </p14:cNvPr>
                <p14:cNvContentPartPr/>
                <p14:nvPr/>
              </p14:nvContentPartPr>
              <p14:xfrm>
                <a:off x="6769767" y="617705"/>
                <a:ext cx="176760" cy="86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44DDAE1-5D83-7623-9C1D-0F5F6EF984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60767" y="609065"/>
                  <a:ext cx="194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D70EA3F-9E2A-C351-9795-6DAE81000136}"/>
                    </a:ext>
                  </a:extLst>
                </p14:cNvPr>
                <p14:cNvContentPartPr/>
                <p14:nvPr/>
              </p14:nvContentPartPr>
              <p14:xfrm>
                <a:off x="6956607" y="591425"/>
                <a:ext cx="128880" cy="91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D70EA3F-9E2A-C351-9795-6DAE8100013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47967" y="582425"/>
                  <a:ext cx="146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28AC9B1-20D3-2D59-AB52-AC5131208307}"/>
                    </a:ext>
                  </a:extLst>
                </p14:cNvPr>
                <p14:cNvContentPartPr/>
                <p14:nvPr/>
              </p14:nvContentPartPr>
              <p14:xfrm>
                <a:off x="7026807" y="559385"/>
                <a:ext cx="140760" cy="141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28AC9B1-20D3-2D59-AB52-AC51312083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17807" y="550385"/>
                  <a:ext cx="158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16C5287-9896-ED7B-88C7-482D3E47692A}"/>
                    </a:ext>
                  </a:extLst>
                </p14:cNvPr>
                <p14:cNvContentPartPr/>
                <p14:nvPr/>
              </p14:nvContentPartPr>
              <p14:xfrm>
                <a:off x="7416327" y="418625"/>
                <a:ext cx="35640" cy="171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16C5287-9896-ED7B-88C7-482D3E4769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07687" y="409985"/>
                  <a:ext cx="53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B0C78CC-AA8D-3EA0-F1CE-A66D829F514C}"/>
                    </a:ext>
                  </a:extLst>
                </p14:cNvPr>
                <p14:cNvContentPartPr/>
                <p14:nvPr/>
              </p14:nvContentPartPr>
              <p14:xfrm>
                <a:off x="7386087" y="485225"/>
                <a:ext cx="138240" cy="81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B0C78CC-AA8D-3EA0-F1CE-A66D829F51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377447" y="476225"/>
                  <a:ext cx="155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5F1071B-1573-D0AC-173D-407479585B66}"/>
                    </a:ext>
                  </a:extLst>
                </p14:cNvPr>
                <p14:cNvContentPartPr/>
                <p14:nvPr/>
              </p14:nvContentPartPr>
              <p14:xfrm>
                <a:off x="7541967" y="346265"/>
                <a:ext cx="241200" cy="225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5F1071B-1573-D0AC-173D-407479585B6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32967" y="337265"/>
                  <a:ext cx="258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716C6C2-8D30-2D8E-9535-4A34EAE75296}"/>
                    </a:ext>
                  </a:extLst>
                </p14:cNvPr>
                <p14:cNvContentPartPr/>
                <p14:nvPr/>
              </p14:nvContentPartPr>
              <p14:xfrm>
                <a:off x="7931127" y="287225"/>
                <a:ext cx="95760" cy="198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716C6C2-8D30-2D8E-9535-4A34EAE7529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22127" y="278585"/>
                  <a:ext cx="113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CDEB199-B16C-2B70-7FC9-F5DAE3033C74}"/>
                    </a:ext>
                  </a:extLst>
                </p14:cNvPr>
                <p14:cNvContentPartPr/>
                <p14:nvPr/>
              </p14:nvContentPartPr>
              <p14:xfrm>
                <a:off x="7887567" y="371825"/>
                <a:ext cx="120240" cy="46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CDEB199-B16C-2B70-7FC9-F5DAE3033C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78567" y="362825"/>
                  <a:ext cx="137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B42C325-5BEF-B2DA-B0CC-6F8042BCCFED}"/>
                    </a:ext>
                  </a:extLst>
                </p14:cNvPr>
                <p14:cNvContentPartPr/>
                <p14:nvPr/>
              </p14:nvContentPartPr>
              <p14:xfrm>
                <a:off x="8024367" y="351665"/>
                <a:ext cx="118800" cy="81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B42C325-5BEF-B2DA-B0CC-6F8042BCCFE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15367" y="342665"/>
                  <a:ext cx="136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6C21A32-5E1F-FE8F-5C6B-4BEB4E7D9F00}"/>
                    </a:ext>
                  </a:extLst>
                </p14:cNvPr>
                <p14:cNvContentPartPr/>
                <p14:nvPr/>
              </p14:nvContentPartPr>
              <p14:xfrm>
                <a:off x="8146767" y="328625"/>
                <a:ext cx="67320" cy="943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6C21A32-5E1F-FE8F-5C6B-4BEB4E7D9F0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137767" y="319985"/>
                  <a:ext cx="84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A8949F0-3E6B-0480-36AE-0A914C77F0B3}"/>
                    </a:ext>
                  </a:extLst>
                </p14:cNvPr>
                <p14:cNvContentPartPr/>
                <p14:nvPr/>
              </p14:nvContentPartPr>
              <p14:xfrm>
                <a:off x="8270967" y="307025"/>
                <a:ext cx="144000" cy="130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A8949F0-3E6B-0480-36AE-0A914C77F0B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61967" y="298385"/>
                  <a:ext cx="161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F89EF44-C657-5EEF-6FCF-C6C62339B080}"/>
                    </a:ext>
                  </a:extLst>
                </p14:cNvPr>
                <p14:cNvContentPartPr/>
                <p14:nvPr/>
              </p14:nvContentPartPr>
              <p14:xfrm>
                <a:off x="8619447" y="202985"/>
                <a:ext cx="96480" cy="171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F89EF44-C657-5EEF-6FCF-C6C62339B08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610807" y="193985"/>
                  <a:ext cx="114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B877559-759C-51DC-BDAB-0DC58022F5E4}"/>
                    </a:ext>
                  </a:extLst>
                </p14:cNvPr>
                <p14:cNvContentPartPr/>
                <p14:nvPr/>
              </p14:nvContentPartPr>
              <p14:xfrm>
                <a:off x="8638887" y="245465"/>
                <a:ext cx="109440" cy="40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B877559-759C-51DC-BDAB-0DC58022F5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630247" y="236825"/>
                  <a:ext cx="127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939996C-B111-98C2-AF11-831467080DE6}"/>
                    </a:ext>
                  </a:extLst>
                </p14:cNvPr>
                <p14:cNvContentPartPr/>
                <p14:nvPr/>
              </p14:nvContentPartPr>
              <p14:xfrm>
                <a:off x="8490567" y="176345"/>
                <a:ext cx="50040" cy="424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939996C-B111-98C2-AF11-831467080DE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81927" y="167345"/>
                  <a:ext cx="6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475D6C7-3242-24B5-EC3C-F3C4AED292C0}"/>
                    </a:ext>
                  </a:extLst>
                </p14:cNvPr>
                <p14:cNvContentPartPr/>
                <p14:nvPr/>
              </p14:nvContentPartPr>
              <p14:xfrm>
                <a:off x="8719167" y="108665"/>
                <a:ext cx="61200" cy="572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475D6C7-3242-24B5-EC3C-F3C4AED292C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10167" y="99665"/>
                  <a:ext cx="78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757D7FA-7072-27E3-C37D-E454C4BE05C1}"/>
                    </a:ext>
                  </a:extLst>
                </p14:cNvPr>
                <p14:cNvContentPartPr/>
                <p14:nvPr/>
              </p14:nvContentPartPr>
              <p14:xfrm>
                <a:off x="8990967" y="249785"/>
                <a:ext cx="86760" cy="961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757D7FA-7072-27E3-C37D-E454C4BE05C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82327" y="240785"/>
                  <a:ext cx="104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0E7447D-B07B-A6D7-B886-B091DA6EF9FF}"/>
                    </a:ext>
                  </a:extLst>
                </p14:cNvPr>
                <p14:cNvContentPartPr/>
                <p14:nvPr/>
              </p14:nvContentPartPr>
              <p14:xfrm>
                <a:off x="9136047" y="213065"/>
                <a:ext cx="75600" cy="104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0E7447D-B07B-A6D7-B886-B091DA6EF9F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27047" y="204425"/>
                  <a:ext cx="93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6025BB4-9FB8-FF5E-36C9-CFF2D30817FF}"/>
                    </a:ext>
                  </a:extLst>
                </p14:cNvPr>
                <p14:cNvContentPartPr/>
                <p14:nvPr/>
              </p14:nvContentPartPr>
              <p14:xfrm>
                <a:off x="9230007" y="209105"/>
                <a:ext cx="212040" cy="92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6025BB4-9FB8-FF5E-36C9-CFF2D30817F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21367" y="200465"/>
                  <a:ext cx="229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EF77337-88C1-71CD-D542-C3310487E871}"/>
                    </a:ext>
                  </a:extLst>
                </p14:cNvPr>
                <p14:cNvContentPartPr/>
                <p14:nvPr/>
              </p14:nvContentPartPr>
              <p14:xfrm>
                <a:off x="9482007" y="188585"/>
                <a:ext cx="95760" cy="92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EF77337-88C1-71CD-D542-C3310487E8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73007" y="179945"/>
                  <a:ext cx="113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3CD8EBF-266C-A59C-8385-FA659D51F6AA}"/>
                    </a:ext>
                  </a:extLst>
                </p14:cNvPr>
                <p14:cNvContentPartPr/>
                <p14:nvPr/>
              </p14:nvContentPartPr>
              <p14:xfrm>
                <a:off x="9592887" y="169145"/>
                <a:ext cx="136080" cy="781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3CD8EBF-266C-A59C-8385-FA659D51F6A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84247" y="160505"/>
                  <a:ext cx="153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D462AB5-B099-CD75-687E-D71D03302B95}"/>
                    </a:ext>
                  </a:extLst>
                </p14:cNvPr>
                <p14:cNvContentPartPr/>
                <p14:nvPr/>
              </p14:nvContentPartPr>
              <p14:xfrm>
                <a:off x="9730767" y="55385"/>
                <a:ext cx="106200" cy="362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D462AB5-B099-CD75-687E-D71D03302B9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21767" y="46385"/>
                  <a:ext cx="123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B581C19-C30F-D802-02FB-0116BC7F5FDC}"/>
                    </a:ext>
                  </a:extLst>
                </p14:cNvPr>
                <p14:cNvContentPartPr/>
                <p14:nvPr/>
              </p14:nvContentPartPr>
              <p14:xfrm>
                <a:off x="4937007" y="1199465"/>
                <a:ext cx="290520" cy="165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B581C19-C30F-D802-02FB-0116BC7F5FD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28007" y="1190465"/>
                  <a:ext cx="30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F985BA7-B2F4-6318-8229-22FF29CC9939}"/>
                    </a:ext>
                  </a:extLst>
                </p14:cNvPr>
                <p14:cNvContentPartPr/>
                <p14:nvPr/>
              </p14:nvContentPartPr>
              <p14:xfrm>
                <a:off x="5176407" y="1154105"/>
                <a:ext cx="64440" cy="139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F985BA7-B2F4-6318-8229-22FF29CC99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67407" y="1145465"/>
                  <a:ext cx="82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0102E6C-5F14-7767-601E-BA22F8C80749}"/>
                    </a:ext>
                  </a:extLst>
                </p14:cNvPr>
                <p14:cNvContentPartPr/>
                <p14:nvPr/>
              </p14:nvContentPartPr>
              <p14:xfrm>
                <a:off x="10042887" y="142865"/>
                <a:ext cx="13320" cy="766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0102E6C-5F14-7767-601E-BA22F8C8074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033887" y="134225"/>
                  <a:ext cx="30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AF8F25B-71F6-97AD-5169-CD3C67685334}"/>
                    </a:ext>
                  </a:extLst>
                </p14:cNvPr>
                <p14:cNvContentPartPr/>
                <p14:nvPr/>
              </p14:nvContentPartPr>
              <p14:xfrm>
                <a:off x="10044687" y="88865"/>
                <a:ext cx="60480" cy="442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AF8F25B-71F6-97AD-5169-CD3C6768533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036047" y="79865"/>
                  <a:ext cx="78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8FF8C5A-DB09-0E61-873C-933D5E700626}"/>
                    </a:ext>
                  </a:extLst>
                </p14:cNvPr>
                <p14:cNvContentPartPr/>
                <p14:nvPr/>
              </p14:nvContentPartPr>
              <p14:xfrm>
                <a:off x="10138647" y="139265"/>
                <a:ext cx="90000" cy="126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8FF8C5A-DB09-0E61-873C-933D5E70062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29647" y="130625"/>
                  <a:ext cx="107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7598AE3-FA81-9F32-6716-9BB646D65728}"/>
                    </a:ext>
                  </a:extLst>
                </p14:cNvPr>
                <p14:cNvContentPartPr/>
                <p14:nvPr/>
              </p14:nvContentPartPr>
              <p14:xfrm>
                <a:off x="10393887" y="124145"/>
                <a:ext cx="138600" cy="95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7598AE3-FA81-9F32-6716-9BB646D6572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85247" y="115505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9B6EF17-8314-0BD5-77F6-F6879E28A053}"/>
                    </a:ext>
                  </a:extLst>
                </p14:cNvPr>
                <p14:cNvContentPartPr/>
                <p14:nvPr/>
              </p14:nvContentPartPr>
              <p14:xfrm>
                <a:off x="10706727" y="-27415"/>
                <a:ext cx="263520" cy="262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9B6EF17-8314-0BD5-77F6-F6879E28A0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98087" y="-36055"/>
                  <a:ext cx="281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D11F9B5-CC91-527D-CB93-693F6A3D4409}"/>
                    </a:ext>
                  </a:extLst>
                </p14:cNvPr>
                <p14:cNvContentPartPr/>
                <p14:nvPr/>
              </p14:nvContentPartPr>
              <p14:xfrm>
                <a:off x="10997967" y="127385"/>
                <a:ext cx="353160" cy="90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D11F9B5-CC91-527D-CB93-693F6A3D440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988967" y="118385"/>
                  <a:ext cx="370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EEF4802-C90F-4486-CA62-BE604B85A574}"/>
                    </a:ext>
                  </a:extLst>
                </p14:cNvPr>
                <p14:cNvContentPartPr/>
                <p14:nvPr/>
              </p14:nvContentPartPr>
              <p14:xfrm>
                <a:off x="11377407" y="42785"/>
                <a:ext cx="283320" cy="1659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EEF4802-C90F-4486-CA62-BE604B85A57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368767" y="34145"/>
                  <a:ext cx="30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FD7BBA2-9D9B-9918-B912-023735D3D665}"/>
                    </a:ext>
                  </a:extLst>
                </p14:cNvPr>
                <p14:cNvContentPartPr/>
                <p14:nvPr/>
              </p14:nvContentPartPr>
              <p14:xfrm>
                <a:off x="11642367" y="88145"/>
                <a:ext cx="193680" cy="19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FD7BBA2-9D9B-9918-B912-023735D3D66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633367" y="79145"/>
                  <a:ext cx="21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CBB04C6-B26D-6E9B-9111-E5245C5F607E}"/>
                    </a:ext>
                  </a:extLst>
                </p14:cNvPr>
                <p14:cNvContentPartPr/>
                <p14:nvPr/>
              </p14:nvContentPartPr>
              <p14:xfrm>
                <a:off x="5475207" y="1096865"/>
                <a:ext cx="33840" cy="1476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CBB04C6-B26D-6E9B-9111-E5245C5F607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466567" y="1087865"/>
                  <a:ext cx="51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BB67DE1-4444-08F2-4A6D-BB6AD49F88F9}"/>
                    </a:ext>
                  </a:extLst>
                </p14:cNvPr>
                <p14:cNvContentPartPr/>
                <p14:nvPr/>
              </p14:nvContentPartPr>
              <p14:xfrm>
                <a:off x="5391687" y="1064465"/>
                <a:ext cx="205920" cy="47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BB67DE1-4444-08F2-4A6D-BB6AD49F88F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82687" y="1055465"/>
                  <a:ext cx="2235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08A0ABE-D405-C328-33EB-1D701CF1ADD2}"/>
                    </a:ext>
                  </a:extLst>
                </p14:cNvPr>
                <p14:cNvContentPartPr/>
                <p14:nvPr/>
              </p14:nvContentPartPr>
              <p14:xfrm>
                <a:off x="5601927" y="1125305"/>
                <a:ext cx="84240" cy="770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08A0ABE-D405-C328-33EB-1D701CF1ADD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93287" y="1116305"/>
                  <a:ext cx="101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8A0B927-B11F-58B7-46D2-8AF17A5C379A}"/>
                    </a:ext>
                  </a:extLst>
                </p14:cNvPr>
                <p14:cNvContentPartPr/>
                <p14:nvPr/>
              </p14:nvContentPartPr>
              <p14:xfrm>
                <a:off x="5718207" y="1079945"/>
                <a:ext cx="90000" cy="117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8A0B927-B11F-58B7-46D2-8AF17A5C379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709207" y="1070945"/>
                  <a:ext cx="107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AB32E77-B729-E530-197C-3CF815650F56}"/>
                    </a:ext>
                  </a:extLst>
                </p14:cNvPr>
                <p14:cNvContentPartPr/>
                <p14:nvPr/>
              </p14:nvContentPartPr>
              <p14:xfrm>
                <a:off x="5729007" y="1109105"/>
                <a:ext cx="64080" cy="248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AB32E77-B729-E530-197C-3CF815650F5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20367" y="1100105"/>
                  <a:ext cx="81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50AF38B-2577-809F-0D86-DBB3311E4C6B}"/>
                    </a:ext>
                  </a:extLst>
                </p14:cNvPr>
                <p14:cNvContentPartPr/>
                <p14:nvPr/>
              </p14:nvContentPartPr>
              <p14:xfrm>
                <a:off x="5844927" y="1005785"/>
                <a:ext cx="215640" cy="2908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50AF38B-2577-809F-0D86-DBB3311E4C6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835927" y="997145"/>
                  <a:ext cx="233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EAE49F6-EDBA-1EEB-C5E7-D76027006543}"/>
                    </a:ext>
                  </a:extLst>
                </p14:cNvPr>
                <p14:cNvContentPartPr/>
                <p14:nvPr/>
              </p14:nvContentPartPr>
              <p14:xfrm>
                <a:off x="6230487" y="1018025"/>
                <a:ext cx="141840" cy="111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EAE49F6-EDBA-1EEB-C5E7-D760270065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221847" y="1009385"/>
                  <a:ext cx="159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4008577-04CB-8B4D-AC42-C62920CBC05D}"/>
                    </a:ext>
                  </a:extLst>
                </p14:cNvPr>
                <p14:cNvContentPartPr/>
                <p14:nvPr/>
              </p14:nvContentPartPr>
              <p14:xfrm>
                <a:off x="6384567" y="1027025"/>
                <a:ext cx="76320" cy="763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4008577-04CB-8B4D-AC42-C62920CBC05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75927" y="1018025"/>
                  <a:ext cx="93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687A1DB-3ED7-4DE9-6367-18B804AE577E}"/>
                    </a:ext>
                  </a:extLst>
                </p14:cNvPr>
                <p14:cNvContentPartPr/>
                <p14:nvPr/>
              </p14:nvContentPartPr>
              <p14:xfrm>
                <a:off x="6448647" y="916145"/>
                <a:ext cx="92880" cy="594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687A1DB-3ED7-4DE9-6367-18B804AE577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439647" y="907145"/>
                  <a:ext cx="110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F36CF49-6218-BCF5-1FEB-C8CBDE721DD7}"/>
                    </a:ext>
                  </a:extLst>
                </p14:cNvPr>
                <p14:cNvContentPartPr/>
                <p14:nvPr/>
              </p14:nvContentPartPr>
              <p14:xfrm>
                <a:off x="6490767" y="985625"/>
                <a:ext cx="141120" cy="34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F36CF49-6218-BCF5-1FEB-C8CBDE721DD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481767" y="976985"/>
                  <a:ext cx="158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69B9CCC-9D69-C761-DFAF-2364F1D073FD}"/>
                    </a:ext>
                  </a:extLst>
                </p14:cNvPr>
                <p14:cNvContentPartPr/>
                <p14:nvPr/>
              </p14:nvContentPartPr>
              <p14:xfrm>
                <a:off x="6800367" y="856025"/>
                <a:ext cx="174240" cy="338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69B9CCC-9D69-C761-DFAF-2364F1D073F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791727" y="847025"/>
                  <a:ext cx="191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55B17D4-9340-9E6B-11A6-97D341521D9D}"/>
                    </a:ext>
                  </a:extLst>
                </p14:cNvPr>
                <p14:cNvContentPartPr/>
                <p14:nvPr/>
              </p14:nvContentPartPr>
              <p14:xfrm>
                <a:off x="6905127" y="1030985"/>
                <a:ext cx="76680" cy="56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55B17D4-9340-9E6B-11A6-97D341521D9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896487" y="1021985"/>
                  <a:ext cx="94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E71F0FB-1E05-80DD-461D-4FFEABD78618}"/>
                    </a:ext>
                  </a:extLst>
                </p14:cNvPr>
                <p14:cNvContentPartPr/>
                <p14:nvPr/>
              </p14:nvContentPartPr>
              <p14:xfrm>
                <a:off x="7279887" y="822185"/>
                <a:ext cx="72720" cy="1918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E71F0FB-1E05-80DD-461D-4FFEABD7861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271247" y="813545"/>
                  <a:ext cx="90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B55FEE1-0612-9E32-D509-0B9ACE6C2670}"/>
                    </a:ext>
                  </a:extLst>
                </p14:cNvPr>
                <p14:cNvContentPartPr/>
                <p14:nvPr/>
              </p14:nvContentPartPr>
              <p14:xfrm>
                <a:off x="7227687" y="897785"/>
                <a:ext cx="147960" cy="50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B55FEE1-0612-9E32-D509-0B9ACE6C267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219047" y="889145"/>
                  <a:ext cx="165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CC924C3-3A59-DEBB-52C4-F0A0887B5C2E}"/>
                    </a:ext>
                  </a:extLst>
                </p14:cNvPr>
                <p14:cNvContentPartPr/>
                <p14:nvPr/>
              </p14:nvContentPartPr>
              <p14:xfrm>
                <a:off x="7382487" y="878345"/>
                <a:ext cx="92880" cy="92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CC924C3-3A59-DEBB-52C4-F0A0887B5C2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373487" y="869345"/>
                  <a:ext cx="110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4AF7459-5EAE-4DFD-75BF-B618125FD82B}"/>
                    </a:ext>
                  </a:extLst>
                </p14:cNvPr>
                <p14:cNvContentPartPr/>
                <p14:nvPr/>
              </p14:nvContentPartPr>
              <p14:xfrm>
                <a:off x="7483287" y="872225"/>
                <a:ext cx="72000" cy="77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4AF7459-5EAE-4DFD-75BF-B618125FD8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474287" y="863585"/>
                  <a:ext cx="89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5CB1F3D-4317-92FD-FC2D-4A414A033BA4}"/>
                    </a:ext>
                  </a:extLst>
                </p14:cNvPr>
                <p14:cNvContentPartPr/>
                <p14:nvPr/>
              </p14:nvContentPartPr>
              <p14:xfrm>
                <a:off x="7588047" y="822545"/>
                <a:ext cx="173520" cy="102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5CB1F3D-4317-92FD-FC2D-4A414A033BA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79047" y="813905"/>
                  <a:ext cx="191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1598D21-FB51-139B-C617-A19AFB9CBC60}"/>
                    </a:ext>
                  </a:extLst>
                </p14:cNvPr>
                <p14:cNvContentPartPr/>
                <p14:nvPr/>
              </p14:nvContentPartPr>
              <p14:xfrm>
                <a:off x="7748247" y="773585"/>
                <a:ext cx="82800" cy="147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1598D21-FB51-139B-C617-A19AFB9CBC6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739247" y="764585"/>
                  <a:ext cx="100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F30AA89-5560-46FA-753D-32BA2B49AC9F}"/>
                    </a:ext>
                  </a:extLst>
                </p14:cNvPr>
                <p14:cNvContentPartPr/>
                <p14:nvPr/>
              </p14:nvContentPartPr>
              <p14:xfrm>
                <a:off x="8021487" y="746945"/>
                <a:ext cx="36360" cy="950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F30AA89-5560-46FA-753D-32BA2B49AC9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012847" y="737945"/>
                  <a:ext cx="54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BA0BE3A-20D4-8051-EEBD-5A95CB8A7757}"/>
                    </a:ext>
                  </a:extLst>
                </p14:cNvPr>
                <p14:cNvContentPartPr/>
                <p14:nvPr/>
              </p14:nvContentPartPr>
              <p14:xfrm>
                <a:off x="8000607" y="672065"/>
                <a:ext cx="81720" cy="56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BA0BE3A-20D4-8051-EEBD-5A95CB8A775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991607" y="663425"/>
                  <a:ext cx="99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ED52EE0-65AA-AD07-4999-5E8D1DD85756}"/>
                    </a:ext>
                  </a:extLst>
                </p14:cNvPr>
                <p14:cNvContentPartPr/>
                <p14:nvPr/>
              </p14:nvContentPartPr>
              <p14:xfrm>
                <a:off x="8112207" y="719225"/>
                <a:ext cx="119160" cy="1191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ED52EE0-65AA-AD07-4999-5E8D1DD8575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03207" y="710585"/>
                  <a:ext cx="136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288DD66-FC21-5EEB-2707-6E76B99F70B9}"/>
                    </a:ext>
                  </a:extLst>
                </p14:cNvPr>
                <p14:cNvContentPartPr/>
                <p14:nvPr/>
              </p14:nvContentPartPr>
              <p14:xfrm>
                <a:off x="8487687" y="633185"/>
                <a:ext cx="30600" cy="151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288DD66-FC21-5EEB-2707-6E76B99F70B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479047" y="624185"/>
                  <a:ext cx="48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734B96A-13EE-99DE-3F4F-1A4DACE37365}"/>
                    </a:ext>
                  </a:extLst>
                </p14:cNvPr>
                <p14:cNvContentPartPr/>
                <p14:nvPr/>
              </p14:nvContentPartPr>
              <p14:xfrm>
                <a:off x="8425407" y="660185"/>
                <a:ext cx="203400" cy="720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734B96A-13EE-99DE-3F4F-1A4DACE3736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416407" y="651545"/>
                  <a:ext cx="22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86F6A7B-7579-8837-8DEB-AAEA42A19EED}"/>
                    </a:ext>
                  </a:extLst>
                </p14:cNvPr>
                <p14:cNvContentPartPr/>
                <p14:nvPr/>
              </p14:nvContentPartPr>
              <p14:xfrm>
                <a:off x="8605767" y="588545"/>
                <a:ext cx="282240" cy="1512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86F6A7B-7579-8837-8DEB-AAEA42A19EE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96767" y="579545"/>
                  <a:ext cx="299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7081E26-4C96-39F3-E182-131DD3210680}"/>
                    </a:ext>
                  </a:extLst>
                </p14:cNvPr>
                <p14:cNvContentPartPr/>
                <p14:nvPr/>
              </p14:nvContentPartPr>
              <p14:xfrm>
                <a:off x="9137127" y="416825"/>
                <a:ext cx="303120" cy="277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7081E26-4C96-39F3-E182-131DD321068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128487" y="408185"/>
                  <a:ext cx="3207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D0F53A8-06FC-7A56-22EA-FDD8B3922ACB}"/>
                    </a:ext>
                  </a:extLst>
                </p14:cNvPr>
                <p14:cNvContentPartPr/>
                <p14:nvPr/>
              </p14:nvContentPartPr>
              <p14:xfrm>
                <a:off x="9503247" y="552185"/>
                <a:ext cx="236160" cy="84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D0F53A8-06FC-7A56-22EA-FDD8B3922A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94607" y="543185"/>
                  <a:ext cx="253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147FF19-939C-45F0-1BF6-5A7840BB2A6D}"/>
                    </a:ext>
                  </a:extLst>
                </p14:cNvPr>
                <p14:cNvContentPartPr/>
                <p14:nvPr/>
              </p14:nvContentPartPr>
              <p14:xfrm>
                <a:off x="9756327" y="547865"/>
                <a:ext cx="146520" cy="673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147FF19-939C-45F0-1BF6-5A7840BB2A6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47327" y="539225"/>
                  <a:ext cx="164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57580DC-38F5-1DE8-B3B2-A641737BA23B}"/>
                    </a:ext>
                  </a:extLst>
                </p14:cNvPr>
                <p14:cNvContentPartPr/>
                <p14:nvPr/>
              </p14:nvContentPartPr>
              <p14:xfrm>
                <a:off x="9938127" y="446345"/>
                <a:ext cx="334800" cy="1724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57580DC-38F5-1DE8-B3B2-A641737BA23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29127" y="437345"/>
                  <a:ext cx="352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7004B0D-506E-0D76-F8C5-FA63E07FE16E}"/>
                    </a:ext>
                  </a:extLst>
                </p14:cNvPr>
                <p14:cNvContentPartPr/>
                <p14:nvPr/>
              </p14:nvContentPartPr>
              <p14:xfrm>
                <a:off x="10173567" y="440945"/>
                <a:ext cx="246600" cy="460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7004B0D-506E-0D76-F8C5-FA63E07FE16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64927" y="431945"/>
                  <a:ext cx="26424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EF8D167-F02A-E56B-68F5-E086D6732888}"/>
              </a:ext>
            </a:extLst>
          </p:cNvPr>
          <p:cNvGrpSpPr/>
          <p:nvPr/>
        </p:nvGrpSpPr>
        <p:grpSpPr>
          <a:xfrm>
            <a:off x="7378167" y="2767614"/>
            <a:ext cx="3560913" cy="960120"/>
            <a:chOff x="7378167" y="2767614"/>
            <a:chExt cx="3560913" cy="96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694C2A6-485C-0B34-5AA5-7EEEEFD10EF3}"/>
                    </a:ext>
                  </a:extLst>
                </p14:cNvPr>
                <p14:cNvContentPartPr/>
                <p14:nvPr/>
              </p14:nvContentPartPr>
              <p14:xfrm>
                <a:off x="7710600" y="2939334"/>
                <a:ext cx="37080" cy="731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694C2A6-485C-0B34-5AA5-7EEEEFD10EF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01960" y="2930694"/>
                  <a:ext cx="5472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2D2B1B5-9877-2C48-E5C7-ED60BAB385E9}"/>
                    </a:ext>
                  </a:extLst>
                </p14:cNvPr>
                <p14:cNvContentPartPr/>
                <p14:nvPr/>
              </p14:nvContentPartPr>
              <p14:xfrm>
                <a:off x="7720680" y="2767614"/>
                <a:ext cx="3134160" cy="960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2D2B1B5-9877-2C48-E5C7-ED60BAB385E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711680" y="2758614"/>
                  <a:ext cx="3151800" cy="9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D99E611-41FD-76F7-C8F0-9820F8183FE6}"/>
                    </a:ext>
                  </a:extLst>
                </p14:cNvPr>
                <p14:cNvContentPartPr/>
                <p14:nvPr/>
              </p14:nvContentPartPr>
              <p14:xfrm>
                <a:off x="7775040" y="3595254"/>
                <a:ext cx="3125520" cy="105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D99E611-41FD-76F7-C8F0-9820F8183FE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66400" y="3586254"/>
                  <a:ext cx="3143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D63A243-898A-E67A-8E89-70C9C0973833}"/>
                    </a:ext>
                  </a:extLst>
                </p14:cNvPr>
                <p14:cNvContentPartPr/>
                <p14:nvPr/>
              </p14:nvContentPartPr>
              <p14:xfrm>
                <a:off x="7911480" y="3066054"/>
                <a:ext cx="21600" cy="219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D63A243-898A-E67A-8E89-70C9C097383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902480" y="3057054"/>
                  <a:ext cx="39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BA088C4-92B2-D0C4-8CA2-32CA47BC9EE4}"/>
                    </a:ext>
                  </a:extLst>
                </p14:cNvPr>
                <p14:cNvContentPartPr/>
                <p14:nvPr/>
              </p14:nvContentPartPr>
              <p14:xfrm>
                <a:off x="7836960" y="3030414"/>
                <a:ext cx="238320" cy="203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BA088C4-92B2-D0C4-8CA2-32CA47BC9EE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828320" y="3021414"/>
                  <a:ext cx="255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5C424CA-493A-6528-C8EF-917BFB84B68E}"/>
                    </a:ext>
                  </a:extLst>
                </p14:cNvPr>
                <p14:cNvContentPartPr/>
                <p14:nvPr/>
              </p14:nvContentPartPr>
              <p14:xfrm>
                <a:off x="8071680" y="3133734"/>
                <a:ext cx="149400" cy="110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5C424CA-493A-6528-C8EF-917BFB84B68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063040" y="3124734"/>
                  <a:ext cx="167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D28C79B-B58A-3B05-E6BC-C1B225C7C785}"/>
                    </a:ext>
                  </a:extLst>
                </p14:cNvPr>
                <p14:cNvContentPartPr/>
                <p14:nvPr/>
              </p14:nvContentPartPr>
              <p14:xfrm>
                <a:off x="8236560" y="3105654"/>
                <a:ext cx="53640" cy="141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D28C79B-B58A-3B05-E6BC-C1B225C7C78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27560" y="3097014"/>
                  <a:ext cx="71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00CDFF2-E403-D76D-C45D-FC7EEBCDDA02}"/>
                    </a:ext>
                  </a:extLst>
                </p14:cNvPr>
                <p14:cNvContentPartPr/>
                <p14:nvPr/>
              </p14:nvContentPartPr>
              <p14:xfrm>
                <a:off x="8315400" y="3152454"/>
                <a:ext cx="28080" cy="88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00CDFF2-E403-D76D-C45D-FC7EEBCDDA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306760" y="3143454"/>
                  <a:ext cx="45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C562E20-5B68-792C-B77C-083665449B25}"/>
                    </a:ext>
                  </a:extLst>
                </p14:cNvPr>
                <p14:cNvContentPartPr/>
                <p14:nvPr/>
              </p14:nvContentPartPr>
              <p14:xfrm>
                <a:off x="8344920" y="3100974"/>
                <a:ext cx="14400" cy="4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C562E20-5B68-792C-B77C-083665449B2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35920" y="3091974"/>
                  <a:ext cx="32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7E7D6B6-F178-BE8A-7100-DA99DFB6F974}"/>
                    </a:ext>
                  </a:extLst>
                </p14:cNvPr>
                <p14:cNvContentPartPr/>
                <p14:nvPr/>
              </p14:nvContentPartPr>
              <p14:xfrm>
                <a:off x="8347440" y="3085854"/>
                <a:ext cx="27000" cy="3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7E7D6B6-F178-BE8A-7100-DA99DFB6F97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338440" y="3076854"/>
                  <a:ext cx="44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D5CE4F1-B1F5-BC18-DC88-46E49EE39B52}"/>
                    </a:ext>
                  </a:extLst>
                </p14:cNvPr>
                <p14:cNvContentPartPr/>
                <p14:nvPr/>
              </p14:nvContentPartPr>
              <p14:xfrm>
                <a:off x="8402880" y="3115374"/>
                <a:ext cx="128160" cy="115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D5CE4F1-B1F5-BC18-DC88-46E49EE39B5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94240" y="3106374"/>
                  <a:ext cx="145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50BEB41-F0D5-AD9C-D2BE-086217AEB9F5}"/>
                    </a:ext>
                  </a:extLst>
                </p14:cNvPr>
                <p14:cNvContentPartPr/>
                <p14:nvPr/>
              </p14:nvContentPartPr>
              <p14:xfrm>
                <a:off x="8547240" y="3073974"/>
                <a:ext cx="161640" cy="140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50BEB41-F0D5-AD9C-D2BE-086217AEB9F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38600" y="3064974"/>
                  <a:ext cx="179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C9EBE67-D7C6-16EE-8E4A-17715A6F0D65}"/>
                    </a:ext>
                  </a:extLst>
                </p14:cNvPr>
                <p14:cNvContentPartPr/>
                <p14:nvPr/>
              </p14:nvContentPartPr>
              <p14:xfrm>
                <a:off x="8902560" y="3181614"/>
                <a:ext cx="135000" cy="5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C9EBE67-D7C6-16EE-8E4A-17715A6F0D6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93560" y="3172974"/>
                  <a:ext cx="152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857C95B-C0E1-3936-D39A-02BC03D4EB47}"/>
                    </a:ext>
                  </a:extLst>
                </p14:cNvPr>
                <p14:cNvContentPartPr/>
                <p14:nvPr/>
              </p14:nvContentPartPr>
              <p14:xfrm>
                <a:off x="9063120" y="3178734"/>
                <a:ext cx="88920" cy="2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857C95B-C0E1-3936-D39A-02BC03D4EB4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054480" y="3170094"/>
                  <a:ext cx="106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22A3A99-D48A-705B-F53A-0430CC9846F0}"/>
                    </a:ext>
                  </a:extLst>
                </p14:cNvPr>
                <p14:cNvContentPartPr/>
                <p14:nvPr/>
              </p14:nvContentPartPr>
              <p14:xfrm>
                <a:off x="9324120" y="3157134"/>
                <a:ext cx="56520" cy="7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22A3A99-D48A-705B-F53A-0430CC9846F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15120" y="3148494"/>
                  <a:ext cx="74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655E5F4-62FD-0627-43B8-1AF4E9E4CD96}"/>
                    </a:ext>
                  </a:extLst>
                </p14:cNvPr>
                <p14:cNvContentPartPr/>
                <p14:nvPr/>
              </p14:nvContentPartPr>
              <p14:xfrm>
                <a:off x="9820920" y="3097734"/>
                <a:ext cx="132840" cy="13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655E5F4-62FD-0627-43B8-1AF4E9E4CD9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811920" y="3089094"/>
                  <a:ext cx="150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FDEA286-99DA-D0E9-E4F5-B2FD81CCE7A1}"/>
                    </a:ext>
                  </a:extLst>
                </p14:cNvPr>
                <p14:cNvContentPartPr/>
                <p14:nvPr/>
              </p14:nvContentPartPr>
              <p14:xfrm>
                <a:off x="10556040" y="3062454"/>
                <a:ext cx="233280" cy="5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FDEA286-99DA-D0E9-E4F5-B2FD81CCE7A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547040" y="3053814"/>
                  <a:ext cx="25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3FAE36C-EB7A-BA72-CB47-C1F12382D1F4}"/>
                    </a:ext>
                  </a:extLst>
                </p14:cNvPr>
                <p14:cNvContentPartPr/>
                <p14:nvPr/>
              </p14:nvContentPartPr>
              <p14:xfrm>
                <a:off x="9542280" y="3130854"/>
                <a:ext cx="29160" cy="1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3FAE36C-EB7A-BA72-CB47-C1F12382D1F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33640" y="3121854"/>
                  <a:ext cx="46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CB11EF0-BBCC-08CB-30EC-72406CABDE31}"/>
                    </a:ext>
                  </a:extLst>
                </p14:cNvPr>
                <p14:cNvContentPartPr/>
                <p14:nvPr/>
              </p14:nvContentPartPr>
              <p14:xfrm>
                <a:off x="7831200" y="3383574"/>
                <a:ext cx="43200" cy="2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CB11EF0-BBCC-08CB-30EC-72406CABDE3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822200" y="3374574"/>
                  <a:ext cx="60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AC7B14E-C575-C9E7-2D58-541FA7FAADD0}"/>
                    </a:ext>
                  </a:extLst>
                </p14:cNvPr>
                <p14:cNvContentPartPr/>
                <p14:nvPr/>
              </p14:nvContentPartPr>
              <p14:xfrm>
                <a:off x="8178960" y="3357654"/>
                <a:ext cx="63360" cy="1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AC7B14E-C575-C9E7-2D58-541FA7FAADD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169960" y="3348654"/>
                  <a:ext cx="81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ABF7761-6E77-3382-41D6-FF8ACF416978}"/>
                    </a:ext>
                  </a:extLst>
                </p14:cNvPr>
                <p14:cNvContentPartPr/>
                <p14:nvPr/>
              </p14:nvContentPartPr>
              <p14:xfrm>
                <a:off x="8399280" y="3344334"/>
                <a:ext cx="31680" cy="3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ABF7761-6E77-3382-41D6-FF8ACF41697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390280" y="3335334"/>
                  <a:ext cx="49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0945889-A56B-C8AB-7ED6-6FA03D3CB053}"/>
                    </a:ext>
                  </a:extLst>
                </p14:cNvPr>
                <p14:cNvContentPartPr/>
                <p14:nvPr/>
              </p14:nvContentPartPr>
              <p14:xfrm>
                <a:off x="8592600" y="3328134"/>
                <a:ext cx="43920" cy="7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0945889-A56B-C8AB-7ED6-6FA03D3CB05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583600" y="3319134"/>
                  <a:ext cx="61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8CD0E14-192A-E9A2-39A1-3591BD8AC034}"/>
                    </a:ext>
                  </a:extLst>
                </p14:cNvPr>
                <p14:cNvContentPartPr/>
                <p14:nvPr/>
              </p14:nvContentPartPr>
              <p14:xfrm>
                <a:off x="8891040" y="3300054"/>
                <a:ext cx="365400" cy="7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8CD0E14-192A-E9A2-39A1-3591BD8AC03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82040" y="3291414"/>
                  <a:ext cx="383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DF339F8-3348-8D16-960E-D728FEC7B19A}"/>
                    </a:ext>
                  </a:extLst>
                </p14:cNvPr>
                <p14:cNvContentPartPr/>
                <p14:nvPr/>
              </p14:nvContentPartPr>
              <p14:xfrm>
                <a:off x="9504120" y="3285294"/>
                <a:ext cx="386280" cy="16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DF339F8-3348-8D16-960E-D728FEC7B19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95120" y="3276654"/>
                  <a:ext cx="40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E08C660-54E4-A0EA-3F37-471E909C24E3}"/>
                    </a:ext>
                  </a:extLst>
                </p14:cNvPr>
                <p14:cNvContentPartPr/>
                <p14:nvPr/>
              </p14:nvContentPartPr>
              <p14:xfrm>
                <a:off x="10322400" y="3257934"/>
                <a:ext cx="21960" cy="3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E08C660-54E4-A0EA-3F37-471E909C24E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313760" y="3248934"/>
                  <a:ext cx="39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0F1EEE0-C068-C7D7-0C84-D25EC0755E58}"/>
                    </a:ext>
                  </a:extLst>
                </p14:cNvPr>
                <p14:cNvContentPartPr/>
                <p14:nvPr/>
              </p14:nvContentPartPr>
              <p14:xfrm>
                <a:off x="10532280" y="3253614"/>
                <a:ext cx="174240" cy="10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0F1EEE0-C068-C7D7-0C84-D25EC0755E5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523640" y="3244614"/>
                  <a:ext cx="191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54FD71-DE23-9A39-9554-C6D4261F2DBB}"/>
                    </a:ext>
                  </a:extLst>
                </p14:cNvPr>
                <p14:cNvContentPartPr/>
                <p14:nvPr/>
              </p14:nvContentPartPr>
              <p14:xfrm>
                <a:off x="7911840" y="3481134"/>
                <a:ext cx="9360" cy="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54FD71-DE23-9A39-9554-C6D4261F2DB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02840" y="3472494"/>
                  <a:ext cx="27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CF7950C-081B-40AD-921E-6E8EF9213524}"/>
                    </a:ext>
                  </a:extLst>
                </p14:cNvPr>
                <p14:cNvContentPartPr/>
                <p14:nvPr/>
              </p14:nvContentPartPr>
              <p14:xfrm>
                <a:off x="8223240" y="3454134"/>
                <a:ext cx="79560" cy="14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CF7950C-081B-40AD-921E-6E8EF921352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214600" y="3445494"/>
                  <a:ext cx="97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58AFEF0-6C0F-2640-7B39-B939CDFC806D}"/>
                    </a:ext>
                  </a:extLst>
                </p14:cNvPr>
                <p14:cNvContentPartPr/>
                <p14:nvPr/>
              </p14:nvContentPartPr>
              <p14:xfrm>
                <a:off x="8558400" y="3441894"/>
                <a:ext cx="97200" cy="8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58AFEF0-6C0F-2640-7B39-B939CDFC806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549760" y="3433254"/>
                  <a:ext cx="114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29CECCA-14C3-60C4-D8BE-A9917B61AAC7}"/>
                    </a:ext>
                  </a:extLst>
                </p14:cNvPr>
                <p14:cNvContentPartPr/>
                <p14:nvPr/>
              </p14:nvContentPartPr>
              <p14:xfrm>
                <a:off x="8927400" y="3423174"/>
                <a:ext cx="99720" cy="20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29CECCA-14C3-60C4-D8BE-A9917B61AA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18760" y="3414534"/>
                  <a:ext cx="11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2543C8C-FF46-C373-4855-8BABCF259FA6}"/>
                    </a:ext>
                  </a:extLst>
                </p14:cNvPr>
                <p14:cNvContentPartPr/>
                <p14:nvPr/>
              </p14:nvContentPartPr>
              <p14:xfrm>
                <a:off x="9289920" y="3438654"/>
                <a:ext cx="190800" cy="8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2543C8C-FF46-C373-4855-8BABCF259FA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280920" y="3429654"/>
                  <a:ext cx="208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906D16D-ECA8-C04C-C1CE-F530B1A8D3BA}"/>
                    </a:ext>
                  </a:extLst>
                </p14:cNvPr>
                <p14:cNvContentPartPr/>
                <p14:nvPr/>
              </p14:nvContentPartPr>
              <p14:xfrm>
                <a:off x="9771600" y="3467094"/>
                <a:ext cx="48960" cy="4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906D16D-ECA8-C04C-C1CE-F530B1A8D3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762960" y="3458094"/>
                  <a:ext cx="66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14EABB-57EB-57A1-8E73-EA17E3B8A1C7}"/>
                    </a:ext>
                  </a:extLst>
                </p14:cNvPr>
                <p14:cNvContentPartPr/>
                <p14:nvPr/>
              </p14:nvContentPartPr>
              <p14:xfrm>
                <a:off x="10059240" y="3470334"/>
                <a:ext cx="61560" cy="32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14EABB-57EB-57A1-8E73-EA17E3B8A1C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050240" y="3461694"/>
                  <a:ext cx="79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4A46C77-34CB-EAE7-4E62-224A6F4FDED2}"/>
                    </a:ext>
                  </a:extLst>
                </p14:cNvPr>
                <p14:cNvContentPartPr/>
                <p14:nvPr/>
              </p14:nvContentPartPr>
              <p14:xfrm>
                <a:off x="10282800" y="3459534"/>
                <a:ext cx="317160" cy="11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4A46C77-34CB-EAE7-4E62-224A6F4FDED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273800" y="3450894"/>
                  <a:ext cx="334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9C13A7-89DF-1215-7F25-897EA0EED86C}"/>
                    </a:ext>
                  </a:extLst>
                </p14:cNvPr>
                <p14:cNvContentPartPr/>
                <p14:nvPr/>
              </p14:nvContentPartPr>
              <p14:xfrm>
                <a:off x="8019480" y="3616854"/>
                <a:ext cx="116640" cy="9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9C13A7-89DF-1215-7F25-897EA0EED86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010840" y="3607854"/>
                  <a:ext cx="134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B2FA608-A484-6FC3-842A-44E06A12C6F9}"/>
                    </a:ext>
                  </a:extLst>
                </p14:cNvPr>
                <p14:cNvContentPartPr/>
                <p14:nvPr/>
              </p14:nvContentPartPr>
              <p14:xfrm>
                <a:off x="8401440" y="3594174"/>
                <a:ext cx="65880" cy="7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B2FA608-A484-6FC3-842A-44E06A12C6F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392440" y="3585174"/>
                  <a:ext cx="83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168AAF1-57BA-EF17-84C7-52C3B55B5B8C}"/>
                    </a:ext>
                  </a:extLst>
                </p14:cNvPr>
                <p14:cNvContentPartPr/>
                <p14:nvPr/>
              </p14:nvContentPartPr>
              <p14:xfrm>
                <a:off x="8670360" y="3581214"/>
                <a:ext cx="217080" cy="1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168AAF1-57BA-EF17-84C7-52C3B55B5B8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661720" y="3572574"/>
                  <a:ext cx="234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1B095B6-ADAE-98EB-083D-69498A88B2C9}"/>
                    </a:ext>
                  </a:extLst>
                </p14:cNvPr>
                <p14:cNvContentPartPr/>
                <p14:nvPr/>
              </p14:nvContentPartPr>
              <p14:xfrm>
                <a:off x="9005160" y="3579054"/>
                <a:ext cx="39600" cy="3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1B095B6-ADAE-98EB-083D-69498A88B2C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996160" y="3570054"/>
                  <a:ext cx="57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2D8DF3E-7C03-4D0A-788D-32C701219C18}"/>
                    </a:ext>
                  </a:extLst>
                </p14:cNvPr>
                <p14:cNvContentPartPr/>
                <p14:nvPr/>
              </p14:nvContentPartPr>
              <p14:xfrm>
                <a:off x="9127560" y="3548094"/>
                <a:ext cx="179280" cy="18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2D8DF3E-7C03-4D0A-788D-32C701219C1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118920" y="3539094"/>
                  <a:ext cx="196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E2A6256-99E9-54FD-3614-AD24F0A77207}"/>
                    </a:ext>
                  </a:extLst>
                </p14:cNvPr>
                <p14:cNvContentPartPr/>
                <p14:nvPr/>
              </p14:nvContentPartPr>
              <p14:xfrm>
                <a:off x="9885360" y="3152454"/>
                <a:ext cx="255240" cy="116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E2A6256-99E9-54FD-3614-AD24F0A7720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76360" y="3143454"/>
                  <a:ext cx="272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E4354EA-605C-C9DA-8E00-E80F31CF74B4}"/>
                    </a:ext>
                  </a:extLst>
                </p14:cNvPr>
                <p14:cNvContentPartPr/>
                <p14:nvPr/>
              </p14:nvContentPartPr>
              <p14:xfrm>
                <a:off x="10279560" y="3166494"/>
                <a:ext cx="123480" cy="72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E4354EA-605C-C9DA-8E00-E80F31CF74B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270560" y="3157854"/>
                  <a:ext cx="141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A029E70-0F8E-9B70-BA7D-C743E6BDFE1D}"/>
                    </a:ext>
                  </a:extLst>
                </p14:cNvPr>
                <p14:cNvContentPartPr/>
                <p14:nvPr/>
              </p14:nvContentPartPr>
              <p14:xfrm>
                <a:off x="10448760" y="3147414"/>
                <a:ext cx="180360" cy="90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A029E70-0F8E-9B70-BA7D-C743E6BDFE1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39760" y="3138774"/>
                  <a:ext cx="198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E1E99C1-EBFA-97AA-5A8F-D79737EF1592}"/>
                    </a:ext>
                  </a:extLst>
                </p14:cNvPr>
                <p14:cNvContentPartPr/>
                <p14:nvPr/>
              </p14:nvContentPartPr>
              <p14:xfrm>
                <a:off x="10629480" y="3005934"/>
                <a:ext cx="171360" cy="218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E1E99C1-EBFA-97AA-5A8F-D79737EF159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620840" y="2996934"/>
                  <a:ext cx="189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C36FBA5-ECA6-2C66-8279-5D1FA6FCFCE0}"/>
                    </a:ext>
                  </a:extLst>
                </p14:cNvPr>
                <p14:cNvContentPartPr/>
                <p14:nvPr/>
              </p14:nvContentPartPr>
              <p14:xfrm>
                <a:off x="10806240" y="3066054"/>
                <a:ext cx="132840" cy="248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C36FBA5-ECA6-2C66-8279-5D1FA6FCFCE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797600" y="3057054"/>
                  <a:ext cx="150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9BF8307-B9C3-F53D-BDD3-0CA187FC2A76}"/>
                    </a:ext>
                  </a:extLst>
                </p14:cNvPr>
                <p14:cNvContentPartPr/>
                <p14:nvPr/>
              </p14:nvContentPartPr>
              <p14:xfrm>
                <a:off x="9829200" y="3064254"/>
                <a:ext cx="210600" cy="300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9BF8307-B9C3-F53D-BDD3-0CA187FC2A7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20560" y="3055254"/>
                  <a:ext cx="228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6C418A-9F4B-DCC5-2598-3F3BC2EDF58A}"/>
                    </a:ext>
                  </a:extLst>
                </p14:cNvPr>
                <p14:cNvContentPartPr/>
                <p14:nvPr/>
              </p14:nvContentPartPr>
              <p14:xfrm>
                <a:off x="7378167" y="3063545"/>
                <a:ext cx="24120" cy="108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6C418A-9F4B-DCC5-2598-3F3BC2EDF58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369167" y="3054545"/>
                  <a:ext cx="41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EBB7D0B-CD56-C4C2-214C-99886C46F482}"/>
                    </a:ext>
                  </a:extLst>
                </p14:cNvPr>
                <p14:cNvContentPartPr/>
                <p14:nvPr/>
              </p14:nvContentPartPr>
              <p14:xfrm>
                <a:off x="7428207" y="3065705"/>
                <a:ext cx="70560" cy="1990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EBB7D0B-CD56-C4C2-214C-99886C46F48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19567" y="3056705"/>
                  <a:ext cx="882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7EDCF3B-BC3F-5E08-A8F2-412B727511B5}"/>
              </a:ext>
            </a:extLst>
          </p:cNvPr>
          <p:cNvGrpSpPr/>
          <p:nvPr/>
        </p:nvGrpSpPr>
        <p:grpSpPr>
          <a:xfrm>
            <a:off x="4099647" y="1580705"/>
            <a:ext cx="704880" cy="180000"/>
            <a:chOff x="4099647" y="1580705"/>
            <a:chExt cx="70488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997D749-181C-2830-0913-11B36426A956}"/>
                    </a:ext>
                  </a:extLst>
                </p14:cNvPr>
                <p14:cNvContentPartPr/>
                <p14:nvPr/>
              </p14:nvContentPartPr>
              <p14:xfrm>
                <a:off x="4102167" y="1631825"/>
                <a:ext cx="97200" cy="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997D749-181C-2830-0913-11B36426A95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093527" y="1622825"/>
                  <a:ext cx="11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FBD2777-EE84-4C8B-4705-9C275EC33DC9}"/>
                    </a:ext>
                  </a:extLst>
                </p14:cNvPr>
                <p14:cNvContentPartPr/>
                <p14:nvPr/>
              </p14:nvContentPartPr>
              <p14:xfrm>
                <a:off x="4099647" y="1687625"/>
                <a:ext cx="141840" cy="201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FBD2777-EE84-4C8B-4705-9C275EC33DC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091007" y="1678985"/>
                  <a:ext cx="159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1D82AA2-64C3-AC5B-4EAE-6C0147EAFF12}"/>
                    </a:ext>
                  </a:extLst>
                </p14:cNvPr>
                <p14:cNvContentPartPr/>
                <p14:nvPr/>
              </p14:nvContentPartPr>
              <p14:xfrm>
                <a:off x="4362447" y="1580705"/>
                <a:ext cx="110880" cy="148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1D82AA2-64C3-AC5B-4EAE-6C0147EAFF1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353807" y="1572065"/>
                  <a:ext cx="128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CAFBEFC-888B-5F2B-31C2-DF372D9B9A7F}"/>
                    </a:ext>
                  </a:extLst>
                </p14:cNvPr>
                <p14:cNvContentPartPr/>
                <p14:nvPr/>
              </p14:nvContentPartPr>
              <p14:xfrm>
                <a:off x="4523727" y="1663865"/>
                <a:ext cx="51840" cy="38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CAFBEFC-888B-5F2B-31C2-DF372D9B9A7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515087" y="1654865"/>
                  <a:ext cx="69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20487C-8E40-C606-37FB-EC27DF28B04B}"/>
                    </a:ext>
                  </a:extLst>
                </p14:cNvPr>
                <p14:cNvContentPartPr/>
                <p14:nvPr/>
              </p14:nvContentPartPr>
              <p14:xfrm>
                <a:off x="4624167" y="1606625"/>
                <a:ext cx="18720" cy="1260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20487C-8E40-C606-37FB-EC27DF28B04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615527" y="1597985"/>
                  <a:ext cx="36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9EA2B34-E97F-4427-AAB9-2FF1DBF5E7D7}"/>
                    </a:ext>
                  </a:extLst>
                </p14:cNvPr>
                <p14:cNvContentPartPr/>
                <p14:nvPr/>
              </p14:nvContentPartPr>
              <p14:xfrm>
                <a:off x="4694367" y="1595825"/>
                <a:ext cx="110160" cy="164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9EA2B34-E97F-4427-AAB9-2FF1DBF5E7D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685727" y="1587185"/>
                  <a:ext cx="127800" cy="18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447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EEE850B-B7F4-59A9-5316-D6365AE622C8}"/>
                  </a:ext>
                </a:extLst>
              </p14:cNvPr>
              <p14:cNvContentPartPr/>
              <p14:nvPr/>
            </p14:nvContentPartPr>
            <p14:xfrm>
              <a:off x="423065" y="582894"/>
              <a:ext cx="10440" cy="181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EEE850B-B7F4-59A9-5316-D6365AE622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4425" y="574254"/>
                <a:ext cx="280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7BFB2CD-0B30-5D58-6A8C-422A65625582}"/>
                  </a:ext>
                </a:extLst>
              </p14:cNvPr>
              <p14:cNvContentPartPr/>
              <p14:nvPr/>
            </p14:nvContentPartPr>
            <p14:xfrm>
              <a:off x="365105" y="580734"/>
              <a:ext cx="153360" cy="457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7BFB2CD-0B30-5D58-6A8C-422A656255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6465" y="571734"/>
                <a:ext cx="171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3E1F4CE-6FF7-D2A4-6786-4D15F60D448D}"/>
                  </a:ext>
                </a:extLst>
              </p14:cNvPr>
              <p14:cNvContentPartPr/>
              <p14:nvPr/>
            </p14:nvContentPartPr>
            <p14:xfrm>
              <a:off x="329465" y="749934"/>
              <a:ext cx="253800" cy="70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3E1F4CE-6FF7-D2A4-6786-4D15F60D44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0825" y="740934"/>
                <a:ext cx="2714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6356004-4BCA-2514-B0A5-6019BF1AC5C0}"/>
                  </a:ext>
                </a:extLst>
              </p14:cNvPr>
              <p14:cNvContentPartPr/>
              <p14:nvPr/>
            </p14:nvContentPartPr>
            <p14:xfrm>
              <a:off x="640505" y="573534"/>
              <a:ext cx="12960" cy="158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6356004-4BCA-2514-B0A5-6019BF1AC5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1865" y="564894"/>
                <a:ext cx="306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6B56029-3F1B-C4AC-CAED-D8003F17DDDE}"/>
                  </a:ext>
                </a:extLst>
              </p14:cNvPr>
              <p14:cNvContentPartPr/>
              <p14:nvPr/>
            </p14:nvContentPartPr>
            <p14:xfrm>
              <a:off x="574625" y="576414"/>
              <a:ext cx="198720" cy="226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6B56029-3F1B-C4AC-CAED-D8003F17DD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5625" y="567414"/>
                <a:ext cx="2163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1844532-7955-FF85-D3F6-7A72B12F36E6}"/>
                  </a:ext>
                </a:extLst>
              </p14:cNvPr>
              <p14:cNvContentPartPr/>
              <p14:nvPr/>
            </p14:nvContentPartPr>
            <p14:xfrm>
              <a:off x="846065" y="604494"/>
              <a:ext cx="10440" cy="168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1844532-7955-FF85-D3F6-7A72B12F36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7425" y="595854"/>
                <a:ext cx="28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CDFBC8F-3024-2CDF-B085-7603E2B55B3F}"/>
                  </a:ext>
                </a:extLst>
              </p14:cNvPr>
              <p14:cNvContentPartPr/>
              <p14:nvPr/>
            </p14:nvContentPartPr>
            <p14:xfrm>
              <a:off x="850025" y="572094"/>
              <a:ext cx="119880" cy="37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CDFBC8F-3024-2CDF-B085-7603E2B55B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1025" y="563454"/>
                <a:ext cx="1375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775030-08DE-F30E-72CB-4A76ED3B16D5}"/>
                  </a:ext>
                </a:extLst>
              </p14:cNvPr>
              <p14:cNvContentPartPr/>
              <p14:nvPr/>
            </p14:nvContentPartPr>
            <p14:xfrm>
              <a:off x="855065" y="658134"/>
              <a:ext cx="122400" cy="38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775030-08DE-F30E-72CB-4A76ED3B16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6425" y="649134"/>
                <a:ext cx="140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7E9D2E6-97C5-EB8D-7806-E9F6FA090149}"/>
                  </a:ext>
                </a:extLst>
              </p14:cNvPr>
              <p14:cNvContentPartPr/>
              <p14:nvPr/>
            </p14:nvContentPartPr>
            <p14:xfrm>
              <a:off x="1165025" y="616014"/>
              <a:ext cx="120240" cy="18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7E9D2E6-97C5-EB8D-7806-E9F6FA09014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56385" y="607014"/>
                <a:ext cx="137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E0559BB-014B-1B54-F360-9FD17D3D6177}"/>
                  </a:ext>
                </a:extLst>
              </p14:cNvPr>
              <p14:cNvContentPartPr/>
              <p14:nvPr/>
            </p14:nvContentPartPr>
            <p14:xfrm>
              <a:off x="1143065" y="624654"/>
              <a:ext cx="189000" cy="29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E0559BB-014B-1B54-F360-9FD17D3D617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4065" y="616014"/>
                <a:ext cx="206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4C638ED-6049-8D65-8BC0-B4892A2EB501}"/>
                  </a:ext>
                </a:extLst>
              </p14:cNvPr>
              <p14:cNvContentPartPr/>
              <p14:nvPr/>
            </p14:nvContentPartPr>
            <p14:xfrm>
              <a:off x="1293905" y="585774"/>
              <a:ext cx="73800" cy="1587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4C638ED-6049-8D65-8BC0-B4892A2EB5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85265" y="577134"/>
                <a:ext cx="914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EA4337A-9055-6D07-BD46-BB0E27B6B7E4}"/>
                  </a:ext>
                </a:extLst>
              </p14:cNvPr>
              <p14:cNvContentPartPr/>
              <p14:nvPr/>
            </p14:nvContentPartPr>
            <p14:xfrm>
              <a:off x="1642025" y="550854"/>
              <a:ext cx="77040" cy="209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EA4337A-9055-6D07-BD46-BB0E27B6B7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33025" y="542214"/>
                <a:ext cx="946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754F426-2B9D-CD26-7218-5B997351630C}"/>
                  </a:ext>
                </a:extLst>
              </p14:cNvPr>
              <p14:cNvContentPartPr/>
              <p14:nvPr/>
            </p14:nvContentPartPr>
            <p14:xfrm>
              <a:off x="1596665" y="526014"/>
              <a:ext cx="203760" cy="68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754F426-2B9D-CD26-7218-5B997351630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87665" y="517374"/>
                <a:ext cx="2214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93430EC-63F7-38E0-A415-3C9E0DAD35C9}"/>
                  </a:ext>
                </a:extLst>
              </p14:cNvPr>
              <p14:cNvContentPartPr/>
              <p14:nvPr/>
            </p14:nvContentPartPr>
            <p14:xfrm>
              <a:off x="1515305" y="720414"/>
              <a:ext cx="308880" cy="114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93430EC-63F7-38E0-A415-3C9E0DAD35C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06665" y="711774"/>
                <a:ext cx="3265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43EC44-A822-04B8-8E14-5CAC362234DF}"/>
                  </a:ext>
                </a:extLst>
              </p14:cNvPr>
              <p14:cNvContentPartPr/>
              <p14:nvPr/>
            </p14:nvContentPartPr>
            <p14:xfrm>
              <a:off x="1815185" y="684774"/>
              <a:ext cx="104400" cy="116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43EC44-A822-04B8-8E14-5CAC362234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806545" y="675774"/>
                <a:ext cx="1220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F949204-F52C-36F3-CD5D-68B4AC5F55A7}"/>
                  </a:ext>
                </a:extLst>
              </p14:cNvPr>
              <p14:cNvContentPartPr/>
              <p14:nvPr/>
            </p14:nvContentPartPr>
            <p14:xfrm>
              <a:off x="1962065" y="684054"/>
              <a:ext cx="67320" cy="85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F949204-F52C-36F3-CD5D-68B4AC5F55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53425" y="675414"/>
                <a:ext cx="849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DDA6283-8643-10CA-FF0F-EB7A84264F51}"/>
                  </a:ext>
                </a:extLst>
              </p14:cNvPr>
              <p14:cNvContentPartPr/>
              <p14:nvPr/>
            </p14:nvContentPartPr>
            <p14:xfrm>
              <a:off x="2014985" y="674694"/>
              <a:ext cx="39240" cy="1195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DDA6283-8643-10CA-FF0F-EB7A84264F5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06345" y="666054"/>
                <a:ext cx="568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9319722-46D2-8804-9BAE-4A74CCAC3E14}"/>
                  </a:ext>
                </a:extLst>
              </p14:cNvPr>
              <p14:cNvContentPartPr/>
              <p14:nvPr/>
            </p14:nvContentPartPr>
            <p14:xfrm>
              <a:off x="2084105" y="680814"/>
              <a:ext cx="115560" cy="1026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9319722-46D2-8804-9BAE-4A74CCAC3E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75465" y="671814"/>
                <a:ext cx="1332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7613E25-B8EA-F963-C592-87DC78946872}"/>
                  </a:ext>
                </a:extLst>
              </p14:cNvPr>
              <p14:cNvContentPartPr/>
              <p14:nvPr/>
            </p14:nvContentPartPr>
            <p14:xfrm>
              <a:off x="2234585" y="632574"/>
              <a:ext cx="177120" cy="1530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7613E25-B8EA-F963-C592-87DC7894687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25585" y="623574"/>
                <a:ext cx="1947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44F18B6-EDB0-FB7F-718E-C59FA16F0324}"/>
                  </a:ext>
                </a:extLst>
              </p14:cNvPr>
              <p14:cNvContentPartPr/>
              <p14:nvPr/>
            </p14:nvContentPartPr>
            <p14:xfrm>
              <a:off x="2457425" y="640134"/>
              <a:ext cx="140040" cy="112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44F18B6-EDB0-FB7F-718E-C59FA16F032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48785" y="631494"/>
                <a:ext cx="1576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CE632E2-A5E7-8AAB-29CB-1E7DB390FA07}"/>
                  </a:ext>
                </a:extLst>
              </p14:cNvPr>
              <p14:cNvContentPartPr/>
              <p14:nvPr/>
            </p14:nvContentPartPr>
            <p14:xfrm>
              <a:off x="2836505" y="450414"/>
              <a:ext cx="212040" cy="330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CE632E2-A5E7-8AAB-29CB-1E7DB390FA0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27505" y="441774"/>
                <a:ext cx="2296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74E4C70-6745-6063-1A44-6F5AC386847D}"/>
                  </a:ext>
                </a:extLst>
              </p14:cNvPr>
              <p14:cNvContentPartPr/>
              <p14:nvPr/>
            </p14:nvContentPartPr>
            <p14:xfrm>
              <a:off x="3082745" y="659214"/>
              <a:ext cx="102960" cy="90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74E4C70-6745-6063-1A44-6F5AC38684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73745" y="650214"/>
                <a:ext cx="1206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4C9DEC6-D1EC-ADDE-5D88-C660D387E4C8}"/>
                  </a:ext>
                </a:extLst>
              </p14:cNvPr>
              <p14:cNvContentPartPr/>
              <p14:nvPr/>
            </p14:nvContentPartPr>
            <p14:xfrm>
              <a:off x="3237905" y="629334"/>
              <a:ext cx="138960" cy="118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4C9DEC6-D1EC-ADDE-5D88-C660D387E4C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9265" y="620694"/>
                <a:ext cx="156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055C82E-5D66-C43A-8F28-05660D072577}"/>
                  </a:ext>
                </a:extLst>
              </p14:cNvPr>
              <p14:cNvContentPartPr/>
              <p14:nvPr/>
            </p14:nvContentPartPr>
            <p14:xfrm>
              <a:off x="3390905" y="643374"/>
              <a:ext cx="133920" cy="709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055C82E-5D66-C43A-8F28-05660D07257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82265" y="634374"/>
                <a:ext cx="151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50297C9-5613-BC4E-EF9C-8125C7AA86F7}"/>
                  </a:ext>
                </a:extLst>
              </p14:cNvPr>
              <p14:cNvContentPartPr/>
              <p14:nvPr/>
            </p14:nvContentPartPr>
            <p14:xfrm>
              <a:off x="3583145" y="649854"/>
              <a:ext cx="205920" cy="828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50297C9-5613-BC4E-EF9C-8125C7AA86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74505" y="641214"/>
                <a:ext cx="2235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86C6DAE-E153-0A0D-E9FE-B5386B516049}"/>
                  </a:ext>
                </a:extLst>
              </p14:cNvPr>
              <p14:cNvContentPartPr/>
              <p14:nvPr/>
            </p14:nvContentPartPr>
            <p14:xfrm>
              <a:off x="3820025" y="635094"/>
              <a:ext cx="225360" cy="208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86C6DAE-E153-0A0D-E9FE-B5386B51604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11025" y="626094"/>
                <a:ext cx="2430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50B8A87-E095-6C33-1DB4-D1927834A437}"/>
                  </a:ext>
                </a:extLst>
              </p14:cNvPr>
              <p14:cNvContentPartPr/>
              <p14:nvPr/>
            </p14:nvContentPartPr>
            <p14:xfrm>
              <a:off x="4177505" y="493254"/>
              <a:ext cx="38880" cy="266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50B8A87-E095-6C33-1DB4-D1927834A43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68865" y="484254"/>
                <a:ext cx="5652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0D25458-9FD0-D661-7BB1-5982A93F1590}"/>
                  </a:ext>
                </a:extLst>
              </p14:cNvPr>
              <p14:cNvContentPartPr/>
              <p14:nvPr/>
            </p14:nvContentPartPr>
            <p14:xfrm>
              <a:off x="4132145" y="607374"/>
              <a:ext cx="164160" cy="367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0D25458-9FD0-D661-7BB1-5982A93F159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23145" y="598734"/>
                <a:ext cx="1818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7CBC47D-F926-261F-5261-65EECCF0DAE7}"/>
                  </a:ext>
                </a:extLst>
              </p14:cNvPr>
              <p14:cNvContentPartPr/>
              <p14:nvPr/>
            </p14:nvContentPartPr>
            <p14:xfrm>
              <a:off x="4521665" y="515574"/>
              <a:ext cx="21960" cy="2408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7CBC47D-F926-261F-5261-65EECCF0DAE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12665" y="506934"/>
                <a:ext cx="396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59339C2-6A16-21FB-AD60-343402DCEE41}"/>
                  </a:ext>
                </a:extLst>
              </p14:cNvPr>
              <p14:cNvContentPartPr/>
              <p14:nvPr/>
            </p14:nvContentPartPr>
            <p14:xfrm>
              <a:off x="4518065" y="506214"/>
              <a:ext cx="108720" cy="47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59339C2-6A16-21FB-AD60-343402DCEE4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09065" y="497574"/>
                <a:ext cx="1263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1062596-9F25-FAFA-A1D1-F4C9739B7C9D}"/>
                  </a:ext>
                </a:extLst>
              </p14:cNvPr>
              <p14:cNvContentPartPr/>
              <p14:nvPr/>
            </p14:nvContentPartPr>
            <p14:xfrm>
              <a:off x="4452905" y="610614"/>
              <a:ext cx="169920" cy="21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1062596-9F25-FAFA-A1D1-F4C9739B7C9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44265" y="601614"/>
                <a:ext cx="1875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666154E-1105-B551-A8FD-1703DB0C927C}"/>
                  </a:ext>
                </a:extLst>
              </p14:cNvPr>
              <p14:cNvContentPartPr/>
              <p14:nvPr/>
            </p14:nvContentPartPr>
            <p14:xfrm>
              <a:off x="4628225" y="611334"/>
              <a:ext cx="118080" cy="1022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666154E-1105-B551-A8FD-1703DB0C927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19585" y="602334"/>
                <a:ext cx="1357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DAC5026-7C9C-66A4-AC05-43A43FC4274F}"/>
                  </a:ext>
                </a:extLst>
              </p14:cNvPr>
              <p14:cNvContentPartPr/>
              <p14:nvPr/>
            </p14:nvContentPartPr>
            <p14:xfrm>
              <a:off x="4766465" y="598734"/>
              <a:ext cx="246600" cy="284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DAC5026-7C9C-66A4-AC05-43A43FC4274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57465" y="589734"/>
                <a:ext cx="2642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D7C3199-0E54-2EC2-FCF2-AD9039524D76}"/>
                  </a:ext>
                </a:extLst>
              </p14:cNvPr>
              <p14:cNvContentPartPr/>
              <p14:nvPr/>
            </p14:nvContentPartPr>
            <p14:xfrm>
              <a:off x="5048705" y="622854"/>
              <a:ext cx="186120" cy="738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D7C3199-0E54-2EC2-FCF2-AD9039524D7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40065" y="613854"/>
                <a:ext cx="203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DF60B01-3D21-2CFF-AEF6-93D5F07D436F}"/>
                  </a:ext>
                </a:extLst>
              </p14:cNvPr>
              <p14:cNvContentPartPr/>
              <p14:nvPr/>
            </p14:nvContentPartPr>
            <p14:xfrm>
              <a:off x="5211065" y="599454"/>
              <a:ext cx="192600" cy="185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DF60B01-3D21-2CFF-AEF6-93D5F07D436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02425" y="590814"/>
                <a:ext cx="2102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C28FC05-9C7F-7FB2-BFA5-67D9EB544DBC}"/>
                  </a:ext>
                </a:extLst>
              </p14:cNvPr>
              <p14:cNvContentPartPr/>
              <p14:nvPr/>
            </p14:nvContentPartPr>
            <p14:xfrm>
              <a:off x="5451545" y="630774"/>
              <a:ext cx="235080" cy="336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C28FC05-9C7F-7FB2-BFA5-67D9EB544D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42545" y="621774"/>
                <a:ext cx="2527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BCA39E-2139-3F7B-C57D-DD40473454AA}"/>
                  </a:ext>
                </a:extLst>
              </p14:cNvPr>
              <p14:cNvContentPartPr/>
              <p14:nvPr/>
            </p14:nvContentPartPr>
            <p14:xfrm>
              <a:off x="2418807" y="177798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BCA39E-2139-3F7B-C57D-DD40473454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10167" y="176934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E4E8C0EB-E00C-4964-D73F-2B90C1082DC6}"/>
              </a:ext>
            </a:extLst>
          </p:cNvPr>
          <p:cNvGrpSpPr/>
          <p:nvPr/>
        </p:nvGrpSpPr>
        <p:grpSpPr>
          <a:xfrm>
            <a:off x="7472127" y="647225"/>
            <a:ext cx="2215080" cy="694440"/>
            <a:chOff x="7472127" y="647225"/>
            <a:chExt cx="2215080" cy="6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47CE658-0621-F235-8317-20476F95A822}"/>
                    </a:ext>
                  </a:extLst>
                </p14:cNvPr>
                <p14:cNvContentPartPr/>
                <p14:nvPr/>
              </p14:nvContentPartPr>
              <p14:xfrm>
                <a:off x="7939407" y="882305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47CE658-0621-F235-8317-20476F95A82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30407" y="8733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7EC1A8-36B0-FD37-8D27-235B58A7E1AD}"/>
                    </a:ext>
                  </a:extLst>
                </p14:cNvPr>
                <p14:cNvContentPartPr/>
                <p14:nvPr/>
              </p14:nvContentPartPr>
              <p14:xfrm>
                <a:off x="7939767" y="744425"/>
                <a:ext cx="19080" cy="595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7EC1A8-36B0-FD37-8D27-235B58A7E1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31127" y="735425"/>
                  <a:ext cx="3672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386319-E9BB-0A2D-56B1-4711E3EBCA65}"/>
                    </a:ext>
                  </a:extLst>
                </p14:cNvPr>
                <p14:cNvContentPartPr/>
                <p14:nvPr/>
              </p14:nvContentPartPr>
              <p14:xfrm>
                <a:off x="7912047" y="647225"/>
                <a:ext cx="1732320" cy="458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386319-E9BB-0A2D-56B1-4711E3EBCA6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903407" y="638225"/>
                  <a:ext cx="174996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FB77C9-1791-DED8-FAF1-2F2D428B81B2}"/>
                    </a:ext>
                  </a:extLst>
                </p14:cNvPr>
                <p14:cNvContentPartPr/>
                <p14:nvPr/>
              </p14:nvContentPartPr>
              <p14:xfrm>
                <a:off x="7934007" y="1260305"/>
                <a:ext cx="1730880" cy="8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FB77C9-1791-DED8-FAF1-2F2D428B81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25367" y="1251305"/>
                  <a:ext cx="1748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5BB3D1-CEA1-F8A3-73B0-FBF90621DA12}"/>
                    </a:ext>
                  </a:extLst>
                </p14:cNvPr>
                <p14:cNvContentPartPr/>
                <p14:nvPr/>
              </p14:nvContentPartPr>
              <p14:xfrm>
                <a:off x="9593967" y="690065"/>
                <a:ext cx="93240" cy="58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5BB3D1-CEA1-F8A3-73B0-FBF90621DA1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85327" y="681425"/>
                  <a:ext cx="11088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BE52CC-9D0E-6A2E-DC9C-3E25D6AF9004}"/>
                    </a:ext>
                  </a:extLst>
                </p14:cNvPr>
                <p14:cNvContentPartPr/>
                <p14:nvPr/>
              </p14:nvContentPartPr>
              <p14:xfrm>
                <a:off x="8110047" y="843425"/>
                <a:ext cx="19080" cy="20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BE52CC-9D0E-6A2E-DC9C-3E25D6AF900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01407" y="834785"/>
                  <a:ext cx="36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D29838-535E-96CA-0E2D-0857362A735B}"/>
                    </a:ext>
                  </a:extLst>
                </p14:cNvPr>
                <p14:cNvContentPartPr/>
                <p14:nvPr/>
              </p14:nvContentPartPr>
              <p14:xfrm>
                <a:off x="8006007" y="837665"/>
                <a:ext cx="316800" cy="161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D29838-535E-96CA-0E2D-0857362A735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97007" y="829025"/>
                  <a:ext cx="33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6F87CD7-D660-8811-A966-8A8E8E43B83A}"/>
                    </a:ext>
                  </a:extLst>
                </p14:cNvPr>
                <p14:cNvContentPartPr/>
                <p14:nvPr/>
              </p14:nvContentPartPr>
              <p14:xfrm>
                <a:off x="8353047" y="894545"/>
                <a:ext cx="46440" cy="8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F87CD7-D660-8811-A966-8A8E8E43B83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44047" y="885545"/>
                  <a:ext cx="64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374B6F-0803-775F-B402-08E32FB27C1A}"/>
                    </a:ext>
                  </a:extLst>
                </p14:cNvPr>
                <p14:cNvContentPartPr/>
                <p14:nvPr/>
              </p14:nvContentPartPr>
              <p14:xfrm>
                <a:off x="8401647" y="884105"/>
                <a:ext cx="41040" cy="11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374B6F-0803-775F-B402-08E32FB27C1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93007" y="875465"/>
                  <a:ext cx="58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1A9936-B89C-12D4-84A5-0469987D1655}"/>
                    </a:ext>
                  </a:extLst>
                </p14:cNvPr>
                <p14:cNvContentPartPr/>
                <p14:nvPr/>
              </p14:nvContentPartPr>
              <p14:xfrm>
                <a:off x="8479047" y="920825"/>
                <a:ext cx="13680" cy="61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1A9936-B89C-12D4-84A5-0469987D16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70407" y="912185"/>
                  <a:ext cx="31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9DDAF6-ABAE-C299-A9EB-A0D74DD7AB19}"/>
                    </a:ext>
                  </a:extLst>
                </p14:cNvPr>
                <p14:cNvContentPartPr/>
                <p14:nvPr/>
              </p14:nvContentPartPr>
              <p14:xfrm>
                <a:off x="8496327" y="881225"/>
                <a:ext cx="3960" cy="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9DDAF6-ABAE-C299-A9EB-A0D74DD7AB1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87687" y="872585"/>
                  <a:ext cx="21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71ADF94-800A-4D0B-27FD-6286959BCA31}"/>
                    </a:ext>
                  </a:extLst>
                </p14:cNvPr>
                <p14:cNvContentPartPr/>
                <p14:nvPr/>
              </p14:nvContentPartPr>
              <p14:xfrm>
                <a:off x="8549247" y="878345"/>
                <a:ext cx="86760" cy="103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71ADF94-800A-4D0B-27FD-6286959BCA3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40607" y="869345"/>
                  <a:ext cx="104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8C356E-30EF-9196-ABBD-4A13625886AD}"/>
                    </a:ext>
                  </a:extLst>
                </p14:cNvPr>
                <p14:cNvContentPartPr/>
                <p14:nvPr/>
              </p14:nvContentPartPr>
              <p14:xfrm>
                <a:off x="8652927" y="855305"/>
                <a:ext cx="145080" cy="10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8C356E-30EF-9196-ABBD-4A13625886A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44287" y="846305"/>
                  <a:ext cx="162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68B4DCF-738D-719E-656A-8CA78F068238}"/>
                    </a:ext>
                  </a:extLst>
                </p14:cNvPr>
                <p14:cNvContentPartPr/>
                <p14:nvPr/>
              </p14:nvContentPartPr>
              <p14:xfrm>
                <a:off x="7549167" y="867545"/>
                <a:ext cx="25920" cy="10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68B4DCF-738D-719E-656A-8CA78F06823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40527" y="858545"/>
                  <a:ext cx="43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E4B375-AB3E-3C36-B47D-115CFE03BBD6}"/>
                    </a:ext>
                  </a:extLst>
                </p14:cNvPr>
                <p14:cNvContentPartPr/>
                <p14:nvPr/>
              </p14:nvContentPartPr>
              <p14:xfrm>
                <a:off x="7514607" y="851705"/>
                <a:ext cx="69840" cy="5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E4B375-AB3E-3C36-B47D-115CFE03BBD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05967" y="843065"/>
                  <a:ext cx="87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847AA4-D55E-24C7-139A-F2F2EC519979}"/>
                    </a:ext>
                  </a:extLst>
                </p14:cNvPr>
                <p14:cNvContentPartPr/>
                <p14:nvPr/>
              </p14:nvContentPartPr>
              <p14:xfrm>
                <a:off x="7472127" y="950345"/>
                <a:ext cx="174240" cy="46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847AA4-D55E-24C7-139A-F2F2EC5199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63487" y="941705"/>
                  <a:ext cx="191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1F4800-8A9A-B10D-D514-52E46851537D}"/>
                    </a:ext>
                  </a:extLst>
                </p14:cNvPr>
                <p14:cNvContentPartPr/>
                <p14:nvPr/>
              </p14:nvContentPartPr>
              <p14:xfrm>
                <a:off x="7644207" y="856745"/>
                <a:ext cx="98280" cy="18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1F4800-8A9A-B10D-D514-52E4685153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35207" y="848105"/>
                  <a:ext cx="11592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8C4AF9-8D9D-8C2E-4AF2-1F74BAA9BE38}"/>
                  </a:ext>
                </a:extLst>
              </p14:cNvPr>
              <p14:cNvContentPartPr/>
              <p14:nvPr/>
            </p14:nvContentPartPr>
            <p14:xfrm>
              <a:off x="8457087" y="1440665"/>
              <a:ext cx="24840" cy="109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8C4AF9-8D9D-8C2E-4AF2-1F74BAA9BE3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448447" y="1432025"/>
                <a:ext cx="424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39D5CD2-89E8-9DCB-F3A8-9A46C89356AC}"/>
                  </a:ext>
                </a:extLst>
              </p14:cNvPr>
              <p14:cNvContentPartPr/>
              <p14:nvPr/>
            </p14:nvContentPartPr>
            <p14:xfrm>
              <a:off x="8493447" y="1726505"/>
              <a:ext cx="3960" cy="156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39D5CD2-89E8-9DCB-F3A8-9A46C89356A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484447" y="1717865"/>
                <a:ext cx="21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98F6157-0009-4FC4-BB7F-012A85D8A8EE}"/>
                  </a:ext>
                </a:extLst>
              </p14:cNvPr>
              <p14:cNvContentPartPr/>
              <p14:nvPr/>
            </p14:nvContentPartPr>
            <p14:xfrm>
              <a:off x="8511807" y="1995065"/>
              <a:ext cx="17640" cy="146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98F6157-0009-4FC4-BB7F-012A85D8A8E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502807" y="1986065"/>
                <a:ext cx="3528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CE3D4F-A1BE-8742-30AF-81558C6B3B82}"/>
              </a:ext>
            </a:extLst>
          </p:cNvPr>
          <p:cNvGrpSpPr/>
          <p:nvPr/>
        </p:nvGrpSpPr>
        <p:grpSpPr>
          <a:xfrm>
            <a:off x="8452047" y="2400065"/>
            <a:ext cx="81360" cy="464760"/>
            <a:chOff x="8452047" y="2400065"/>
            <a:chExt cx="81360" cy="46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B9A6F5-536C-C8A1-1C9B-88C548B30B9F}"/>
                    </a:ext>
                  </a:extLst>
                </p14:cNvPr>
                <p14:cNvContentPartPr/>
                <p14:nvPr/>
              </p14:nvContentPartPr>
              <p14:xfrm>
                <a:off x="8452047" y="2400065"/>
                <a:ext cx="23400" cy="115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B9A6F5-536C-C8A1-1C9B-88C548B30B9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443047" y="2391065"/>
                  <a:ext cx="41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638F53-373A-EACF-526C-D3C526270C90}"/>
                    </a:ext>
                  </a:extLst>
                </p14:cNvPr>
                <p14:cNvContentPartPr/>
                <p14:nvPr/>
              </p14:nvContentPartPr>
              <p14:xfrm>
                <a:off x="8495967" y="2590505"/>
                <a:ext cx="18720" cy="124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638F53-373A-EACF-526C-D3C526270C9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86967" y="2581505"/>
                  <a:ext cx="36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3D9161-FED5-68AE-3D91-FAC8F2D915C4}"/>
                    </a:ext>
                  </a:extLst>
                </p14:cNvPr>
                <p14:cNvContentPartPr/>
                <p14:nvPr/>
              </p14:nvContentPartPr>
              <p14:xfrm>
                <a:off x="8508927" y="2757905"/>
                <a:ext cx="24480" cy="10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3D9161-FED5-68AE-3D91-FAC8F2D915C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00287" y="2748905"/>
                  <a:ext cx="4212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9BA07FE-6442-60B9-7135-CAFEA62EC997}"/>
                  </a:ext>
                </a:extLst>
              </p14:cNvPr>
              <p14:cNvContentPartPr/>
              <p14:nvPr/>
            </p14:nvContentPartPr>
            <p14:xfrm>
              <a:off x="7148847" y="3318785"/>
              <a:ext cx="46080" cy="144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9BA07FE-6442-60B9-7135-CAFEA62EC99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139847" y="3309785"/>
                <a:ext cx="6372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53E8579-F204-7976-DFB3-6CBD5A60680A}"/>
              </a:ext>
            </a:extLst>
          </p:cNvPr>
          <p:cNvGrpSpPr/>
          <p:nvPr/>
        </p:nvGrpSpPr>
        <p:grpSpPr>
          <a:xfrm>
            <a:off x="7271607" y="3330305"/>
            <a:ext cx="407520" cy="136080"/>
            <a:chOff x="7271607" y="3330305"/>
            <a:chExt cx="40752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6BF393-E093-A12D-6C5A-B422598160AB}"/>
                    </a:ext>
                  </a:extLst>
                </p14:cNvPr>
                <p14:cNvContentPartPr/>
                <p14:nvPr/>
              </p14:nvContentPartPr>
              <p14:xfrm>
                <a:off x="7271607" y="3330305"/>
                <a:ext cx="84600" cy="131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6BF393-E093-A12D-6C5A-B422598160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62967" y="3321665"/>
                  <a:ext cx="102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3DB831-7BAE-F5C9-E522-FD62E7DADDFC}"/>
                    </a:ext>
                  </a:extLst>
                </p14:cNvPr>
                <p14:cNvContentPartPr/>
                <p14:nvPr/>
              </p14:nvContentPartPr>
              <p14:xfrm>
                <a:off x="7420287" y="3333545"/>
                <a:ext cx="258840" cy="13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3DB831-7BAE-F5C9-E522-FD62E7DADDF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11647" y="3324905"/>
                  <a:ext cx="276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008F13B-2828-DD1F-A66B-DA20087BA991}"/>
              </a:ext>
            </a:extLst>
          </p:cNvPr>
          <p:cNvGrpSpPr/>
          <p:nvPr/>
        </p:nvGrpSpPr>
        <p:grpSpPr>
          <a:xfrm>
            <a:off x="8009607" y="3107825"/>
            <a:ext cx="2021400" cy="668880"/>
            <a:chOff x="8009607" y="3107825"/>
            <a:chExt cx="2021400" cy="66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4C76C0E-A92F-1597-AA12-6A1F270B5484}"/>
                    </a:ext>
                  </a:extLst>
                </p14:cNvPr>
                <p14:cNvContentPartPr/>
                <p14:nvPr/>
              </p14:nvContentPartPr>
              <p14:xfrm>
                <a:off x="8009607" y="3178025"/>
                <a:ext cx="92520" cy="56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4C76C0E-A92F-1597-AA12-6A1F270B548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000607" y="3169385"/>
                  <a:ext cx="11016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6067D01-D59A-B3D5-6649-A42C812B5B62}"/>
                    </a:ext>
                  </a:extLst>
                </p14:cNvPr>
                <p14:cNvContentPartPr/>
                <p14:nvPr/>
              </p14:nvContentPartPr>
              <p14:xfrm>
                <a:off x="8056047" y="3107825"/>
                <a:ext cx="1842120" cy="541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6067D01-D59A-B3D5-6649-A42C812B5B6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47047" y="3099185"/>
                  <a:ext cx="18597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81478C9-8C66-96FF-DB36-018B049F1D0C}"/>
                    </a:ext>
                  </a:extLst>
                </p14:cNvPr>
                <p14:cNvContentPartPr/>
                <p14:nvPr/>
              </p14:nvContentPartPr>
              <p14:xfrm>
                <a:off x="8083767" y="3760865"/>
                <a:ext cx="19472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81478C9-8C66-96FF-DB36-018B049F1D0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75127" y="3751865"/>
                  <a:ext cx="1964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7F186E-C51D-BBCE-88F8-5F81960DA35B}"/>
                    </a:ext>
                  </a:extLst>
                </p14:cNvPr>
                <p14:cNvContentPartPr/>
                <p14:nvPr/>
              </p14:nvContentPartPr>
              <p14:xfrm>
                <a:off x="8246487" y="3343625"/>
                <a:ext cx="10440" cy="190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7F186E-C51D-BBCE-88F8-5F81960DA35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37487" y="3334985"/>
                  <a:ext cx="28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3678D1-0C81-C3FB-301A-6E19577219A6}"/>
                    </a:ext>
                  </a:extLst>
                </p14:cNvPr>
                <p14:cNvContentPartPr/>
                <p14:nvPr/>
              </p14:nvContentPartPr>
              <p14:xfrm>
                <a:off x="8175207" y="3310505"/>
                <a:ext cx="208080" cy="173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3678D1-0C81-C3FB-301A-6E19577219A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66207" y="3301865"/>
                  <a:ext cx="225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681BFDD-2B56-9A99-4B8F-7533574F70F4}"/>
                    </a:ext>
                  </a:extLst>
                </p14:cNvPr>
                <p14:cNvContentPartPr/>
                <p14:nvPr/>
              </p14:nvContentPartPr>
              <p14:xfrm>
                <a:off x="8389047" y="3377105"/>
                <a:ext cx="92160" cy="10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681BFDD-2B56-9A99-4B8F-7533574F70F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80047" y="3368105"/>
                  <a:ext cx="109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AA2A55-3494-00EF-82C9-A5337588CE9B}"/>
                    </a:ext>
                  </a:extLst>
                </p14:cNvPr>
                <p14:cNvContentPartPr/>
                <p14:nvPr/>
              </p14:nvContentPartPr>
              <p14:xfrm>
                <a:off x="8499207" y="3396905"/>
                <a:ext cx="31320" cy="69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AA2A55-3494-00EF-82C9-A5337588CE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90207" y="3388265"/>
                  <a:ext cx="48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F7F263A-7210-9B42-E973-02948230B255}"/>
                    </a:ext>
                  </a:extLst>
                </p14:cNvPr>
                <p14:cNvContentPartPr/>
                <p14:nvPr/>
              </p14:nvContentPartPr>
              <p14:xfrm>
                <a:off x="8543487" y="3365585"/>
                <a:ext cx="46440" cy="120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F7F263A-7210-9B42-E973-02948230B25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34847" y="3356585"/>
                  <a:ext cx="64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0A49B5-062B-0705-43B7-E85DB8B93703}"/>
                    </a:ext>
                  </a:extLst>
                </p14:cNvPr>
                <p14:cNvContentPartPr/>
                <p14:nvPr/>
              </p14:nvContentPartPr>
              <p14:xfrm>
                <a:off x="8645367" y="3380345"/>
                <a:ext cx="11160" cy="89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0A49B5-062B-0705-43B7-E85DB8B9370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36367" y="3371345"/>
                  <a:ext cx="28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628E62A-2A9F-5269-8CC4-314E2317812B}"/>
                    </a:ext>
                  </a:extLst>
                </p14:cNvPr>
                <p14:cNvContentPartPr/>
                <p14:nvPr/>
              </p14:nvContentPartPr>
              <p14:xfrm>
                <a:off x="8641047" y="3330665"/>
                <a:ext cx="21240" cy="1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628E62A-2A9F-5269-8CC4-314E2317812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32047" y="3322025"/>
                  <a:ext cx="38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4810DBE-67E0-5A48-2627-5A1C767FB7D0}"/>
                    </a:ext>
                  </a:extLst>
                </p14:cNvPr>
                <p14:cNvContentPartPr/>
                <p14:nvPr/>
              </p14:nvContentPartPr>
              <p14:xfrm>
                <a:off x="8683527" y="3307265"/>
                <a:ext cx="256680" cy="120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4810DBE-67E0-5A48-2627-5A1C767FB7D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74527" y="3298265"/>
                  <a:ext cx="2743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B8BBFAF-8045-7788-5166-165ACA07305E}"/>
              </a:ext>
            </a:extLst>
          </p:cNvPr>
          <p:cNvGrpSpPr/>
          <p:nvPr/>
        </p:nvGrpSpPr>
        <p:grpSpPr>
          <a:xfrm>
            <a:off x="10091847" y="716705"/>
            <a:ext cx="1108080" cy="223560"/>
            <a:chOff x="10091847" y="716705"/>
            <a:chExt cx="11080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83AD08-34A9-7B6E-C81F-7F5748AF658C}"/>
                    </a:ext>
                  </a:extLst>
                </p14:cNvPr>
                <p14:cNvContentPartPr/>
                <p14:nvPr/>
              </p14:nvContentPartPr>
              <p14:xfrm>
                <a:off x="10091847" y="716705"/>
                <a:ext cx="228600" cy="221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83AD08-34A9-7B6E-C81F-7F5748AF658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083207" y="708065"/>
                  <a:ext cx="246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6D6C62-6A4C-33BF-195D-BD8D21247598}"/>
                    </a:ext>
                  </a:extLst>
                </p14:cNvPr>
                <p14:cNvContentPartPr/>
                <p14:nvPr/>
              </p14:nvContentPartPr>
              <p14:xfrm>
                <a:off x="10373007" y="844145"/>
                <a:ext cx="34920" cy="85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6D6C62-6A4C-33BF-195D-BD8D2124759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364367" y="835145"/>
                  <a:ext cx="52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4C8BF5-AFF7-6771-624B-F1F92FB1370C}"/>
                    </a:ext>
                  </a:extLst>
                </p14:cNvPr>
                <p14:cNvContentPartPr/>
                <p14:nvPr/>
              </p14:nvContentPartPr>
              <p14:xfrm>
                <a:off x="10406847" y="847025"/>
                <a:ext cx="77040" cy="84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4C8BF5-AFF7-6771-624B-F1F92FB137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397847" y="838385"/>
                  <a:ext cx="94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7BA82D2-F07B-E4CE-DFC0-EB606D5462F9}"/>
                    </a:ext>
                  </a:extLst>
                </p14:cNvPr>
                <p14:cNvContentPartPr/>
                <p14:nvPr/>
              </p14:nvContentPartPr>
              <p14:xfrm>
                <a:off x="10500807" y="849545"/>
                <a:ext cx="130320" cy="90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7BA82D2-F07B-E4CE-DFC0-EB606D5462F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492167" y="840545"/>
                  <a:ext cx="147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8393A0-35DD-B9C3-C586-29D0532DB4E0}"/>
                    </a:ext>
                  </a:extLst>
                </p14:cNvPr>
                <p14:cNvContentPartPr/>
                <p14:nvPr/>
              </p14:nvContentPartPr>
              <p14:xfrm>
                <a:off x="10716087" y="848825"/>
                <a:ext cx="173160" cy="20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8393A0-35DD-B9C3-C586-29D0532DB4E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07087" y="840185"/>
                  <a:ext cx="190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7A1B5C-64F8-D8FF-1A80-2F844172B02C}"/>
                    </a:ext>
                  </a:extLst>
                </p14:cNvPr>
                <p14:cNvContentPartPr/>
                <p14:nvPr/>
              </p14:nvContentPartPr>
              <p14:xfrm>
                <a:off x="10847127" y="827585"/>
                <a:ext cx="57600" cy="93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7A1B5C-64F8-D8FF-1A80-2F844172B02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838127" y="818945"/>
                  <a:ext cx="75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3EC38B2-D38F-D865-E05D-84B01EA0C273}"/>
                    </a:ext>
                  </a:extLst>
                </p14:cNvPr>
                <p14:cNvContentPartPr/>
                <p14:nvPr/>
              </p14:nvContentPartPr>
              <p14:xfrm>
                <a:off x="11035767" y="799865"/>
                <a:ext cx="9000" cy="122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3EC38B2-D38F-D865-E05D-84B01EA0C27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027127" y="790865"/>
                  <a:ext cx="26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4BD2C3-39AA-84FE-5538-968C3E8E25AE}"/>
                    </a:ext>
                  </a:extLst>
                </p14:cNvPr>
                <p14:cNvContentPartPr/>
                <p14:nvPr/>
              </p14:nvContentPartPr>
              <p14:xfrm>
                <a:off x="11074287" y="782225"/>
                <a:ext cx="12564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4BD2C3-39AA-84FE-5538-968C3E8E25A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065287" y="773585"/>
                  <a:ext cx="1432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AED7065-0C67-4C83-8309-66FABBE6BE7D}"/>
              </a:ext>
            </a:extLst>
          </p:cNvPr>
          <p:cNvGrpSpPr/>
          <p:nvPr/>
        </p:nvGrpSpPr>
        <p:grpSpPr>
          <a:xfrm>
            <a:off x="9754167" y="1825145"/>
            <a:ext cx="2055600" cy="759240"/>
            <a:chOff x="9754167" y="1825145"/>
            <a:chExt cx="2055600" cy="75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D8DB57A-B745-8B20-03AF-757045755824}"/>
                    </a:ext>
                  </a:extLst>
                </p14:cNvPr>
                <p14:cNvContentPartPr/>
                <p14:nvPr/>
              </p14:nvContentPartPr>
              <p14:xfrm>
                <a:off x="10310727" y="2264705"/>
                <a:ext cx="264600" cy="31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D8DB57A-B745-8B20-03AF-75704575582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301727" y="2255705"/>
                  <a:ext cx="282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DC40446-E043-FBBC-E700-2077A6007286}"/>
                    </a:ext>
                  </a:extLst>
                </p14:cNvPr>
                <p14:cNvContentPartPr/>
                <p14:nvPr/>
              </p14:nvContentPartPr>
              <p14:xfrm>
                <a:off x="10644807" y="2460185"/>
                <a:ext cx="48960" cy="98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DC40446-E043-FBBC-E700-2077A600728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636167" y="2451185"/>
                  <a:ext cx="66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35566B-0E1C-EA3C-D3E2-8F95BA611F8C}"/>
                    </a:ext>
                  </a:extLst>
                </p14:cNvPr>
                <p14:cNvContentPartPr/>
                <p14:nvPr/>
              </p14:nvContentPartPr>
              <p14:xfrm>
                <a:off x="10679007" y="2455505"/>
                <a:ext cx="69120" cy="11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35566B-0E1C-EA3C-D3E2-8F95BA611F8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670007" y="2446505"/>
                  <a:ext cx="86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F28554B-2075-3433-1731-A559B45239B6}"/>
                    </a:ext>
                  </a:extLst>
                </p14:cNvPr>
                <p14:cNvContentPartPr/>
                <p14:nvPr/>
              </p14:nvContentPartPr>
              <p14:xfrm>
                <a:off x="10771527" y="2446505"/>
                <a:ext cx="96120" cy="111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F28554B-2075-3433-1731-A559B45239B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762887" y="2437865"/>
                  <a:ext cx="113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0EA07BF-9DCE-E55A-9E4D-108310BC15FE}"/>
                    </a:ext>
                  </a:extLst>
                </p14:cNvPr>
                <p14:cNvContentPartPr/>
                <p14:nvPr/>
              </p14:nvContentPartPr>
              <p14:xfrm>
                <a:off x="10902567" y="2465225"/>
                <a:ext cx="109800" cy="22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0EA07BF-9DCE-E55A-9E4D-108310BC15F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893567" y="2456585"/>
                  <a:ext cx="127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206E9E3-C957-C167-EDEA-B35FEA735F3F}"/>
                    </a:ext>
                  </a:extLst>
                </p14:cNvPr>
                <p14:cNvContentPartPr/>
                <p14:nvPr/>
              </p14:nvContentPartPr>
              <p14:xfrm>
                <a:off x="11077527" y="2379905"/>
                <a:ext cx="107640" cy="158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206E9E3-C957-C167-EDEA-B35FEA735F3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068887" y="2371265"/>
                  <a:ext cx="125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1685F85-3E09-890C-9AE6-CAD496802792}"/>
                    </a:ext>
                  </a:extLst>
                </p14:cNvPr>
                <p14:cNvContentPartPr/>
                <p14:nvPr/>
              </p14:nvContentPartPr>
              <p14:xfrm>
                <a:off x="11225847" y="2401865"/>
                <a:ext cx="64080" cy="121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1685F85-3E09-890C-9AE6-CAD49680279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216847" y="2393225"/>
                  <a:ext cx="81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81B5CA6-095A-82FF-11BA-5C45AB6D8DE2}"/>
                    </a:ext>
                  </a:extLst>
                </p14:cNvPr>
                <p14:cNvContentPartPr/>
                <p14:nvPr/>
              </p14:nvContentPartPr>
              <p14:xfrm>
                <a:off x="11354727" y="2383505"/>
                <a:ext cx="66240" cy="128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81B5CA6-095A-82FF-11BA-5C45AB6D8DE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346087" y="2374505"/>
                  <a:ext cx="83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93A820C-3285-35AC-BEE0-577DA0EDA62B}"/>
                    </a:ext>
                  </a:extLst>
                </p14:cNvPr>
                <p14:cNvContentPartPr/>
                <p14:nvPr/>
              </p14:nvContentPartPr>
              <p14:xfrm>
                <a:off x="11387487" y="2334185"/>
                <a:ext cx="148680" cy="63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93A820C-3285-35AC-BEE0-577DA0EDA62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378487" y="2325545"/>
                  <a:ext cx="166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8008D6-5088-043F-2233-21E281029055}"/>
                    </a:ext>
                  </a:extLst>
                </p14:cNvPr>
                <p14:cNvContentPartPr/>
                <p14:nvPr/>
              </p14:nvContentPartPr>
              <p14:xfrm>
                <a:off x="10006167" y="1981385"/>
                <a:ext cx="135000" cy="225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8008D6-5088-043F-2233-21E28102905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997527" y="1972385"/>
                  <a:ext cx="152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2ABFF2B-2A2F-3774-9576-71FE5F5389F9}"/>
                    </a:ext>
                  </a:extLst>
                </p14:cNvPr>
                <p14:cNvContentPartPr/>
                <p14:nvPr/>
              </p14:nvContentPartPr>
              <p14:xfrm>
                <a:off x="9898527" y="2107025"/>
                <a:ext cx="251640" cy="42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2ABFF2B-2A2F-3774-9576-71FE5F5389F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89887" y="2098025"/>
                  <a:ext cx="269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CD5B3E-63ED-5FA2-3800-5A71C7F344AE}"/>
                    </a:ext>
                  </a:extLst>
                </p14:cNvPr>
                <p14:cNvContentPartPr/>
                <p14:nvPr/>
              </p14:nvContentPartPr>
              <p14:xfrm>
                <a:off x="10237647" y="1978505"/>
                <a:ext cx="13680" cy="18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CD5B3E-63ED-5FA2-3800-5A71C7F344A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29007" y="1969505"/>
                  <a:ext cx="31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85676F0-A66E-AAAC-7F32-1055F3AA8FFA}"/>
                    </a:ext>
                  </a:extLst>
                </p14:cNvPr>
                <p14:cNvContentPartPr/>
                <p14:nvPr/>
              </p14:nvContentPartPr>
              <p14:xfrm>
                <a:off x="10295607" y="1979225"/>
                <a:ext cx="13320" cy="209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85676F0-A66E-AAAC-7F32-1055F3AA8FF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286967" y="1970225"/>
                  <a:ext cx="309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64CC894-1031-C13E-9CBD-53F4A6EABA99}"/>
                    </a:ext>
                  </a:extLst>
                </p14:cNvPr>
                <p14:cNvContentPartPr/>
                <p14:nvPr/>
              </p14:nvContentPartPr>
              <p14:xfrm>
                <a:off x="10474527" y="1825145"/>
                <a:ext cx="250560" cy="297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64CC894-1031-C13E-9CBD-53F4A6EABA9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65887" y="1816505"/>
                  <a:ext cx="268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2FADAFA-467B-BB30-0590-15B899113A87}"/>
                    </a:ext>
                  </a:extLst>
                </p14:cNvPr>
                <p14:cNvContentPartPr/>
                <p14:nvPr/>
              </p14:nvContentPartPr>
              <p14:xfrm>
                <a:off x="10780887" y="2004425"/>
                <a:ext cx="111960" cy="85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2FADAFA-467B-BB30-0590-15B899113A8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772247" y="1995425"/>
                  <a:ext cx="129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30CB874-F1BB-E5DF-81C8-9BED2A4FCA48}"/>
                    </a:ext>
                  </a:extLst>
                </p14:cNvPr>
                <p14:cNvContentPartPr/>
                <p14:nvPr/>
              </p14:nvContentPartPr>
              <p14:xfrm>
                <a:off x="10893207" y="1982105"/>
                <a:ext cx="327240" cy="89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30CB874-F1BB-E5DF-81C8-9BED2A4FCA4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884207" y="1973465"/>
                  <a:ext cx="344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3A500D-A0A9-8270-ADBC-1E8BD997294F}"/>
                    </a:ext>
                  </a:extLst>
                </p14:cNvPr>
                <p14:cNvContentPartPr/>
                <p14:nvPr/>
              </p14:nvContentPartPr>
              <p14:xfrm>
                <a:off x="11238087" y="1871225"/>
                <a:ext cx="294120" cy="181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3A500D-A0A9-8270-ADBC-1E8BD997294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229447" y="1862225"/>
                  <a:ext cx="311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6289322-41D7-C0E9-20BA-6F1CE6187466}"/>
                    </a:ext>
                  </a:extLst>
                </p14:cNvPr>
                <p14:cNvContentPartPr/>
                <p14:nvPr/>
              </p14:nvContentPartPr>
              <p14:xfrm>
                <a:off x="11509887" y="1895705"/>
                <a:ext cx="150120" cy="118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6289322-41D7-C0E9-20BA-6F1CE618746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501247" y="1887065"/>
                  <a:ext cx="167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FC2D856-EBEB-4CE2-3442-C4BE6475A835}"/>
                    </a:ext>
                  </a:extLst>
                </p14:cNvPr>
                <p14:cNvContentPartPr/>
                <p14:nvPr/>
              </p14:nvContentPartPr>
              <p14:xfrm>
                <a:off x="9754167" y="2138345"/>
                <a:ext cx="2055600" cy="147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FC2D856-EBEB-4CE2-3442-C4BE6475A83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45527" y="2129345"/>
                  <a:ext cx="20732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3BCC033-12D5-D986-22A5-AF4DC16E6472}"/>
              </a:ext>
            </a:extLst>
          </p:cNvPr>
          <p:cNvGrpSpPr/>
          <p:nvPr/>
        </p:nvGrpSpPr>
        <p:grpSpPr>
          <a:xfrm>
            <a:off x="9740127" y="823265"/>
            <a:ext cx="263160" cy="120960"/>
            <a:chOff x="9740127" y="823265"/>
            <a:chExt cx="26316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3B46A65-CD87-D090-8D64-EC0D67E6DD9F}"/>
                    </a:ext>
                  </a:extLst>
                </p14:cNvPr>
                <p14:cNvContentPartPr/>
                <p14:nvPr/>
              </p14:nvContentPartPr>
              <p14:xfrm>
                <a:off x="9758847" y="863585"/>
                <a:ext cx="244440" cy="12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3B46A65-CD87-D090-8D64-EC0D67E6DD9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50207" y="854945"/>
                  <a:ext cx="262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1F5A1A0-7C74-29B6-83CF-35383D930D58}"/>
                    </a:ext>
                  </a:extLst>
                </p14:cNvPr>
                <p14:cNvContentPartPr/>
                <p14:nvPr/>
              </p14:nvContentPartPr>
              <p14:xfrm>
                <a:off x="9740127" y="823265"/>
                <a:ext cx="88920" cy="120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1F5A1A0-7C74-29B6-83CF-35383D930D5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31127" y="814265"/>
                  <a:ext cx="106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C52767D-A6BB-FE3A-ADA9-789043882296}"/>
              </a:ext>
            </a:extLst>
          </p:cNvPr>
          <p:cNvGrpSpPr/>
          <p:nvPr/>
        </p:nvGrpSpPr>
        <p:grpSpPr>
          <a:xfrm>
            <a:off x="1634727" y="1278665"/>
            <a:ext cx="1821240" cy="673200"/>
            <a:chOff x="1634727" y="1278665"/>
            <a:chExt cx="182124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FB1FB0E-3AD2-B10A-110B-E949BDC4D031}"/>
                    </a:ext>
                  </a:extLst>
                </p14:cNvPr>
                <p14:cNvContentPartPr/>
                <p14:nvPr/>
              </p14:nvContentPartPr>
              <p14:xfrm>
                <a:off x="1634727" y="1371545"/>
                <a:ext cx="197640" cy="271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FB1FB0E-3AD2-B10A-110B-E949BDC4D03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625727" y="1362905"/>
                  <a:ext cx="215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50E7C4B-A14C-C10C-440B-4F533225DE08}"/>
                    </a:ext>
                  </a:extLst>
                </p14:cNvPr>
                <p14:cNvContentPartPr/>
                <p14:nvPr/>
              </p14:nvContentPartPr>
              <p14:xfrm>
                <a:off x="1856487" y="1503305"/>
                <a:ext cx="9216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50E7C4B-A14C-C10C-440B-4F533225DE0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847847" y="1494665"/>
                  <a:ext cx="109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10DD51E-C569-3F83-AECC-12879C5D71B0}"/>
                    </a:ext>
                  </a:extLst>
                </p14:cNvPr>
                <p14:cNvContentPartPr/>
                <p14:nvPr/>
              </p14:nvContentPartPr>
              <p14:xfrm>
                <a:off x="1946847" y="1509785"/>
                <a:ext cx="155160" cy="352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10DD51E-C569-3F83-AECC-12879C5D71B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37847" y="1501145"/>
                  <a:ext cx="1728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520E26C-61C6-A12D-3130-32C0A60177BA}"/>
                    </a:ext>
                  </a:extLst>
                </p14:cNvPr>
                <p14:cNvContentPartPr/>
                <p14:nvPr/>
              </p14:nvContentPartPr>
              <p14:xfrm>
                <a:off x="2218647" y="1278665"/>
                <a:ext cx="227520" cy="606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520E26C-61C6-A12D-3130-32C0A60177B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209647" y="1269665"/>
                  <a:ext cx="2451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2ADB50-67B0-B94D-4F23-37720C328973}"/>
                    </a:ext>
                  </a:extLst>
                </p14:cNvPr>
                <p14:cNvContentPartPr/>
                <p14:nvPr/>
              </p14:nvContentPartPr>
              <p14:xfrm>
                <a:off x="2422767" y="1440305"/>
                <a:ext cx="317520" cy="134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2ADB50-67B0-B94D-4F23-37720C32897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413767" y="1431665"/>
                  <a:ext cx="335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B726F1F-EAFC-9EAA-D226-B0B535851373}"/>
                    </a:ext>
                  </a:extLst>
                </p14:cNvPr>
                <p14:cNvContentPartPr/>
                <p14:nvPr/>
              </p14:nvContentPartPr>
              <p14:xfrm>
                <a:off x="2770887" y="1460465"/>
                <a:ext cx="95400" cy="11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B726F1F-EAFC-9EAA-D226-B0B53585137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762247" y="1451465"/>
                  <a:ext cx="113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068534E-2C89-3961-0E97-A55EEE90422C}"/>
                    </a:ext>
                  </a:extLst>
                </p14:cNvPr>
                <p14:cNvContentPartPr/>
                <p14:nvPr/>
              </p14:nvContentPartPr>
              <p14:xfrm>
                <a:off x="2572887" y="1491785"/>
                <a:ext cx="646560" cy="217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068534E-2C89-3961-0E97-A55EEE90422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563887" y="1482785"/>
                  <a:ext cx="664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0D695AB-46E8-DE38-889C-68EE03F741AB}"/>
                    </a:ext>
                  </a:extLst>
                </p14:cNvPr>
                <p14:cNvContentPartPr/>
                <p14:nvPr/>
              </p14:nvContentPartPr>
              <p14:xfrm>
                <a:off x="2744607" y="1658465"/>
                <a:ext cx="152640" cy="158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0D695AB-46E8-DE38-889C-68EE03F741A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35607" y="1649465"/>
                  <a:ext cx="170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57D9428-F388-5F6C-6356-820A38C6FA62}"/>
                    </a:ext>
                  </a:extLst>
                </p14:cNvPr>
                <p14:cNvContentPartPr/>
                <p14:nvPr/>
              </p14:nvContentPartPr>
              <p14:xfrm>
                <a:off x="2951247" y="1695545"/>
                <a:ext cx="79560" cy="9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57D9428-F388-5F6C-6356-820A38C6FA6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942607" y="1686545"/>
                  <a:ext cx="97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BCCD6FF-E781-E2B8-8FBA-ED6D2EE1A555}"/>
                    </a:ext>
                  </a:extLst>
                </p14:cNvPr>
                <p14:cNvContentPartPr/>
                <p14:nvPr/>
              </p14:nvContentPartPr>
              <p14:xfrm>
                <a:off x="3049167" y="1683665"/>
                <a:ext cx="119880" cy="132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BCCD6FF-E781-E2B8-8FBA-ED6D2EE1A55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40527" y="1675025"/>
                  <a:ext cx="137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C0A6E5-D881-9189-7CC0-8EBD21B94B3B}"/>
                    </a:ext>
                  </a:extLst>
                </p14:cNvPr>
                <p14:cNvContentPartPr/>
                <p14:nvPr/>
              </p14:nvContentPartPr>
              <p14:xfrm>
                <a:off x="3095247" y="1633265"/>
                <a:ext cx="138240" cy="55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C0A6E5-D881-9189-7CC0-8EBD21B94B3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086607" y="1624265"/>
                  <a:ext cx="155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04A8BD7-3BA6-56A9-CA88-3D650E7CB027}"/>
                    </a:ext>
                  </a:extLst>
                </p14:cNvPr>
                <p14:cNvContentPartPr/>
                <p14:nvPr/>
              </p14:nvContentPartPr>
              <p14:xfrm>
                <a:off x="3239967" y="1368665"/>
                <a:ext cx="216000" cy="583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04A8BD7-3BA6-56A9-CA88-3D650E7CB02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230967" y="1359665"/>
                  <a:ext cx="233640" cy="60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AF13D2A-DB4B-C5E4-1005-6FACB447FD0C}"/>
              </a:ext>
            </a:extLst>
          </p:cNvPr>
          <p:cNvGrpSpPr/>
          <p:nvPr/>
        </p:nvGrpSpPr>
        <p:grpSpPr>
          <a:xfrm>
            <a:off x="528447" y="1573865"/>
            <a:ext cx="941760" cy="216360"/>
            <a:chOff x="528447" y="1573865"/>
            <a:chExt cx="94176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D347159-4AB6-C377-71E6-A8D5873099A5}"/>
                    </a:ext>
                  </a:extLst>
                </p14:cNvPr>
                <p14:cNvContentPartPr/>
                <p14:nvPr/>
              </p14:nvContentPartPr>
              <p14:xfrm>
                <a:off x="642207" y="1587545"/>
                <a:ext cx="57600" cy="147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D347159-4AB6-C377-71E6-A8D5873099A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33567" y="1578905"/>
                  <a:ext cx="75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BF043C-B1A4-DF4B-5722-785ECC217D90}"/>
                    </a:ext>
                  </a:extLst>
                </p14:cNvPr>
                <p14:cNvContentPartPr/>
                <p14:nvPr/>
              </p14:nvContentPartPr>
              <p14:xfrm>
                <a:off x="569847" y="1573865"/>
                <a:ext cx="212040" cy="34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BF043C-B1A4-DF4B-5722-785ECC217D9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1207" y="1564865"/>
                  <a:ext cx="229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570B52F-DE3F-4E76-C6E1-363DA671B1E4}"/>
                    </a:ext>
                  </a:extLst>
                </p14:cNvPr>
                <p14:cNvContentPartPr/>
                <p14:nvPr/>
              </p14:nvContentPartPr>
              <p14:xfrm>
                <a:off x="528447" y="1748465"/>
                <a:ext cx="236520" cy="22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570B52F-DE3F-4E76-C6E1-363DA671B1E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19807" y="1739825"/>
                  <a:ext cx="254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B296559-039C-C013-576F-66F929E93DCB}"/>
                    </a:ext>
                  </a:extLst>
                </p14:cNvPr>
                <p14:cNvContentPartPr/>
                <p14:nvPr/>
              </p14:nvContentPartPr>
              <p14:xfrm>
                <a:off x="888447" y="1603385"/>
                <a:ext cx="16200" cy="139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B296559-039C-C013-576F-66F929E93DC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79447" y="1594745"/>
                  <a:ext cx="33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6C386A3-CFFE-077B-D100-D7F9C99450D2}"/>
                    </a:ext>
                  </a:extLst>
                </p14:cNvPr>
                <p14:cNvContentPartPr/>
                <p14:nvPr/>
              </p14:nvContentPartPr>
              <p14:xfrm>
                <a:off x="834807" y="1604105"/>
                <a:ext cx="217800" cy="186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6C386A3-CFFE-077B-D100-D7F9C99450D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6167" y="1595105"/>
                  <a:ext cx="235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ADBB249-0BBB-9684-371F-083D0E16D0B8}"/>
                    </a:ext>
                  </a:extLst>
                </p14:cNvPr>
                <p14:cNvContentPartPr/>
                <p14:nvPr/>
              </p14:nvContentPartPr>
              <p14:xfrm>
                <a:off x="1135407" y="1622105"/>
                <a:ext cx="6480" cy="145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ADBB249-0BBB-9684-371F-083D0E16D0B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26767" y="1613465"/>
                  <a:ext cx="24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81083DE-64C6-C006-AFDC-0E217DDA3C2D}"/>
                    </a:ext>
                  </a:extLst>
                </p14:cNvPr>
                <p14:cNvContentPartPr/>
                <p14:nvPr/>
              </p14:nvContentPartPr>
              <p14:xfrm>
                <a:off x="1136487" y="1588625"/>
                <a:ext cx="120240" cy="34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81083DE-64C6-C006-AFDC-0E217DDA3C2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7847" y="1579625"/>
                  <a:ext cx="137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EA29183-DDCB-86C0-7AEF-4BFA73EC0CF9}"/>
                    </a:ext>
                  </a:extLst>
                </p14:cNvPr>
                <p14:cNvContentPartPr/>
                <p14:nvPr/>
              </p14:nvContentPartPr>
              <p14:xfrm>
                <a:off x="1119927" y="1676465"/>
                <a:ext cx="106560" cy="12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EA29183-DDCB-86C0-7AEF-4BFA73EC0CF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10927" y="1667465"/>
                  <a:ext cx="12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CC2D5C1-6864-C835-136D-9A4F5C3D4724}"/>
                    </a:ext>
                  </a:extLst>
                </p14:cNvPr>
                <p14:cNvContentPartPr/>
                <p14:nvPr/>
              </p14:nvContentPartPr>
              <p14:xfrm>
                <a:off x="1347087" y="1689785"/>
                <a:ext cx="102960" cy="20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CC2D5C1-6864-C835-136D-9A4F5C3D472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338087" y="1680785"/>
                  <a:ext cx="120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7396F7B-F3A0-02C5-DF90-10E71D82E984}"/>
                    </a:ext>
                  </a:extLst>
                </p14:cNvPr>
                <p14:cNvContentPartPr/>
                <p14:nvPr/>
              </p14:nvContentPartPr>
              <p14:xfrm>
                <a:off x="1333047" y="1738745"/>
                <a:ext cx="137160" cy="24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7396F7B-F3A0-02C5-DF90-10E71D82E98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324047" y="1730105"/>
                  <a:ext cx="1548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F31CA14-0E0D-D039-029B-63E159D65AA4}"/>
              </a:ext>
            </a:extLst>
          </p:cNvPr>
          <p:cNvGrpSpPr/>
          <p:nvPr/>
        </p:nvGrpSpPr>
        <p:grpSpPr>
          <a:xfrm>
            <a:off x="317127" y="2825225"/>
            <a:ext cx="796320" cy="213840"/>
            <a:chOff x="317127" y="2825225"/>
            <a:chExt cx="79632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ABE6346-8F8B-3182-8DA0-9D5F2CC80458}"/>
                    </a:ext>
                  </a:extLst>
                </p14:cNvPr>
                <p14:cNvContentPartPr/>
                <p14:nvPr/>
              </p14:nvContentPartPr>
              <p14:xfrm>
                <a:off x="317127" y="2825225"/>
                <a:ext cx="71640" cy="21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ABE6346-8F8B-3182-8DA0-9D5F2CC8045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08127" y="2816225"/>
                  <a:ext cx="89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0A5967-7E78-4E13-CD86-9F00BA0CDC13}"/>
                    </a:ext>
                  </a:extLst>
                </p14:cNvPr>
                <p14:cNvContentPartPr/>
                <p14:nvPr/>
              </p14:nvContentPartPr>
              <p14:xfrm>
                <a:off x="415407" y="2866985"/>
                <a:ext cx="278640" cy="125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0A5967-7E78-4E13-CD86-9F00BA0CDC1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06767" y="2857985"/>
                  <a:ext cx="296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C6E760E-08C8-E4D1-64DF-A82B7CC03458}"/>
                    </a:ext>
                  </a:extLst>
                </p14:cNvPr>
                <p14:cNvContentPartPr/>
                <p14:nvPr/>
              </p14:nvContentPartPr>
              <p14:xfrm>
                <a:off x="736887" y="2869865"/>
                <a:ext cx="115560" cy="123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C6E760E-08C8-E4D1-64DF-A82B7CC0345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27887" y="2860865"/>
                  <a:ext cx="133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29867E4-9BEE-DA88-42F4-FBBBA3EB6430}"/>
                    </a:ext>
                  </a:extLst>
                </p14:cNvPr>
                <p14:cNvContentPartPr/>
                <p14:nvPr/>
              </p14:nvContentPartPr>
              <p14:xfrm>
                <a:off x="927327" y="2895785"/>
                <a:ext cx="158040" cy="1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29867E4-9BEE-DA88-42F4-FBBBA3EB643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8687" y="2887145"/>
                  <a:ext cx="175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874F5E9-8F85-C342-7B2E-1D8F407F8007}"/>
                    </a:ext>
                  </a:extLst>
                </p14:cNvPr>
                <p14:cNvContentPartPr/>
                <p14:nvPr/>
              </p14:nvContentPartPr>
              <p14:xfrm>
                <a:off x="1046127" y="2867345"/>
                <a:ext cx="67320" cy="169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874F5E9-8F85-C342-7B2E-1D8F407F800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37127" y="2858705"/>
                  <a:ext cx="8496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F07FE23-DD73-CF7D-F553-0C5035B8B57E}"/>
                  </a:ext>
                </a:extLst>
              </p14:cNvPr>
              <p14:cNvContentPartPr/>
              <p14:nvPr/>
            </p14:nvContentPartPr>
            <p14:xfrm>
              <a:off x="1303887" y="2776265"/>
              <a:ext cx="6120" cy="2113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F07FE23-DD73-CF7D-F553-0C5035B8B57E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1294887" y="2767265"/>
                <a:ext cx="237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8F6DB4C-FEF5-D9D5-455A-60C025229384}"/>
                  </a:ext>
                </a:extLst>
              </p14:cNvPr>
              <p14:cNvContentPartPr/>
              <p14:nvPr/>
            </p14:nvContentPartPr>
            <p14:xfrm>
              <a:off x="1213527" y="2764385"/>
              <a:ext cx="231840" cy="18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8F6DB4C-FEF5-D9D5-455A-60C025229384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1204887" y="2755385"/>
                <a:ext cx="24948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60AC53D-AFE1-7C0A-20D6-571159180550}"/>
                  </a:ext>
                </a:extLst>
              </p14:cNvPr>
              <p14:cNvContentPartPr/>
              <p14:nvPr/>
            </p14:nvContentPartPr>
            <p14:xfrm>
              <a:off x="1384167" y="2859425"/>
              <a:ext cx="83160" cy="907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60AC53D-AFE1-7C0A-20D6-571159180550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375527" y="2850785"/>
                <a:ext cx="1008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DA44FB0-06ED-9D22-8B1E-F871C7D69A4D}"/>
                  </a:ext>
                </a:extLst>
              </p14:cNvPr>
              <p14:cNvContentPartPr/>
              <p14:nvPr/>
            </p14:nvContentPartPr>
            <p14:xfrm>
              <a:off x="1520607" y="2809025"/>
              <a:ext cx="66600" cy="1609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DA44FB0-06ED-9D22-8B1E-F871C7D69A4D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511607" y="2800025"/>
                <a:ext cx="842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651E36A-6ACB-6FD5-1F72-4155E333D603}"/>
                  </a:ext>
                </a:extLst>
              </p14:cNvPr>
              <p14:cNvContentPartPr/>
              <p14:nvPr/>
            </p14:nvContentPartPr>
            <p14:xfrm>
              <a:off x="1524927" y="2875625"/>
              <a:ext cx="99720" cy="230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651E36A-6ACB-6FD5-1F72-4155E333D60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516287" y="2866985"/>
                <a:ext cx="1173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80D366F-6DCE-FBB2-7824-07076165B484}"/>
                  </a:ext>
                </a:extLst>
              </p14:cNvPr>
              <p14:cNvContentPartPr/>
              <p14:nvPr/>
            </p14:nvContentPartPr>
            <p14:xfrm>
              <a:off x="1636167" y="2787785"/>
              <a:ext cx="199440" cy="274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80D366F-6DCE-FBB2-7824-07076165B484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627167" y="2779145"/>
                <a:ext cx="2170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A22517BF-4152-2767-16B1-A60869E11D76}"/>
                  </a:ext>
                </a:extLst>
              </p14:cNvPr>
              <p14:cNvContentPartPr/>
              <p14:nvPr/>
            </p14:nvContentPartPr>
            <p14:xfrm>
              <a:off x="2071767" y="2844665"/>
              <a:ext cx="120240" cy="1126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A22517BF-4152-2767-16B1-A60869E11D76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062767" y="2836025"/>
                <a:ext cx="137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FEA8AC3-A62B-0B72-8B37-80FCA00EA82B}"/>
                  </a:ext>
                </a:extLst>
              </p14:cNvPr>
              <p14:cNvContentPartPr/>
              <p14:nvPr/>
            </p14:nvContentPartPr>
            <p14:xfrm>
              <a:off x="2210367" y="2856905"/>
              <a:ext cx="74520" cy="990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FEA8AC3-A62B-0B72-8B37-80FCA00EA82B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201367" y="2848265"/>
                <a:ext cx="921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99C7722-08CE-4B0B-E5BD-6FDF138AAF71}"/>
                  </a:ext>
                </a:extLst>
              </p14:cNvPr>
              <p14:cNvContentPartPr/>
              <p14:nvPr/>
            </p14:nvContentPartPr>
            <p14:xfrm>
              <a:off x="2283807" y="2757905"/>
              <a:ext cx="145440" cy="74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99C7722-08CE-4B0B-E5BD-6FDF138AAF71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274807" y="2748905"/>
                <a:ext cx="1630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EF8D27A-A0D6-02DF-5BF4-E6F773818B84}"/>
                  </a:ext>
                </a:extLst>
              </p14:cNvPr>
              <p14:cNvContentPartPr/>
              <p14:nvPr/>
            </p14:nvContentPartPr>
            <p14:xfrm>
              <a:off x="2339247" y="2836025"/>
              <a:ext cx="155880" cy="216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EF8D27A-A0D6-02DF-5BF4-E6F773818B8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330607" y="2827025"/>
                <a:ext cx="173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FAFEA4F-AC15-2FE5-7AE2-885F2F13B5E1}"/>
                  </a:ext>
                </a:extLst>
              </p14:cNvPr>
              <p14:cNvContentPartPr/>
              <p14:nvPr/>
            </p14:nvContentPartPr>
            <p14:xfrm>
              <a:off x="2592327" y="2722625"/>
              <a:ext cx="278280" cy="4568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FAFEA4F-AC15-2FE5-7AE2-885F2F13B5E1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583327" y="2713985"/>
                <a:ext cx="29592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AE02E49-55D9-6178-9C78-692EC0BF1AAA}"/>
                  </a:ext>
                </a:extLst>
              </p14:cNvPr>
              <p14:cNvContentPartPr/>
              <p14:nvPr/>
            </p14:nvContentPartPr>
            <p14:xfrm>
              <a:off x="2693127" y="2939345"/>
              <a:ext cx="192600" cy="16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AE02E49-55D9-6178-9C78-692EC0BF1AA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684487" y="2930705"/>
                <a:ext cx="2102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891B112A-F55D-9EBF-41AD-5118D6DD0E67}"/>
              </a:ext>
            </a:extLst>
          </p:cNvPr>
          <p:cNvGrpSpPr/>
          <p:nvPr/>
        </p:nvGrpSpPr>
        <p:grpSpPr>
          <a:xfrm>
            <a:off x="3085887" y="2687345"/>
            <a:ext cx="1247400" cy="329400"/>
            <a:chOff x="3085887" y="2687345"/>
            <a:chExt cx="124740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C6024F-41CB-643B-8C8F-FE32E70B2620}"/>
                    </a:ext>
                  </a:extLst>
                </p14:cNvPr>
                <p14:cNvContentPartPr/>
                <p14:nvPr/>
              </p14:nvContentPartPr>
              <p14:xfrm>
                <a:off x="3085887" y="2687345"/>
                <a:ext cx="292320" cy="329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C6024F-41CB-643B-8C8F-FE32E70B262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076887" y="2678705"/>
                  <a:ext cx="309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A1F1881-A771-1990-AD8C-13197CECEBC8}"/>
                    </a:ext>
                  </a:extLst>
                </p14:cNvPr>
                <p14:cNvContentPartPr/>
                <p14:nvPr/>
              </p14:nvContentPartPr>
              <p14:xfrm>
                <a:off x="3418887" y="2896505"/>
                <a:ext cx="245880" cy="109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A1F1881-A771-1990-AD8C-13197CECEBC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409887" y="2887865"/>
                  <a:ext cx="263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F794D9-230B-073A-8213-44309DE5F912}"/>
                    </a:ext>
                  </a:extLst>
                </p14:cNvPr>
                <p14:cNvContentPartPr/>
                <p14:nvPr/>
              </p14:nvContentPartPr>
              <p14:xfrm>
                <a:off x="3679167" y="2901185"/>
                <a:ext cx="149400" cy="925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F794D9-230B-073A-8213-44309DE5F91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670527" y="2892545"/>
                  <a:ext cx="167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5428ED9-66B7-3D87-2006-0EAA0C415473}"/>
                    </a:ext>
                  </a:extLst>
                </p14:cNvPr>
                <p14:cNvContentPartPr/>
                <p14:nvPr/>
              </p14:nvContentPartPr>
              <p14:xfrm>
                <a:off x="3842607" y="2873825"/>
                <a:ext cx="150120" cy="103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5428ED9-66B7-3D87-2006-0EAA0C41547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833607" y="2864825"/>
                  <a:ext cx="167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179A0AC-D95B-8F01-116F-02A53CEB882C}"/>
                    </a:ext>
                  </a:extLst>
                </p14:cNvPr>
                <p14:cNvContentPartPr/>
                <p14:nvPr/>
              </p14:nvContentPartPr>
              <p14:xfrm>
                <a:off x="3986967" y="2816585"/>
                <a:ext cx="174240" cy="169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179A0AC-D95B-8F01-116F-02A53CEB882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978327" y="2807945"/>
                  <a:ext cx="191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13891CB-79DF-99F0-8864-3DB46222E4C8}"/>
                    </a:ext>
                  </a:extLst>
                </p14:cNvPr>
                <p14:cNvContentPartPr/>
                <p14:nvPr/>
              </p14:nvContentPartPr>
              <p14:xfrm>
                <a:off x="4113327" y="2864825"/>
                <a:ext cx="219960" cy="142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3891CB-79DF-99F0-8864-3DB46222E4C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104327" y="2856185"/>
                  <a:ext cx="23760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E096FD2-CEE8-448C-EC3A-03D13A3F4827}"/>
              </a:ext>
            </a:extLst>
          </p:cNvPr>
          <p:cNvGrpSpPr/>
          <p:nvPr/>
        </p:nvGrpSpPr>
        <p:grpSpPr>
          <a:xfrm>
            <a:off x="3678447" y="1561985"/>
            <a:ext cx="178560" cy="83160"/>
            <a:chOff x="3678447" y="1561985"/>
            <a:chExt cx="178560" cy="8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B8E6C13-77FE-49E0-7816-9DA1F5C66B04}"/>
                    </a:ext>
                  </a:extLst>
                </p14:cNvPr>
                <p14:cNvContentPartPr/>
                <p14:nvPr/>
              </p14:nvContentPartPr>
              <p14:xfrm>
                <a:off x="3678447" y="1561985"/>
                <a:ext cx="139320" cy="111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B8E6C13-77FE-49E0-7816-9DA1F5C66B0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669807" y="1553345"/>
                  <a:ext cx="156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945C396-29F7-6FC1-1532-6CCC395D6DC9}"/>
                    </a:ext>
                  </a:extLst>
                </p14:cNvPr>
                <p14:cNvContentPartPr/>
                <p14:nvPr/>
              </p14:nvContentPartPr>
              <p14:xfrm>
                <a:off x="3702207" y="1620665"/>
                <a:ext cx="154800" cy="24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945C396-29F7-6FC1-1532-6CCC395D6DC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693567" y="1611665"/>
                  <a:ext cx="172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74C18DF3-0D60-E515-782E-0A64630BB7E2}"/>
              </a:ext>
            </a:extLst>
          </p:cNvPr>
          <p:cNvGrpSpPr/>
          <p:nvPr/>
        </p:nvGrpSpPr>
        <p:grpSpPr>
          <a:xfrm>
            <a:off x="354927" y="3353705"/>
            <a:ext cx="1500120" cy="293400"/>
            <a:chOff x="354927" y="3353705"/>
            <a:chExt cx="15001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35C4B7-14DB-026B-BC2F-9034AA8D9BD8}"/>
                    </a:ext>
                  </a:extLst>
                </p14:cNvPr>
                <p14:cNvContentPartPr/>
                <p14:nvPr/>
              </p14:nvContentPartPr>
              <p14:xfrm>
                <a:off x="354927" y="3353705"/>
                <a:ext cx="183240" cy="168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35C4B7-14DB-026B-BC2F-9034AA8D9BD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45927" y="3344705"/>
                  <a:ext cx="200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55E5D7D-1B82-C133-9709-EF4CE6FE7F1A}"/>
                    </a:ext>
                  </a:extLst>
                </p14:cNvPr>
                <p14:cNvContentPartPr/>
                <p14:nvPr/>
              </p14:nvContentPartPr>
              <p14:xfrm>
                <a:off x="554367" y="3429665"/>
                <a:ext cx="68400" cy="85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55E5D7D-1B82-C133-9709-EF4CE6FE7F1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5367" y="3421025"/>
                  <a:ext cx="86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02F2E67-E5B7-AC9D-CE65-ED5D8C519BFC}"/>
                    </a:ext>
                  </a:extLst>
                </p14:cNvPr>
                <p14:cNvContentPartPr/>
                <p14:nvPr/>
              </p14:nvContentPartPr>
              <p14:xfrm>
                <a:off x="694047" y="3414545"/>
                <a:ext cx="97200" cy="116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02F2E67-E5B7-AC9D-CE65-ED5D8C519BF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85047" y="3405905"/>
                  <a:ext cx="11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B7294F-C69D-8F91-9264-AA438F707EF2}"/>
                    </a:ext>
                  </a:extLst>
                </p14:cNvPr>
                <p14:cNvContentPartPr/>
                <p14:nvPr/>
              </p14:nvContentPartPr>
              <p14:xfrm>
                <a:off x="734367" y="3385025"/>
                <a:ext cx="115920" cy="26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B7294F-C69D-8F91-9264-AA438F707EF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25727" y="3376385"/>
                  <a:ext cx="133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C4C64B4-9B84-3FBF-F531-7619C6EBB73E}"/>
                    </a:ext>
                  </a:extLst>
                </p14:cNvPr>
                <p14:cNvContentPartPr/>
                <p14:nvPr/>
              </p14:nvContentPartPr>
              <p14:xfrm>
                <a:off x="893127" y="3479345"/>
                <a:ext cx="212760" cy="25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C4C64B4-9B84-3FBF-F531-7619C6EBB73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4127" y="3470705"/>
                  <a:ext cx="230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11CAE0A-F249-7F25-48BF-8745B30A8073}"/>
                    </a:ext>
                  </a:extLst>
                </p14:cNvPr>
                <p14:cNvContentPartPr/>
                <p14:nvPr/>
              </p14:nvContentPartPr>
              <p14:xfrm>
                <a:off x="1061247" y="3427505"/>
                <a:ext cx="68400" cy="170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11CAE0A-F249-7F25-48BF-8745B30A807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52607" y="3418505"/>
                  <a:ext cx="86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044FCB3-B9BD-4834-10D7-BAB04C347DB5}"/>
                    </a:ext>
                  </a:extLst>
                </p14:cNvPr>
                <p14:cNvContentPartPr/>
                <p14:nvPr/>
              </p14:nvContentPartPr>
              <p14:xfrm>
                <a:off x="1323327" y="3404105"/>
                <a:ext cx="36360" cy="198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044FCB3-B9BD-4834-10D7-BAB04C347DB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314687" y="3395105"/>
                  <a:ext cx="54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202B6A8-B122-3735-1251-29119D77B21E}"/>
                    </a:ext>
                  </a:extLst>
                </p14:cNvPr>
                <p14:cNvContentPartPr/>
                <p14:nvPr/>
              </p14:nvContentPartPr>
              <p14:xfrm>
                <a:off x="1242687" y="3412025"/>
                <a:ext cx="244440" cy="23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202B6A8-B122-3735-1251-29119D77B21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234047" y="3403385"/>
                  <a:ext cx="262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FF29242-9E98-58CA-89C8-D7837D85FA03}"/>
                    </a:ext>
                  </a:extLst>
                </p14:cNvPr>
                <p14:cNvContentPartPr/>
                <p14:nvPr/>
              </p14:nvContentPartPr>
              <p14:xfrm>
                <a:off x="1446087" y="3510305"/>
                <a:ext cx="74520" cy="88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FF29242-9E98-58CA-89C8-D7837D85FA0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437087" y="3501665"/>
                  <a:ext cx="92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84AA962-6ED4-B17A-5384-9BA5C4200B5E}"/>
                    </a:ext>
                  </a:extLst>
                </p14:cNvPr>
                <p14:cNvContentPartPr/>
                <p14:nvPr/>
              </p14:nvContentPartPr>
              <p14:xfrm>
                <a:off x="1579647" y="3440825"/>
                <a:ext cx="76320" cy="127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84AA962-6ED4-B17A-5384-9BA5C4200B5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70647" y="3431825"/>
                  <a:ext cx="93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E58CF70-4599-7EDC-FE23-52EBB195CEAF}"/>
                    </a:ext>
                  </a:extLst>
                </p14:cNvPr>
                <p14:cNvContentPartPr/>
                <p14:nvPr/>
              </p14:nvContentPartPr>
              <p14:xfrm>
                <a:off x="1569207" y="3472505"/>
                <a:ext cx="108720" cy="25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E58CF70-4599-7EDC-FE23-52EBB195CEA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60207" y="3463865"/>
                  <a:ext cx="126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227B9A5-DBB0-E186-87D4-FA14B6F951B9}"/>
                    </a:ext>
                  </a:extLst>
                </p14:cNvPr>
                <p14:cNvContentPartPr/>
                <p14:nvPr/>
              </p14:nvContentPartPr>
              <p14:xfrm>
                <a:off x="1674687" y="3423905"/>
                <a:ext cx="180360" cy="223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227B9A5-DBB0-E186-87D4-FA14B6F951B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666047" y="3415265"/>
                  <a:ext cx="1980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3B3501F-1637-BBBE-E67C-776A1A9F4034}"/>
              </a:ext>
            </a:extLst>
          </p:cNvPr>
          <p:cNvGrpSpPr/>
          <p:nvPr/>
        </p:nvGrpSpPr>
        <p:grpSpPr>
          <a:xfrm>
            <a:off x="2075367" y="3387905"/>
            <a:ext cx="432720" cy="222840"/>
            <a:chOff x="2075367" y="3387905"/>
            <a:chExt cx="4327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61645FB-6845-29A9-71DA-0BEE1E655F20}"/>
                    </a:ext>
                  </a:extLst>
                </p14:cNvPr>
                <p14:cNvContentPartPr/>
                <p14:nvPr/>
              </p14:nvContentPartPr>
              <p14:xfrm>
                <a:off x="2075367" y="3473945"/>
                <a:ext cx="134640" cy="136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61645FB-6845-29A9-71DA-0BEE1E655F2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066367" y="3464945"/>
                  <a:ext cx="152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F1FB522-2C9A-ED0F-C7BF-26AC1C29C9E6}"/>
                    </a:ext>
                  </a:extLst>
                </p14:cNvPr>
                <p14:cNvContentPartPr/>
                <p14:nvPr/>
              </p14:nvContentPartPr>
              <p14:xfrm>
                <a:off x="2247087" y="3507065"/>
                <a:ext cx="57240" cy="84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F1FB522-2C9A-ED0F-C7BF-26AC1C29C9E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238447" y="3498065"/>
                  <a:ext cx="74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4AD7681-9D01-CFE4-DAF6-466968643833}"/>
                    </a:ext>
                  </a:extLst>
                </p14:cNvPr>
                <p14:cNvContentPartPr/>
                <p14:nvPr/>
              </p14:nvContentPartPr>
              <p14:xfrm>
                <a:off x="2294607" y="3387905"/>
                <a:ext cx="161640" cy="66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4AD7681-9D01-CFE4-DAF6-46696864383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285967" y="3378905"/>
                  <a:ext cx="179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C97CF8B-0C6E-5B35-0EB4-557142EA0859}"/>
                    </a:ext>
                  </a:extLst>
                </p14:cNvPr>
                <p14:cNvContentPartPr/>
                <p14:nvPr/>
              </p14:nvContentPartPr>
              <p14:xfrm>
                <a:off x="2359047" y="3467825"/>
                <a:ext cx="149040" cy="20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C97CF8B-0C6E-5B35-0EB4-557142EA085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350407" y="3458825"/>
                  <a:ext cx="1666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1493F99-49A9-7956-8572-A36E2B06813C}"/>
              </a:ext>
            </a:extLst>
          </p:cNvPr>
          <p:cNvGrpSpPr/>
          <p:nvPr/>
        </p:nvGrpSpPr>
        <p:grpSpPr>
          <a:xfrm>
            <a:off x="2696367" y="3290345"/>
            <a:ext cx="1593000" cy="424440"/>
            <a:chOff x="2696367" y="3290345"/>
            <a:chExt cx="159300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BBC530C-5E5D-74D3-6409-60CC36539AD4}"/>
                    </a:ext>
                  </a:extLst>
                </p14:cNvPr>
                <p14:cNvContentPartPr/>
                <p14:nvPr/>
              </p14:nvContentPartPr>
              <p14:xfrm>
                <a:off x="2696367" y="3337145"/>
                <a:ext cx="209880" cy="37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BBC530C-5E5D-74D3-6409-60CC36539AD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687727" y="3328145"/>
                  <a:ext cx="2275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43BC4BF-C808-DD94-C6F5-5674100156F4}"/>
                    </a:ext>
                  </a:extLst>
                </p14:cNvPr>
                <p14:cNvContentPartPr/>
                <p14:nvPr/>
              </p14:nvContentPartPr>
              <p14:xfrm>
                <a:off x="2821647" y="3549545"/>
                <a:ext cx="123120" cy="57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43BC4BF-C808-DD94-C6F5-5674100156F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813007" y="3540905"/>
                  <a:ext cx="140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95EABBB-F1F6-B1C1-F3C8-D09F544672F7}"/>
                    </a:ext>
                  </a:extLst>
                </p14:cNvPr>
                <p14:cNvContentPartPr/>
                <p14:nvPr/>
              </p14:nvContentPartPr>
              <p14:xfrm>
                <a:off x="3084807" y="3290345"/>
                <a:ext cx="191880" cy="3402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95EABBB-F1F6-B1C1-F3C8-D09F544672F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076167" y="3281705"/>
                  <a:ext cx="209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EB032E1-0379-3EC2-5315-6C27A60CB1E0}"/>
                    </a:ext>
                  </a:extLst>
                </p14:cNvPr>
                <p14:cNvContentPartPr/>
                <p14:nvPr/>
              </p14:nvContentPartPr>
              <p14:xfrm>
                <a:off x="3286767" y="3517505"/>
                <a:ext cx="71640" cy="75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EB032E1-0379-3EC2-5315-6C27A60CB1E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278127" y="3508505"/>
                  <a:ext cx="892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F65234F-8A22-B48C-D9FC-13C05FEF7FF7}"/>
                    </a:ext>
                  </a:extLst>
                </p14:cNvPr>
                <p14:cNvContentPartPr/>
                <p14:nvPr/>
              </p14:nvContentPartPr>
              <p14:xfrm>
                <a:off x="3416727" y="3500225"/>
                <a:ext cx="95040" cy="10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F65234F-8A22-B48C-D9FC-13C05FEF7FF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408087" y="3491225"/>
                  <a:ext cx="112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0815247-25B2-D370-23CC-80B5DAC3F6FD}"/>
                    </a:ext>
                  </a:extLst>
                </p14:cNvPr>
                <p14:cNvContentPartPr/>
                <p14:nvPr/>
              </p14:nvContentPartPr>
              <p14:xfrm>
                <a:off x="3517887" y="3507785"/>
                <a:ext cx="100440" cy="86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0815247-25B2-D370-23CC-80B5DAC3F6F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508887" y="3499145"/>
                  <a:ext cx="118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93E95E1-6A82-3BFD-5610-8C3E20C5587A}"/>
                    </a:ext>
                  </a:extLst>
                </p14:cNvPr>
                <p14:cNvContentPartPr/>
                <p14:nvPr/>
              </p14:nvContentPartPr>
              <p14:xfrm>
                <a:off x="3664047" y="3520025"/>
                <a:ext cx="164520" cy="90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93E95E1-6A82-3BFD-5610-8C3E20C5587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655047" y="3511385"/>
                  <a:ext cx="182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72C0C4-1CBB-E1DB-38C7-E7AFFF6093A0}"/>
                    </a:ext>
                  </a:extLst>
                </p14:cNvPr>
                <p14:cNvContentPartPr/>
                <p14:nvPr/>
              </p14:nvContentPartPr>
              <p14:xfrm>
                <a:off x="3849447" y="3503825"/>
                <a:ext cx="225720" cy="1047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72C0C4-1CBB-E1DB-38C7-E7AFFF6093A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840447" y="3495185"/>
                  <a:ext cx="243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C6C0F23-F45E-502E-C523-3A74AF6192DA}"/>
                    </a:ext>
                  </a:extLst>
                </p14:cNvPr>
                <p14:cNvContentPartPr/>
                <p14:nvPr/>
              </p14:nvContentPartPr>
              <p14:xfrm>
                <a:off x="4141407" y="3424625"/>
                <a:ext cx="12960" cy="174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C6C0F23-F45E-502E-C523-3A74AF6192D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132767" y="3415625"/>
                  <a:ext cx="30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8CE16D0-BE28-45BC-3A19-BFF21D552B5D}"/>
                    </a:ext>
                  </a:extLst>
                </p14:cNvPr>
                <p14:cNvContentPartPr/>
                <p14:nvPr/>
              </p14:nvContentPartPr>
              <p14:xfrm>
                <a:off x="4130967" y="3460265"/>
                <a:ext cx="158400" cy="118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8CE16D0-BE28-45BC-3A19-BFF21D552B5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122327" y="3451625"/>
                  <a:ext cx="1760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98430EB-ED52-CB48-ADFE-E749EE09DE7B}"/>
              </a:ext>
            </a:extLst>
          </p:cNvPr>
          <p:cNvGrpSpPr/>
          <p:nvPr/>
        </p:nvGrpSpPr>
        <p:grpSpPr>
          <a:xfrm>
            <a:off x="4595007" y="3396905"/>
            <a:ext cx="191880" cy="207000"/>
            <a:chOff x="4595007" y="3396905"/>
            <a:chExt cx="19188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5C9A465-DD91-E5FE-5E9A-9B90559B67BB}"/>
                    </a:ext>
                  </a:extLst>
                </p14:cNvPr>
                <p14:cNvContentPartPr/>
                <p14:nvPr/>
              </p14:nvContentPartPr>
              <p14:xfrm>
                <a:off x="4595007" y="3436865"/>
                <a:ext cx="34920" cy="1285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5C9A465-DD91-E5FE-5E9A-9B90559B67B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586367" y="3427865"/>
                  <a:ext cx="52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BB6AD1E-9742-9C1C-1B79-BEFB8A26C24F}"/>
                    </a:ext>
                  </a:extLst>
                </p14:cNvPr>
                <p14:cNvContentPartPr/>
                <p14:nvPr/>
              </p14:nvContentPartPr>
              <p14:xfrm>
                <a:off x="4622367" y="3396905"/>
                <a:ext cx="164520" cy="2070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BB6AD1E-9742-9C1C-1B79-BEFB8A26C24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613367" y="3387905"/>
                  <a:ext cx="1821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029D41A-EF3D-51B9-8408-A137CA2F2431}"/>
              </a:ext>
            </a:extLst>
          </p:cNvPr>
          <p:cNvGrpSpPr/>
          <p:nvPr/>
        </p:nvGrpSpPr>
        <p:grpSpPr>
          <a:xfrm>
            <a:off x="5033127" y="3334985"/>
            <a:ext cx="737280" cy="320400"/>
            <a:chOff x="5033127" y="3334985"/>
            <a:chExt cx="7372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2F37AED-3032-56AA-4191-AD17AA332F0C}"/>
                    </a:ext>
                  </a:extLst>
                </p14:cNvPr>
                <p14:cNvContentPartPr/>
                <p14:nvPr/>
              </p14:nvContentPartPr>
              <p14:xfrm>
                <a:off x="5033127" y="3474665"/>
                <a:ext cx="177480" cy="1018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2F37AED-3032-56AA-4191-AD17AA332F0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024487" y="3465665"/>
                  <a:ext cx="195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0292543-2DCD-6358-5BBC-A9EDE279A38B}"/>
                    </a:ext>
                  </a:extLst>
                </p14:cNvPr>
                <p14:cNvContentPartPr/>
                <p14:nvPr/>
              </p14:nvContentPartPr>
              <p14:xfrm>
                <a:off x="5253807" y="3334985"/>
                <a:ext cx="100800" cy="243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0292543-2DCD-6358-5BBC-A9EDE279A38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244807" y="3326345"/>
                  <a:ext cx="118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1A45E34-56BC-8EB1-5D64-5EDADA1D874B}"/>
                    </a:ext>
                  </a:extLst>
                </p14:cNvPr>
                <p14:cNvContentPartPr/>
                <p14:nvPr/>
              </p14:nvContentPartPr>
              <p14:xfrm>
                <a:off x="5401767" y="3519305"/>
                <a:ext cx="25560" cy="72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1A45E34-56BC-8EB1-5D64-5EDADA1D874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393127" y="3510305"/>
                  <a:ext cx="43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1397B31-7FD5-32E7-8BD8-6B9BEBA943B3}"/>
                    </a:ext>
                  </a:extLst>
                </p14:cNvPr>
                <p14:cNvContentPartPr/>
                <p14:nvPr/>
              </p14:nvContentPartPr>
              <p14:xfrm>
                <a:off x="5434887" y="3447665"/>
                <a:ext cx="58320" cy="39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1397B31-7FD5-32E7-8BD8-6B9BEBA943B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426247" y="3438665"/>
                  <a:ext cx="75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DD90C70-2E07-2A8B-FB17-F196D12AB01E}"/>
                    </a:ext>
                  </a:extLst>
                </p14:cNvPr>
                <p14:cNvContentPartPr/>
                <p14:nvPr/>
              </p14:nvContentPartPr>
              <p14:xfrm>
                <a:off x="5506167" y="3381785"/>
                <a:ext cx="264240" cy="273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DD90C70-2E07-2A8B-FB17-F196D12AB01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497167" y="3372785"/>
                  <a:ext cx="28188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CC5C83E3-EE48-0DDD-A417-D7280DB95CB9}"/>
                  </a:ext>
                </a:extLst>
              </p14:cNvPr>
              <p14:cNvContentPartPr/>
              <p14:nvPr/>
            </p14:nvContentPartPr>
            <p14:xfrm>
              <a:off x="1556967" y="3901265"/>
              <a:ext cx="208800" cy="11016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CC5C83E3-EE48-0DDD-A417-D7280DB95CB9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547967" y="3892265"/>
                <a:ext cx="2264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CEACE7E-1C18-30AF-028E-21CA4801B6CE}"/>
              </a:ext>
            </a:extLst>
          </p:cNvPr>
          <p:cNvGrpSpPr/>
          <p:nvPr/>
        </p:nvGrpSpPr>
        <p:grpSpPr>
          <a:xfrm>
            <a:off x="1836687" y="3838265"/>
            <a:ext cx="316080" cy="284400"/>
            <a:chOff x="1836687" y="3838265"/>
            <a:chExt cx="31608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381F6F8-D04C-2DCE-645A-A73E7B5F7114}"/>
                    </a:ext>
                  </a:extLst>
                </p14:cNvPr>
                <p14:cNvContentPartPr/>
                <p14:nvPr/>
              </p14:nvContentPartPr>
              <p14:xfrm>
                <a:off x="1836687" y="3910625"/>
                <a:ext cx="63000" cy="91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381F6F8-D04C-2DCE-645A-A73E7B5F711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828047" y="3901985"/>
                  <a:ext cx="80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2DEBC5C-4A53-4F5D-F208-D6EDF12FD8F9}"/>
                    </a:ext>
                  </a:extLst>
                </p14:cNvPr>
                <p14:cNvContentPartPr/>
                <p14:nvPr/>
              </p14:nvContentPartPr>
              <p14:xfrm>
                <a:off x="1914807" y="3928265"/>
                <a:ext cx="121680" cy="83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2DEBC5C-4A53-4F5D-F208-D6EDF12FD8F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905807" y="3919265"/>
                  <a:ext cx="139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3CA3EAF-82A9-18FE-444F-83B409CE4BC0}"/>
                    </a:ext>
                  </a:extLst>
                </p14:cNvPr>
                <p14:cNvContentPartPr/>
                <p14:nvPr/>
              </p14:nvContentPartPr>
              <p14:xfrm>
                <a:off x="2040087" y="3838265"/>
                <a:ext cx="112680" cy="2844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3CA3EAF-82A9-18FE-444F-83B409CE4BC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31087" y="3829625"/>
                  <a:ext cx="13032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A2892D7-88F7-D93F-77B3-4705310447AE}"/>
              </a:ext>
            </a:extLst>
          </p:cNvPr>
          <p:cNvGrpSpPr/>
          <p:nvPr/>
        </p:nvGrpSpPr>
        <p:grpSpPr>
          <a:xfrm>
            <a:off x="2388567" y="3780665"/>
            <a:ext cx="565920" cy="279360"/>
            <a:chOff x="2388567" y="3780665"/>
            <a:chExt cx="56592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7E1D4A7-617F-1086-CE5A-4D7C06D08656}"/>
                    </a:ext>
                  </a:extLst>
                </p14:cNvPr>
                <p14:cNvContentPartPr/>
                <p14:nvPr/>
              </p14:nvContentPartPr>
              <p14:xfrm>
                <a:off x="2477127" y="3829265"/>
                <a:ext cx="146160" cy="2156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7E1D4A7-617F-1086-CE5A-4D7C06D0865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468487" y="3820625"/>
                  <a:ext cx="163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8728D5F-7F85-ADF4-89CB-8AA43CBE41B8}"/>
                    </a:ext>
                  </a:extLst>
                </p14:cNvPr>
                <p14:cNvContentPartPr/>
                <p14:nvPr/>
              </p14:nvContentPartPr>
              <p14:xfrm>
                <a:off x="2650287" y="3955265"/>
                <a:ext cx="226440" cy="104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8728D5F-7F85-ADF4-89CB-8AA43CBE41B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641647" y="3946265"/>
                  <a:ext cx="244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44046F2-73F5-5F53-84C3-175BB5F489BD}"/>
                    </a:ext>
                  </a:extLst>
                </p14:cNvPr>
                <p14:cNvContentPartPr/>
                <p14:nvPr/>
              </p14:nvContentPartPr>
              <p14:xfrm>
                <a:off x="2913087" y="3820625"/>
                <a:ext cx="41400" cy="651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44046F2-73F5-5F53-84C3-175BB5F489B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904447" y="3811625"/>
                  <a:ext cx="59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CE21F4F-AB62-96EB-9B77-D0369480EE5F}"/>
                    </a:ext>
                  </a:extLst>
                </p14:cNvPr>
                <p14:cNvContentPartPr/>
                <p14:nvPr/>
              </p14:nvContentPartPr>
              <p14:xfrm>
                <a:off x="2388567" y="3780665"/>
                <a:ext cx="48960" cy="33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CE21F4F-AB62-96EB-9B77-D0369480EE5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379567" y="3771665"/>
                  <a:ext cx="666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84ECE435-58A1-A618-E2B5-D949F00CA5A5}"/>
              </a:ext>
            </a:extLst>
          </p:cNvPr>
          <p:cNvGrpSpPr/>
          <p:nvPr/>
        </p:nvGrpSpPr>
        <p:grpSpPr>
          <a:xfrm>
            <a:off x="3162567" y="3872465"/>
            <a:ext cx="182520" cy="180360"/>
            <a:chOff x="3162567" y="3872465"/>
            <a:chExt cx="18252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0900155-2DF3-9043-50AA-3B8F7D9DD0AB}"/>
                    </a:ext>
                  </a:extLst>
                </p14:cNvPr>
                <p14:cNvContentPartPr/>
                <p14:nvPr/>
              </p14:nvContentPartPr>
              <p14:xfrm>
                <a:off x="3162567" y="3949865"/>
                <a:ext cx="22680" cy="87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0900155-2DF3-9043-50AA-3B8F7D9DD0A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153567" y="3940865"/>
                  <a:ext cx="40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286958D-08D8-27DC-19AD-1EFEB5FD412E}"/>
                    </a:ext>
                  </a:extLst>
                </p14:cNvPr>
                <p14:cNvContentPartPr/>
                <p14:nvPr/>
              </p14:nvContentPartPr>
              <p14:xfrm>
                <a:off x="3171207" y="3872465"/>
                <a:ext cx="73080" cy="65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286958D-08D8-27DC-19AD-1EFEB5FD412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162567" y="3863465"/>
                  <a:ext cx="90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D455DA0-B4EF-C08D-C3E9-BF4518C8F4EA}"/>
                    </a:ext>
                  </a:extLst>
                </p14:cNvPr>
                <p14:cNvContentPartPr/>
                <p14:nvPr/>
              </p14:nvContentPartPr>
              <p14:xfrm>
                <a:off x="3205407" y="3933305"/>
                <a:ext cx="139680" cy="119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D455DA0-B4EF-C08D-C3E9-BF4518C8F4E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196407" y="3924305"/>
                  <a:ext cx="1573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FB3841D-2866-D6C6-825A-06181C512B8C}"/>
              </a:ext>
            </a:extLst>
          </p:cNvPr>
          <p:cNvGrpSpPr/>
          <p:nvPr/>
        </p:nvGrpSpPr>
        <p:grpSpPr>
          <a:xfrm>
            <a:off x="3661887" y="3817025"/>
            <a:ext cx="943560" cy="338040"/>
            <a:chOff x="3661887" y="3817025"/>
            <a:chExt cx="9435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3982371-9844-CD88-BD13-9E4BFC104A67}"/>
                    </a:ext>
                  </a:extLst>
                </p14:cNvPr>
                <p14:cNvContentPartPr/>
                <p14:nvPr/>
              </p14:nvContentPartPr>
              <p14:xfrm>
                <a:off x="3661887" y="3817025"/>
                <a:ext cx="19800" cy="338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3982371-9844-CD88-BD13-9E4BFC104A6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653247" y="3808385"/>
                  <a:ext cx="374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C2FC313-93E6-4FEE-DD39-8DD588DAD373}"/>
                    </a:ext>
                  </a:extLst>
                </p14:cNvPr>
                <p14:cNvContentPartPr/>
                <p14:nvPr/>
              </p14:nvContentPartPr>
              <p14:xfrm>
                <a:off x="3683847" y="3909545"/>
                <a:ext cx="106200" cy="135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C2FC313-93E6-4FEE-DD39-8DD588DAD37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675207" y="3900905"/>
                  <a:ext cx="123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8FF4DE4-8D59-CD10-F611-D2FF3C894EAE}"/>
                    </a:ext>
                  </a:extLst>
                </p14:cNvPr>
                <p14:cNvContentPartPr/>
                <p14:nvPr/>
              </p14:nvContentPartPr>
              <p14:xfrm>
                <a:off x="3821727" y="3936905"/>
                <a:ext cx="285840" cy="1119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8FF4DE4-8D59-CD10-F611-D2FF3C894EA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812727" y="3927905"/>
                  <a:ext cx="303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666BDAB-2039-E754-C7EC-66717E23A907}"/>
                    </a:ext>
                  </a:extLst>
                </p14:cNvPr>
                <p14:cNvContentPartPr/>
                <p14:nvPr/>
              </p14:nvContentPartPr>
              <p14:xfrm>
                <a:off x="4077687" y="3943745"/>
                <a:ext cx="58320" cy="1134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666BDAB-2039-E754-C7EC-66717E23A90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068687" y="3935105"/>
                  <a:ext cx="75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13C05630-6286-BA2F-4984-6A065684631A}"/>
                    </a:ext>
                  </a:extLst>
                </p14:cNvPr>
                <p14:cNvContentPartPr/>
                <p14:nvPr/>
              </p14:nvContentPartPr>
              <p14:xfrm>
                <a:off x="4175247" y="3946625"/>
                <a:ext cx="68760" cy="1090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13C05630-6286-BA2F-4984-6A065684631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166247" y="3937985"/>
                  <a:ext cx="86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CC4F9DB-0533-AB3A-D500-A85FB7A24B01}"/>
                    </a:ext>
                  </a:extLst>
                </p14:cNvPr>
                <p14:cNvContentPartPr/>
                <p14:nvPr/>
              </p14:nvContentPartPr>
              <p14:xfrm>
                <a:off x="4288287" y="3968585"/>
                <a:ext cx="97560" cy="85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CC4F9DB-0533-AB3A-D500-A85FB7A24B0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279287" y="3959945"/>
                  <a:ext cx="115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8C2B446-7279-C5B1-29FF-95B0A92A0956}"/>
                    </a:ext>
                  </a:extLst>
                </p14:cNvPr>
                <p14:cNvContentPartPr/>
                <p14:nvPr/>
              </p14:nvContentPartPr>
              <p14:xfrm>
                <a:off x="4451727" y="3883985"/>
                <a:ext cx="52920" cy="170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8C2B446-7279-C5B1-29FF-95B0A92A095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443087" y="3874985"/>
                  <a:ext cx="70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8E129E5-8065-3AC3-DB9D-D98B117E85D2}"/>
                    </a:ext>
                  </a:extLst>
                </p14:cNvPr>
                <p14:cNvContentPartPr/>
                <p14:nvPr/>
              </p14:nvContentPartPr>
              <p14:xfrm>
                <a:off x="4439127" y="3953825"/>
                <a:ext cx="124200" cy="30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8E129E5-8065-3AC3-DB9D-D98B117E85D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430127" y="3945185"/>
                  <a:ext cx="141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2D71148-D99E-027D-6707-4575C355D919}"/>
                    </a:ext>
                  </a:extLst>
                </p14:cNvPr>
                <p14:cNvContentPartPr/>
                <p14:nvPr/>
              </p14:nvContentPartPr>
              <p14:xfrm>
                <a:off x="4583487" y="4012505"/>
                <a:ext cx="21960" cy="21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2D71148-D99E-027D-6707-4575C355D91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574847" y="4003865"/>
                  <a:ext cx="39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92E97F5-F5D9-0AEE-763C-8D3E18D5C6AA}"/>
              </a:ext>
            </a:extLst>
          </p:cNvPr>
          <p:cNvGrpSpPr/>
          <p:nvPr/>
        </p:nvGrpSpPr>
        <p:grpSpPr>
          <a:xfrm>
            <a:off x="4039527" y="1481345"/>
            <a:ext cx="745200" cy="187920"/>
            <a:chOff x="4039527" y="1481345"/>
            <a:chExt cx="7452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1B99105E-B03E-0BAA-1247-37ABADB34D0F}"/>
                    </a:ext>
                  </a:extLst>
                </p14:cNvPr>
                <p14:cNvContentPartPr/>
                <p14:nvPr/>
              </p14:nvContentPartPr>
              <p14:xfrm>
                <a:off x="4039527" y="1489985"/>
                <a:ext cx="108720" cy="174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1B99105E-B03E-0BAA-1247-37ABADB34D0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030887" y="1480985"/>
                  <a:ext cx="126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C89F55A-D559-D0D8-76C0-204C1C0CC5B5}"/>
                    </a:ext>
                  </a:extLst>
                </p14:cNvPr>
                <p14:cNvContentPartPr/>
                <p14:nvPr/>
              </p14:nvContentPartPr>
              <p14:xfrm>
                <a:off x="4228887" y="1590065"/>
                <a:ext cx="43560" cy="32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C89F55A-D559-D0D8-76C0-204C1C0CC5B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220247" y="1581065"/>
                  <a:ext cx="61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B3CF89C-5BA2-5B47-12BE-DC42EF43B759}"/>
                    </a:ext>
                  </a:extLst>
                </p14:cNvPr>
                <p14:cNvContentPartPr/>
                <p14:nvPr/>
              </p14:nvContentPartPr>
              <p14:xfrm>
                <a:off x="4356687" y="1481345"/>
                <a:ext cx="89280" cy="1681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B3CF89C-5BA2-5B47-12BE-DC42EF43B75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348047" y="1472345"/>
                  <a:ext cx="106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C0711BA-BB93-82C8-CA2B-F5D70CA4B23C}"/>
                    </a:ext>
                  </a:extLst>
                </p14:cNvPr>
                <p14:cNvContentPartPr/>
                <p14:nvPr/>
              </p14:nvContentPartPr>
              <p14:xfrm>
                <a:off x="4516527" y="1505465"/>
                <a:ext cx="109440" cy="1638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C0711BA-BB93-82C8-CA2B-F5D70CA4B23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507527" y="1496825"/>
                  <a:ext cx="127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D7FE6B-5F98-6570-98BB-367FEF97DE0C}"/>
                    </a:ext>
                  </a:extLst>
                </p14:cNvPr>
                <p14:cNvContentPartPr/>
                <p14:nvPr/>
              </p14:nvContentPartPr>
              <p14:xfrm>
                <a:off x="4678527" y="1507265"/>
                <a:ext cx="106200" cy="1576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D7FE6B-5F98-6570-98BB-367FEF97DE0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4669887" y="1498265"/>
                  <a:ext cx="1238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CB1F181-152F-D23F-28AE-8611F1A02D72}"/>
              </a:ext>
            </a:extLst>
          </p:cNvPr>
          <p:cNvGrpSpPr/>
          <p:nvPr/>
        </p:nvGrpSpPr>
        <p:grpSpPr>
          <a:xfrm>
            <a:off x="3716247" y="4525505"/>
            <a:ext cx="1193760" cy="218880"/>
            <a:chOff x="3716247" y="4525505"/>
            <a:chExt cx="119376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F1A0B2B-9B09-A332-B720-B3718FB0FD71}"/>
                    </a:ext>
                  </a:extLst>
                </p14:cNvPr>
                <p14:cNvContentPartPr/>
                <p14:nvPr/>
              </p14:nvContentPartPr>
              <p14:xfrm>
                <a:off x="3818487" y="4553585"/>
                <a:ext cx="22320" cy="1782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F1A0B2B-9B09-A332-B720-B3718FB0FD71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809847" y="4544945"/>
                  <a:ext cx="39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B139E3E-7C18-C019-A8EE-8B114DE23439}"/>
                    </a:ext>
                  </a:extLst>
                </p14:cNvPr>
                <p14:cNvContentPartPr/>
                <p14:nvPr/>
              </p14:nvContentPartPr>
              <p14:xfrm>
                <a:off x="3716247" y="4565105"/>
                <a:ext cx="217800" cy="7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B139E3E-7C18-C019-A8EE-8B114DE2343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707607" y="4556465"/>
                  <a:ext cx="235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A631D84-4BD8-30D5-E411-9BA258633320}"/>
                    </a:ext>
                  </a:extLst>
                </p14:cNvPr>
                <p14:cNvContentPartPr/>
                <p14:nvPr/>
              </p14:nvContentPartPr>
              <p14:xfrm>
                <a:off x="3978327" y="4573385"/>
                <a:ext cx="13320" cy="164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A631D84-4BD8-30D5-E411-9BA25863332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969687" y="4564385"/>
                  <a:ext cx="30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7BA665C-C403-B4EB-8A34-A829B49B5A3E}"/>
                    </a:ext>
                  </a:extLst>
                </p14:cNvPr>
                <p14:cNvContentPartPr/>
                <p14:nvPr/>
              </p14:nvContentPartPr>
              <p14:xfrm>
                <a:off x="3994887" y="4564385"/>
                <a:ext cx="85320" cy="331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7BA665C-C403-B4EB-8A34-A829B49B5A3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986247" y="4555385"/>
                  <a:ext cx="102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F4D5D60-627D-0AC8-E7E6-61FF41202315}"/>
                    </a:ext>
                  </a:extLst>
                </p14:cNvPr>
                <p14:cNvContentPartPr/>
                <p14:nvPr/>
              </p14:nvContentPartPr>
              <p14:xfrm>
                <a:off x="3962487" y="4630985"/>
                <a:ext cx="144360" cy="201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F4D5D60-627D-0AC8-E7E6-61FF41202315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953847" y="4622345"/>
                  <a:ext cx="162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7AAB4DF-EFEB-DF50-32EE-6B0FCB78A20B}"/>
                    </a:ext>
                  </a:extLst>
                </p14:cNvPr>
                <p14:cNvContentPartPr/>
                <p14:nvPr/>
              </p14:nvContentPartPr>
              <p14:xfrm>
                <a:off x="4178127" y="4643225"/>
                <a:ext cx="58320" cy="28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7AAB4DF-EFEB-DF50-32EE-6B0FCB78A20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169487" y="4634585"/>
                  <a:ext cx="75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6A580E7-2F16-134B-1054-8410CA296DB1}"/>
                    </a:ext>
                  </a:extLst>
                </p14:cNvPr>
                <p14:cNvContentPartPr/>
                <p14:nvPr/>
              </p14:nvContentPartPr>
              <p14:xfrm>
                <a:off x="4335447" y="4590665"/>
                <a:ext cx="6480" cy="1044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6A580E7-2F16-134B-1054-8410CA296DB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326807" y="4582025"/>
                  <a:ext cx="24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FA8BA83-3703-7BFF-311B-8603409EE546}"/>
                    </a:ext>
                  </a:extLst>
                </p14:cNvPr>
                <p14:cNvContentPartPr/>
                <p14:nvPr/>
              </p14:nvContentPartPr>
              <p14:xfrm>
                <a:off x="4283607" y="4566905"/>
                <a:ext cx="137160" cy="28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FA8BA83-3703-7BFF-311B-8603409EE54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274607" y="4557905"/>
                  <a:ext cx="154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EA12F95-0A5B-A7A1-0AD7-FAA7C52763CC}"/>
                    </a:ext>
                  </a:extLst>
                </p14:cNvPr>
                <p14:cNvContentPartPr/>
                <p14:nvPr/>
              </p14:nvContentPartPr>
              <p14:xfrm>
                <a:off x="4283607" y="4710185"/>
                <a:ext cx="172080" cy="21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EA12F95-0A5B-A7A1-0AD7-FAA7C52763C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274967" y="4701185"/>
                  <a:ext cx="189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9570E70-3774-19BB-F133-5823075DDFCF}"/>
                    </a:ext>
                  </a:extLst>
                </p14:cNvPr>
                <p14:cNvContentPartPr/>
                <p14:nvPr/>
              </p14:nvContentPartPr>
              <p14:xfrm>
                <a:off x="4505007" y="4583465"/>
                <a:ext cx="10800" cy="118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9570E70-3774-19BB-F133-5823075DDFC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496367" y="4574465"/>
                  <a:ext cx="28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AC8BEEB-83E6-1E79-61B8-FD6F415A2BAF}"/>
                    </a:ext>
                  </a:extLst>
                </p14:cNvPr>
                <p14:cNvContentPartPr/>
                <p14:nvPr/>
              </p14:nvContentPartPr>
              <p14:xfrm>
                <a:off x="4462167" y="4580225"/>
                <a:ext cx="177840" cy="1641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AC8BEEB-83E6-1E79-61B8-FD6F415A2BA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453167" y="4571225"/>
                  <a:ext cx="195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1AADC9D-E108-7D14-1B3D-4B486DE0C970}"/>
                    </a:ext>
                  </a:extLst>
                </p14:cNvPr>
                <p14:cNvContentPartPr/>
                <p14:nvPr/>
              </p14:nvContentPartPr>
              <p14:xfrm>
                <a:off x="4745847" y="4531625"/>
                <a:ext cx="9720" cy="1940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1AADC9D-E108-7D14-1B3D-4B486DE0C97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736847" y="4522625"/>
                  <a:ext cx="27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29411D2-FBD5-E392-68DD-2A562D20FAC3}"/>
                    </a:ext>
                  </a:extLst>
                </p14:cNvPr>
                <p14:cNvContentPartPr/>
                <p14:nvPr/>
              </p14:nvContentPartPr>
              <p14:xfrm>
                <a:off x="4750887" y="4525505"/>
                <a:ext cx="140040" cy="39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29411D2-FBD5-E392-68DD-2A562D20FAC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742247" y="4516505"/>
                  <a:ext cx="157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B3C5434-E224-70ED-AC92-D466603D1B73}"/>
                    </a:ext>
                  </a:extLst>
                </p14:cNvPr>
                <p14:cNvContentPartPr/>
                <p14:nvPr/>
              </p14:nvContentPartPr>
              <p14:xfrm>
                <a:off x="4743687" y="4619105"/>
                <a:ext cx="166320" cy="23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B3C5434-E224-70ED-AC92-D466603D1B73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735047" y="4610465"/>
                  <a:ext cx="18396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FC0949BE-643F-5750-DE39-7748360FFB91}"/>
              </a:ext>
            </a:extLst>
          </p:cNvPr>
          <p:cNvGrpSpPr/>
          <p:nvPr/>
        </p:nvGrpSpPr>
        <p:grpSpPr>
          <a:xfrm>
            <a:off x="5121687" y="4433345"/>
            <a:ext cx="272520" cy="443160"/>
            <a:chOff x="5121687" y="4433345"/>
            <a:chExt cx="2725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BC12FE7-3DFF-56D8-03F3-FBD9870FD0E2}"/>
                    </a:ext>
                  </a:extLst>
                </p14:cNvPr>
                <p14:cNvContentPartPr/>
                <p14:nvPr/>
              </p14:nvContentPartPr>
              <p14:xfrm>
                <a:off x="5121687" y="4433345"/>
                <a:ext cx="272520" cy="443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BC12FE7-3DFF-56D8-03F3-FBD9870FD0E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113047" y="4424345"/>
                  <a:ext cx="2901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241DB1E-9DC3-8D87-37C2-83C0290BB6CB}"/>
                    </a:ext>
                  </a:extLst>
                </p14:cNvPr>
                <p14:cNvContentPartPr/>
                <p14:nvPr/>
              </p14:nvContentPartPr>
              <p14:xfrm>
                <a:off x="5276127" y="4688585"/>
                <a:ext cx="86760" cy="30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241DB1E-9DC3-8D87-37C2-83C0290BB6C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267487" y="4679585"/>
                  <a:ext cx="10440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DAAECB1-51F8-F385-708C-A7CF86502FE1}"/>
              </a:ext>
            </a:extLst>
          </p:cNvPr>
          <p:cNvGrpSpPr/>
          <p:nvPr/>
        </p:nvGrpSpPr>
        <p:grpSpPr>
          <a:xfrm>
            <a:off x="5600487" y="4433705"/>
            <a:ext cx="598320" cy="344880"/>
            <a:chOff x="5600487" y="4433705"/>
            <a:chExt cx="5983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5DE34EC-777B-5196-82CB-A0D6D7865177}"/>
                    </a:ext>
                  </a:extLst>
                </p14:cNvPr>
                <p14:cNvContentPartPr/>
                <p14:nvPr/>
              </p14:nvContentPartPr>
              <p14:xfrm>
                <a:off x="5600487" y="4588505"/>
                <a:ext cx="161280" cy="119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5DE34EC-777B-5196-82CB-A0D6D786517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591487" y="4579505"/>
                  <a:ext cx="178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97EBFD1-7F06-F402-E1D6-C027F814F30C}"/>
                    </a:ext>
                  </a:extLst>
                </p14:cNvPr>
                <p14:cNvContentPartPr/>
                <p14:nvPr/>
              </p14:nvContentPartPr>
              <p14:xfrm>
                <a:off x="5824767" y="4609025"/>
                <a:ext cx="65880" cy="748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97EBFD1-7F06-F402-E1D6-C027F814F30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816127" y="4600025"/>
                  <a:ext cx="83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D57383F-A08C-5B4C-4014-8BB928D7B987}"/>
                    </a:ext>
                  </a:extLst>
                </p14:cNvPr>
                <p14:cNvContentPartPr/>
                <p14:nvPr/>
              </p14:nvContentPartPr>
              <p14:xfrm>
                <a:off x="5881647" y="4614785"/>
                <a:ext cx="145080" cy="792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D57383F-A08C-5B4C-4014-8BB928D7B987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872647" y="4605785"/>
                  <a:ext cx="162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7108E9F-57B4-35E0-2771-08698BB74CC3}"/>
                    </a:ext>
                  </a:extLst>
                </p14:cNvPr>
                <p14:cNvContentPartPr/>
                <p14:nvPr/>
              </p14:nvContentPartPr>
              <p14:xfrm>
                <a:off x="6069567" y="4433705"/>
                <a:ext cx="129240" cy="3448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7108E9F-57B4-35E0-2771-08698BB74CC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060567" y="4425065"/>
                  <a:ext cx="14688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F4E2A7C-D19F-060A-E6BB-6AD620943E99}"/>
              </a:ext>
            </a:extLst>
          </p:cNvPr>
          <p:cNvGrpSpPr/>
          <p:nvPr/>
        </p:nvGrpSpPr>
        <p:grpSpPr>
          <a:xfrm>
            <a:off x="6456567" y="4399505"/>
            <a:ext cx="509400" cy="278280"/>
            <a:chOff x="6456567" y="4399505"/>
            <a:chExt cx="50940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4D4E365-3911-57F3-21F5-15310F516DAA}"/>
                    </a:ext>
                  </a:extLst>
                </p14:cNvPr>
                <p14:cNvContentPartPr/>
                <p14:nvPr/>
              </p14:nvContentPartPr>
              <p14:xfrm>
                <a:off x="6478887" y="4471505"/>
                <a:ext cx="159120" cy="201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4D4E365-3911-57F3-21F5-15310F516DA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470247" y="4462505"/>
                  <a:ext cx="176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6B5568E-61E1-0AB3-FEFA-E383B725F205}"/>
                    </a:ext>
                  </a:extLst>
                </p14:cNvPr>
                <p14:cNvContentPartPr/>
                <p14:nvPr/>
              </p14:nvContentPartPr>
              <p14:xfrm>
                <a:off x="6685167" y="4582745"/>
                <a:ext cx="43560" cy="95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6B5568E-61E1-0AB3-FEFA-E383B725F20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676527" y="4573745"/>
                  <a:ext cx="61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06C1F0E-BB20-C238-5722-5F63D953A8F3}"/>
                    </a:ext>
                  </a:extLst>
                </p14:cNvPr>
                <p14:cNvContentPartPr/>
                <p14:nvPr/>
              </p14:nvContentPartPr>
              <p14:xfrm>
                <a:off x="6730887" y="4578065"/>
                <a:ext cx="62280" cy="961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06C1F0E-BB20-C238-5722-5F63D953A8F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721887" y="4569065"/>
                  <a:ext cx="79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5D36408-2244-87CF-C652-2C0A5D2B47A8}"/>
                    </a:ext>
                  </a:extLst>
                </p14:cNvPr>
                <p14:cNvContentPartPr/>
                <p14:nvPr/>
              </p14:nvContentPartPr>
              <p14:xfrm>
                <a:off x="6824127" y="4562945"/>
                <a:ext cx="113760" cy="114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5D36408-2244-87CF-C652-2C0A5D2B47A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815487" y="4553945"/>
                  <a:ext cx="131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390F6AF-9AAF-E654-532D-1760A3F3764A}"/>
                    </a:ext>
                  </a:extLst>
                </p14:cNvPr>
                <p14:cNvContentPartPr/>
                <p14:nvPr/>
              </p14:nvContentPartPr>
              <p14:xfrm>
                <a:off x="6456567" y="4411025"/>
                <a:ext cx="68040" cy="270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390F6AF-9AAF-E654-532D-1760A3F3764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447567" y="4402025"/>
                  <a:ext cx="85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6CCD7F0-6FBF-5328-AFAB-A9DC80BE20BA}"/>
                    </a:ext>
                  </a:extLst>
                </p14:cNvPr>
                <p14:cNvContentPartPr/>
                <p14:nvPr/>
              </p14:nvContentPartPr>
              <p14:xfrm>
                <a:off x="6905847" y="4399505"/>
                <a:ext cx="60120" cy="34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6CCD7F0-6FBF-5328-AFAB-A9DC80BE20B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896847" y="4390505"/>
                  <a:ext cx="777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9C07580-1030-B26E-F1A2-004D6B013377}"/>
              </a:ext>
            </a:extLst>
          </p:cNvPr>
          <p:cNvGrpSpPr/>
          <p:nvPr/>
        </p:nvGrpSpPr>
        <p:grpSpPr>
          <a:xfrm>
            <a:off x="7190607" y="4575185"/>
            <a:ext cx="202320" cy="78480"/>
            <a:chOff x="7190607" y="4575185"/>
            <a:chExt cx="20232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ECA6207-76DF-3617-E4D3-FB70FCFBCDE0}"/>
                    </a:ext>
                  </a:extLst>
                </p14:cNvPr>
                <p14:cNvContentPartPr/>
                <p14:nvPr/>
              </p14:nvContentPartPr>
              <p14:xfrm>
                <a:off x="7190607" y="4575185"/>
                <a:ext cx="119160" cy="19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ECA6207-76DF-3617-E4D3-FB70FCFBCDE0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181607" y="4566185"/>
                  <a:ext cx="136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B4A72D7-0DA5-6DD8-DB1C-8E7B872498F5}"/>
                    </a:ext>
                  </a:extLst>
                </p14:cNvPr>
                <p14:cNvContentPartPr/>
                <p14:nvPr/>
              </p14:nvContentPartPr>
              <p14:xfrm>
                <a:off x="7233087" y="4635305"/>
                <a:ext cx="159840" cy="183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B4A72D7-0DA5-6DD8-DB1C-8E7B872498F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224087" y="4626665"/>
                  <a:ext cx="1774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880F9192-526B-F442-0264-BF38EAA2C599}"/>
              </a:ext>
            </a:extLst>
          </p:cNvPr>
          <p:cNvGrpSpPr/>
          <p:nvPr/>
        </p:nvGrpSpPr>
        <p:grpSpPr>
          <a:xfrm>
            <a:off x="7621527" y="4522985"/>
            <a:ext cx="520920" cy="174600"/>
            <a:chOff x="7621527" y="4522985"/>
            <a:chExt cx="52092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70FF674-1196-3B93-58AA-D23815B722E3}"/>
                    </a:ext>
                  </a:extLst>
                </p14:cNvPr>
                <p14:cNvContentPartPr/>
                <p14:nvPr/>
              </p14:nvContentPartPr>
              <p14:xfrm>
                <a:off x="7621527" y="4522985"/>
                <a:ext cx="132840" cy="1648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70FF674-1196-3B93-58AA-D23815B722E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612887" y="4513985"/>
                  <a:ext cx="150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02C7BDF-0298-364C-7155-514F328A443E}"/>
                    </a:ext>
                  </a:extLst>
                </p14:cNvPr>
                <p14:cNvContentPartPr/>
                <p14:nvPr/>
              </p14:nvContentPartPr>
              <p14:xfrm>
                <a:off x="7812687" y="4621985"/>
                <a:ext cx="46800" cy="40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02C7BDF-0298-364C-7155-514F328A443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803687" y="4612985"/>
                  <a:ext cx="64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9CDF3B-5317-EED8-F2BC-CE2E6CB65B3C}"/>
                    </a:ext>
                  </a:extLst>
                </p14:cNvPr>
                <p14:cNvContentPartPr/>
                <p14:nvPr/>
              </p14:nvContentPartPr>
              <p14:xfrm>
                <a:off x="7917447" y="4559345"/>
                <a:ext cx="22680" cy="118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9CDF3B-5317-EED8-F2BC-CE2E6CB65B3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908447" y="4550705"/>
                  <a:ext cx="40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A8803B2-D466-8190-F30A-1B64AD215B4C}"/>
                    </a:ext>
                  </a:extLst>
                </p14:cNvPr>
                <p14:cNvContentPartPr/>
                <p14:nvPr/>
              </p14:nvContentPartPr>
              <p14:xfrm>
                <a:off x="8014647" y="4547105"/>
                <a:ext cx="127800" cy="150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A8803B2-D466-8190-F30A-1B64AD215B4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005647" y="4538465"/>
                  <a:ext cx="1454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228B835B-9679-6E49-D4BB-51023FAE4A44}"/>
              </a:ext>
            </a:extLst>
          </p:cNvPr>
          <p:cNvGrpSpPr/>
          <p:nvPr/>
        </p:nvGrpSpPr>
        <p:grpSpPr>
          <a:xfrm>
            <a:off x="8296887" y="4509305"/>
            <a:ext cx="1505520" cy="196920"/>
            <a:chOff x="8296887" y="4509305"/>
            <a:chExt cx="150552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1A62B61-14AE-75FA-ED2D-F3F2DD627EBB}"/>
                    </a:ext>
                  </a:extLst>
                </p14:cNvPr>
                <p14:cNvContentPartPr/>
                <p14:nvPr/>
              </p14:nvContentPartPr>
              <p14:xfrm>
                <a:off x="8296887" y="4557905"/>
                <a:ext cx="132840" cy="113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1A62B61-14AE-75FA-ED2D-F3F2DD627EB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288247" y="4548905"/>
                  <a:ext cx="150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282E74B-B0FE-3161-E737-ED3285320A6D}"/>
                    </a:ext>
                  </a:extLst>
                </p14:cNvPr>
                <p14:cNvContentPartPr/>
                <p14:nvPr/>
              </p14:nvContentPartPr>
              <p14:xfrm>
                <a:off x="8301567" y="4537385"/>
                <a:ext cx="116640" cy="1688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282E74B-B0FE-3161-E737-ED3285320A6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292927" y="4528385"/>
                  <a:ext cx="134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436C43D-EBDB-B3B9-551F-8A92ABD652D0}"/>
                    </a:ext>
                  </a:extLst>
                </p14:cNvPr>
                <p14:cNvContentPartPr/>
                <p14:nvPr/>
              </p14:nvContentPartPr>
              <p14:xfrm>
                <a:off x="8663727" y="4542065"/>
                <a:ext cx="124560" cy="1440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436C43D-EBDB-B3B9-551F-8A92ABD652D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654727" y="4533065"/>
                  <a:ext cx="142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3435C74-B684-CC13-5330-9F5D849434CA}"/>
                    </a:ext>
                  </a:extLst>
                </p14:cNvPr>
                <p14:cNvContentPartPr/>
                <p14:nvPr/>
              </p14:nvContentPartPr>
              <p14:xfrm>
                <a:off x="8825727" y="4620545"/>
                <a:ext cx="38160" cy="219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3435C74-B684-CC13-5330-9F5D849434C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817087" y="4611905"/>
                  <a:ext cx="55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33ED3F1-0289-D918-2128-E124D4DB49E1}"/>
                    </a:ext>
                  </a:extLst>
                </p14:cNvPr>
                <p14:cNvContentPartPr/>
                <p14:nvPr/>
              </p14:nvContentPartPr>
              <p14:xfrm>
                <a:off x="8943087" y="4509305"/>
                <a:ext cx="100440" cy="1526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33ED3F1-0289-D918-2128-E124D4DB49E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8934447" y="4500305"/>
                  <a:ext cx="118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C9A0561D-7F3C-2748-3BFD-80090D92874C}"/>
                    </a:ext>
                  </a:extLst>
                </p14:cNvPr>
                <p14:cNvContentPartPr/>
                <p14:nvPr/>
              </p14:nvContentPartPr>
              <p14:xfrm>
                <a:off x="9118047" y="4510385"/>
                <a:ext cx="112320" cy="1407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C9A0561D-7F3C-2748-3BFD-80090D92874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109047" y="4501385"/>
                  <a:ext cx="129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AE0786C-ED7D-A11B-655A-283C12B05125}"/>
                    </a:ext>
                  </a:extLst>
                </p14:cNvPr>
                <p14:cNvContentPartPr/>
                <p14:nvPr/>
              </p14:nvContentPartPr>
              <p14:xfrm>
                <a:off x="9294087" y="4513985"/>
                <a:ext cx="118080" cy="146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AE0786C-ED7D-A11B-655A-283C12B0512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285087" y="4504985"/>
                  <a:ext cx="135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6FD64ED-62BE-3A9E-1D6C-05994D9B362C}"/>
                    </a:ext>
                  </a:extLst>
                </p14:cNvPr>
                <p14:cNvContentPartPr/>
                <p14:nvPr/>
              </p14:nvContentPartPr>
              <p14:xfrm>
                <a:off x="9608727" y="4539905"/>
                <a:ext cx="125280" cy="172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6FD64ED-62BE-3A9E-1D6C-05994D9B362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599727" y="4530905"/>
                  <a:ext cx="142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7321BD9-812F-FE37-1D08-4820F29043CD}"/>
                    </a:ext>
                  </a:extLst>
                </p14:cNvPr>
                <p14:cNvContentPartPr/>
                <p14:nvPr/>
              </p14:nvContentPartPr>
              <p14:xfrm>
                <a:off x="9666327" y="4607945"/>
                <a:ext cx="136080" cy="24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7321BD9-812F-FE37-1D08-4820F29043CD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9657327" y="4599305"/>
                  <a:ext cx="153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1F70B509-50CB-5083-DE53-AD8F11FCD3D4}"/>
              </a:ext>
            </a:extLst>
          </p:cNvPr>
          <p:cNvGrpSpPr/>
          <p:nvPr/>
        </p:nvGrpSpPr>
        <p:grpSpPr>
          <a:xfrm>
            <a:off x="7628367" y="4183505"/>
            <a:ext cx="373320" cy="146520"/>
            <a:chOff x="7628367" y="4183505"/>
            <a:chExt cx="37332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16C6E39-1B26-D871-4E4D-DE32AB77BA6F}"/>
                    </a:ext>
                  </a:extLst>
                </p14:cNvPr>
                <p14:cNvContentPartPr/>
                <p14:nvPr/>
              </p14:nvContentPartPr>
              <p14:xfrm>
                <a:off x="7712967" y="4221305"/>
                <a:ext cx="7200" cy="1087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16C6E39-1B26-D871-4E4D-DE32AB77BA6F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7703967" y="4212665"/>
                  <a:ext cx="248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1CA0C2C-3B64-645F-B09D-B8A976474770}"/>
                    </a:ext>
                  </a:extLst>
                </p14:cNvPr>
                <p14:cNvContentPartPr/>
                <p14:nvPr/>
              </p14:nvContentPartPr>
              <p14:xfrm>
                <a:off x="7628367" y="4201145"/>
                <a:ext cx="170280" cy="19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1CA0C2C-3B64-645F-B09D-B8A97647477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619727" y="4192145"/>
                  <a:ext cx="187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EB06F23-96BA-AB0D-C65A-BA7E0B004C78}"/>
                    </a:ext>
                  </a:extLst>
                </p14:cNvPr>
                <p14:cNvContentPartPr/>
                <p14:nvPr/>
              </p14:nvContentPartPr>
              <p14:xfrm>
                <a:off x="7845447" y="4196825"/>
                <a:ext cx="7200" cy="1249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EB06F23-96BA-AB0D-C65A-BA7E0B004C7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836807" y="4188185"/>
                  <a:ext cx="24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05D6D90-8928-A19F-B683-05906B3CBCE6}"/>
                    </a:ext>
                  </a:extLst>
                </p14:cNvPr>
                <p14:cNvContentPartPr/>
                <p14:nvPr/>
              </p14:nvContentPartPr>
              <p14:xfrm>
                <a:off x="7858047" y="4183505"/>
                <a:ext cx="83160" cy="338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05D6D90-8928-A19F-B683-05906B3CBCE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849407" y="4174865"/>
                  <a:ext cx="100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715D908-C953-EDF8-F554-F88A815F34C8}"/>
                    </a:ext>
                  </a:extLst>
                </p14:cNvPr>
                <p14:cNvContentPartPr/>
                <p14:nvPr/>
              </p14:nvContentPartPr>
              <p14:xfrm>
                <a:off x="7858767" y="4237505"/>
                <a:ext cx="142920" cy="136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715D908-C953-EDF8-F554-F88A815F34C8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849767" y="4228505"/>
                  <a:ext cx="1605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4EF4308-C371-CD71-E5F5-A974D44BC735}"/>
              </a:ext>
            </a:extLst>
          </p:cNvPr>
          <p:cNvGrpSpPr/>
          <p:nvPr/>
        </p:nvGrpSpPr>
        <p:grpSpPr>
          <a:xfrm>
            <a:off x="8729607" y="4166585"/>
            <a:ext cx="538560" cy="162720"/>
            <a:chOff x="8729607" y="4166585"/>
            <a:chExt cx="53856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D3AF1C4-8210-D165-79E3-7DFFC7CA3F16}"/>
                    </a:ext>
                  </a:extLst>
                </p14:cNvPr>
                <p14:cNvContentPartPr/>
                <p14:nvPr/>
              </p14:nvContentPartPr>
              <p14:xfrm>
                <a:off x="8789007" y="4217705"/>
                <a:ext cx="13320" cy="93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D3AF1C4-8210-D165-79E3-7DFFC7CA3F1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780367" y="4209065"/>
                  <a:ext cx="30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6A891BF-8774-C136-5553-53B4AB726179}"/>
                    </a:ext>
                  </a:extLst>
                </p14:cNvPr>
                <p14:cNvContentPartPr/>
                <p14:nvPr/>
              </p14:nvContentPartPr>
              <p14:xfrm>
                <a:off x="8729607" y="4193585"/>
                <a:ext cx="123480" cy="352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6A891BF-8774-C136-5553-53B4AB72617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720607" y="4184945"/>
                  <a:ext cx="141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0051B9A-AF88-F26B-F7FC-306EEB76D59D}"/>
                    </a:ext>
                  </a:extLst>
                </p14:cNvPr>
                <p14:cNvContentPartPr/>
                <p14:nvPr/>
              </p14:nvContentPartPr>
              <p14:xfrm>
                <a:off x="8736807" y="4307705"/>
                <a:ext cx="183240" cy="216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0051B9A-AF88-F26B-F7FC-306EEB76D59D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728167" y="4298705"/>
                  <a:ext cx="20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7D1D731-36EE-844B-14F1-C2D99429D9C7}"/>
                    </a:ext>
                  </a:extLst>
                </p14:cNvPr>
                <p14:cNvContentPartPr/>
                <p14:nvPr/>
              </p14:nvContentPartPr>
              <p14:xfrm>
                <a:off x="8976567" y="4202585"/>
                <a:ext cx="12600" cy="943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7D1D731-36EE-844B-14F1-C2D99429D9C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967927" y="4193945"/>
                  <a:ext cx="30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B0BE84D-076F-72D5-55A3-386D4BC6CA25}"/>
                    </a:ext>
                  </a:extLst>
                </p14:cNvPr>
                <p14:cNvContentPartPr/>
                <p14:nvPr/>
              </p14:nvContentPartPr>
              <p14:xfrm>
                <a:off x="8960367" y="4198265"/>
                <a:ext cx="118800" cy="1270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B0BE84D-076F-72D5-55A3-386D4BC6CA2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951727" y="4189625"/>
                  <a:ext cx="136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F24A52F-34A5-5B1F-6B1D-6194B215DFB7}"/>
                    </a:ext>
                  </a:extLst>
                </p14:cNvPr>
                <p14:cNvContentPartPr/>
                <p14:nvPr/>
              </p14:nvContentPartPr>
              <p14:xfrm>
                <a:off x="9132807" y="4182425"/>
                <a:ext cx="34200" cy="1202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F24A52F-34A5-5B1F-6B1D-6194B215DFB7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9123807" y="4173425"/>
                  <a:ext cx="5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2AD8595-C2E4-2984-A51E-BE5390D8FDC4}"/>
                    </a:ext>
                  </a:extLst>
                </p14:cNvPr>
                <p14:cNvContentPartPr/>
                <p14:nvPr/>
              </p14:nvContentPartPr>
              <p14:xfrm>
                <a:off x="9149367" y="4166585"/>
                <a:ext cx="81000" cy="342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2AD8595-C2E4-2984-A51E-BE5390D8FDC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140727" y="4157945"/>
                  <a:ext cx="98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E067596-199B-959F-0BB5-99F563CFD80D}"/>
                    </a:ext>
                  </a:extLst>
                </p14:cNvPr>
                <p14:cNvContentPartPr/>
                <p14:nvPr/>
              </p14:nvContentPartPr>
              <p14:xfrm>
                <a:off x="9176007" y="4228865"/>
                <a:ext cx="92160" cy="75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E067596-199B-959F-0BB5-99F563CFD80D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167367" y="4220225"/>
                  <a:ext cx="1098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64711F50-BEF2-829F-8216-5E6075C59FBE}"/>
              </a:ext>
            </a:extLst>
          </p:cNvPr>
          <p:cNvGrpSpPr/>
          <p:nvPr/>
        </p:nvGrpSpPr>
        <p:grpSpPr>
          <a:xfrm>
            <a:off x="10000047" y="4504265"/>
            <a:ext cx="706680" cy="243360"/>
            <a:chOff x="10000047" y="4504265"/>
            <a:chExt cx="70668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84E7E2A-92E5-2BD0-023E-186E4849D4BD}"/>
                    </a:ext>
                  </a:extLst>
                </p14:cNvPr>
                <p14:cNvContentPartPr/>
                <p14:nvPr/>
              </p14:nvContentPartPr>
              <p14:xfrm>
                <a:off x="10000047" y="4504265"/>
                <a:ext cx="115920" cy="1447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84E7E2A-92E5-2BD0-023E-186E4849D4BD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991407" y="4495265"/>
                  <a:ext cx="133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7231159C-7B86-DA00-E186-5F2BF5E0227C}"/>
                    </a:ext>
                  </a:extLst>
                </p14:cNvPr>
                <p14:cNvContentPartPr/>
                <p14:nvPr/>
              </p14:nvContentPartPr>
              <p14:xfrm>
                <a:off x="10187607" y="4593185"/>
                <a:ext cx="30240" cy="302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7231159C-7B86-DA00-E186-5F2BF5E0227C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178967" y="4584545"/>
                  <a:ext cx="47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B50B0BA-2C79-52D8-B2BE-C1B8FD58806E}"/>
                    </a:ext>
                  </a:extLst>
                </p14:cNvPr>
                <p14:cNvContentPartPr/>
                <p14:nvPr/>
              </p14:nvContentPartPr>
              <p14:xfrm>
                <a:off x="10283727" y="4514345"/>
                <a:ext cx="96840" cy="106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B50B0BA-2C79-52D8-B2BE-C1B8FD58806E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275087" y="4505705"/>
                  <a:ext cx="114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9E861F5-1AD6-7BDE-0F88-BEA047F20C59}"/>
                    </a:ext>
                  </a:extLst>
                </p14:cNvPr>
                <p14:cNvContentPartPr/>
                <p14:nvPr/>
              </p14:nvContentPartPr>
              <p14:xfrm>
                <a:off x="10446447" y="4513265"/>
                <a:ext cx="97200" cy="1494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9E861F5-1AD6-7BDE-0F88-BEA047F20C59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437447" y="4504265"/>
                  <a:ext cx="114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538CD6C-323C-BEBB-2FA6-DD0B31E22945}"/>
                    </a:ext>
                  </a:extLst>
                </p14:cNvPr>
                <p14:cNvContentPartPr/>
                <p14:nvPr/>
              </p14:nvContentPartPr>
              <p14:xfrm>
                <a:off x="10594047" y="4541345"/>
                <a:ext cx="112680" cy="2062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538CD6C-323C-BEBB-2FA6-DD0B31E2294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585407" y="4532705"/>
                  <a:ext cx="1303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017E1D7B-4FCE-8C24-85F5-041860B76D71}"/>
              </a:ext>
            </a:extLst>
          </p:cNvPr>
          <p:cNvGrpSpPr/>
          <p:nvPr/>
        </p:nvGrpSpPr>
        <p:grpSpPr>
          <a:xfrm>
            <a:off x="10380567" y="2673665"/>
            <a:ext cx="1164960" cy="530640"/>
            <a:chOff x="10380567" y="2673665"/>
            <a:chExt cx="116496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F53EF81-85BA-6F70-BF5B-924D24571B4C}"/>
                    </a:ext>
                  </a:extLst>
                </p14:cNvPr>
                <p14:cNvContentPartPr/>
                <p14:nvPr/>
              </p14:nvContentPartPr>
              <p14:xfrm>
                <a:off x="10380567" y="2780945"/>
                <a:ext cx="272160" cy="4233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F53EF81-85BA-6F70-BF5B-924D24571B4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371567" y="2772305"/>
                  <a:ext cx="2898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2962EAE-17EC-7472-DBDC-17ADE805BF00}"/>
                    </a:ext>
                  </a:extLst>
                </p14:cNvPr>
                <p14:cNvContentPartPr/>
                <p14:nvPr/>
              </p14:nvContentPartPr>
              <p14:xfrm>
                <a:off x="10528167" y="2784185"/>
                <a:ext cx="121320" cy="211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2962EAE-17EC-7472-DBDC-17ADE805BF00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519167" y="2775545"/>
                  <a:ext cx="138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513F3200-E16C-C6EE-A639-3278C4CB3E4C}"/>
                    </a:ext>
                  </a:extLst>
                </p14:cNvPr>
                <p14:cNvContentPartPr/>
                <p14:nvPr/>
              </p14:nvContentPartPr>
              <p14:xfrm>
                <a:off x="10670367" y="2840345"/>
                <a:ext cx="256320" cy="1173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513F3200-E16C-C6EE-A639-3278C4CB3E4C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661727" y="2831705"/>
                  <a:ext cx="273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761F398-0556-1FC5-E40B-4EB63DAAA681}"/>
                    </a:ext>
                  </a:extLst>
                </p14:cNvPr>
                <p14:cNvContentPartPr/>
                <p14:nvPr/>
              </p14:nvContentPartPr>
              <p14:xfrm>
                <a:off x="10954407" y="2825945"/>
                <a:ext cx="257400" cy="806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761F398-0556-1FC5-E40B-4EB63DAAA681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945407" y="2816945"/>
                  <a:ext cx="275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00A0CF6-6A27-B82A-A3F0-D080FFBD3535}"/>
                    </a:ext>
                  </a:extLst>
                </p14:cNvPr>
                <p14:cNvContentPartPr/>
                <p14:nvPr/>
              </p14:nvContentPartPr>
              <p14:xfrm>
                <a:off x="11188767" y="2752145"/>
                <a:ext cx="231840" cy="979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00A0CF6-6A27-B82A-A3F0-D080FFBD353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180127" y="2743145"/>
                  <a:ext cx="2494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2F1F1701-BD9C-5F4A-AA50-1F05305979F8}"/>
                    </a:ext>
                  </a:extLst>
                </p14:cNvPr>
                <p14:cNvContentPartPr/>
                <p14:nvPr/>
              </p14:nvContentPartPr>
              <p14:xfrm>
                <a:off x="10920567" y="3042665"/>
                <a:ext cx="97920" cy="1119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2F1F1701-BD9C-5F4A-AA50-1F05305979F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0911927" y="3033665"/>
                  <a:ext cx="115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DF8FC53-D5A4-D695-E1C1-620017DFC517}"/>
                    </a:ext>
                  </a:extLst>
                </p14:cNvPr>
                <p14:cNvContentPartPr/>
                <p14:nvPr/>
              </p14:nvContentPartPr>
              <p14:xfrm>
                <a:off x="11027487" y="2974265"/>
                <a:ext cx="403920" cy="22320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DF8FC53-D5A4-D695-E1C1-620017DFC517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1018847" y="2965625"/>
                  <a:ext cx="421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C88C31B-6B50-5F3E-C03C-5DA18A548B3E}"/>
                    </a:ext>
                  </a:extLst>
                </p14:cNvPr>
                <p14:cNvContentPartPr/>
                <p14:nvPr/>
              </p14:nvContentPartPr>
              <p14:xfrm>
                <a:off x="11359047" y="2673665"/>
                <a:ext cx="186480" cy="5245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C88C31B-6B50-5F3E-C03C-5DA18A548B3E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350407" y="2664665"/>
                  <a:ext cx="204120" cy="54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165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1EB69-1F1E-0989-B731-03FFF7E07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9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AA83D-3651-FC43-83A4-DF7D25BFB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54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73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03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</TotalTime>
  <Words>1</Words>
  <Application>Microsoft Office PowerPoint</Application>
  <PresentationFormat>Widescreen</PresentationFormat>
  <Paragraphs>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Wadeda</dc:creator>
  <cp:lastModifiedBy>B A SOHANKUMAR                           - 231058013 - MSISMPL</cp:lastModifiedBy>
  <cp:revision>16</cp:revision>
  <dcterms:created xsi:type="dcterms:W3CDTF">2026-07-09T06:06:10Z</dcterms:created>
  <dcterms:modified xsi:type="dcterms:W3CDTF">2026-08-27T04:40:52Z</dcterms:modified>
</cp:coreProperties>
</file>