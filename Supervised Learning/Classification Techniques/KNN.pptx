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08" autoAdjust="0"/>
    <p:restoredTop sz="94660"/>
  </p:normalViewPr>
  <p:slideViewPr>
    <p:cSldViewPr snapToGrid="0">
      <p:cViewPr>
        <p:scale>
          <a:sx n="95" d="100"/>
          <a:sy n="95" d="100"/>
        </p:scale>
        <p:origin x="619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39:33.8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11 1452 0 0,'0'0'396'0'0,"-22"-10"-1464"0"0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0:57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88 2760 0 0,'-1'-27'1344'0'0,"1"22"1783"0"0,-1 0-2304 0 0,-7-38 3254 0 0,7 39-1559 0 0,-1 1-2375 0 0,2 3-120 0 0,0 0 0 0 0,0 0 1 0 0,0 0-1 0 0,0 0 0 0 0,0 0 0 0 0,0 0 0 0 0,0 0 0 0 0,-1 0 1 0 0,1 0-1 0 0,0 0 0 0 0,0 0 0 0 0,0 0 0 0 0,0 0 0 0 0,0 1 1 0 0,0-1-1 0 0,0 0 0 0 0,0 0 0 0 0,-1 0 0 0 0,1 0 1 0 0,0 0-1 0 0,0 0 0 0 0,0 0 0 0 0,0 0 0 0 0,0 0 0 0 0,0 0 1 0 0,0 0-1 0 0,0-1 0 0 0,-1 1 0 0 0,1 0 0 0 0,0 0 1 0 0,0 0-1 0 0,0 0 0 0 0,0 0 0 0 0,0 0 0 0 0,0 0 0 0 0,0 0 1 0 0,0 0-1 0 0,0 0 0 0 0,0 0 0 0 0,0 0 0 0 0,-1 0 0 0 0,2 23 514 0 0,4 48-57 0 0,-3-50-270 0 0,5 65 310 0 0,-1-27-333 0 0,-5-39-164 0 0,3 22 69 0 0,9 50 0 0 0,-2-38-80 0 0,-10-50-74 0 0,0 1 55 0 0,4 15 10 0 0,-4-15-45 0 0,0-1-428 0 0,0 1 21 0 0,1 3 472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0:58.0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83 3328 0 0,'-1'-5'1062'0'0,"0"-13"-140"0"0,1 14 583 0 0,1-1-908 0 0,1-14-15 0 0,-2 15 453 0 0,3 0-608 0 0,7-11-17 0 0,-7 11 304 0 0,8 2-292 0 0,-10 2-374 0 0,1-1 0 0 0,-1 1 0 0 0,0 0 0 0 0,1-1 0 0 0,-1 1 0 0 0,1 0-1 0 0,-1 0 1 0 0,1 0 0 0 0,-1 0 0 0 0,0 0 0 0 0,1 0 0 0 0,-1 0 0 0 0,1 0 0 0 0,-1 1 0 0 0,0-1-1 0 0,1 1 1 0 0,-1-1 0 0 0,0 1 0 0 0,1-1 0 0 0,-1 1 0 0 0,0 0 0 0 0,0-1 0 0 0,0 1-1 0 0,1 0 1 0 0,-1 0 0 0 0,1 1 0 0 0,24 25 485 0 0,-2 1 0 0 0,33 47 0 0 0,-31-40-390 0 0,7-1-899 0 0,-30-32 360 0 0,14 11-611 0 0,-14-10 401 0 0,1-2-1018 0 0,9 4 900 0 0,-3-7-3770 0 0,9-8 102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0:58.5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27 3000 0 0,'0'0'2979'0'0,"0"-4"-2257"0"0,-2-14-104 0 0,2 13 890 0 0,-3 6-1417 0 0,1 0 1 0 0,-1 0 0 0 0,0 0 0 0 0,0 0-1 0 0,1 1 1 0 0,-1-1 0 0 0,1 1-1 0 0,0-1 1 0 0,-1 1 0 0 0,1 0-1 0 0,0 0 1 0 0,0 0 0 0 0,-3 4-1 0 0,-25 31 352 0 0,29-36-452 0 0,-85 132 844 0 0,74-112-802 0 0,-4 6 13 0 0,8-12-27 0 0,5 0 37 0 0,0-5-4 0 0,0 24-147 0 0,4-16-50 0 0,0-14-2 0 0,-1-5-216 0 0,1 1 354 0 0,-1 0-1 0 0,0-1 1 0 0,0 1 0 0 0,0 0-1 0 0,1 0 1 0 0,-1-1-1 0 0,0 1 1 0 0,0 0 0 0 0,1 0-1 0 0,-1 0 1 0 0,0-1 0 0 0,1 1-1 0 0,-1 0 1 0 0,0 0 0 0 0,0 0-1 0 0,1 0 1 0 0,-1 0-1 0 0,0-1 1 0 0,1 1 0 0 0,-1 0-1 0 0,0 0 1 0 0,1 0 0 0 0,-1 0-1 0 0,0 0 1 0 0,1 0 0 0 0,-1 0-1 0 0,1 0 1 0 0,0 1-6 0 0,0-1 0 0 0,-1 0-1 0 0,1 0 1 0 0,0-1 0 0 0,0 1 0 0 0,-1 0 0 0 0,1 0-1 0 0,0 0 1 0 0,0 0 0 0 0,-1-1 0 0 0,1 1 0 0 0,0 0 0 0 0,0-1-1 0 0,-1 1 1 0 0,1-1 0 0 0,0 1 0 0 0,-1 0 0 0 0,1-1 0 0 0,-1 0-1 0 0,2 0 1 0 0,7-10-173 0 0,-1-1 0 0 0,0 0 0 0 0,0 0 0 0 0,-2-1 0 0 0,7-14 0 0 0,30-83-182 0 0,-11 38 1722 0 0,-31 69-896 0 0,2 1-264 0 0,-3 1-175 0 0,0 0 1 0 0,0 1 0 0 0,1-1-1 0 0,-1 1 1 0 0,1-1 0 0 0,-1 1 0 0 0,0-1-1 0 0,1 1 1 0 0,-1-1 0 0 0,1 1-1 0 0,-1-1 1 0 0,1 1 0 0 0,0 0-1 0 0,-1-1 1 0 0,1 1 0 0 0,-1 0 0 0 0,1-1-1 0 0,0 1 1 0 0,-1 0 0 0 0,1 0-1 0 0,-1 0 1 0 0,1-1 0 0 0,0 1-1 0 0,-1 0 1 0 0,1 0 0 0 0,0 0 0 0 0,-1 0-1 0 0,1 0 1 0 0,0 0 0 0 0,-1 0-1 0 0,1 1 1 0 0,0-1 0 0 0,-1 0 0 0 0,1 0-1 0 0,0 0 1 0 0,-1 1 0 0 0,1-1-1 0 0,-1 0 1 0 0,1 1 0 0 0,0-1-1 0 0,-1 0 1 0 0,1 1 0 0 0,-1-1 0 0 0,1 1-1 0 0,-1-1 1 0 0,1 1 0 0 0,-1-1-1 0 0,0 1 1 0 0,1-1 0 0 0,-1 1-1 0 0,0-1 1 0 0,1 1 0 0 0,-1 0 0 0 0,0-1-1 0 0,0 1 1 0 0,1 0 0 0 0,-1-1-1 0 0,0 1 1 0 0,0 1 0 0 0,9 30 189 0 0,-1 2 0 0 0,-2-1 0 0 0,3 56 0 0 0,1 2-6 0 0,-8-72-216 0 0,1 1-159 0 0,1 0-1 0 0,10 34 1 0 0,7 6-2049 0 0,-16-46 245 0 0,4 2-147 0 0,-5-12 578 0 0,7 9-2849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0.0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213 351 2364 0 0,'0'0'2506'0'0,"0"-5"-1550"0"0,1 2-592 0 0,-1 0 0 0 0,0-1 0 0 0,0 1 0 0 0,-1-1 0 0 0,1 1 0 0 0,-1-1 0 0 0,0 1 0 0 0,0 0 0 0 0,-1-5 0 0 0,0 5 352 0 0,1 2-672 0 0,1 0 0 0 0,-1 0 0 0 0,0 0 1 0 0,0 0-1 0 0,0 0 0 0 0,0 0 1 0 0,0 0-1 0 0,0 0 0 0 0,0 1 0 0 0,0-1 1 0 0,0 0-1 0 0,0 1 0 0 0,-1-1 1 0 0,1 1-1 0 0,0-1 0 0 0,0 1 1 0 0,0 0-1 0 0,-1-1 0 0 0,1 1 0 0 0,-2 0 1 0 0,-17-3 168 0 0,15 3-122 0 0,0 0-13 0 0,-14 4 4 0 0,6-1-17 0 0,-8 5 21 0 0,13-3-58 0 0,0-1-1 0 0,0 2 1 0 0,-13 9-1 0 0,16-10-14 0 0,0-1 0 0 0,0 2 1 0 0,0-1-1 0 0,1 0 0 0 0,0 1 0 0 0,0 0 0 0 0,0 0 1 0 0,-5 11-1 0 0,2 2 1 0 0,6-14-3 0 0,1 1-19 0 0,0-1 0 0 0,0 1 0 0 0,1-1-1 0 0,0 1 1 0 0,0-1 0 0 0,0 1-1 0 0,3 6 1 0 0,-2-9-15 0 0,18 8-82 0 0,8-10 58 0 0,-22-1 18 0 0,-2-1 40 0 0,2-1 22 0 0,0 0 0 0 0,0-1 0 0 0,0 1 0 0 0,0-1 0 0 0,-1 0 0 0 0,0-1-1 0 0,1 1 1 0 0,-1-1 0 0 0,-1 0 0 0 0,1 0 0 0 0,0-1 0 0 0,-1 1 0 0 0,0-1 0 0 0,0 0 0 0 0,0 0 0 0 0,-1 0 0 0 0,5-9 0 0 0,-7 10 20 0 0,6-14 51 0 0,-5 14-80 0 0,-1-1 59 0 0,6-17 257 0 0,0 4-210 0 0,-5 14 107 0 0,-4 27-166 0 0,1-18-115 0 0,0 1 0 0 0,0 0 0 0 0,1-1 0 0 0,0 1 0 0 0,0 0-1 0 0,0-1 1 0 0,1 1 0 0 0,0 0 0 0 0,0-1 0 0 0,3 9 0 0 0,-3-10-96 0 0,1-1 0 0 0,0 0 0 0 0,0 0 0 0 0,0 1 0 0 0,0-1 0 0 0,1-1 1 0 0,-1 1-1 0 0,1 0 0 0 0,-1 0 0 0 0,1-1 0 0 0,0 0 0 0 0,0 1 0 0 0,0-1 0 0 0,1 0 0 0 0,-1-1 0 0 0,0 1 1 0 0,7 2-1 0 0,8 0-420 0 0,-14-3 19 0 0,3-1 67 0 0,3 0 360 0 0,0 0 1 0 0,0-1-1 0 0,0 0 0 0 0,-1-1 1 0 0,1 0-1 0 0,-1 0 1 0 0,1-1-1 0 0,-1 0 0 0 0,0-1 1 0 0,0 0-1 0 0,0 0 1 0 0,0-1-1 0 0,-1 0 0 0 0,0-1 1 0 0,0 0-1 0 0,0 0 1 0 0,6-7-1 0 0,0-3 377 0 0,-1 0 1 0 0,-1 0-1 0 0,12-21 0 0 0,-22 34-15 0 0,-3-41 1617 0 0,0 39-1601 0 0,-2 4-236 0 0,0 1 0 0 0,0-1 0 0 0,-1 0 0 0 0,1 1 1 0 0,0 0-1 0 0,-1 0 0 0 0,1 0 0 0 0,0 0 0 0 0,0 0 1 0 0,-1 1-1 0 0,1-1 0 0 0,0 1 0 0 0,0 0 0 0 0,-5 2 1 0 0,2 0-5 0 0,0 1 1 0 0,0 0 0 0 0,0 1-1 0 0,1-1 1 0 0,-6 7-1 0 0,8-8-2 0 0,0 0-9 0 0,0 1 0 0 0,0 0 0 0 0,0 0 0 0 0,1 0 0 0 0,-1 0 0 0 0,-3 8 0 0 0,2-4 0 0 0,3-5-1 0 0,0 1 0 0 0,0-1 0 0 0,0 0 1 0 0,0 1-1 0 0,1-1 0 0 0,-1 0 0 0 0,1 1 1 0 0,0-1-1 0 0,0 0 0 0 0,0 1 0 0 0,0-1 1 0 0,0 1-1 0 0,2 3 0 0 0,-2-4-29 0 0,1 0 12 0 0,0 0 0 0 0,0 0 0 0 0,0 0 1 0 0,0 0-1 0 0,1-1 0 0 0,-1 1 0 0 0,1 0 1 0 0,-1-1-1 0 0,1 1 0 0 0,0-1 0 0 0,0 0 1 0 0,0 0-1 0 0,0 0 0 0 0,5 4 0 0 0,-5-5 6 0 0,1 2-27 0 0,1-1 0 0 0,-1 1 0 0 0,1-1-1 0 0,0 0 1 0 0,0 0 0 0 0,0-1 0 0 0,0 1 0 0 0,0-1 0 0 0,0 0-1 0 0,8 2 1 0 0,-9-3 19 0 0,3 2-28 0 0,0-1 0 0 0,0 0 0 0 0,0-1 0 0 0,0 1 0 0 0,0-1 0 0 0,0 0 0 0 0,0 0 0 0 0,0-1 0 0 0,0 0 0 0 0,-1 0 0 0 0,1 0 0 0 0,0-1 0 0 0,9-4 0 0 0,-5 3-75 0 0,5-2 38 0 0,1-1 0 0 0,-1-1 0 0 0,0 0 0 0 0,-1-2 0 0 0,0 1 0 0 0,0-2 0 0 0,-1 1 0 0 0,0-2 0 0 0,-1 0 0 0 0,0 0 0 0 0,0-2-1 0 0,-2 1 1 0 0,1-1 0 0 0,-2 0 0 0 0,0-1 0 0 0,0-1 0 0 0,-1 1 0 0 0,-1-1 0 0 0,0 0 0 0 0,-2-1 0 0 0,1 1 0 0 0,5-34 0 0 0,-8 32 186 0 0,0-1 1 0 0,-2 0-1 0 0,0 0 1 0 0,-3-36-1 0 0,1 52-86 0 0,1-3 143 0 0,-1 0-34 0 0,-3-17 24 0 0,2 17 857 0 0,-2 9-949 0 0,-11 9-107 0 0,10-3 134 0 0,-4 55 81 0 0,3 1 0 0 0,2 1 0 0 0,8 85 0 0 0,-3-138-175 0 0,3 22-23 0 0,11 41-1 0 0,-14-72 48 0 0,1-2 16 0 0,-2-2-35 0 0,0 0 0 0 0,0-1 1 0 0,0 1-1 0 0,0 0 0 0 0,1-1 0 0 0,-1 1 0 0 0,0-1 0 0 0,1 1 0 0 0,-1 0 1 0 0,0-1-1 0 0,1 1 0 0 0,-1-1 0 0 0,0 1 0 0 0,1-1 0 0 0,-1 1 0 0 0,1-1 1 0 0,-1 1-1 0 0,1-1 0 0 0,-1 1 0 0 0,1-1 0 0 0,-1 0 0 0 0,1 1 0 0 0,0-1 0 0 0,-1 0 1 0 0,2 1-1 0 0,9-15 8 0 0,-8 11 1 0 0,-2-2 1 0 0,6-16 40 0 0,1 0 0 0 0,1 0 0 0 0,1 1 1 0 0,17-25-1 0 0,-25 42-12 0 0,1-1-17 0 0,-2 2-18 0 0,1 0 0 0 0,-1 0 0 0 0,1 0 0 0 0,-1 0 0 0 0,1 0-1 0 0,0 1 1 0 0,0-1 0 0 0,0 0 0 0 0,0 1 0 0 0,0 0 0 0 0,0-1 0 0 0,0 1 0 0 0,1 0 0 0 0,-1 0-1 0 0,0 0 1 0 0,1 0 0 0 0,-1 1 0 0 0,1-1 0 0 0,-1 1 0 0 0,1-1 0 0 0,-1 1 0 0 0,1 0 0 0 0,-1 0 0 0 0,1 0-1 0 0,-1 0 1 0 0,1 1 0 0 0,-1-1 0 0 0,0 0 0 0 0,1 1 0 0 0,-1 0 0 0 0,1 0 0 0 0,-1 0 0 0 0,0 0-1 0 0,1 0 1 0 0,-1 0 0 0 0,3 3 0 0 0,-1-2 15 0 0,-2 3-5 0 0,7 13 11 0 0,-7-14-5 0 0,0 2-6 0 0,3 16-13 0 0,-3-17 6 0 0,-1 1-12 0 0,2 16-15 0 0,-2-16-65 0 0,0-2-98 0 0,2 13-127 0 0,-2-13-150 0 0,2 3-261 0 0,-2-6 452 0 0,-1 0 1 0 0,0 0 0 0 0,0 0 0 0 0,1 0-1 0 0,-1 0 1 0 0,0 0 0 0 0,1 0-1 0 0,-1 0 1 0 0,1 0 0 0 0,-1 0 0 0 0,1 0-1 0 0,0 0 1 0 0,-1 0 0 0 0,2 1 0 0 0,0-1-131 0 0,12 10-2475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0.2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3956 0 0,'0'0'3391'0'0,"1"-4"-2620"0"0,5-10-185 0 0,-5 10 1952 0 0,0 9-2444 0 0,5 44 167 0 0,-6-45-257 0 0,0 2-62 0 0,12 67-3254 0 0,-11-69 2327 0 0,2-2-76 0 0,8 11-1912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0.5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0 2396 0 0,'0'0'1116'0'0,"-6"0"-187"0"0,-18 0-110 0 0,18 0-116 0 0,2 1-118 0 0,-6 3-15 0 0,0 1 0 0 0,0-1 0 0 0,-18 13 0 0 0,25-15-164 0 0,2-1-380 0 0,0 1 0 0 0,1-1 0 0 0,-1 0 0 0 0,0 0 0 0 0,1 0 0 0 0,-1 0 0 0 0,1 1 0 0 0,0-1 0 0 0,-1 0 0 0 0,1 1 0 0 0,0-1 0 0 0,0 0 1 0 0,0 0-1 0 0,0 1 0 0 0,0-1 0 0 0,0 2 0 0 0,11 7-2 0 0,-8-8 332 0 0,2-2-233 0 0,0-1-22 0 0,0 0-1 0 0,0 0 1 0 0,0-1 0 0 0,0 1-1 0 0,0-1 1 0 0,6-4-1 0 0,-8 4 293 0 0,-2-1-431 0 0,0 2-77 0 0,-1 1 1 0 0,0-1-1 0 0,1 1 1 0 0,-1-1-1 0 0,0 1 1 0 0,0-1-1 0 0,1 1 1 0 0,-1-1-1 0 0,0 1 1 0 0,0-1-1 0 0,0 0 1 0 0,0 1-1 0 0,0-1 1 0 0,0 1-1 0 0,0-1 1 0 0,0 0-1 0 0,0 1 1 0 0,0-1-1 0 0,0 1 0 0 0,0-1 1 0 0,0 1-1 0 0,0-1 1 0 0,0 0-1 0 0,-1 1 1 0 0,1-1-1 0 0,0 1 1 0 0,0-1-1 0 0,-1 1 1 0 0,1-1-1 0 0,0 1 1 0 0,-1-1-1 0 0,1 1 1 0 0,-1-1-1 0 0,1 1 1 0 0,-1 0-1 0 0,1-1 0 0 0,0 1 1 0 0,-1 0-1 0 0,1-1 1 0 0,-1 1-1 0 0,0 0 1 0 0,1-1-1 0 0,-1 1 1 0 0,1 0-1 0 0,-1 0 1 0 0,1 0-1 0 0,-1 0 1 0 0,0 0-1 0 0,1-1 1 0 0,-1 1-1 0 0,1 0 1 0 0,-1 0-1 0 0,0 1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1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52 2432 0 0,'0'0'6619'0'0,"0"-4"-6156"0"0,2-14-85 0 0,-1 13 504 0 0,1 10-817 0 0,0-1-11 0 0,4 14 238 0 0,-6-13-193 0 0,-1 44 164 0 0,0-44-214 0 0,0 0-20 0 0,-24 62 638 0 0,23-64 1137 0 0,2-3-1797 0 0,0 0 1 0 0,0 0-1 0 0,0-1 0 0 0,0 1 1 0 0,-1 0-1 0 0,1-1 0 0 0,0 1 1 0 0,0 0-1 0 0,0 0 1 0 0,0-1-1 0 0,0 1 0 0 0,0 0 1 0 0,-1 0-1 0 0,1 0 0 0 0,0-1 1 0 0,0 1-1 0 0,0 0 0 0 0,0 0 1 0 0,-1 0-1 0 0,1-1 0 0 0,0 1 1 0 0,0 0-1 0 0,-1 0 1 0 0,1 0-1 0 0,0 0 0 0 0,0 0 1 0 0,-1 0-1 0 0,1-1 0 0 0,0 1 1 0 0,0 0-1 0 0,-1 0 0 0 0,1 0 1 0 0,0 0-1 0 0,-1 0 0 0 0,1 0-2 0 0,-1 0 0 0 0,1 0-1 0 0,-1 0 1 0 0,1 0 0 0 0,-1 0-1 0 0,1-1 1 0 0,-1 1 0 0 0,1 0-1 0 0,-1 0 1 0 0,1 0-1 0 0,0-1 1 0 0,-1 1 0 0 0,1 0-1 0 0,-1-1 1 0 0,1 1 0 0 0,0 0-1 0 0,-1-1 1 0 0,1 1-1 0 0,0 0 1 0 0,0-1 0 0 0,-1 1-1 0 0,1-1 1 0 0,0 1 0 0 0,0-1-1 0 0,-1 1 1 0 0,1 0-1 0 0,0-1 1 0 0,0 1 0 0 0,0-1-1 0 0,0 1 1 0 0,0-1 0 0 0,0 1-1 0 0,0-1 1 0 0,0 1-1 0 0,0-1 1 0 0,0 1 0 0 0,0-1-1 0 0,0 0 1 0 0,0-6 0 0 0,0 2-24 0 0,1 0 0 0 0,-1 0 0 0 0,1 1 0 0 0,0-1 0 0 0,0 0 0 0 0,3-8 0 0 0,1 3 11 0 0,0 0 1 0 0,1 0-1 0 0,0 1 0 0 0,15-18 1 0 0,-15 21-1 0 0,0 0 1 0 0,1 1-1 0 0,0 0 0 0 0,0 0 1 0 0,0 1-1 0 0,0 0 0 0 0,11-4 1 0 0,-15 6 25 0 0,3 1-4 0 0,17-3-12 0 0,-18 3-12 0 0,9 5 19 0 0,-11-3-2 0 0,-1-1-1 0 0,0 1 1 0 0,0-1-1 0 0,0 1 0 0 0,0 0 1 0 0,0-1-1 0 0,0 1 0 0 0,0 0 1 0 0,0 0-1 0 0,-1 1 0 0 0,1-1 1 0 0,0 0-1 0 0,0 0 0 0 0,-1 1 1 0 0,1-1-1 0 0,-1 1 0 0 0,2 2 1 0 0,0 2 5 0 0,-1-1 1 0 0,1 1-1 0 0,-1 0 1 0 0,-1 0-1 0 0,2 8 1 0 0,-2-8 6 0 0,-1 1 9 0 0,-4 48-265 0 0,3-50-37 0 0,0 0-170 0 0,-3 45-4324 0 0,4-45 3173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1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94 2776 0 0,'0'0'6476'0'0,"4"1"-6226"0"0,12 4-30 0 0,-12-3 351 0 0,2-3-484 0 0,17 0 37 0 0,-17 1-16 0 0,-1-2-34 0 0,-1 1 0 0 0,0-1 0 0 0,1-1 0 0 0,-1 1 0 0 0,0 0 0 0 0,-1-1 0 0 0,6-4 0 0 0,-6 5-40 0 0,0-1 90 0 0,1-6 8 0 0,-3 8-126 0 0,0 1 1 0 0,-1-1 0 0 0,1 0-1 0 0,0 1 1 0 0,-1-1 0 0 0,1 0 0 0 0,-1 1-1 0 0,1-1 1 0 0,-1 0 0 0 0,1 0-1 0 0,-1 1 1 0 0,0-1 0 0 0,1 0-1 0 0,-1 0 1 0 0,0 0 0 0 0,0 0 0 0 0,0 1-1 0 0,1-1 1 0 0,-1-1 0 0 0,3-17 29 0 0,-2 14 43 0 0,-2 1-83 0 0,-6-15 40 0 0,1 19 15 0 0,-15 0 5 0 0,16 0 22 0 0,0 2 4 0 0,0 0-2 0 0,1 1-1 0 0,-1 0 1 0 0,1 0-1 0 0,0 0 1 0 0,0 1-1 0 0,0-1 0 0 0,1 1 1 0 0,-1 0-1 0 0,1 0 1 0 0,-1 0-1 0 0,1 0 1 0 0,1 1-1 0 0,-3 4 1 0 0,3-5-34 0 0,0 0 0 0 0,1 1 0 0 0,-1-1 0 0 0,1 0 0 0 0,0 0 0 0 0,1 1 0 0 0,-1-1 1 0 0,1 0-1 0 0,-1 1 0 0 0,1-1 0 0 0,1 1 0 0 0,-1-1 0 0 0,1 0 0 0 0,-1 1 0 0 0,1-1 0 0 0,2 5 1 0 0,-2-8-42 0 0,1 4 19 0 0,0 0 0 0 0,1-1 0 0 0,0 1 0 0 0,0 0 0 0 0,1-1 0 0 0,-1 0 0 0 0,1 0-1 0 0,0 0 1 0 0,0 0 0 0 0,0-1 0 0 0,0 1 0 0 0,1-1 0 0 0,7 4 0 0 0,-3-4-78 0 0,0-1 0 0 0,0 0 0 0 0,1 0 0 0 0,-1-1 0 0 0,0 0 0 0 0,1-1 0 0 0,-1 0-1 0 0,0 0 1 0 0,12-2 0 0 0,-3-1-758 0 0,-1-1 0 0 0,0 0-1 0 0,-1-1 1 0 0,26-12 0 0 0,5-7-3847 0 0,-28 10-319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3.6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287 43 2376 0 0,'-1'-5'1282'0'0,"-3"-21"1499"0"0,3 25-2682 0 0,1 0 1 0 0,-1 0-1 0 0,1 1 1 0 0,-1-1-1 0 0,1 0 1 0 0,-1 1-1 0 0,0-1 1 0 0,1 1-1 0 0,-1-1 1 0 0,0 1-1 0 0,1-1 1 0 0,-1 1-1 0 0,0-1 1 0 0,0 1-1 0 0,0-1 1 0 0,1 1-1 0 0,-1 0 1 0 0,0 0-1 0 0,0-1 1 0 0,0 1-1 0 0,0 0 1 0 0,1 0-1 0 0,-3 0 1 0 0,-3 8 146 0 0,0 0 1 0 0,1 0-1 0 0,0 1 0 0 0,0 0 1 0 0,1 0-1 0 0,-6 16 1 0 0,-17 68 413 0 0,13-39-344 0 0,-26 73 176 0 0,-22 65 11 0 0,-9 25-273 0 0,70-212-223 0 0,-5 14 177 0 0,14-22 73 0 0,9-14-72 0 0,-10 8-260 0 0,52-84 94 0 0,-49 81-14 0 0,0 0 0 0 0,17-15 0 0 0,-24 24 313 0 0,3 5-150 0 0,17 2 79 0 0,-20-3-216 0 0,0 0 1 0 0,-1 1-1 0 0,1-1 1 0 0,-1 1-1 0 0,1 0 1 0 0,-1 0-1 0 0,0 0 1 0 0,1 0-1 0 0,-1 0 1 0 0,0 0-1 0 0,0 1 1 0 0,-1-1-1 0 0,1 1 1 0 0,1 2-1 0 0,23 31 207 0 0,-22-28-186 0 0,1-1 0 0 0,1 1 0 0 0,12 13-1 0 0,-14-17-222 0 0,0 0 0 0 0,0 0-1 0 0,0 0 1 0 0,0-1 0 0 0,1 1 0 0 0,0-1-1 0 0,-1 0 1 0 0,1 0 0 0 0,0-1-1 0 0,1 1 1 0 0,-1-1 0 0 0,0 0 0 0 0,1-1-1 0 0,-1 1 1 0 0,1-1 0 0 0,-1 0-1 0 0,1-1 1 0 0,0 1 0 0 0,-1-1 0 0 0,1 0-1 0 0,0 0 1 0 0,-1-1 0 0 0,7-1-1 0 0,-5 0-68 0 0,1 0 0 0 0,-1 0 0 0 0,0-1 0 0 0,0 0 0 0 0,0 0 0 0 0,0-1 0 0 0,0 0 0 0 0,-1 0 0 0 0,0-1 0 0 0,1 0 0 0 0,-2 0 0 0 0,1 0-1 0 0,-1 0 1 0 0,10-13 0 0 0,-13 15 368 0 0,17-36 1587 0 0,-18 35-681 0 0,9 8-1116 0 0,-9-3 90 0 0,-1-1 0 0 0,1 1-1 0 0,0-1 1 0 0,-1 0 0 0 0,1 1-1 0 0,-1-1 1 0 0,1 0 0 0 0,-1 1-1 0 0,1-1 1 0 0,0 0-1 0 0,-1 0 1 0 0,1 0 0 0 0,0 1-1 0 0,-1-1 1 0 0,1 0 0 0 0,0 0-1 0 0,-1 0 1 0 0,1 0 0 0 0,0 0-1 0 0,-1 0 1 0 0,1-1-1 0 0,0 1 1 0 0,-1 0 0 0 0,1 0-1 0 0,0 0 1 0 0,-1-1 0 0 0,2 1-1 0 0,8-5-4 0 0,1 1 0 0 0,-1-1 0 0 0,0-1 0 0 0,0 1 1 0 0,-1-2-1 0 0,0 0 0 0 0,0 0 0 0 0,0 0 0 0 0,-1-1 0 0 0,0 0 0 0 0,-1-1 0 0 0,0 0 0 0 0,11-16 0 0 0,-17 21 102 0 0,0 0 19 0 0,1-13-81 0 0,-1 13 2 0 0,-1 4-42 0 0,-1 0 0 0 0,1 0 0 0 0,0 0 0 0 0,-1 0 0 0 0,1 0 0 0 0,0 0 0 0 0,0 0 0 0 0,-1-1 0 0 0,1 1 0 0 0,0 0 0 0 0,0 0-1 0 0,-1 0 1 0 0,1 0 0 0 0,0-1 0 0 0,0 1 0 0 0,0 0 0 0 0,-1 0 0 0 0,1 0 0 0 0,0-1 0 0 0,0 1 0 0 0,0 0 0 0 0,0 0 0 0 0,-1-1 0 0 0,1 1-1 0 0,0 0 1 0 0,0 0 0 0 0,0-1 0 0 0,0 1 0 0 0,0 0 0 0 0,0 0 0 0 0,0-1 0 0 0,0 0 2 0 0,-1 0 1 0 0,1 1-1 0 0,0-1 0 0 0,0 0 1 0 0,-1 1-1 0 0,1-1 0 0 0,0 0 1 0 0,-1 1-1 0 0,1-1 0 0 0,-1 1 0 0 0,1-1 1 0 0,-1 1-1 0 0,1-1 0 0 0,-1 1 1 0 0,1-1-1 0 0,-1 1 0 0 0,1-1 1 0 0,-1 1-1 0 0,0 0 0 0 0,1-1 1 0 0,-2 0-1 0 0,-3 0 8 0 0,1 0 0 0 0,0 0 0 0 0,-1 0 0 0 0,1 1 0 0 0,-1-1 0 0 0,0 1 0 0 0,1 0 0 0 0,-1 0 0 0 0,1 1 0 0 0,-1-1 0 0 0,1 1 1 0 0,-1 0-1 0 0,1 0 0 0 0,0 1 0 0 0,-9 3 0 0 0,5 0 36 0 0,0 1 0 0 0,0 0 0 0 0,1 1 0 0 0,0 0 0 0 0,0 0 0 0 0,1 0 0 0 0,0 1 0 0 0,0 0 0 0 0,0 0 0 0 0,1 1 0 0 0,-7 16 0 0 0,11-23-45 0 0,0-1 0 0 0,1 0 0 0 0,-1 0 1 0 0,1 1-1 0 0,-1-1 0 0 0,1 0 0 0 0,0 0 0 0 0,-1 1 1 0 0,1-1-1 0 0,0 1 0 0 0,0-1 0 0 0,0 0 0 0 0,0 1 1 0 0,0-1-1 0 0,1 2 0 0 0,-1 1-4 0 0,0 1-46 0 0,2 0-52 0 0,-1-2 99 0 0,-1 0-64 0 0,1 0-1 0 0,0 0 0 0 0,0 0 1 0 0,0 0-1 0 0,0 0 0 0 0,1-1 1 0 0,-1 1-1 0 0,1 0 0 0 0,-1-1 0 0 0,1 0 1 0 0,0 1-1 0 0,0-1 0 0 0,0 0 1 0 0,0 0-1 0 0,1 0 0 0 0,3 3 1 0 0,4 0-275 0 0,1-1 0 0 0,0 0 0 0 0,0 0 0 0 0,0-1-1 0 0,0 0 1 0 0,1-1 0 0 0,-1-1 0 0 0,1 0 0 0 0,-1 0 0 0 0,1-1 0 0 0,21-3 0 0 0,-11 0 145 0 0,-1 0 1 0 0,1-2-1 0 0,-1 0 0 0 0,0-2 0 0 0,0 0 0 0 0,-1-1 1 0 0,0-1-1 0 0,-1-1 0 0 0,29-19 0 0 0,-28 13 808 0 0,-14 12-339 0 0,1-2 0 0 0,-1 1 0 0 0,0 0 0 0 0,0-1 0 0 0,0 0 1 0 0,-1-1-1 0 0,7-10 0 0 0,-10 14 158 0 0,-1-1-54 0 0,2-12 13 0 0,-2 12 311 0 0,-1 4-690 0 0,0 0 0 0 0,-1 0 0 0 0,1 0 0 0 0,0 0-1 0 0,-1 0 1 0 0,1 0 0 0 0,0 0 0 0 0,0-1 0 0 0,-1 1 0 0 0,1 0 0 0 0,0 0-1 0 0,0 0 1 0 0,-1 0 0 0 0,1 0 0 0 0,0-1 0 0 0,0 1 0 0 0,-1 0 0 0 0,1 0 0 0 0,0 0-1 0 0,0-1 1 0 0,0 1 0 0 0,0 0 0 0 0,-1 0 0 0 0,1-1 0 0 0,0 1 0 0 0,0 0-1 0 0,0 0 1 0 0,0-1 0 0 0,0 1 0 0 0,0 0 0 0 0,0 0 0 0 0,-1-1 0 0 0,1 1 4 0 0,0-1 1 0 0,0 1 0 0 0,0-1 0 0 0,0 1 0 0 0,0-1 0 0 0,-1 1 0 0 0,1 0-1 0 0,0-1 1 0 0,0 1 0 0 0,-1-1 0 0 0,1 1 0 0 0,0 0 0 0 0,-1-1-1 0 0,1 1 1 0 0,0 0 0 0 0,-1 0 0 0 0,1-1 0 0 0,-1 1 0 0 0,1 0 0 0 0,0 0-1 0 0,-1-1 1 0 0,1 1 0 0 0,-1 0 0 0 0,1 0 0 0 0,-1 0 0 0 0,1 0 0 0 0,0 0-1 0 0,-1 0 1 0 0,1 0 0 0 0,-1 0 0 0 0,1 0 0 0 0,-1 0 0 0 0,1 0 0 0 0,-1 0-1 0 0,0 0 1 0 0,-5 1 32 0 0,1 0 0 0 0,-1 0 1 0 0,1 1-1 0 0,-1 0 0 0 0,1 0 0 0 0,-1 0 0 0 0,1 0 0 0 0,0 1 0 0 0,0 0 0 0 0,0 0 0 0 0,1 1 0 0 0,-9 7 0 0 0,4-2-14 0 0,0 0 0 0 0,1 0 0 0 0,0 1-1 0 0,1 0 1 0 0,-9 18 0 0 0,8-8 12 0 0,6-15-7 0 0,1 0 26 0 0,-4 16-42 0 0,4-15 27 0 0,2-5-54 0 0,-1 1 0 0 0,1 0-1 0 0,-1 0 1 0 0,1 0 0 0 0,-1 0 0 0 0,0 0-1 0 0,1 0 1 0 0,-1 0 0 0 0,0 0 0 0 0,0-1-1 0 0,-1 5 1 0 0,1-6-1 0 0,0 5-28 0 0,1-4 30 0 0,-1 0-1 0 0,0 0 1 0 0,1 0 0 0 0,-1 0 0 0 0,1 0 0 0 0,0 0-1 0 0,-1 0 1 0 0,1 0 0 0 0,0 0 0 0 0,-1 0 0 0 0,1 0 0 0 0,0 0-1 0 0,0-1 1 0 0,0 1 0 0 0,0 0 0 0 0,-1-1 0 0 0,1 1-1 0 0,0-1 1 0 0,0 1 0 0 0,1-1 0 0 0,0 1 0 0 0,16 6 19 0 0,-18-7-20 0 0,5 2 9 0 0,0-3-2 0 0,2-1 40 0 0,0 1-1 0 0,-1-1 1 0 0,1-1 0 0 0,0 1 0 0 0,0-1 0 0 0,-1-1 0 0 0,0 1 0 0 0,12-9-1 0 0,28-42 824 0 0,-44 51-672 0 0,1-1 26 0 0,6-13 27 0 0,-7 13 193 0 0,0 0-260 0 0,5-6 577 0 0,-8 25-506 0 0,0-15-267 0 0,1 5-10 0 0,0 1-51 0 0,2 18 17 0 0,-1-18-242 0 0,-1-5 272 0 0,1-1 1 0 0,-1 1 0 0 0,1-1 0 0 0,-1 0 0 0 0,1 1-1 0 0,-1-1 1 0 0,0 1 0 0 0,0-1 0 0 0,1 1-1 0 0,-1 0 1 0 0,0-1 0 0 0,0 1 0 0 0,1-1 0 0 0,-1 1-1 0 0,0-1 1 0 0,0 1 0 0 0,0 0 0 0 0,0-1-1 0 0,0 1 1 0 0,0-1 0 0 0,0 1 0 0 0,0 0 0 0 0,0 0-1 0 0,0 0-21 0 0,0 0-1 0 0,0 0 0 0 0,0 0 0 0 0,0 0 1 0 0,0 0-1 0 0,0 1 0 0 0,0-1 1 0 0,1 0-1 0 0,-1 0 0 0 0,0 0 1 0 0,1 0-1 0 0,-1 0 0 0 0,0 0 0 0 0,1 0 1 0 0,-1 0-1 0 0,1 0 0 0 0,0 0 1 0 0,19 28-2371 0 0,-18-26 1308 0 0,12 13-1647 0 0,-11-13 255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4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79 3144 0 0,'2'-3'1080'0'0,"13"-32"1838"0"0,-13 32-2119 0 0,1 1-508 0 0,1-1-162 0 0,1 0 0 0 0,-1 1 0 0 0,1-1 0 0 0,-1 1 0 0 0,1 0 0 0 0,9-2 1 0 0,-9 3-36 0 0,-5 2-90 0 0,0-1-1 0 0,1 1 1 0 0,-1-1 0 0 0,1 0-1 0 0,-1 1 1 0 0,1-1 0 0 0,0 0-1 0 0,-1 1 1 0 0,1-1-1 0 0,-1 0 1 0 0,1 0 0 0 0,0 0-1 0 0,-1 1 1 0 0,1-1 0 0 0,-1 0-1 0 0,1 0 1 0 0,0 0 0 0 0,-1 0-1 0 0,1 0 1 0 0,0 0-1 0 0,0 0 1 0 0,18 3 63 0 0,-9 2-54 0 0,0 0 1 0 0,0 0 0 0 0,0 1-1 0 0,-1 0 1 0 0,0 1-1 0 0,-1 0 1 0 0,1 1 0 0 0,-1 0-1 0 0,9 11 1 0 0,-15-16-9 0 0,0 1 19 0 0,6 13 13 0 0,-6-13 146 0 0,-2 1-73 0 0,0 15-28 0 0,0-15 446 0 0,0-5-518 0 0,-1 1-1 0 0,1-1 0 0 0,0 0 0 0 0,0 0 0 0 0,-1 0 1 0 0,1 0-1 0 0,0 1 0 0 0,-1-1 0 0 0,1 0 1 0 0,0 0-1 0 0,0 0 0 0 0,-1 1 0 0 0,1-1 0 0 0,0 0 1 0 0,0 1-1 0 0,0-1 0 0 0,0 0 0 0 0,-1 0 1 0 0,1 1-1 0 0,0-1 0 0 0,0 0 0 0 0,0 1 0 0 0,0-1 1 0 0,0 0-1 0 0,0 1 0 0 0,0-1 0 0 0,0 0 1 0 0,0 1-1 0 0,0-1 0 0 0,0 1 0 0 0,0 0 70 0 0,0-1-1 0 0,0 1 0 0 0,0-1 1 0 0,0 1-1 0 0,0-1 1 0 0,0 1-1 0 0,-1-1 0 0 0,1 0 1 0 0,0 1-1 0 0,0-1 0 0 0,0 1 1 0 0,0-1-1 0 0,-1 1 0 0 0,1-1 1 0 0,0 1-1 0 0,0-1 1 0 0,-1 0-1 0 0,1 1 0 0 0,0-1 1 0 0,-1 0-1 0 0,1 1 0 0 0,0-1 1 0 0,-1 0-1 0 0,1 1 1 0 0,-1-1-1 0 0,1 0 0 0 0,-1 0 1 0 0,1 1-1 0 0,-1-1 0 0 0,1 0 1 0 0,0 0-1 0 0,-1 0 1 0 0,1 0-1 0 0,-2 1 0 0 0,-19 3 1351 0 0,20-5-1375 0 0,0 1 0 0 0,0 0 0 0 0,0-1 0 0 0,1 1 0 0 0,-1-1 0 0 0,0 1 0 0 0,0-1 0 0 0,0 1 0 0 0,1-1 0 0 0,-1 0-1 0 0,0 1 1 0 0,1-1 0 0 0,-1 0 0 0 0,0 1 0 0 0,1-1 0 0 0,-1 0 0 0 0,1 0 0 0 0,-1 0 0 0 0,1 0 0 0 0,-1 1 0 0 0,1-1 0 0 0,0 0 0 0 0,0 0 0 0 0,-1 0 0 0 0,1-2 0 0 0,-4-16 305 0 0,4 15-215 0 0,1 0-52 0 0,2-2-201 0 0,-1-1-1 0 0,1 2 1 0 0,0-1 0 0 0,1 0-1 0 0,0 1 1 0 0,0-1 0 0 0,0 1-1 0 0,0 0 1 0 0,1 0 0 0 0,-1 1-1 0 0,1-1 1 0 0,1 1-1 0 0,6-4 1 0 0,7-4-1577 0 0,1 1 0 0 0,30-11 0 0 0,-35 15 326 0 0,-11 6 88 0 0,0 0-2431 0 0,20-5-271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4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 2720 0 0,'37'-11'7052'0'0,"-27"10"-7624"0"0,-5 0 802 0 0,-5 1-224 0 0,1 0 0 0 0,-1 0 1 0 0,1 1-1 0 0,-1-1 1 0 0,1 0-1 0 0,-1 0 1 0 0,0 0-1 0 0,1 0 0 0 0,-1 1 1 0 0,1-1-1 0 0,-1 0 1 0 0,0 0-1 0 0,1 1 1 0 0,-1-1-1 0 0,0 0 0 0 0,1 0 1 0 0,-1 1-1 0 0,0-1 1 0 0,0 1-1 0 0,1-1 1 0 0,-1 0-1 0 0,0 1 0 0 0,0-1 1 0 0,1 0-1 0 0,-1 1 1 0 0,0-1-1 0 0,0 1 1 0 0,0 0-3 0 0,1 0-1 0 0,-1-1 1 0 0,0 1 0 0 0,0-1 0 0 0,0 1 0 0 0,1-1 0 0 0,-1 1 0 0 0,0-1 0 0 0,1 0-1 0 0,-1 1 1 0 0,0-1 0 0 0,1 1 0 0 0,-1-1 0 0 0,1 0 0 0 0,-1 1 0 0 0,1-1 0 0 0,-1 0-1 0 0,1 1 1 0 0,-1-1 0 0 0,1 0 0 0 0,-1 0 0 0 0,1 1 0 0 0,2 2 16 0 0,3 4-15 0 0,26 38 127 0 0,-29-39-110 0 0,0-1 1 0 0,-1 1-1 0 0,0 0 0 0 0,0 0 0 0 0,0 1 0 0 0,1 6 0 0 0,-2-11-25 0 0,-1 2-2 0 0,1-2-9 0 0,0-1 24 0 0,-1 1 0 0 0,1-1 0 0 0,-1 1 0 0 0,0-1-1 0 0,1 1 1 0 0,-1-1 0 0 0,0 1 0 0 0,0 0 0 0 0,0-1 0 0 0,0 1-1 0 0,-1 1 1 0 0,1-2 3 0 0,1 3 411 0 0,-8 14-88 0 0,5-14 409 0 0,2-4-740 0 0,0-1-1 0 0,0 1 1 0 0,0 0-1 0 0,0-1 1 0 0,0 1-1 0 0,0 0 1 0 0,0-1-1 0 0,0 1 1 0 0,0 0 0 0 0,0-1-1 0 0,0 1 1 0 0,-1 0-1 0 0,1-1 1 0 0,0 1-1 0 0,0 0 1 0 0,0 0-1 0 0,0-1 1 0 0,-1 1 0 0 0,1 0-1 0 0,0 0 1 0 0,0-1-1 0 0,-1 1 1 0 0,1 0-1 0 0,0 0 1 0 0,-1-1-1 0 0,1 1 1 0 0,0 0 0 0 0,-1 0-1 0 0,1 0 1 0 0,-1-1-1 0 0,1 1 1 0 0,-1 0 0 0 0,1 0-1 0 0,-1-1 1 0 0,1 1 0 0 0,-1 0-1 0 0,1-1 1 0 0,-1 1 0 0 0,1 0 0 0 0,0-1-1 0 0,-1 1 1 0 0,1-1 0 0 0,0 1-1 0 0,-1-1 1 0 0,1 1 0 0 0,0-1-1 0 0,0 1 1 0 0,-1-1 0 0 0,1 1-1 0 0,0-1 1 0 0,0 1 0 0 0,0-1 0 0 0,0 1-1 0 0,0-1 1 0 0,0 1 0 0 0,0-1-1 0 0,0 0 1 0 0,0 1 0 0 0,0-1-1 0 0,0 1 1 0 0,0-2 0 0 0,1-4-1 0 0,0 0 1 0 0,0 1-1 0 0,0-1 1 0 0,1 0 0 0 0,0 1-1 0 0,0-1 1 0 0,1 1-1 0 0,-1 0 1 0 0,1 0-1 0 0,0-1 1 0 0,1 2 0 0 0,-1-1-1 0 0,1 0 1 0 0,0 1-1 0 0,6-6 1 0 0,1 1-61 0 0,0 0 0 0 0,1 1 0 0 0,0 0 0 0 0,0 0 0 0 0,1 2 0 0 0,0-1 0 0 0,22-6 0 0 0,-30 11 52 0 0,0 1 1 0 0,-1 0-1 0 0,1 0 1 0 0,0 1-1 0 0,0 0 0 0 0,-1 0 1 0 0,1 0-1 0 0,0 0 1 0 0,0 1-1 0 0,-1-1 0 0 0,6 2 1 0 0,-5 0 52 0 0,-3-2-43 0 0,-1 0 0 0 0,0 1 1 0 0,0-1-1 0 0,0 1 0 0 0,1-1 0 0 0,-1 1 1 0 0,0-1-1 0 0,0 1 0 0 0,0 0 0 0 0,0 0 0 0 0,0-1 1 0 0,0 1-1 0 0,0 0 0 0 0,-1 0 0 0 0,1 0 0 0 0,0 0 1 0 0,0 0-1 0 0,-1 0 0 0 0,1 1 0 0 0,0 1 1 0 0,8 15 29 0 0,-7-13-7 0 0,-2 0-54 0 0,-1 7-35 0 0,-1 0 0 0 0,0 1 0 0 0,-1-1 0 0 0,0 0 0 0 0,-1-1 0 0 0,-6 14 0 0 0,8-22-348 0 0,1 1-283 0 0,-3 12-459 0 0,3-12-434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4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 4268 0 0,'0'0'3419'0'0,"1"-3"-2705"0"0,-1 2-635 0 0,1 0 1 0 0,-1 1-1 0 0,0-1 1 0 0,0 1-1 0 0,0-1 1 0 0,1 0-1 0 0,-1 1 1 0 0,0-1-1 0 0,0 1 1 0 0,1-1-1 0 0,-1 1 0 0 0,1-1 1 0 0,-1 1-1 0 0,0-1 1 0 0,1 1-1 0 0,-1 0 1 0 0,1-1-1 0 0,-1 1 1 0 0,1-1-1 0 0,-1 1 1 0 0,1 0-1 0 0,0 0 1 0 0,-1-1-1 0 0,1 1 1 0 0,0 0-1 0 0,11 10 629 0 0,-9-6-508 0 0,-2 1-138 0 0,5 15-17 0 0,-5-15-3 0 0,5 17 44 0 0,-5-18-166 0 0,0 1-125 0 0,11 38-3320 0 0,-10-38 2145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5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32 3384 0 0,'-1'-3'316'0'0,"0"1"0"0"0,0-1 1 0 0,-1 1-1 0 0,0 0 0 0 0,1 0 0 0 0,-1-1 0 0 0,0 1 0 0 0,0 0 0 0 0,0 1 0 0 0,0-1 0 0 0,0 0 0 0 0,0 0 0 0 0,-1 1 0 0 0,-2-2 0 0 0,3 4-275 0 0,1-1 0 0 0,-1 1 0 0 0,1 0 0 0 0,-1-1-1 0 0,1 1 1 0 0,0 0 0 0 0,-1 0 0 0 0,1 0 0 0 0,0 0 0 0 0,-1 0-1 0 0,1 0 1 0 0,0 0 0 0 0,0 1 0 0 0,0-1 0 0 0,0 0-1 0 0,0 1 1 0 0,0-1 0 0 0,1 1 0 0 0,-2 2 0 0 0,-11 25 381 0 0,12-25-148 0 0,6 3-187 0 0,-5-6-61 0 0,0-1 0 0 0,0 1 0 0 0,0-1 0 0 0,1 0 0 0 0,-1 1 0 0 0,0-1 0 0 0,0 1 0 0 0,0-1 0 0 0,0 0 0 0 0,0 1 0 0 0,1-1 0 0 0,-1 1 0 0 0,0-1 0 0 0,0 0 0 0 0,1 1 0 0 0,-1-1 0 0 0,0 0 0 0 0,0 0 0 0 0,1 1 0 0 0,-1-1 0 0 0,0 0 0 0 0,1 0 0 0 0,-1 1 0 0 0,0-1 0 0 0,1 0 0 0 0,-1 0 0 0 0,1 0 0 0 0,-1 1 0 0 0,0-1 0 0 0,1 0 0 0 0,-1 0 0 0 0,1 0 1 0 0,-1 0-1 0 0,0 0 0 0 0,1 0 0 0 0,-1 0 0 0 0,1 0 0 0 0,0 0 0 0 0,17-2 225 0 0,-14 1 1132 0 0,-3 1-1382 0 0,-1-1-1 0 0,1 1 0 0 0,0-1 0 0 0,-1 1 0 0 0,1-1 0 0 0,-1 0 1 0 0,1 1-1 0 0,-1-1 0 0 0,1 0 0 0 0,-1 1 0 0 0,1-1 0 0 0,-1 0 1 0 0,0 0-1 0 0,0 1 0 0 0,1-1 0 0 0,-1 0 0 0 0,0 0 0 0 0,0 0 1 0 0,0 1-1 0 0,0-1 0 0 0,1 0 0 0 0,-1 0 0 0 0,-1 0 0 0 0,1 1 1 0 0,0-1-1 0 0,0 0 0 0 0,0 0 0 0 0,0 0 0 0 0,0 1 0 0 0,-1-1 1 0 0,1 0-1 0 0,0 0 0 0 0,-1 1 0 0 0,1-1 0 0 0,-1 0 0 0 0,1 0 1 0 0,-1 1-1 0 0,1-1 0 0 0,-1 1 0 0 0,1-1 0 0 0,-1 0 0 0 0,1 1 1 0 0,-1-1-1 0 0,0 1 0 0 0,1-1 0 0 0,-1 1 0 0 0,-1-1 0 0 0,-20 11-8278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6.1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14 2264 0 0,'0'0'6781'0'0,"-1"6"-6325"0"0,-3 45 1047 0 0,4-46-1167 0 0,-1 1-214 0 0,1 16 199 0 0,4 35 0 0 0,-2-54 231 0 0,3-3-488 0 0,22-3 59 0 0,-23 0-53 0 0,14-16 400 0 0,28-34 0 0 0,-44 49-233 0 0,1 1 11 0 0,7-9-31 0 0,-8 8 271 0 0,1 1-391 0 0,-3 3-80 0 0,0-1 1 0 0,0 1-1 0 0,0-1 0 0 0,1 1 1 0 0,-1-1-1 0 0,0 1 0 0 0,1-1 1 0 0,-1 1-1 0 0,0-1 0 0 0,1 1 1 0 0,-1 0-1 0 0,0-1 0 0 0,1 1 1 0 0,-1-1-1 0 0,1 1 0 0 0,-1 0 0 0 0,1-1 1 0 0,-1 1-1 0 0,1 0 0 0 0,-1 0 1 0 0,1 0-1 0 0,-1-1 0 0 0,1 1 1 0 0,-1 0-1 0 0,1 0 0 0 0,0 0 1 0 0,3 14 127 0 0,-3-11-260 0 0,-1 1 0 0 0,1-1 1 0 0,-1 0-1 0 0,1 0 0 0 0,0 1 1 0 0,0-1-1 0 0,1 0 0 0 0,-1 0 0 0 0,1 0 1 0 0,-1 0-1 0 0,1 0 0 0 0,0 0 0 0 0,0-1 1 0 0,0 1-1 0 0,0-1 0 0 0,4 3 1 0 0,2 2-423 0 0,0-1 0 0 0,1-1 1 0 0,0 0-1 0 0,0 0 1 0 0,1 0-1 0 0,0-1 0 0 0,-1-1 1 0 0,1 0-1 0 0,0 0 1 0 0,1-1-1 0 0,-1 0 1 0 0,0-1-1 0 0,1 0 0 0 0,-1 0 1 0 0,11-2-1 0 0,38-8-814 0 0,-49 6 1472 0 0,0 0 0 0 0,-1 0 0 0 0,1-1 0 0 0,-1 0 0 0 0,10-7 0 0 0,-12 8-6 0 0,-2 0 172 0 0,0 0 0 0 0,0 0 0 0 0,0-1 0 0 0,-1 1 0 0 0,1-1 0 0 0,-1 0 0 0 0,6-7 0 0 0,-6 7-73 0 0,-1 0 420 0 0,-3 3-558 0 0,1-1 0 0 0,-1 1 0 0 0,1 0-1 0 0,-1-1 1 0 0,1 1 0 0 0,0 0 0 0 0,0-1 0 0 0,-1 1 0 0 0,1 0 0 0 0,0 0 0 0 0,0 0 0 0 0,2-2 0 0 0,-1 1 66 0 0,0-2 340 0 0,-1 0-70 0 0,-1 2-296 0 0,1-1-1 0 0,-1 0 1 0 0,0 0-1 0 0,0 0 1 0 0,-1 0-1 0 0,1 0 0 0 0,0 0 1 0 0,-1 0-1 0 0,0 1 1 0 0,0-1-1 0 0,-2-5 1 0 0,1 4 64 0 0,2 4-173 0 0,0 0 0 0 0,-1 0 0 0 0,1 0 0 0 0,0 0 0 0 0,-1 0 0 0 0,1 0 0 0 0,-1 0 0 0 0,1 0 0 0 0,0 0 0 0 0,-1 0 1 0 0,1 0-1 0 0,0-1 0 0 0,-1 1 0 0 0,1 0 0 0 0,0 0 0 0 0,-1 0 0 0 0,1 0 0 0 0,0-1 0 0 0,0 1 0 0 0,-1 0 0 0 0,1 0 0 0 0,0-1 0 0 0,0 1 1 0 0,-1 0-1 0 0,1-1 0 0 0,0 1 0 0 0,0 0 0 0 0,0 0 0 0 0,0-1 0 0 0,-1 0 0 0 0,1 1 4 0 0,0-1 0 0 0,-1 1-1 0 0,1-1 1 0 0,0 1 0 0 0,-1-1 0 0 0,1 1 0 0 0,-1-1-1 0 0,1 1 1 0 0,-1-1 0 0 0,1 1 0 0 0,-1-1-1 0 0,1 1 1 0 0,-1 0 0 0 0,1-1 0 0 0,-1 1 0 0 0,0 0-1 0 0,1-1 1 0 0,-1 1 0 0 0,1 0 0 0 0,-1 0 0 0 0,0 0-1 0 0,1 0 1 0 0,-1-1 0 0 0,0 1 0 0 0,1 0-1 0 0,-1 0 1 0 0,0 0 0 0 0,0 1 0 0 0,-3-2-1 0 0,0 1 0 0 0,0 0 0 0 0,0-1 0 0 0,0 2 0 0 0,0-1 0 0 0,1 0-1 0 0,-1 1 1 0 0,0 0 0 0 0,0 0 0 0 0,0 0 0 0 0,1 0 0 0 0,-1 1 0 0 0,1-1 0 0 0,-1 1 0 0 0,1 0 0 0 0,-1 0 0 0 0,1 0 0 0 0,0 1 0 0 0,0-1 0 0 0,0 1 0 0 0,0 0 0 0 0,1 0 0 0 0,-1 0 0 0 0,1 0 0 0 0,-1 0 0 0 0,1 0 0 0 0,0 0 0 0 0,1 1 0 0 0,-1-1 0 0 0,0 1 0 0 0,1 0 0 0 0,0-1-1 0 0,-1 5 1 0 0,-3 8-79 0 0,4-12 82 0 0,1 2 51 0 0,-1 17-18 0 0,1-17-2 0 0,0-1-16 0 0,2 17-43 0 0,-1-16-91 0 0,1-2 117 0 0,6 13 20 0 0,-6-13-10 0 0,-1-3-23 0 0,1-1 0 0 0,-1 1 0 0 0,0 0 0 0 0,1-1 0 0 0,-1 1 0 0 0,0 0-1 0 0,0 0 1 0 0,0 0 0 0 0,0 0 0 0 0,0 0 0 0 0,2 3 0 0 0,-2-4-4 0 0,2 3-57 0 0,3-3 82 0 0,-1-1 8 0 0,0 1-1 0 0,0-1 0 0 0,0 0 1 0 0,0 0-1 0 0,0 0 0 0 0,0 0 1 0 0,0-1-1 0 0,-1 0 1 0 0,1 0-1 0 0,0-1 0 0 0,-1 1 1 0 0,1-1-1 0 0,-1 0 1 0 0,0 0-1 0 0,0 0 0 0 0,0 0 1 0 0,-1-1-1 0 0,6-6 1 0 0,18-24 828 0 0,-25 30-610 0 0,1 0-18 0 0,7-13 7 0 0,-8 13 229 0 0,0 0-301 0 0,3-13-22 0 0,-3 13 404 0 0,-2 9-487 0 0,2 52-6 0 0,2 1-1 0 0,20 94 1 0 0,44 115-32 0 0,-37-154-46 0 0,30 195 1 0 0,-60-284 29 0 0,0 1-1 0 0,-2-1 1 0 0,-5 34-1 0 0,0-46-8 0 0,-9 7 1 0 0,5-12 3 0 0,-15 3 21 0 0,10-9 16 0 0,-1-4-7 0 0,0-1 1 0 0,0 0-1 0 0,0-1 0 0 0,0-1 1 0 0,1 0-1 0 0,0-1 0 0 0,1-1 1 0 0,-1-1-1 0 0,1 0 1 0 0,1 0-1 0 0,0-1 0 0 0,0-1 1 0 0,1 0-1 0 0,0-1 0 0 0,1-1 1 0 0,0 1-1 0 0,-15-26 1 0 0,18 26-45 0 0,1-1 0 0 0,0 1 1 0 0,1-1-1 0 0,1 0 1 0 0,0-1-1 0 0,0 1 0 0 0,1-1 1 0 0,1 0-1 0 0,1 0 1 0 0,0-1-1 0 0,0 1 1 0 0,2 0-1 0 0,0 0 0 0 0,0-1 1 0 0,1 1-1 0 0,1 0 1 0 0,0 0-1 0 0,2 0 1 0 0,-1 0-1 0 0,1 0 0 0 0,10-21 1 0 0,-2 13-318 0 0,0 1 0 0 0,1 0 0 0 0,1 1 0 0 0,2 0 1 0 0,-1 1-1 0 0,2 1 0 0 0,37-31 0 0 0,-29 29-1061 0 0,1 2 0 0 0,1 1 0 0 0,0 1 0 0 0,2 1 0 0 0,51-19 0 0 0,-37 18-3608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8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29 3564 0 0,'0'0'2767'0'0,"0"-5"-1724"0"0,1-18 4637 0 0,-2 23-5648 0 0,0 1 0 0 0,0 0 0 0 0,0 0 0 0 0,0 0 0 0 0,0 0 0 0 0,0 0 0 0 0,0 0 0 0 0,1 0 0 0 0,-1 0 0 0 0,0 0 0 0 0,0 0 0 0 0,1 0 0 0 0,-1 0 0 0 0,1 1 0 0 0,-1-1 0 0 0,1 0 0 0 0,0 1 1 0 0,-1-1-1 0 0,1 0 0 0 0,0 3 0 0 0,-5 18 188 0 0,-17 127 1191 0 0,21-145-1360 0 0,0 1-27 0 0,-6 42-406 0 0,7-42-253 0 0,12-24-13741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8.8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 2972 0 0,'0'0'7334'0'0,"0"4"-7072"0"0,-1 14-23 0 0,0-13-43 0 0,2 0-14 0 0,-1-1-159 0 0,1 1 58 0 0,-1 1 1 0 0,1-1-1 0 0,0 1 1 0 0,0-1-1 0 0,0 1 1 0 0,1-1-1 0 0,0 0 1 0 0,0 0-1 0 0,1 0 1 0 0,-1 0-1 0 0,1 0 1 0 0,0 0-1 0 0,0-1 1 0 0,1 1-1 0 0,5 5 1 0 0,24 17-8 0 0,-29-24 35 0 0,16 8 294 0 0,-17-9-332 0 0,23 22 286 0 0,-24-21-316 0 0,-15 12 106 0 0,-96 132 714 0 0,91-120-817 0 0,1 1-1 0 0,2 1 1 0 0,-15 37-1 0 0,22-36-497 0 0,7-25-132 0 0,3 0-300 0 0,7 14-379 0 0,-8-19 1080 0 0,-1 1 0 0 0,1 0 0 0 0,-1 0 0 0 0,0-1 0 0 0,1 1-1 0 0,0 0 1 0 0,-1-1 0 0 0,1 1 0 0 0,-1 0 0 0 0,1-1 0 0 0,0 1 0 0 0,-1-1-1 0 0,1 1 1 0 0,0-1 0 0 0,0 1 0 0 0,-1-1 0 0 0,1 0 0 0 0,0 1-1 0 0,0-1 1 0 0,0 0 0 0 0,0 1 0 0 0,0-1 0 0 0,-1 0 0 0 0,2 0 0 0 0,-1 0-682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09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716 102 2944 0 0,'0'-30'1283'0'0,"0"29"-1214"0"0,0-1-1 0 0,0 1 1 0 0,0 0 0 0 0,0 0-1 0 0,-1 0 1 0 0,1 0 0 0 0,0 0-1 0 0,0 0 1 0 0,-1 0 0 0 0,1 1-1 0 0,0-1 1 0 0,-1 0 0 0 0,1 0-1 0 0,-1 0 1 0 0,1 0 0 0 0,-1 0-1 0 0,0 0 1 0 0,1 1 0 0 0,-1-1-1 0 0,0 0 1 0 0,0 1 0 0 0,1-1-1 0 0,-2-1 1 0 0,0 1 146 0 0,-1-2-26 0 0,-1-1 1 0 0,0 1-1 0 0,1-1 1 0 0,-1 1-1 0 0,0 1 1 0 0,-1-1-1 0 0,1 0 1 0 0,-1 1-1 0 0,1 0 1 0 0,-8-3-1 0 0,8 4-177 0 0,-2-2 105 0 0,-1 1 1 0 0,0 0-1 0 0,1 0 0 0 0,-1 1 1 0 0,0 0-1 0 0,0 0 0 0 0,0 1 1 0 0,-13 0-1 0 0,13 0-68 0 0,-5 0 60 0 0,0 1 1 0 0,0 0-1 0 0,-1 0 0 0 0,1 2 1 0 0,0-1-1 0 0,0 1 0 0 0,1 1 1 0 0,-1 0-1 0 0,-17 10 1 0 0,12-5 5 0 0,2 0 1 0 0,0 1 0 0 0,0 1 0 0 0,0 1-1 0 0,-17 18 1 0 0,28-26-88 0 0,0 0 0 0 0,0 0 1 0 0,0 0-1 0 0,0 1 0 0 0,1 0 0 0 0,-1 0 0 0 0,1 0 0 0 0,0 0 0 0 0,1 0 1 0 0,-1 1-1 0 0,1-1 0 0 0,1 1 0 0 0,-1 0 0 0 0,1-1 0 0 0,-1 1 1 0 0,2 0-1 0 0,-1 0 0 0 0,1 0 0 0 0,0 0 0 0 0,1 11 0 0 0,-1-15-20 0 0,0 0-1 0 0,1 0 0 0 0,-1 0 0 0 0,1 1 1 0 0,0-1-1 0 0,0 0 0 0 0,0 0 0 0 0,0 0 0 0 0,0 0 1 0 0,0 0-1 0 0,0-1 0 0 0,1 1 0 0 0,-1 0 1 0 0,3 2-1 0 0,2 2 8 0 0,7 10 10 0 0,2 0 0 0 0,0-1 0 0 0,0-1 0 0 0,2 0 1 0 0,-1-1-1 0 0,2-1 0 0 0,34 19 0 0 0,-12-7-7 0 0,105 70-63 0 0,-142-91 48 0 0,1 0 0 0 0,0 0 0 0 0,-1 0 0 0 0,0 1 0 0 0,0 0 0 0 0,0-1 1 0 0,3 6-1 0 0,-2-3-2 0 0,-2-3-51 0 0,-1 2-128 0 0,-1-1 182 0 0,0 1-1 0 0,0-1 0 0 0,0 0 1 0 0,-1 0-1 0 0,1 0 0 0 0,-1 0 0 0 0,0 0 1 0 0,0 0-1 0 0,-1 0 0 0 0,1 0 1 0 0,-1-1-1 0 0,1 1 0 0 0,-1 0 1 0 0,-4 4-1 0 0,1-1-11 0 0,-1 1 0 0 0,-1-1 1 0 0,1-1-1 0 0,-1 1 0 0 0,0-1 0 0 0,-8 6 0 0 0,-8 2 80 0 0,0 0 0 0 0,0-2 0 0 0,-45 17-1 0 0,39-18 87 0 0,0-2 0 0 0,0-2 0 0 0,0 0 0 0 0,-42 3-1 0 0,55-9-94 0 0,1-1 0 0 0,-1 0 0 0 0,0 0 0 0 0,0-2 0 0 0,0 0 0 0 0,0-1 0 0 0,1 0 0 0 0,0-1 0 0 0,-1-1 0 0 0,-14-7 0 0 0,24 9-139 0 0,-1-1 0 0 0,1 0 0 0 0,0 0 1 0 0,0 0-1 0 0,0-1 0 0 0,1 1 0 0 0,0-1 0 0 0,0-1 0 0 0,0 1 1 0 0,0-1-1 0 0,1 0 0 0 0,0 0 0 0 0,0 0 0 0 0,1 0 0 0 0,-1-1 1 0 0,1 0-1 0 0,1 1 0 0 0,-1-1 0 0 0,1 0 0 0 0,-2-15 0 0 0,3 15-410 0 0,1 1 0 0 0,0-1-1 0 0,0 0 1 0 0,1 0 0 0 0,0 0-1 0 0,0 0 1 0 0,0 0 0 0 0,1 0-1 0 0,0 1 1 0 0,0-1 0 0 0,1 1-1 0 0,0-1 1 0 0,0 1 0 0 0,6-8-1 0 0,7-8-4115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0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94 2340 0 0,'0'0'1098'0'0,"-3"-4"9"0"0,0-2-1004 0 0,-12-13 4339 0 0,8 21-2515 0 0,2 11-2292 0 0,4-9 516 0 0,2 2-111 0 0,1 19 7 0 0,-2-19 13 0 0,2-1-27 0 0,2 15-23 0 0,-3-15-20 0 0,0-1 43 0 0,2 14 0 0 0,-2-14 6 0 0,1 0-17 0 0,16 28 132 0 0,-16-30-42 0 0,3-2-61 0 0,13-4 0 0 0,-14 4 24 0 0,0-2-44 0 0,0 0-1 0 0,-1 0 1 0 0,1 0 0 0 0,-1 0-1 0 0,1-1 1 0 0,-1 1-1 0 0,0-1 1 0 0,5-5 0 0 0,-6 6 16 0 0,25-32 550 0 0,-27 32-585 0 0,2-1 75 0 0,0-1-40 0 0,5-13 30 0 0,-6 13 114 0 0,4-15 126 0 0,-6 21-317 0 0,-1 0 0 0 0,1 1 0 0 0,0-1-1 0 0,1 1 1 0 0,-1-1 0 0 0,0 1 0 0 0,1 0 0 0 0,-1-1 0 0 0,1 1 0 0 0,0-1 0 0 0,0 1-1 0 0,0 0 1 0 0,0-1 0 0 0,0 1 0 0 0,1 2 0 0 0,0 1 31 0 0,1-1-10 0 0,2 1-51 0 0,-1 0 0 0 0,1 0 1 0 0,0 0-1 0 0,0 0 0 0 0,1-1 0 0 0,0 0 0 0 0,0 0 1 0 0,0 0-1 0 0,1-1 0 0 0,-1 1 0 0 0,8 3 1 0 0,-9-6-150 0 0,11 2-70 0 0,-14-3 233 0 0,0 0 0 0 0,0-1 0 0 0,0 1 0 0 0,0-1 0 0 0,1 1 0 0 0,-1-1 0 0 0,0 0 0 0 0,0 0 0 0 0,1 1 0 0 0,-1-1 0 0 0,0 0 0 0 0,0 0 0 0 0,0 0 0 0 0,1 0 0 0 0,-1 0-1 0 0,0-1 1 0 0,0 1 0 0 0,2-1 0 0 0,3 1 0 0 0,0-1-1 0 0,-1 0 1 0 0,1 0 0 0 0,-1 0-1 0 0,1-1 1 0 0,-1 0-1 0 0,0 0 1 0 0,1-1-1 0 0,-1 1 1 0 0,0-1-1 0 0,-1 0 1 0 0,1 0-1 0 0,0-1 1 0 0,-1 1-1 0 0,0-1 1 0 0,0 0-1 0 0,7-9 1 0 0,-4 3 116 0 0,0-1 0 0 0,-1-1 0 0 0,0 0 0 0 0,0 0 0 0 0,5-19 0 0 0,-10 27 139 0 0,0-1-118 0 0,4-16-62 0 0,-4 15-13 0 0,-1 2-4 0 0,3-13 11 0 0,-3 13 281 0 0,0-1-302 0 0,2-14-7 0 0,-2 15 834 0 0,0 9-671 0 0,10 179 943 0 0,-6-117-921 0 0,17 226-110 0 0,-21-288-268 0 0,0-5 158 0 0,0 1 0 0 0,-1 0 1 0 0,1-1-1 0 0,0 1 0 0 0,0 0 0 0 0,0-1 1 0 0,0 1-1 0 0,0-1 0 0 0,0 1 0 0 0,0 0 1 0 0,0-1-1 0 0,0 1 0 0 0,0 0 0 0 0,0-1 1 0 0,0 1-1 0 0,0 0 0 0 0,1-1 0 0 0,-1 1 1 0 0,0-1-1 0 0,0 1 0 0 0,1 0 0 0 0,-1-1 1 0 0,0 1-1 0 0,1-1 0 0 0,0 1 0 0 0,-1 0-69 0 0,1-1 0 0 0,-1 1 0 0 0,0-1-1 0 0,1 1 1 0 0,-1 0 0 0 0,0-1 0 0 0,1 1-1 0 0,-1-1 1 0 0,0 1 0 0 0,0 0 0 0 0,0-1-1 0 0,0 1 1 0 0,1 0 0 0 0,-1-1-1 0 0,0 1 1 0 0,0 0 0 0 0,0-1 0 0 0,0 1-1 0 0,0-1 1 0 0,-1 1 0 0 0,1 0 0 0 0,0-1-1 0 0,0 1 1 0 0,0 0 0 0 0,-1 0 0 0 0,12 12-1062 0 0,-5-11-1779 0 0,-4-4 2515 0 0,0 0 1 0 0,0 0-1 0 0,0 0 1 0 0,0-1-1 0 0,0 1 1 0 0,0-1 0 0 0,-1 1-1 0 0,1-1 1 0 0,-1 1-1 0 0,0-1 1 0 0,1 0 0 0 0,-1 0-1 0 0,1-4 1 0 0,6-20-3258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1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51 2564 0 0,'0'0'1648'0'0,"-1"-5"-949"0"0,0-20 993 0 0,1 25-1682 0 0,0-1 1 0 0,0 1 0 0 0,0 0-1 0 0,1-1 1 0 0,-1 1 0 0 0,0-1 0 0 0,0 1-1 0 0,1 0 1 0 0,-1-1 0 0 0,0 1-1 0 0,0 0 1 0 0,1-1 0 0 0,-1 1-1 0 0,0 0 1 0 0,1-1 0 0 0,-1 1 0 0 0,0 0-1 0 0,1 0 1 0 0,-1 0 0 0 0,1-1-1 0 0,-1 1 1 0 0,0 0 0 0 0,1 0-1 0 0,-1 0 1 0 0,1 0 0 0 0,0-1 0 0 0,-1 1 2 0 0,1 0 0 0 0,-1 0 0 0 0,1 0 0 0 0,-1 0 0 0 0,1 0-1 0 0,-1 0 1 0 0,1-1 0 0 0,-1 1 0 0 0,0 0 0 0 0,1 0 0 0 0,-1-1 0 0 0,1 1 0 0 0,-1 0 0 0 0,0-1 0 0 0,1 1 0 0 0,-1 0 0 0 0,0-1 0 0 0,1 1 0 0 0,-1 0 0 0 0,0-1 0 0 0,0 1 0 0 0,1-1 0 0 0,-1 1 0 0 0,0 0 0 0 0,0-1 0 0 0,6 0 58 0 0,15-2-30 0 0,-16 2-26 0 0,1 1-34 0 0,-3 1 26 0 0,45 7-12 0 0,-45-7 24 0 0,1 0 0 0 0,-1 0 0 0 0,0 0 1 0 0,1 1-1 0 0,-1-1 0 0 0,0 1 0 0 0,0 0 0 0 0,0 0 1 0 0,0 0-1 0 0,0 0 0 0 0,0 1 0 0 0,-1-1 0 0 0,1 1 1 0 0,2 4-1 0 0,-3-3 29 0 0,1 1-1 0 0,-1-1 1 0 0,-1 1 0 0 0,1 0 0 0 0,-1-1 0 0 0,0 1-1 0 0,0 0 1 0 0,0 0 0 0 0,-1 0 0 0 0,1 0 0 0 0,-1 0 0 0 0,0 0-1 0 0,-1 0 1 0 0,-1 8 0 0 0,-1-4 47 0 0,0-1-1 0 0,0 0 1 0 0,-1 1-1 0 0,0-2 1 0 0,0 1-1 0 0,-1 0 1 0 0,0-1-1 0 0,-1 0 1 0 0,1 0-1 0 0,-11 9 1 0 0,10-9-43 0 0,-28 21 43 0 0,25-22-68 0 0,6-3-24 0 0,-13 3-776 0 0,13-4 578 0 0,-1-1-705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1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1 139 2272 0 0,'0'0'2870'0'0,"2"3"-2344"0"0,7 8-123 0 0,-7-8 178 0 0,2-2-357 0 0,47-2 81 0 0,-45 0-271 0 0,-1-2 71 0 0,0 1-44 0 0,1 0 6 0 0,1-1-1 0 0,0 0 1 0 0,-1-1 0 0 0,0 0 0 0 0,0 0-1 0 0,0 0 1 0 0,0-1 0 0 0,0 1-1 0 0,-1-1 1 0 0,0-1 0 0 0,8-10-1 0 0,-9 9 127 0 0,-1 0 0 0 0,0 0 0 0 0,-1 0-1 0 0,0 0 1 0 0,0 0 0 0 0,0 0 0 0 0,0-14 0 0 0,-2 15 305 0 0,-8 0-230 0 0,7 5-252 0 0,1 1 1 0 0,0-1-1 0 0,0 1 1 0 0,-1-1 0 0 0,1 1-1 0 0,0 0 1 0 0,-1-1-1 0 0,1 1 1 0 0,0 0 0 0 0,-1-1-1 0 0,1 1 1 0 0,0 0-1 0 0,-1-1 1 0 0,1 1 0 0 0,-1 0-1 0 0,1 0 1 0 0,-1-1-1 0 0,1 1 1 0 0,-1 0 0 0 0,1 0-1 0 0,-1 0 1 0 0,1 0-1 0 0,-1 0 1 0 0,1 0-1 0 0,-1 0 1 0 0,1 0 0 0 0,-1 0-1 0 0,1 0 1 0 0,-1 0-1 0 0,1 0 1 0 0,-1 0 0 0 0,1 0-1 0 0,-1 0 1 0 0,1 0-1 0 0,-2 1 1 0 0,-2 0 26 0 0,0 1 0 0 0,0 0 0 0 0,0 0 0 0 0,0 0 0 0 0,0 1 0 0 0,0-1-1 0 0,1 1 1 0 0,-1 0 0 0 0,1 0 0 0 0,-1 0 0 0 0,1 1 0 0 0,0-1 0 0 0,0 1 0 0 0,1-1 0 0 0,-1 1 0 0 0,1 0 0 0 0,0 0 0 0 0,0 0-1 0 0,0 1 1 0 0,1-1 0 0 0,-1 0 0 0 0,1 1 0 0 0,0-1 0 0 0,0 1 0 0 0,1-1 0 0 0,-1 6 0 0 0,0-4-32 0 0,1 0 1 0 0,0-1 0 0 0,0 1 0 0 0,1-1-1 0 0,-1 1 1 0 0,1 0 0 0 0,0-1-1 0 0,1 1 1 0 0,-1-1 0 0 0,1 0-1 0 0,0 0 1 0 0,1 1 0 0 0,-1-1-1 0 0,1-1 1 0 0,0 1 0 0 0,0 0 0 0 0,1-1-1 0 0,-1 1 1 0 0,1-1 0 0 0,0 0-1 0 0,0 0 1 0 0,0-1 0 0 0,1 1-1 0 0,-1-1 1 0 0,8 4 0 0 0,-7-4-194 0 0,0-1-1 0 0,0 0 1 0 0,0 0 0 0 0,1 0-1 0 0,-1-1 1 0 0,9 1 0 0 0,-6-1-875 0 0,1 0 0 0 0,-1-1 0 0 0,1 0 0 0 0,-1-1 0 0 0,11-1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1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50 3420 0 0,'0'0'2123'0'0,"3"-2"-1311"0"0,7-9-148 0 0,-8 9 368 0 0,24-5-319 0 0,-21 6-495 0 0,0 1-152 0 0,1 0-6 0 0,1 1 0 0 0,-1 0 0 0 0,0 0 0 0 0,1 0 0 0 0,-1 1-1 0 0,0 0 1 0 0,0 0 0 0 0,8 4 0 0 0,-10-3-34 0 0,-1-1 0 0 0,0 0-1 0 0,1 0 1 0 0,-1 1 0 0 0,-1 0 0 0 0,1-1 0 0 0,0 1 0 0 0,-1 0-1 0 0,1 1 1 0 0,-1-1 0 0 0,0 0 0 0 0,0 1 0 0 0,0-1-1 0 0,0 1 1 0 0,-1-1 0 0 0,0 1 0 0 0,2 4 0 0 0,4 42 319 0 0,-7-44-189 0 0,-1-1 49 0 0,-15 44 1200 0 0,14-45-932 0 0,1-2-263 0 0,0 0-1 0 0,-1 1 0 0 0,1-1 0 0 0,-1 0 0 0 0,0-1 0 0 0,1 1 0 0 0,-1 0 0 0 0,0 0 0 0 0,0-1 0 0 0,0 1 0 0 0,0-1 1 0 0,-1 0-1 0 0,1 0 0 0 0,-3 2 0 0 0,2-1 714 0 0,-1-4-691 0 0,3 1-208 0 0,-1 0 0 0 0,1 0 0 0 0,0 0 0 0 0,-1 0 1 0 0,1 0-1 0 0,0 0 0 0 0,0-1 0 0 0,-1 1 0 0 0,1 0 0 0 0,0-1 0 0 0,0 1 0 0 0,1 0 0 0 0,-1-1 0 0 0,0 0 0 0 0,0 1 0 0 0,1-1 0 0 0,-1 1 0 0 0,1-1 1 0 0,-1 0-1 0 0,1 1 0 0 0,0-1 0 0 0,-1 0 0 0 0,1 1 0 0 0,0-1 0 0 0,0 0 0 0 0,1-2 0 0 0,0-1 1 0 0,0 0 1 0 0,0 0-1 0 0,0 0 1 0 0,1 0-1 0 0,0 0 1 0 0,0 0-1 0 0,1 0 1 0 0,4-8-1 0 0,30-38-118 0 0,-23 34-1259 0 0,2 1-1 0 0,-1 0 0 0 0,30-21 1 0 0,-42 34-338 0 0,13-5-2660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2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3732 0 0,'0'0'8102'0'0,"1"4"-7970"0"0,37 125-467 0 0,-37-125-327 0 0,2 0-359 0 0,-1 1 476 0 0,2 4 92 0 0,5 1-4075 0 0,5 3 146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2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183 17 2860 0 0,'0'0'3660'0'0,"-1"-3"-2799"0"0,1 2-810 0 0,0 0 1 0 0,-1 1-1 0 0,1-1 1 0 0,0 0 0 0 0,0 1-1 0 0,-1-1 1 0 0,1 1-1 0 0,0-1 1 0 0,-1 0-1 0 0,1 1 1 0 0,0-1 0 0 0,-1 1-1 0 0,1-1 1 0 0,-1 1-1 0 0,1-1 1 0 0,-1 1-1 0 0,1 0 1 0 0,-1-1 0 0 0,1 1-1 0 0,-1-1 1 0 0,0 1-1 0 0,1 0 1 0 0,-1 0-1 0 0,1-1 1 0 0,-1 1 0 0 0,0 0-1 0 0,1 0 1 0 0,-1 0-1 0 0,0 0 1 0 0,1 0-1 0 0,-1 0 1 0 0,0 0 0 0 0,1 0-1 0 0,-1 0 1 0 0,0 0-1 0 0,1 0 1 0 0,-1 0 0 0 0,0 0-1 0 0,1 0 1 0 0,-1 1-1 0 0,1-1 1 0 0,-1 0-1 0 0,0 0 1 0 0,1 1 0 0 0,-1-1-1 0 0,1 0 1 0 0,-1 1-1 0 0,-3 1 390 0 0,0 2-112 0 0,-34 36 316 0 0,19-13-889 0 0,1 0 0 0 0,1 1 0 0 0,2 1-1 0 0,-22 56 1 0 0,35-80-848 0 0,2-1-461 0 0,-3 14-1160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2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4276 0 0,'1'-1'326'0'0,"0"0"1"0"0,0 0-1 0 0,0 1 0 0 0,-1-1 0 0 0,1 0 0 0 0,0 0 0 0 0,0 0 0 0 0,0 1 0 0 0,0-1 0 0 0,0 1 0 0 0,1-1 0 0 0,-1 1 0 0 0,0-1 0 0 0,2 0 0 0 0,9 8 1684 0 0,-11-7-2228 0 0,1 3 567 0 0,-1 2-205 0 0,0 17-48 0 0,-1-16-24 0 0,1 0-21 0 0,1 18-15 0 0,-1-18-31 0 0,-1 0-95 0 0,4 16-122 0 0,-3-17-270 0 0,-1 0-1387 0 0,2-1 1371 0 0,1 8 14 0 0,-3-3-2853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2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3 2936 0 0,'0'0'1812'0'0,"-27"-3"-231"0"0,2 13-2169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3.1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128 0 2220 0 0,'0'0'4804'0'0,"-4"1"-4245"0"0,-7 2-335 0 0,1 0 0 0 0,1 0 0 0 0,-1 1 0 0 0,0 1 0 0 0,1 0 0 0 0,0 0 0 0 0,0 0 0 0 0,0 1 0 0 0,1 0 0 0 0,0 1 0 0 0,-10 10 0 0 0,16-14-137 0 0,1 2-51 0 0,0 14 117 0 0,1-14-68 0 0,1-5-77 0 0,-1 0 1 0 0,1 0-1 0 0,-1 0 0 0 0,1 1 0 0 0,-1-1 0 0 0,1 0 1 0 0,-1 1-1 0 0,1-1 0 0 0,-1 1 0 0 0,1-1 0 0 0,-1 0 1 0 0,1 1-1 0 0,-1-1 0 0 0,0 1 0 0 0,1-1 0 0 0,-1 1 0 0 0,0-1 1 0 0,0 1-1 0 0,1 0 0 0 0,-1-1 0 0 0,0 2 0 0 0,1-1 0 0 0,-1 0 0 0 0,1 0 0 0 0,-1 0-1 0 0,1 0 1 0 0,-1 0 0 0 0,1 0 0 0 0,0 0-1 0 0,-1 0 1 0 0,1 0 0 0 0,0 0 0 0 0,0 0-1 0 0,-1-1 1 0 0,1 1 0 0 0,0 0 0 0 0,2 1-1 0 0,43 29 201 0 0,40 29-13 0 0,-83-58-201 0 0,0 2-6 0 0,16 31 97 0 0,-18-31 23 0 0,-2 0-17 0 0,-23 27 57 0 0,21-28-111 0 0,-2-1-25 0 0,-29 12-20 0 0,27-13-9 0 0,2-1-6 0 0,0 0-129 0 0,-2 1-116 0 0,-20 0-131 0 0,21-1-165 0 0,0-1-299 0 0,-15-2-317 0 0,16 2-285 0 0,2-1-1053 0 0,-13-8-1787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3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1 562 2324 0 0,'22'-6'920'0'0,"-18"4"2847"0"0,0 4-3507 0 0,2-1-125 0 0,0 0-1 0 0,1 0 1 0 0,-1 0-1 0 0,0-1 1 0 0,1 0-1 0 0,-1 0 0 0 0,0-1 1 0 0,0 1-1 0 0,1-1 1 0 0,-1-1-1 0 0,10-2 1 0 0,7-4-34 0 0,32-15 0 0 0,-47 18-15 0 0,-1 1 0 0 0,1-1 0 0 0,-1 0 0 0 0,-1-1-1 0 0,1 0 1 0 0,-1 0 0 0 0,7-7 0 0 0,-11 10 11 0 0,-1-1-17 0 0,4-12-9 0 0,-4 12 91 0 0,-5-3 0 0 0,4 6-147 0 0,0 1 0 0 0,0-1 0 0 0,0 0 1 0 0,0 1-1 0 0,0-1 0 0 0,0 0 0 0 0,0 1 0 0 0,0-1 0 0 0,-1 0 0 0 0,1 1 0 0 0,0-1 0 0 0,0 1 0 0 0,-1-1 0 0 0,1 1 0 0 0,0-1 0 0 0,-1 1 1 0 0,1-1-1 0 0,-1 1 0 0 0,1-1 0 0 0,0 1 0 0 0,-1-1 0 0 0,1 1 0 0 0,-1-1 0 0 0,0 1 0 0 0,0-1 0 0 0,-14-4 151 0 0,12 4 9 0 0,-2 1-22 0 0,-2 1-112 0 0,0 1 0 0 0,1 0 0 0 0,-1 0 0 0 0,1 0 0 0 0,0 0 0 0 0,0 1 0 0 0,0 0 0 0 0,0 1 0 0 0,0-1 0 0 0,0 1 0 0 0,1 0 0 0 0,0 0 0 0 0,0 1 0 0 0,0 0 0 0 0,0-1 0 0 0,1 2 0 0 0,0-1 0 0 0,0 0 0 0 0,0 1 0 0 0,1 0 0 0 0,-5 9 0 0 0,-8 28 46 0 0,16-36-95 0 0,-1-6 4 0 0,1 1 0 0 0,-1-1-1 0 0,1 1 1 0 0,0-1 0 0 0,0 1 0 0 0,0-1 0 0 0,0 1-1 0 0,0-1 1 0 0,0 1 0 0 0,0-1 0 0 0,1 0-1 0 0,-1 1 1 0 0,0-1 0 0 0,1 1 0 0 0,-1-1-1 0 0,1 0 1 0 0,0 2 0 0 0,1 1 2 0 0,-1 1-30 0 0,1 0-1 0 0,0 0 1 0 0,0-1-1 0 0,0 1 0 0 0,0-1 1 0 0,1 1-1 0 0,0-1 1 0 0,-1 0-1 0 0,2 0 1 0 0,-1 0-1 0 0,0 0 1 0 0,1-1-1 0 0,0 1 1 0 0,0-1-1 0 0,0 0 1 0 0,0 0-1 0 0,0 0 1 0 0,0-1-1 0 0,1 0 1 0 0,6 3-1 0 0,2 0-280 0 0,1 0 1 0 0,0-1-1 0 0,0-1 0 0 0,0 0 0 0 0,22 1 1 0 0,1-3-48 0 0,-1-2 0 0 0,0-1 0 0 0,0-2 1 0 0,0-1-1 0 0,0-2 0 0 0,-1-2 1 0 0,0-1-1 0 0,-1-1 0 0 0,35-18 1 0 0,-57 24 620 0 0,0 0 0 0 0,-1-2 0 0 0,0 1 0 0 0,0-2 1 0 0,0 1-1 0 0,-1-1 0 0 0,0-1 0 0 0,-1 0 1 0 0,0 0-1 0 0,13-17 0 0 0,-20 22 133 0 0,0-18 323 0 0,-2 17-354 0 0,-2 1-7 0 0,0 1-274 0 0,0 0-1 0 0,1 0 1 0 0,-1 0-1 0 0,-1 1 1 0 0,1-1 0 0 0,0 0-1 0 0,0 1 1 0 0,-1 0-1 0 0,0-1 1 0 0,1 1-1 0 0,-1 0 1 0 0,0 0-1 0 0,0 1 1 0 0,0-1-1 0 0,0 1 1 0 0,0-1-1 0 0,0 1 1 0 0,-1 0-1 0 0,1 0 1 0 0,-5 0-1 0 0,4 0-42 0 0,1 1-8 0 0,-1-1 1 0 0,0 1-1 0 0,1 0 0 0 0,-1 0 1 0 0,0 0-1 0 0,0 0 0 0 0,1 1 1 0 0,-1 0-1 0 0,0-1 0 0 0,1 1 1 0 0,-1 1-1 0 0,1-1 0 0 0,-1 0 1 0 0,-3 3-1 0 0,-2 2 33 0 0,1 1 0 0 0,0 0 0 0 0,0 0 1 0 0,0 1-1 0 0,1 0 0 0 0,0 0 0 0 0,-10 18 0 0 0,-2 11-69 0 0,17-30 5 0 0,2 0 0 0 0,-5 19 2 0 0,5-22-5 0 0,1 1 25 0 0,3 16 33 0 0,-3-19-55 0 0,-1-1 0 0 0,0 0 1 0 0,0 0-1 0 0,1 0 0 0 0,-1 0 0 0 0,0 0 0 0 0,1 0 0 0 0,-1 0 0 0 0,1 1 1 0 0,-1-1-1 0 0,1-1 0 0 0,0 1 0 0 0,0 0 0 0 0,-1 0 0 0 0,1 0 0 0 0,0 0 0 0 0,0 0 1 0 0,0-1-1 0 0,1 2 0 0 0,1 0-2 0 0,-3-1-1 0 0,1 0-1 0 0,0-1 1 0 0,0 1-1 0 0,0 0 1 0 0,0 0-1 0 0,0-1 1 0 0,0 1 0 0 0,0-1-1 0 0,1 1 1 0 0,-1-1-1 0 0,0 1 1 0 0,0-1 0 0 0,0 0-1 0 0,0 1 1 0 0,1-1-1 0 0,-1 0 1 0 0,0 0 0 0 0,0 0-1 0 0,1 0 1 0 0,1 0-1 0 0,-2 0-9 0 0,2 0-10 0 0,0 0 1 0 0,1 0-1 0 0,-1 0 1 0 0,0 0-1 0 0,0-1 1 0 0,0 1-1 0 0,0-1 1 0 0,0 1 0 0 0,0-1-1 0 0,0 0 1 0 0,0 0-1 0 0,4-3 1 0 0,32-19-106 0 0,-34 20 117 0 0,11-10-21 0 0,1 0 0 0 0,-1-1-1 0 0,-1-1 1 0 0,-1-1 0 0 0,0 0 0 0 0,-1 0 0 0 0,0-2 0 0 0,-2 1 0 0 0,17-35 0 0 0,0-9 646 0 0,34-112 0 0 0,-58 160-310 0 0,0-1-1 0 0,-1 1 0 0 0,0-1 1 0 0,-1 0-1 0 0,-1 0 0 0 0,0 0 1 0 0,-1 0-1 0 0,-1-1 1 0 0,0 1-1 0 0,0 0 0 0 0,-5-17 1 0 0,4 26 9 0 0,0 2-174 0 0,-7-9-15 0 0,6 9 50 0 0,1 6-24 0 0,-2 3-63 0 0,1-1 1 0 0,-1 1 0 0 0,1 0 0 0 0,1 0-1 0 0,-1 1 1 0 0,1-1 0 0 0,-3 11 0 0 0,-10 58-3 0 0,10-42-30 0 0,-64 367-1272 0 0,54-265-2121 0 0,8 0-3514 0 0,5-72-963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7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64 139 5641 0 0,'-33'-25'4781'0'0,"31"22"-3544"0"0,1-1-1137 0 0,1 1-1 0 0,1-1 1 0 0,-1 1 0 0 0,0-1 0 0 0,1 0-1 0 0,0 1 1 0 0,0 0 0 0 0,0-1-1 0 0,0 1 1 0 0,1-1 0 0 0,-1 1-1 0 0,1 0 1 0 0,0 0 0 0 0,0 0-1 0 0,0 0 1 0 0,0 0 0 0 0,0 0-1 0 0,1 1 1 0 0,-1-1 0 0 0,1 1 0 0 0,0-1-1 0 0,0 1 1 0 0,0 0 0 0 0,6-3-1 0 0,51-21 365 0 0,-55 24-436 0 0,0 1 0 0 0,0 0 0 0 0,0 0-1 0 0,0 1 1 0 0,0 0 0 0 0,0 0 0 0 0,1 0 0 0 0,-1 0-1 0 0,9 3 1 0 0,-9-3-9 0 0,-3 1-14 0 0,-1-1 1 0 0,1 0-1 0 0,-1 0 0 0 0,1 1 0 0 0,-1-1 1 0 0,0 1-1 0 0,1-1 0 0 0,-1 1 0 0 0,1-1 1 0 0,-1 1-1 0 0,0 0 0 0 0,0 0 0 0 0,1 0 1 0 0,-1 0-1 0 0,0-1 0 0 0,2 4 0 0 0,0-1 9 0 0,-2-3-15 0 0,1 1 0 0 0,-1 0 0 0 0,0 0 1 0 0,0 0-1 0 0,1 0 0 0 0,-1 0 0 0 0,0 0 0 0 0,0 0 1 0 0,0 0-1 0 0,0 1 0 0 0,0-1 0 0 0,0 0 0 0 0,-1 0 1 0 0,1 1-1 0 0,0-1 0 0 0,0 3 0 0 0,1 0-3 0 0,3 6 26 0 0,8 33 36 0 0,-14-33-53 0 0,0-2 3 0 0,1-2-4 0 0,0 0 1 0 0,0 1-1 0 0,-1-1 1 0 0,1 0-1 0 0,-1 1 1 0 0,-1-1-1 0 0,1 0 0 0 0,-4 7 1 0 0,0 2 8 0 0,-1 2 2 0 0,-2-1 1 0 0,1 0 0 0 0,-2 0-1 0 0,0-1 1 0 0,-1 0 0 0 0,0 0-1 0 0,-2-2 1 0 0,1 1-1 0 0,-2-1 1 0 0,-22 18 0 0 0,30-26 15 0 0,-1-1-1 0 0,0 0 1 0 0,0-1 0 0 0,-1 1 0 0 0,-8 2-1 0 0,7-3-10 0 0,4-1 40 0 0,-10 3-46 0 0,13-4-17 0 0,0-1 1 0 0,0 1-1 0 0,0-1 1 0 0,0 1-1 0 0,0-1 1 0 0,0 1-1 0 0,0-1 1 0 0,0 0-1 0 0,0 1 1 0 0,0-1 0 0 0,0 0-1 0 0,0 0 1 0 0,0 0-1 0 0,0 0 1 0 0,0 0-1 0 0,0 0 1 0 0,0 0-1 0 0,0 0 1 0 0,0 0-1 0 0,-2-1 1 0 0,-16-1 31 0 0,15 2 47 0 0,2-28-37 0 0,3 25-29 0 0,0 0 1 0 0,-1 0 0 0 0,1 0 0 0 0,1 0-1 0 0,-1 0 1 0 0,0 0 0 0 0,1 0-1 0 0,-1 1 1 0 0,1-1 0 0 0,0 1-1 0 0,0-1 1 0 0,0 1 0 0 0,0 0-1 0 0,0-1 1 0 0,3-1 0 0 0,-5 4-6 0 0,5-4 77 0 0,-1-1 0 0 0,1 1 0 0 0,0 0 0 0 0,0 0 0 0 0,0 1 0 0 0,0-1 0 0 0,1 1 0 0 0,-1 0 0 0 0,10-3 1 0 0,-11 5 15 0 0,0 2-20 0 0,13 5-38 0 0,0 0 0 0 0,-1 2 0 0 0,0 0 1 0 0,15 10-1 0 0,-19-10-715 0 0,0-1-1 0 0,0-1 1 0 0,0 0 0 0 0,1-1-1 0 0,0 0 1 0 0,1-1 0 0 0,-1 0-1 0 0,26 3 1 0 0,-35-7 167 0 0,0 0 0 0 0,0 0 0 0 0,0 0 0 0 0,0-1 0 0 0,0 0 0 0 0,0 0 0 0 0,0 0 0 0 0,0 0 0 0 0,0 0 0 0 0,0-1 0 0 0,4-2 0 0 0,-4 2-202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7.5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14 3500 0 0,'-2'-3'1069'0'0,"2"2"-864"0"0,-1 1 0 0 0,1-1 0 0 0,0 0 0 0 0,-1 1 0 0 0,1-1 1 0 0,-1 1-1 0 0,0-1 0 0 0,1 0 0 0 0,-1 1 0 0 0,1-1 0 0 0,-1 1 0 0 0,0-1 0 0 0,1 1 0 0 0,-1 0 0 0 0,0-1 0 0 0,1 1 0 0 0,-1 0 0 0 0,0-1 0 0 0,0 1 1 0 0,1 0-1 0 0,-1 0 0 0 0,0 0 0 0 0,0 0 0 0 0,0 0 0 0 0,1 0 0 0 0,-3 0 0 0 0,-6 2-581 0 0,5 0 618 0 0,9 19 169 0 0,-5-17-295 0 0,1-3-105 0 0,-1 1 0 0 0,0 0 0 0 0,1-1 0 0 0,-1 1 0 0 0,1 0 0 0 0,0-1 0 0 0,-1 1 0 0 0,1-1 1 0 0,0 1-1 0 0,0-1 0 0 0,0 0 0 0 0,2 3 0 0 0,-1-1 12 0 0,2 3 6 0 0,0 0 0 0 0,0-1-1 0 0,1 0 1 0 0,-1 1 0 0 0,1-1-1 0 0,0-1 1 0 0,1 1 0 0 0,-1-1-1 0 0,1 0 1 0 0,11 6 0 0 0,-2-2 4 0 0,-12-6-4 0 0,2 0 31 0 0,40 15 649 0 0,-41-16 301 0 0,-4 2-954 0 0,-1 0 1 0 0,0 0 0 0 0,1-1-1 0 0,-1 1 1 0 0,0 0 0 0 0,-1-1-1 0 0,1 1 1 0 0,0-1 0 0 0,-1 1-1 0 0,0-1 1 0 0,1 1 0 0 0,-4 1-1 0 0,-26 29 466 0 0,27-29-507 0 0,-8 8-26 0 0,0 0 1 0 0,1 1-1 0 0,1 0 1 0 0,0 1-1 0 0,1 0 1 0 0,1 0-1 0 0,0 1 1 0 0,1 0-1 0 0,0 1 1 0 0,1-1-1 0 0,1 1 1 0 0,-4 21-1 0 0,8-33-331 0 0,1 0-1 0 0,0 0 1 0 0,0 0-1 0 0,1 0 0 0 0,-1 1 1 0 0,1-1-1 0 0,0 0 1 0 0,0 0-1 0 0,0 0 1 0 0,1-1-1 0 0,1 5 0 0 0,-1-4-235 0 0,2 4-2834 0 0,12 7-2406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8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0 228 5136 0 0,'0'-24'1721'0'0,"0"19"-277"0"0,5-50 3271 0 0,-5 50-3354 0 0,13 20-790 0 0,-12-14-547 0 0,0 1 0 0 0,0-1 0 0 0,0 1 0 0 0,0-1 0 0 0,0 1 0 0 0,0 0 0 0 0,0 0 0 0 0,0-1 0 0 0,-1 1 0 0 0,1 0-1 0 0,-1 0 1 0 0,0 0 0 0 0,1 0 0 0 0,-1 3 0 0 0,1 4 32 0 0,36 133 540 0 0,11 36-142 0 0,-36-144-385 0 0,1 0 0 0 0,1 0 0 0 0,19 31 1 0 0,-28-56-78 0 0,0-1 1 0 0,1 1 0 0 0,0-1 0 0 0,0 0 0 0 0,0-1 0 0 0,1 1-1 0 0,0-1 1 0 0,1-1 0 0 0,0 1 0 0 0,0-1 0 0 0,0-1 0 0 0,0 1 0 0 0,1-2-1 0 0,13 7 1 0 0,-17-10-1 0 0,0 0-1 0 0,-1-1 1 0 0,1 1-1 0 0,0-1 1 0 0,0 0 0 0 0,0 0-1 0 0,-1-1 1 0 0,1 1-1 0 0,0-1 1 0 0,-1 0-1 0 0,1 0 1 0 0,6-3-1 0 0,0 0-16 0 0,-1 0-1 0 0,0-1 0 0 0,0 0 1 0 0,10-7-1 0 0,-8 2-33 0 0,1-1 0 0 0,-1 0 1 0 0,-1-1-1 0 0,0 0 0 0 0,-1-1 0 0 0,0 0 0 0 0,-1 0 0 0 0,0-1 0 0 0,-1-1 0 0 0,-1 1 0 0 0,0-1 1 0 0,-1 0-1 0 0,-1-1 0 0 0,6-27 0 0 0,-1-5-168 0 0,-3-1 0 0 0,-1-1 0 0 0,-2-76 0 0 0,-5 95 115 0 0,-1 1 1 0 0,-7-38 0 0 0,9 63 107 0 0,0 0 0 0 0,-1 0 0 0 0,0 0 1 0 0,0 0-1 0 0,0 0 0 0 0,-1 0 1 0 0,0 0-1 0 0,-2-4 0 0 0,0 2 1 0 0,-1-4-11 0 0,-21-25 16 0 0,21 34 1 0 0,-12-8 8 0 0,14 9-12 0 0,-1-1-15 0 0,0 1-2 0 0,-15-3 27 0 0,14 3 4 0 0,1 2-10 0 0,-13 3 4 0 0,13-3 93 0 0,2 3-80 0 0,2-3-24 0 0,0 1 1 0 0,-1-1-1 0 0,1 0 0 0 0,0 1 1 0 0,0-1-1 0 0,0 0 1 0 0,0 1-1 0 0,0-1 0 0 0,0 0 1 0 0,0 0-1 0 0,0 1 1 0 0,1-1-1 0 0,-1 0 1 0 0,1 1-1 0 0,-1-1 0 0 0,1 0 1 0 0,-1 0-1 0 0,1 0 1 0 0,-1 0-1 0 0,1 1 1 0 0,0-1-1 0 0,0 0 0 0 0,-1 0 1 0 0,1 0-1 0 0,0 0 1 0 0,0-1-1 0 0,2 2 1 0 0,0 2-151 0 0,1-2-144 0 0,41 11-1753 0 0,-40-13 947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8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2660 0 0,'0'0'508'0'0,"36"-6"-1432"0"0,4-4-1280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9.2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 3016 0 0,'0'0'3851'0'0,"1"-4"-2954"0"0,-1-1-569 0 0,5-10 2630 0 0,15 24-1963 0 0,-18-5-778 0 0,5 12-20 0 0,-5-12-42 0 0,-1 2-27 0 0,3 21 19 0 0,-1 0 1 0 0,-2 1-1 0 0,-2 41 1 0 0,1-63-126 0 0,-1 17 54 0 0,0-18 487 0 0,3-9-569 0 0,52-124-364 0 0,-46 114 350 0 0,0 0 0 0 0,1 1 0 0 0,0 0 0 0 0,1 0 0 0 0,1 1 0 0 0,18-17 0 0 0,-9 17 94 0 0,-16 10-4 0 0,1 2-7 0 0,16-1-4 0 0,-15 0-23 0 0,-3 4-4 0 0,0 1-29 0 0,0 0-1 0 0,0 0 1 0 0,0 0-1 0 0,-1 0 0 0 0,0 0 1 0 0,1 1-1 0 0,-1-1 1 0 0,-1 1-1 0 0,1-1 1 0 0,-1 1-1 0 0,0 0 1 0 0,0 0-1 0 0,0 0 0 0 0,0 5 1 0 0,0 14-506 0 0,-3 41 1 0 0,1-14-1011 0 0,1-46 835 0 0,1 0-210 0 0,4 16-258 0 0,-4-16-359 0 0,14 13-5568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19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27 3700 0 0,'0'0'1269'0'0,"-2"-3"-231"0"0,1 1-872 0 0,0 0 1 0 0,0 1-1 0 0,0-1 1 0 0,-1 0-1 0 0,1 1 1 0 0,0 0 0 0 0,-1-1-1 0 0,1 1 1 0 0,-1 0-1 0 0,0-1 1 0 0,1 1 0 0 0,-1 0-1 0 0,0 0 1 0 0,1 1-1 0 0,-1-1 1 0 0,0 0-1 0 0,0 0 1 0 0,-3 0 0 0 0,0 1-22 0 0,0 0 1 0 0,1 1 0 0 0,-1-1 0 0 0,1 1-1 0 0,-1 0 1 0 0,-7 3 0 0 0,-3 0 174 0 0,11-2-261 0 0,1 1-1 0 0,0 0 0 0 0,0 0 1 0 0,0 0-1 0 0,0 1 0 0 0,1-1 1 0 0,-1 1-1 0 0,1-1 0 0 0,-3 7 1 0 0,2-6 39 0 0,2 1-24 0 0,1-1-68 0 0,-1 0 0 0 0,1 0 0 0 0,0 1 0 0 0,0-1 0 0 0,0 0-1 0 0,1 0 1 0 0,0 1 0 0 0,-1-1 0 0 0,2 0 0 0 0,-1 0 0 0 0,0 0 0 0 0,1 0 0 0 0,-1 0 0 0 0,1-1 0 0 0,0 1 0 0 0,1 0 0 0 0,4 6 0 0 0,38 30-109 0 0,-42-37 83 0 0,-2-2 12 0 0,0 1-1 0 0,0-1 1 0 0,0 1 0 0 0,0-1 0 0 0,0 0 0 0 0,1 1-1 0 0,-1-1 1 0 0,0 0 0 0 0,1 0 0 0 0,2 1 0 0 0,-1 2 53 0 0,-2-1-22 0 0,0-1-13 0 0,-1-1-1 0 0,1 1 0 0 0,-1-1 1 0 0,0 1-1 0 0,0 0 1 0 0,1-1-1 0 0,-1 1 0 0 0,0-1 1 0 0,0 1-1 0 0,0 0 0 0 0,-1-1 1 0 0,1 1-1 0 0,0 0 0 0 0,-1-1 1 0 0,1 1-1 0 0,-1-1 1 0 0,1 1-1 0 0,-1-1 0 0 0,0 1 1 0 0,-1 2-1 0 0,0-1 22 0 0,-3 0-10 0 0,-3 0-103 0 0,1 1 1 0 0,0-1-1 0 0,-1 0 1 0 0,0-1-1 0 0,0 0 1 0 0,0 0-1 0 0,0 0 0 0 0,0-1 1 0 0,-13 0-1 0 0,8 0-177 0 0,9-1-219 0 0,-10 1-485 0 0,5 0 199 0 0,-5-2-3115 0 0,-10-1-401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0.4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19 4204 0 0,'0'0'4090'0'0,"-3"-2"-3369"0"0,2 1-657 0 0,1 1 1 0 0,-1-1 0 0 0,1 1 0 0 0,-1 0-1 0 0,0-1 1 0 0,1 1 0 0 0,-1 0-1 0 0,0-1 1 0 0,1 1 0 0 0,-1 0-1 0 0,0 0 1 0 0,0-1 0 0 0,1 1-1 0 0,-1 0 1 0 0,0 0 0 0 0,0 0-1 0 0,1 0 1 0 0,-1 0 0 0 0,0 0-1 0 0,0 0 1 0 0,1 0 0 0 0,-1 1-1 0 0,0-1 1 0 0,1 0 0 0 0,-1 0-1 0 0,0 0 1 0 0,0 1 0 0 0,1-1-1 0 0,-1 1 1 0 0,1-1 0 0 0,-1 0-1 0 0,0 1 1 0 0,1-1 0 0 0,-1 1-1 0 0,1-1 1 0 0,-1 1 0 0 0,1-1-1 0 0,-1 1 1 0 0,1 0 0 0 0,-1-1-1 0 0,1 1 1 0 0,0 0 0 0 0,-1 0-1 0 0,-2 3 182 0 0,2 0-32 0 0,-4 46 395 0 0,4-44-501 0 0,2 0-29 0 0,0 4-37 0 0,0 0 1 0 0,1 0-1 0 0,1 0 0 0 0,0 0 1 0 0,0 0-1 0 0,0 0 0 0 0,9 14 1 0 0,-10-22-23 0 0,1 2 8 0 0,10 11-7 0 0,-9-11 26 0 0,-4-4-41 0 0,0 0 0 0 0,1 1 0 0 0,-1-1 0 0 0,0 0 0 0 0,0 1 0 0 0,1-1 0 0 0,-1 0 0 0 0,0 1 0 0 0,1-1 0 0 0,-1 0 0 0 0,0 1 0 0 0,1-1 0 0 0,-1 0 0 0 0,1 0 0 0 0,-1 0 0 0 0,0 1 1 0 0,1-1-1 0 0,-1 0 0 0 0,1 0 0 0 0,-1 0 0 0 0,0 0 0 0 0,1 0 0 0 0,-1 0 0 0 0,1 0 0 0 0,-1 0 0 0 0,1 0 0 0 0,0 0-10 0 0,-1 0 1 0 0,1 0-1 0 0,0 0 0 0 0,-1 0 1 0 0,1 0-1 0 0,-1 0 0 0 0,1 1 1 0 0,-1-1-1 0 0,1 0 1 0 0,-1 0-1 0 0,1 0 0 0 0,-1 1 1 0 0,1-1-1 0 0,-1 0 0 0 0,1 0 1 0 0,-1 1-1 0 0,0-1 0 0 0,1 0 1 0 0,-1 1-1 0 0,1-1 0 0 0,-1 1 1 0 0,1 0-1 0 0,4-1 14 0 0,1 0 21 0 0,-1 0 0 0 0,1-1 0 0 0,0 0 0 0 0,-1 0 0 0 0,1 0 0 0 0,6-3 0 0 0,-8 2 94 0 0,-4 2-116 0 0,0-1-1 0 0,1 1 1 0 0,-1-1 0 0 0,0 1-1 0 0,0-1 1 0 0,0 1 0 0 0,0-1-1 0 0,0 1 1 0 0,1 0 0 0 0,-1-1 0 0 0,0 1-1 0 0,0-1 1 0 0,1 1 0 0 0,-1 0-1 0 0,0-1 1 0 0,1 1 0 0 0,-1 0-1 0 0,0-1 1 0 0,1 1 0 0 0,-1 0-1 0 0,1 0 1 0 0,-1-1 0 0 0,0 1 0 0 0,2 0-1 0 0,11-13 262 0 0,2-22 144 0 0,-14 31-318 0 0,0-2 16 0 0,4-17-13 0 0,-4 17 8 0 0,0 1-14 0 0,2-14-21 0 0,-2 14 33 0 0,-1 1-47 0 0,2-15-8 0 0,-2 14 22 0 0,-1 9-108 0 0,-4 13 57 0 0,4-13-5 0 0,1 2-37 0 0,2 15 35 0 0,-2-16-18 0 0,1 1-30 0 0,0-2-4 0 0,11 42-309 0 0,-11-44 265 0 0,0 1 0 0 0,0-1 0 0 0,0 0 1 0 0,0 1-1 0 0,1-1 0 0 0,0 0 0 0 0,-1 0 0 0 0,1 0 1 0 0,0 0-1 0 0,0 0 0 0 0,0 0 0 0 0,0 0 0 0 0,0-1 1 0 0,0 1-1 0 0,0-1 0 0 0,1 1 0 0 0,-1-1 0 0 0,0 0 1 0 0,5 1-1 0 0,16 4-155 0 0,-18-5 49 0 0,-4-2 175 0 0,0 1-1 0 0,0-1 1 0 0,0 1-1 0 0,-1 0 1 0 0,1-1-1 0 0,0 1 0 0 0,0 0 1 0 0,0 0-1 0 0,0-1 1 0 0,0 1-1 0 0,0 0 1 0 0,0 0-1 0 0,0 0 1 0 0,0 0-1 0 0,0 0 1 0 0,0 0-1 0 0,1 1 1 0 0,-1-1 1 0 0,1 0 0 0 0,-1 0 0 0 0,1 1 0 0 0,0-1 0 0 0,-1-1 0 0 0,1 1 0 0 0,-1 0 0 0 0,1 0 0 0 0,-1 0 0 0 0,1-1 0 0 0,0 1 0 0 0,-1-1 0 0 0,3 0 0 0 0,1-1 45 0 0,0 0 0 0 0,0-1-1 0 0,1 1 1 0 0,-2-1 0 0 0,1 0 0 0 0,0-1 0 0 0,0 1 0 0 0,-1-1-1 0 0,0 1 1 0 0,0-1 0 0 0,0-1 0 0 0,0 1 0 0 0,-1 0 0 0 0,1-1 0 0 0,-1 0-1 0 0,0 0 1 0 0,-1 0 0 0 0,1 0 0 0 0,-1 0 0 0 0,0-1 0 0 0,0 1-1 0 0,1-11 1 0 0,7-30 559 0 0,-9 41-389 0 0,0 0-28 0 0,1-15 26 0 0,-2 15 99 0 0,1 1-133 0 0,0-15-2 0 0,-1 14 1121 0 0,0 9-1066 0 0,-1 72 115 0 0,4 0 0 0 0,3-1 0 0 0,29 136 0 0 0,-18-144-1274 0 0,36 84 1 0 0,-47-133 61 0 0,5 5-1040 0 0,-9-20 924 0 0,-1-1-753 0 0,-1-1 1553 0 0,1-1-1 0 0,-1 1 1 0 0,1-1 0 0 0,-1 1-1 0 0,1-1 1 0 0,-1 1-1 0 0,1-1 1 0 0,-1 0 0 0 0,1 1-1 0 0,-1-1 1 0 0,1 0-1 0 0,-1 1 1 0 0,1-1 0 0 0,0 0-1 0 0,-1 0 1 0 0,1 0 0 0 0,0 0-1 0 0,-1 1 1 0 0,2-1-1 0 0,-2-12-3841 0 0,-1 6 4284 0 0,0 1-3415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0.6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37 2452 0 0,'1'-4'531'0'0,"1"0"0"0"0,0 0 0 0 0,0 0-1 0 0,0 1 1 0 0,1-1 0 0 0,-1 1 0 0 0,5-5 0 0 0,-5 6 1364 0 0,4 3-1545 0 0,15 3-21 0 0,-19-3-270 0 0,0 0-1 0 0,0 1 1 0 0,0-1 0 0 0,0 0 0 0 0,0 1 0 0 0,0 0-1 0 0,-1-1 1 0 0,1 1 0 0 0,-1 0 0 0 0,1 0-1 0 0,-1 0 1 0 0,0 0 0 0 0,1 0 0 0 0,-1 0 0 0 0,0 0-1 0 0,0 0 1 0 0,1 4 0 0 0,1 2 26 0 0,0 0 1 0 0,-1 0-1 0 0,1 0 0 0 0,-2 0 1 0 0,1 0-1 0 0,-1 1 0 0 0,0-1 1 0 0,-1 0-1 0 0,0 1 0 0 0,0-1 1 0 0,-1 1-1 0 0,0-1 0 0 0,0 0 1 0 0,-1 0-1 0 0,0 0 0 0 0,-5 14 1 0 0,3-14-62 0 0,1 0 0 0 0,-1-1 1 0 0,0 1-1 0 0,0-1 0 0 0,-1 0 1 0 0,0 0-1 0 0,-1 0 0 0 0,1-1 1 0 0,-1 0-1 0 0,0 0 0 0 0,-10 7 1 0 0,13-10-281 0 0,-14 3-528 0 0,14-5 588 0 0,-1 1-692 0 0,0-3-1985 0 0,-13-3 281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1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76 3444 0 0,'0'0'6073'0'0,"5"0"-5470"0"0,14-1-114 0 0,-14 1 1044 0 0,-5 1-1511 0 0,1 0 1 0 0,-1 0-1 0 0,1-1 1 0 0,-1 1-1 0 0,1 0 1 0 0,-1 0-1 0 0,1 0 0 0 0,0-1 1 0 0,-1 1-1 0 0,1 0 1 0 0,0-1-1 0 0,0 1 1 0 0,0-1-1 0 0,0 1 1 0 0,-1-1-1 0 0,1 1 1 0 0,0-1-1 0 0,0 0 0 0 0,0 1 1 0 0,0-1-1 0 0,0 0 1 0 0,0 0-1 0 0,0 0 1 0 0,2 1-1 0 0,23 1 183 0 0,-2-8-288 0 0,-20 5 120 0 0,0 0 10 0 0,0-1-18 0 0,-1 0 0 0 0,0 0-1 0 0,0 0 1 0 0,-1 0 0 0 0,1-1 0 0 0,0 1-1 0 0,-1-1 1 0 0,5-4 0 0 0,-5 3 95 0 0,-4 0-67 0 0,-3-11 5 0 0,3 11-34 0 0,2 4-28 0 0,0 0 0 0 0,-1 0 0 0 0,1 0 0 0 0,0-1 0 0 0,-1 1 0 0 0,1 0 0 0 0,0 0-1 0 0,0 0 1 0 0,-1 0 0 0 0,1 0 0 0 0,0 0 0 0 0,-1-1 0 0 0,1 1 0 0 0,0 0 0 0 0,0 0 0 0 0,-1-1 0 0 0,1 1-1 0 0,0 0 1 0 0,0 0 0 0 0,0-1 0 0 0,-1 1 0 0 0,1 0 0 0 0,0 0 0 0 0,0-1 0 0 0,0 1 0 0 0,0 0 0 0 0,0-1-1 0 0,-1 1 1 0 0,1-1 22 0 0,0 0-1 0 0,-1 0 1 0 0,1 0-1 0 0,-1 0 1 0 0,0 0-1 0 0,1 0 1 0 0,-1 0-1 0 0,0 0 1 0 0,1 1 0 0 0,-1-1-1 0 0,0 0 1 0 0,0 1-1 0 0,0-1 1 0 0,0 0-1 0 0,-1 0 1 0 0,-15-7 48 0 0,13 6 104 0 0,3 3-152 0 0,-1-1 1 0 0,1 1-1 0 0,-1 0 0 0 0,0 0 0 0 0,1-1 0 0 0,-1 1 0 0 0,1-1 0 0 0,-1 0 0 0 0,0 1 1 0 0,1-1-1 0 0,-1 0 0 0 0,-3 0 0 0 0,2 0 26 0 0,-2 2 130 0 0,0 1-6 0 0,0 1-119 0 0,0 0 1 0 0,0 0-1 0 0,0 0 0 0 0,1 1 0 0 0,0 0 0 0 0,-1 0 0 0 0,2 0 0 0 0,-1 1 0 0 0,1-1 1 0 0,-1 1-1 0 0,1 0 0 0 0,1 0 0 0 0,-1 0 0 0 0,1 0 0 0 0,0 0 0 0 0,1 0 1 0 0,-1 1-1 0 0,0 8 0 0 0,2-11-32 0 0,0 0-1 0 0,1 0 1 0 0,-1 0 0 0 0,1 0 0 0 0,-1 0-1 0 0,1 0 1 0 0,0 0 0 0 0,1 0 0 0 0,-1 0-1 0 0,1 0 1 0 0,2 5 0 0 0,-2-6-4 0 0,0 1-88 0 0,0 0 0 0 0,1-1 1 0 0,-1 1-1 0 0,1-1 0 0 0,0 1 1 0 0,0-1-1 0 0,0 0 0 0 0,1 0 1 0 0,-1 0-1 0 0,1-1 0 0 0,4 4 0 0 0,-3-3-74 0 0,0 0-120 0 0,0-1 0 0 0,1 1 1 0 0,0-1-1 0 0,-1 0 0 0 0,1 0 1 0 0,0 0-1 0 0,0-1 0 0 0,0 0 1 0 0,0 0-1 0 0,11 0 0 0 0,-10-1-506 0 0,1-1 0 0 0,-1 1 0 0 0,1-1-1 0 0,-1-1 1 0 0,1 1 0 0 0,6-4 0 0 0,4-1-1683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1.4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67 2068 0 0,'0'0'3992'0'0,"0"-5"-3444"0"0,0-15-75 0 0,0 15 910 0 0,5 5-1192 0 0,14-3-2 0 0,-14 3-6 0 0,-3 1-133 0 0,0 0 0 0 0,1 0 1 0 0,-1 0-1 0 0,1 0 0 0 0,-1 0 1 0 0,0 1-1 0 0,0-1 0 0 0,0 1 1 0 0,0 0-1 0 0,0-1 0 0 0,0 1 1 0 0,-1 0-1 0 0,3 3 0 0 0,18 22 505 0 0,-22-27-553 0 0,2 4 148 0 0,0 0-15 0 0,3 15-5 0 0,-3-14 25 0 0,-2 0 33 0 0,-3 39 751 0 0,2-39-667 0 0,-11 15 1720 0 0,-6-6 146 0 0,18-14-2128 0 0,0 0 1 0 0,0 0-1 0 0,0-1 1 0 0,0 1-1 0 0,0 0 1 0 0,-1-1-1 0 0,1 1 0 0 0,0 0 1 0 0,0 0-1 0 0,0-1 1 0 0,0 1-1 0 0,0 0 1 0 0,-1 0-1 0 0,1-1 1 0 0,0 1-1 0 0,0 0 1 0 0,0 0-1 0 0,-1 0 0 0 0,1 0 1 0 0,0-1-1 0 0,0 1 1 0 0,-1 0-1 0 0,1 0 1 0 0,0 0-1 0 0,0 0 1 0 0,-1 0-1 0 0,1 0 1 0 0,0-1-1 0 0,0 1 0 0 0,-1 0 1 0 0,1 0-1 0 0,0 0 1 0 0,-1 0-1 0 0,1 0 1 0 0,-1 0 6 0 0,1 0 0 0 0,-1 0 1 0 0,1 0-1 0 0,-1 0 1 0 0,1 0-1 0 0,-1 0 0 0 0,1-1 1 0 0,-1 1-1 0 0,1 0 1 0 0,-1 0-1 0 0,1 0 0 0 0,-1-1 1 0 0,1 1-1 0 0,0 0 1 0 0,-1-1-1 0 0,1 1 0 0 0,-1 0 1 0 0,1-1-1 0 0,0 1 1 0 0,-1-1-1 0 0,1 1 0 0 0,0-1 1 0 0,0 1-1 0 0,-1 0 1 0 0,1-1-1 0 0,0 1 0 0 0,0-1 1 0 0,0 1-1 0 0,0-1 1 0 0,-1 1-1 0 0,1-1 0 0 0,0 1 1 0 0,0-1-1 0 0,0 1 0 0 0,0-1 1 0 0,0 0-1 0 0,1-6-25 0 0,-1-1-1 0 0,1 1 1 0 0,0 0-1 0 0,0 0 1 0 0,1 0-1 0 0,0 0 1 0 0,0 1-1 0 0,1-1 0 0 0,6-12 1 0 0,53-63-3623 0 0,-60 79 2573 0 0,15-11-1834 0 0,-14 11 1117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1.6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2904 0 0,'0'0'7852'0'0,"5"1"-7447"0"0,-3 0-303 0 0,1 0 1 0 0,-1 0-1 0 0,1 0 0 0 0,-1 0 0 0 0,0 1 1 0 0,0-1-1 0 0,0 1 0 0 0,0 0 1 0 0,0-1-1 0 0,0 1 0 0 0,0 0 1 0 0,0 0-1 0 0,2 4 0 0 0,-2-2 73 0 0,0 0-11 0 0,28 58-59 0 0,-28-57-315 0 0,0-1-124 0 0,-2-3 77 0 0,10 23-553 0 0,-10-23 223 0 0,1 1 0 0 0,0-1 1 0 0,0 0-1 0 0,0 1 0 0 0,0-1 0 0 0,1 0 1 0 0,-1 0-1 0 0,0 0 0 0 0,0 0 1 0 0,1 0-1 0 0,2 1 0 0 0,17 7-3758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1.9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1 3720 0 0,'0'0'4539'0'0,"-4"1"-3817"0"0,-2 4-477 0 0,0 0 0 0 0,0-1 0 0 0,0 2 0 0 0,0-1 0 0 0,1 1 0 0 0,0 0 0 0 0,0 0 0 0 0,-5 9 0 0 0,-9 14-742 0 0,1 0 1 0 0,-23 50-1 0 0,36-59-1124 0 0,3-9-1938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2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 3692 0 0,'1'-1'424'0'0,"-1"0"-1"0"0,1 0 1 0 0,-1 0 0 0 0,1 0-1 0 0,0 1 1 0 0,0-1-1 0 0,0 0 1 0 0,-1 0-1 0 0,1 0 1 0 0,0 1-1 0 0,0-1 1 0 0,0 1 0 0 0,0-1-1 0 0,0 1 1 0 0,0-1-1 0 0,2 0 1 0 0,3 5 4041 0 0,-1 2-5134 0 0,-4-5-178 0 0,1 3 977 0 0,-1 1-65 0 0,15 57-1178 0 0,-2-15-2748 0 0,-13-43 2527 0 0,15 15-6355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2.3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10 3184 0 0,'0'0'2080'0'0,"-20"-9"-2188"0"0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2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0 2608 0 0,'0'0'5125'0'0,"-6"1"-4463"0"0,-19 1-52 0 0,19-2-45 0 0,1 2-93 0 0,-15 4-81 0 0,15-4-81 0 0,0 0-46 0 0,-13 6-38 0 0,14-6-47 0 0,4-1-172 0 0,0-1 1 0 0,0 1-1 0 0,0-1 0 0 0,-1 0 0 0 0,1 1 0 0 0,0-1 0 0 0,0 1 0 0 0,0-1 0 0 0,0 0 0 0 0,0 1 0 0 0,-1-1 0 0 0,1 0 0 0 0,0 1 0 0 0,0-1 0 0 0,-1 0 0 0 0,1 1 1 0 0,0-1-1 0 0,-1 0 0 0 0,1 0 0 0 0,0 1 0 0 0,-1-1 0 0 0,1 0 0 0 0,0 0 0 0 0,-1 1 0 0 0,1-1 0 0 0,0 0 0 0 0,-1 0 0 0 0,0 0 0 0 0,0 1 12 0 0,0-1 1 0 0,0 0-1 0 0,0 1 0 0 0,1-1 0 0 0,-1 1 0 0 0,0 0 0 0 0,0-1 0 0 0,0 1 0 0 0,1-1 0 0 0,-1 1 0 0 0,0 0 0 0 0,1 0 0 0 0,-1-1 0 0 0,1 1 0 0 0,-1 0 1 0 0,1 0-1 0 0,-1 0 0 0 0,0 1 0 0 0,0 2 20 0 0,0 0-1 0 0,1 0 1 0 0,-1 0 0 0 0,1 0 0 0 0,0 0 0 0 0,0 0-1 0 0,0 0 1 0 0,2 7 0 0 0,-1-6-16 0 0,0-4-21 0 0,-1-1 0 0 0,1 0 1 0 0,-1 1-1 0 0,1-1 0 0 0,0 0 0 0 0,-1 1 1 0 0,1-1-1 0 0,-1 1 0 0 0,1-1 1 0 0,-1 0-1 0 0,1 1 0 0 0,-1 0 0 0 0,1-1 1 0 0,-1 1-1 0 0,1-1 0 0 0,-1 1 0 0 0,0-1 1 0 0,1 1-1 0 0,-1 0 0 0 0,0 0 1 0 0,1 1-1 0 0,-1-1 1 0 0,1 0 0 0 0,0 1-1 0 0,0-1 1 0 0,-1 0 0 0 0,1 1 0 0 0,0-1-1 0 0,0 0 1 0 0,0 0 0 0 0,0 0 0 0 0,1 0-1 0 0,1 2 1 0 0,22 15-7 0 0,44 24 0 0 0,-48-30-5 0 0,-17-10 25 0 0,-4-1-14 0 0,0-1 1 0 0,1 1-1 0 0,-1-1 0 0 0,0 1 0 0 0,0 0 0 0 0,1-1 0 0 0,-1 1 0 0 0,1-1 0 0 0,-1 1 0 0 0,0-1 0 0 0,1 1 0 0 0,-1-1 0 0 0,1 1 0 0 0,-1-1 0 0 0,1 1 0 0 0,-1-1 0 0 0,1 0 0 0 0,-1 1 0 0 0,1-1 0 0 0,1 1 0 0 0,12 10 156 0 0,-5-1-61 0 0,-7-7 234 0 0,-2 1-261 0 0,0-3-62 0 0,0 0 0 0 0,0 0 0 0 0,0 0 0 0 0,0 0 0 0 0,0 0 0 0 0,0 0 0 0 0,0 0 0 0 0,-1 0 0 0 0,1 0 1 0 0,0 0-1 0 0,-1 0 0 0 0,1 0 0 0 0,0 0 0 0 0,-1 0 0 0 0,1 0 0 0 0,-1 0 0 0 0,1 0 0 0 0,-1-1 0 0 0,0 1 0 0 0,-1 1 1 0 0,-10 6 23 0 0,-14 3-125 0 0,22-9-41 0 0,-19 1-524 0 0,19-2 122 0 0,-2-1-860 0 0,-16 0 311 0 0,16 0-269 0 0,-12-11-6685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3.0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86 3148 0 0,'0'0'6292'0'0,"5"-1"-5884"0"0,41-5 678 0 0,-41 5-702 0 0,0 0-197 0 0,40-14 538 0 0,-41 14-259 0 0,-4 0-455 0 0,0 1 0 0 0,0 0 0 0 0,0 0-1 0 0,0-1 1 0 0,0 1 0 0 0,1 0-1 0 0,-1-1 1 0 0,0 1 0 0 0,0 0-1 0 0,0 0 1 0 0,1 0 0 0 0,-1-1 0 0 0,0 1-1 0 0,0 0 1 0 0,0 0 0 0 0,1 0-1 0 0,-1-1 1 0 0,0 1 0 0 0,1 0-1 0 0,-1 0 1 0 0,0 0 0 0 0,0 0 0 0 0,1 0-1 0 0,-1 0 1 0 0,0-1 0 0 0,1 1-1 0 0,-1 0 1 0 0,0 0 0 0 0,0 0-1 0 0,1 0 1 0 0,0 0 13 0 0,-1 0-1 0 0,1 0 0 0 0,-1 0 1 0 0,0 0-1 0 0,1 0 0 0 0,-1 0 1 0 0,1 0-1 0 0,-1 0 1 0 0,1 0-1 0 0,-1-1 0 0 0,0 1 1 0 0,1 0-1 0 0,-1 0 0 0 0,1-1 1 0 0,-1 1-1 0 0,0 0 1 0 0,1 0-1 0 0,-1-1 0 0 0,0 1 1 0 0,1 0-1 0 0,-1-1 1 0 0,0 1-1 0 0,0 0 0 0 0,1-1 1 0 0,-1 1-1 0 0,0-1 0 0 0,0 1 1 0 0,0 0-1 0 0,0-1 1 0 0,1 1-1 0 0,-1-1 0 0 0,0 1 1 0 0,0-1-1 0 0,0 1 0 0 0,0-1 1 0 0,0 1-1 0 0,0 0 1 0 0,0-2-1 0 0,-3-17 171 0 0,3 15-111 0 0,-42-14 27 0 0,37 17 30 0 0,-12 13 80 0 0,15-8-141 0 0,-15 33 425 0 0,16-33-415 0 0,0 1-35 0 0,3 44 83 0 0,-2-45-107 0 0,2 1-8 0 0,17 40-7 0 0,-16-41-177 0 0,1-2-170 0 0,13 5-197 0 0,-13-5-189 0 0,3-3-182 0 0,14-3-1635 0 0,-1 0 1 0 0,35-13-1 0 0,-30 6-2797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4.2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181 485 3360 0 0,'0'0'2895'0'0,"1"-3"-1749"0"0,0 1-935 0 0,0 0 1 0 0,-1 0 0 0 0,1 0 0 0 0,-1-1-1 0 0,0 1 1 0 0,1 0 0 0 0,-1 0 0 0 0,0 0-1 0 0,0 0 1 0 0,-1 0 0 0 0,1 0 0 0 0,0 0 0 0 0,-1-1-1 0 0,1 1 1 0 0,-1 0 0 0 0,0 0 0 0 0,1 0-1 0 0,-1 0 1 0 0,0 1 0 0 0,0-1 0 0 0,-1 0-1 0 0,1 0 1 0 0,0 1 0 0 0,0-1 0 0 0,-1 0-1 0 0,1 1 1 0 0,-3-2 0 0 0,1 1 122 0 0,-1 0-28 0 0,-14-4-28 0 0,13 4 150 0 0,-1 3-289 0 0,1-1-78 0 0,-1 0 1 0 0,0 1-1 0 0,1 0 0 0 0,-1 0 0 0 0,1 0 0 0 0,0 1 0 0 0,0 0 0 0 0,-1 0 0 0 0,1 0 0 0 0,0 1 0 0 0,0-1 0 0 0,1 1 1 0 0,-1 0-1 0 0,1 1 0 0 0,-1-1 0 0 0,1 1 0 0 0,0 0 0 0 0,-7 8 0 0 0,-10 27 281 0 0,20-36-252 0 0,-1 3-38 0 0,-2 16 1 0 0,3-16-3 0 0,2-1-16 0 0,-1 0-32 0 0,2 0 0 0 0,-1 0-1 0 0,0 0 1 0 0,1 0 0 0 0,0 0 0 0 0,0 0 0 0 0,0-1 0 0 0,1 1-1 0 0,0-1 1 0 0,0 1 0 0 0,5 5 0 0 0,-5-7 1 0 0,2-3 2 0 0,13 2 6 0 0,-14-1 0 0 0,1-2-7 0 0,1-1-12 0 0,-1 0 1 0 0,1 0-1 0 0,-1 0 0 0 0,0 0 1 0 0,0-1-1 0 0,0 0 1 0 0,0 0-1 0 0,-1 0 0 0 0,1 0 1 0 0,-1-1-1 0 0,0 0 1 0 0,0 0-1 0 0,0 0 0 0 0,3-5 1 0 0,-3 4 5 0 0,0 0 0 0 0,-1 0 1 0 0,0-1-1 0 0,0 1 0 0 0,-1-1 0 0 0,1 1 1 0 0,1-8-1 0 0,-2 2-1 0 0,7-15 7 0 0,-2 0 0 0 0,-1-1 1 0 0,-2 0-1 0 0,3-49 1 0 0,-8-105 213 0 0,-1 144-99 0 0,-4-32 360 0 0,5 64-364 0 0,1 0-13 0 0,-3-14-21 0 0,3 15 426 0 0,-2 8-452 0 0,-1 3-41 0 0,1-1 0 0 0,0 1-1 0 0,1 0 1 0 0,-1 0-1 0 0,1 0 1 0 0,1 0-1 0 0,0 14 1 0 0,4 39-159 0 0,22 106-1 0 0,27 53-1944 0 0,-31-134 494 0 0,27 115-6063 0 0,-35-133 1006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9.5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2809 28 2448 0 0,'0'0'3333'0'0,"1"-5"-2495"0"0,0-17 8628 0 0,0 28-9377 0 0,3 57 273 0 0,13 199 312 0 0,-15-226-476 0 0,7 36 0 0 0,-2-25-82 0 0,-7-42 102 0 0,1-1-229 0 0,3 12-15 0 0,-4-12 292 0 0,1 0-245 0 0,3 15 717 0 0,-4-18-737 0 0,-1 0 1 0 0,1 0-1 0 0,-1 0 0 0 0,1-1 0 0 0,-1 1 0 0 0,0 0 0 0 0,0-1 0 0 0,1 1 0 0 0,-1 0 0 0 0,0-1 0 0 0,0 1 0 0 0,0-1 0 0 0,0 1 0 0 0,1-1 0 0 0,-1 1 0 0 0,0-1 0 0 0,0 0 0 0 0,0 0 0 0 0,0 1 0 0 0,0-1 1 0 0,0 0-1 0 0,0 0 0 0 0,0 0 0 0 0,0 0 0 0 0,-2 0 0 0 0,-17 1-7 0 0,15-1-6 0 0,-22-1-16 0 0,22 0 29 0 0,-1 1-10 0 0,-16-1-12 0 0,16 1 10 0 0,0-1 5 0 0,-178 0-51 0 0,179 1 80 0 0,-3 0-14 0 0,-21 0-12 0 0,-42-1 67 0 0,66 1-78 0 0,-2-1 13 0 0,-111-4-182 0 0,113 4 194 0 0,-2 1 4 0 0,-100-3 3 0 0,100 3 8 0 0,-1 0 0 0 0,-423-15-28 0 0,277 8-77 0 0,139 7 61 0 0,-32 0 49 0 0,-4 0 23 0 0,3 0-56 0 0,-1 2-34 0 0,-203 17 26 0 0,12-8-31 0 0,190-8 69 0 0,-126 9-42 0 0,117-8 42 0 0,11-1-71 0 0,-1 0 180 0 0,0-1-180 0 0,-2 1-5 0 0,3 1 110 0 0,1 0 106 0 0,-102 3-346 0 0,144-7 167 0 0,-2 1-5 0 0,-1 0-2 0 0,-48 1-11 0 0,-30 2 179 0 0,81-4 462 0 0,9 39-442 0 0,1 1 5 0 0,17 60 0 0 0,-19-85-101 0 0,-2-10-50 0 0,0 1 12 0 0,3 16 18 0 0,-3-17-7 0 0,-1 0-15 0 0,4 15 0 0 0,-3-15 54 0 0,-1 0-38 0 0,4 15 10 0 0,-3-15 538 0 0,-1 0-426 0 0,4 13-14 0 0,-3-14 520 0 0,0 0-640 0 0,2 12-6 0 0,-2-12 219 0 0,-16-12-8881 0 0,4-17-5100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29.8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3608 0 0,'0'0'8912'0'0,"5"1"-8525"0"0,14 2-59 0 0,-14-2-73 0 0,-1 2-27 0 0,35 26-15 0 0,62 34 0 0 0,-97-60-447 0 0,-2-3 203 0 0,-1 0-1 0 0,1 1 1 0 0,-1-1-1 0 0,1 1 1 0 0,-1-1 0 0 0,0 1-1 0 0,1 0 1 0 0,-1-1-1 0 0,0 1 1 0 0,1 0 0 0 0,-1 0-1 0 0,2 2 1 0 0,0-1-41 0 0,1 0-190 0 0,1 0-34 0 0,13 4-58 0 0,-14-5-68 0 0,1 1-7 0 0,47 4-2748 0 0,-47-6 1968 0 0,-1-1-83 0 0,12-4-913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0.1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197 20 2960 0 0,'0'0'1029'0'0,"2"-4"-77"0"0,8-11 4808 0 0,-13 18-5527 0 0,-94 129 721 0 0,53-68-2541 0 0,-2-3-3645 0 0,27-40 203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1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28 4476 0 0,'0'0'3741'0'0,"1"-5"-2862"0"0,2-13-131 0 0,-2 14 2535 0 0,-2 10-2885 0 0,-10 57 131 0 0,4 1 1 0 0,0 68-1 0 0,2-25-238 0 0,-13 146-1964 0 0,18-247 1025 0 0,0 1-70 0 0,0 5 942 0 0,2 31-8665 0 0,-2-38 4333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1.6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313 85 2648 0 0,'4'-5'1138'0'0,"2"-4"-669"0"0,1 1 0 0 0,0 1 0 0 0,0-1-1 0 0,1 1 1 0 0,10-8 0 0 0,-14 12-307 0 0,1 0 0 0 0,-1 0 0 0 0,1 1 0 0 0,0-1 0 0 0,0 1 0 0 0,0 0-1 0 0,0 1 1 0 0,0-1 0 0 0,1 1 0 0 0,-1 0 0 0 0,0 0 0 0 0,7 0 0 0 0,-8 1-101 0 0,-1 0 0 0 0,0 0-1 0 0,0 1 1 0 0,1-1 0 0 0,-1 1-1 0 0,0-1 1 0 0,0 1 0 0 0,0 0 0 0 0,0 0-1 0 0,0 1 1 0 0,0-1 0 0 0,0 1-1 0 0,0-1 1 0 0,-1 1 0 0 0,1 0 0 0 0,-1 0-1 0 0,1 0 1 0 0,-1 0 0 0 0,0 1-1 0 0,1-1 1 0 0,-1 0 0 0 0,0 1-1 0 0,-1 0 1 0 0,1-1 0 0 0,0 1 0 0 0,-1 0-1 0 0,0 0 1 0 0,1 0 0 0 0,-1 0-1 0 0,0 0 1 0 0,-1 0 0 0 0,1 1 0 0 0,0 4-1 0 0,-1 3 1 0 0,-1 1 0 0 0,-1-1 0 0 0,0 1 0 0 0,0-1 0 0 0,-1 0 0 0 0,0 0 0 0 0,-1 0 0 0 0,-1 0 0 0 0,0-1 0 0 0,0 0 0 0 0,-1 1 0 0 0,0-2 0 0 0,0 1 0 0 0,-1-1 0 0 0,-1 0 0 0 0,0 0 0 0 0,-17 14 0 0 0,9-11-53 0 0,-1-1 1 0 0,0 0-1 0 0,0-1 0 0 0,-1-1 1 0 0,-37 13-1 0 0,17-10 3 0 0,-71 12 0 0 0,95-22-4 0 0,-5 0 4 0 0,0-4-10 0 0,8 1-72 0 0,0-1-1 0 0,0 0 1 0 0,1-1 0 0 0,-20-8-1 0 0,26 9 6 0 0,3-3-113 0 0,-2-11 128 0 0,2 11 3 0 0,5 3 12 0 0,-1-1 29 0 0,17-7-18 0 0,-14 7 25 0 0,0 0-1 0 0,0 1 0 0 0,1 0 1 0 0,-1 1-1 0 0,0-1 0 0 0,1 1 1 0 0,0 0-1 0 0,-1 1 0 0 0,13 0 1 0 0,-10 1-7 0 0,4-1 10 0 0,0 1 0 0 0,0 0 0 0 0,0 1 0 0 0,0 1 0 0 0,0 0 0 0 0,0 1 0 0 0,-1 0-1 0 0,0 1 1 0 0,17 8 0 0 0,-14-3 90 0 0,0 0 0 0 0,0 0 0 0 0,-1 2 0 0 0,0 0 0 0 0,13 15 0 0 0,54 72 501 0 0,-47-55-415 0 0,-32-41-194 0 0,-1-3 11 0 0,0 0 0 0 0,-1 0 0 0 0,1 1 0 0 0,-1-1-1 0 0,1 0 1 0 0,-1 0 0 0 0,1 0 0 0 0,-1 1 0 0 0,1-1-1 0 0,-1 0 1 0 0,1 1 0 0 0,-1-1 0 0 0,0 0 0 0 0,1 1-1 0 0,-1-1 1 0 0,1 1 0 0 0,-1-1 0 0 0,0 0 0 0 0,1 1-1 0 0,-1-1 1 0 0,0 1 0 0 0,0-1 0 0 0,1 1-1 0 0,-1-1 1 0 0,0 1 0 0 0,0 0 0 0 0,0 0-9 0 0,1-1 0 0 0,-1 1 1 0 0,0-1-1 0 0,0 1 0 0 0,0-1 0 0 0,1 1 0 0 0,-1-1 1 0 0,0 1-1 0 0,1-1 0 0 0,-1 1 0 0 0,0-1 0 0 0,1 1 1 0 0,-1-1-1 0 0,0 0 0 0 0,1 1 0 0 0,-1-1 1 0 0,1 1-1 0 0,-1-1 0 0 0,1 0 0 0 0,-1 0 0 0 0,1 1 1 0 0,-1-1-1 0 0,1 0 0 0 0,-1 0 0 0 0,1 0 1 0 0,0 1-1 0 0,1-1-33 0 0,-1 0 1 0 0,1 0-1 0 0,0 1 1 0 0,-1-1-1 0 0,1 1 0 0 0,-1-1 1 0 0,0 1-1 0 0,1-1 1 0 0,-1 1-1 0 0,1 0 1 0 0,-1 0-1 0 0,2 1 0 0 0,0 0-77 0 0,2 0-347 0 0,0-1-102 0 0,15 1-160 0 0,-15-2-93 0 0,1-1-59 0 0,-2 0 694 0 0,2 0-460 0 0,0 0 0 0 0,0-1-1 0 0,0 0 1 0 0,0 0 0 0 0,-1 0-1 0 0,11-7 1 0 0,2-3-2431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2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55 132 3448 0 0,'0'0'1158'0'0,"-1"-6"-611"0"0,-2-21 887 0 0,1 24-1044 0 0,-5-5 1717 0 0,14 18-903 0 0,-5-8-1498 0 0,0 1 466 0 0,26-5-108 0 0,-22 1-62 0 0,-2-1 122 0 0,11-6-64 0 0,-11 6 189 0 0,-3 0-233 0 0,0 0 1 0 0,1 1-1 0 0,-1-1 0 0 0,0 1 1 0 0,0-1-1 0 0,1 1 1 0 0,-1-1-1 0 0,1 1 0 0 0,-1 0 1 0 0,3-2-1 0 0,0 0 170 0 0,-3-1-133 0 0,0-1-31 0 0,0 0 0 0 0,0 0-1 0 0,0 0 1 0 0,-1 0 0 0 0,1 0 0 0 0,-2-6-1 0 0,1 7 1 0 0,-1 4-22 0 0,1 0 1 0 0,0 0-1 0 0,-1 0 1 0 0,1 0-1 0 0,0 0 1 0 0,-1 0-1 0 0,1-1 1 0 0,0 1-1 0 0,-1 0 1 0 0,1 0-1 0 0,0 0 1 0 0,0 0-1 0 0,-1-1 1 0 0,1 1-1 0 0,0 0 1 0 0,0 0-1 0 0,-1-1 1 0 0,1 1-1 0 0,0 0 1 0 0,0 0-1 0 0,-1-1 1 0 0,1 1-1 0 0,0 0 1 0 0,0 0-1 0 0,0-1 1 0 0,0 1-1 0 0,0 0 1 0 0,0-1-1 0 0,-1 1 1 0 0,1 0-1 0 0,0-1 1 0 0,0 0 1 0 0,0 1-1 0 0,0-1 1 0 0,0 1 0 0 0,0-1 0 0 0,-1 1 0 0 0,1-1 0 0 0,0 1-1 0 0,0-1 1 0 0,-1 1 0 0 0,1 0 0 0 0,0-1 0 0 0,0 1 0 0 0,-1-1-1 0 0,1 1 1 0 0,-1 0 0 0 0,1-1 0 0 0,0 1 0 0 0,-1 0 0 0 0,1 0-1 0 0,-1-1 1 0 0,1 1 0 0 0,-1 0 0 0 0,1 0 0 0 0,0-1 0 0 0,-1 1 0 0 0,1 0-1 0 0,-1 0 1 0 0,1 0 0 0 0,-1 0 0 0 0,0 0 0 0 0,1 0 0 0 0,-1 0-1 0 0,1 0 1 0 0,-1 0 0 0 0,1 0 0 0 0,-2 0 0 0 0,-19 2 48 0 0,16-1 48 0 0,1 2 32 0 0,-3 1-14 0 0,0 2 1 0 0,1-1-1 0 0,0 0 0 0 0,0 1 0 0 0,1 0 0 0 0,0 1 0 0 0,-9 12 0 0 0,-11 48 458 0 0,24-63-512 0 0,1 3-44 0 0,0-1 1 0 0,0 0-1 0 0,1 1 0 0 0,0-1 0 0 0,0 0 0 0 0,0 0 0 0 0,1 0 1 0 0,0 0-1 0 0,0 0 0 0 0,4 6 0 0 0,-4-9-85 0 0,0 0-1 0 0,0 0 1 0 0,1-1 0 0 0,-1 1-1 0 0,1 0 1 0 0,-1-1 0 0 0,1 0-1 0 0,0 1 1 0 0,0-1-1 0 0,0 0 1 0 0,1 0 0 0 0,-1-1-1 0 0,0 1 1 0 0,1-1 0 0 0,-1 0-1 0 0,0 0 1 0 0,1 0 0 0 0,0 0-1 0 0,6 0 1 0 0,56 3-1927 0 0,-54-4 1378 0 0,0-1 1 0 0,0 0-1 0 0,0-1 1 0 0,0-1-1 0 0,0 0 1 0 0,14-6 0 0 0,-11 4-931 0 0,12-4-2604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2.6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25 3196 0 0,'0'0'1958'0'0,"-2"-3"-1197"0"0,1 1-649 0 0,0 0 1 0 0,0 1-1 0 0,0 0 1 0 0,-1-1-1 0 0,1 1 1 0 0,0 0-1 0 0,-1 0 1 0 0,1 0-1 0 0,-1 0 1 0 0,1 0 0 0 0,-1 0-1 0 0,0 0 1 0 0,1 0-1 0 0,-1 0 1 0 0,0 1-1 0 0,0-1 1 0 0,1 1-1 0 0,-1-1 1 0 0,0 1 0 0 0,-3 0-1 0 0,0-1 177 0 0,3 1-259 0 0,0 0 0 0 0,1 0 0 0 0,-1 0 0 0 0,0 0 0 0 0,0 0 0 0 0,1 0-1 0 0,-1 0 1 0 0,0 0 0 0 0,0 1 0 0 0,1-1 0 0 0,-1 1 0 0 0,-2 1 0 0 0,2-2 11 0 0,-6 2 68 0 0,0 0 0 0 0,0 0 0 0 0,0 1 0 0 0,0 0-1 0 0,0 1 1 0 0,1-1 0 0 0,-1 2 0 0 0,1-1 0 0 0,0 1 0 0 0,-11 9 0 0 0,18-14-99 0 0,-6 5 56 0 0,0 0 1 0 0,1 0 0 0 0,0 0-1 0 0,0 1 1 0 0,0 0-1 0 0,1 0 1 0 0,0 0 0 0 0,-4 8-1 0 0,3 4-18 0 0,3-14-33 0 0,3 1 2 0 0,0-2-4 0 0,0 1 0 0 0,0-1 0 0 0,0 0 0 0 0,1 1 0 0 0,0-1 0 0 0,-1 0 0 0 0,1 0-1 0 0,4 5 1 0 0,-4-6 1 0 0,3-1-39 0 0,13 2 14 0 0,-14-2 3 0 0,2-2-34 0 0,48-15 171 0 0,-50 14 11 0 0,-2 2-100 0 0,0-1-1 0 0,0 1 1 0 0,-1-1-1 0 0,1 1 1 0 0,0-1-1 0 0,0 0 1 0 0,-1 0 0 0 0,1 0-1 0 0,-1 0 1 0 0,1 0-1 0 0,-1 0 1 0 0,1 0-1 0 0,-1 0 1 0 0,2-3 0 0 0,2 0 309 0 0,39-39 1156 0 0,-41 40-793 0 0,-4 8-568 0 0,9 362 620 0 0,0-179-772 0 0,-7-168-3 0 0,0-4-4 0 0,0 0-1 0 0,-1 0 1 0 0,-1 0 0 0 0,-1 0-1 0 0,0 0 1 0 0,-1 0-1 0 0,0-1 1 0 0,-9 24-1 0 0,5-23-8 0 0,5-12 32 0 0,-1 0 23 0 0,-9 11-21 0 0,9-12 33 0 0,-26 2 33 0 0,27-6-69 0 0,1 1 0 0 0,-1-1 0 0 0,1 0 0 0 0,-1 0 1 0 0,0 0-1 0 0,1 0 0 0 0,-1 0 0 0 0,1 0 0 0 0,0 0 0 0 0,-1-1 1 0 0,1 1-1 0 0,-1-2 0 0 0,1 2 1 0 0,-2-2 5 0 0,0 1 0 0 0,1-1-1 0 0,-1-1 1 0 0,1 1 0 0 0,0 0 0 0 0,0-1-1 0 0,0 1 1 0 0,0-1 0 0 0,0 1 0 0 0,1-1 0 0 0,0 0-1 0 0,0 0 1 0 0,-2-7 0 0 0,3 7 2 0 0,-3-9 23 0 0,2-23-65 0 0,2 14-233 0 0,2 1 0 0 0,0 0 0 0 0,1 0 0 0 0,2 0 0 0 0,0 0 0 0 0,1 1 0 0 0,19-39 0 0 0,-5 19-2649 0 0,2 2 0 0 0,50-65 0 0 0,-55 80-1801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3.1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98 2876 0 0,'0'0'4827'0'0,"-1"-4"-4223"0"0,0-14-92 0 0,1 13 857 0 0,0 5-1361 0 0,1 1 1 0 0,-1-1-1 0 0,0-1 0 0 0,1 1 0 0 0,-1 0 1 0 0,0 0-1 0 0,0 0 0 0 0,1 0 0 0 0,-1 0 0 0 0,0 0 1 0 0,1 0-1 0 0,-1 0 0 0 0,0 0 0 0 0,0-1 0 0 0,1 1 1 0 0,-1 0-1 0 0,0 0 0 0 0,0 0 0 0 0,1-1 0 0 0,-1 1 1 0 0,0 0-1 0 0,0 0 0 0 0,0-1 0 0 0,1 1 0 0 0,-1 0 1 0 0,0 0-1 0 0,0-1 0 0 0,0 1 0 0 0,0 0 0 0 0,0 0 1 0 0,1-1-1 0 0,-1 0 12 0 0,0 0 0 0 0,1 1 0 0 0,-1-1 0 0 0,0 0 0 0 0,1 1 0 0 0,-1-1 0 0 0,1 0 0 0 0,-1 1 0 0 0,1-1 1 0 0,-1 1-1 0 0,1-1 0 0 0,0 1 0 0 0,-1-1 0 0 0,1 1 0 0 0,-1 0 0 0 0,1-1 0 0 0,0 1 0 0 0,0-1 0 0 0,-1 1 0 0 0,1 0 0 0 0,0 0 0 0 0,1-1 0 0 0,17-4 64 0 0,-15 4 81 0 0,2 1-98 0 0,0 1-70 0 0,-3-1 14 0 0,1 0 1 0 0,-1 0-1 0 0,0 1 1 0 0,1 0-1 0 0,-1-1 1 0 0,0 1-1 0 0,1 1 0 0 0,-1-1 1 0 0,0 0-1 0 0,0 1 1 0 0,0-1-1 0 0,0 1 1 0 0,0 0-1 0 0,0 0 0 0 0,-1 0 1 0 0,1 1-1 0 0,-1-1 1 0 0,1 1-1 0 0,-1-1 0 0 0,0 1 1 0 0,0 0-1 0 0,3 5 1 0 0,-3-3 1 0 0,0-1 1 0 0,0 2-1 0 0,0-1 0 0 0,-1 0 1 0 0,0 0-1 0 0,0 0 1 0 0,0 1-1 0 0,-1-1 1 0 0,1 0-1 0 0,-1 1 0 0 0,-1-1 1 0 0,1 0-1 0 0,-1 1 1 0 0,-2 9-1 0 0,2-10 54 0 0,-1-1 22 0 0,-17 30 474 0 0,16-31 140 0 0,3-2-626 0 0,-1-1 1 0 0,0 1 0 0 0,0 0 0 0 0,0 0 0 0 0,0 0 0 0 0,0-1 0 0 0,0 1 0 0 0,0 0 0 0 0,0-1-1 0 0,0 1 1 0 0,-1-1 0 0 0,1 1 0 0 0,0-1 0 0 0,0 0 0 0 0,0 0 0 0 0,-1 1 0 0 0,-1-1 0 0 0,1-2-42 0 0,1 0 0 0 0,-1 1 1 0 0,1-1-1 0 0,-1 0 1 0 0,1 0-1 0 0,0-1 0 0 0,0 1 1 0 0,0 0-1 0 0,0 0 1 0 0,0 0-1 0 0,0-1 0 0 0,1 1 1 0 0,-2-5-1 0 0,2 2 23 0 0,1 0-33 0 0,4-5-190 0 0,-1 0 0 0 0,1 0 0 0 0,1 1 0 0 0,0 0-1 0 0,0 0 1 0 0,1 0 0 0 0,0 1 0 0 0,1-1 0 0 0,0 2 0 0 0,13-12 0 0 0,-2 5-1148 0 0,-1 1 0 0 0,2 1 0 0 0,-1 1 0 0 0,26-11 0 0 0,-41 20 332 0 0,-3 2 806 0 0,0 0 1 0 0,1 0-1 0 0,-1 0 1 0 0,0 0-1 0 0,1 0 1 0 0,-1-1-1 0 0,0 1 1 0 0,1-1-1 0 0,-1 1 1 0 0,0-1-1 0 0,0 1 1 0 0,3-2-1 0 0,-2 1-340 0 0,2-1-2438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3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39 3060 0 0,'0'0'808'0'0,"-1"4"-66"0"0,-4 13-72 0 0,4-13 943 0 0,-3 16-847 0 0,3-16 491 0 0,2 0-982 0 0,2 17 776 0 0,-3-21-1044 0 0,0 1 0 0 0,1-1 0 0 0,-1 0 0 0 0,0 1 0 0 0,1-1 0 0 0,-1 1 0 0 0,0-1 0 0 0,1 0 0 0 0,-1 0 0 0 0,1 1 0 0 0,-1-1 0 0 0,1 0 0 0 0,-1 0 0 0 0,1 1 0 0 0,-1-1 0 0 0,1 0 0 0 0,-1 0 0 0 0,1 0 0 0 0,-1 0 0 0 0,1 0 0 0 0,-1 0 0 0 0,2 0 0 0 0,-2 0 0 0 0,1 0-1 0 0,-1 0 0 0 0,1 0 1 0 0,-1 0-1 0 0,1 1 0 0 0,-1-1 0 0 0,1 0 1 0 0,-1 0-1 0 0,1 0 0 0 0,-1 0 1 0 0,1 1-1 0 0,-1-1 0 0 0,1 0 1 0 0,-1 0-1 0 0,0 1 0 0 0,1-1 0 0 0,-1 0 1 0 0,1 1-1 0 0,-1-1 0 0 0,0 0 1 0 0,1 1-1 0 0,-1 0 0 0 0,5-2 2 0 0,12-2 64 0 0,-13 2-2 0 0,16-10 52 0 0,-16 8-77 0 0,29-30 83 0 0,-30 30-123 0 0,-1-1-64 0 0,2-1 59 0 0,8-32 173 0 0,-11 32-149 0 0,-6-2-87 0 0,5 6 65 0 0,0 1 1 0 0,0-1-1 0 0,0 1 0 0 0,0-1 1 0 0,0 1-1 0 0,0 0 1 0 0,0-1-1 0 0,-1 1 0 0 0,1-1 1 0 0,0 1-1 0 0,0 0 1 0 0,0-1-1 0 0,0 1 0 0 0,-1-1 1 0 0,1 1-1 0 0,0 0 1 0 0,0-1-1 0 0,-1 1 0 0 0,1 0 1 0 0,0 0-1 0 0,-1-1 1 0 0,1 1-1 0 0,0 0 0 0 0,-1-1 1 0 0,1 1-1 0 0,0 0 1 0 0,-1 0-1 0 0,1 0 1 0 0,-1 0-1 0 0,1-1 0 0 0,0 1 1 0 0,-1 0-1 0 0,1 0 1 0 0,-1 0-1 0 0,1 0 0 0 0,-1 0 1 0 0,1 0-1 0 0,0 0 1 0 0,-2 0-1 0 0,-3 1 35 0 0,0 1-1 0 0,0-1 1 0 0,0 1-1 0 0,0 0 1 0 0,0 1-1 0 0,0-1 1 0 0,1 1-1 0 0,-1 0 1 0 0,1 0-1 0 0,0 0 1 0 0,0 1-1 0 0,-7 7 1 0 0,6-6 36 0 0,1 0 0 0 0,-1 1 0 0 0,2 0 0 0 0,-1 0 0 0 0,0 0 0 0 0,1 0 0 0 0,1 1 0 0 0,-1-1 1 0 0,1 1-1 0 0,0 0 0 0 0,0-1 0 0 0,1 1 0 0 0,0 0 0 0 0,0 0 0 0 0,0 0 0 0 0,1 0 0 0 0,0 0 0 0 0,1 7 1 0 0,0-10-87 0 0,0 0 0 0 0,1-1 0 0 0,-1 1 1 0 0,1-1-1 0 0,0 1 0 0 0,-1-1 1 0 0,1 0-1 0 0,1 0 0 0 0,-1 0 0 0 0,0 0 1 0 0,1 0-1 0 0,4 4 0 0 0,-4-5 10 0 0,0 1-71 0 0,0-1 0 0 0,0 0-1 0 0,1 0 1 0 0,-1 0 0 0 0,1 0 0 0 0,0-1 0 0 0,-1 0 0 0 0,1 1 0 0 0,0-1-1 0 0,0-1 1 0 0,0 1 0 0 0,0 0 0 0 0,0-1 0 0 0,4 0 0 0 0,-5 0 9 0 0,4 1-141 0 0,0 0 0 0 0,0-1-1 0 0,0 0 1 0 0,-1-1 0 0 0,1 1 0 0 0,0-1-1 0 0,-1 0 1 0 0,11-4 0 0 0,0 1-511 0 0,51-21-2354 0 0,-42 15 1042 0 0,7-4-1945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3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164 14 2548 0 0,'-3'-2'1238'0'0,"0"0"-891"0"0,0 1 0 0 0,0-1 0 0 0,0 1 0 0 0,-1 0 0 0 0,1 0 0 0 0,0 0 0 0 0,-1 0 0 0 0,1 0 0 0 0,-1 1 0 0 0,-4 0 0 0 0,-1 0-125 0 0,0 1 0 0 0,0 1-1 0 0,1-1 1 0 0,-1 2-1 0 0,-8 2 1 0 0,14-4-127 0 0,-2 1-5 0 0,1-1 0 0 0,-1 1 0 0 0,1 1 0 0 0,0-1 0 0 0,-1 0 0 0 0,-5 6 0 0 0,8-7-60 0 0,-1 1 108 0 0,3-1-132 0 0,0-1 1 0 0,-1 0-1 0 0,1 0 0 0 0,-1 0 0 0 0,1 1 1 0 0,0-1-1 0 0,-1 0 0 0 0,1 0 1 0 0,0 1-1 0 0,-1-1 0 0 0,1 0 0 0 0,0 1 1 0 0,0-1-1 0 0,-1 0 0 0 0,1 1 0 0 0,0-1 1 0 0,0 0-1 0 0,0 1 0 0 0,-1-1 0 0 0,1 1 1 0 0,0-1-1 0 0,0 0 0 0 0,0 1 0 0 0,0-1 1 0 0,0 1-1 0 0,-7 9 188 0 0,7-5-101 0 0,0 15-23 0 0,0-15-12 0 0,2 0 3 0 0,1 1-50 0 0,13 20 43 0 0,-7-18-40 0 0,0 0 1 0 0,1 0 0 0 0,12 7-1 0 0,18 11 24 0 0,-36-23-28 0 0,-3-3-10 0 0,0 0 0 0 0,1 1 0 0 0,-1 0 0 0 0,1-1-1 0 0,-1 1 1 0 0,0 0 0 0 0,1 0 0 0 0,-1 0-1 0 0,0-1 1 0 0,0 1 0 0 0,0 0 0 0 0,2 3 0 0 0,-2-3 2 0 0,3 1 40 0 0,26 30 254 0 0,-28-29-196 0 0,-4 1-56 0 0,-1 2-51 0 0,2-4 14 0 0,0 0 0 0 0,0-1 0 0 0,0 1 0 0 0,0 0 0 0 0,0 0 0 0 0,-1 0 0 0 0,1-1 0 0 0,-1 1 0 0 0,1 0 0 0 0,-1-1 0 0 0,-3 3 0 0 0,-4 1-1 0 0,0-1 0 0 0,-1 0 0 0 0,0 0 0 0 0,-19 4 0 0 0,5-2-69 0 0,20-5-112 0 0,-1-1-100 0 0,-14 1-143 0 0,14-1-272 0 0,-5-14-5100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4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0 3212 0 0,'0'0'4786'0'0,"-5"1"-4332"0"0,-17 1-57 0 0,17-1-62 0 0,-1 6 90 0 0,-7 3 164 0 0,2 5-429 0 0,9-11-18 0 0,1 0-9 0 0,1 1-104 0 0,0-1 0 0 0,0 0 0 0 0,0 1 0 0 0,1-1 0 0 0,-1 0 0 0 0,1 1 0 0 0,0-1 0 0 0,0 0 0 0 0,0 0 0 0 0,1 0 0 0 0,0 0 0 0 0,0 0 0 0 0,0 0-1 0 0,0 0 1 0 0,0 0 0 0 0,1-1 0 0 0,4 6 0 0 0,89 81 70 0 0,-93-88-70 0 0,12 13-1 0 0,-12-13 28 0 0,-1 2-36 0 0,-2-3-17 0 0,1 0-1 0 0,-1 0 0 0 0,1 0 0 0 0,-1 0 0 0 0,1 1 1 0 0,-1-1-1 0 0,0 0 0 0 0,1 0 0 0 0,-1 0 0 0 0,0 1 1 0 0,0-1-1 0 0,0 0 0 0 0,0 0 0 0 0,0 1 0 0 0,0-1 1 0 0,-1 0-1 0 0,1 0 0 0 0,0 0 0 0 0,-1 0 0 0 0,1 1 1 0 0,-1-1-1 0 0,1 0 0 0 0,-1 0 0 0 0,1 0 0 0 0,-1 0 1 0 0,-1 2-1 0 0,0 0-11 0 0,-3-1 0 0 0,-7 3-98 0 0,-1 0 0 0 0,0-1 0 0 0,0 0-1 0 0,0-1 1 0 0,-26 3 0 0 0,34-5-264 0 0,0-1-305 0 0,-14-1-329 0 0,14 0-345 0 0,-13-11-5993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4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 3772 0 0,'1'0'238'0'0,"0"-1"-1"0"0,-1 1 0 0 0,1-1 1 0 0,-1 1-1 0 0,1-1 0 0 0,0 1 1 0 0,0-1-1 0 0,-1 1 0 0 0,1-1 1 0 0,0 1-1 0 0,0 0 0 0 0,0 0 0 0 0,-1-1 1 0 0,1 1-1 0 0,0 0 0 0 0,0 0 1 0 0,0 0-1 0 0,0 0 0 0 0,-1 0 1 0 0,2 0-1 0 0,5 11 3255 0 0,-5-8-4407 0 0,-1 0 1170 0 0,0 2-39 0 0,13 109 452 0 0,-14-109-798 0 0,1 1-335 0 0,-1-1 0 0 0,1 1 0 0 0,-1 0 1 0 0,2 0-1 0 0,1 7 0 0 0,0-2-685 0 0,-2-6-339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4.6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35 3544 0 0,'0'0'1204'0'0,"-13"-22"2001"0"0,-4 10-2377 0 0,5 29-9569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5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3 3196 0 0,'5'0'1628'0'0,"20"-3"5290"0"0,-28 5-6690 0 0,-32 17 368 0 0,31-16-458 0 0,1 0-41 0 0,-6 7-27 0 0,1 0 1 0 0,0 1 0 0 0,1-1 0 0 0,0 1 0 0 0,0 1 0 0 0,-8 21 0 0 0,14-29-100 0 0,-1 1 32 0 0,-1 9 12 0 0,1-1 1 0 0,0 1 0 0 0,0 18-1 0 0,2-28 44 0 0,17 3-53 0 0,-14-5-3 0 0,1 0 111 0 0,2-3-47 0 0,37-12 108 0 0,-40 11-114 0 0,2 0-2 0 0,13-9 40 0 0,-14 8-20 0 0,0 0-28 0 0,-1-2-10 0 0,0 0 1 0 0,1 0-1 0 0,-2 0 1 0 0,1 0-1 0 0,0 0 1 0 0,-1-1-1 0 0,0 1 1 0 0,0-1-1 0 0,-1 1 0 0 0,0-1 1 0 0,1-8-1 0 0,-2 9 13 0 0,-8-17 66 0 0,-6 5-92 0 0,11 13-12 0 0,-1 2-34 0 0,-34-23-2039 0 0,34 22 913 0 0,-12-6-5205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5.5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31 3040 0 0,'0'0'1459'0'0,"4"-1"-153"0"0,13-4-252 0 0,-13 4 1301 0 0,20 3-1350 0 0,-19-2-635 0 0,-4 0-316 0 0,1 1 1 0 0,-1-1-1 0 0,1 1 1 0 0,-1-1-1 0 0,1 1 0 0 0,-1 0 1 0 0,1-1-1 0 0,-1 1 1 0 0,0 0-1 0 0,1 0 0 0 0,-1 0 1 0 0,0 0-1 0 0,0 0 1 0 0,0 0-1 0 0,0 1 0 0 0,0-1 1 0 0,1 2-1 0 0,12 8 338 0 0,-11-7-144 0 0,21 38 224 0 0,-22-37-364 0 0,0-1-4 0 0,4 14-10 0 0,-4-13 35 0 0,-1 0-77 0 0,1 15 36 0 0,-1-15 35 0 0,-2-1-76 0 0,0 1 64 0 0,0 0 0 0 0,0 0 0 0 0,-1 0 0 0 0,1 0 0 0 0,-1-1 0 0 0,-3 6 1 0 0,3-8 822 0 0,-2-3-767 0 0,1 0-81 0 0,0 0 1 0 0,0-1-1 0 0,0 1 0 0 0,0-1 0 0 0,1 0 1 0 0,-1 0-1 0 0,0 0 0 0 0,1 0 0 0 0,-1 0 1 0 0,-3-5-1 0 0,4 4 117 0 0,1-1 142 0 0,-2-13-182 0 0,2 13-73 0 0,2-2 6 0 0,-1 5-97 0 0,1-5 43 0 0,0 0 1 0 0,0 0-1 0 0,0 0 1 0 0,1 0-1 0 0,0 0 0 0 0,0 0 1 0 0,1 1-1 0 0,0-1 1 0 0,0 0-1 0 0,0 1 1 0 0,0 0-1 0 0,5-5 1 0 0,39-28 155 0 0,-42 34-184 0 0,1 1 0 0 0,-1 0 0 0 0,1 0 0 0 0,0 0 0 0 0,0 1 0 0 0,0 0 0 0 0,1 0 0 0 0,9-1 0 0 0,-10 2-14 0 0,0 0 22 0 0,-1 0 0 0 0,1 0 0 0 0,-1 0 0 0 0,0 1 0 0 0,1 0 0 0 0,-1 0 0 0 0,1 1 0 0 0,10 2 0 0 0,-11-2-58 0 0,6 1 3 0 0,19 11-8 0 0,-24-9-65 0 0,-1-1 0 0 0,1 1 0 0 0,0 1 0 0 0,-1-1 0 0 0,0 1 0 0 0,0 0 0 0 0,0 0 0 0 0,-1 0 0 0 0,0 1 0 0 0,0-1 0 0 0,0 1 0 0 0,-1 0 0 0 0,1 1 0 0 0,-2-1 0 0 0,1 0 0 0 0,-1 1 1 0 0,1-1-1 0 0,-2 1 0 0 0,1 0 0 0 0,-1 0 0 0 0,0 0 0 0 0,-1 0 0 0 0,0 12 0 0 0,-1 1-1085 0 0,-1 0 1 0 0,-1-1 0 0 0,0 0-1 0 0,-2 1 1 0 0,0-1 0 0 0,-1-1 0 0 0,-12 24-1 0 0,-2 1-4816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7.6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1 126 2704 0 0,'0'0'8531'0'0,"6"0"-8426"0"0,53-1 261 0 0,-54 1-272 0 0,2 0 14 0 0,141-3 977 0 0,-143 3-1033 0 0,2 0-21 0 0,66 0 91 0 0,198 1-21 0 0,-220-1-109 0 0,53-7 133 0 0,280-9 196 0 0,-338 15-317 0 0,21 0 40 0 0,534 2 336 0 0,-212-23 53 0 0,-132 4-360 0 0,680 6 1049 0 0,62 3-986 0 0,-943 3-95 0 0,-44 5-21 0 0,129-21 112 0 0,-137 21-118 0 0,1 0-52 0 0,13-2 48 0 0,-14 2 227 0 0,1 0-184 0 0,-1 1 100 0 0,-1-1 0 0 0,1 1 1 0 0,0-1-1 0 0,0 1 1 0 0,0 1-1 0 0,-1-1 1 0 0,1 0-1 0 0,7 3 1 0 0,-8-2 24 0 0,-2 4-125 0 0,49 198 703 0 0,-46-185-679 0 0,4 14 90 0 0,17 42-1 0 0,-20-61-135 0 0,-3-9 2 0 0,-1-1-4 0 0,6 12-22 0 0,-5-11-33 0 0,-1-1 28 0 0,1-1-983 0 0,3 5 2355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7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3528 0 0,'0'0'8731'0'0,"2"3"-8382"0"0,40 42 780 0 0,-39-42-1059 0 0,0 0-144 0 0,0 0 1 0 0,0-1-1 0 0,0 1 0 0 0,0-1 1 0 0,1 1-1 0 0,-1-1 1 0 0,6 2-1 0 0,-7-3-52 0 0,1 1-465 0 0,7 2-487 0 0,-9-3 882 0 0,0-1-1 0 0,0 1 1 0 0,-1-1-1 0 0,1 1 1 0 0,0-1-1 0 0,0 1 1 0 0,0-1-1 0 0,-1 0 0 0 0,1 1 1 0 0,0-1-1 0 0,0 0 1 0 0,0 1-1 0 0,0-1 1 0 0,0 0-1 0 0,0 0 1 0 0,0 0-1 0 0,0 0 1 0 0,0 0-1 0 0,1 0 1 0 0,19 1-2547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8.1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21 3088 0 0,'0'0'6235'0'0,"-2"-3"-5650"0"0,-3-11-91 0 0,3 11 1017 0 0,-2 5-1338 0 0,-56 53 219 0 0,-1-2-2278 0 0,19-21-3023 0 0,19-15-734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39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552 133 3784 0 0,'-3'-3'305'0'0,"0"0"1"0"0,0 0-1 0 0,0 0 0 0 0,-1 0 0 0 0,1 0 0 0 0,0 1 0 0 0,-1 0 0 0 0,0 0 0 0 0,0 0 0 0 0,1 0 1 0 0,-1 0-1 0 0,0 1 0 0 0,-8-2 0 0 0,3 1-23 0 0,0 1 0 0 0,0 0 1 0 0,0 0-1 0 0,0 1 0 0 0,0 1 0 0 0,-11 1 0 0 0,-1 1 92 0 0,-1 2 0 0 0,2 1 1 0 0,-1 0-1 0 0,-35 17 0 0 0,34-11-57 0 0,0 0 0 0 0,1 1 0 0 0,0 2 0 0 0,1 0 0 0 0,1 1 0 0 0,-33 36 0 0 0,40-38-187 0 0,0 0 1 0 0,2 0 0 0 0,-1 1-1 0 0,2 0 1 0 0,0 1-1 0 0,1 0 1 0 0,1 1 0 0 0,0-1-1 0 0,1 1 1 0 0,-4 21-1 0 0,9-34-104 0 0,1 1-1 0 0,-1 0 0 0 0,1 0 0 0 0,-1 0 1 0 0,1 0-1 0 0,1-1 0 0 0,-1 1 1 0 0,1 0-1 0 0,0 0 0 0 0,0 0 0 0 0,0-1 1 0 0,0 1-1 0 0,1-1 0 0 0,0 1 0 0 0,0-1 1 0 0,0 1-1 0 0,4 4 0 0 0,-1-3-56 0 0,0-1-1 0 0,-1 0 1 0 0,2 0 0 0 0,-1-1 0 0 0,0 0-1 0 0,1 0 1 0 0,0 0 0 0 0,0 0-1 0 0,0-1 1 0 0,12 5 0 0 0,2-2-257 0 0,0 0 0 0 0,1-1-1 0 0,-1-1 1 0 0,1-1 0 0 0,0-1 0 0 0,36-1 0 0 0,-8-4-435 0 0,0-1-1 0 0,0-3 0 0 0,94-25 0 0 0,-117 24 339 0 0,-1 0 0 0 0,-1-2 0 0 0,0-1 0 0 0,0-1-1 0 0,-1-1 1 0 0,0-1 0 0 0,-1-1 0 0 0,-1-1 0 0 0,20-19 0 0 0,-30 23 301 0 0,-1 0 1 0 0,0-1-1 0 0,-1 0 1 0 0,0-1 0 0 0,-1 0-1 0 0,-1 0 1 0 0,0-1-1 0 0,-1 0 1 0 0,0 0 0 0 0,-2-1-1 0 0,6-30 1 0 0,-6 20 738 0 0,-1 0 0 0 0,-1-1 0 0 0,-2 1 0 0 0,0 0-1 0 0,-2 0 1 0 0,-8-38 0 0 0,10 60-370 0 0,-2 0-27 0 0,-5-14 1202 0 0,3 18-1035 0 0,-14 2-44 0 0,17-2-373 0 0,1 0 1 0 0,0 0 0 0 0,0 0 0 0 0,0 0-1 0 0,-1 0 1 0 0,1 0 0 0 0,0 0-1 0 0,0 0 1 0 0,-1 0 0 0 0,1 0 0 0 0,0 0-1 0 0,0 0 1 0 0,0 1 0 0 0,-1-1 0 0 0,1 0-1 0 0,0 0 1 0 0,0 0 0 0 0,0 0 0 0 0,-1 0-1 0 0,1 0 1 0 0,0 1 0 0 0,0-1 0 0 0,0 0-1 0 0,0 0 1 0 0,-1 0 0 0 0,1 0 0 0 0,0 1-1 0 0,0-1 1 0 0,0 0 0 0 0,0 0 0 0 0,0 0-1 0 0,0 1 1 0 0,0-1 0 0 0,0 0 0 0 0,0 1-1 0 0,-1-1-6 0 0,-3 10 160 0 0,0 1-1 0 0,1-1 0 0 0,0 1 1 0 0,-2 14-1 0 0,-7 54 281 0 0,-2 119 1 0 0,14-181-546 0 0,0-14 84 0 0,0 0-1 0 0,0 0 1 0 0,0 0-1 0 0,0 0 1 0 0,1-1-1 0 0,-1 1 1 0 0,1 0-1 0 0,2 5 1 0 0,1 5-153 0 0,-4-12 163 0 0,3 8-250 0 0,0 1-1 0 0,1-1 0 0 0,8 15 1 0 0,-10-21 81 0 0,0 1-1 0 0,0-1 1 0 0,0 0 0 0 0,1 0 0 0 0,-1 0 0 0 0,1 0 0 0 0,0 0 0 0 0,0 0 0 0 0,0-1-1 0 0,0 0 1 0 0,1 1 0 0 0,-1-1 0 0 0,0 0 0 0 0,1-1 0 0 0,0 1 0 0 0,6 2 0 0 0,1-3-72 0 0,0 1 1 0 0,0-1-1 0 0,1-1 1 0 0,-1 0 0 0 0,0-1-1 0 0,0 0 1 0 0,0 0-1 0 0,0-1 1 0 0,0-1 0 0 0,0 0-1 0 0,-1 0 1 0 0,1-1-1 0 0,14-8 1 0 0,-13 7 262 0 0,-5 2 76 0 0,0-1 0 0 0,0 1 0 0 0,0-2-1 0 0,-1 1 1 0 0,12-10 0 0 0,-7 5 344 0 0,-2-1 1 0 0,1 0-1 0 0,-2 0 1 0 0,1-1-1 0 0,12-23 0 0 0,-19 31-114 0 0,-1-2-18 0 0,4-13-48 0 0,-4 14 146 0 0,-2-2-237 0 0,-1-15-40 0 0,1 16 74 0 0,0 4-186 0 0,0 0 1 0 0,0 0-1 0 0,0 0 1 0 0,0 0-1 0 0,0-1 1 0 0,0 1-1 0 0,0 0 1 0 0,0-1-1 0 0,0 1 1 0 0,0 0-1 0 0,0-3 1 0 0,1 4-7 0 0,-3-3 203 0 0,1 2-189 0 0,-1 0-1 0 0,0 1 0 0 0,1-1 1 0 0,-1 1-1 0 0,0 0 1 0 0,1 0-1 0 0,-1 0 1 0 0,0 0-1 0 0,1 1 1 0 0,-1-1-1 0 0,-3 2 0 0 0,-1 1 60 0 0,0 0 0 0 0,0 1 0 0 0,0 0 0 0 0,1 1 0 0 0,-1-1 0 0 0,1 1 0 0 0,0 1 0 0 0,1-1 0 0 0,-1 1 0 0 0,1 0 0 0 0,0 0-1 0 0,0 0 1 0 0,-4 10 0 0 0,-14 24 261 0 0,21-36-261 0 0,1 1 48 0 0,-4 16-16 0 0,4-16 60 0 0,2 0-127 0 0,3 15-29 0 0,-4-15-27 0 0,3-2 27 0 0,-3-2-12 0 0,1 0-1 0 0,-1-1 0 0 0,1 1 0 0 0,-1 0 0 0 0,1 0 0 0 0,-1 0 0 0 0,1 0 1 0 0,-1-1-1 0 0,1 1 0 0 0,0 0 0 0 0,-1-1 0 0 0,1 1 0 0 0,0 0 0 0 0,0-1 0 0 0,-1 1 1 0 0,1-1-1 0 0,0 1 0 0 0,0-1 0 0 0,0 0 0 0 0,0 1 0 0 0,0-1 0 0 0,0 0 0 0 0,0 1 1 0 0,1-1-1 0 0,19 1 12 0 0,-19-1-7 0 0,1-1 0 0 0,0 1 0 0 0,-1-1 0 0 0,1 0 0 0 0,0 0 0 0 0,-1 0 0 0 0,1 0 0 0 0,-1 0 0 0 0,1-1 0 0 0,-1 1 0 0 0,0-1 0 0 0,0 1 0 0 0,1-1 0 0 0,-1 0 0 0 0,3-4 0 0 0,-4 5 1 0 0,3-2 18 0 0,-3 2-21 0 0,0-1 1 0 0,0 0-1 0 0,0 1 1 0 0,0-1 0 0 0,1 1-1 0 0,-1 0 1 0 0,1-1-1 0 0,-1 1 1 0 0,1 0-1 0 0,2-2 1 0 0,-1 0 67 0 0,0 0 45 0 0,9-10 14 0 0,-9 10-22 0 0,24-26 678 0 0,-25 26-554 0 0,1 7-205 0 0,16 32 95 0 0,-17-31-90 0 0,0-2-33 0 0,1 1-160 0 0,0 0 0 0 0,0 0 1 0 0,0-1-1 0 0,0 1 0 0 0,1-1 0 0 0,-1 0 1 0 0,1 0-1 0 0,0 0 0 0 0,0 0 0 0 0,0-1 0 0 0,6 3 1 0 0,-7-4-50 0 0,1 0 1 0 0,0 0 0 0 0,0-1-1 0 0,-1 0 1 0 0,1 1 0 0 0,0-1-1 0 0,0 0 1 0 0,0-1 0 0 0,0 1-1 0 0,-1-1 1 0 0,1 0 0 0 0,0 0-1 0 0,-1 0 1 0 0,1 0 0 0 0,0-1-1 0 0,-1 1 1 0 0,1-1 0 0 0,3-3-1 0 0,8-6-63 0 0,0-1 0 0 0,-1-1 0 0 0,-1 0 0 0 0,0-1 0 0 0,-1 0 0 0 0,0-1 0 0 0,19-32 0 0 0,-29 43 414 0 0,-2 3-116 0 0,0-1 0 0 0,0 1 0 0 0,1 0 0 0 0,-1 0 0 0 0,0-1-1 0 0,1 1 1 0 0,0 0 0 0 0,-1 0 0 0 0,1 0 0 0 0,0 0 0 0 0,-1-1 0 0 0,3 0 0 0 0,-2-1 30 0 0,1-1 982 0 0,-6-3-742 0 0,4 6-270 0 0,1 1 0 0 0,-1-1 0 0 0,0 1 0 0 0,0-1-1 0 0,0 1 1 0 0,-1-1 0 0 0,1 1 0 0 0,0-1 0 0 0,0 1 0 0 0,0-1 0 0 0,0 1 0 0 0,0-1-1 0 0,-1 1 1 0 0,1-1 0 0 0,0 1 0 0 0,0 0 0 0 0,-1-1 0 0 0,1 1 0 0 0,0-1-1 0 0,-1 1 1 0 0,1 0 0 0 0,0-1 0 0 0,-1 1 0 0 0,1 0 0 0 0,0-1 0 0 0,-1 1 0 0 0,1 0-1 0 0,-1 0 1 0 0,1-1 0 0 0,-1 1 0 0 0,1 0 0 0 0,-1 0 0 0 0,1 0 0 0 0,-1 0-1 0 0,1-1 1 0 0,-1 1 0 0 0,0 0 0 0 0,-19 5 225 0 0,15-4-11 0 0,1 0-56 0 0,-13 7-104 0 0,13-6 110 0 0,0 0 28 0 0,-11 9-6 0 0,12-9-9 0 0,0 1-11 0 0,2-1-141 0 0,-1-1-1 0 0,1 1 1 0 0,0 0 0 0 0,0 0 0 0 0,0 0 0 0 0,0 0-1 0 0,0 0 1 0 0,0 0 0 0 0,1 0 0 0 0,-1 0 0 0 0,1 1-1 0 0,-1-1 1 0 0,1 0 0 0 0,0 0 0 0 0,0 5 0 0 0,0-2 32 0 0,15 14 104 0 0,-11-17-196 0 0,7 6 7 0 0,0-2 0 0 0,0 1 1 0 0,1-2-1 0 0,17 7 0 0 0,-23-11 1 0 0,27 14-74 0 0,-29-13 76 0 0,-5 3-20 0 0,-4 14 23 0 0,0-12 4 0 0,-10 2-1 0 0,11-6-16 0 0,-1-1-13 0 0,-13 6 16 0 0,14-6 11 0 0,-1 0-44 0 0,2-1-470 0 0,-10 4 1187 0 0,3-5-7620 0 0,12-4 4363 0 0,3-17-1843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0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22 3340 0 0,'0'0'4092'0'0,"-1"-3"-3602"0"0,1 2-423 0 0,-1-1 1 0 0,1 1-1 0 0,-1 0 0 0 0,1 0 0 0 0,-1 0 1 0 0,0 1-1 0 0,1-1 0 0 0,-1 0 0 0 0,0 0 1 0 0,0 0-1 0 0,0 0 0 0 0,1 1 0 0 0,-1-1 1 0 0,0 0-1 0 0,0 1 0 0 0,0-1 1 0 0,0 1-1 0 0,0-1 0 0 0,0 1 0 0 0,0-1 1 0 0,-1 1-1 0 0,1 0 0 0 0,0-1 0 0 0,0 1 1 0 0,0 0-1 0 0,0 0 0 0 0,0 0 0 0 0,0 0 1 0 0,-1 0-1 0 0,1 0 0 0 0,0 0 0 0 0,0 0 1 0 0,0 1-1 0 0,0-1 0 0 0,0 0 0 0 0,0 1 1 0 0,0-1-1 0 0,-1 1 0 0 0,1-1 1 0 0,0 1-1 0 0,1-1 0 0 0,-3 2 0 0 0,-25 29 556 0 0,25-28-238 0 0,4 2-305 0 0,0 14-28 0 0,-1-15-6 0 0,13 10 1 0 0,-7-9-62 0 0,0 0 1 0 0,1-1-1 0 0,0 1 0 0 0,-1-1 1 0 0,2-1-1 0 0,-1 1 1 0 0,0-1-1 0 0,12 3 0 0 0,-1 1 4 0 0,3 3 42 0 0,-18-9-40 0 0,0 1 0 0 0,-1-1 10 0 0,-1 0 0 0 0,1 0-1 0 0,-1 0 1 0 0,0 0 0 0 0,0 0 0 0 0,1 0 0 0 0,-1 0-1 0 0,0 1 1 0 0,0-1 0 0 0,0 0 0 0 0,0 0 0 0 0,-1 1-1 0 0,1-1 1 0 0,0 1 0 0 0,-1-1 0 0 0,1 1-1 0 0,0-1 1 0 0,-1 1 0 0 0,0 0 0 0 0,1-1 0 0 0,-1 3-1 0 0,1 0 10 0 0,-10 1-16 0 0,-4 6-1 0 0,-5-1 2 0 0,14-8 0 0 0,-1 0 4 0 0,-14 4 6 0 0,14-4-25 0 0,1-2-82 0 0,-13 4-136 0 0,13-4-69 0 0,-1 0-1819 0 0,-12-2 941 0 0,12 1-219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0.6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 3944 0 0,'0'0'1278'0'0,"4"-1"-52"0"0,14-6 4198 0 0,-16 10-5044 0 0,14 42 962 0 0,-15-39-1221 0 0,0-1-11 0 0,20 66 208 0 0,-20-67-395 0 0,1 0-86 0 0,7 12 287 0 0,-2-2-2195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0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32 3816 0 0,'0'0'1192'0'0,"-16"-14"1941"0"0,2-4-2689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1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0 209 3020 0 0,'0'0'3303'0'0,"5"2"-2597"0"0,14 2-96 0 0,-14-3 328 0 0,0-1-582 0 0,14-3-99 0 0,0 0 1 0 0,0-1-1 0 0,0-1 1 0 0,19-7-1 0 0,-27 8-204 0 0,1 0 0 0 0,-1-1 0 0 0,-1 0-1 0 0,1-1 1 0 0,-1 0 0 0 0,0-1 0 0 0,0 0 0 0 0,17-16 0 0 0,-1-19 120 0 0,-24 37 10 0 0,-2-1-145 0 0,-3-17-125 0 0,3 18 168 0 0,-1 3-67 0 0,1 1 0 0 0,0 0 1 0 0,-1-1-1 0 0,1 1 1 0 0,-1 0-1 0 0,1 0 0 0 0,-1 0 1 0 0,0 0-1 0 0,0-1 1 0 0,1 1-1 0 0,-1 0 0 0 0,-2-1 1 0 0,2 0 13 0 0,-2-2 65 0 0,1 2-9 0 0,-10-9-4 0 0,9 9 98 0 0,-1 1-42 0 0,1 0-76 0 0,0 1-1 0 0,1 0 1 0 0,-1 0-1 0 0,0 0 1 0 0,0 0-1 0 0,0 0 0 0 0,0 0 1 0 0,1 1-1 0 0,-1 0 1 0 0,0-1-1 0 0,0 1 0 0 0,1 0 1 0 0,-1 0-1 0 0,1 1 1 0 0,-1-1-1 0 0,-4 3 0 0 0,3 0 15 0 0,0-1 0 0 0,0 1 0 0 0,0 0 0 0 0,1 0-1 0 0,0 0 1 0 0,-1 1 0 0 0,2-1 0 0 0,-5 9 0 0 0,0 1 30 0 0,1 2 1 0 0,1-1 0 0 0,0 1-1 0 0,1 0 1 0 0,-3 26 0 0 0,0 163 380 0 0,4-67-1316 0 0,2-81-1036 0 0,0-35 1030 0 0,1-17 63 0 0,0 1-57 0 0,1 1 442 0 0,0 3-1 0 0,-1 2-5077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1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1 110 2560 0 0,'0'0'5833'0'0,"0"-5"-5291"0"0,3-14-87 0 0,-3 14-100 0 0,6 3-59 0 0,51-16 166 0 0,28-3 599 0 0,-27 8-185 0 0,30-6 559 0 0,-84 18-1193 0 0,-3 1-233 0 0,-1 0 0 0 0,0 0 0 0 0,1 1 0 0 0,-1-1-1 0 0,0 0 1 0 0,1 0 0 0 0,-1 0 0 0 0,1 0 0 0 0,-1 0 0 0 0,0 0-1 0 0,1 0 1 0 0,-1 0 0 0 0,0 0 0 0 0,1 0 0 0 0,-1 0 0 0 0,1 0 0 0 0,-1 0-1 0 0,0 0 1 0 0,1 0 0 0 0,-1 0 0 0 0,0-1 0 0 0,1 1 0 0 0,-1 0-1 0 0,0 0 1 0 0,1 0 0 0 0,-1-1 0 0 0,0 1 0 0 0,1-1 0 0 0,0 1 43 0 0,0-1 1 0 0,0 1 0 0 0,-1-1-1 0 0,1 1 1 0 0,0 0 0 0 0,0-1-1 0 0,0 1 1 0 0,0 0 0 0 0,0-1-1 0 0,-1 1 1 0 0,1 0 0 0 0,0 0 0 0 0,0 0-1 0 0,0 0 1 0 0,0 0 0 0 0,0 0-1 0 0,0 0 1 0 0,0 0 0 0 0,1 0-1 0 0,20 4 280 0 0,-21 1-226 0 0,0 15-58 0 0,-1-15-19 0 0,0 1 1 0 0,0 15-5 0 0,0-16-3 0 0,1 0-8 0 0,1 18 8 0 0,-1-18-13 0 0,-1 0-23 0 0,4 16-19 0 0,-3-15-98 0 0,0-2-634 0 0,5 14 135 0 0,-5-13-147 0 0,26-9-12897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1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42 3340 0 0,'-1'-5'1142'0'0,"-3"-12"-163"0"0,4 12 371 0 0,-1 5-1327 0 0,1 0 0 0 0,0 0 0 0 0,-1 0 0 0 0,1 0-1 0 0,0 0 1 0 0,-1 0 0 0 0,1 0 0 0 0,0 0 0 0 0,-1 0 0 0 0,1 0-1 0 0,0 0 1 0 0,-1-1 0 0 0,1 1 0 0 0,0 0 0 0 0,-1 0-1 0 0,1 0 1 0 0,0 0 0 0 0,0-1 0 0 0,-1 1 0 0 0,1 0 0 0 0,0 0-1 0 0,0-1 1 0 0,0 1 0 0 0,-1 0 0 0 0,1 0 0 0 0,0-1 0 0 0,0 1-1 0 0,0 0 1 0 0,0 0 0 0 0,-1-1 0 0 0,1 0 22 0 0,0 0-1 0 0,-1 1 1 0 0,1-1 0 0 0,0 1 0 0 0,-1-1 0 0 0,1 1 0 0 0,-1-1 0 0 0,1 1-1 0 0,0-1 1 0 0,-1 1 0 0 0,1-1 0 0 0,-1 1 0 0 0,0 0 0 0 0,1-1-1 0 0,-1 1 1 0 0,1 0 0 0 0,-1 0 0 0 0,1-1 0 0 0,-1 1 0 0 0,0 0-1 0 0,1 0 1 0 0,-1 0 0 0 0,0-1 0 0 0,1 1 0 0 0,-1 0 0 0 0,-1 0-1 0 0,-4 0-360 0 0,0 0-1 0 0,0 0 0 0 0,-1 1 0 0 0,1 0 0 0 0,-6 1 0 0 0,8 0-864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2.0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176 8 2736 0 0,'0'0'7419'0'0,"-3"-2"-6998"0"0,0 1-349 0 0,0 0-1 0 0,0 0 1 0 0,0 0 0 0 0,0 0 0 0 0,0 1 0 0 0,0-1 0 0 0,0 1 0 0 0,-1 0-1 0 0,1 0 1 0 0,0 0 0 0 0,0 1 0 0 0,0-1 0 0 0,0 1 0 0 0,0-1 0 0 0,0 1-1 0 0,0 0 1 0 0,0 0 0 0 0,0 1 0 0 0,0-1 0 0 0,0 1 0 0 0,-4 2 0 0 0,-5 3 71 0 0,1 1 1 0 0,0 0 0 0 0,1 0 0 0 0,-10 11 0 0 0,16-16-90 0 0,1 0 1 0 0,0 0-1 0 0,0 0 1 0 0,0 0-1 0 0,1 1 1 0 0,-1-1-1 0 0,1 1 1 0 0,0 0-1 0 0,0 0 1 0 0,0 0 0 0 0,0 0-1 0 0,1 0 1 0 0,0 0-1 0 0,-1 0 1 0 0,2 0-1 0 0,-1 1 1 0 0,0-1-1 0 0,1 0 1 0 0,0 1-1 0 0,0-1 1 0 0,0 1-1 0 0,1-1 1 0 0,-1 0-1 0 0,1 0 1 0 0,0 1-1 0 0,0-1 1 0 0,0 0-1 0 0,1 0 1 0 0,3 6-1 0 0,-3-6-48 0 0,0-1-1 0 0,0 0 0 0 0,0-1 0 0 0,0 1 1 0 0,1 0-1 0 0,-1-1 0 0 0,1 1 0 0 0,0-1 1 0 0,0 0-1 0 0,0 1 0 0 0,0-2 0 0 0,3 3 1 0 0,-2-2-20 0 0,0 0-44 0 0,0 0 0 0 0,0-1 0 0 0,1 1-1 0 0,-1-1 1 0 0,0 0 0 0 0,1 0 0 0 0,-1 0 0 0 0,1-1 0 0 0,-1 0-1 0 0,1 0 1 0 0,7 0 0 0 0,-8-1-21 0 0,6 1-295 0 0,0-1 0 0 0,0 0 0 0 0,0-1 0 0 0,0 0 0 0 0,0-1 0 0 0,0 0-1 0 0,13-6 1 0 0,29-19-5048 0 0,-31 14 88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3.3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145 233 3300 0 0,'0'0'3505'0'0,"2"-4"-2632"0"0,8-37 2879 0 0,-10 37-2418 0 0,-2-1-965 0 0,-19-30 693 0 0,19 32-846 0 0,-2 2-146 0 0,-17-4 94 0 0,15 5-120 0 0,-15 4-3 0 0,16-4 4 0 0,0 3 7 0 0,0 0-24 0 0,-1 1 0 0 0,1 0-1 0 0,0 0 1 0 0,0 0-1 0 0,0 1 1 0 0,1 0 0 0 0,-1 0-1 0 0,1 0 1 0 0,1 0 0 0 0,-1 1-1 0 0,-4 9 1 0 0,6-12-4 0 0,0 2 16 0 0,0 2-14 0 0,1 0 0 0 0,0 0 0 0 0,0 1 0 0 0,0-1 0 0 0,1 0 0 0 0,0 0 0 0 0,2 14 0 0 0,-1-18-18 0 0,-1-2-7 0 0,1 1 1 0 0,-1-1-1 0 0,1 0 0 0 0,-1 0 0 0 0,1 0 0 0 0,0-1 0 0 0,-1 1 0 0 0,1 0 0 0 0,0 0 0 0 0,0 0 0 0 0,0 0 0 0 0,0-1 0 0 0,-1 1 1 0 0,1 0-1 0 0,0-1 0 0 0,0 1 0 0 0,0 0 0 0 0,0-1 0 0 0,1 0 0 0 0,-1 1 0 0 0,0-1 0 0 0,0 0 0 0 0,1 1 0 0 0,19 4-1 0 0,-16-4 8 0 0,16-5 22 0 0,-17 3-6 0 0,1 0-2 0 0,-1 0 1 0 0,0-1 0 0 0,0 0-1 0 0,0 0 1 0 0,-1 0 0 0 0,1 0-1 0 0,0-1 1 0 0,-1 1 0 0 0,6-6-1 0 0,-6 5 56 0 0,2-7-8 0 0,6-5 328 0 0,-11 15-425 0 0,7-14 407 0 0,-6 14-352 0 0,-1 0-1 0 0,1 0 1 0 0,-1 0-1 0 0,1 0 1 0 0,-1 1-1 0 0,1-1 1 0 0,-1 0 0 0 0,1 0-1 0 0,-1 0 1 0 0,1 0-1 0 0,-1 1 1 0 0,1-1-1 0 0,-1 0 1 0 0,1 0-1 0 0,-1 1 1 0 0,0-1-1 0 0,1 0 1 0 0,-1 1-1 0 0,0-1 1 0 0,1 0-1 0 0,-1 1 1 0 0,0-1 0 0 0,1 0-1 0 0,-1 1 1 0 0,0-1-1 0 0,0 1 1 0 0,1-1-1 0 0,-1 1 1 0 0,0 0-1 0 0,3 2 11 0 0,8 18-133 0 0,-6-19 4 0 0,11 9 12 0 0,-11-9 87 0 0,-1 0-181 0 0,41 10-609 0 0,-41-11 657 0 0,-2-1 113 0 0,0 0-1 0 0,-1 0 0 0 0,1 0 0 0 0,-1 0 0 0 0,1 0 0 0 0,-1 0 0 0 0,1-1 0 0 0,-1 1 0 0 0,1-1 0 0 0,-1 1 0 0 0,1-1 0 0 0,1 0 0 0 0,-2 1-6 0 0,3-1-46 0 0,1-2 19 0 0,1-1 26 0 0,1-1 1 0 0,-1 1-1 0 0,0-1 1 0 0,0-1-1 0 0,-1 1 0 0 0,1-1 1 0 0,-1 0-1 0 0,6-10 1 0 0,5-19 258 0 0,-2-1 0 0 0,17-74 0 0 0,-30 106-44 0 0,3-20 160 0 0,-3 20 6 0 0,-1-1-224 0 0,-3-11 30 0 0,3 11 374 0 0,-2 7-476 0 0,0-1 0 0 0,-1 1 1 0 0,2-1-1 0 0,-1 1 1 0 0,0 0-1 0 0,0 0 0 0 0,0 0 1 0 0,1 0-1 0 0,-1 0 0 0 0,1 0 1 0 0,0 0-1 0 0,0 0 1 0 0,0 1-1 0 0,0-1 0 0 0,0 0 1 0 0,-1 5-1 0 0,-2 21 180 0 0,3-23-153 0 0,1 2-17 0 0,2 13-19 0 0,0 1 1 0 0,1-2-1 0 0,9 28 0 0 0,-7-31-337 0 0,1 0-1 0 0,1-1 1 0 0,1 0-1 0 0,13 21 0 0 0,-18-33-352 0 0,15 16-3301 0 0,2-14 726 0 0,-16-4 1260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3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89 3980 0 0,'0'0'5788'0'0,"-4"-1"-4942"0"0,-10-5-190 0 0,10 5 596 0 0,8-1-996 0 0,149-47 518 0 0,-109 35-497 0 0,-40 13-107 0 0,1-1 41 0 0,35-9 731 0 0,-36 10-5 0 0,-4 1-930 0 0,0 0 1 0 0,0 0-1 0 0,0 1 1 0 0,1-1 0 0 0,-1 0-1 0 0,0 1 1 0 0,0-1-1 0 0,0 0 1 0 0,0 0-1 0 0,0 1 1 0 0,0-1 0 0 0,1 0-1 0 0,-1 0 1 0 0,0 1-1 0 0,0-1 1 0 0,0 0-1 0 0,1 0 1 0 0,-1 1-1 0 0,0-1 1 0 0,0 0 0 0 0,1 0-1 0 0,-1 0 1 0 0,0 0-1 0 0,0 0 1 0 0,1 1-1 0 0,-1-1 1 0 0,0 0 0 0 0,1 0-1 0 0,-1 0 1 0 0,0 0-1 0 0,0 0 1 0 0,1 0-1 0 0,0 0 9 0 0,0 0-1 0 0,-1 1 1 0 0,1-1-1 0 0,-1 0 1 0 0,1 0-1 0 0,0 1 1 0 0,-1-1-1 0 0,1 0 1 0 0,0 1-1 0 0,-1-1 1 0 0,1 0-1 0 0,-1 1 1 0 0,1-1-1 0 0,-1 1 1 0 0,1-1-1 0 0,-1 1 1 0 0,1-1-1 0 0,-1 1 1 0 0,0 0-1 0 0,1-1 1 0 0,-1 1-1 0 0,0 0 1 0 0,0-1-1 0 0,1 1 1 0 0,5 21 110 0 0,-1 0 0 0 0,4 31 0 0 0,-8-49-75 0 0,0 2 60 0 0,2 17-185 0 0,-2-17-166 0 0,0-2-774 0 0,0 2 542 0 0,1 3 268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3.8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46 2788 0 0,'-2'-3'1510'0'0,"-28"-29"2601"0"0,27 29-2960 0 0,-1 2-1097 0 0,-12-4-120 0 0,12 4-133 0 0,19 23-9110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4.2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12 3260 0 0,'0'0'4253'0'0,"5"-1"-3523"0"0,14 0-80 0 0,-14 1 2527 0 0,-7 3-3013 0 0,0 0 0 0 0,0 0 0 0 0,0 0 0 0 0,0 0 1 0 0,-1 0-1 0 0,1-1 0 0 0,-7 5 0 0 0,7-5-56 0 0,-1 1 142 0 0,1 0-8 0 0,-19 33 534 0 0,19-33-605 0 0,1 2-36 0 0,-2 13-25 0 0,2-14-21 0 0,1 1-39 0 0,-1 7 21 0 0,2 1-1 0 0,0-1 1 0 0,4 18-1 0 0,-4-26-45 0 0,1-1 2 0 0,29 16-14 0 0,-27-17-19 0 0,2-3 14 0 0,19-2 12 0 0,-19 2-35 0 0,-1-1-12 0 0,-1 0 18 0 0,2-1 35 0 0,0 1 0 0 0,0-1-1 0 0,0 0 1 0 0,0-1 0 0 0,-1 1 0 0 0,1-1 0 0 0,6-7 0 0 0,-7 5 48 0 0,0-1 0 0 0,-1 1 0 0 0,1-1 0 0 0,-2 0 0 0 0,1 0 0 0 0,-1-1 0 0 0,0 1 0 0 0,0-1 0 0 0,2-11 0 0 0,-5 17-66 0 0,1 0 1 0 0,-1 0-1 0 0,1 0 0 0 0,-1 0 1 0 0,0 0-1 0 0,0 0 1 0 0,1 0-1 0 0,-2 0 0 0 0,1 0 1 0 0,0 0-1 0 0,-1-2 0 0 0,1-2 13 0 0,0 1 37 0 0,-2 0-22 0 0,-6-11-20 0 0,6 11 34 0 0,-3 2 152 0 0,-1 0-252 0 0,-2-1 0 0 0,1 1 0 0 0,0 0 1 0 0,-10-2-1 0 0,13 4-290 0 0,-2 1-198 0 0,-16-1-157 0 0,16 1-103 0 0,1 0-1166 0 0,-15 4 724 0 0,15-4-271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1:44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 3344 0 0,'0'0'1682'0'0,"4"-1"-273"0"0,0 1-779 0 0,0 0-1 0 0,1-1 1 0 0,-1 2 0 0 0,0-1-1 0 0,0 0 1 0 0,1 1-1 0 0,-1 0 1 0 0,0 0 0 0 0,4 2-1 0 0,9 5-405 0 0,-13-5 24 0 0,-1 1-38 0 0,34 50 678 0 0,-35-51-737 0 0,-1 2-26 0 0,9 45 243 0 0,-10-45-292 0 0,-4 17 38 0 0,3-18-24 0 0,0 0-62 0 0,-6 13 0 0 0,5-13 183 0 0,-1 0 21 0 0,2-4-182 0 0,1 1 0 0 0,0-1 0 0 0,0 1 0 0 0,-1 0 0 0 0,1-1 0 0 0,0 1 0 0 0,-1-1 0 0 0,1 1 0 0 0,-1-1 0 0 0,1 0 0 0 0,-1 1 0 0 0,1-1 0 0 0,-1 1 0 0 0,1-1 0 0 0,-1 0 0 0 0,1 1 0 0 0,-1-1 1 0 0,1 0-1 0 0,-1 0 0 0 0,1 1 0 0 0,-1-1 0 0 0,0 0 0 0 0,1 0 0 0 0,-1 0 0 0 0,1 0 0 0 0,-1 0 0 0 0,0 0 0 0 0,0 0 0 0 0,0-1 2 0 0,-1-1 0 0 0,1 1 0 0 0,0-1 0 0 0,0 1 0 0 0,-1-1 0 0 0,1 0-1 0 0,1 0 1 0 0,-1 1 0 0 0,0-1 0 0 0,0 0 0 0 0,1 0 0 0 0,-1 0 0 0 0,1 0 0 0 0,-1 0 0 0 0,1 0 0 0 0,0 0 0 0 0,0 0 0 0 0,0 0 0 0 0,0-3 0 0 0,0-1 139 0 0,2 1 59 0 0,1-3-182 0 0,0-1 1 0 0,1 1-1 0 0,0 0 1 0 0,1 0-1 0 0,0 0 0 0 0,0 1 1 0 0,0 0-1 0 0,9-9 0 0 0,-12 14-86 0 0,2-1 20 0 0,0 1-1 0 0,-1 0 1 0 0,1 1 0 0 0,0-1 0 0 0,0 1 0 0 0,0-1 0 0 0,0 1-1 0 0,0 1 1 0 0,0-1 0 0 0,0 0 0 0 0,0 1 0 0 0,0 0 0 0 0,0 0-1 0 0,0 0 1 0 0,0 0 0 0 0,0 1 0 0 0,0 0 0 0 0,0-1-1 0 0,0 1 1 0 0,0 1 0 0 0,0-1 0 0 0,0 1 0 0 0,0-1 0 0 0,-1 1-1 0 0,1 0 1 0 0,5 5 0 0 0,-4-4-8 0 0,1 1-1 0 0,-1 1 1 0 0,0-1 0 0 0,0 1 0 0 0,0 0-1 0 0,0 0 1 0 0,-1 0 0 0 0,0 1-1 0 0,0 0 1 0 0,-1-1 0 0 0,0 1-1 0 0,4 9 1 0 0,-2-2-229 0 0,0 1-1 0 0,0 0 1 0 0,2 17-1 0 0,-5-15-586 0 0,-2 0 0 0 0,0 1 1 0 0,0-1-1 0 0,-2 0 0 0 0,0 0 0 0 0,-1 0 0 0 0,0 0 1 0 0,-10 25-1 0 0,10-33 296 0 0,-9 30-3296 0 0,-4-2-2671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03.5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 2524 0 0,'0'0'8686'0'0,"0"6"-8551"0"0,5 206 1563 0 0,-4-164-1447 0 0,-1-1-54 0 0,0 4 89 0 0,-5 170 653 0 0,2-170-712 0 0,1-2-81 0 0,-5 159 230 0 0,7-149-370 0 0,-1-24-36 0 0,1-29 42 0 0,0-1 19 0 0,0 14 45 0 0,0-15 108 0 0,0 2-96 0 0,0 16-35 0 0,0-16 28 0 0,-1-2-51 0 0,-1 13 9 0 0,1-13 66 0 0,1 0-101 0 0,-1 14 25 0 0,1-13 405 0 0,0-1-364 0 0,1 14-41 0 0,-1-14 539 0 0,4-2-658 0 0,16 4 106 0 0,-14-5-11 0 0,3 1-3 0 0,44-4-24 0 0,79-3 95 0 0,-62 0-139 0 0,-64 5 62 0 0,-1 0 23 0 0,14-1-9 0 0,-14 0-13 0 0,0 1 15 0 0,15-2-33 0 0,-15 1 2 0 0,-1 0-1470 0 0,12-3 797 0 0,-12 3-144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03.9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3276 0 0,'0'0'8314'0'0,"2"3"-8211"0"0,22 26 242 0 0,-21-27-317 0 0,-2-1-19 0 0,0 1 0 0 0,0-1 0 0 0,1 0 0 0 0,-1 0 0 0 0,0 0 0 0 0,1 0 0 0 0,-1-1 0 0 0,0 1 0 0 0,1 0-1 0 0,-1-1 1 0 0,1 1 0 0 0,2 0 0 0 0,13 5 14 0 0,-14-5 798 0 0,-2-1-802 0 0,-1 0 0 0 0,1 0 0 0 0,-1 0 1 0 0,1 0-1 0 0,-1 0 0 0 0,1 0 0 0 0,-1 0 0 0 0,1 0 0 0 0,0 1 1 0 0,-1-1-1 0 0,0 0 0 0 0,1 0 0 0 0,-1 0 0 0 0,1 1 0 0 0,-1-1 0 0 0,1 0 1 0 0,-1 0-1 0 0,1 1 0 0 0,-1-1 0 0 0,0 0 0 0 0,1 1 0 0 0,-1-1 1 0 0,0 1-1 0 0,1-1 0 0 0,-1 0 0 0 0,0 1 0 0 0,1-1 0 0 0,-1 1 1 0 0,0-1-1 0 0,1 2 0 0 0,-3 17 815 0 0,-17 22-78 0 0,9-23-749 0 0,2 0-1 0 0,0 1 0 0 0,1-1 1 0 0,0 1-1 0 0,-3 21 1 0 0,3 21-9822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05.1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 2300 0 0,'0'0'3649'0'0,"2"-3"-2811"0"0,5-14 4247 0 0,-6 12-4760 0 0,-1 4-466 0 0,4-12 1147 0 0,-3 13-963 0 0,-1 0 0 0 0,0 0 1 0 0,1 0-1 0 0,-1 0 1 0 0,1 0-1 0 0,-1 0 0 0 0,1 0 1 0 0,-1 0-1 0 0,0 0 1 0 0,1 0-1 0 0,-1 0 0 0 0,0 1 1 0 0,1-1-1 0 0,-1 0 1 0 0,1 0-1 0 0,-1 0 0 0 0,0 0 1 0 0,1 1-1 0 0,-1-1 1 0 0,0 0-1 0 0,1 0 1 0 0,-1 1-1 0 0,0-1 0 0 0,0 0 1 0 0,1 1-1 0 0,-1-1 1 0 0,0 0-1 0 0,0 1 0 0 0,1-1 1 0 0,-1 0-1 0 0,0 1 1 0 0,0-1-1 0 0,2 3 83 0 0,0 2-21 0 0,24 162 936 0 0,-25-162-986 0 0,0 1 60 0 0,2 18-108 0 0,-2-18-23 0 0,-1-4 27 0 0,0 0 0 0 0,-1 0 0 0 0,1 0 0 0 0,0 0 0 0 0,0 0 0 0 0,1 0 0 0 0,-1 0 0 0 0,0 0 0 0 0,1 0 0 0 0,-1 0-1 0 0,1 0 1 0 0,0 0 0 0 0,-1 0 0 0 0,3 3 0 0 0,3 16 575 0 0,-6-20-620 0 0,-1-1 1 0 0,1 1 0 0 0,0 0-1 0 0,0-1 1 0 0,0 1-1 0 0,0 0 1 0 0,0-1 0 0 0,0 1-1 0 0,0 0 1 0 0,0-1-1 0 0,0 1 1 0 0,0 0 0 0 0,0-1-1 0 0,1 1 1 0 0,-1-1-1 0 0,0 1 1 0 0,0 0 0 0 0,1-1-1 0 0,-1 1 1 0 0,0-1-1 0 0,1 1 1 0 0,-1 0 0 0 0,0-1-1 0 0,1 1 1 0 0,-1-1-1 0 0,2 1 1 0 0,8-11-3938 0 0,-8 6 1965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05.4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9 2692 0 0,'0'0'5495'0'0,"-3"-3"-5123"0"0,2 3-331 0 0,0-1-1 0 0,0 0 1 0 0,-1 1 0 0 0,1-1 0 0 0,0 1 0 0 0,0-1 0 0 0,0 1-1 0 0,0-1 1 0 0,-1 1 0 0 0,1 0 0 0 0,0-1 0 0 0,0 1-1 0 0,0 0 1 0 0,-1 0 0 0 0,1 0 0 0 0,0 0 0 0 0,-1 0 0 0 0,1 0-1 0 0,0 1 1 0 0,0-1 0 0 0,0 0 0 0 0,-1 1 0 0 0,1-1 0 0 0,0 1-1 0 0,-2 0 1 0 0,0 0 35 0 0,-1 3-90 0 0,-18 14-378 0 0,-29 26-4874 0 0,29-24 1282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16.5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6 4032 0 0,'0'0'7378'0'0,"-4"-2"-6956"0"0,3 2-367 0 0,0-1 0 0 0,1 1 0 0 0,-1-1 0 0 0,0 1 0 0 0,0 0 0 0 0,0 0 0 0 0,0-1-1 0 0,0 1 1 0 0,0 0 0 0 0,0 0 0 0 0,0 0 0 0 0,0 0 0 0 0,0 0 0 0 0,0 0 0 0 0,0 0 0 0 0,0 0-1 0 0,0 1 1 0 0,0-1 0 0 0,0 0 0 0 0,1 0 0 0 0,-1 1 0 0 0,0-1 0 0 0,0 1 0 0 0,0-1-1 0 0,0 1 1 0 0,0-1 0 0 0,1 1 0 0 0,-1-1 0 0 0,0 1 0 0 0,0 0 0 0 0,1 0 0 0 0,-1-1-1 0 0,1 1 1 0 0,-2 1 0 0 0,-1 1 25 0 0,1 1-2 0 0,-12 15-700 0 0,0-1 1 0 0,-20 20 0 0 0,-16 10-6106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17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81 3652 0 0,'0'0'1217'0'0,"-5"0"-191"0"0,-19 3 4891 0 0,30-5-5810 0 0,163-33-120 0 0,-75 19-1686 0 0,-1-6-4045 0 0,-59 13 1321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17.5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31 3752 0 0,'0'0'4547'0'0,"1"-5"-3855"0"0,0-15-121 0 0,-1 15 2100 0 0,2 9-2452 0 0,4 11-45 0 0,-4-11-39 0 0,5 17 63 0 0,-5-16-118 0 0,10 17 31 0 0,-9-18-77 0 0,0 0 8 0 0,8 12 0 0 0,-8-12-13 0 0,0-1 20 0 0,32 19 99 0 0,-31-20 15 0 0,0-1-142 0 0,14 1 38 0 0,-13-2 561 0 0,-1 0-446 0 0,14-2 5 0 0,-13 1 524 0 0,-21 14-697 0 0,1 3-119 0 0,1 0 0 0 0,0 1-1 0 0,1 0 1 0 0,1 1 0 0 0,0 1-1 0 0,2 0 1 0 0,0 0 0 0 0,-10 29-1 0 0,7-19-699 0 0,-13 35-1498 0 0,13-21-2443 0 0,7-15-1727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18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464 32 4000 0 0,'0'-6'1480'0'0,"-3"-15"-333"0"0,3 16 999 0 0,-5 6-2058 0 0,1-1-1 0 0,0 1 1 0 0,-1 0 0 0 0,1 1 0 0 0,0-1-1 0 0,0 1 1 0 0,0-1 0 0 0,0 1 0 0 0,0 1 0 0 0,0-1-1 0 0,0 0 1 0 0,1 1 0 0 0,-1 0 0 0 0,1 0-1 0 0,0 0 1 0 0,-1 0 0 0 0,-3 6 0 0 0,-7 9 177 0 0,1 1 0 0 0,-13 24 0 0 0,13-21-121 0 0,-139 272 577 0 0,1-3-40 0 0,149-287-438 0 0,2-4-217 0 0,0 1 0 0 0,-1-1 0 0 0,1 1 0 0 0,-1 0 0 0 0,1-1 0 0 0,0 1 1 0 0,-1-1-1 0 0,1 1 0 0 0,-1-1 0 0 0,1 0 0 0 0,-1 1 0 0 0,0-1 0 0 0,1 1 1 0 0,-1-1-1 0 0,1 0 0 0 0,-1 0 0 0 0,0 1 0 0 0,1-1 0 0 0,-1 0 1 0 0,0 0-1 0 0,1 0 0 0 0,-1 1 0 0 0,0-1 0 0 0,1 0 0 0 0,-1 0 0 0 0,-1 0 1 0 0,3-10-7 0 0,0 0 0 0 0,0 1 0 0 0,1-1 0 0 0,0 1 0 0 0,1-1 0 0 0,0 1 0 0 0,4-10 0 0 0,-3 10-10 0 0,0 0 0 0 0,1 1-1 0 0,0-1 1 0 0,0 1 0 0 0,1 0 0 0 0,0 0 0 0 0,0 1 0 0 0,1 0 0 0 0,0 0 0 0 0,0 0 0 0 0,1 1 0 0 0,0 0 0 0 0,11-6 0 0 0,-15 10-14 0 0,0 0 0 0 0,-1 1 0 0 0,1-1 0 0 0,0 1 0 0 0,0 0 0 0 0,0 0 0 0 0,0 1 0 0 0,0-1 0 0 0,0 1 0 0 0,0 0 0 0 0,0 0 0 0 0,5 1 0 0 0,-6-1 0 0 0,4 1 3 0 0,-1 0 1 0 0,0 0-1 0 0,1 1 0 0 0,-1 0 1 0 0,0 0-1 0 0,0 0 1 0 0,0 1-1 0 0,6 3 0 0 0,-7-3-19 0 0,6 3-2 0 0,0 1 0 0 0,0 0-1 0 0,-1 0 1 0 0,12 12 0 0 0,13 9 2 0 0,29 14-1479 0 0,-61-40 896 0 0,2-1-98 0 0,16 3-151 0 0,-16-3-159 0 0,-1-2-141 0 0,1 0 708 0 0,-3 1 187 0 0,0 0 0 0 0,-1 0 0 0 0,1-1 0 0 0,0 1 1 0 0,-1 0-1 0 0,1-1 0 0 0,-1 0 0 0 0,1 1 1 0 0,0-1-1 0 0,-1 0 0 0 0,0 0 0 0 0,3-1 0 0 0,12-8-3831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18.7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 2788 0 0,'2'-4'1436'0'0,"6"-12"164"0"0,0-1 4231 0 0,-6 69-5578 0 0,-1-47-214 0 0,-1 1 6 0 0,4 16 17 0 0,-3-17-158 0 0,0 0-130 0 0,6 14-104 0 0,-5-14-80 0 0,1 2-148 0 0,0 3-188 0 0,3-5-2874 0 0,7 1 1384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19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 2836 0 0,'0'0'3309'0'0,"-5"0"-2797"0"0,-29 5 1329 0 0,23-2 253 0 0,24-5-974 0 0,-8 1-2166 0 0,4 1-5752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19.5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2496 0 0,'0'0'2653'0'0,"3"3"-2028"0"0,19 28 1124 0 0,-20-28-1451 0 0,-1 0-15 0 0,15 38 638 0 0,-15-36-690 0 0,-1-4-201 0 0,0 1 1 0 0,0-1-1 0 0,0 1 0 0 0,-1-1 1 0 0,2 1-1 0 0,-1-1 0 0 0,0 1 1 0 0,0-1-1 0 0,0 1 0 0 0,1-1 1 0 0,-1 1-1 0 0,2 2 0 0 0,-2-3 28 0 0,1 4 364 0 0,-2 1-215 0 0,-8 48 677 0 0,7-49-659 0 0,2-3-188 0 0,-1-1 0 0 0,1 1 1 0 0,-1-1-1 0 0,0 1 0 0 0,1 0 0 0 0,-1-1 1 0 0,0 1-1 0 0,0-1 0 0 0,0 1 1 0 0,0-1-1 0 0,-1 2 0 0 0,0 1 429 0 0,-5 3-149 0 0,7-6-283 0 0,0-1 0 0 0,-1 0 0 0 0,1 1 1 0 0,0-1-1 0 0,0 1 0 0 0,0-1 0 0 0,0 1 1 0 0,-1-1-1 0 0,1 0 0 0 0,0 1 1 0 0,0-1-1 0 0,-1 0 0 0 0,1 1 0 0 0,0-1 1 0 0,-1 0-1 0 0,1 1 0 0 0,0-1 1 0 0,-1 0-1 0 0,1 1 0 0 0,-1-1 0 0 0,1 0 1 0 0,0 0-1 0 0,-1 0 0 0 0,1 0 1 0 0,-1 1-1 0 0,1-1 0 0 0,-1 0 0 0 0,1 0 1 0 0,-1 0-1 0 0,1 0 0 0 0,-1 0 1 0 0,1 0-1 0 0,0 0 0 0 0,-1 0 0 0 0,1 0 1 0 0,-2 0-1 0 0,-13-6 32 0 0,11 5 87 0 0,4-4-118 0 0,2-3-56 0 0,0 1 0 0 0,0 0 0 0 0,0 0 0 0 0,1 0 1 0 0,0 0-1 0 0,1 0 0 0 0,-1 0 0 0 0,1 1 0 0 0,1 0 0 0 0,-1-1 0 0 0,1 2 1 0 0,0-1-1 0 0,0 1 0 0 0,1-1 0 0 0,0 1 0 0 0,0 1 0 0 0,0-1 0 0 0,0 1 0 0 0,1 0 1 0 0,-1 1-1 0 0,1-1 0 0 0,11-3 0 0 0,-12 5 11 0 0,0 0 0 0 0,1 0 1 0 0,-1 1-1 0 0,0-1 0 0 0,1 1 1 0 0,-1 1-1 0 0,1-1 0 0 0,-1 1 0 0 0,1 1 1 0 0,0-1-1 0 0,-1 1 0 0 0,0 0 0 0 0,1 0 1 0 0,7 3-1 0 0,-10-2 13 0 0,0 1-1 0 0,0-1 1 0 0,-1 0 0 0 0,1 1 0 0 0,-1 0 0 0 0,0 0-1 0 0,0 0 1 0 0,0 0 0 0 0,0 1 0 0 0,-1-1 0 0 0,1 1-1 0 0,-1 0 1 0 0,0-1 0 0 0,0 1 0 0 0,0 0 0 0 0,0 0-1 0 0,-1 0 1 0 0,0 1 0 0 0,0-1 0 0 0,1 6 0 0 0,-1-7 0 0 0,-1 4 3 0 0,0 17-4 0 0,0-18 1 0 0,-1-1-17 0 0,-2 17-123 0 0,2-16-232 0 0,-5 11-572 0 0,6-14 747 0 0,-1 1-752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0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0 108 2560 0 0,'0'0'4887'0'0,"4"2"-4525"0"0,-1 0-282 0 0,0-1 0 0 0,1 1 0 0 0,0-1 0 0 0,-1 0 0 0 0,1 0 0 0 0,0 0 0 0 0,-1-1 0 0 0,1 0 0 0 0,0 1 0 0 0,4-1 0 0 0,-2-1 24 0 0,5-1 47 0 0,-1 0-1 0 0,0-1 1 0 0,0 0 0 0 0,-1-1 0 0 0,1 0-1 0 0,-1-1 1 0 0,12-6 0 0 0,-18 9 15 0 0,1-1-141 0 0,10-10 167 0 0,-10 10 12 0 0,9-16 466 0 0,-13 14-594 0 0,-1-15-16 0 0,1 15 24 0 0,-1 5-83 0 0,1 0 0 0 0,0 0 0 0 0,-1 0 0 0 0,1 0 0 0 0,-1 0 0 0 0,1 0 0 0 0,0 0 0 0 0,-1-1 0 0 0,1 1 0 0 0,0 0 0 0 0,-1 0 0 0 0,1 0 0 0 0,0 0 0 0 0,0-1 0 0 0,-1 1 0 0 0,1 0 0 0 0,0 0 0 0 0,-1-1 0 0 0,1 1 0 0 0,0 0 0 0 0,0 0 0 0 0,0-1 0 0 0,-1 1 0 0 0,1 0 0 0 0,0-1 0 0 0,0 1 0 0 0,0 0 0 0 0,0-1 0 0 0,-1 0 5 0 0,1 1 0 0 0,0-1 0 0 0,0 1 0 0 0,-1 0 0 0 0,1-1 0 0 0,0 1 0 0 0,0-1 0 0 0,-1 1 0 0 0,1-1 0 0 0,0 1 0 0 0,-1 0 0 0 0,1-1 0 0 0,-1 1 0 0 0,1 0 0 0 0,-1 0 0 0 0,1-1 0 0 0,0 1 0 0 0,-1 0 0 0 0,1 0 0 0 0,-1-1 0 0 0,1 1 0 0 0,-1 0 0 0 0,1 0 0 0 0,-1 0 0 0 0,1 0 0 0 0,-1 0 0 0 0,1 0 1 0 0,-1 0-1 0 0,1 0 0 0 0,-1 0 0 0 0,1 0 0 0 0,-1 0 0 0 0,1 0 0 0 0,-1 0 0 0 0,0 1 0 0 0,-5 0 54 0 0,0 0 1 0 0,0 1-1 0 0,1 0 1 0 0,-1 0 0 0 0,0 1-1 0 0,1 0 1 0 0,0-1-1 0 0,0 2 1 0 0,0-1-1 0 0,0 1 1 0 0,-6 5-1 0 0,3-1 10 0 0,1 1 0 0 0,0 0 0 0 0,0 0 1 0 0,1 0-1 0 0,0 1 0 0 0,1 0 0 0 0,-8 20 0 0 0,12-28-66 0 0,1 0 0 0 0,-1 0 0 0 0,1 0 0 0 0,0-1 0 0 0,0 1 0 0 0,0 0 0 0 0,0 0 0 0 0,0 0 0 0 0,0-1 0 0 0,0 1 0 0 0,0 0 0 0 0,1 0 0 0 0,-1 0 0 0 0,1-1 0 0 0,0 3 0 0 0,1 1-6 0 0,-1-2-5 0 0,0 0-1 0 0,0 0 1 0 0,0 0-1 0 0,1 0 1 0 0,-1-1 0 0 0,1 1-1 0 0,0 0 1 0 0,0-1-1 0 0,0 1 1 0 0,0-1-1 0 0,0 0 1 0 0,0 0-1 0 0,1 0 1 0 0,-1 0 0 0 0,1 0-1 0 0,-1 0 1 0 0,6 2-1 0 0,-6-3-17 0 0,5 3-83 0 0,1 1-1 0 0,-1-2 1 0 0,1 1 0 0 0,-1-1 0 0 0,1 0 0 0 0,0-1-1 0 0,0 0 1 0 0,15 2 0 0 0,-8-2-228 0 0,0-1-1 0 0,0-1 1 0 0,28-2 0 0 0,-22 0-141 0 0,0-1 0 0 0,0-1 0 0 0,0-1 0 0 0,0-1 1 0 0,-1 0-1 0 0,0-2 0 0 0,-1 0 0 0 0,0-2 0 0 0,0 0 0 0 0,25-17 0 0 0,-4-6 336 0 0,-36 30 347 0 0,-2-1 74 0 0,18-34 1746 0 0,-19 34-686 0 0,-19-3-845 0 0,15 5-411 0 0,-1 0 365 0 0,-1 2-263 0 0,-3 1-73 0 0,0 0 0 0 0,0 0 0 0 0,0 1 0 0 0,0 0 0 0 0,1 1 0 0 0,-1-1 0 0 0,1 1 0 0 0,0 1 0 0 0,-11 5 0 0 0,6 0-25 0 0,1-1 0 0 0,0 2-1 0 0,1-1 1 0 0,0 1 0 0 0,0 1 0 0 0,-9 14 0 0 0,7-4 33 0 0,10-18-81 0 0,1 2-13 0 0,-6 13 12 0 0,5-14-2 0 0,3 1-16 0 0,4 12-68 0 0,-4-12-39 0 0,17 2-205 0 0,-15-5 258 0 0,1 0-55 0 0,2-2-42 0 0,46-9-3 0 0,-47 7 153 0 0,-1 0 24 0 0,15-8 48 0 0,-14 8 46 0 0,-1-1 38 0 0,10-10 74 0 0,-10 10 62 0 0,-1-1 1 0 0,8-11 5 0 0,-8 12 24 0 0,-1 0 28 0 0,5-10-287 0 0,2-1 2082 0 0,-7 17-1309 0 0,-2 9-912 0 0,0-7 147 0 0,1 0-65 0 0,2 15-3 0 0,-2-15 2 0 0,1-1 3 0 0,5 13-80 0 0,-6-13-132 0 0,1 0-139 0 0,5 12-195 0 0,-6-12-194 0 0,2-1-108 0 0,-1 0-112 0 0,0-1 0 0 0,1 1 0 0 0,-1-1 0 0 0,1 1 0 0 0,-1-1 0 0 0,1 0 0 0 0,0 0 0 0 0,0 0 0 0 0,3 1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0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62 3060 0 0,'0'0'1344'0'0,"3"-2"-168"0"0,1-1-941 0 0,0-1 1 0 0,0 1-1 0 0,0 1 0 0 0,0-1 1 0 0,1 0-1 0 0,-1 1 1 0 0,1 0-1 0 0,0 0 0 0 0,-1 0 1 0 0,1 1-1 0 0,0 0 0 0 0,0 0 1 0 0,0 0-1 0 0,0 0 1 0 0,0 1-1 0 0,0-1 0 0 0,0 2 1 0 0,0-1-1 0 0,0 0 0 0 0,0 1 1 0 0,0 0-1 0 0,0 0 1 0 0,0 0-1 0 0,0 1 0 0 0,6 3 1 0 0,-1 0-162 0 0,-1 0 0 0 0,0 1 0 0 0,0 0 0 0 0,-1 1 0 0 0,0 0 0 0 0,0 0 0 0 0,0 1 1 0 0,-1 0-1 0 0,0 0 0 0 0,-1 1 0 0 0,0 0 0 0 0,0 0 0 0 0,4 11 0 0 0,4 20 199 0 0,-13-36-103 0 0,-1 1 21 0 0,0-1-80 0 0,0-1 0 0 0,0 1 0 0 0,-1 0 0 0 0,1-1 0 0 0,-1 1 0 0 0,0 0 0 0 0,0-1 0 0 0,0 1 0 0 0,-4 5 0 0 0,3-5 216 0 0,2-4-309 0 0,0 1-1 0 0,0-1 1 0 0,-1 1-1 0 0,1-1 1 0 0,0 0-1 0 0,0 1 1 0 0,-1-1-1 0 0,1 1 1 0 0,0-1-1 0 0,-1 0 1 0 0,1 1-1 0 0,0-1 1 0 0,-1 0 0 0 0,1 1-1 0 0,0-1 1 0 0,-1 0-1 0 0,1 0 1 0 0,-1 1-1 0 0,1-1 1 0 0,-1 0-1 0 0,1 0 1 0 0,0 0-1 0 0,-1 0 1 0 0,1 0-1 0 0,-1 1 1 0 0,0-1 0 0 0,1 0 15 0 0,-1 0 1 0 0,1 0-1 0 0,-1 0 1 0 0,1 0 0 0 0,-1 0-1 0 0,1 0 1 0 0,-1 1-1 0 0,1-1 1 0 0,-1 0 0 0 0,1 0-1 0 0,0 0 1 0 0,-1 1-1 0 0,1-1 1 0 0,-1 0 0 0 0,1 1-1 0 0,0-1 1 0 0,-1 0-1 0 0,1 1 1 0 0,0-1 0 0 0,-1 0-1 0 0,1 1 1 0 0,0-1-1 0 0,0 1 1 0 0,0-1 0 0 0,-1 1-1 0 0,1 0 1 0 0,-5-1 315 0 0,-14 3 49 0 0,14-2 96 0 0,2-4-372 0 0,-12-8 9 0 0,11 8-8 0 0,0-17 49 0 0,4 15-183 0 0,1 0-1 0 0,-1 0 1 0 0,1 0 0 0 0,0 0 0 0 0,0 0 0 0 0,1 0 0 0 0,0 1 0 0 0,-1-1 0 0 0,2 0 0 0 0,-1 1 0 0 0,0 0 0 0 0,1-1-1 0 0,0 1 1 0 0,5-6 0 0 0,-4 5-19 0 0,11-15-1127 0 0,2 1 0 0 0,1 0 0 0 0,0 1 1 0 0,1 2-1 0 0,27-20 0 0 0,-38 30 283 0 0,0 2-2809 0 0,17-8-2560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1.6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45 3920 0 0,'2'-4'1825'0'0,"15"-36"6458"0"0,-16 45-7918 0 0,1 30-10 0 0,-1 0-1 0 0,-2 0 0 0 0,-5 42 0 0 0,-1 8-178 0 0,3 165-1044 0 0,4-216-147 0 0,0-28 234 0 0,0 0-97 0 0,1 2 450 0 0,-1 3-19 0 0,-1 2-5919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2.0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99 2620 0 0,'3'-9'465'0'0,"0"0"1"0"0,1 1-1 0 0,1 0 0 0 0,-1 0 0 0 0,1 0 1 0 0,0 0-1 0 0,1 1 0 0 0,0 0 0 0 0,10-10 1 0 0,-12 14-193 0 0,0 2-11 0 0,13-3-22 0 0,-13 3-9 0 0,1 2-5 0 0,0 1-174 0 0,0-1 0 0 0,-1 1 0 0 0,0-1 0 0 0,1 1 0 0 0,-1 1 0 0 0,0-1 1 0 0,0 0-1 0 0,0 1 0 0 0,0 0 0 0 0,0 0 0 0 0,-1 0 0 0 0,0 1 0 0 0,1-1 0 0 0,-1 1 0 0 0,0-1 1 0 0,-1 1-1 0 0,1 0 0 0 0,-1 0 0 0 0,1 1 0 0 0,-1-1 0 0 0,0 0 0 0 0,-1 1 0 0 0,1-1 0 0 0,-1 1 1 0 0,0 0-1 0 0,0-1 0 0 0,0 1 0 0 0,-1 0 0 0 0,0-1 0 0 0,0 9 0 0 0,-1-2-14 0 0,-1 0 1 0 0,0-1-1 0 0,0 0 0 0 0,-1 1 0 0 0,0-1 0 0 0,-1 0 1 0 0,0-1-1 0 0,-1 1 0 0 0,0-1 0 0 0,0 1 0 0 0,-1-1 1 0 0,0-1-1 0 0,0 1 0 0 0,-1-1 0 0 0,-1-1 0 0 0,1 1 0 0 0,-15 10 1 0 0,13-10-13 0 0,0-1-1 0 0,0 0 1 0 0,-1-1 0 0 0,0 0 0 0 0,0 0 0 0 0,0-1 0 0 0,-1 0 0 0 0,0-1-1 0 0,0 0 1 0 0,0-1 0 0 0,0 0 0 0 0,-1-1 0 0 0,1 0 0 0 0,-14 0 0 0 0,-3-6 50 0 0,23 3-56 0 0,1-2-2 0 0,-9-6 4 0 0,9 7 44 0 0,6-3-59 0 0,2-15-3 0 0,-3 15-12 0 0,11 1 13 0 0,-11 4-2 0 0,0-1 0 0 0,0 0 0 0 0,0 1-1 0 0,1-1 1 0 0,-1 1 0 0 0,0 0 0 0 0,0-1-1 0 0,0 1 1 0 0,0 0 0 0 0,0 0 0 0 0,1-1-1 0 0,-1 1 1 0 0,0 0 0 0 0,0 0 0 0 0,0 0-1 0 0,2 1 1 0 0,12 0 47 0 0,0 0 0 0 0,0 2 0 0 0,0 0-1 0 0,-1 0 1 0 0,1 1 0 0 0,-1 1 0 0 0,0 1 0 0 0,0 0-1 0 0,-1 0 1 0 0,22 15 0 0 0,27 18 49 0 0,-40-23-142 0 0,-9-6-155 0 0,0-1 0 0 0,0-1-1 0 0,1 0 1 0 0,25 11 0 0 0,4-11-4013 0 0,-38-7 1694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3.0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65 103 3624 0 0,'0'0'4875'0'0,"-5"1"-4702"0"0,-9 3 48 0 0,14-3-209 0 0,0 0-1 0 0,1-1 0 0 0,-1 1 1 0 0,0 0-1 0 0,0-1 0 0 0,1 1 1 0 0,-1-1-1 0 0,0 1 0 0 0,1-1 1 0 0,-1 1-1 0 0,1-1 0 0 0,-1 1 1 0 0,0-1-1 0 0,1 1 0 0 0,-1-1 1 0 0,1 0-1 0 0,-1 1 0 0 0,1-1 1 0 0,-1 0-1 0 0,1 1 0 0 0,0-1 1 0 0,0 1-1 0 0,2 1 83 0 0,20-6-18 0 0,-19 3-32 0 0,1-1-32 0 0,34-19-184 0 0,-35 19 252 0 0,-3 1-60 0 0,1 0 1 0 0,-1-1-1 0 0,1 1 0 0 0,-1 0 0 0 0,1-1 0 0 0,-1 1 1 0 0,0-1-1 0 0,0 0 0 0 0,2-2 0 0 0,0 0 211 0 0,3-19-85 0 0,-5 18 35 0 0,-2 1-60 0 0,-4-13 22 0 0,4 13-1 0 0,-2 1-15 0 0,-1 1-43 0 0,1 0-1 0 0,-1 0 1 0 0,-1 0-1 0 0,1 1 1 0 0,0-1 0 0 0,0 1-1 0 0,-1 0 1 0 0,1 0 0 0 0,0 1-1 0 0,-1-1 1 0 0,1 1-1 0 0,-1 0 1 0 0,-7 1 0 0 0,8 0 8 0 0,0 1-13 0 0,-2 2-7 0 0,1-1-1 0 0,0 1 1 0 0,0 0-1 0 0,0 0 1 0 0,1 0 0 0 0,-1 1-1 0 0,1 0 1 0 0,0-1-1 0 0,1 2 1 0 0,-5 5-1 0 0,5-5-30 0 0,0 1 0 0 0,0-1-1 0 0,1 1 1 0 0,0-1-1 0 0,0 1 1 0 0,0 0-1 0 0,1-1 1 0 0,-1 9-1 0 0,2-11-42 0 0,0 0-1 0 0,1 0 1 0 0,-1 0 0 0 0,1 0-1 0 0,-1 0 1 0 0,1 0-1 0 0,0 0 1 0 0,1 0-1 0 0,-1 0 1 0 0,1 0 0 0 0,-1-1-1 0 0,1 1 1 0 0,0-1-1 0 0,1 1 1 0 0,-1-1-1 0 0,1 1 1 0 0,-1-1 0 0 0,6 4-1 0 0,1 0-243 0 0,0-1 0 0 0,0 1 0 0 0,13 5 0 0 0,-16-10 75 0 0,0 0-1 0 0,1 0 1 0 0,-1-1-1 0 0,1 0 0 0 0,-1 0 1 0 0,1 0-1 0 0,-1-1 1 0 0,1 0-1 0 0,8-1 1 0 0,-9 1 103 0 0,14-2-231 0 0,-1 0-1 0 0,1-1 1 0 0,-1-1-1 0 0,0-1 0 0 0,0-1 1 0 0,-1 0-1 0 0,1-2 1 0 0,-1 0-1 0 0,-1 0 1 0 0,0-2-1 0 0,0 0 0 0 0,28-24 1 0 0,2-12 444 0 0,-44 43 93 0 0,-1-2 36 0 0,1-1-8 0 0,-1 0 0 0 0,0 0 0 0 0,0 0 0 0 0,2-13 0 0 0,-4 14 216 0 0,-2 3-244 0 0,2 0-193 0 0,-1 1 1 0 0,0 0-1 0 0,0-1 0 0 0,0 1 1 0 0,0 0-1 0 0,-1 0 0 0 0,1 0 1 0 0,0 0-1 0 0,0 0 0 0 0,0 0 1 0 0,-1 0-1 0 0,1 1 0 0 0,-1-1 1 0 0,1 0-1 0 0,0 1 0 0 0,-1-1 1 0 0,1 1-1 0 0,-1 0 0 0 0,0-1 1 0 0,1 1-1 0 0,-1 0 0 0 0,-1 0 1 0 0,0 0-8 0 0,0 0 1 0 0,0 1 0 0 0,0 0 0 0 0,1 0-1 0 0,-1-1 1 0 0,0 2 0 0 0,0-1 0 0 0,1 0-1 0 0,-1 0 1 0 0,0 1 0 0 0,-2 1 0 0 0,-2 3-16 0 0,0 0 1 0 0,0 0-1 0 0,0 1 1 0 0,1 0-1 0 0,0 0 1 0 0,-9 13 0 0 0,13-16-19 0 0,2-3-6 0 0,0 1 1 0 0,-1 0-1 0 0,1-1 1 0 0,0 1-1 0 0,-1-1 1 0 0,1 1-1 0 0,-1 0 1 0 0,0-1-1 0 0,1 1 0 0 0,-1-1 1 0 0,-1 3-1 0 0,-1 0 1 0 0,1 1 2 0 0,2-1-4 0 0,-1 14 1 0 0,1-13-54 0 0,1-1-150 0 0,3 13 214 0 0,-3-13-2 0 0,0-3-10 0 0,-1-1 1 0 0,1 1-1 0 0,-1 0 0 0 0,1 0 1 0 0,-1-1-1 0 0,1 1 0 0 0,-1 0 1 0 0,1-1-1 0 0,0 1 1 0 0,-1-1-1 0 0,1 1 0 0 0,0-1 1 0 0,0 1-1 0 0,-1-1 0 0 0,1 1 1 0 0,0-1-1 0 0,0 0 0 0 0,0 1 1 0 0,-1-1-1 0 0,1 0 0 0 0,0 0 1 0 0,0 0-1 0 0,0 0 0 0 0,0 0 1 0 0,0 1-1 0 0,0-2 1 0 0,-1 1-1 0 0,2 0 0 0 0,18 0-77 0 0,-15 0 78 0 0,0-2-13 0 0,11-8 218 0 0,-1 0 0 0 0,0 0 1 0 0,19-19-1 0 0,-31 27 83 0 0,0-1 26 0 0,23-23 899 0 0,-23 23-887 0 0,-3 8-273 0 0,0 51 88 0 0,3-2-111 0 0,2 1 0 0 0,20 88 0 0 0,-6-42-26 0 0,-13-66-9 0 0,-1-11-4 0 0,-2 1-1 0 0,0 0 1 0 0,-2 34 0 0 0,-1-47 17 0 0,1-3-2 0 0,-1 0 0 0 0,0 0 0 0 0,-1 0 0 0 0,0 1 0 0 0,-1-1 0 0 0,1 0 0 0 0,-2 0-1 0 0,1-1 1 0 0,-1 1 0 0 0,-1 0 0 0 0,1-1 0 0 0,-2 0 0 0 0,1 0 0 0 0,-1 0 0 0 0,-6 7 0 0 0,8-10 57 0 0,-1-1 1 0 0,0 0-1 0 0,0 0 1 0 0,0-1-1 0 0,0 1 0 0 0,0-1 1 0 0,-1 0-1 0 0,0 0 1 0 0,0 0-1 0 0,1-1 0 0 0,-2 1 1 0 0,1-1-1 0 0,0-1 1 0 0,0 1-1 0 0,0-1 1 0 0,-1 0-1 0 0,1 0 0 0 0,-1 0 1 0 0,1-1-1 0 0,-1 0 1 0 0,1 0-1 0 0,-1 0 0 0 0,1 0 1 0 0,-1-1-1 0 0,-6-2 1 0 0,8 1-45 0 0,-1 0 0 0 0,1 0 1 0 0,-1 0-1 0 0,1-1 0 0 0,0 1 1 0 0,0-1-1 0 0,0 0 0 0 0,0 0 1 0 0,1-1-1 0 0,-1 1 0 0 0,1-1 1 0 0,0 0-1 0 0,-5-7 1 0 0,4 5 8 0 0,2 4-28 0 0,0 0 0 0 0,1 0 0 0 0,-1 0 0 0 0,1 0 0 0 0,0-1 0 0 0,-1 1 0 0 0,1-1-1 0 0,0 1 1 0 0,0-4 0 0 0,-2-1-21 0 0,2 5 2 0 0,0 0 0 0 0,0 0-1 0 0,0 0 1 0 0,0 0 0 0 0,1-1 0 0 0,-1 1-1 0 0,1 0 1 0 0,-1-1 0 0 0,1 1-1 0 0,0 0 1 0 0,0-1 0 0 0,0 1 0 0 0,0-4-1 0 0,0-2-66 0 0,0 5 23 0 0,-1 0-1 0 0,1 0 1 0 0,0-1 0 0 0,0 1-1 0 0,0 0 1 0 0,0-1 0 0 0,1 1-1 0 0,-1 0 1 0 0,1-1-1 0 0,0 1 1 0 0,2-5 0 0 0,0-3-127 0 0,2-5-296 0 0,-1 0-1 0 0,2 1 1 0 0,0 0 0 0 0,1 0 0 0 0,16-26-1 0 0,52-60-4850 0 0,-65 89 4246 0 0,16-20-3531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3.4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11 116 2308 0 0,'-2'-3'1286'0'0,"1"2"-1179"0"0,0 1 0 0 0,1-1 0 0 0,-1 1 0 0 0,1-1 0 0 0,-1 0 0 0 0,0 1 0 0 0,1-1 0 0 0,0 0 0 0 0,-1 1 0 0 0,1-1 0 0 0,-1 0 0 0 0,1 0 0 0 0,0 1 0 0 0,-1-1 0 0 0,1 0 0 0 0,0 0 0 0 0,0 0 1 0 0,0 0-1 0 0,0 1 0 0 0,0-1 0 0 0,0 0 0 0 0,0 0 0 0 0,0 0 0 0 0,0 0 0 0 0,0 1 0 0 0,0-1 0 0 0,0 0 0 0 0,1 0 0 0 0,-1 0 0 0 0,0 1 0 0 0,1-1 0 0 0,-1 0 0 0 0,0 0 0 0 0,1 1 0 0 0,-1-1 0 0 0,1 0 0 0 0,0 0 0 0 0,1-2 395 0 0,20-7 183 0 0,-17 10-563 0 0,16-2-13 0 0,-15 1-10 0 0,-5 2-86 0 0,0 0 0 0 0,0-1 0 0 0,0 1 0 0 0,1-1 0 0 0,-1 1 0 0 0,0-1 1 0 0,0 0-1 0 0,1 1 0 0 0,-1-1 0 0 0,0 0 0 0 0,1 0 0 0 0,2 0 0 0 0,-2 0 17 0 0,2 1 81 0 0,0 2-26 0 0,12 8 0 0 0,-12-9 4 0 0,-4 0-77 0 0,1-1-1 0 0,-1 1 1 0 0,1-1-1 0 0,0 1 0 0 0,0-1 1 0 0,0 0-1 0 0,0 0 1 0 0,0 1-1 0 0,0-1 0 0 0,0 0 1 0 0,0 0-1 0 0,2 1 1 0 0,-2-1 6 0 0,1 2 96 0 0,0 2-10 0 0,3 11-1 0 0,-3-11 183 0 0,-3 0-80 0 0,-2 16-9 0 0,2-16 22 0 0,-10 14 265 0 0,8-16-250 0 0,0 0 14 0 0,-9 6 29 0 0,9-6 42 0 0,-1-2 60 0 0,-9 5 30 0 0,10-4 838 0 0,-1-4-1053 0 0,-12-5-54 0 0,12 5-42 0 0,6-10 91 0 0,-2 12-184 0 0,-1-1 1 0 0,1 0-1 0 0,0 0 1 0 0,0 0 0 0 0,0 0-1 0 0,0 0 1 0 0,0 0 0 0 0,1 0-1 0 0,-1 0 1 0 0,0 0-1 0 0,0 0 1 0 0,0 0 0 0 0,1 0-1 0 0,-1 0 1 0 0,1 0 0 0 0,-1 0-1 0 0,1-1 1 0 0,5-8-223 0 0,0 0 0 0 0,1 0 0 0 0,0 0 1 0 0,1 1-1 0 0,0-1 0 0 0,0 2 0 0 0,1-1 1 0 0,18-13-1 0 0,6-1-3665 0 0,42-21 1 0 0,-66 38 2595 0 0,-3 3-3137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3.8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34 109 1900 0 0,'-9'23'5224'0'0,"36"-25"-5009"0"0,-22 1-238 0 0,-2-1-14 0 0,28-31 183 0 0,-28 29-82 0 0,-1-1 16 0 0,14-38 454 0 0,-15 39-177 0 0,-2-1-194 0 0,-2-13 12 0 0,2 14 323 0 0,-2 2-274 0 0,2 1-177 0 0,-1 0 1 0 0,1 0 0 0 0,0 0 0 0 0,0 0 0 0 0,-1 1-1 0 0,1-1 1 0 0,-1 0 0 0 0,1 1 0 0 0,0-1 0 0 0,-1 1-1 0 0,1 0 1 0 0,-1-1 0 0 0,1 1 0 0 0,-1 0 0 0 0,1 0-1 0 0,-1 0 1 0 0,1 0 0 0 0,-1 0 0 0 0,1 0 0 0 0,-1 1-1 0 0,1-1 1 0 0,-1 0 0 0 0,1 1 0 0 0,-1-1 0 0 0,1 1-1 0 0,0 0 1 0 0,-1-1 0 0 0,1 1 0 0 0,0 0 0 0 0,-1 0-1 0 0,1 0 1 0 0,-1 1 0 0 0,-3 1 35 0 0,0 1 0 0 0,1 0-1 0 0,0 0 1 0 0,0 1 0 0 0,0-1 0 0 0,0 1-1 0 0,0 0 1 0 0,1 0 0 0 0,0 0 0 0 0,0 0-1 0 0,1 1 1 0 0,-1-1 0 0 0,1 1 0 0 0,-2 7-1 0 0,1 8-22 0 0,2-16 63 0 0,2 0-104 0 0,-1 0-33 0 0,1-1-1 0 0,0 0 1 0 0,0 0 0 0 0,0 0 0 0 0,1 0-1 0 0,-1 0 1 0 0,1 0 0 0 0,0 0 0 0 0,0-1 0 0 0,0 1-1 0 0,5 6 1 0 0,-4-8-125 0 0,-1 0-1 0 0,1 0 1 0 0,0 0-1 0 0,0 0 1 0 0,0 0-1 0 0,0-1 1 0 0,0 0 0 0 0,0 1-1 0 0,1-1 1 0 0,-1 0-1 0 0,0 0 1 0 0,1-1-1 0 0,-1 1 1 0 0,1-1-1 0 0,-1 0 1 0 0,0 1-1 0 0,1-1 1 0 0,4-1 0 0 0,7-1-999 0 0,0 0 0 0 0,0-1 1 0 0,0-1-1 0 0,16-6 1 0 0,-8 1-2855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4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178 24 2692 0 0,'0'0'2372'0'0,"-1"-4"-1449"0"0,0 3-686 0 0,1-1 1 0 0,-1 1-1 0 0,0-1 0 0 0,1 1 0 0 0,-1-1 0 0 0,1 1 0 0 0,-1-1 1 0 0,1 0-1 0 0,0 1 0 0 0,0-4 0 0 0,-6 6 234 0 0,-18 0-59 0 0,18-1-98 0 0,-45 14 680 0 0,47-12-859 0 0,1-1-101 0 0,1 0 0 0 0,-1 1 1 0 0,1-1-1 0 0,0 1 0 0 0,-1 0 1 0 0,1 0-1 0 0,0 0 0 0 0,0 0 0 0 0,0 0 1 0 0,1 0-1 0 0,-1 0 0 0 0,-2 5 1 0 0,2-4 48 0 0,3 1-64 0 0,3 13 11 0 0,-3-12 5 0 0,0-4-30 0 0,0 1-1 0 0,0-1 1 0 0,1 1-1 0 0,-1 0 1 0 0,0-1 0 0 0,1 0-1 0 0,-1 1 1 0 0,1-1 0 0 0,-1 0-1 0 0,3 2 1 0 0,6 6-4 0 0,0 0 1 0 0,0-1-1 0 0,1 0 1 0 0,0 0-1 0 0,16 7 0 0 0,26 17 79 0 0,-18-4 66 0 0,-32-25-100 0 0,2 5-19 0 0,-5-8-17 0 0,1 0 1 0 0,-1 1 0 0 0,1-1 0 0 0,-1 0 0 0 0,0 1 0 0 0,1-1 0 0 0,-1 1 0 0 0,0-1 0 0 0,1 0 0 0 0,-1 1-1 0 0,0-1 1 0 0,0 1 0 0 0,1-1 0 0 0,-1 1 0 0 0,0-1 0 0 0,0 1 0 0 0,0-1 0 0 0,0 1 0 0 0,0-1 0 0 0,0 1-1 0 0,0-1 1 0 0,0 1 0 0 0,0-1 0 0 0,0 1 0 0 0,0-1 0 0 0,0 1 0 0 0,0-1 0 0 0,0 1 0 0 0,0-1 0 0 0,0 1-1 0 0,0-1 1 0 0,-1 1 0 0 0,1 0 0 0 0,-2 3 25 0 0,1 0-1 0 0,-1 0 1 0 0,0 0 0 0 0,0-1-1 0 0,-1 1 1 0 0,1 0 0 0 0,-1-1-1 0 0,1 0 1 0 0,-1 0 0 0 0,0 0-1 0 0,0 0 1 0 0,-1 0-1 0 0,1 0 1 0 0,-1-1 0 0 0,-6 4-1 0 0,-2 0 24 0 0,-1-1 0 0 0,0 0 0 0 0,0-1 0 0 0,-1 0 0 0 0,-18 2 0 0 0,-32 5-78 0 0,58-11-195 0 0,1 0-155 0 0,-17-2-137 0 0,17 1-169 0 0,2-21-5842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4.5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1 3276 0 0,'0'0'4991'0'0,"-6"1"-4505"0"0,-17 3-105 0 0,17-3 41 0 0,-14 13 488 0 0,17-11-687 0 0,-13 33 344 0 0,14-32-366 0 0,4 1-185 0 0,6 12-127 0 0,-6-12 151 0 0,1-1 32 0 0,8 10-16 0 0,-8-10-1 0 0,0 0-17 0 0,10 12-12 0 0,-10-12-3 0 0,-1-1-3 0 0,24 32 74 0 0,-24-32-37 0 0,0 1-28 0 0,-1-1-6 0 0,-1 0 0 0 0,1 0-1 0 0,0 0 1 0 0,-1 0 0 0 0,1 0 0 0 0,-1 0 0 0 0,0 0 0 0 0,0 0 0 0 0,0 0-1 0 0,-1 0 1 0 0,1 0 0 0 0,-2 4 0 0 0,1-2-8 0 0,-1-5-15 0 0,1 1-1 0 0,-1-1 1 0 0,1 1 0 0 0,0 0-1 0 0,-1 0 1 0 0,1-1-1 0 0,0 1 1 0 0,0 0-1 0 0,0 0 1 0 0,0 0-1 0 0,-1 0 1 0 0,0 2-1 0 0,1-2 0 0 0,-2 2-10 0 0,-2-2-26 0 0,-16 7-83 0 0,16-6-93 0 0,1-1-85 0 0,-15 3-122 0 0,14-3-224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4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2976 0 0,'0'0'9475'0'0,"1"4"-9176"0"0,3 15-51 0 0,-2-14-61 0 0,-7 19 76 0 0,4-20-162 0 0,1 2-2 0 0,1 83-1265 0 0,0-84 521 0 0,6 13-1188 0 0,-5-14 454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4.9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37 2760 0 0,'0'0'1076'0'0,"-10"-19"1365"0"0,-2 2-1477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5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13 3500 0 0,'0'0'3512'0'0,"4"-1"-2605"0"0,16-5 4519 0 0,-25 6-5174 0 0,-14-2-33 0 0,14 1-24 0 0,1 4-60 0 0,-5 1-94 0 0,0 2 0 0 0,1-1 0 0 0,0 1 0 0 0,1 0 0 0 0,-1 1 0 0 0,1 0 0 0 0,0 0 0 0 0,1 0 0 0 0,-1 1 0 0 0,2 0-1 0 0,-1 0 1 0 0,1 1 0 0 0,-5 10 0 0 0,8-15-39 0 0,1-2 1 0 0,0 0 0 0 0,0 0 1 0 0,0 0-1 0 0,1 0 0 0 0,-1 1 0 0 0,1-1 1 0 0,-1 0-1 0 0,1 0 0 0 0,0 1 0 0 0,-1-1 1 0 0,2 4-1 0 0,-1 0 2 0 0,0-1-1 0 0,1 1 1 0 0,0-1 0 0 0,0 1-1 0 0,0-1 1 0 0,1 1 0 0 0,3 8-1 0 0,-3-10 25 0 0,-2-4-30 0 0,1 0 1 0 0,-1 0-1 0 0,0 0 0 0 0,0 0 1 0 0,1 0-1 0 0,-1 0 0 0 0,0 0 1 0 0,0 0-1 0 0,1 0 0 0 0,-1 0 1 0 0,0 0-1 0 0,1 1 0 0 0,-1-1 1 0 0,0 0-1 0 0,0 0 0 0 0,0 0 1 0 0,1 0-1 0 0,-1 0 0 0 0,0 1 1 0 0,0-1-1 0 0,0 0 0 0 0,1 0 1 0 0,-1 1-1 0 0,0-1 0 0 0,0 0 1 0 0,0 0-1 0 0,0 1 0 0 0,0-1 1 0 0,0 0-1 0 0,1 0 0 0 0,-1 1 1 0 0,0-1-1 0 0,0 1 1 0 0,0 0-1 0 0,1-1 1 0 0,-1 1-1 0 0,0 0 1 0 0,1-1-1 0 0,-1 1 1 0 0,0-1-1 0 0,1 1 1 0 0,-1 0-1 0 0,1-1 1 0 0,-1 1-1 0 0,1-1 1 0 0,-1 1-1 0 0,1-1 1 0 0,-1 0-1 0 0,1 1 1 0 0,0-1 0 0 0,-1 0-1 0 0,1 1 1 0 0,0-1-1 0 0,-1 0 1 0 0,1 0-1 0 0,1 1 1 0 0,17 4 25 0 0,-14-4 45 0 0,1-2-83 0 0,17-3 29 0 0,-17 3 122 0 0,-1-1-135 0 0,0 1-15 0 0,18-10-75 0 0,13-18 78 0 0,-27 15-12 0 0,-5 8 10 0 0,0-1-12 0 0,9-23 26 0 0,-12 25-6 0 0,0 1-14 0 0,0-1-29 0 0,0-16 23 0 0,-1 16 0 0 0,-1 0-15 0 0,-5-15-45 0 0,4 15-82 0 0,0 1-96 0 0,-27-22-985 0 0,-1 12-2642 0 0,25 13 3365 0 0,-4-1-104 0 0,0-2-2580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5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2800 0 0,'4'1'1447'0'0,"14"5"-208"0"0,-13-4 650 0 0,-1 0-1128 0 0,0 2-412 0 0,0-1 0 0 0,0 0 0 0 0,-1 1-1 0 0,1 0 1 0 0,-1 0 0 0 0,0 0 0 0 0,0 1 0 0 0,0-1 0 0 0,4 9-1 0 0,-5-9-64 0 0,-2 0-58 0 0,1 49 617 0 0,-1-47-698 0 0,-1-1-2 0 0,-5 14-6 0 0,5-15-14 0 0,-1 0 9 0 0,-19 29 1061 0 0,19-30 374 0 0,-2-2-1240 0 0,-12 4-95 0 0,12-3 483 0 0,4-3-703 0 0,-1 1 0 0 0,1 0-1 0 0,-1-1 1 0 0,1 1 0 0 0,-1 0 0 0 0,1-1 0 0 0,0 1-1 0 0,-1 0 1 0 0,1-1 0 0 0,0 1 0 0 0,0-1 0 0 0,-1 1-1 0 0,1-1 1 0 0,0 1 0 0 0,0-1 0 0 0,0 1 0 0 0,-1-1 0 0 0,1 1-1 0 0,0-1 1 0 0,0 1 0 0 0,0-1 0 0 0,0 1 0 0 0,0-1-1 0 0,0 0 8 0 0,0 1-1 0 0,0-1 1 0 0,0 0-1 0 0,0 1 1 0 0,0-1 0 0 0,0 1-1 0 0,0-1 1 0 0,-1 1-1 0 0,1-1 1 0 0,0 1-1 0 0,0-1 1 0 0,0 1-1 0 0,-1 0 1 0 0,1-1-1 0 0,0 1 1 0 0,-1-1-1 0 0,1 1 1 0 0,0 0-1 0 0,-1-1 1 0 0,1 1-1 0 0,0-1 1 0 0,-1 1-1 0 0,0 0 1 0 0,3-6 85 0 0,0-2-77 0 0,0 0 0 0 0,1 0 0 0 0,1 0 0 0 0,-1 1 0 0 0,1-1 1 0 0,0 1-1 0 0,1 0 0 0 0,0 0 0 0 0,0 0 0 0 0,0 1 0 0 0,1 0 0 0 0,0 0 0 0 0,0 0 0 0 0,1 1 0 0 0,-1 0 1 0 0,1 0-1 0 0,0 1 0 0 0,1 0 0 0 0,-1 0 0 0 0,1 0 0 0 0,8-2 0 0 0,-9 3-31 0 0,-5 1 2 0 0,0 1-1 0 0,1 0 0 0 0,-1 0 0 0 0,1 0 1 0 0,-1 0-1 0 0,1 1 0 0 0,-1-1 1 0 0,1 1-1 0 0,-1-1 0 0 0,1 1 1 0 0,4 0-1 0 0,1-2-4 0 0,-5 2 5 0 0,1-1 1 0 0,-1 1-1 0 0,0-1 1 0 0,1 1-1 0 0,-1 0 1 0 0,1 1-1 0 0,-1-1 1 0 0,4 1-1 0 0,1-1 5 0 0,-5 0-3 0 0,0-1 1 0 0,0 2-1 0 0,0-1 0 0 0,0 0 1 0 0,0 0-1 0 0,-1 1 0 0 0,1 0 0 0 0,0 0 1 0 0,0-1-1 0 0,4 4 0 0 0,2-1-1 0 0,-1 0 0 0 0,0 1 0 0 0,0 1 0 0 0,0-1 0 0 0,-1 1 0 0 0,1 0 0 0 0,-1 1 0 0 0,0 0 0 0 0,0 0 0 0 0,-1 1 0 0 0,0 0 0 0 0,0 0 0 0 0,-1 0 0 0 0,0 0 0 0 0,0 1-1 0 0,4 8 1 0 0,-4-1-102 0 0,-1 0 0 0 0,0 0 0 0 0,-1 1-1 0 0,-1-1 1 0 0,0 1 0 0 0,-1-1 0 0 0,0 1-1 0 0,-2 0 1 0 0,0-1 0 0 0,0 1 0 0 0,-2-1-1 0 0,0 0 1 0 0,-1 1 0 0 0,0-1 0 0 0,-1-1-1 0 0,-1 1 1 0 0,-10 20 0 0 0,1-7-1209 0 0,-2 0 0 0 0,0-1 0 0 0,-2 0 0 0 0,-1-2 0 0 0,-1 0 0 0 0,-1-1 1 0 0,-37 30-1 0 0,2-9-5345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29.8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 2900 0 0,'0'0'2530'0'0,"0"-5"-1685"0"0,0-18 3946 0 0,1 31-4501 0 0,1 1 0 0 0,0-1 0 0 0,0 0 0 0 0,5 11 0 0 0,6 25 80 0 0,20 115 587 0 0,15 215 1 0 0,-40-297-766 0 0,23 140 1195 0 0,-30-212-1281 0 0,0 0-11 0 0,9 68 776 0 0,-9-69-656 0 0,-7 14-240 0 0,5-14 983 0 0,6-3-930 0 0,52 3 26 0 0,115-15 27 0 0,-23-6-125 0 0,-51 3-77 0 0,-92 13-8 0 0,-1 0-279 0 0,1 0 122 0 0,3-1 282 0 0,1 2-8640 0 0,1-15 4248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0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7 4008 0 0,'0'0'2345'0'0,"-4"-1"-1479"0"0,-11-3-111 0 0,11 3 2528 0 0,0 2-3013 0 0,-16 7 663 0 0,22-4-821 0 0,5 13-8 0 0,-6-13 45 0 0,0-2-135 0 0,0-1 1 0 0,0 1-1 0 0,-1-1 0 0 0,1 1 0 0 0,0-1 0 0 0,0 0 1 0 0,0 0-1 0 0,1 1 0 0 0,-1-1 0 0 0,0 0 1 0 0,2 1-1 0 0,-3-2-7 0 0,3 4 150 0 0,0-1-92 0 0,-2-2-50 0 0,0 1-1 0 0,0-1 0 0 0,0 0 1 0 0,0 0-1 0 0,1 1 1 0 0,-1-1-1 0 0,0 0 1 0 0,0 0-1 0 0,1 0 0 0 0,2 1 66 0 0,-1 0-9 0 0,30 15 1174 0 0,-29-15 62 0 0,-4-1-1292 0 0,1 1 1 0 0,-1 0-1 0 0,0 0 0 0 0,0 0 1 0 0,0-1-1 0 0,-1 1 0 0 0,1 0 0 0 0,0 0 1 0 0,-1-1-1 0 0,1 1 0 0 0,-1 0 1 0 0,-1 2-1 0 0,2-3 9 0 0,-1 3-8 0 0,-1-1-1 0 0,0 0 1 0 0,1 1 0 0 0,-1-1-1 0 0,0 0 1 0 0,0 0 0 0 0,-1 0-1 0 0,1 0 1 0 0,-1 0 0 0 0,1 0-1 0 0,-5 2 1 0 0,6-4-28 0 0,-33 48-2387 0 0,17-15-5056 0 0,10-17 878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0.9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52 3680 0 0,'0'0'3403'0'0,"0"-4"-2139"0"0,3-18 4934 0 0,-2 17-5726 0 0,1-12-49 0 0,-1 13 1341 0 0,-1 10-1570 0 0,32 201 1306 0 0,-31-202-1475 0 0,0 1 3 0 0,8 47-101 0 0,-9-49-73 0 0,1 1-836 0 0,0-4 1728 0 0,0 6-55 0 0,2 0-5456 0 0,-3-7 4532 0 0,1 0 1 0 0,-1 0-1 0 0,1 0 0 0 0,-1 0 0 0 0,1 0 0 0 0,-1 0 0 0 0,0 0 0 0 0,1 0 1 0 0,-1 0-1 0 0,1 0 0 0 0,-1 0 0 0 0,1 0 0 0 0,-1 0 0 0 0,0 0 0 0 0,1-1 0 0 0,-1 1 1 0 0,1 0-1 0 0,-1 0 0 0 0,0 0 0 0 0,1-1 0 0 0,-1 1 0 0 0,0 0 0 0 0,1 0 1 0 0,-1-1-1 0 0,0 1 0 0 0,1 0 0 0 0,-1-1 0 0 0,0 1 0 0 0,0 0 0 0 0,1-1 1 0 0,-1 0-1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1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49 3200 0 0,'-4'-7'1076'0'0,"0"0"0"0"0,0 1 0 0 0,-1-1 0 0 0,-9-10 1026 0 0,13 16-2057 0 0,0 1 1 0 0,0-1-1 0 0,-1 1 1 0 0,1-1-1 0 0,0 1 1 0 0,-1 0 0 0 0,1-1-1 0 0,0 1 1 0 0,-1 0-1 0 0,1 0 1 0 0,-1 0 0 0 0,-1 0-1 0 0,1 0 30 0 0,-2-1 141 0 0,1 3-85 0 0,-8 7-1159 0 0,0 0 1 0 0,1 0 0 0 0,0 1-1 0 0,-10 13 1 0 0,15-16-38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1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51 3856 0 0,'0'0'4257'0'0,"-3"3"-3142"0"0,-7 6-125 0 0,8-7 1123 0 0,6-1-1569 0 0,-3-1-530 0 0,14 2 439 0 0,1-1-1 0 0,27-2 1 0 0,251-21 172 0 0,-96-10-5011 0 0,-160 21-627 0 0,-31 9-420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1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0 5132 0 0,'0'0'5390'0'0,"-4"2"-4780"0"0,-13 4-60 0 0,13-4 873 0 0,5 3-983 0 0,0 1-309 0 0,0 1 1 0 0,1-1 0 0 0,0 0 0 0 0,0 0 0 0 0,1 0 0 0 0,-1 0 0 0 0,1-1-1 0 0,1 1 1 0 0,-1-1 0 0 0,1 0 0 0 0,0 0 0 0 0,0 0 0 0 0,9 8 0 0 0,-5-5-96 0 0,1-1 0 0 0,1 0 0 0 0,-1 0 0 0 0,1-1 1 0 0,0 0-1 0 0,1-1 0 0 0,14 6 0 0 0,-21-10-13 0 0,1 0 5 0 0,-1 0 6 0 0,1-1 1 0 0,0 0-1 0 0,-1 1 0 0 0,1-2 0 0 0,0 1 0 0 0,0 0 0 0 0,-1-1 0 0 0,1 0 0 0 0,0 0 0 0 0,-1 0 0 0 0,1-1 0 0 0,7-3 0 0 0,-9 3 89 0 0,-9 3-91 0 0,-18 4 27 0 0,14 1 25 0 0,-12 15 6 0 0,2 2 1 0 0,0 0 0 0 0,-32 50 0 0 0,42-57-502 0 0,1 1 0 0 0,0 0 0 0 0,1 1 0 0 0,1-1 0 0 0,1 2 0 0 0,0-1 0 0 0,-4 29 0 0 0,10-41-467 0 0,0 1 0 0 0,0-1 0 0 0,0 1 0 0 0,1-1 0 0 0,0 1 0 0 0,0-1 0 0 0,1 1 0 0 0,3 8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3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526 51 2716 0 0,'0'-4'1635'0'0,"-1"-17"-105"0"0,2 20-1281 0 0,-1-1 0 0 0,0 0 0 0 0,0 1 0 0 0,-1-1 0 0 0,1 1 0 0 0,0-1 0 0 0,0 1 0 0 0,-1-1 0 0 0,1 0 0 0 0,-1 1 0 0 0,1-1 0 0 0,-1 1 0 0 0,0 0 0 0 0,-1-3 0 0 0,-2 8 529 0 0,-3 2-523 0 0,1 1-1 0 0,0 0 1 0 0,1 1 0 0 0,-1-1-1 0 0,1 1 1 0 0,1 0-1 0 0,-6 14 1 0 0,-24 70 953 0 0,20-51-802 0 0,-141 335 1178 0 0,108-282-1243 0 0,-109 162 1 0 0,122-213-107 0 0,32-40-80 0 0,-2-5-184 0 0,-12-7-26 0 0,16 9 53 0 0,0 0 0 0 0,0 0 0 0 0,0 0 1 0 0,0 0-1 0 0,-1 0 0 0 0,1 0 0 0 0,0 0 1 0 0,0 0-1 0 0,0 0 0 0 0,0 0 1 0 0,-1 0-1 0 0,1 0 0 0 0,0-1 0 0 0,0 1 1 0 0,0 0-1 0 0,0 0 0 0 0,0 0 1 0 0,0 0-1 0 0,-1 0 0 0 0,1-1 0 0 0,0 1 1 0 0,0 0-1 0 0,0 0 0 0 0,0 0 1 0 0,0 0-1 0 0,0-1 0 0 0,0 1 0 0 0,0 0 1 0 0,0 0-1 0 0,0 0 0 0 0,0 0 1 0 0,0-1-1 0 0,0 1 0 0 0,0 0 0 0 0,0 0 1 0 0,0 0-1 0 0,0 0 0 0 0,0-1 0 0 0,0 1 1 0 0,0 0-1 0 0,0 0 0 0 0,0 0 1 0 0,0-1-1 0 0,0 1 0 0 0,2-8-54 0 0,0-2-68 0 0,0 0 0 0 0,0 1 0 0 0,7-16 0 0 0,4-4-132 0 0,0 2-1 0 0,28-42 1 0 0,-39 67 239 0 0,0-1 0 0 0,0 1 0 0 0,0 0 0 0 0,0 0 0 0 0,1 0 0 0 0,-1 1 1 0 0,0-1-1 0 0,1 0 0 0 0,0 1 0 0 0,-1 0 0 0 0,1-1 0 0 0,0 1 0 0 0,0 0 0 0 0,0 1 1 0 0,5-2-1 0 0,-4 1 24 0 0,5 1-30 0 0,-5 0 22 0 0,0 1 1 0 0,0 0-1 0 0,0 0 0 0 0,0 0 0 0 0,0 1 0 0 0,-1-1 0 0 0,1 1 0 0 0,0 0 0 0 0,-1 0 0 0 0,1 0 0 0 0,-1 1 0 0 0,1-1 0 0 0,-1 1 0 0 0,0-1 1 0 0,5 7-1 0 0,-4-4-4 0 0,15 14-59 0 0,-6-3 50 0 0,-13-15 21 0 0,7 9-258 0 0,0-1 0 0 0,1 0 0 0 0,0 0 0 0 0,1-1 0 0 0,-1 0 0 0 0,1 0 0 0 0,1-1 0 0 0,-1 0-1 0 0,22 11 1 0 0,-26-17-10 0 0,0 0 0 0 0,-1 0 0 0 0,1-1 0 0 0,0 1 0 0 0,0-1 0 0 0,0 0 0 0 0,0 0-1 0 0,0 0 1 0 0,0-1 0 0 0,9-2 0 0 0,-10 2 165 0 0,8-1-109 0 0,0 0 0 0 0,-1-1 0 0 0,1 0 0 0 0,-1-1 0 0 0,0 0 0 0 0,0-1 0 0 0,0 0 0 0 0,-1-1 1 0 0,1 0-1 0 0,17-15 0 0 0,-13 8 537 0 0,0-1 0 0 0,-1-1 1 0 0,-1 0-1 0 0,22-32 0 0 0,-31 41-27 0 0,0-1 0 0 0,0 1-1 0 0,-1-1 1 0 0,3-10 0 0 0,-3 8-31 0 0,-2 6 125 0 0,1-2-5 0 0,2-14-32 0 0,-3 14 452 0 0,-1 1-617 0 0,-1-15-38 0 0,1 14 292 0 0,-19 11-320 0 0,15-4-106 0 0,1 0 2 0 0,0 0 0 0 0,1 0 1 0 0,-1 1-1 0 0,1-1 1 0 0,-1 1-1 0 0,1 0 1 0 0,0 0-1 0 0,0 0 1 0 0,0 0-1 0 0,0 0 0 0 0,1 0 1 0 0,-3 5-1 0 0,-3 5 41 0 0,0 0 0 0 0,0 1 0 0 0,1 0 0 0 0,1 0 0 0 0,0 0 0 0 0,-3 16 0 0 0,7-26-52 0 0,1 1-4 0 0,-1 15 1 0 0,0-15-8 0 0,3-1-48 0 0,-1-2 6 0 0,1 1 0 0 0,-1-1 0 0 0,0 0 1 0 0,1 0-1 0 0,0 0 0 0 0,-1 0 0 0 0,1 0 0 0 0,0 0 0 0 0,0-1 0 0 0,0 1 1 0 0,0 0-1 0 0,1-1 0 0 0,-1 0 0 0 0,0 1 0 0 0,1-1 0 0 0,-1 0 0 0 0,0 0 1 0 0,1-1-1 0 0,-1 1 0 0 0,1 0 0 0 0,5 0 0 0 0,-4-1 31 0 0,1 0 0 0 0,0 0 1 0 0,0 0-1 0 0,0 0 0 0 0,0-1 0 0 0,-1 0 0 0 0,1 0 0 0 0,0 0 0 0 0,0-1 1 0 0,-1 1-1 0 0,1-1 0 0 0,-1 0 0 0 0,0-1 0 0 0,6-3 0 0 0,-3 2 103 0 0,0-1-1 0 0,-1 0 1 0 0,0 0-1 0 0,0 0 1 0 0,-1-1-1 0 0,1 1 1 0 0,-1-2-1 0 0,0 1 1 0 0,-1 0-1 0 0,1-1 1 0 0,5-12-1 0 0,-8 12-27 0 0,0 0 0 0 0,0-1 0 0 0,0 1-1 0 0,-1 0 1 0 0,0-1 0 0 0,0 1 0 0 0,-1-1-1 0 0,0-12 1 0 0,-1 14-24 0 0,-1 2-15 0 0,-6-11-10 0 0,7 11-64 0 0,-3 1-120 0 0,-11-8 22 0 0,12 9-36 0 0,-2 2-67 0 0,-16-2-57 0 0,16 2-49 0 0,0 2-51 0 0,-18 3-24 0 0,18-4-67 0 0,1 2-99 0 0,-12 7-186 0 0,12-7 152 0 0,4-2-192 0 0,0 0 775 0 0,0-1 0 0 0,0 1 1 0 0,0-1-1 0 0,0 0 1 0 0,0 1-1 0 0,0-1 0 0 0,-1 1 1 0 0,1-1-1 0 0,0 0 0 0 0,0 1 1 0 0,0-1-1 0 0,-1 1 1 0 0,1-1-1 0 0,0 0 0 0 0,0 1 1 0 0,-1-1-1 0 0,1 0 0 0 0,0 1 1 0 0,-1-1-1 0 0,1 0 1 0 0,0 0-1 0 0,-1 1 0 0 0,0-1 1 0 0,1 0-129 0 0,-1 1 1 0 0,1-1-1 0 0,0 0 1 0 0,-1 0-1 0 0,1 1 1 0 0,0-1-1 0 0,-1 0 0 0 0,1 0 1 0 0,0 1-1 0 0,-1-1 1 0 0,1 0-1 0 0,0 1 1 0 0,0-1-1 0 0,-1 1 1 0 0,1-1-1 0 0,0 0 1 0 0,0 1-1 0 0,0-1 1 0 0,0 1-1 0 0,-1-1 1 0 0,1 1-1 0 0,0-1 1 0 0,0 0-1 0 0,0 1 0 0 0,0-1 1 0 0,0 1-1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3.8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 34 5064 0 0,'3'-2'1645'0'0,"6"-3"-1556"0"0,7-9 5522 0 0,-16 14-5543 0 0,0 0 0 0 0,0-1 1 0 0,0 1-1 0 0,0-1 0 0 0,0 1 0 0 0,0-1 0 0 0,0 1 0 0 0,0-1 0 0 0,0 1 1 0 0,0-1-1 0 0,0 1 0 0 0,-1-1 0 0 0,1 1 0 0 0,0 0 0 0 0,0-1 0 0 0,-1 1 1 0 0,1-1-1 0 0,0 1 0 0 0,0 0 0 0 0,-1-1 0 0 0,1 1 0 0 0,0 0 0 0 0,-1-1 1 0 0,1 1-1 0 0,0 0 0 0 0,-1 0 0 0 0,1-1 0 0 0,-1 1 0 0 0,1 0 0 0 0,-1 0 0 0 0,1 0 1 0 0,0-1-1 0 0,-1 1 0 0 0,1 0 0 0 0,-1 0 0 0 0,1 0 0 0 0,-1 0 0 0 0,1 0 1 0 0,-2 0-1 0 0,-1 0 13 0 0,-1 0 0 0 0,0 0 1 0 0,0 1-1 0 0,0-1 0 0 0,1 1 1 0 0,-1 0-1 0 0,0 0 0 0 0,1 0 1 0 0,-1 0-1 0 0,0 1 0 0 0,1-1 1 0 0,0 1-1 0 0,-6 4 1 0 0,9-6-83 0 0,-18 7 191 0 0,2 3-114 0 0,2-1 37 0 0,0 2-64 0 0,0 0-1 0 0,1 0 1 0 0,0 1-1 0 0,1 1 1 0 0,0 0-1 0 0,-12 18 1 0 0,22-27-46 0 0,0 0 0 0 0,0 0 0 0 0,0 0 1 0 0,1 0-1 0 0,-1 0 0 0 0,1 0 0 0 0,0 1 1 0 0,1-1-1 0 0,-1 0 0 0 0,1 7 0 0 0,-1-6-10 0 0,1 0 14 0 0,1-1-20 0 0,0-2-5 0 0,-1 0 0 0 0,1 0 0 0 0,0 0-1 0 0,0 0 1 0 0,0 0 0 0 0,1 0 0 0 0,-1 0-1 0 0,0 0 1 0 0,1 0 0 0 0,-1 0 0 0 0,1-1 0 0 0,-1 1-1 0 0,1-1 1 0 0,0 1 0 0 0,0-1 0 0 0,0 0 0 0 0,0 1-1 0 0,0-1 1 0 0,0 0 0 0 0,0 0 0 0 0,0-1-1 0 0,0 1 1 0 0,0 0 0 0 0,4 0 0 0 0,-1-1-6 0 0,-1 1 0 0 0,1-1 1 0 0,0 0-1 0 0,0-1 0 0 0,-1 1 0 0 0,1-1 1 0 0,0 0-1 0 0,0 0 0 0 0,-1 0 0 0 0,1-1 1 0 0,-1 0-1 0 0,0 0 0 0 0,1 0 1 0 0,5-4-1 0 0,1 0 101 0 0,-1-1 1 0 0,0 0 0 0 0,0 0-1 0 0,-1-1 1 0 0,0 0-1 0 0,0-1 1 0 0,-1 0-1 0 0,0 0 1 0 0,0-1-1 0 0,-1 0 1 0 0,9-17 0 0 0,-9 14 90 0 0,-6 10 4 0 0,1-1-16 0 0,5-12-15 0 0,-5 12 285 0 0,-2 8-388 0 0,2 62 44 0 0,10 152-219 0 0,2 162-230 0 0,-14-376 367 0 0,0 11-73 0 0,0-1 0 0 0,-1 1-1 0 0,-1 0 1 0 0,-1-1 0 0 0,-8 29 0 0 0,-9-15-65 0 0,19-26 139 0 0,-1-1 0 0 0,1 0 1 0 0,0 0-1 0 0,-1 0 0 0 0,1 0 1 0 0,0 0-1 0 0,-1 0 0 0 0,0 0 0 0 0,1-1 1 0 0,-1 1-1 0 0,1 0 0 0 0,-1-1 0 0 0,0 1 1 0 0,1-1-1 0 0,-1 0 0 0 0,0 0 0 0 0,1 1 1 0 0,-1-1-1 0 0,0 0 0 0 0,0 0 1 0 0,1-1-1 0 0,-1 1 0 0 0,0 0 0 0 0,1-1 1 0 0,-3 0-1 0 0,-8-4 37 0 0,0-1 0 0 0,0 0-1 0 0,1-1 1 0 0,0 0 0 0 0,0-1 0 0 0,1 0 0 0 0,0-1 0 0 0,1 0 0 0 0,0 0-1 0 0,0-1 1 0 0,-10-15 0 0 0,10 12-82 0 0,1-1 1 0 0,0 1-1 0 0,1-2 0 0 0,1 1 1 0 0,0-1-1 0 0,1 0 0 0 0,0 0 1 0 0,1-1-1 0 0,-2-16 0 0 0,6 23-96 0 0,-1 1-1 0 0,1-1 0 0 0,1 1 1 0 0,0-1-1 0 0,0 1 1 0 0,0-1-1 0 0,1 1 0 0 0,1 0 1 0 0,-1 0-1 0 0,1 0 1 0 0,1 0-1 0 0,-1 0 0 0 0,1 0 1 0 0,1 1-1 0 0,0 0 1 0 0,-1 0-1 0 0,2 0 0 0 0,10-10 1 0 0,6-4-973 0 0,2 0 0 0 0,0 2 0 0 0,43-26 0 0 0,-63 42 910 0 0,64-38-4554 0 0,-34 22-406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4.0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54 2660 0 0,'0'0'2841'0'0,"-1"-5"-1797"0"0,-5-14-116 0 0,5 14 872 0 0,1 1-946 0 0,-3-17 5322 0 0,6 24-5956 0 0,-1-1-180 0 0,0 1 1 0 0,0 0-1 0 0,0 0 1 0 0,0 0-1 0 0,0 0 1 0 0,-1 0-1 0 0,1 1 0 0 0,-1-1 1 0 0,0 0-1 0 0,0 1 1 0 0,0-1-1 0 0,0 1 1 0 0,-1-1-1 0 0,1 8 1 0 0,18 97-2586 0 0,-19-103 1314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4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7 4128 0 0,'0'0'1258'0'0,"-4"-1"-269"0"0,-11-3-218 0 0,11 3 388 0 0,-2 2-717 0 0,-46 13 795 0 0,47-12-1021 0 0,1 1-23 0 0,-13 7-18 0 0,13-7-52 0 0,1 0-14 0 0,1-1-89 0 0,-1-1-1 0 0,1 1 0 0 0,0 0 1 0 0,0 0-1 0 0,0 0 0 0 0,1 0 0 0 0,-1 1 1 0 0,0-1-1 0 0,1 0 0 0 0,0 1 1 0 0,-1-1-1 0 0,1 1 0 0 0,0 0 1 0 0,0-1-1 0 0,0 1 0 0 0,1 0 0 0 0,-1-1 1 0 0,1 1-1 0 0,-1 6 0 0 0,2-5-17 0 0,4-3-62 0 0,15 5-4 0 0,-15-5 13 0 0,0-2 4 0 0,15-1 7 0 0,-15 2 35 0 0,1-2 66 0 0,14-4 21 0 0,-15 4 56 0 0,-4 1-112 0 0,0 0 0 0 0,0 0-1 0 0,0 0 1 0 0,0 0-1 0 0,0 0 1 0 0,0 1-1 0 0,1-1 1 0 0,-1 0 0 0 0,0 0-1 0 0,0 1 1 0 0,1-1-1 0 0,2 0 1 0 0,-3 0 29 0 0,3-1 167 0 0,-1-1 12 0 0,-1 1-150 0 0,-1-1 0 0 0,1 1 0 0 0,-1-1 0 0 0,1 0 0 0 0,-1 0 0 0 0,0 1 0 0 0,0-1 0 0 0,0 0 0 0 0,0 0-1 0 0,-1 0 1 0 0,1-4 0 0 0,-1 3 106 0 0,0 4-186 0 0,0 0 0 0 0,-1 0 0 0 0,1 0-1 0 0,0 0 1 0 0,-1 0 0 0 0,1 0 0 0 0,0 0 0 0 0,0 0-1 0 0,-1 0 1 0 0,1 0 0 0 0,0-1 0 0 0,-1 1-1 0 0,1 0 1 0 0,0 0 0 0 0,0 0 0 0 0,-1 0 0 0 0,1 0-1 0 0,0-1 1 0 0,0 1 0 0 0,0 0 0 0 0,-1 0 0 0 0,1 0-1 0 0,0-1 1 0 0,0 1 0 0 0,0 0 0 0 0,-1 0 0 0 0,1-1-1 0 0,0 1 1 0 0,0 0 0 0 0,0 0 0 0 0,0-1-1 0 0,-1 0 4 0 0,1 0 0 0 0,0 1 0 0 0,-1-1 0 0 0,1 1 0 0 0,0-1 0 0 0,-1 1-1 0 0,1-1 1 0 0,-1 0 0 0 0,1 1 0 0 0,-1-1 0 0 0,1 1 0 0 0,-1 0 0 0 0,0-1-1 0 0,1 1 1 0 0,-1-1 0 0 0,1 1 0 0 0,-1 0 0 0 0,0 0 0 0 0,1-1 0 0 0,-1 1-1 0 0,0 0 1 0 0,1 0 0 0 0,-1 0 0 0 0,-1 0 0 0 0,-5-1-193 0 0,0 1 1 0 0,0 0-1 0 0,1 1 1 0 0,-1-1-1 0 0,0 1 0 0 0,0 1 1 0 0,0 0-1 0 0,-12 4 1 0 0,14-4-517 0 0,3 1-166 0 0,-8 4 170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4.9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0 4320 0 0,'0'0'7728'0'0,"-5"1"-7254"0"0,-13 2-56 0 0,14-2-43 0 0,-1 2-51 0 0,-12 9 107 0 0,0 1 1 0 0,-24 24-1 0 0,38-34-337 0 0,1 1-13 0 0,-10 12 1 0 0,10-12-29 0 0,-5 18 233 0 0,9-17-310 0 0,0 0 10 0 0,0 0 0 0 0,1 0 0 0 0,0-1 0 0 0,0 1 0 0 0,0-1 0 0 0,0 1 1 0 0,1-1-1 0 0,0 0 0 0 0,0-1 0 0 0,8 7 0 0 0,54 34-20 0 0,-35-24 65 0 0,-27-17-13 0 0,-4-3-17 0 0,0 1-1 0 0,0-1 1 0 0,0 0-1 0 0,1 1 0 0 0,-1-1 1 0 0,0 0-1 0 0,0 1 1 0 0,0-1-1 0 0,0 0 0 0 0,0 1 1 0 0,0-1-1 0 0,0 0 1 0 0,1 0-1 0 0,-1 1 0 0 0,0-1 1 0 0,0 0-1 0 0,0 0 1 0 0,0 1-1 0 0,1-1 0 0 0,-1 0 1 0 0,0 0-1 0 0,0 0 1 0 0,1 1-1 0 0,-1-1 0 0 0,0 0 1 0 0,1 0-1 0 0,-1 0 0 0 0,0 0 1 0 0,1 0-1 0 0,0 1 9 0 0,-1-1 0 0 0,1 1 0 0 0,0-1 0 0 0,0 0-1 0 0,-1 1 1 0 0,1-1 0 0 0,-1 1 0 0 0,1 0 0 0 0,0-1-1 0 0,-1 1 1 0 0,1-1 0 0 0,-1 1 0 0 0,1 0 0 0 0,-1 0-1 0 0,1-1 1 0 0,-1 1 0 0 0,0 0 0 0 0,1 1 0 0 0,0 0 7 0 0,-1-1 1 0 0,1 1 0 0 0,-1 0 0 0 0,0 0-1 0 0,0 0 1 0 0,1-1 0 0 0,-1 1 0 0 0,0 0-1 0 0,0 0 1 0 0,-1 0 0 0 0,1 0 0 0 0,0 0-1 0 0,-1-1 1 0 0,1 1 0 0 0,-1 0 0 0 0,1 0-1 0 0,-1-1 1 0 0,0 1 0 0 0,-1 2-1 0 0,0 0 69 0 0,-3-2-17 0 0,-11 6-110 0 0,1-2 0 0 0,-1 0 0 0 0,-1 0 0 0 0,-19 3 0 0 0,31-8-257 0 0,-1-2-150 0 0,-16-1-176 0 0,16 1-135 0 0,6 1 718 0 0,0 0 0 0 0,0 0 0 0 0,0-1 0 0 0,0 1-1 0 0,0 0 1 0 0,-1-1 0 0 0,1 1 0 0 0,0 0 0 0 0,0 0 0 0 0,0-1 0 0 0,-1 1-1 0 0,1 0 1 0 0,0 0 0 0 0,0 0 0 0 0,0-1 0 0 0,-1 1 0 0 0,1 0-1 0 0,0 0 1 0 0,-1 0 0 0 0,1 0 0 0 0,0 0 0 0 0,0-1 0 0 0,-1 1-1 0 0,1 0 1 0 0,0 0 0 0 0,-1 0 0 0 0,1 0 0 0 0,0 0 0 0 0,-1 0-1 0 0,1 0-51 0 0,-1 0-1 0 0,1 0 0 0 0,-1 0 0 0 0,1 0 0 0 0,-1 0 0 0 0,1 0 0 0 0,-1 0 0 0 0,1-1 0 0 0,0 1 0 0 0,-1 0 0 0 0,1 0 1 0 0,-1 0-1 0 0,1-1 0 0 0,0 1 0 0 0,-1 0 0 0 0,1 0 0 0 0,0-1 0 0 0,-1 1 0 0 0,1 0 0 0 0,0-1 0 0 0,0 1 0 0 0,-1 0 1 0 0,1-1-1 0 0,0 1 0 0 0,0 0 0 0 0,-1-1 0 0 0,1 1 0 0 0,0-1 0 0 0,0 1 0 0 0,0 0 0 0 0,0-1 0 0 0,0 1 0 0 0,0-1 1 0 0,-1 1-1 0 0,1-1 0 0 0,0 1 0 0 0,0-1 0 0 0,0 1 0 0 0,1-1 0 0 0,2-19-3069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5.1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 3424 0 0,'0'0'3775'0'0,"3"-3"-2385"0"0,5-3 5095 0 0,-8 6-6307 0 0,0 25 1136 0 0,7 15-1428 0 0,1 1 0 0 0,3-2 1 0 0,1 0-1 0 0,28 62 0 0 0,-38-97-629 0 0,-2-2 573 0 0,1 0-1 0 0,-1-1 1 0 0,1 1-1 0 0,0 0 1 0 0,-1 0-1 0 0,1 0 1 0 0,0 0 0 0 0,0-1-1 0 0,0 1 1 0 0,2 2-1 0 0,5 9-2671 0 0,-4 2-4117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5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97 4276 0 0,'-3'-2'1401'0'0,"2"2"-1169"0"0,0-1-1 0 0,0 0 1 0 0,0 1-1 0 0,0-1 1 0 0,1 0-1 0 0,-1 1 1 0 0,0-1-1 0 0,1 0 1 0 0,-1 0-1 0 0,0 0 1 0 0,1 0-1 0 0,-1 0 1 0 0,1 0-1 0 0,-1 0 1 0 0,1-1-1 0 0,0 1-194 0 0,0 1 0 0 0,0-1 0 0 0,0 0 0 0 0,0 0 0 0 0,0 1 0 0 0,0-1-1 0 0,1 0 1 0 0,-1 1 0 0 0,0-1 0 0 0,1 0 0 0 0,-1 1 0 0 0,0-1 0 0 0,1 0 0 0 0,-1 1-1 0 0,1-1 1 0 0,-1 1 0 0 0,1-1 0 0 0,-1 1 0 0 0,1-1 0 0 0,-1 1 0 0 0,1-1-1 0 0,0 1 1 0 0,-1-1 0 0 0,1 1 0 0 0,0 0 0 0 0,-1 0 0 0 0,1-1 0 0 0,0 1 0 0 0,-1 0-1 0 0,1 0 1 0 0,0 0 0 0 0,0-1 0 0 0,-1 1 0 0 0,1 0 0 0 0,0 0 0 0 0,0 0-1 0 0,0 1 1 0 0,60-13 507 0 0,211-35 1736 0 0,-268 47-1931 0 0,20-4 484 0 0,-19 3 634 0 0,-1 2-1151 0 0,17 3 711 0 0,-21 1-785 0 0,3 19-224 0 0,1-1 0 0 0,1 1 0 0 0,1-1 1 0 0,1-1-1 0 0,1 1 0 0 0,11 21 1 0 0,-17-40-307 0 0,-2-4 259 0 0,1 0-1 0 0,-1 1 1 0 0,1-1 0 0 0,-1 0-1 0 0,1 0 1 0 0,-1 0 0 0 0,1 1-1 0 0,-1-1 1 0 0,0 0-1 0 0,1 1 1 0 0,-1-1 0 0 0,1 0-1 0 0,-1 1 1 0 0,0-1-1 0 0,1 1 1 0 0,-1-1 0 0 0,0 0-1 0 0,1 1 1 0 0,-1-1-1 0 0,0 1 1 0 0,0-1 0 0 0,0 1-1 0 0,1-1 1 0 0,-1 1-1 0 0,0-1 1 0 0,0 1 0 0 0,0 0-15 0 0,0-1 0 0 0,0 1-1 0 0,0-1 1 0 0,1 1 0 0 0,-1-1 0 0 0,0 1 0 0 0,0-1 0 0 0,0 1 0 0 0,1-1 0 0 0,-1 1 0 0 0,0-1 0 0 0,1 1 0 0 0,-1-1 0 0 0,0 0 0 0 0,1 1 0 0 0,-1-1 0 0 0,0 0 0 0 0,1 1 0 0 0,-1-1 0 0 0,1 0 0 0 0,-1 1 0 0 0,1-1 0 0 0,-1 0 0 0 0,1 0 0 0 0,-1 0-1 0 0,1 1 1 0 0,11 10-1477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5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25 3780 0 0,'0'0'1372'0'0,"-3"-3"-230"0"0,-10-9-201 0 0,10 9 632 0 0,-1 2-917 0 0,0 0-435 0 0,1 0 0 0 0,-1 1 1 0 0,0-1-1 0 0,0 1 1 0 0,0 0-1 0 0,1 0 1 0 0,-1 0-1 0 0,-7 2 0 0 0,7-1 197 0 0,2-1-379 0 0,-1 1 0 0 0,1 0 0 0 0,0 0-1 0 0,-1 0 1 0 0,1 1 0 0 0,0-1 0 0 0,0 0-1 0 0,0 1 1 0 0,0 0 0 0 0,0-1 0 0 0,0 1-1 0 0,0 0 1 0 0,0 0 0 0 0,1 0 0 0 0,-3 4 335 0 0,9-7-223 0 0,1-1 147 0 0,1-1 1 0 0,0 0-1 0 0,-1 0 1 0 0,0 0 0 0 0,0 0-1 0 0,10-9 1 0 0,-13 10 105 0 0,-13 18-11581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6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11 3604 0 0,'0'0'4557'0'0,"3"-2"-3449"0"0,5-7 2856 0 0,-21 12-2867 0 0,5 0-810 0 0,0 1 0 0 0,0 0 1 0 0,-13 10-1 0 0,7-2-82 0 0,0 0-1 0 0,1 2 1 0 0,1-1-1 0 0,0 2 1 0 0,1 0-1 0 0,1 0 1 0 0,0 1-1 0 0,1 0 0 0 0,1 0 1 0 0,-8 24-1 0 0,14-35-172 0 0,1-1-1 0 0,0 1 0 0 0,0 0 1 0 0,1 0-1 0 0,-1 0 0 0 0,1 0 1 0 0,1 0-1 0 0,-1 0 0 0 0,1 5 1 0 0,0-5-10 0 0,-1-2-21 0 0,1 0 0 0 0,0 0-1 0 0,-1 0 1 0 0,1 0 0 0 0,0 0 0 0 0,0-1 0 0 0,1 1 0 0 0,-1 0 0 0 0,0-1 0 0 0,1 1 0 0 0,0-1 0 0 0,0 1 0 0 0,-1-1 0 0 0,1 0 0 0 0,1 0 0 0 0,-1 0 0 0 0,0 0 0 0 0,0 0 0 0 0,1 0-1 0 0,-1-1 1 0 0,1 1 0 0 0,-1-1 0 0 0,1 0 0 0 0,5 2 0 0 0,1 0-141 0 0,0-1 0 0 0,1 0 0 0 0,-1 0 0 0 0,0-1 0 0 0,18-1 0 0 0,-12 0-258 0 0,8-3 29 0 0,-5-2-354 0 0,47-19-1466 0 0,-53 18 330 0 0,0-1 1 0 0,-1 1 0 0 0,18-14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7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73 4164 0 0,'-7'-38'7099'0'0,"5"29"-6898"0"0,1 4 2536 0 0,-4-15-1344 0 0,2 35 329 0 0,1 34-681 0 0,10 227-240 0 0,10-101-4959 0 0,-17-170 3277 0 0,0 0-49 0 0,2 15-88 0 0,-2-15 17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7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108 299 3060 0 0,'-1'-8'359'0'0,"0"-9"611"0"0,1 1 0 0 0,3-29 0 0 0,-1 24-503 0 0,2 1-1 0 0,1 0 0 0 0,0 0 1 0 0,2 0-1 0 0,10-23 1 0 0,-14 38-357 0 0,0 0 1 0 0,0 1 0 0 0,1-1-1 0 0,0 1 1 0 0,0 0 0 0 0,0 0-1 0 0,0 0 1 0 0,6-3 0 0 0,-5 3-13 0 0,-1 1-42 0 0,0 0 0 0 0,1 1 0 0 0,-1-1 0 0 0,0 1 0 0 0,1 0 0 0 0,0 1 0 0 0,-1-1 0 0 0,6 0 0 0 0,-6 1-17 0 0,0 0 48 0 0,1 1-9 0 0,-1 0-42 0 0,0 1 0 0 0,0-1 0 0 0,-1 1-1 0 0,1 0 1 0 0,0 0 0 0 0,-1 0 0 0 0,1 0 0 0 0,0 0-1 0 0,-1 1 1 0 0,0 0 0 0 0,1 0 0 0 0,-1 0 0 0 0,0 0-1 0 0,0 0 1 0 0,0 0 0 0 0,0 1 0 0 0,-1 0 0 0 0,1-1-1 0 0,-1 1 1 0 0,1 0 0 0 0,3 7 0 0 0,11 50 322 0 0,-17-51-304 0 0,1 0-1 0 0,-1 0 0 0 0,-1-1 0 0 0,0 1 0 0 0,0 0 0 0 0,0 0 1 0 0,-1-1-1 0 0,-1 1 0 0 0,1-1 0 0 0,-1 0 0 0 0,-5 10 0 0 0,0-3 138 0 0,0-2-1 0 0,-1 1 0 0 0,0-1 1 0 0,-20 21-1 0 0,19-23-73 0 0,0-2 0 0 0,-1 0 0 0 0,-1 0 0 0 0,0-1 0 0 0,0 0 1 0 0,0-1-1 0 0,-1 0 0 0 0,0-1 0 0 0,0-1 0 0 0,-21 7 0 0 0,28-11-76 0 0,0 0-1 0 0,1 0 1 0 0,-1 0-1 0 0,0-1 0 0 0,1 0 1 0 0,-1 0-1 0 0,0 0 1 0 0,-6-2-1 0 0,7 2-106 0 0,0-1 25 0 0,-3-3 24 0 0,-14-9-111 0 0,22 13 110 0 0,-1-1 0 0 0,0 1 0 0 0,1-1 0 0 0,-1 1 0 0 0,1-1 0 0 0,-1 1 0 0 0,1-1 0 0 0,-1 0 0 0 0,1 1 0 0 0,-1-1 0 0 0,1 0 0 0 0,0 1 0 0 0,-1-1 0 0 0,1 0 0 0 0,0 1 0 0 0,-1-1 0 0 0,1 0 0 0 0,0 0 0 0 0,0 0 0 0 0,0 1 0 0 0,0-1 0 0 0,0 0 0 0 0,0 0 0 0 0,0 1 0 0 0,0-1 0 0 0,0 0 0 0 0,0 0 0 0 0,1 0 0 0 0,5-17-55 0 0,-4 13 24 0 0,23 1-14 0 0,-20 3 49 0 0,2 4 18 0 0,6 2 39 0 0,0 0 0 0 0,0 2 0 0 0,0 0 0 0 0,-1 0 0 0 0,13 11 0 0 0,-4-1 6 0 0,-7-4-96 0 0,2 0 1 0 0,0-1 0 0 0,0 0-1 0 0,1-2 1 0 0,0 0 0 0 0,28 11-1 0 0,-39-19-420 0 0,0-1 0 0 0,0 0-1 0 0,0-1 1 0 0,0 1-1 0 0,1-1 1 0 0,-1 0 0 0 0,13-2-1 0 0,-14 1 482 0 0,9 0-1637 0 0,-12 1 1427 0 0,-1 0 0 0 0,1 0 1 0 0,-1 0-1 0 0,1 0 1 0 0,-1 0-1 0 0,1-1 0 0 0,-1 1 1 0 0,1-1-1 0 0,-1 1 1 0 0,1-1-1 0 0,-1 0 0 0 0,0 1 1 0 0,1-1-1 0 0,1-2 1 0 0,1 1-967 0 0,18-11-3685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7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97 3544 0 0,'0'0'5970'0'0,"-3"2"-5541"0"0,-19 26 1162 0 0,20-25-1030 0 0,7-2-522 0 0,14 2-17 0 0,-15-2 18 0 0,1-2-17 0 0,6-2 8 0 0,0-1 0 0 0,0 0 0 0 0,0 0 0 0 0,-1-1 0 0 0,0 0 0 0 0,0-1 0 0 0,0 0 0 0 0,13-12 0 0 0,-20 16 35 0 0,0-2 0 0 0,8-11-14 0 0,-8 11 31 0 0,-2 0-41 0 0,2-14 11 0 0,-2 14 58 0 0,-11-13 59 0 0,8 13-28 0 0,2 4-135 0 0,-1 0 0 0 0,1 1-1 0 0,0-1 1 0 0,-1 0 0 0 0,1 0-1 0 0,0 0 1 0 0,-1 0 0 0 0,1 0-1 0 0,0 0 1 0 0,-1 0 0 0 0,1 0-1 0 0,0 0 1 0 0,-1 0 0 0 0,1 0-1 0 0,0 0 1 0 0,-1 0 0 0 0,1 0 0 0 0,-1-1-1 0 0,1 1 1 0 0,0 0 0 0 0,-1 0-1 0 0,1 0 1 0 0,0 0 0 0 0,0-1-1 0 0,-1 1 1 0 0,1 0 0 0 0,0 0-1 0 0,0-1 1 0 0,-1 1 0 0 0,1 0-1 0 0,-1-1 12 0 0,1 1-1 0 0,0-1 1 0 0,-1 1-1 0 0,1 0 1 0 0,-1-1-1 0 0,1 1 1 0 0,0 0-1 0 0,-1 0 0 0 0,1-1 1 0 0,-1 1-1 0 0,1 0 1 0 0,-1 0-1 0 0,1 0 1 0 0,-1-1-1 0 0,1 1 1 0 0,-1 0-1 0 0,1 0 1 0 0,-1 0-1 0 0,1 0 0 0 0,-1 0 1 0 0,0 0-1 0 0,1 0 1 0 0,-1 0-1 0 0,1 1 1 0 0,-1-1-1 0 0,1 0 1 0 0,-1 0-1 0 0,1 0 0 0 0,-1 0 1 0 0,1 1-1 0 0,-1-1 1 0 0,1 0-1 0 0,0 0 1 0 0,-1 1-1 0 0,0-1 1 0 0,-8 7 138 0 0,0 0 1 0 0,0 1 0 0 0,1 0-1 0 0,0 0 1 0 0,-8 10 0 0 0,12-13-151 0 0,0 0 0 0 0,1 0 1 0 0,-1 0-1 0 0,1 0 0 0 0,0 1 0 0 0,0 0 1 0 0,1-1-1 0 0,0 1 0 0 0,0 0 0 0 0,0 0 1 0 0,1 0-1 0 0,-2 10 0 0 0,7 9-613 0 0,-3-24 564 0 0,-1 1 0 0 0,0-1 0 0 0,0 0 0 0 0,1 0 0 0 0,-1 0-1 0 0,1 0 1 0 0,-1 0 0 0 0,1 0 0 0 0,0 0 0 0 0,-1 0 0 0 0,1 0-1 0 0,0-1 1 0 0,-1 1 0 0 0,1 0 0 0 0,0 0 0 0 0,0 0 0 0 0,0-1 0 0 0,0 1-1 0 0,0-1 1 0 0,0 1 0 0 0,2 0 0 0 0,-2 0-107 0 0,0 0 69 0 0,0 1 1 0 0,1-1-1 0 0,-1 0 0 0 0,0 0 1 0 0,1 0-1 0 0,-1 0 0 0 0,1-1 1 0 0,-1 1-1 0 0,1 0 0 0 0,-1 0 1 0 0,1-1-1 0 0,0 1 0 0 0,-1-1 1 0 0,1 0-1 0 0,2 1 1 0 0,1 0-186 0 0,2 1-66 0 0,0 0 0 0 0,0 0-1 0 0,0-1 1 0 0,0 0-1 0 0,0 0 1 0 0,0-1-1 0 0,9 0 1 0 0,-1 1-632 0 0,30-3-2042 0 0,-30 0 2038 0 0,21-2-3273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8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189 56 2564 0 0,'3'-3'1601'0'0,"10"-11"-61"0"0,-13 13-1349 0 0,1 0 1 0 0,0 1 0 0 0,0-1 0 0 0,-1 0 0 0 0,1 0 0 0 0,-1 0 0 0 0,1 1 0 0 0,0-1 0 0 0,-1 0 0 0 0,1 0 0 0 0,-1 0 0 0 0,0 0 0 0 0,1 0 0 0 0,-1 0 0 0 0,0 0 0 0 0,0 0 0 0 0,1 0 0 0 0,-1 0 0 0 0,0 0 0 0 0,0 0 0 0 0,0 0 0 0 0,0 0 0 0 0,0 0 0 0 0,-1-2 0 0 0,-1 2-64 0 0,0-1 0 0 0,0 1 1 0 0,0-1-1 0 0,0 1 1 0 0,0 0-1 0 0,-1 0 1 0 0,1 0-1 0 0,0 0 0 0 0,0 1 1 0 0,-1-1-1 0 0,1 1 1 0 0,-1-1-1 0 0,1 1 1 0 0,-1 0-1 0 0,1 0 0 0 0,-5 0 1 0 0,2 1 12 0 0,-1 0 0 0 0,1 0 1 0 0,-1 1-1 0 0,1-1 0 0 0,-1 1 0 0 0,1 1 0 0 0,-7 3 1 0 0,11-6-133 0 0,-14 9 257 0 0,0 0 1 0 0,-20 15 0 0 0,30-20-229 0 0,0 0 0 0 0,1 0 0 0 0,0 0 1 0 0,0 1-1 0 0,0 0 0 0 0,1-1 0 0 0,-1 1 1 0 0,1 1-1 0 0,0-1 0 0 0,1 0 0 0 0,-1 1 0 0 0,-1 5 1 0 0,0 5-33 0 0,2-12-5 0 0,3 1 16 0 0,0 14-7 0 0,-1-15-17 0 0,2 0-1 0 0,6 11-5 0 0,-6-12-40 0 0,1 0-36 0 0,35 17-359 0 0,-34-19 362 0 0,3-1-26 0 0,2-2 237 0 0,0 0 1 0 0,0-1-1 0 0,0 0 1 0 0,-1 0-1 0 0,1-1 1 0 0,13-8-1 0 0,-18 9 183 0 0,-3 2-235 0 0,1-1-1 0 0,-1 1 1 0 0,0-1-1 0 0,1 1 1 0 0,-1 0-1 0 0,1 0 1 0 0,-1-1-1 0 0,1 1 1 0 0,2-1-1 0 0,0-1 606 0 0,-2 0-390 0 0,-1 3-256 0 0,0-1 0 0 0,-1 0 0 0 0,1 0 0 0 0,0 1 0 0 0,0-1 0 0 0,0 0 0 0 0,0 1 0 0 0,0-1 1 0 0,0 1-1 0 0,0-1 0 0 0,0 1 0 0 0,0 0 0 0 0,0-1 0 0 0,0 1 0 0 0,0 0 0 0 0,0 0 0 0 0,0 0 1 0 0,0 0-1 0 0,0 0 0 0 0,0 0 0 0 0,0 0 0 0 0,1 0 0 0 0,-1 0 0 0 0,0 0 0 0 0,0 0 0 0 0,0 1 1 0 0,0-1-1 0 0,0 0 0 0 0,0 1 0 0 0,1 0 0 0 0,2 1-37 0 0,-2 4-51 0 0,26 135-183 0 0,-5 1-1 0 0,3 154 1 0 0,-24-275 225 0 0,-5 10 5 0 0,2-24 6 0 0,-12 45 4 0 0,12-47-28 0 0,-1-4 36 0 0,0 0 1 0 0,1 0-1 0 0,-1 1 0 0 0,1-1 1 0 0,0 1-1 0 0,-1-1 1 0 0,1 1-1 0 0,0-1 1 0 0,-2 4-1 0 0,0-2 197 0 0,-1-3-126 0 0,-4-2-58 0 0,1 0 0 0 0,0-1 0 0 0,1 0 0 0 0,-1 0 1 0 0,0 0-1 0 0,1-1 0 0 0,0 0 0 0 0,0 0 0 0 0,0-1 0 0 0,0 1 1 0 0,1-1-1 0 0,0-1 0 0 0,0 1 0 0 0,0-1 0 0 0,-7-10 0 0 0,2 1-2 0 0,-1-1-1 0 0,2 0 1 0 0,0-1-1 0 0,1 0 1 0 0,-8-24-1 0 0,13 29-205 0 0,0 1 1 0 0,1-1-1 0 0,1 0 0 0 0,0 0 0 0 0,1 0 1 0 0,0 0-1 0 0,0 0 0 0 0,2 0 0 0 0,-1 0 1 0 0,2 1-1 0 0,-1-1 0 0 0,1 0 0 0 0,1 1 0 0 0,8-17 1 0 0,-2 9-417 0 0,0 1 0 0 0,1 1 0 0 0,1 0 1 0 0,21-23-1 0 0,63-56-3457 0 0,-47 49-50 0 0,-30 30-121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39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92 3032 0 0,'2'-4'1066'0'0,"0"1"-724"0"0,0 0 1 0 0,1 0 0 0 0,-1 0 0 0 0,0 0-1 0 0,1 1 1 0 0,0-1 0 0 0,0 1-1 0 0,0 0 1 0 0,4-3 0 0 0,-3 3 89 0 0,0 1-43 0 0,42-5 939 0 0,-41 7-1012 0 0,0 0-9 0 0,1 0-204 0 0,-1 0 0 0 0,0 0 0 0 0,0 1 1 0 0,-1-1-1 0 0,1 1 0 0 0,0 0 0 0 0,-1 1 0 0 0,1-1 1 0 0,-1 1-1 0 0,1 0 0 0 0,-1 0 0 0 0,0 0 0 0 0,-1 1 0 0 0,1-1 1 0 0,0 1-1 0 0,-1 0 0 0 0,0 0 0 0 0,0 0 0 0 0,0 0 1 0 0,0 1-1 0 0,-1-1 0 0 0,0 1 0 0 0,0 0 0 0 0,2 7 1 0 0,1 3 194 0 0,-4-11 10 0 0,-1 2-2 0 0,0 1-109 0 0,0 0 0 0 0,-1 0 0 0 0,0 0 0 0 0,0-1 1 0 0,0 1-1 0 0,-1 0 0 0 0,0-1 0 0 0,0 1 1 0 0,-5 8-1 0 0,5-11 105 0 0,0 0-14 0 0,-10 11-29 0 0,10-11-20 0 0,-15 10 839 0 0,15-15-1082 0 0,0 0 0 0 0,-1 1 0 0 0,1-1 0 0 0,0 0 0 0 0,0 0 0 0 0,-1 1 0 0 0,1 0 0 0 0,0-1 0 0 0,0 1 0 0 0,-1 0 0 0 0,-3 0 0 0 0,6-5-48 0 0,0 0-76 0 0,0-1 1 0 0,0 1-1 0 0,1-1 1 0 0,0 1-1 0 0,0 0 1 0 0,0 0-1 0 0,0-1 1 0 0,1 1-1 0 0,0 0 1 0 0,0 0-1 0 0,0 0 1 0 0,1 0-1 0 0,5-7 0 0 0,1 1-376 0 0,1 1-1 0 0,1 0 0 0 0,-1 0 1 0 0,1 1-1 0 0,1 1 0 0 0,0-1 0 0 0,19-8 1 0 0,-7 5-385 0 0,0 0 1 0 0,1 2 0 0 0,33-8 0 0 0,-54 17 631 0 0,1 0-100 0 0,18-2 635 0 0,-22 4-244 0 0,0-1-1 0 0,-1 0 0 0 0,1 1 0 0 0,-1-1 0 0 0,1 1 0 0 0,-1-1 1 0 0,1 1-1 0 0,-1-1 0 0 0,1 1 0 0 0,-1-1 0 0 0,1 1 1 0 0,-1 0-1 0 0,0-1 0 0 0,1 1 0 0 0,-1 0 0 0 0,0-1 0 0 0,1 1 1 0 0,-1 0-1 0 0,0-1 0 0 0,0 1 0 0 0,0 0 0 0 0,0-1 0 0 0,0 1 1 0 0,0 0-1 0 0,0 0 0 0 0,0-1 0 0 0,0 1 0 0 0,0 0 1 0 0,0-1-1 0 0,0 1 0 0 0,0 0 0 0 0,-1 0 0 0 0,-4 20 503 0 0,6-21-596 0 0,-3 4 401 0 0,-8 18 396 0 0,13-19-713 0 0,-2-2-16 0 0,0-1 1 0 0,0 1-1 0 0,1 0 1 0 0,-1 0 0 0 0,0 0-1 0 0,1-1 1 0 0,-1 1-1 0 0,1-1 1 0 0,-1 1-1 0 0,1-1 1 0 0,-1 0 0 0 0,1 0-1 0 0,0 1 1 0 0,-1-1-1 0 0,1 0 1 0 0,-1 0 0 0 0,1 0-1 0 0,-1-1 1 0 0,1 1-1 0 0,-1 0 1 0 0,1-1-1 0 0,2 0 1 0 0,1 0 6 0 0,0-2 7 0 0,31-10-105 0 0,-29 9 35 0 0,2-4 23 0 0,5-5 105 0 0,-10 10-57 0 0,0 0-1 0 0,0-1 1 0 0,-1 0-1 0 0,1 0 1 0 0,-1 0-1 0 0,0 0 1 0 0,0 0-1 0 0,0 0 0 0 0,0-1 1 0 0,-1 0-1 0 0,2-5 1 0 0,-2 7 363 0 0,-9-17 90 0 0,5 16 141 0 0,-3 4-314 0 0,-2 0-201 0 0,1 0 0 0 0,0 1 0 0 0,0 0-1 0 0,0 0 1 0 0,0 0 0 0 0,0 1 0 0 0,0-1 0 0 0,0 2 0 0 0,1-1 0 0 0,-1 1 0 0 0,-9 5 0 0 0,7-1-11 0 0,1-1 1 0 0,0 1 0 0 0,0 0-1 0 0,1 1 1 0 0,-1 0-1 0 0,2 0 1 0 0,-1 0 0 0 0,1 0-1 0 0,1 1 1 0 0,-1 0 0 0 0,1 0-1 0 0,1 0 1 0 0,0 0-1 0 0,0 1 1 0 0,-2 16 0 0 0,5-23-83 0 0,0 0 1 0 0,1 1 0 0 0,-1-1-1 0 0,1 0 1 0 0,0 0-1 0 0,0 0 1 0 0,0 0-1 0 0,0 0 1 0 0,0 0 0 0 0,1 0-1 0 0,-1 0 1 0 0,1 0-1 0 0,0 0 1 0 0,0-1-1 0 0,0 1 1 0 0,3 2 0 0 0,-3-3-7 0 0,1 2-38 0 0,1 0 1 0 0,0-1-1 0 0,0 1 0 0 0,0-1 1 0 0,0 0-1 0 0,0 0 0 0 0,1 0 1 0 0,-1-1-1 0 0,1 1 1 0 0,0-1-1 0 0,8 2 0 0 0,-8-2-21 0 0,8 1-144 0 0,1 0 0 0 0,0 0 0 0 0,-1-2 0 0 0,1 1 0 0 0,0-2-1 0 0,0 0 1 0 0,0-1 0 0 0,0 0 0 0 0,22-5 0 0 0,-18 3 58 0 0,-1-1 0 0 0,1 0 1 0 0,-1-2-1 0 0,0 0 0 0 0,-1-1 0 0 0,1 0 0 0 0,-1-1 1 0 0,-1-1-1 0 0,1-1 0 0 0,-2 0 0 0 0,1-1 1 0 0,-1 0-1 0 0,-1-1 0 0 0,0-1 0 0 0,-1 0 0 0 0,14-20 1 0 0,-24 29 172 0 0,1 1 0 0 0,-2-1 0 0 0,1 0 1 0 0,0 0-1 0 0,-1 0 0 0 0,0 0 1 0 0,1 0-1 0 0,-2 0 0 0 0,2-9 0 0 0,-2 8 3 0 0,1 1 268 0 0,-1 3-291 0 0,0 1 0 0 0,0-1 0 0 0,0 1-1 0 0,0-1 1 0 0,0 0 0 0 0,-1 1 0 0 0,1-1-1 0 0,0 1 1 0 0,0-1 0 0 0,0 1-1 0 0,-1-1 1 0 0,1 1 0 0 0,0-1 0 0 0,-1 1-1 0 0,1-1 1 0 0,0 1 0 0 0,-1 0 0 0 0,1-1-1 0 0,-1 1 1 0 0,1-1 0 0 0,0 1 0 0 0,-1 0-1 0 0,1 0 1 0 0,-2-1 0 0 0,2 1 0 0 0,-1-1 0 0 0,1 1 0 0 0,0 0-1 0 0,-1 0 1 0 0,1-1 0 0 0,-1 1 0 0 0,1-1 0 0 0,-1 1 0 0 0,1 0 0 0 0,0-1 0 0 0,-1 1 0 0 0,1-1 0 0 0,0 1 0 0 0,-1-1 0 0 0,1 1-1 0 0,0-1 1 0 0,0 1 0 0 0,0-1 0 0 0,-1 1 0 0 0,1-1 0 0 0,0 1 0 0 0,0-1 0 0 0,0 0 0 0 0,0 0 0 0 0,-4 0 163 0 0,-43-4 428 0 0,42 5-580 0 0,0 1 109 0 0,-46 18 287 0 0,47-17-358 0 0,3-2-58 0 0,1 0 0 0 0,-1 0 1 0 0,1 1-1 0 0,-1-1 1 0 0,1 0-1 0 0,-1 0 1 0 0,1 1-1 0 0,-1-1 1 0 0,1 0-1 0 0,-1 1 1 0 0,1-1-1 0 0,-1 0 0 0 0,1 1 1 0 0,0-1-1 0 0,-1 0 1 0 0,1 1-1 0 0,0-1 1 0 0,-1 1-1 0 0,1-1 1 0 0,0 1-1 0 0,-1-1 1 0 0,1 1-1 0 0,0-1 0 0 0,0 1 1 0 0,0 0-1 0 0,-1 0 0 0 0,1-1-1 0 0,0 1 1 0 0,0-1 0 0 0,0 1-1 0 0,0-1 1 0 0,-1 1-1 0 0,1-1 1 0 0,0 1 0 0 0,0-1-1 0 0,-1 1 1 0 0,1-1-1 0 0,0 0 1 0 0,-1 1-1 0 0,1-1 1 0 0,0 1 0 0 0,-1-1-1 0 0,1 0 1 0 0,-1 0-1 0 0,1 1 1 0 0,0-1 0 0 0,-1 0-1 0 0,1 0 1 0 0,-1 1-1 0 0,1-1 1 0 0,-1 0-1 0 0,1 0 1 0 0,-2 0 0 0 0,-6 23 88 0 0,9-19-100 0 0,1 1 5 0 0,0-1-1 0 0,0 1 1 0 0,0-1 0 0 0,1 1-1 0 0,-1-1 1 0 0,1 0-1 0 0,0 0 1 0 0,0 0 0 0 0,1 0-1 0 0,-1 0 1 0 0,1-1-1 0 0,6 5 1 0 0,7 5-11 0 0,32 16 0 0 0,-9-5 65 0 0,-37-21-36 0 0,-2-2-5 0 0,1 1-1 0 0,-1-1 1 0 0,0 1-1 0 0,1-1 1 0 0,-1 0-1 0 0,1 0 1 0 0,-1 1-1 0 0,1-1 0 0 0,2 1 1 0 0,0 1 268 0 0,-5 1-180 0 0,-3 13-12 0 0,3-13-35 0 0,-42 17 160 0 0,39-20-164 0 0,0 1-17 0 0,0-1-191 0 0,-7 4 367 0 0,2-5-3198 0 0,11-5 2190 0 0,1-1 222 0 0,0 0-1 0 0,1 1 0 0 0,0-1 0 0 0,0 1 0 0 0,0 0 1 0 0,1 0-1 0 0,0 0 0 0 0,0 0 0 0 0,0 1 1 0 0,8-5-1 0 0,7-5-3787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40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26 2660 0 0,'0'0'2504'0'0,"1"-4"-1497"0"0,-1 4-887 0 0,0-1 0 0 0,1 0 0 0 0,-1 1 0 0 0,0-1 0 0 0,0 1 1 0 0,0-1-1 0 0,1 0 0 0 0,-1 1 0 0 0,0-1 0 0 0,0 0 0 0 0,0 1 0 0 0,0-1 0 0 0,0 1 0 0 0,0-1 0 0 0,0 0 0 0 0,-1 1 0 0 0,1-1 0 0 0,0 1 0 0 0,0-1 0 0 0,0 0 0 0 0,-1 1 0 0 0,1-1 0 0 0,0 1 0 0 0,0-1 1 0 0,-1 1-1 0 0,0-2 0 0 0,-15-2 1330 0 0,16 4-1535 0 0,-5 0 517 0 0,4-1-415 0 0,1 1 0 0 0,-1 0-1 0 0,1 0 1 0 0,0 0-1 0 0,-1 0 1 0 0,1 0 0 0 0,-1 0-1 0 0,1 0 1 0 0,-1 0-1 0 0,1 0 1 0 0,-1 0 0 0 0,1 0-1 0 0,-1 1 1 0 0,1-1-1 0 0,0 0 1 0 0,-1 0 0 0 0,1 0-1 0 0,-1 1 1 0 0,1-1-1 0 0,0 0 1 0 0,-1 0 0 0 0,1 1-1 0 0,-1-1 1 0 0,1 0-1 0 0,-1 1 1 0 0,-11 3 321 0 0,-28 24 745 0 0,36-26-916 0 0,-9 19 294 0 0,12 3-369 0 0,0-20-137 0 0,3 0 76 0 0,3 4-12 0 0,1-1-1 0 0,-1 0 0 0 0,1-1 0 0 0,0 0 1 0 0,1 1-1 0 0,0-2 0 0 0,13 10 1 0 0,61 33 235 0 0,-74-44-207 0 0,-4-2-13 0 0,-3-2-32 0 0,0 0 1 0 0,0 1-1 0 0,1-1 0 0 0,-1 0 1 0 0,0 0-1 0 0,0 1 1 0 0,0-1-1 0 0,0 0 1 0 0,0 0-1 0 0,1 1 0 0 0,-1-1 1 0 0,0 0-1 0 0,0 0 1 0 0,0 1-1 0 0,1-1 1 0 0,-1 0-1 0 0,0 0 0 0 0,0 0 1 0 0,1 0-1 0 0,-1 1 1 0 0,0-1-1 0 0,0 0 1 0 0,1 0-1 0 0,-1 0 0 0 0,0 0 1 0 0,1 0-1 0 0,-1 0 1 0 0,0 0-1 0 0,0 0 1 0 0,1 0-1 0 0,0 0 1 0 0,-1 0 3 0 0,0 0 0 0 0,1 0 0 0 0,-1 0 0 0 0,1 0 1 0 0,-1 0-1 0 0,1 1 0 0 0,-1-1 0 0 0,1 0 0 0 0,-1 0 1 0 0,0 0-1 0 0,1 0 0 0 0,-1 1 0 0 0,1-1 1 0 0,-1 0-1 0 0,0 0 0 0 0,1 1 0 0 0,-1-1 0 0 0,0 0 1 0 0,1 1-1 0 0,-1-1 0 0 0,0 0 0 0 0,1 1 0 0 0,-1-1 1 0 0,0 1-1 0 0,0-1 0 0 0,1 0 0 0 0,-1 1 1 0 0,0-1-1 0 0,0 1 0 0 0,0-1 0 0 0,0 1 0 0 0,0-1 1 0 0,0 1-1 0 0,0-1 0 0 0,1 0 0 0 0,-1 1 0 0 0,-1 0 1 0 0,0 23 70 0 0,-4-22-60 0 0,-15 5-41 0 0,15-5-20 0 0,0-1-96 0 0,-14 2-129 0 0,14-2-134 0 0,-1-2-785 0 0,-17-1 282 0 0,17 1-220 0 0,2-1-357 0 0,-9-4 432 0 0,10 2-2266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40.2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0 4548 0 0,'0'0'8094'0'0,"-1"5"-7441"0"0,0 16-123 0 0,1-15-92 0 0,-2-1-55 0 0,-3 16-84 0 0,3-16-75 0 0,2 1-15 0 0,-2 16-50 0 0,1-17-40 0 0,2 1-9 0 0,10 45-192 0 0,-9-46-283 0 0,-2-4 288 0 0,0 1 0 0 0,0-1 0 0 0,1 0 0 0 0,-1 1 0 0 0,1-1 0 0 0,0 0 0 0 0,-1 0 1 0 0,1 1-1 0 0,0-1 0 0 0,0 0 0 0 0,-1 0 0 0 0,3 2 0 0 0,-1-1-112 0 0,0 2-620 0 0,1-2-188 0 0,5 9 262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40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71 3492 0 0,'-22'-23'2501'0'0,"2"5"-1001"0"0,3 4-236 0 0,0-2-852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40.8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169 2 3420 0 0,'0'0'3241'0'0,"5"0"-1981"0"0,18-1 4561 0 0,-27 3-5336 0 0,-23 16-93 0 0,1 1-1 0 0,1 1 0 0 0,1 1 0 0 0,-34 38 0 0 0,53-54-370 0 0,1 1-1 0 0,0-1 0 0 0,1 1 0 0 0,-1 0 0 0 0,-2 8 1 0 0,4-11-19 0 0,1 1 4 0 0,0 0-3 0 0,-1 13-23 0 0,1-13-17 0 0,8 18-328 0 0,-3-19 200 0 0,42 18-458 0 0,-40-20 524 0 0,0-1 8 0 0,3 0 171 0 0,0 0-1 0 0,1-1 0 0 0,-1 0 1 0 0,0-1-1 0 0,0 1 1 0 0,0-2-1 0 0,-1 0 1 0 0,1 0-1 0 0,0 0 1 0 0,-1-1-1 0 0,0 0 1 0 0,0-1-1 0 0,0 0 1 0 0,-1 0-1 0 0,1 0 1 0 0,-1-1-1 0 0,0 0 1 0 0,-1-1-1 0 0,0 0 1 0 0,0 0-1 0 0,0 0 1 0 0,4-9-1 0 0,-8 13 5 0 0,-1-2-33 0 0,0 3-109 0 0,0-1 1 0 0,0 0-1 0 0,-1 1 1 0 0,1-1-1 0 0,-1 0 1 0 0,0 1-1 0 0,0-1 1 0 0,0 0-1 0 0,0 1 1 0 0,0-1-1 0 0,-1 0 1 0 0,1 0-1 0 0,-1 1 1 0 0,0-1-1 0 0,0 1 1 0 0,0-1 0 0 0,0 1-1 0 0,0-1 1 0 0,0 1-1 0 0,-1-1 1 0 0,1 1-1 0 0,-1 0 1 0 0,1 0-1 0 0,-1 0 1 0 0,-2-2-1 0 0,-12-5-1045 0 0,-34-15-7141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2:41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4748 0 0,'0'0'1424'0'0,"5"0"-198"0"0,14 1-67 0 0,-14 0-56 0 0,13 7 688 0 0,-15-7-1060 0 0,-1 0-635 0 0,-1-1 0 0 0,0 1-1 0 0,0 0 1 0 0,0-1 0 0 0,0 1 0 0 0,0 0 0 0 0,0 0 0 0 0,0 0 0 0 0,-1-1 0 0 0,1 1-1 0 0,0 0 1 0 0,0 0 0 0 0,-1 0 0 0 0,1 1 0 0 0,-1-1 0 0 0,1 0 0 0 0,-1 0 0 0 0,1 0-1 0 0,0 2 1 0 0,6 15 386 0 0,-5-13-208 0 0,-2-3-236 0 0,1 0-1 0 0,-1 0 1 0 0,1-1 0 0 0,-1 1 0 0 0,0 0 0 0 0,0 0 0 0 0,0 0 0 0 0,0 0 0 0 0,0 0 0 0 0,-1 4-1 0 0,1-1 89 0 0,0 0-26 0 0,-1 16-38 0 0,1-16 18 0 0,-1 0-16 0 0,-18 61 989 0 0,17-62-375 0 0,2-5-670 0 0,0 1 0 0 0,0 0 0 0 0,0-1 1 0 0,0 1-1 0 0,0 0 0 0 0,0-1 0 0 0,0 1 1 0 0,-1 0-1 0 0,1-1 0 0 0,0 1 1 0 0,0 0-1 0 0,0 0 0 0 0,0-1 0 0 0,0 1 1 0 0,-1 0-1 0 0,1-1 0 0 0,0 1 0 0 0,0 0 1 0 0,0 0-1 0 0,-1 0 0 0 0,1-1 1 0 0,0 1-1 0 0,0 0 0 0 0,-1 0 0 0 0,1 0 1 0 0,0-1-1 0 0,-1 1 0 0 0,1 0 0 0 0,0 0 1 0 0,0 0-1 0 0,-1 0 0 0 0,0 0 1 0 0,1 0 8 0 0,-1-1 1 0 0,1 1 0 0 0,-1 0 0 0 0,0-1 0 0 0,1 1 0 0 0,-1 0 0 0 0,1-1 0 0 0,-1 1 0 0 0,1 0 0 0 0,-1-1 0 0 0,1 1 0 0 0,-1-1-1 0 0,1 1 1 0 0,-1-1 0 0 0,1 1 0 0 0,-1-1 0 0 0,1 0 0 0 0,0 1 0 0 0,0-1 0 0 0,-1 1 0 0 0,1-1 0 0 0,0 0 0 0 0,0 1 0 0 0,-1-1-1 0 0,1 0 1 0 0,0 0 0 0 0,-1-5 12 0 0,1 0-1 0 0,0 0 1 0 0,0 1-1 0 0,0-1 1 0 0,0 0-1 0 0,1 0 1 0 0,0 1-1 0 0,0-1 1 0 0,1 0-1 0 0,-1 1 0 0 0,1-1 1 0 0,1 1-1 0 0,-1 0 1 0 0,1 0-1 0 0,-1-1 1 0 0,2 2-1 0 0,-1-1 1 0 0,0 0-1 0 0,1 1 1 0 0,0-1-1 0 0,0 1 1 0 0,0 0-1 0 0,1 1 0 0 0,-1-1 1 0 0,10-5-1 0 0,46-20 70 0 0,-54 27-97 0 0,0 1 1 0 0,1-1-1 0 0,-1 1 0 0 0,1 0 0 0 0,-1 0 0 0 0,1 1 1 0 0,-1 0-1 0 0,1 0 0 0 0,8 2 0 0 0,-10-2-5 0 0,-3 0 1 0 0,-1 0-1 0 0,0 0 0 0 0,1 1 1 0 0,-1-1-1 0 0,0 0 0 0 0,1 0 0 0 0,-1 1 1 0 0,0-1-1 0 0,1 1 0 0 0,-1-1 1 0 0,0 1-1 0 0,1-1 0 0 0,-1 1 1 0 0,0 0-1 0 0,0-1 0 0 0,0 1 0 0 0,0 0 1 0 0,0 0-1 0 0,0 0 0 0 0,1 2 1 0 0,1-1 2 0 0,-2-1 2 0 0,1 0 0 0 0,-1 0 0 0 0,0 0 0 0 0,1 0 0 0 0,-1 0 0 0 0,0 0 0 0 0,0 0-1 0 0,0 0 1 0 0,0 0 0 0 0,0 1 0 0 0,0-1 0 0 0,0 0 0 0 0,-1 1 0 0 0,1-1 0 0 0,0 0-1 0 0,0 4 1 0 0,1-1 2 0 0,-1-2-4 0 0,0 0 0 0 0,0-1 0 0 0,0 1 0 0 0,0 0 0 0 0,0 0 0 0 0,0 0 1 0 0,-1 0-1 0 0,1 0 0 0 0,-1 0 0 0 0,1 0 0 0 0,-1 0 0 0 0,0 0 0 0 0,0 1 0 0 0,0-1 0 0 0,0 0 1 0 0,-1 2-1 0 0,1 4 2 0 0,-1 7-156 0 0,-1-1 1 0 0,0 1-1 0 0,-1-1 1 0 0,-1 1 0 0 0,0-1-1 0 0,-1 0 1 0 0,0-1-1 0 0,-1 1 1 0 0,-12 19-1 0 0,9-15-425 0 0,-96 154-9504 0 0,72-123 3262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07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 2296 0 0,'0'0'5137'0'0,"2"-3"-4776"0"0,-2 2-201 0 0,0 0 0 0 0,0 1 0 0 0,1-1 0 0 0,-1 1 0 0 0,0-1 0 0 0,1 0 0 0 0,-1 1 0 0 0,0-1 0 0 0,1 1 0 0 0,-1-1 0 0 0,1 1 0 0 0,-1-1 0 0 0,0 1-1 0 0,1-1 1 0 0,-1 1 0 0 0,1-1 0 0 0,0 1 0 0 0,-1 0 0 0 0,1-1 0 0 0,-1 1 0 0 0,1 0 0 0 0,0-1 0 0 0,0 2-101 0 0,0 0-1 0 0,0-1 1 0 0,-1 1-1 0 0,1 0 1 0 0,0 0-1 0 0,-1 0 1 0 0,1-1-1 0 0,-1 1 1 0 0,1 0-1 0 0,-1 0 1 0 0,1 0-1 0 0,-1 0 1 0 0,1 0-1 0 0,-1 0 0 0 0,0 0 1 0 0,0 0-1 0 0,1 0 1 0 0,-1 0-1 0 0,0 0 1 0 0,0 0-1 0 0,0 0 1 0 0,0 0-1 0 0,0 0 1 0 0,-1 0-1 0 0,1 2 1 0 0,3 57 288 0 0,12 127 580 0 0,53 250 1 0 0,-61-379-631 0 0,12 148 754 0 0,-19-200-999 0 0,0 0-22 0 0,0 16 12 0 0,0-17-2 0 0,1 0-12 0 0,3 38-17 0 0,-3-39 66 0 0,-1 1-58 0 0,2 14-10 0 0,-1-14 3 0 0,-1 0 20 0 0,1 15-8 0 0,0-15 36 0 0,-1-1-49 0 0,-4 75 1540 0 0,8-78-1569 0 0,9 2 19 0 0,-1 0 1 0 0,24 0-1 0 0,14 0-9 0 0,69-5 0 0 0,-70-1-42 0 0,-3-1-81 0 0,-9 1 165 0 0,24-1-5 0 0,-57 4-89 0 0,1 0-56 0 0,16-2-18 0 0,-16 1-39 0 0,-1 1-234 0 0,14-3 164 0 0,-13 3-24 0 0,-3-14-8804 0 0,1-1 4835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07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0 3000 0 0,'0'0'7120'0'0,"-5"2"-6778"0"0,-14 2-37 0 0,15-3 317 0 0,3 3-571 0 0,1-1 1 0 0,1 1-1 0 0,-1 0 1 0 0,0-1-1 0 0,1 1 0 0 0,0 0 1 0 0,0-1-1 0 0,0 1 0 0 0,0-1 1 0 0,4 7-1 0 0,0-3-5 0 0,0-1-1 0 0,0 1 1 0 0,1-1-1 0 0,0 0 1 0 0,0 0 0 0 0,13 8-1 0 0,-14-10-38 0 0,0-1 0 0 0,1 1 0 0 0,-1-2 0 0 0,1 1 0 0 0,9 3 0 0 0,-11-5-4 0 0,0 1 6 0 0,1-1 24 0 0,46 5 596 0 0,-46-5 502 0 0,-4-1-1100 0 0,0 0 1 0 0,0 0-1 0 0,0 1 0 0 0,0-1 1 0 0,0 0-1 0 0,0 1 1 0 0,0-1-1 0 0,-1 1 0 0 0,1-1 1 0 0,0 1-1 0 0,0-1 0 0 0,0 1 1 0 0,-1 0-1 0 0,1-1 0 0 0,0 1 1 0 0,-1 0-1 0 0,1 0 1 0 0,0 0-1 0 0,-1-1 0 0 0,1 1 1 0 0,0 1-1 0 0,-9 13 26 0 0,0-1-1 0 0,1 1 1 0 0,1 1 0 0 0,1-1-1 0 0,0 1 1 0 0,-5 30 0 0 0,9-38-214 0 0,0 1 0 0 0,1-1 1 0 0,-1 0-1 0 0,2 0 1 0 0,-1 1-1 0 0,3 8 0 0 0,-2-10-16 0 0,-1-5 48 0 0,0 1 0 0 0,0-1 0 0 0,0 0 0 0 0,1 1 0 0 0,-1-1 0 0 0,1 0 0 0 0,-1 0 0 0 0,1 1 0 0 0,0-1 0 0 0,0 0 0 0 0,2 4 0 0 0,1 0-268 0 0,-3-2 0 0 0,1-1 1 0 0,0 1-1 0 0,0 0 1 0 0,0 0-1 0 0,0-1 1 0 0,1 1 0 0 0,-1-1-1 0 0,1 0 1 0 0,0 0-1 0 0,0 0 1 0 0,0 0-1 0 0,1 0 1 0 0,4 2-1 0 0,-4-1-720 0 0,14 9-4283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08.3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18 2960 0 0,'0'0'6998'0'0,"-1"-4"-6348"0"0,-1-10 2395 0 0,10 27-1853 0 0,-6-9-912 0 0,-1 1-19 0 0,40 167 1570 0 0,-24-90-1241 0 0,-16-77-511 0 0,0 1-18 0 0,7 48 51 0 0,-7-50-49 0 0,0 1-35 0 0,1 13-28 0 0,-1-14-16 0 0,9-34-13422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08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1 2748 0 0,'0'0'6746'0'0,"-4"1"-6350"0"0,-14 5-48 0 0,13-4-93 0 0,2 1-55 0 0,0 0-117 0 0,-72 63-201 0 0,63-54-791 0 0,0 1 0 0 0,1 0 1 0 0,-15 23-1 0 0,23-32-310 0 0,2 1-920 0 0,-4 18-1486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09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53 3132 0 0,'0'0'3615'0'0,"-4"0"-2686"0"0,-19 3 4032 0 0,28-5-4759 0 0,4-1-145 0 0,0 0 0 0 0,0 1 0 0 0,0 0 0 0 0,1 1 0 0 0,-1 0 0 0 0,14 0 0 0 0,1-1-20 0 0,44-3-132 0 0,248-17-905 0 0,-284 19-130 0 0,-27 3 203 0 0,0-2-423 0 0,1 1 843 0 0,15-4-3197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09.4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5 2864 0 0,'0'0'5015'0'0,"-4"-1"-4300"0"0,-17-2 1659 0 0,20 6-2070 0 0,-4 13-32 0 0,4-12-36 0 0,3 0-48 0 0,4 8-122 0 0,1 0-1 0 0,0-1 0 0 0,0 0 1 0 0,1 0-1 0 0,1-1 0 0 0,0 0 0 0 0,0-1 1 0 0,1 0-1 0 0,10 8 0 0 0,-16-14-39 0 0,-3-3-24 0 0,1 0-1 0 0,-1 1 0 0 0,1-1 1 0 0,-1 1-1 0 0,1 0 1 0 0,-1-1-1 0 0,1 1 0 0 0,-1 0 1 0 0,0 0-1 0 0,1 0 0 0 0,-1 0 1 0 0,2 2-1 0 0,-1-1 2 0 0,3 0 11 0 0,-1 0 8 0 0,11 4-2 0 0,-11-4 133 0 0,17 2-27 0 0,-16-3 144 0 0,-10-9-87 0 0,5 8-166 0 0,0-1 0 0 0,0 1 0 0 0,0 0-1 0 0,0-1 1 0 0,0 1 0 0 0,0-1 0 0 0,0 1 0 0 0,0 0-1 0 0,0-1 1 0 0,0 1 0 0 0,0-1 0 0 0,0 1 0 0 0,-1 0 0 0 0,1-1-1 0 0,0 1 1 0 0,0 0 0 0 0,-1-1 0 0 0,1 1 0 0 0,0 0-1 0 0,0-1 1 0 0,-1 1 0 0 0,1 0 0 0 0,0 0 0 0 0,-1-1 0 0 0,1 1-1 0 0,0 0 1 0 0,-1 0 0 0 0,1 0 0 0 0,0-1 0 0 0,-1 1-1 0 0,1 0 1 0 0,-1 0 0 0 0,1 0 0 0 0,0 0 0 0 0,-1 0 0 0 0,1 0-1 0 0,-1 0 1 0 0,0 0 0 0 0,-4 1 50 0 0,0 1 1 0 0,0 1-1 0 0,1-1 0 0 0,-1 1 0 0 0,0-1 1 0 0,1 1-1 0 0,0 0 0 0 0,0 1 1 0 0,0-1-1 0 0,0 1 0 0 0,0 0 1 0 0,1 0-1 0 0,-1 0 0 0 0,1 0 1 0 0,0 1-1 0 0,1-1 0 0 0,-1 1 0 0 0,1 0 1 0 0,-4 9-1 0 0,3-4-31 0 0,0 0-1 0 0,0 0 1 0 0,1 0 0 0 0,1 0-1 0 0,-1 1 1 0 0,2-1 0 0 0,-1 0-1 0 0,3 18 1 0 0,0-15-184 0 0,1 0 0 0 0,0-1 1 0 0,1 0-1 0 0,7 17 0 0 0,-9-24-314 0 0,1 0-1 0 0,0-1 1 0 0,-1 1-1 0 0,1-1 1 0 0,1 0 0 0 0,-1 1-1 0 0,1-2 1 0 0,-1 1-1 0 0,1 0 1 0 0,0-1 0 0 0,1 0-1 0 0,-1 0 1 0 0,0 0-1 0 0,8 4 1 0 0,3-1-2501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22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 2116 0 0,'0'0'5990'0'0,"-2"3"-5823"0"0,-7 7-7 0 0,7-7 585 0 0,2 2-642 0 0,0 15-12 0 0,0-15 365 0 0,-1 1-379 0 0,0-1 1 0 0,0 1-1 0 0,1 0 1 0 0,0 0-1 0 0,1 10 1 0 0,-1-6-31 0 0,0-5-38 0 0,0 0 20 0 0,0 16 8 0 0,0-16 69 0 0,0 0-59 0 0,2 15 8 0 0,-2-15 42 0 0,0 1-59 0 0,3 109 358 0 0,-3-109-335 0 0,0-1-48 0 0,0 15 11 0 0,0-15-9 0 0,0 0 2 0 0,2 115 283 0 0,-2-114-181 0 0,0-1-97 0 0,1 49 172 0 0,0-49-165 0 0,-1 0 16 0 0,14 157 245 0 0,-13-158-223 0 0,-1 0-65 0 0,5 74 147 0 0,-5-73-137 0 0,0-1-3 0 0,3 14 4 0 0,-3-13 0 0 0,0 0 17 0 0,3 48 25 0 0,-2-48-38 0 0,-1 0 15 0 0,9 120-44 0 0,-8-119 68 0 0,-1-1-16 0 0,12 83 118 0 0,-11-82-125 0 0,0 0 13 0 0,61 325 906 0 0,-6 28 506 0 0,-32-23-801 0 0,-25-278-618 0 0,-2 30 0 0 0,2-83-26 0 0,1 1 17 0 0,-5 146 13 0 0,5-146-28 0 0,0-2-21 0 0,-1 14 2 0 0,1-13 9 0 0,0 0 10 0 0,0 16-2 0 0,0-16 65 0 0,3 40 1097 0 0,-1-41-892 0 0,3-3-272 0 0,15 1 0 0 0,-15-2-23 0 0,0 0 56 0 0,17-2 138 0 0,-17 1-166 0 0,0 1-58 0 0,18-1 16 0 0,-17 1 9 0 0,0-1-22 0 0,77-6-63 0 0,-78 7 87 0 0,1-1-8 0 0,19-1-52 0 0,-19 1-95 0 0,-1 1-120 0 0,15-3-166 0 0,-15 2-175 0 0,0-1-954 0 0,14-3 656 0 0,-14 4-73 0 0,-3-2-453 0 0,-1 2 1220 0 0,1 0 0 0 0,-1 0 1 0 0,0-1-1 0 0,1 1 1 0 0,-1 1-1 0 0,1-1 1 0 0,-1 0-1 0 0,1 0 0 0 0,1 0 1 0 0,1-2-1376 0 0,-3 0-1043 0 0,8-13-1901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22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8 2088 0 0,'0'0'4231'0'0,"-3"-2"-3575"0"0,2 1-556 0 0,0 1 1 0 0,1-1-1 0 0,-1 1 1 0 0,0-1-1 0 0,1 1 1 0 0,-1 0 0 0 0,0-1-1 0 0,0 1 1 0 0,1 0-1 0 0,-1 0 1 0 0,0-1-1 0 0,0 1 1 0 0,1 0-1 0 0,-1 0 1 0 0,0 0 0 0 0,0 0-1 0 0,0 0 1 0 0,0 0-1 0 0,1 0 1 0 0,-1 0-1 0 0,0 0 1 0 0,0 1-1 0 0,1-1 1 0 0,-1 0 0 0 0,0 0-1 0 0,0 1 1 0 0,1-1-1 0 0,-1 0 1 0 0,0 1-1 0 0,1-1 1 0 0,-1 1-1 0 0,0-1 1 0 0,1 1 0 0 0,-1-1-1 0 0,1 1 1 0 0,-1 0-1 0 0,0-1 1 0 0,1 2-1 0 0,-3 0 223 0 0,29 33 208 0 0,-23-32-504 0 0,1 0 0 0 0,-1 0 0 0 0,1-1-1 0 0,0 1 1 0 0,0-1 0 0 0,0 0 0 0 0,0 0 0 0 0,7 2 0 0 0,-7-2-31 0 0,1 0 34 0 0,21 5-2 0 0,-20-6-6 0 0,-1 0-11 0 0,47 2 18 0 0,-47-4 43 0 0,-4 2-45 0 0,1-1 0 0 0,-1-1 0 0 0,0 1 0 0 0,0 0 0 0 0,0 0 0 0 0,1 0 0 0 0,-1-1 0 0 0,0 1 0 0 0,0 0 0 0 0,0-1 1 0 0,0 1-1 0 0,0-1 0 0 0,0 0 0 0 0,2 0 0 0 0,-8 1 1 0 0,1 1-1 0 0,-1 1 1 0 0,0-1 0 0 0,1 0-1 0 0,-1 1 1 0 0,1 0 0 0 0,0 0-1 0 0,-1 1 1 0 0,1-1 0 0 0,0 1-1 0 0,1 0 1 0 0,-1 0 0 0 0,0 0 0 0 0,-4 6-1 0 0,-27 39-70 0 0,31-40 53 0 0,0-1 0 0 0,1 0 1 0 0,0 1-1 0 0,1 0 0 0 0,-3 15 0 0 0,3-17-20 0 0,2-2-30 0 0,0 0 0 0 0,0 0 0 0 0,0 0 1 0 0,0 1-1 0 0,0-1 0 0 0,1 0 0 0 0,0 0 1 0 0,0 0-1 0 0,0 0 0 0 0,0 0 1 0 0,0 0-1 0 0,1 0 0 0 0,2 4 0 0 0,-2-5-42 0 0,-1-1 6 0 0,-1 0 1 0 0,1 0 0 0 0,0 0-1 0 0,0 0 1 0 0,0 0 0 0 0,0 0-1 0 0,1 0 1 0 0,-1-1 0 0 0,0 1-1 0 0,1 0 1 0 0,-1-1 0 0 0,1 0-1 0 0,-1 1 1 0 0,4 1 0 0 0,0 1-221 0 0,-2-1-32 0 0,0 0-1 0 0,0-1 1 0 0,1 1-1 0 0,-1-1 1 0 0,1 0-1 0 0,-1 0 1 0 0,1 0-1 0 0,0 0 0 0 0,-1 0 1 0 0,1-1-1 0 0,0 0 1 0 0,0 0-1 0 0,8 1 1 0 0,-3 0-984 0 0,18 3-3681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23.3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 61 2240 0 0,'0'0'1389'0'0,"-3"2"-288"0"0,-53 29 2793 0 0,32-17-2752 0 0,21-12-516 0 0,-19 9 919 0 0,19-12-1342 0 0,1 0-155 0 0,0 0 1 0 0,1-1-1 0 0,-1 1 0 0 0,0 0 0 0 0,1 0 0 0 0,-1-1 0 0 0,1 1 0 0 0,-1-1 0 0 0,1 0 0 0 0,0 1 0 0 0,0-1 0 0 0,-1 0 0 0 0,1 0 0 0 0,0 0 0 0 0,-1-3 0 0 0,1 1 93 0 0,1-1-166 0 0,12-43 215 0 0,-11 44-157 0 0,2 1-28 0 0,25-18 8 0 0,-27 20-9 0 0,1 0 1 0 0,0 0 0 0 0,0 1-1 0 0,0-1 1 0 0,-1 0-1 0 0,1 1 1 0 0,0 0-1 0 0,0-1 1 0 0,0 1-1 0 0,0 0 1 0 0,0 0-1 0 0,0 0 1 0 0,0 0 0 0 0,0 0-1 0 0,0 1 1 0 0,0-1-1 0 0,-1 0 1 0 0,1 1-1 0 0,0 0 1 0 0,0-1-1 0 0,3 3 1 0 0,-3-2 0 0 0,4 2-4 0 0,-1 0-1 0 0,1 1 1 0 0,-1 0-1 0 0,0 0 1 0 0,0 0-1 0 0,-1 0 1 0 0,1 1-1 0 0,-1 0 1 0 0,0 0-1 0 0,0 0 1 0 0,0 0-1 0 0,3 8 1 0 0,11 50-12 0 0,-17-56 2 0 0,0 1 1 0 0,-1-1-1 0 0,0 0 1 0 0,-1 0 0 0 0,1 0-1 0 0,-1 1 1 0 0,-1-1 0 0 0,-3 12-1 0 0,3-13 0 0 0,0 4 11 0 0,0-1 1 0 0,-1 0-1 0 0,0-1 1 0 0,0 1-1 0 0,-1 0 0 0 0,0-1 1 0 0,-1 0-1 0 0,0 0 1 0 0,0 0-1 0 0,-1 0 0 0 0,0-1 1 0 0,0 0-1 0 0,0 0 1 0 0,-1-1-1 0 0,0 0 0 0 0,-1 0 1 0 0,-13 8-1 0 0,-22 4 29 0 0,38-16-24 0 0,0-3 30 0 0,-14-1 106 0 0,14 2-147 0 0,1-3-22 0 0,0 0 30 0 0,0 0-1 0 0,0-1 1 0 0,0 0-1 0 0,1 1 1 0 0,-1-1-1 0 0,1 0 1 0 0,0 0 0 0 0,0-1-1 0 0,1 1 1 0 0,-1-1-1 0 0,1 0 1 0 0,-3-6-1 0 0,2-10 2 0 0,2 15 7 0 0,1 2-5 0 0,0 2-2 0 0,0 0 0 0 0,0 0-1 0 0,0 0 1 0 0,0 0 0 0 0,1 0 0 0 0,-1 0 0 0 0,0 0 0 0 0,1 0 0 0 0,0 0 0 0 0,-1 0 0 0 0,1 1 0 0 0,0-1 0 0 0,0 0 0 0 0,0 0 0 0 0,0 1 0 0 0,0-1 0 0 0,1 1 0 0 0,-1-1 0 0 0,0 1 0 0 0,1-1 0 0 0,-1 1 0 0 0,1 0 0 0 0,-1-1 0 0 0,1 1 0 0 0,0 0 0 0 0,-1 0 0 0 0,1 0 0 0 0,0 1 0 0 0,0-1 0 0 0,2 0 0 0 0,1 0 47 0 0,-1 4 6 0 0,24 16 46 0 0,-16-10-90 0 0,-1 0 1 0 0,0 1-1 0 0,-1 1 0 0 0,16 20 0 0 0,-4-5-15 0 0,-11-13-85 0 0,0-1 1 0 0,1 0-1 0 0,0-1 1 0 0,0-1-1 0 0,1 0 1 0 0,27 16 0 0 0,-35-24-106 0 0,-1-1 0 0 0,1 1 0 0 0,0-1 1 0 0,0 0-1 0 0,-1 0 0 0 0,1 0 1 0 0,0-1-1 0 0,0 1 0 0 0,0-1 0 0 0,7-1 1 0 0,-7 1 62 0 0,1 0-291 0 0,0-1 1 0 0,0 1-1 0 0,-1-1 1 0 0,1-1-1 0 0,0 1 1 0 0,-1-1-1 0 0,1 1 1 0 0,-1-2-1 0 0,0 1 1 0 0,1-1-1 0 0,-1 1 0 0 0,0-1 1 0 0,0-1-1 0 0,-1 1 1 0 0,1-1-1 0 0,4-4 1 0 0,6-9-3624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23.6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16 2236 0 0,'-19'-15'4815'0'0,"14"15"-4339"0"0,-20 4 322 0 0,15 15 125 0 0,9-14-716 0 0,1 2-127 0 0,1-1-1 0 0,-1 1 1 0 0,1-1 0 0 0,0 1 0 0 0,1-1 0 0 0,-1 0-1 0 0,1 1 1 0 0,1-1 0 0 0,-1 0 0 0 0,1 0-1 0 0,5 7 1 0 0,-3-3-42 0 0,2-2 0 0 0,-1 1-1 0 0,1-1 1 0 0,0 0 0 0 0,1 0-1 0 0,0-1 1 0 0,0 0 0 0 0,1 0 0 0 0,-1-1-1 0 0,17 8 1 0 0,-22-12 21 0 0,2-1 5 0 0,44 7 182 0 0,-44-8 88 0 0,-10 1-216 0 0,-3 1-41 0 0,-1 1 1 0 0,1-1-1 0 0,0 1 0 0 0,0 1 0 0 0,0 0 0 0 0,1 0 0 0 0,-1 0 0 0 0,1 1 0 0 0,0 0 0 0 0,0 1 0 0 0,1-1 0 0 0,0 1 0 0 0,0 1 0 0 0,0-1 1 0 0,1 1-1 0 0,-7 10 0 0 0,3-5-11 0 0,2 1 1 0 0,-1 1-1 0 0,2-1 1 0 0,0 1 0 0 0,0 0-1 0 0,2 1 1 0 0,-1-1-1 0 0,-3 25 1 0 0,8-33-80 0 0,-1 0 1 0 0,1 0 0 0 0,0 1-1 0 0,0-1 1 0 0,1 0-1 0 0,0 0 1 0 0,0 0 0 0 0,0 0-1 0 0,1 0 1 0 0,0 0-1 0 0,0 0 1 0 0,0-1-1 0 0,1 1 1 0 0,0-1 0 0 0,0 1-1 0 0,0-1 1 0 0,1 0-1 0 0,0 0 1 0 0,0-1-1 0 0,0 1 1 0 0,5 4 0 0 0,-2-4-320 0 0,0 1 0 0 0,0-1 1 0 0,1 0-1 0 0,0-1 1 0 0,13 7-1 0 0,-11-7-767 0 0,1-1-1 0 0,-1 0 0 0 0,1 0 1 0 0,13 1-1 0 0,8-1-4657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24.4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54 3212 0 0,'0'0'1768'0'0,"-1"-5"-269"0"0,-4-16-258 0 0,4 16 961 0 0,0 0-1416 0 0,-3-13 325 0 0,6 36 1102 0 0,5 36-904 0 0,25 245-506 0 0,-3-21-810 0 0,-12-188-2217 0 0,-17-85 1451 0 0,2-1-59 0 0,0 0 388 0 0,3 4 247 0 0,-3 0-5113 0 0,13-24-1007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24.8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160 120 3480 0 0,'3'-8'330'0'0,"0"0"-1"0"0,0 0 1 0 0,1 0-1 0 0,0 0 1 0 0,1 1-1 0 0,0-1 0 0 0,0 1 1 0 0,0 1-1 0 0,1-1 1 0 0,0 1-1 0 0,0 0 1 0 0,1 0-1 0 0,-1 0 1 0 0,13-6-1 0 0,-16 10-269 0 0,0 1 0 0 0,1 0 1 0 0,-1-1-1 0 0,1 2 0 0 0,-1-1 0 0 0,1 0 0 0 0,0 1 0 0 0,-1-1 1 0 0,1 1-1 0 0,0 0 0 0 0,-1 0 0 0 0,1 1 0 0 0,4 0 0 0 0,-4 0-32 0 0,1-1 7 0 0,-1 1 1 0 0,1 1-1 0 0,-1-1 0 0 0,1 1 0 0 0,-1-1 0 0 0,0 1 1 0 0,0 1-1 0 0,0-1 0 0 0,0 0 0 0 0,0 1 0 0 0,0 0 1 0 0,0 0-1 0 0,-1 0 0 0 0,1 1 0 0 0,-1-1 0 0 0,0 1 0 0 0,0-1 1 0 0,4 9-1 0 0,-2-3-7 0 0,0 0 0 0 0,0 0 0 0 0,-1 1 0 0 0,-1-1 0 0 0,1 1 0 0 0,-2 0 0 0 0,3 12 0 0 0,-3-5-2 0 0,-1 1 0 0 0,-1 0 0 0 0,0-1 0 0 0,-1 1 0 0 0,-1 0 0 0 0,-1-1 1 0 0,0 0-1 0 0,-2 1 0 0 0,0-1 0 0 0,-11 26 0 0 0,10-29-4 0 0,0-1 0 0 0,-1 0 1 0 0,-1 0-1 0 0,0-1 0 0 0,0 0 0 0 0,-1 0 1 0 0,-1-1-1 0 0,0 0 0 0 0,-1-1 0 0 0,0 0 1 0 0,0-1-1 0 0,-24 15 0 0 0,28-20-20 0 0,0-1-1 0 0,0 0 1 0 0,-1-1-1 0 0,1 0 1 0 0,-1 0-1 0 0,0 0 1 0 0,0-1 0 0 0,0 0-1 0 0,1-1 1 0 0,-1 1-1 0 0,0-2 1 0 0,0 1-1 0 0,-10-3 1 0 0,12 2 0 0 0,3 1-4 0 0,1 0 0 0 0,-1-1 0 0 0,1 0 0 0 0,-1 1 0 0 0,1-1 0 0 0,0 0 0 0 0,0 0-1 0 0,-1 0 1 0 0,1-1 0 0 0,-3-1 0 0 0,-40-27-62 0 0,40 25 62 0 0,1 1 7 0 0,0 1 0 0 0,1-1-1 0 0,0 0 1 0 0,-1 0 0 0 0,1 0 0 0 0,0 0 0 0 0,1 0 0 0 0,-1-1 0 0 0,-3-9 0 0 0,6 13-8 0 0,-2-3-6 0 0,2 2 13 0 0,0 1-1 0 0,1-1 1 0 0,-2 1 0 0 0,1-1-1 0 0,0 0 1 0 0,0 1-1 0 0,0-1 1 0 0,-1 0 0 0 0,1 1-1 0 0,-1-1 1 0 0,1 1 0 0 0,-2-3-1 0 0,2 3 10 0 0,-1-3 108 0 0,4 0-47 0 0,-2 3-54 0 0,0 0-7 0 0,0 0-1 0 0,0 0 0 0 0,1 0 0 0 0,-1-1 0 0 0,0 1 0 0 0,0 0 0 0 0,0-1 0 0 0,-1 1 0 0 0,1 0 0 0 0,0-1 0 0 0,0 1 1 0 0,0-3-1 0 0,4 3 91 0 0,8 1-12 0 0,-1 0 0 0 0,0 1 0 0 0,0 0 0 0 0,1 1 0 0 0,18 5-1 0 0,-1 4 20 0 0,-1 1-1 0 0,0 2 1 0 0,40 25 0 0 0,72 60 7 0 0,-50-33-147 0 0,-82-61-179 0 0,1 0 1 0 0,-1 0-1 0 0,13 3 0 0 0,-10-3-110 0 0,-11-4 223 0 0,1-1 0 0 0,-1 1 1 0 0,1 0-1 0 0,-1-1 1 0 0,1 1-1 0 0,-1-1 0 0 0,1 0 1 0 0,0 1-1 0 0,-1-1 0 0 0,1 0 1 0 0,-1 0-1 0 0,4 0 1 0 0,-1 0-220 0 0,1 0-876 0 0,1-1-292 0 0,17-4-1068 0 0,-17 3-1812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25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87 87 2820 0 0,'0'0'4301'0'0,"-3"2"-3955"0"0,-8 8-18 0 0,8-8 462 0 0,3 2-730 0 0,0 0-1 0 0,1-1 1 0 0,-1 1 0 0 0,1 0-1 0 0,0-1 1 0 0,0 1-1 0 0,0-1 1 0 0,0 1-1 0 0,1-1 1 0 0,3 7-1 0 0,-3-7 7 0 0,2-2-64 0 0,12 5 22 0 0,-12-5-11 0 0,2-2-21 0 0,-1 0 1 0 0,1-1-1 0 0,0 0 0 0 0,-1 0 1 0 0,0 0-1 0 0,1-1 1 0 0,-1 1-1 0 0,0-1 0 0 0,0 0 1 0 0,0-1-1 0 0,-1 1 1 0 0,1-1-1 0 0,-1 0 0 0 0,0 0 1 0 0,0-1-1 0 0,0 1 1 0 0,0-1-1 0 0,-1 0 0 0 0,3-5 1 0 0,-4 6-8 0 0,0-1 2 0 0,3-15-6 0 0,-3 15 32 0 0,-3 1 2 0 0,-3-14 2 0 0,4 13-5 0 0,-3 2 0 0 0,0 0 13 0 0,0 1-1 0 0,0-1 1 0 0,0 1 0 0 0,-1-1 0 0 0,1 1 0 0 0,0 0 0 0 0,-1 0-1 0 0,-6-2 1 0 0,5 2 115 0 0,-1 3 8 0 0,-2 0-50 0 0,1 0 1 0 0,0 0 0 0 0,0 1 0 0 0,0 0 0 0 0,0 0 0 0 0,0 0 0 0 0,1 1 0 0 0,-1 0-1 0 0,1 1 1 0 0,-1-1 0 0 0,1 1 0 0 0,-7 6 0 0 0,-27 39 510 0 0,35-43-530 0 0,4-4-67 0 0,-1-1 0 0 0,1 1 0 0 0,0 0 0 0 0,0 0 0 0 0,0 0 1 0 0,0 0-1 0 0,0-1 0 0 0,0 1 0 0 0,1 0 0 0 0,-1 0 0 0 0,0 4 0 0 0,-3 9 106 0 0,3-8-93 0 0,-1-1 0 0 0,1 0 0 0 0,0 0 0 0 0,1 1 0 0 0,-1-1 0 0 0,1 1 0 0 0,1-1 0 0 0,-1 0 0 0 0,1 1 0 0 0,0-1 0 0 0,0 0 0 0 0,1 0 0 0 0,0 1 0 0 0,0-1 0 0 0,1-1 0 0 0,-1 1 0 0 0,1 0 0 0 0,0 0 0 0 0,1-1 0 0 0,-1 0 0 0 0,1 0 0 0 0,0 0 0 0 0,1 0 0 0 0,-1 0 0 0 0,6 3 0 0 0,-6-4-22 0 0,0 0 0 0 0,0-1 0 0 0,1 0 0 0 0,-1 0 0 0 0,1 0-1 0 0,0 0 1 0 0,0-1 0 0 0,0 0 0 0 0,0 0 0 0 0,0 0 0 0 0,8 1 0 0 0,-5 0-53 0 0,-5-2 6 0 0,1 0 0 0 0,-1 0 0 0 0,0 0 0 0 0,1 0 0 0 0,-1-1 0 0 0,1 0 1 0 0,-1 1-1 0 0,4-2 0 0 0,2 3-60 0 0,25-3-520 0 0,-15-1 76 0 0,0-2 0 0 0,0 0 1 0 0,-1 0-1 0 0,35-15 1 0 0,-39 12-449 0 0,0 0 0 0 0,0 0 0 0 0,0-2 0 0 0,12-9 0 0 0,-4 0-2720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25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13 2660 0 0,'0'0'2123'0'0,"-3"-2"-1339"0"0,2 1-667 0 0,-1 0 1 0 0,1 0-1 0 0,-1 0 0 0 0,1 0 1 0 0,-1 0-1 0 0,0 0 0 0 0,1 0 1 0 0,-1 0-1 0 0,0 1 0 0 0,0-1 0 0 0,0 1 1 0 0,1 0-1 0 0,-1-1 0 0 0,0 1 1 0 0,0 0-1 0 0,0 0 0 0 0,0 0 0 0 0,0 0 1 0 0,0 0-1 0 0,1 1 0 0 0,-1-1 1 0 0,0 1-1 0 0,0-1 0 0 0,0 1 1 0 0,1-1-1 0 0,-4 3 0 0 0,-2 2 43 0 0,1 1-1 0 0,0-1 1 0 0,0 1 0 0 0,0 0-1 0 0,1 1 1 0 0,0-1 0 0 0,0 1-1 0 0,1 0 1 0 0,0 1-1 0 0,0-1 1 0 0,-5 15 0 0 0,5-12-103 0 0,1-1 0 0 0,0 0 0 0 0,1 1 0 0 0,0 0 0 0 0,0 0 0 0 0,1-1 0 0 0,0 1 0 0 0,1 0 0 0 0,0 0 0 0 0,1 0 0 0 0,0 0 0 0 0,0 0 0 0 0,5 14 0 0 0,-5-20-67 0 0,2 1 0 0 0,-1-1-1 0 0,0 1 1 0 0,1-1-1 0 0,0 0 1 0 0,0 0-1 0 0,0 0 1 0 0,0 0-1 0 0,1 0 1 0 0,0-1 0 0 0,-1 0-1 0 0,1 1 1 0 0,0-1-1 0 0,1-1 1 0 0,-1 1-1 0 0,0-1 1 0 0,1 0 0 0 0,0 0-1 0 0,-1 0 1 0 0,1 0-1 0 0,0-1 1 0 0,0 0-1 0 0,0 0 1 0 0,0 0-1 0 0,9 0 1 0 0,-6-1-37 0 0,1 0 1 0 0,-1-1-1 0 0,0 0 0 0 0,1 0 0 0 0,-1-1 1 0 0,0 0-1 0 0,0 0 0 0 0,0-1 0 0 0,0 0 1 0 0,0 0-1 0 0,-1-1 0 0 0,11-7 0 0 0,-14 9 40 0 0,12-6-6 0 0,2-8 39 0 0,-15 13-19 0 0,14-17 134 0 0,28-43 0 0 0,-43 60-31 0 0,-1-1-1 0 0,6-12-15 0 0,-5 12 90 0 0,-1 0-188 0 0,2-11-123 0 0,-2 11 379 0 0,-3 4-245 0 0,0 0 0 0 0,-1 0 0 0 0,1 0-1 0 0,0 0 1 0 0,0 1 0 0 0,0-1 0 0 0,0 1 0 0 0,0 0-1 0 0,0 0 1 0 0,0 0 0 0 0,-4 2 0 0 0,2 3 3 0 0,0 1 0 0 0,0 1 0 0 0,1-1-1 0 0,-1 0 1 0 0,2 1 0 0 0,-1 0 0 0 0,1-1 0 0 0,0 1 0 0 0,1 0 0 0 0,-1 11 0 0 0,1-15 5 0 0,2 3 11 0 0,-1 0-32 0 0,1 1 0 0 0,0 0 0 0 0,0-1 0 0 0,1 1 0 0 0,0-1 0 0 0,1 1 1 0 0,-1-1-1 0 0,1 0 0 0 0,1 0 0 0 0,6 11 0 0 0,-8-16-79 0 0,0 0 60 0 0,0 0 0 0 0,0 0 1 0 0,-1-1-1 0 0,1 0 0 0 0,0 1 0 0 0,0-1 1 0 0,1 0-1 0 0,-1 0 0 0 0,0 0 0 0 0,4 1 1 0 0,5 2-62 0 0,-10-4 81 0 0,0 1 0 0 0,0-1-1 0 0,-1 1 1 0 0,1-1 0 0 0,0 0-1 0 0,0 0 1 0 0,0 1 0 0 0,0-1-1 0 0,0 0 1 0 0,0 0 0 0 0,-1 0-1 0 0,1 0 1 0 0,0 0 0 0 0,0 0-1 0 0,0 0 1 0 0,0 0 0 0 0,0 0-1 0 0,0 0 1 0 0,0 0 0 0 0,-1-1-1 0 0,2 1 1 0 0,17-5-11 0 0,-14 4 7 0 0,0-1 17 0 0,-1 0 36 0 0,0-1 0 0 0,0 1 0 0 0,0-1 0 0 0,0 0 0 0 0,0 0 0 0 0,0 0 0 0 0,-1 0 0 0 0,0-1 1 0 0,1 0-1 0 0,-1 1 0 0 0,-1-1 0 0 0,1 0 0 0 0,0 0 0 0 0,2-7 0 0 0,-3 4 11 0 0,0-1 0 0 0,0 1-1 0 0,-1-1 1 0 0,0 1 0 0 0,0-1-1 0 0,-1 1 1 0 0,0-1 0 0 0,0 0-1 0 0,-1 1 1 0 0,0-1 0 0 0,0 1 0 0 0,-1-1-1 0 0,0 1 1 0 0,0 0 0 0 0,-4-9-1 0 0,3 12-54 0 0,1 1 0 0 0,-1 0 0 0 0,1 0 0 0 0,-1 0 0 0 0,0 0-1 0 0,0 0 1 0 0,0 0 0 0 0,0 1 0 0 0,-1-1 0 0 0,1 1-1 0 0,-1 0 1 0 0,1 0 0 0 0,-1 1 0 0 0,0-1 0 0 0,0 1-1 0 0,-5-2 1 0 0,4 2-23 0 0,0 1-201 0 0,-16 1 2 0 0,15-1-99 0 0,3 2-1021 0 0,-8 7-13 0 0,11-9 1231 0 0,0 1 0 0 0,1 0 0 0 0,-1-1 0 0 0,0 1 0 0 0,0-1 0 0 0,1 1 0 0 0,-1 0 0 0 0,0-1 0 0 0,0 1 0 0 0,1-1 0 0 0,-1 1-1 0 0,1-1 1 0 0,-1 1 0 0 0,1-1 0 0 0,-1 0 0 0 0,1 1 0 0 0,-1-1 0 0 0,1 0 0 0 0,-1 1 0 0 0,1-1 0 0 0,-1 0 0 0 0,2 1 0 0 0,1 1-648 0 0,-1-2 516 0 0,0-1-1 0 0,0 1 0 0 0,0 0 1 0 0,0 0-1 0 0,0 0 0 0 0,0 1 1 0 0,0-1-1 0 0,0 0 0 0 0,0 1 1 0 0,0 0-1 0 0,3 0 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26.6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 3228 0 0,'0'0'743'0'0,"6"-1"20"0"0,19-2-38 0 0,-19 3-92 0 0,0-1-95 0 0,56-3 1591 0 0,-58 5-2040 0 0,-1 1 0 0 0,1 0-1 0 0,0 0 1 0 0,0 0-1 0 0,-1 0 1 0 0,1 0-1 0 0,-1 1 1 0 0,0 0-1 0 0,0 0 1 0 0,0 0-1 0 0,0 0 1 0 0,0 0-1 0 0,-1 0 1 0 0,1 1-1 0 0,-1-1 1 0 0,2 5-1 0 0,12 29 210 0 0,-15-33-238 0 0,0 1-18 0 0,4 16-1 0 0,-4-16 10 0 0,0 0-17 0 0,2 15 3 0 0,-2-15 56 0 0,-1 0-16 0 0,0 15 7 0 0,0-15 344 0 0,-6 15 22 0 0,5-16 581 0 0,1-4-1027 0 0,0 0 0 0 0,0-1 0 0 0,0 1 0 0 0,0 0 1 0 0,0-1-1 0 0,0 1 0 0 0,0 0 0 0 0,0 0 0 0 0,0-1 0 0 0,-1 1 0 0 0,1 0 1 0 0,0 0-1 0 0,0 0 0 0 0,0-1 0 0 0,0 1 0 0 0,0 0 0 0 0,-1 0 0 0 0,1 0 1 0 0,0-1-1 0 0,0 1 0 0 0,0 0 0 0 0,-1 0 0 0 0,1 0 0 0 0,0 0 1 0 0,0-1-1 0 0,-1 1 0 0 0,1 0 0 0 0,0 0 0 0 0,0 0 0 0 0,-1 0 0 0 0,1 0 1 0 0,0 0-1 0 0,-1 0 0 0 0,1 0 1 0 0,-1 0 1 0 0,1-1-1 0 0,-1 1 1 0 0,1 0-1 0 0,-1 0 1 0 0,1 0-1 0 0,-1-1 1 0 0,1 1-1 0 0,0 0 0 0 0,-1 0 1 0 0,1-1-1 0 0,-1 1 1 0 0,1 0-1 0 0,0-1 1 0 0,-1 1-1 0 0,1 0 1 0 0,0-1-1 0 0,-1 1 1 0 0,1-1-1 0 0,0 1 1 0 0,0 0-1 0 0,-1-1 1 0 0,1 1-1 0 0,0-1 0 0 0,0 1 1 0 0,0-1-1 0 0,0 1 1 0 0,0-1-1 0 0,0 1 1 0 0,0-1-1 0 0,0 1 1 0 0,0-2-1 0 0,0-7 14 0 0,0-1 0 0 0,1 1 0 0 0,0 0 0 0 0,1-1 0 0 0,0 1 0 0 0,0 0 0 0 0,8-18 0 0 0,-7 19-24 0 0,1 0 1 0 0,0 0 0 0 0,1 1 0 0 0,0-1 0 0 0,0 1-1 0 0,1 0 1 0 0,0 0 0 0 0,0 1 0 0 0,0 0 0 0 0,1 0-1 0 0,0 0 1 0 0,15-9 0 0 0,-18 13-33 0 0,11-1 4 0 0,-14 3 29 0 0,1-1 0 0 0,-1 1 0 0 0,0-1 0 0 0,1 1 0 0 0,-1 0 0 0 0,1 0 0 0 0,-1 0 0 0 0,1 0 0 0 0,-1 0 0 0 0,0 0 0 0 0,1 0 0 0 0,-1 0 0 0 0,1 0 0 0 0,-1 0 0 0 0,1 1 0 0 0,1 0 0 0 0,0-1 4 0 0,1 1-5 0 0,0-1 0 0 0,0 1 0 0 0,0 0 0 0 0,0-1 0 0 0,-1 2 0 0 0,1-1 0 0 0,0 0 1 0 0,-1 1-1 0 0,1 0 0 0 0,-1 0 0 0 0,1 0 0 0 0,2 2 0 0 0,-2-1 5 0 0,-1 0 0 0 0,0-1 0 0 0,0 1 0 0 0,0 0 0 0 0,-1 1 0 0 0,1-1 0 0 0,-1 0 0 0 0,0 1 0 0 0,0-1 0 0 0,0 1 0 0 0,0 0 0 0 0,-1 0 0 0 0,1 0 0 0 0,0 5 0 0 0,0-3 3 0 0,0 2-5 0 0,0 0 1 0 0,-1 0-1 0 0,0 1 0 0 0,-1-1 0 0 0,1 0 1 0 0,-1 1-1 0 0,-1-1 0 0 0,0 0 0 0 0,0 0 0 0 0,0 0 1 0 0,-4 10-1 0 0,4-14 109 0 0,-1 1 1 0 0,1-1 0 0 0,-1-1-1 0 0,0 1 1 0 0,0 0-1 0 0,0 0 1 0 0,-1-1-1 0 0,-2 5 1 0 0,4-8-105 0 0,1-1 0 0 0,-1 1-1 0 0,1 0 1 0 0,0 0 0 0 0,-1 0 0 0 0,1-1 0 0 0,-1 1 0 0 0,1 0-1 0 0,-1-1 1 0 0,1 1 0 0 0,0 0 0 0 0,-1-1 0 0 0,1 1-1 0 0,0 0 1 0 0,-1-1 0 0 0,1 1 0 0 0,0-1 0 0 0,0 1 0 0 0,-1-1-1 0 0,1 1 1 0 0,0 0 0 0 0,0-1 0 0 0,0 1 0 0 0,0-1-1 0 0,0 1 1 0 0,-1-2 0 0 0,1 2-1 0 0,0-1 1 0 0,0 1-1 0 0,0-1 1 0 0,0 1-1 0 0,0 0 0 0 0,0-1 1 0 0,-1 1-1 0 0,1-1 0 0 0,0 1 1 0 0,0-1-1 0 0,0 1 0 0 0,-1-1 1 0 0,1 1-1 0 0,0 0 1 0 0,-1-1-1 0 0,1 1 0 0 0,0 0 1 0 0,-1-1-1 0 0,1 1 0 0 0,-1 0 1 0 0,1-1-1 0 0,-1 1 1 0 0,1 0-1 0 0,0 0 0 0 0,-1 0 1 0 0,0-1-1 0 0,1-4 22 0 0,0-26-15 0 0,1 18-11 0 0,4-3 24 0 0,-2 8-13 0 0,-1-1 0 0 0,0 1-1 0 0,1 0 1 0 0,0-1-1 0 0,1 1 1 0 0,-1 0 0 0 0,2 1-1 0 0,-1-1 1 0 0,1 1-1 0 0,9-12 1 0 0,-9 14-5 0 0,0 1 0 0 0,-1 0 0 0 0,1 0 0 0 0,1 0 0 0 0,9-5-1 0 0,-13 8-1 0 0,1-1 14 0 0,3 1-2 0 0,15-1-10 0 0,-16 2 36 0 0,0 1 90 0 0,1-1-118 0 0,-5 0-14 0 0,0 0 0 0 0,0 0 0 0 0,0 1 0 0 0,0-1 0 0 0,1 0 0 0 0,-1 0 0 0 0,0 0 0 0 0,0 1-1 0 0,0-1 1 0 0,0 1 0 0 0,0-1 0 0 0,0 1 0 0 0,0-1 0 0 0,1 2 0 0 0,3 2-14 0 0,0 1 1 0 0,0-1-1 0 0,0 1 1 0 0,-1 0-1 0 0,6 9 1 0 0,-3-4-257 0 0,-2 0 0 0 0,1 1 1 0 0,-2-1-1 0 0,1 1 1 0 0,-1 0-1 0 0,-1 0 0 0 0,3 13 1 0 0,1 2-1074 0 0,-6-22 536 0 0,1 0-204 0 0,4 14-243 0 0,-4-13-162 0 0,1-3-987 0 0,11 8-1697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28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 2852 0 0,'0'0'8068'0'0,"2"3"-8030"0"0,15 35 170 0 0,-16-33-161 0 0,0 0-8 0 0,10 52-15 0 0,-10-51-12 0 0,0-1-1 0 0,4 32 511 0 0,-5-27 538 0 0,-2-26-708 0 0,2 7-354 0 0,1 1 0 0 0,0 0 1 0 0,0-1-1 0 0,0 1 0 0 0,1 0 1 0 0,0-1-1 0 0,1 1 0 0 0,0 0 1 0 0,0 1-1 0 0,7-12 1 0 0,-8 15 19 0 0,0 1 1 0 0,1-1-1 0 0,-1 1 1 0 0,1 0-1 0 0,0-1 1 0 0,6-4 0 0 0,-5 4-17 0 0,-2 2 0 0 0,0 2-4 0 0,-1 0 0 0 0,1-1 0 0 0,-1 1 1 0 0,1-1-1 0 0,-1 1 0 0 0,1-1 1 0 0,-1 1-1 0 0,1-1 0 0 0,-1 0 1 0 0,1 0-1 0 0,-1 0 0 0 0,2-1 0 0 0,-3 2 1 0 0,4-2 8 0 0,3 3-2 0 0,-4-1-10 0 0,1 0 7 0 0,-1 0 0 0 0,1 0 1 0 0,0 0-1 0 0,-1 1 0 0 0,1-1 0 0 0,-1 1 0 0 0,1 0 0 0 0,-1 0 1 0 0,0 0-1 0 0,1 1 0 0 0,-1-1 0 0 0,0 1 0 0 0,0 0 1 0 0,0 0-1 0 0,0 0 0 0 0,4 3 0 0 0,-3 0-1 0 0,0-1-3 0 0,0 0 0 0 0,-1 0 1 0 0,0 0-1 0 0,0 0 1 0 0,0 1-1 0 0,3 7 1 0 0,-3-6-2 0 0,0 0 1 0 0,-1 0 0 0 0,1 1-1 0 0,-2-1 1 0 0,1 1 0 0 0,-1-1-1 0 0,2 12 1 0 0,-3-10-3 0 0,1-3 33 0 0,-1 0 114 0 0,0 14-140 0 0,0-15 21 0 0,-1-8-146 0 0,-4-11 99 0 0,4 11 13 0 0,2-3-22 0 0,5-19-25 0 0,0 0-1 0 0,11-27 1 0 0,-15 49 67 0 0,1 1 29 0 0,7-13-3 0 0,-8 12-11 0 0,2 2-1 0 0,-3 0-19 0 0,1 1 1 0 0,0 0 0 0 0,0 0 0 0 0,0 0 0 0 0,0 0 0 0 0,0 1 0 0 0,0-1 0 0 0,0 1-1 0 0,0-1 1 0 0,0 1 0 0 0,0-1 0 0 0,0 1 0 0 0,0 0 0 0 0,0 0 0 0 0,0 0 0 0 0,0 0-1 0 0,1 0 1 0 0,-1 1 0 0 0,0-1 0 0 0,0 1 0 0 0,0-1 0 0 0,0 1 0 0 0,0 0-1 0 0,0 0 1 0 0,2 1 0 0 0,25 23 15 0 0,-26-19-20 0 0,-1-1 2 0 0,4 6-3 0 0,-1 0 0 0 0,0 1 0 0 0,-1 0 0 0 0,6 23 1 0 0,-9-30-6 0 0,0 0-3 0 0,0 6 930 0 0,6 56-8497 0 0,-6-64 5090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0.1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1 358 2496 0 0,'30'-33'4527'0'0,"-27"31"-2350"0"0,2 2-2061 0 0,16 1-24 0 0,-16 0 166 0 0,15 8 87 0 0,-11-9-285 0 0,0 0-1 0 0,0-1 1 0 0,15-3 0 0 0,-20 3-29 0 0,-1-2-17 0 0,1-1-4 0 0,0 0 1 0 0,-1 0-1 0 0,0 0 1 0 0,0 0-1 0 0,4-9 1 0 0,-5 9 36 0 0,-2-1-32 0 0,-1-15-9 0 0,0 15 4 0 0,-1 1 7 0 0,-16-21 24 0 0,16 23-35 0 0,1 1 0 0 0,0-1 0 0 0,-1 1 0 0 0,0 0 0 0 0,1-1 0 0 0,-1 1 0 0 0,0 0 0 0 0,1 0 0 0 0,-1 0 0 0 0,0 0 0 0 0,0 1 0 0 0,0-1 0 0 0,0 0 0 0 0,0 1 0 0 0,0-1 0 0 0,0 1 0 0 0,0 0 0 0 0,-3-1 0 0 0,-14 4 45 0 0,14-3 3 0 0,4 2-40 0 0,0-1 0 0 0,0 1 0 0 0,-1-1 0 0 0,1 0 0 0 0,0 1 0 0 0,-1-1 0 0 0,0 0 1 0 0,1 0-1 0 0,-3 2 0 0 0,1-1 22 0 0,0 1-1 0 0,0 0 1 0 0,1 1 0 0 0,-1-1 0 0 0,1 0 0 0 0,0 1 0 0 0,0-1 0 0 0,0 1 0 0 0,0 0-1 0 0,1 0 1 0 0,0 0 0 0 0,-1 0 0 0 0,0 7 0 0 0,1 0 12 0 0,0 0 0 0 0,0 1 1 0 0,2 13-1 0 0,-1-20-73 0 0,6 46 64 0 0,-5-47-30 0 0,0 0 0 0 0,1 0 0 0 0,-1 0 0 0 0,1 0 0 0 0,0 0 0 0 0,0-1 0 0 0,0 1 1 0 0,0-1-1 0 0,0 1 0 0 0,1-1 0 0 0,0 0 0 0 0,-1 0 0 0 0,7 5 0 0 0,24 13 24 0 0,-28-19-25 0 0,-1-1-23 0 0,2 0-24 0 0,18 2-21 0 0,-18-2-20 0 0,1-2-7 0 0,-3 1 78 0 0,1-1-26 0 0,0 1 1 0 0,0-1 0 0 0,0 0 0 0 0,0 0 0 0 0,-1 0 0 0 0,1-1 0 0 0,0 0 0 0 0,-1 0-1 0 0,1 0 1 0 0,-1 0 0 0 0,8-6 0 0 0,31-33-251 0 0,-38 34 259 0 0,0 0 0 0 0,0-1 0 0 0,-1 0 1 0 0,0 0-1 0 0,-1 0 0 0 0,0 0 1 0 0,4-15-1 0 0,-5 15 14 0 0,0 3 9 0 0,-1 0 10 0 0,3-16 13 0 0,-2 16 55 0 0,-2 0-32 0 0,0 2-141 0 0,0-10 455 0 0,-1 13-347 0 0,1 0 1 0 0,0 0 0 0 0,-1-1 0 0 0,1 1 0 0 0,0 0 0 0 0,-1 0-1 0 0,1 0 1 0 0,0 0 0 0 0,0 0 0 0 0,-1 0 0 0 0,1 0 0 0 0,0 1 0 0 0,-1-1-1 0 0,1 0 1 0 0,0 0 0 0 0,-1 0 0 0 0,1 0 0 0 0,0 0 0 0 0,0 0 0 0 0,-1 1-1 0 0,1-1 1 0 0,0 0 0 0 0,0 0 0 0 0,-1 0 0 0 0,1 1 0 0 0,0-1-1 0 0,0 0 1 0 0,-1 0 0 0 0,1 0 0 0 0,0 1 0 0 0,0-1 0 0 0,0 0 0 0 0,0 1-1 0 0,-1-1 1 0 0,1 0 0 0 0,0 0 0 0 0,0 1 0 0 0,0 0 0 0 0,-2 1 25 0 0,1 3-4 0 0,-4 16-3 0 0,4-15-4 0 0,1 0-8 0 0,-1 19 4 0 0,0-18-3 0 0,2-2 0 0 0,0 19-2 0 0,-1-19 3 0 0,1 0 14 0 0,16 36-44 0 0,-15-38-2 0 0,2-1 43 0 0,-1-1-33 0 0,-1 0 0 0 0,1-1 0 0 0,0 1-1 0 0,-1-1 1 0 0,1 1 0 0 0,0-1 0 0 0,0 0 0 0 0,-1 0-1 0 0,1 0 1 0 0,0 0 0 0 0,-1-1 0 0 0,1 1-1 0 0,0-1 1 0 0,-1 0 0 0 0,1 1 0 0 0,0-1 0 0 0,-1 0-1 0 0,1-1 1 0 0,-1 1 0 0 0,0 0 0 0 0,1-1-1 0 0,-1 1 1 0 0,0-1 0 0 0,3-2 0 0 0,17-20 345 0 0,21-30 0 0 0,-41 51-52 0 0,0-1-81 0 0,0 0 0 0 0,0 0 0 0 0,0 0 0 0 0,1 0 0 0 0,5-7 0 0 0,-3 4-28 0 0,-3 4 210 0 0,-2 8-363 0 0,2 14-5 0 0,-1-14 2 0 0,2 18 15 0 0,-3-18-27 0 0,2 0-6 0 0,-1-3-5 0 0,0 3-84 0 0,1 0 0 0 0,-1 0 0 0 0,2 0 0 0 0,-1-1 0 0 0,0 1 0 0 0,1-1 0 0 0,0 1 0 0 0,0-1 0 0 0,0 0 0 0 0,0 0 0 0 0,1 0 0 0 0,4 4 0 0 0,0-4-239 0 0,0 0 1 0 0,0-1-1 0 0,0 1 1 0 0,0-2-1 0 0,1 1 1 0 0,0-1 0 0 0,-1 0-1 0 0,1-1 1 0 0,0 0-1 0 0,0 0 1 0 0,-1-1-1 0 0,1 0 1 0 0,0-1-1 0 0,0 0 1 0 0,-1 0-1 0 0,1-1 1 0 0,0 0-1 0 0,-1-1 1 0 0,10-3-1 0 0,-2 0 333 0 0,0-1 0 0 0,-1-1 0 0 0,0 0 0 0 0,0-1-1 0 0,0 0 1 0 0,-1-1 0 0 0,-1-1 0 0 0,21-21 0 0 0,-21 14 527 0 0,-11 14-430 0 0,0 0 246 0 0,-1-1 0 0 0,0 1-259 0 0,0 1 0 0 0,0-1 0 0 0,-1 0 0 0 0,0 0 0 0 0,0 0 0 0 0,0 1 0 0 0,0-1 0 0 0,-1 0 0 0 0,0 0 0 0 0,1 1 0 0 0,-1-1 0 0 0,0 0 0 0 0,-1 1 0 0 0,1-1 0 0 0,-1 1 0 0 0,-2-5 0 0 0,1 4 135 0 0,-1 3-148 0 0,-14-7-1 0 0,13 6-1 0 0,1 3 33 0 0,-3 0-103 0 0,1 0-1 0 0,0 1 1 0 0,0-1 0 0 0,0 2 0 0 0,1-1 0 0 0,-1 0 0 0 0,0 1 0 0 0,1 0 0 0 0,0 0-1 0 0,0 1 1 0 0,0 0 0 0 0,0 0 0 0 0,0 0 0 0 0,1 0 0 0 0,-1 1 0 0 0,-3 6 0 0 0,-1 0 8 0 0,1 1 0 0 0,1 0 1 0 0,0 0-1 0 0,1 1 0 0 0,0 0 0 0 0,-5 19 1 0 0,9-27-18 0 0,2 0 18 0 0,0 19-25 0 0,0-19-72 0 0,3 0 21 0 0,6 15-35 0 0,-7-15-104 0 0,-2-5 187 0 0,1 0-1 0 0,-1 0 0 0 0,1 0 0 0 0,-1 0 0 0 0,1 0 1 0 0,-1 0-1 0 0,1 1 0 0 0,-1-1 0 0 0,0 0 0 0 0,1 0 1 0 0,-1 0-1 0 0,1 0 0 0 0,-1 0 0 0 0,1 1 0 0 0,-1-1 1 0 0,0 0-1 0 0,1 0 0 0 0,-1 1 0 0 0,1-1 0 0 0,-1 0 1 0 0,0 1-1 0 0,0-1 0 0 0,1 0 0 0 0,-1 1 1 0 0,0-1-1 0 0,1 0 0 0 0,-1 1 0 0 0,0 0 0 0 0,1 0-16 0 0,-1 0-1 0 0,1-1 0 0 0,-1 1 0 0 0,1 0 0 0 0,0 0 1 0 0,-1-1-1 0 0,1 1 0 0 0,0 0 0 0 0,-1-1 0 0 0,1 1 1 0 0,0-1-1 0 0,0 1 0 0 0,-1-1 0 0 0,1 1 0 0 0,0-1 1 0 0,0 0-1 0 0,0 1 0 0 0,0-1 0 0 0,0 0 0 0 0,-1 0 1 0 0,1 0-1 0 0,0 1 0 0 0,2-1 0 0 0,8 0-123 0 0,0 0 0 0 0,0-1 0 0 0,18-2 0 0 0,-20 0 152 0 0,0 0 0 0 0,0-1 0 0 0,-1 0 0 0 0,1 0 0 0 0,-1-1 0 0 0,0 0 0 0 0,0 0 0 0 0,-1-1 0 0 0,1 0 0 0 0,-1 0 0 0 0,0-1 0 0 0,-1 0 0 0 0,0 0 0 0 0,0 0 0 0 0,5-10 0 0 0,2-4 163 0 0,-1 0-1 0 0,-2 0 1 0 0,0-1 0 0 0,10-34 0 0 0,-11 25 308 0 0,-1-1 1 0 0,-1 0-1 0 0,3-48 0 0 0,-12 59-216 0 0,0 17-215 0 0,1 0 77 0 0,-1 0-17 0 0,-7-14-34 0 0,7 13-14 0 0,-8 2 12 0 0,9 3-63 0 0,0-1-1 0 0,-1 1 1 0 0,1-1 0 0 0,0 1-1 0 0,0 0 1 0 0,-1-1 0 0 0,1 1-1 0 0,0 0 1 0 0,-1 0 0 0 0,1 0-1 0 0,-1 0 1 0 0,1 0 0 0 0,0 0-1 0 0,-1 0 1 0 0,1 1 0 0 0,0-1 0 0 0,0 0-1 0 0,-1 1 1 0 0,1-1 0 0 0,0 1-1 0 0,0-1 1 0 0,-1 1 0 0 0,1 0-1 0 0,0 0 1 0 0,0-1 0 0 0,0 1-1 0 0,0 0 1 0 0,0 0 0 0 0,0 0-1 0 0,-1 2 1 0 0,-5 4 8 0 0,1 1 1 0 0,1 0-1 0 0,0 0 0 0 0,0 1 0 0 0,0 0 1 0 0,1 0-1 0 0,0 0 0 0 0,1 0 0 0 0,0 0 1 0 0,0 1-1 0 0,1-1 0 0 0,0 1 0 0 0,0 14 1 0 0,1-6-20 0 0,0-1 1 0 0,2 1 0 0 0,0 0-1 0 0,1-1 1 0 0,0 1 0 0 0,2-1-1 0 0,5 18 1 0 0,-4-21-45 0 0,0 0 0 0 0,1 0 0 0 0,1-1 0 0 0,0 0 0 0 0,18 24 0 0 0,-20-29-64 0 0,1-2 0 0 0,0 1 0 0 0,1-1 1 0 0,0 0-1 0 0,0 0 0 0 0,0-1 0 0 0,1 1 1 0 0,-1-2-1 0 0,1 1 0 0 0,0-1 0 0 0,1-1 0 0 0,8 4 1 0 0,-8-4 22 0 0,1 0 0 0 0,-1-1-1 0 0,1 0 1 0 0,0 0 0 0 0,0-1 0 0 0,0 0 0 0 0,0-1 0 0 0,0 0 0 0 0,14-2 0 0 0,-15-1 59 0 0,-1 0 1 0 0,1 0-1 0 0,-1-1 1 0 0,0 0-1 0 0,0 0 1 0 0,0-1 0 0 0,-1 0-1 0 0,1 0 1 0 0,-1-1-1 0 0,10-11 1 0 0,13-25 42 0 0,-28 36-1 0 0,1 0 63 0 0,-1 1 1 0 0,0-1-1 0 0,0 0 1 0 0,0 0-1 0 0,1-10 1 0 0,-1 8 26 0 0,-2 4 43 0 0,0-2-11 0 0,-1-15-2 0 0,1 16-9 0 0,-3 1-7 0 0,-7-10 9 0 0,8 10 76 0 0,1 4-192 0 0,0 0 0 0 0,1 0 1 0 0,-1 0-1 0 0,1 0 1 0 0,-1 0-1 0 0,0 0 0 0 0,1 0 1 0 0,-1-1-1 0 0,1 1 1 0 0,-1 0-1 0 0,1 0 0 0 0,-1 0 1 0 0,1-1-1 0 0,-1 1 0 0 0,1 0 1 0 0,-1-1-1 0 0,1 1 1 0 0,-1-1-1 0 0,1 1 0 0 0,-1 0 1 0 0,0-1-1 0 0,1 0-1 0 0,0 0 0 0 0,-1 1 0 0 0,1 0-1 0 0,-1-1 1 0 0,1 1 0 0 0,-1-1 0 0 0,0 1-1 0 0,1 0 1 0 0,-1-1 0 0 0,1 1 0 0 0,-1 0 0 0 0,0-1-1 0 0,1 1 1 0 0,-1 0 0 0 0,0 0 0 0 0,1 0 0 0 0,-1 0-1 0 0,0 0 1 0 0,1 0 0 0 0,-1 0 0 0 0,0 0-1 0 0,1 0 1 0 0,-1 0 0 0 0,0 0 0 0 0,1 0 0 0 0,-1 0-1 0 0,0 0 1 0 0,1 1 0 0 0,-2-1 0 0 0,-4 3 8 0 0,-1 0 1 0 0,1 0-1 0 0,-1 0 1 0 0,1 0-1 0 0,1 1 1 0 0,-1 0 0 0 0,0 1-1 0 0,1-1 1 0 0,0 1-1 0 0,0 0 1 0 0,-4 6-1 0 0,0-1-9 0 0,2 0 0 0 0,0 1 0 0 0,0 0 0 0 0,-10 22 0 0 0,16-28-10 0 0,-1 0 0 0 0,1-1 0 0 0,0 1 0 0 0,0 0 0 0 0,1 0-1 0 0,-1-1 1 0 0,1 1 0 0 0,0 0 0 0 0,1 9 0 0 0,0-10-2 0 0,-1-3-11 0 0,-1 1-1 0 0,1-1 1 0 0,0 0 0 0 0,1 0-1 0 0,-1 0 1 0 0,0 0 0 0 0,0 1-1 0 0,0-1 1 0 0,1 0 0 0 0,-1 0 0 0 0,1 0-1 0 0,-1 0 1 0 0,1 0 0 0 0,-1 0-1 0 0,2 2 1 0 0,0 0-57 0 0,-1 0-76 0 0,3 0 26 0 0,11 10-2 0 0,-12-10 7 0 0,3-1 6 0 0,15 4 23 0 0,-16-4 22 0 0,1-3 6 0 0,1 1 72 0 0,-1 0 0 0 0,1-1 1 0 0,-1 0-1 0 0,1 0 0 0 0,-1 0 0 0 0,1-1 0 0 0,-1 0 0 0 0,0 0 0 0 0,0-1 0 0 0,0 0 0 0 0,0 0 0 0 0,0 0 1 0 0,-1-1-1 0 0,1 1 0 0 0,-1-1 0 0 0,0-1 0 0 0,0 1 0 0 0,0-1 0 0 0,6-9 0 0 0,9-19 324 0 0,-18 30-234 0 0,-1-1-10 0 0,6-11-24 0 0,-5 12 305 0 0,-2 7-356 0 0,3 13-2 0 0,-3-13 9 0 0,1-4-18 0 0,-1 1 0 0 0,1-1 0 0 0,-1 0 0 0 0,0 1 0 0 0,1-1 0 0 0,-1 1 0 0 0,1-1 0 0 0,-1 0 0 0 0,0 1 0 0 0,1-1 0 0 0,-1 1 0 0 0,0-1 0 0 0,0 1-1 0 0,0-1 1 0 0,1 1 0 0 0,-1-1 0 0 0,0 1 0 0 0,0 0 0 0 0,0-1 0 0 0,0 1 0 0 0,0 0 0 0 0,0 0-3 0 0,0-1 0 0 0,0 1 0 0 0,0-1 0 0 0,0 1 0 0 0,0-1-1 0 0,1 1 1 0 0,-1-1 0 0 0,0 1 0 0 0,0-1 0 0 0,0 1 0 0 0,1-1 0 0 0,-1 1 0 0 0,0-1-1 0 0,0 1 1 0 0,1-1 0 0 0,-1 0 0 0 0,0 1 0 0 0,1-1 0 0 0,-1 1 0 0 0,0-1 0 0 0,1 0 0 0 0,0 1-1 0 0,0-1 1 0 0,-1 0-1 0 0,1 0 1 0 0,-1 0-1 0 0,1 1 1 0 0,-1-1-1 0 0,0 0 1 0 0,1 0-1 0 0,-1 0 0 0 0,1 1 1 0 0,-1-1-1 0 0,1 0 1 0 0,-1 0-1 0 0,0 1 1 0 0,1-1-1 0 0,-1 0 1 0 0,0 1-1 0 0,1-1 0 0 0,-1 1 1 0 0,0-1-1 0 0,1 0 1 0 0,-1 1-1 0 0,0-1 1 0 0,0 1-1 0 0,1-1 1 0 0,-1 1-1 0 0,0-1 1 0 0,0 1-1 0 0,0 0-3 0 0,0-1 1 0 0,1 1-1 0 0,-1-1 0 0 0,0 1 1 0 0,0-1-1 0 0,0 1 0 0 0,1-1 0 0 0,-1 1 1 0 0,0-1-1 0 0,1 1 0 0 0,-1-1 1 0 0,0 0-1 0 0,1 1 0 0 0,-1-1 1 0 0,1 1-1 0 0,-1-1 0 0 0,1 0 1 0 0,-1 0-1 0 0,0 1 0 0 0,1-1 0 0 0,-1 0 1 0 0,1 0-1 0 0,-1 1 0 0 0,1-1 1 0 0,0 0-1 0 0,0 0-1 0 0,-1 0-1 0 0,1 0 1 0 0,0 0 0 0 0,-1 0-1 0 0,1 0 1 0 0,-1 0 0 0 0,1 0-1 0 0,-1 0 1 0 0,1 0 0 0 0,0 1 0 0 0,-1-1-1 0 0,1 0 1 0 0,-1 0 0 0 0,1 0-1 0 0,-1 1 1 0 0,1-1 0 0 0,-1 0-1 0 0,1 1 1 0 0,-1-1 0 0 0,0 0-1 0 0,1 1 1 0 0,0 0 0 0 0,0 0-6 0 0,-1 0 0 0 0,1-1 0 0 0,0 1 0 0 0,0 0 0 0 0,0-1 0 0 0,-1 1 0 0 0,1-1 0 0 0,0 1 0 0 0,0-1 0 0 0,0 1 0 0 0,0-1 1 0 0,0 0-1 0 0,0 1 0 0 0,0-1 0 0 0,0 0 0 0 0,0 0 0 0 0,0 0 0 0 0,2 0 0 0 0,16 2-85 0 0,-14-1 30 0 0,0-2 24 0 0,0 0 32 0 0,0 0 1 0 0,0-1 0 0 0,0 1-1 0 0,0-1 1 0 0,0 0-1 0 0,0 0 1 0 0,0-1 0 0 0,-1 0-1 0 0,1 1 1 0 0,-1-1-1 0 0,0-1 1 0 0,0 1 0 0 0,8-8-1 0 0,20-41-22 0 0,-27 41 113 0 0,0 0 0 0 0,-1-1 0 0 0,-1 1 0 0 0,0-1 0 0 0,0 0 0 0 0,-1 0 0 0 0,-1 0 0 0 0,0-1 0 0 0,0 1 0 0 0,-2 0 0 0 0,1 0 0 0 0,-1 0 0 0 0,-5-19 0 0 0,-1 4 200 0 0,5 22-126 0 0,0 1-31 0 0,-7-14-27 0 0,7 13 128 0 0,-8 1 16 0 0,-2 1 93 0 0,11 4-323 0 0,1-1 0 0 0,-1 1 0 0 0,0 0 0 0 0,1 0 0 0 0,-1 0 0 0 0,0 0 0 0 0,1 0 0 0 0,-1 0 0 0 0,1 0 0 0 0,0 0-1 0 0,-1 0 1 0 0,1 0 0 0 0,0 0 0 0 0,0 0 0 0 0,-1 0 0 0 0,1 0 0 0 0,0 2 0 0 0,-2 23-2 0 0,1-1 0 0 0,1 1 0 0 0,1 0 0 0 0,1 0 0 0 0,1 0 0 0 0,1-1-1 0 0,2 0 1 0 0,1 0 0 0 0,17 44 0 0 0,-18-53-775 0 0,0-1 0 0 0,1 0 0 0 0,1 0 0 0 0,0 0 0 0 0,13 15 0 0 0,-19-27-785 0 0,1 1-1149 0 0,11 11-1923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0.4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3264 0 0,'0'0'1030'0'0,"3"-2"-133"0"0,1 0-584 0 0,1-1 0 0 0,-1 1 1 0 0,1 0-1 0 0,0 1 0 0 0,0-1 0 0 0,6 0 0 0 0,-6 1 33 0 0,1 0-21 0 0,60-4 641 0 0,-35 2-578 0 0,-26 2-220 0 0,1 1 8 0 0,84-4 1743 0 0,-85 4-1377 0 0,-5 0-533 0 0,0 0 0 0 0,0 1 0 0 0,0-1 0 0 0,0 0 0 0 0,0 1 0 0 0,0-1 0 0 0,0 0 0 0 0,0 1 0 0 0,0-1 0 0 0,0 0 0 0 0,0 1 0 0 0,0-1-1 0 0,1 0 1 0 0,-1 0 0 0 0,0 1 0 0 0,0-1 0 0 0,0 0 0 0 0,1 1 0 0 0,-1-1 0 0 0,0 0 0 0 0,0 0 0 0 0,0 0 0 0 0,1 1 0 0 0,-1-1 0 0 0,0 0 0 0 0,0 0 0 0 0,1 0 0 0 0,-1 1 0 0 0,0-1 0 0 0,1 0 0 0 0,0 0 14 0 0,-1 1 1 0 0,1-1-1 0 0,-1 0 1 0 0,1 1-1 0 0,-1-1 1 0 0,1 0-1 0 0,-1 1 1 0 0,1-1-1 0 0,-1 1 1 0 0,1-1-1 0 0,-1 1 0 0 0,0-1 1 0 0,1 1-1 0 0,-1-1 1 0 0,0 1-1 0 0,1 0 1 0 0,-1-1-1 0 0,0 1 1 0 0,0-1-1 0 0,1 1 1 0 0,-1 0-1 0 0,0-1 1 0 0,0 1-1 0 0,0-1 1 0 0,0 1-1 0 0,0 0 1 0 0,0-1-1 0 0,0 2 1 0 0,2 39-69 0 0,1-1 1 0 0,12 51 0 0 0,-14-85-412 0 0,0-5-259 0 0,-1 0 593 0 0,0 1 1 0 0,1-1-1 0 0,-1 0 0 0 0,1 0 0 0 0,0 0 0 0 0,-1 1 0 0 0,1-1 0 0 0,0 0 0 0 0,0 0 0 0 0,-1 0 0 0 0,3 2 0 0 0,-1-2-196 0 0,0 3-1430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0.6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53 3056 0 0,'-13'-18'3137'0'0,"-6"-2"-1365"0"0,1 6-960 0 0,-6 23-1100 0 0,14 13-8161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1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42 3408 0 0,'0'0'6944'0'0,"-4"-1"-6721"0"0,-13-2-62 0 0,13 2-33 0 0,0 3-9 0 0,-10 7-13 0 0,10-7-13 0 0,1 1 9 0 0,-2 5-79 0 0,0 1-1 0 0,1-1 1 0 0,0 1-1 0 0,0 0 1 0 0,-4 16-1 0 0,7-20 8 0 0,3 0-13 0 0,-1-3-23 0 0,0 5 8 0 0,1-1 0 0 0,0 0-1 0 0,1 0 1 0 0,-1 0 0 0 0,1 0-1 0 0,0-1 1 0 0,1 1 0 0 0,-1-1-1 0 0,1 0 1 0 0,0 0-1 0 0,1 0 1 0 0,-1 0 0 0 0,1-1-1 0 0,8 7 1 0 0,2-1-8 0 0,-11-8 31 0 0,1 0-15 0 0,15 5 2 0 0,-15-5 28 0 0,22-1 194 0 0,-22 0-29 0 0,-1-2 45 0 0,14-2 43 0 0,-13 2 64 0 0,-4 0-301 0 0,0 0 1 0 0,0-1 0 0 0,0 1 0 0 0,0 1 0 0 0,0-1 0 0 0,0 0 0 0 0,0 0 0 0 0,0 0 0 0 0,1 0 0 0 0,-1 1 0 0 0,0-1 0 0 0,3 0 0 0 0,-1 0 66 0 0,0-2 298 0 0,-2 2-373 0 0,-1-1-1 0 0,1 1 1 0 0,-1-1 0 0 0,1 1 0 0 0,0 0 0 0 0,-1-1 0 0 0,1 1 0 0 0,0 0 0 0 0,0 0-1 0 0,0 0 1 0 0,0 0 0 0 0,2-2 0 0 0,-2 1 42 0 0,2-2 209 0 0,-3 3-268 0 0,1 0-1 0 0,0-1 1 0 0,0 1 0 0 0,-1-1-1 0 0,1 1 1 0 0,-1-1 0 0 0,0 0-1 0 0,1 1 1 0 0,-1-1 0 0 0,0 1-1 0 0,0-1 1 0 0,0-2 0 0 0,0 1 21 0 0,1-2 91 0 0,-2-1-5 0 0,-2-3-216 0 0,-1-1 1 0 0,0 1-1 0 0,0 0 1 0 0,-1 0-1 0 0,0 0 0 0 0,0 1 1 0 0,-1-1-1 0 0,0 1 0 0 0,-1 1 1 0 0,0-1-1 0 0,0 1 0 0 0,0 0 1 0 0,-1 1-1 0 0,0 0 1 0 0,0 0-1 0 0,-1 1 0 0 0,0 0 1 0 0,0 0-1 0 0,-10-3 0 0 0,9 5-288 0 0,-13-3-2408 0 0,9 1-3231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1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1 106 4228 0 0,'0'0'1368'0'0,"6"1"-235"0"0,20 4-173 0 0,-20-4-145 0 0,0 0-104 0 0,45 13 1422 0 0,-47-12-1790 0 0,0 1-29 0 0,2 3-196 0 0,-1-1 1 0 0,1 1-1 0 0,-1 1 0 0 0,0-1 0 0 0,-1 1 1 0 0,0 0-1 0 0,0 0 0 0 0,0 0 1 0 0,-1 0-1 0 0,0 1 0 0 0,0-1 0 0 0,2 14 1 0 0,-4-18-37 0 0,0 3 6 0 0,6 43 90 0 0,-6-45-22 0 0,-2-3-121 0 0,0 1 0 0 0,1-1 0 0 0,-1 1 0 0 0,1-1 0 0 0,0 1 1 0 0,-1 0-1 0 0,1-1 0 0 0,0 1 0 0 0,0-1 0 0 0,0 1 0 0 0,0 0 0 0 0,0 1 1 0 0,0 2 797 0 0,-4-7-617 0 0,2 1-164 0 0,-1 0 0 0 0,1-1 0 0 0,-1 1 0 0 0,1-1 0 0 0,0 0 0 0 0,0 1 0 0 0,0-1 0 0 0,0 0 0 0 0,0 0 0 0 0,0-1 0 0 0,0 1 0 0 0,1 0 0 0 0,-1-1 0 0 0,1 1 0 0 0,0-1 0 0 0,-1 1 0 0 0,1-1 0 0 0,0 1 0 0 0,1-1-1 0 0,-1 0 1 0 0,0 1 0 0 0,1-1 0 0 0,0 0 0 0 0,-1 0 0 0 0,1-3 0 0 0,1-8 18 0 0,0 1-1 0 0,0 0 0 0 0,1 0 1 0 0,1 0-1 0 0,0 1 1 0 0,1-1-1 0 0,0 1 1 0 0,1-1-1 0 0,1 1 0 0 0,0 1 1 0 0,0-1-1 0 0,1 1 1 0 0,0 0-1 0 0,1 0 0 0 0,1 1 1 0 0,14-14-1 0 0,-15 18-50 0 0,0-1-1 0 0,0 2 0 0 0,0-1 1 0 0,1 1-1 0 0,17-6 0 0 0,-22 10-6 0 0,2 2-15 0 0,-2 0 3 0 0,-2-1 0 0 0,0 0 1 0 0,-1 0-1 0 0,1 1 1 0 0,-1-1-1 0 0,1 0 1 0 0,-1 1-1 0 0,1-1 1 0 0,-1 1-1 0 0,1 0 1 0 0,-1-1-1 0 0,1 1 1 0 0,-1 0-1 0 0,0 0 1 0 0,1 0-1 0 0,-1 0 1 0 0,0 0-1 0 0,2 2 1 0 0,7 8 0 0 0,0 1 1 0 0,-1 0-1 0 0,0 0 0 0 0,-1 1 1 0 0,0 0-1 0 0,-1 1 1 0 0,-1 0-1 0 0,0 0 1 0 0,-1 0-1 0 0,0 1 0 0 0,-1 0 1 0 0,-1-1-1 0 0,-1 1 1 0 0,0 1-1 0 0,0-1 1 0 0,-2 17-1 0 0,0-12-462 0 0,-1 0 0 0 0,-1-1 0 0 0,-1 1 0 0 0,0-1-1 0 0,-9 26 1 0 0,7-31-645 0 0,0 1-1 0 0,-2-2 1 0 0,1 1-1 0 0,-1-1 1 0 0,-1 0-1 0 0,-1 0 1 0 0,-11 13-1 0 0,-7 4-5470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2.2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441 67 2772 0 0,'0'0'1132'0'0,"-1"-3"-18"0"0,-6-12-211 0 0,5 11-194 0 0,-2 1-120 0 0,0-2-413 0 0,-1 1 0 0 0,0 0 1 0 0,-1 1-1 0 0,1-1 0 0 0,0 1 1 0 0,-1 0-1 0 0,0 1 1 0 0,0-1-1 0 0,0 1 0 0 0,-8-2 1 0 0,3 2-7 0 0,0 1 1 0 0,0 0-1 0 0,1 0 1 0 0,-1 1-1 0 0,0 1 1 0 0,0 0-1 0 0,-15 3 1 0 0,20-3-98 0 0,-3 0-22 0 0,1 0 0 0 0,-1 1-1 0 0,0 0 1 0 0,1 0 0 0 0,0 1 0 0 0,-1 0 0 0 0,1 1-1 0 0,0 0 1 0 0,1 0 0 0 0,-1 1 0 0 0,1 0 0 0 0,-7 6-1 0 0,9-7-24 0 0,0 1 0 0 0,1 0-1 0 0,-1 1 1 0 0,1-1 0 0 0,1 1-1 0 0,-1-1 1 0 0,1 1 0 0 0,0 0-1 0 0,0 1 1 0 0,1-1 0 0 0,0 0-1 0 0,0 1 1 0 0,0-1 0 0 0,1 1-1 0 0,0-1 1 0 0,0 1 0 0 0,1 0-1 0 0,-1 0 1 0 0,2-1-1 0 0,-1 1 1 0 0,1 0 0 0 0,0-1-1 0 0,0 1 1 0 0,3 8 0 0 0,0-4-23 0 0,0 0 0 0 0,0 0-1 0 0,1 0 1 0 0,0-1 0 0 0,1 0 0 0 0,0 0 0 0 0,1 0 0 0 0,0-1 0 0 0,0 0 0 0 0,1 0 0 0 0,14 11 0 0 0,4 1 5 0 0,1-2 1 0 0,55 31-1 0 0,-20-15 35 0 0,-46-25-31 0 0,-12-8-4 0 0,-2 1-13 0 0,-1-2 7 0 0,0 0 1 0 0,0-1 0 0 0,1 1 0 0 0,-1 0 0 0 0,0 0 0 0 0,0 0 0 0 0,0 0 0 0 0,0 1 0 0 0,0-1 0 0 0,0 0 0 0 0,-1 0 0 0 0,2 3 0 0 0,-2-2 2 0 0,0-1-1 0 0,0 0 1 0 0,0 1 0 0 0,-1-1 0 0 0,1 0 0 0 0,-1 1 0 0 0,1-1 0 0 0,-1 0-1 0 0,0 1 1 0 0,1-1 0 0 0,-1 0 0 0 0,-2 2 0 0 0,2-1 6 0 0,-7 5 27 0 0,-23 1-35 0 0,0 0 1 0 0,-1-2-1 0 0,0-1 1 0 0,-57 1-1 0 0,42-5-9 0 0,31-1 4 0 0,-11-4-141 0 0,23 4 119 0 0,-1 0-157 0 0,-1 0 0 0 0,1-1 0 0 0,0 1 0 0 0,-1-1 1 0 0,1 0-1 0 0,0-1 0 0 0,0 1 0 0 0,0-1 1 0 0,0 0-1 0 0,0 0 0 0 0,-6-4 0 0 0,-2-2-640 0 0,9-2-3761 0 0,1-18 187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2.8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 3640 0 0,'5'-1'1190'0'0,"0"0"-711"0"0,1 1-1 0 0,-1 0 1 0 0,1 0 0 0 0,-1 1 0 0 0,0 0 0 0 0,9 2-1 0 0,-9-2-44 0 0,1 9 134 0 0,5 2-82 0 0,2 18 234 0 0,-10-21-633 0 0,1-1-1 0 0,-1 0 1 0 0,1 0-1 0 0,1 0 1 0 0,0-1-1 0 0,0 0 1 0 0,0 0-1 0 0,1 0 1 0 0,0 0-1 0 0,0-1 1 0 0,8 6-1 0 0,-9-7-33 0 0,1 0 1 0 0,0 0-1 0 0,0-1 0 0 0,1 0 0 0 0,-1 0 1 0 0,1 0-1 0 0,0-1 0 0 0,0 0 0 0 0,0 0 0 0 0,1-1 1 0 0,-1 0-1 0 0,0 0 0 0 0,1-1 0 0 0,-1 0 1 0 0,1 0-1 0 0,0-1 0 0 0,-1 0 0 0 0,1 0 1 0 0,0-1-1 0 0,7-1 0 0 0,-9 1 25 0 0,-1 0-1 0 0,1 0 1 0 0,0 0-1 0 0,-1-1 1 0 0,1 0-1 0 0,-1 0 1 0 0,0-1-1 0 0,0 1 1 0 0,0-1-1 0 0,0 0 1 0 0,0 0-1 0 0,0-1 1 0 0,-1 0-1 0 0,0 1 1 0 0,1-1 0 0 0,-2-1-1 0 0,1 1 1 0 0,0-1-1 0 0,-1 1 1 0 0,0-1-1 0 0,4-7 1 0 0,-5 8 258 0 0,-2-1-124 0 0,-3-47 518 0 0,2 47-571 0 0,-11-15 328 0 0,-6 13-269 0 0,15 6-123 0 0,3 1-92 0 0,0 1 0 0 0,0-1 0 0 0,0 0 0 0 0,0 1 0 0 0,-1-1 0 0 0,1 0 0 0 0,0 0 0 0 0,0 1 0 0 0,0-1 0 0 0,0 0 0 0 0,0 1 0 0 0,0-1 0 0 0,0 0 0 0 0,0 0 0 0 0,-1 1 0 0 0,1-1 0 0 0,0 0 0 0 0,0 0 0 0 0,0 1 0 0 0,-1-1 0 0 0,1 0 0 0 0,0 0 0 0 0,0 1 0 0 0,-1-1 0 0 0,1 0 0 0 0,0 0 0 0 0,0 0 0 0 0,-1 0 0 0 0,1 0 0 0 0,0 1 0 0 0,-1-1 0 0 0,0 0 6 0 0,1 0-1 0 0,-1 1 1 0 0,0-1-1 0 0,1 0 1 0 0,-1 1-1 0 0,1-1 1 0 0,-1 0-1 0 0,1 1 1 0 0,-1-1-1 0 0,1 1 0 0 0,-1-1 1 0 0,1 1-1 0 0,-1-1 1 0 0,1 1-1 0 0,0 0 1 0 0,-1-1-1 0 0,1 1 1 0 0,0-1-1 0 0,0 1 0 0 0,-1 0 1 0 0,1-1-1 0 0,0 1 1 0 0,0 0-1 0 0,0-1 1 0 0,0 2-1 0 0,-3 20 12 0 0,1-1 0 0 0,1 1 0 0 0,1 0 0 0 0,1-1 0 0 0,4 24 0 0 0,27 115-28 0 0,-12-67 9 0 0,-9-39-184 0 0,-3-1 0 0 0,-2 2 0 0 0,-2-1 0 0 0,-3 1 0 0 0,-6 55 0 0 0,3-102 160 0 0,0-1 0 0 0,0 1 1 0 0,0 0-1 0 0,-1-1 0 0 0,-1 0 1 0 0,1 0-1 0 0,-6 8 0 0 0,9-14 24 0 0,-1 1-1 0 0,0-1 1 0 0,1 0-1 0 0,-1 0 0 0 0,0 0 1 0 0,0 0-1 0 0,0 0 0 0 0,0 0 1 0 0,0 0-1 0 0,0 0 1 0 0,0 0-1 0 0,0 0 0 0 0,0 0 1 0 0,0-1-1 0 0,-1 1 1 0 0,-1 1-1 0 0,-1-1 3 0 0,3 0-5 0 0,0 0-1 0 0,0 0 0 0 0,0-1 0 0 0,0 1 0 0 0,0-1 0 0 0,0 1 1 0 0,-1-1-1 0 0,1 1 0 0 0,0-1 0 0 0,0 0 0 0 0,0 1 0 0 0,-1-1 0 0 0,1 0 1 0 0,0 0-1 0 0,0 0 0 0 0,0 0 0 0 0,-1 0 0 0 0,1 0 0 0 0,-2-1 1 0 0,0 1-9 0 0,-3 0-1 0 0,0 0 0 0 0,0 0 0 0 0,0-1 1 0 0,0 0-1 0 0,0 0 0 0 0,0 0 0 0 0,0-1 0 0 0,0 1 0 0 0,0-2 0 0 0,1 1 0 0 0,-1-1 1 0 0,1 1-1 0 0,-10-8 0 0 0,4 2 15 0 0,0-1 0 0 0,0 0 0 0 0,1 0 0 0 0,-15-19 0 0 0,19 20-27 0 0,0-1 0 0 0,0 0 0 0 0,1 0-1 0 0,0 0 1 0 0,0 0 0 0 0,1-1 0 0 0,0 0 0 0 0,1 1 0 0 0,0-1 0 0 0,1-1 0 0 0,0 1 0 0 0,0 0 0 0 0,1-1 0 0 0,0 1 0 0 0,1 0 0 0 0,1-1-1 0 0,-1 1 1 0 0,2-1 0 0 0,2-13 0 0 0,1 7-292 0 0,1-1-1 0 0,0 1 0 0 0,1 0 0 0 0,1 1 1 0 0,1 0-1 0 0,0 0 0 0 0,1 1 0 0 0,1 0 1 0 0,0 0-1 0 0,18-16 0 0 0,24-19-2362 0 0,2 2-1 0 0,109-70 1 0 0,-124 92-706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3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13 3464 0 0,'-3'-3'1030'0'0,"1"2"-892"0"0,0 0 0 0 0,-1 0 0 0 0,1 0 0 0 0,0 0 0 0 0,0 0 0 0 0,0 0 0 0 0,-1 0 0 0 0,1 1 0 0 0,0-1 0 0 0,-1 1 0 0 0,1 0-1 0 0,0 0 1 0 0,-1 0 0 0 0,1 0 0 0 0,0 0 0 0 0,-1 0 0 0 0,1 1 0 0 0,0-1 0 0 0,-1 1 0 0 0,1-1 0 0 0,-3 3 0 0 0,-7-1 100 0 0,1 2 1 0 0,0-1 0 0 0,1 2-1 0 0,-1-1 1 0 0,1 2-1 0 0,0-1 1 0 0,0 1 0 0 0,-13 11-1 0 0,20-15-43 0 0,3-1-172 0 0,0 1-1 0 0,-1-1 1 0 0,1 0 0 0 0,0 0 0 0 0,-1 1-1 0 0,1-1 1 0 0,-1 0 0 0 0,1 0 0 0 0,-1 0-1 0 0,0 0 1 0 0,0 0 0 0 0,-1 2-1 0 0,0 0 25 0 0,0 1 85 0 0,3-3-112 0 0,0 1 0 0 0,0 0 0 0 0,0 0 0 0 0,-1 0 1 0 0,1 0-1 0 0,-1 0 0 0 0,1 0 0 0 0,-1 0 0 0 0,0 3 0 0 0,2 0 1 0 0,0-1 0 0 0,0 1-1 0 0,1-1 1 0 0,0 0 0 0 0,-1 0 0 0 0,1 0-1 0 0,1 0 1 0 0,-1 0 0 0 0,1-1 0 0 0,-1 1-1 0 0,1-1 1 0 0,0 0 0 0 0,0 0-1 0 0,0 0 1 0 0,6 2 0 0 0,-4-1-5 0 0,117 83 99 0 0,-119-84-110 0 0,-4-2-3 0 0,0-1-1 0 0,0 1 0 0 0,0-1 1 0 0,0 1-1 0 0,1-1 0 0 0,-1 1 1 0 0,0-1-1 0 0,0 1 0 0 0,1-1 1 0 0,-1 1-1 0 0,0-1 0 0 0,1 1 1 0 0,-1-1-1 0 0,0 1 0 0 0,1-1 0 0 0,-1 1 1 0 0,1-1-1 0 0,-1 0 0 0 0,1 1 1 0 0,-1-1-1 0 0,1 0 0 0 0,-1 0 1 0 0,2 1-1 0 0,-2-1 0 0 0,1 0-1 0 0,-1 1 1 0 0,0-1-1 0 0,1 0 1 0 0,-1 0-1 0 0,1 1 1 0 0,-1-1 0 0 0,0 0-1 0 0,1 0 1 0 0,-1 1-1 0 0,1-1 1 0 0,-1 1-1 0 0,0-1 1 0 0,1 0-1 0 0,-1 1 1 0 0,0-1 0 0 0,0 1-1 0 0,1-1 1 0 0,-1 0-1 0 0,0 1 1 0 0,0-1-1 0 0,0 1 1 0 0,0-1-1 0 0,0 1 1 0 0,1-1 0 0 0,-1 1-1 0 0,0 0 1 0 0,-6 16 42 0 0,5-14-35 0 0,-1-2-11 0 0,1 1 1 0 0,0-1-1 0 0,0 0 0 0 0,-1 1 0 0 0,1-1 1 0 0,-1 0-1 0 0,1 0 0 0 0,-1 0 0 0 0,1 0 1 0 0,-1 0-1 0 0,0 0 0 0 0,1-1 0 0 0,-1 1 1 0 0,0-1-1 0 0,0 1 0 0 0,-2 0 0 0 0,-18 3-27 0 0,19-3 31 0 0,0 0 0 0 0,1 0 0 0 0,-1 0 0 0 0,1-1 1 0 0,-1 1-1 0 0,0-1 0 0 0,1 0 0 0 0,-1 0 0 0 0,-5 0 1 0 0,-17-2-11 0 0,17 2-138 0 0,-63-4-93 0 0,66 4-277 0 0,0-1-1 0 0,0 0 1 0 0,0-1-1 0 0,1 1 1 0 0,-1-1 0 0 0,0 0-1 0 0,-6-4 1 0 0,7 3-1876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3.4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 4332 0 0,'3'-3'1301'0'0,"0"-1"-1435"0"0,17-18 4887 0 0,-20 22-4651 0 0,1-1 0 0 0,-1 1 0 0 0,0 0 0 0 0,1 0 0 0 0,-1-1 0 0 0,1 1 0 0 0,-1 0 0 0 0,1 0 0 0 0,-1 0 0 0 0,1 0 0 0 0,-1 0-1 0 0,1 0 1 0 0,-1 0 0 0 0,1 0 0 0 0,-1 0 0 0 0,1 0 0 0 0,-1 0 0 0 0,0 0 0 0 0,1 0 0 0 0,-1 0 0 0 0,1 0 0 0 0,-1 0 0 0 0,1 1-1 0 0,0-1-86 0 0,0 1 0 0 0,0 0 0 0 0,0 0-1 0 0,-1 0 1 0 0,1-1 0 0 0,0 1-1 0 0,-1 0 1 0 0,1 0 0 0 0,0 0-1 0 0,-1 0 1 0 0,1 0 0 0 0,-1 0-1 0 0,0 0 1 0 0,1 0 0 0 0,-1 2-1 0 0,45 203 907 0 0,-3-7-1408 0 0,-38-188-200 0 0,0 0 0 0 0,1 0 0 0 0,9 15 1 0 0,-12-23 404 0 0,15 16-5530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3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58 2548 0 0,'-33'-29'3247'0'0,"31"27"-2303"0"0,-1-1-91 0 0,3 3-780 0 0,-1 0 1 0 0,1 0-1 0 0,-1-1 0 0 0,1 1 0 0 0,-1 0 0 0 0,1-1 1 0 0,0 1-1 0 0,-1-1 0 0 0,1 1 0 0 0,0 0 1 0 0,-1-1-1 0 0,1 1 0 0 0,0-1 0 0 0,-1 1 1 0 0,1-1-1 0 0,0 1 0 0 0,0-1 0 0 0,0 1 1 0 0,0-1-1 0 0,0 1 0 0 0,-1-1 0 0 0,1 1 1 0 0,0-1-1 0 0,0 1 0 0 0,0-1 0 0 0,0 1 1 0 0,0-1-1 0 0,0 0 0 0 0,1 1 0 0 0,-1-2 0 0 0,16-5 537 0 0,31 5-569 0 0,-45 2 30 0 0,110 7 277 0 0,-3 0-1434 0 0,-30-9-4324 0 0,-48-1 1014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4.0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42 152 2252 0 0,'0'0'7059'0'0,"3"2"-6789"0"0,-2-1-243 0 0,0 0 0 0 0,0 0 0 0 0,0 0 1 0 0,0 0-1 0 0,0 0 0 0 0,0 0 0 0 0,1 0 0 0 0,-1-1 0 0 0,0 1 1 0 0,1 0-1 0 0,-1-1 0 0 0,0 1 0 0 0,1-1 0 0 0,-1 0 0 0 0,1 1 1 0 0,-1-1-1 0 0,1 0 0 0 0,-1 0 0 0 0,1 0 0 0 0,-1 0 0 0 0,1 0 1 0 0,-1 0-1 0 0,1 0 0 0 0,-1-1 0 0 0,0 1 0 0 0,1 0 0 0 0,-1-1 1 0 0,1 0-1 0 0,-1 1 0 0 0,0-1 0 0 0,2-1 0 0 0,7-2 1 0 0,-1 0 0 0 0,1-1 0 0 0,-1-1 0 0 0,-1 0-1 0 0,1 0 1 0 0,-1 0 0 0 0,9-10 0 0 0,-14 13-12 0 0,-1-1-15 0 0,5-14-43 0 0,-4 8 44 0 0,-1-10 16 0 0,-2 18-12 0 0,0 0 0 0 0,-1 0 1 0 0,1-1-1 0 0,-1 1 0 0 0,1 0 0 0 0,-1 0 1 0 0,0 0-1 0 0,0 0 0 0 0,0 0 1 0 0,0 0-1 0 0,0 0 0 0 0,0 0 1 0 0,-1 0-1 0 0,1 0 0 0 0,-1 1 1 0 0,1-1-1 0 0,-1 0 0 0 0,1 1 0 0 0,-1-1 1 0 0,0 1-1 0 0,-4-2 0 0 0,5 2-9 0 0,-3-2 35 0 0,-2 2 25 0 0,1 0-3 0 0,0 0 1 0 0,0 0-1 0 0,0 1 1 0 0,0 0-1 0 0,0 0 1 0 0,0 0-1 0 0,0 0 1 0 0,0 1 0 0 0,0 0-1 0 0,0 0 1 0 0,0 0-1 0 0,0 1 1 0 0,0 0-1 0 0,1 0 1 0 0,-10 5-1 0 0,-26 35 463 0 0,38-41-493 0 0,1 1 0 0 0,0 0 0 0 0,0-1 0 0 0,-1 1 0 0 0,1 0-1 0 0,1-1 1 0 0,-1 1 0 0 0,0 0 0 0 0,0 0 0 0 0,1 0 0 0 0,-1 0 0 0 0,1 0 0 0 0,-1 0 0 0 0,1 3-1 0 0,-1 1 48 0 0,0-3-48 0 0,0-1 0 0 0,1 0 0 0 0,-1 1-1 0 0,1-1 1 0 0,-1 1 0 0 0,1-1-1 0 0,0 0 1 0 0,0 1 0 0 0,0-1-1 0 0,0 1 1 0 0,0-1 0 0 0,1 1-1 0 0,0 3 1 0 0,1 4 27 0 0,0 1-13 0 0,0 0 0 0 0,0 0 1 0 0,1 0-1 0 0,1 0 0 0 0,0 0 0 0 0,0 0 0 0 0,1-1 1 0 0,0 0-1 0 0,1 0 0 0 0,0-1 0 0 0,1 1 0 0 0,13 14 1 0 0,-9-12-95 0 0,1-1 0 0 0,-1-1 0 0 0,2 0 0 0 0,0-1 1 0 0,0 0-1 0 0,0-1 0 0 0,1 0 0 0 0,17 6 1 0 0,-18-9-369 0 0,-11-4 361 0 0,1 0 1 0 0,-1 0-1 0 0,0 0 1 0 0,1 0-1 0 0,-1-1 1 0 0,1 1-1 0 0,-1-1 1 0 0,1 0-1 0 0,-1 0 1 0 0,5 0-1 0 0,2 1-413 0 0,-2-1 339 0 0,-1 1-261 0 0,0-1 0 0 0,1 1 0 0 0,-1-1 0 0 0,1-1 1 0 0,-1 1-1 0 0,0-1 0 0 0,1 0 0 0 0,-1-1 0 0 0,11-3 0 0 0,-10 3-46 0 0,-4 2 225 0 0,-1-1-1 0 0,0 1 1 0 0,1-1-1 0 0,-1 0 1 0 0,0 0 0 0 0,0 0-1 0 0,0 0 1 0 0,0 0-1 0 0,0 0 1 0 0,0-1-1 0 0,0 1 1 0 0,0 0-1 0 0,3-4 1 0 0,17-15-3532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4.6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44 2660 0 0,'-1'-5'1182'0'0,"-6"-15"-196"0"0,5 15 481 0 0,1 1-941 0 0,-4-6 1403 0 0,2 11-759 0 0,2 22-389 0 0,7 42-487 0 0,2-19-157 0 0,-2-14 120 0 0,10 36 0 0 0,-15-63-151 0 0,0-4-87 0 0,-1 1 0 0 0,1 0-1 0 0,0-1 1 0 0,0 1 0 0 0,0-1 0 0 0,0 1 0 0 0,0-1 0 0 0,0 1 0 0 0,0-1 0 0 0,0 1 0 0 0,2 0-1 0 0,-1 2 76 0 0,-1-4-90 0 0,-1 0-1 0 0,0 0 1 0 0,1 0 0 0 0,-1 0-1 0 0,0 0 1 0 0,1 0 0 0 0,-1 0 0 0 0,0 0-1 0 0,1 1 1 0 0,-1-1 0 0 0,0 0 0 0 0,1 0-1 0 0,-1 0 1 0 0,0 0 0 0 0,0 0 0 0 0,1 1-1 0 0,-1-1 1 0 0,0 0 0 0 0,0 0 0 0 0,1 0-1 0 0,-1 1 1 0 0,0-1 0 0 0,0 0-1 0 0,1 0 1 0 0,-1 1 0 0 0,0-1 0 0 0,0 0-1 0 0,0 1 1 0 0,1 0 0 0 0,-1-1 7 0 0,0 1 0 0 0,0-1 0 0 0,1 0 0 0 0,-1 1-1 0 0,0-1 1 0 0,1 1 0 0 0,-1-1 0 0 0,0 1 0 0 0,1-1 0 0 0,-1 0 0 0 0,1 1 0 0 0,-1-1 0 0 0,1 0 0 0 0,-1 1 0 0 0,1-1 0 0 0,-1 0-1 0 0,1 0 1 0 0,-1 0 0 0 0,1 1 0 0 0,-1-1 0 0 0,1 0 0 0 0,-1 0 0 0 0,1 0 0 0 0,-1 0 0 0 0,1 0 0 0 0,0 0 0 0 0,-1 0-1 0 0,1 0 1 0 0,-1 0 0 0 0,1 0 0 0 0,0 0 0 0 0,3-1 3 0 0,0 1 0 0 0,0-1 0 0 0,-1 1 0 0 0,1-1 0 0 0,0 0 0 0 0,-1 0 0 0 0,1-1 0 0 0,-1 1 0 0 0,1-1 0 0 0,-1 0 0 0 0,0 0 0 0 0,1 0 0 0 0,-1 0 0 0 0,0 0 0 0 0,0-1 0 0 0,-1 0 0 0 0,1 1 0 0 0,4-6 0 0 0,28-40 35 0 0,12-26 708 0 0,-45 71-416 0 0,-3 2-330 0 0,1 1 1 0 0,0-1 0 0 0,0 0-1 0 0,1 1 1 0 0,-1-1-1 0 0,0 0 1 0 0,0 1-1 0 0,0-1 1 0 0,0 1-1 0 0,0-1 1 0 0,1 1-1 0 0,-1-1 1 0 0,0 0-1 0 0,0 1 1 0 0,1-1-1 0 0,-1 1 1 0 0,0-1-1 0 0,1 1 1 0 0,-1-1-1 0 0,1 1 1 0 0,-1 0-1 0 0,1-1 1 0 0,-1 1-1 0 0,1-1 1 0 0,-1 1-1 0 0,1 0 1 0 0,-1 0 0 0 0,1-1-1 0 0,-1 1 1 0 0,1 0-1 0 0,-1 0 1 0 0,1-1-1 0 0,0 1 1 0 0,-1 0-1 0 0,1 0 1 0 0,1 0-1 0 0,19 3 106 0 0,-19-3-131 0 0,6 20 12 0 0,-6-16-8 0 0,-2-3 11 0 0,0 1 1 0 0,0-1 0 0 0,0 0 0 0 0,0 1 0 0 0,1-1-1 0 0,-1 0 1 0 0,0 0 0 0 0,1 1 0 0 0,-1-1-1 0 0,1 0 1 0 0,-1 0 0 0 0,1 1 0 0 0,1 1-1 0 0,5 8 10 0 0,13 26 7 0 0,-18-33-11 0 0,1-1-13 0 0,7 9-6 0 0,-8-9-38 0 0,8 1-69 0 0,-10-4 121 0 0,1 1 0 0 0,-1-1 0 0 0,1 1 0 0 0,-1-1 0 0 0,1 0 0 0 0,-1 1 0 0 0,1-1 0 0 0,0 0 0 0 0,-1 0 0 0 0,1 0 0 0 0,-1 1-1 0 0,1-1 1 0 0,0 0 0 0 0,-1 0 0 0 0,1 0 0 0 0,0 0 0 0 0,-1 0 0 0 0,1 0 0 0 0,-1 0 0 0 0,1 0 0 0 0,0 0 0 0 0,-1 0 0 0 0,1 0 0 0 0,0-1 0 0 0,-1 1 0 0 0,1 0 0 0 0,-1 0 0 0 0,1-1 0 0 0,1 0 0 0 0,4-2 96 0 0,-1-1 1 0 0,1 0 0 0 0,-1 0 0 0 0,1 0-1 0 0,-1-1 1 0 0,0 0 0 0 0,-1 0 0 0 0,6-8 0 0 0,34-54 1209 0 0,-9 12 306 0 0,-33 51-1277 0 0,5-3 69 0 0,-7 6-391 0 0,0 1 0 0 0,0 0 0 0 0,1-1 0 0 0,-1 1 0 0 0,0-1 0 0 0,0 1 0 0 0,0-1 0 0 0,1 1 0 0 0,-1 0 0 0 0,0-1 0 0 0,0 1 0 0 0,1 0 0 0 0,-1-1 0 0 0,0 1 0 0 0,1 0 0 0 0,-1-1 0 0 0,0 1 0 0 0,1 0 0 0 0,-1-1 0 0 0,1 1 0 0 0,-1 0 0 0 0,0 0 0 0 0,1 0 0 0 0,-1 0 0 0 0,1-1-1 0 0,-1 1 1 0 0,1 0 0 0 0,-1 0 0 0 0,1 0 0 0 0,-1 0 0 0 0,0 0 0 0 0,1 0 0 0 0,-1 0 0 0 0,1 0 0 0 0,-1 0 0 0 0,2 0 0 0 0,2 3 8 0 0,0-1 0 0 0,0 1 0 0 0,0 0 0 0 0,0 0 0 0 0,0 1-1 0 0,-1-1 1 0 0,1 1 0 0 0,-1 0 0 0 0,0 0 0 0 0,0 0 0 0 0,0 0 0 0 0,-1 0 0 0 0,0 0 0 0 0,3 7 0 0 0,31 80 15 0 0,-27-68-52 0 0,6 21-1506 0 0,18 75 0 0 0,-29-96-1499 0 0,-1-1 1 0 0,0 45-1 0 0,-4-31-4716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8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 2864 0 0,'0'0'5212'0'0,"-4"-1"-4955"0"0,1 1 2 0 0,0 0 0 0 0,0 0 0 0 0,0-1 0 0 0,0 2 0 0 0,-1-1 0 0 0,1 0 1 0 0,0 1-1 0 0,0-1 0 0 0,0 1 0 0 0,-4 1 0 0 0,4 0 945 0 0,2 2-1051 0 0,3 77 2216 0 0,-1-76-2128 0 0,-1 0-170 0 0,19 100 1483 0 0,-18-100-1448 0 0,1 0-66 0 0,4 13-12 0 0,-4-14 67 0 0,-1 1-55 0 0,5 12 16 0 0,-5-12-2 0 0,1-1-32 0 0,3 13 10 0 0,-3-13 6 0 0,-1 1-3 0 0,14 111 280 0 0,-5-57-311 0 0,-9-54-6 0 0,0 0-10 0 0,7 45 37 0 0,-7-45-126 0 0,-1 0 102 0 0,0 18 21 0 0,0-18-3 0 0,0 0 11 0 0,-10 155 236 0 0,10-154-228 0 0,0-1-12 0 0,1 17-30 0 0,-1-16-64 0 0,1 0 80 0 0,0 17 32 0 0,-1-18 39 0 0,0 1-4 0 0,5 51-17 0 0,-5-52-24 0 0,0 1 14 0 0,2 17-3 0 0,-2-17 12 0 0,0 0-21 0 0,5 382 426 0 0,-4-356-444 0 0,-3 44-1 0 0,0-41 158 0 0,-1 22-251 0 0,-2 13 110 0 0,0-14-68 0 0,-5 84 85 0 0,7-7-42 0 0,-6 113-89 0 0,1-110 224 0 0,5-61-266 0 0,1-17 306 0 0,2 89-369 0 0,-4 58 325 0 0,3-199-152 0 0,1 1-21 0 0,-8 68 180 0 0,-7 123 543 0 0,15-192-680 0 0,12 72 159 0 0,-5-40-10 0 0,17 180 292 0 0,-13-144-270 0 0,1-5-79 0 0,-3-18-40 0 0,4 71 1 0 0,-9-25-54 0 0,-4-91-1 0 0,1 0-2 0 0,0 17 2 0 0,-1-17 204 0 0,0-1-60 0 0,0 14 28 0 0,0-15 1057 0 0,0-4-1240 0 0,1 0 1 0 0,-1 0-1 0 0,0 1 0 0 0,0-1 0 0 0,1 0 1 0 0,-1 0-1 0 0,0 0 0 0 0,0 0 0 0 0,1 0 1 0 0,-1 0-1 0 0,0 1 0 0 0,0-1 0 0 0,0 0 1 0 0,1 0-1 0 0,-1 0 0 0 0,0 0 0 0 0,0 1 1 0 0,0-1-1 0 0,0 0 0 0 0,0 0 0 0 0,1 1 1 0 0,-1-1-1 0 0,0 0 0 0 0,0 0 0 0 0,0 1 1 0 0,0-1-1 0 0,0 0 0 0 0,0 0 0 0 0,0 1 0 0 0,0-1 1 0 0,0 0-1 0 0,0 0 0 0 0,0 1 0 0 0,0-1 1 0 0,0 0-1 0 0,0 1-1 0 0,0-1 1 0 0,0 1-1 0 0,0-1 0 0 0,0 1 1 0 0,0-1-1 0 0,0 1 1 0 0,1-1-1 0 0,-1 1 0 0 0,0-1 1 0 0,0 1-1 0 0,0-1 0 0 0,1 1 1 0 0,-1-1-1 0 0,0 1 1 0 0,0-1-1 0 0,1 0 0 0 0,-1 1 1 0 0,0-1-1 0 0,1 0 0 0 0,-1 1 1 0 0,0-1-1 0 0,1 0 1 0 0,-1 1-1 0 0,1-1 0 0 0,-1 0 1 0 0,1 0-1 0 0,-1 1 0 0 0,1-1 1 0 0,-1 0-1 0 0,0 0 1 0 0,1 0-1 0 0,-1 0 0 0 0,1 0 1 0 0,-1 0-1 0 0,1 1 0 0 0,0-1 1 0 0,21 1-18 0 0,-17-1-22 0 0,2 0-6 0 0,224 10-1729 0 0,-227-9 1317 0 0,2-1-98 0 0,16 0-144 0 0,-16 0-154 0 0,-1-1-1582 0 0,0 1 1672 0 0,6 0 571 0 0,2-6-8253 0 0,7-4 1622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39.2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7 4008 0 0,'-11'-5'229'0'0,"9"5"217"0"0,1-1 0 0 0,0 1 0 0 0,-1 0 1 0 0,1-1-1 0 0,0 1 0 0 0,-1 0 0 0 0,1 0 0 0 0,0 0 1 0 0,-1 0-1 0 0,1 1 0 0 0,0-1 0 0 0,-1 0 0 0 0,1 0 1 0 0,0 1-1 0 0,-1-1 0 0 0,1 1 0 0 0,-2 0 0 0 0,0 1 1080 0 0,4 2-1165 0 0,2 13-76 0 0,-2-13-57 0 0,2-1-82 0 0,4 5-98 0 0,0-1 0 0 0,1 0-1 0 0,0-1 1 0 0,0 0 0 0 0,0 0-1 0 0,1-1 1 0 0,0 0 0 0 0,0-1 0 0 0,14 6-1 0 0,-19-9-129 0 0,1 0 16 0 0,7 3 62 0 0,2 0 453 0 0,1 1-1 0 0,19 1 0 0 0,-49 15 270 0 0,13-19-704 0 0,-7 5 33 0 0,1 0 0 0 0,0 0 0 0 0,0 1 0 0 0,1 0 0 0 0,0 0 0 0 0,1 1 0 0 0,-1 0 0 0 0,2 0 0 0 0,-1 1 1 0 0,1-1-1 0 0,1 1 0 0 0,-5 12 0 0 0,-1 27-1150 0 0,7 11-3383 0 0,3-56 2415 0 0,1 2-1686 0 0,3 20-2614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0.6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84 5400 0 0,'0'0'2713'0'0,"-2"-3"-1668"0"0,-15-21 6451 0 0,14 11-7801 0 0,5 11 337 0 0,0-1 0 0 0,0 0 0 0 0,0 1 0 0 0,1-1 0 0 0,-1 1-1 0 0,1 0 1 0 0,-1 0 0 0 0,1 0 0 0 0,0 0 0 0 0,4-2 0 0 0,-4 1 34 0 0,2 2 42 0 0,14-7-109 0 0,-14 6-17 0 0,0 2 6 0 0,52-3 8 0 0,-50 3-87 0 0,46 22-418 0 0,-49-20 457 0 0,-2 2 10 0 0,0-1 32 0 0,-1 1 1 0 0,1-1-1 0 0,-1 1 1 0 0,0 0-1 0 0,0-1 1 0 0,0 1-1 0 0,-1 0 0 0 0,1 0 1 0 0,-1 0-1 0 0,0-1 1 0 0,0 1-1 0 0,-1 0 1 0 0,1 0-1 0 0,-1 0 1 0 0,1-1-1 0 0,-1 1 1 0 0,0 0-1 0 0,-2 3 0 0 0,-27 51 46 0 0,28-55-46 0 0,0 1 25 0 0,0 0 1 0 0,0 0 0 0 0,0 0-1 0 0,-1 0 1 0 0,-5 7-1 0 0,4-4 18 0 0,2-4 186 0 0,5-1-214 0 0,2 1-7 0 0,0-1 0 0 0,1 1-1 0 0,-1-1 1 0 0,0-1-1 0 0,10 3 1 0 0,-11-4 16 0 0,2 2 16 0 0,94 28-62 0 0,-96-29 43 0 0,0 2-8 0 0,32 26-15 0 0,-34-26-2 0 0,-1-1 20 0 0,-1 0 0 0 0,0-1 0 0 0,1 1 0 0 0,-1 0 0 0 0,0-1 0 0 0,0 1 0 0 0,0 0 0 0 0,0 0 0 0 0,0 0 0 0 0,-1 3 0 0 0,2-1 21 0 0,-5 0-13 0 0,-4 4-12 0 0,-1 0 0 0 0,1-1-1 0 0,-2 0 1 0 0,1 0 0 0 0,-1-1 0 0 0,0 0-1 0 0,0-1 1 0 0,0 0 0 0 0,-1 0 0 0 0,0-1-1 0 0,0-1 1 0 0,0 0 0 0 0,0 0-1 0 0,-19 1 1 0 0,21-2-229 0 0,-1-1-1 0 0,0 0 1 0 0,0 0 0 0 0,0-1-1 0 0,0 0 1 0 0,0-1-1 0 0,0 0 1 0 0,0-1 0 0 0,0 0-1 0 0,1 0 1 0 0,-1-1-1 0 0,1 0 1 0 0,-1-1 0 0 0,1 0-1 0 0,-14-9 1 0 0,21 12 24 0 0,0-1 1 0 0,0 0 0 0 0,0 0-1 0 0,0 0 1 0 0,1-1-1 0 0,-1 1 1 0 0,1 0 0 0 0,-1 0-1 0 0,1-1 1 0 0,0 1-1 0 0,0-1 1 0 0,0 1 0 0 0,0-1-1 0 0,1 0 1 0 0,-1 1-1 0 0,1-1 1 0 0,0 0 0 0 0,-1-2-1 0 0,1 3 24 0 0,0 1-24 0 0,-1-1-1 0 0,1 0 0 0 0,0 1 1 0 0,0-1-1 0 0,0 0 0 0 0,0 1 1 0 0,0-1-1 0 0,0 1 0 0 0,0-1 1 0 0,0 0-1 0 0,1 1 0 0 0,-1-1 1 0 0,1 1-1 0 0,-1-1 0 0 0,2-1 1 0 0,0-2-746 0 0,-1-1-3599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1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2988 0 0,'5'-1'1122'0'0,"0"1"-626"0"0,-1 0 0 0 0,1 0 0 0 0,0 1 0 0 0,-1-1 0 0 0,1 1 0 0 0,-1 0 1 0 0,9 3-1 0 0,-9-2 745 0 0,-2 2-704 0 0,13 40 989 0 0,-14-40-1284 0 0,0 0-33 0 0,15 40 404 0 0,-14-40-514 0 0,-2-4-95 0 0,1 0 0 0 0,0 0 1 0 0,-1 0-1 0 0,1 0 0 0 0,-1 0 0 0 0,1 1 1 0 0,-1-1-1 0 0,1 0 0 0 0,-1 0 0 0 0,1 0 1 0 0,-1 1-1 0 0,1-1 0 0 0,-1 0 0 0 0,0 0 1 0 0,1 1-1 0 0,-1-1 0 0 0,1 0 0 0 0,-1 1 1 0 0,0-1-1 0 0,1 1 0 0 0,-1-1 0 0 0,0 0 1 0 0,1 1-1 0 0,-1-1 0 0 0,1 1 1 0 0,-1 1 1 0 0,1-1 0 0 0,0 0 0 0 0,0 0 0 0 0,0 0 0 0 0,0 0 0 0 0,0 0 0 0 0,0 0 0 0 0,0-1 0 0 0,0 1 0 0 0,0 0 1 0 0,0 0-1 0 0,0-1 0 0 0,2 2 0 0 0,19 3 99 0 0,41 7 0 0 0,-57-12-65 0 0,-1 0 8 0 0,15 0 2 0 0,-15 0-8 0 0,0-1 71 0 0,14-1 140 0 0,-14 2 939 0 0,-7 6-1118 0 0,-1 0 0 0 0,1 0 0 0 0,-1 0 0 0 0,0-1 0 0 0,-1 1 0 0 0,1-1 0 0 0,-1 1 0 0 0,0-1-1 0 0,0-1 1 0 0,-8 8 0 0 0,-10 15 111 0 0,12-14-175 0 0,1 1 0 0 0,1 1 0 0 0,0 0 0 0 0,1 0 0 0 0,1 0 0 0 0,0 1 0 0 0,1 0 0 0 0,1 0 0 0 0,-4 26 0 0 0,7-35-272 0 0,1 1 0 0 0,0 0 0 0 0,0-1 1 0 0,1 1-1 0 0,0-1 0 0 0,0 1 0 0 0,1-1 1 0 0,0 1-1 0 0,5 11 0 0 0,-4-12-322 0 0,1-1 0 0 0,-1-1 0 0 0,1 1 0 0 0,0 0-1 0 0,1-1 1 0 0,-1 0 0 0 0,1 0 0 0 0,0 0 0 0 0,0 0 0 0 0,1-1 0 0 0,-1 0 0 0 0,7 4 0 0 0,13 5-4953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1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85 4092 0 0,'2'-24'2024'0'0,"-2"20"-356"0"0,-3-25 816 0 0,2 23-888 0 0,1 1-1018 0 0,-1-12 220 0 0,-3 27 1038 0 0,-2 33-585 0 0,8 444-1743 0 0,-1-467 20 0 0,-1-13-326 0 0,0-1-62 0 0,1 19-60 0 0,0-18-114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1.8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57 4536 0 0,'-3'-2'1297'0'0,"2"1"-1123"0"0,0 1 0 0 0,0-1-1 0 0,1 1 1 0 0,-1-1 0 0 0,0 0-1 0 0,1 1 1 0 0,-1-1 0 0 0,0 0-1 0 0,1 1 1 0 0,-1-1 0 0 0,1 0-1 0 0,-1 0 1 0 0,1 1 0 0 0,0-1 0 0 0,-1 0-1 0 0,1 0 1 0 0,0 0 0 0 0,-1 0-1 0 0,1 1 1 0 0,0-1 0 0 0,0 0-1 0 0,0 0 1 0 0,0 0 0 0 0,0 0-1 0 0,0 0 1 0 0,0 0 0 0 0,0 0 0 0 0,0-1-1 0 0,4-9-484 0 0,-4 11 317 0 0,0 0 1 0 0,0 0-1 0 0,0-1 0 0 0,0 1 1 0 0,0 0-1 0 0,0 0 0 0 0,0-1 1 0 0,0 1-1 0 0,0 0 0 0 0,0 0 1 0 0,1-1-1 0 0,-1 1 0 0 0,0 0 1 0 0,0 0-1 0 0,0 0 0 0 0,0-1 0 0 0,1 1 1 0 0,-1 0-1 0 0,0 0 0 0 0,0 0 1 0 0,1 0-1 0 0,-1-1 0 0 0,0 1 1 0 0,0 0-1 0 0,1 0 0 0 0,-1 0 1 0 0,0 0-1 0 0,0 0 0 0 0,1 0 1 0 0,-1 0-1 0 0,0 0 0 0 0,0 0 1 0 0,1 0-1 0 0,-1 0 0 0 0,40-7 291 0 0,1 3-1 0 0,44 0 0 0 0,95 7-1044 0 0,-157-3 415 0 0,32 1-1524 0 0,-45-1 1375 0 0,27-1-3205 0 0,-6 3-835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2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0 3736 0 0,'-53'27'3328'0'0,"49"-25"-2581"0"0,-12 11 620 0 0,13-10-79 0 0,3-3-1263 0 0,1 0 0 0 0,-1-1 0 0 0,0 2 0 0 0,1-1 0 0 0,-1 0 0 0 0,0 0 0 0 0,1 0 0 0 0,-1 0 0 0 0,0 0 0 0 0,1 0 0 0 0,-1 0 0 0 0,0 0 0 0 0,1 0 0 0 0,-1 0 0 0 0,0 1 0 0 0,0-1 0 0 0,1 0 0 0 0,-1 0 0 0 0,0 0 0 0 0,0 1 0 0 0,1-1 0 0 0,-1 0 0 0 0,0 0 0 0 0,0 1 0 0 0,0-1 0 0 0,0 0 0 0 0,1 0 0 0 0,-1 1 0 0 0,0-1 0 0 0,0 0-1 0 0,0 1 1 0 0,0-1 0 0 0,0 1 0 0 0,1-1 7 0 0,-1 1-1 0 0,0 0 0 0 0,1 0 1 0 0,-1-1-1 0 0,1 1 0 0 0,-1 0 1 0 0,1-1-1 0 0,-1 1 0 0 0,1 0 1 0 0,-1-1-1 0 0,1 1 0 0 0,0-1 1 0 0,-1 1-1 0 0,1-1 0 0 0,0 1 1 0 0,0-1-1 0 0,-1 1 0 0 0,1-1 1 0 0,0 0-1 0 0,0 1 0 0 0,-1-1 0 0 0,1 0 1 0 0,0 0-1 0 0,1 1 0 0 0,37 6 452 0 0,1-1-1 0 0,-1-1 1 0 0,46-2-1 0 0,130-10 93 0 0,-164 5-511 0 0,133-13-1971 0 0,-69-2-6067 0 0,-108 16 3228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2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67 3524 0 0,'0'0'1263'0'0,"-3"2"-206"0"0,-26 31 4357 0 0,36-14-4894 0 0,-5-15-338 0 0,1-2-21 0 0,43 6 286 0 0,-40-8-291 0 0,1-1 24 0 0,-2 1-165 0 0,3 0 91 0 0,0-1-1 0 0,1 1 0 0 0,-1-2 0 0 0,0 1 0 0 0,0-1 1 0 0,0 0-1 0 0,0-1 0 0 0,0 0 0 0 0,0 0 1 0 0,-1-1-1 0 0,1 0 0 0 0,10-8 0 0 0,-7 2-30 0 0,-8 7-19 0 0,-3 2-50 0 0,0 0 0 0 0,1-1 0 0 0,-1 1 0 0 0,0 0 0 0 0,1 0 0 0 0,-1-1 0 0 0,1 1 0 0 0,-1 0 0 0 0,1 0 0 0 0,0 0 0 0 0,0 0 0 0 0,1-2 0 0 0,0 1 4 0 0,0-2 9 0 0,-3 0-4 0 0,-3-12 7 0 0,4 12-17 0 0,-3 0-21 0 0,1 2 16 0 0,1 0-1 0 0,-1 0 0 0 0,1-1 0 0 0,0 2 0 0 0,-1-1 0 0 0,0 0 0 0 0,1 0 0 0 0,-1 0 0 0 0,0 1 0 0 0,0-1 0 0 0,0 1 0 0 0,0 0 0 0 0,0-1 0 0 0,0 1 0 0 0,0 0 0 0 0,-1 0 0 0 0,1 0 0 0 0,0 1 0 0 0,-1-1 0 0 0,-3 0 0 0 0,-2 0 17 0 0,1 1 0 0 0,-1 0 0 0 0,0 0-1 0 0,0 1 1 0 0,1 0 0 0 0,-1 0-1 0 0,0 1 1 0 0,1 0 0 0 0,-1 0 0 0 0,1 1-1 0 0,-13 6 1 0 0,10-1 46 0 0,-1 0-1 0 0,1 1 1 0 0,0 0-1 0 0,1 1 1 0 0,0 0-1 0 0,0 0 1 0 0,1 1 0 0 0,-12 23-1 0 0,18-29-39 0 0,1-1-1 0 0,0 0 1 0 0,1 0-1 0 0,-1 1 1 0 0,1-1-1 0 0,0 0 1 0 0,0 1 0 0 0,0-1-1 0 0,0 0 1 0 0,1 1-1 0 0,0-1 1 0 0,0 0-1 0 0,1 5 1 0 0,-1-5-7 0 0,1 1-3 0 0,-1 1 0 0 0,1-1 0 0 0,0 1 0 0 0,0-1 0 0 0,1 0-1 0 0,0 0 1 0 0,-1 0 0 0 0,2 0 0 0 0,-1-1 0 0 0,1 1 0 0 0,-1-1 0 0 0,1 0-1 0 0,0 0 1 0 0,1 0 0 0 0,-1-1 0 0 0,1 1 0 0 0,5 2 0 0 0,2 1-71 0 0,1 0 0 0 0,0-1 0 0 0,0-1 1 0 0,23 7-1 0 0,-21-10-298 0 0,0 0 1 0 0,-1-1-1 0 0,1-1 1 0 0,0 0-1 0 0,0-1 1 0 0,-1-1 0 0 0,1 0-1 0 0,-1-1 1 0 0,0-1-1 0 0,23-8 1 0 0,-25 7-1188 0 0,0-1 0 0 0,0 0 0 0 0,18-13 0 0 0,-12 5-3830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3.4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211 226 3812 0 0,'3'-2'1465'0'0,"23"-24"2492"0"0,-23 23-2685 0 0,-2-2-753 0 0,2-13-59 0 0,-2 14 409 0 0,-3 0-477 0 0,-23-32 956 0 0,22 33-1129 0 0,-2 2-15 0 0,-14-6-48 0 0,14 6-30 0 0,0 0-1 0 0,-17-1 33 0 0,17 2-76 0 0,-1 0-20 0 0,3 0-56 0 0,-4 1 7 0 0,1-1 0 0 0,0 1 0 0 0,-1 0 0 0 0,1 0 0 0 0,0 0 0 0 0,0 1 0 0 0,0 0 0 0 0,0 1 0 0 0,0-1 0 0 0,0 1 0 0 0,0 0 0 0 0,1 0 0 0 0,0 1-1 0 0,-1 0 1 0 0,-8 8 0 0 0,12-10-9 0 0,-2 3 16 0 0,0 0-1 0 0,0 0 0 0 0,0 0 1 0 0,0 1-1 0 0,1-1 0 0 0,0 1 1 0 0,0 0-1 0 0,0 0 0 0 0,1 0 1 0 0,-3 10-1 0 0,3 7-25 0 0,1-17 24 0 0,3-1 41 0 0,1 1-102 0 0,-1-1 1 0 0,1 0 0 0 0,0 0 0 0 0,1 0-1 0 0,-1-1 1 0 0,7 8 0 0 0,-6-9-72 0 0,1-1 24 0 0,2-1 102 0 0,0 0 1 0 0,0 0-1 0 0,0 0 1 0 0,0-1 0 0 0,0 0-1 0 0,1-1 1 0 0,-1 1-1 0 0,0-1 1 0 0,-1-1-1 0 0,1 1 1 0 0,0-1-1 0 0,0-1 1 0 0,-1 1 0 0 0,1-1-1 0 0,-1 0 1 0 0,0 0-1 0 0,0-1 1 0 0,0 0-1 0 0,0 0 1 0 0,0 0-1 0 0,-1-1 1 0 0,0 0 0 0 0,8-9-1 0 0,9-20 384 0 0,-20 30 120 0 0,-2 9-507 0 0,0 6-27 0 0,0 0 1 0 0,1 0-1 0 0,0 0 1 0 0,1 0-1 0 0,4 14 0 0 0,-5-20-138 0 0,1 0-1 0 0,0-1 1 0 0,-1 1-1 0 0,2 0 1 0 0,-1-1-1 0 0,1 1 1 0 0,-1-1-1 0 0,1 0 1 0 0,0 0-1 0 0,1 0 1 0 0,-1 0-1 0 0,1-1 1 0 0,-1 1-1 0 0,1-1 0 0 0,0 0 1 0 0,0 0-1 0 0,1-1 1 0 0,-1 1-1 0 0,0-1 1 0 0,1 0-1 0 0,0 0 1 0 0,9 3-1 0 0,-10-4-228 0 0,3-1 71 0 0,2-1 294 0 0,1 0-1 0 0,-1 0 0 0 0,0-1 0 0 0,0-1 0 0 0,0 1 0 0 0,-1-1 0 0 0,1-1 0 0 0,-1 1 0 0 0,0-2 1 0 0,1 1-1 0 0,12-10 0 0 0,-13 7 190 0 0,0-1 1 0 0,0 1-1 0 0,-1-1 1 0 0,0-1 0 0 0,0 1-1 0 0,-1-1 1 0 0,0 0-1 0 0,0-1 1 0 0,-1 1-1 0 0,0-1 1 0 0,4-16-1 0 0,-5 12 90 0 0,0-1 1 0 0,-1 1-1 0 0,-1-1 0 0 0,-1 0 0 0 0,0 1 0 0 0,-1-1 0 0 0,-2-23 0 0 0,-3 9 123 0 0,4 25-222 0 0,0-1-35 0 0,0 2-143 0 0,0-1 81 0 0,0 0 1 0 0,0-1-1 0 0,0 1 0 0 0,-1 0 0 0 0,0 0 1 0 0,0 0-1 0 0,0 0 0 0 0,-4-4 1 0 0,4 11 20 0 0,-2 3-57 0 0,1 0-1 0 0,1 1 0 0 0,-1 0 1 0 0,1-1-1 0 0,0 1 0 0 0,1 0 1 0 0,-1 0-1 0 0,2 0 0 0 0,-1 0 1 0 0,1 10-1 0 0,2 65 83 0 0,0-65-223 0 0,1-1 0 0 0,0 0 0 0 0,1 0 0 0 0,1-1 0 0 0,0 1 1 0 0,2-1-1 0 0,-1 0 0 0 0,2-1 0 0 0,0 1 0 0 0,0-1 0 0 0,2-1 0 0 0,13 17 0 0 0,-18-25-373 0 0,1-1-1 0 0,0 1 1 0 0,-1-1-1 0 0,2 0 1 0 0,-1 0 0 0 0,12 5-1 0 0,-13-6 139 0 0,-4-2 181 0 0,1 0 0 0 0,-1-1-1 0 0,1 1 1 0 0,-1 0 0 0 0,1-1-1 0 0,-1 1 1 0 0,1-1 0 0 0,0 1 0 0 0,-1-1-1 0 0,1 0 1 0 0,-1 1 0 0 0,1-1-1 0 0,0 0 1 0 0,-1 0 0 0 0,1 0 0 0 0,2-1-1 0 0,9 0-3590 0 0,11 0-1942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3.6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17 3536 0 0,'0'0'2433'0'0,"-32"0"811"0"0,67 2-3316 0 0,23-4-392 0 0,-25 2-156 0 0,3-3-336 0 0,1-1-136 0 0,7-1-877 0 0,-1 0-2031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4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1 3896 0 0,'0'0'7920'0'0,"-3"2"-7486"0"0,1 0-336 0 0,-1 0-1 0 0,1 0 0 0 0,0 0 0 0 0,0 0 0 0 0,0 1 0 0 0,1-1 0 0 0,-1 1 0 0 0,0-1 0 0 0,1 1 0 0 0,0 0 0 0 0,-2 2 0 0 0,2 0 89 0 0,0 0-23 0 0,-3 83 324 0 0,4-84-426 0 0,1 2-3 0 0,5 15-17 0 0,-5-16-11 0 0,2-1 12 0 0,7 13-23 0 0,-7-13-51 0 0,0-2 27 0 0,0 0 11 0 0,0-1 0 0 0,-1 0-1 0 0,1 0 1 0 0,0 0 0 0 0,0 0 0 0 0,0 0 0 0 0,0 0 0 0 0,0-1 0 0 0,0 0 0 0 0,0 1 0 0 0,0-1 0 0 0,0 0 0 0 0,0 0 0 0 0,0-1 0 0 0,0 1 0 0 0,0-1-1 0 0,0 1 1 0 0,3-2 0 0 0,-1-1 37 0 0,0 1 1 0 0,0-1-1 0 0,0 0 0 0 0,0 0 0 0 0,-1 0 0 0 0,1-1 0 0 0,-1 0 0 0 0,0 0 0 0 0,0 0 0 0 0,0 0 0 0 0,-1 0 1 0 0,0-1-1 0 0,1 0 0 0 0,-2 1 0 0 0,1-1 0 0 0,0 0 0 0 0,-1-1 0 0 0,0 1 0 0 0,2-8 0 0 0,-3 9 125 0 0,1-1-2 0 0,2-16 26 0 0,-3 15 158 0 0,-1 1-192 0 0,1-13 287 0 0,-2 35 507 0 0,2-10-964 0 0,0 0 0 0 0,0 1-1 0 0,1-1 1 0 0,0 0 0 0 0,0 0 0 0 0,1 0-1 0 0,0 0 1 0 0,0 0 0 0 0,1-1 0 0 0,-1 1-1 0 0,7 7 1 0 0,-5-8-467 0 0,-1 0 0 0 0,1-1-1 0 0,0 0 1 0 0,1 0 0 0 0,-1 0 0 0 0,1 0 0 0 0,0-1 0 0 0,0 0-1 0 0,12 6 1 0 0,35 0-7276 0 0,-47-10 2619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4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32 130 4092 0 0,'-3'-5'224'0'0,"-2"-4"1108"0"0,1 1 1 0 0,-1-1 0 0 0,1 0 0 0 0,1 0 0 0 0,-5-18-1 0 0,9 26-1303 0 0,-1 0-1 0 0,0 1 0 0 0,1-1 1 0 0,-1 0-1 0 0,1 0 0 0 0,-1 0 1 0 0,1 0-1 0 0,0 0 0 0 0,-1 0 1 0 0,1 1-1 0 0,0-1 0 0 0,-1 0 1 0 0,1 0-1 0 0,0 1 0 0 0,0-1 1 0 0,0 1-1 0 0,0-1 0 0 0,0 1 1 0 0,-1-1-1 0 0,1 1 0 0 0,0-1 1 0 0,0 1-1 0 0,0 0 0 0 0,0-1 1 0 0,0 1-1 0 0,0 0 0 0 0,0 0 1 0 0,1 0-1 0 0,-1 0 0 0 0,0 0 1 0 0,0 0-1 0 0,0 0 0 0 0,1 1 1 0 0,5-1 38 0 0,1 0 0 0 0,-1 1 0 0 0,0 0 1 0 0,10 2-1 0 0,41 20 174 0 0,-46-17-169 0 0,2 2-34 0 0,2 3 45 0 0,-9-7-22 0 0,-1 1 0 0 0,1 1 0 0 0,-1-1-1 0 0,-1 1 1 0 0,1 0 0 0 0,-1 0 0 0 0,0 1 0 0 0,0-1 0 0 0,-1 1-1 0 0,6 13 1 0 0,-8-16 88 0 0,-2 0 12 0 0,1 14-4 0 0,0-13 180 0 0,-3-1-185 0 0,-21 30 402 0 0,21-31-224 0 0,-19-16-71 0 0,21 8-221 0 0,1-2-35 0 0,-1 1 0 0 0,1-1 0 0 0,0 1 0 0 0,0-1 0 0 0,1 1 0 0 0,0 0 0 0 0,0-1 0 0 0,0 1 0 0 0,1 0 0 0 0,6-10 0 0 0,27-29-508 0 0,-25 34-197 0 0,0 1 0 0 0,1 0 1 0 0,0 0-1 0 0,0 1 1 0 0,23-12-1 0 0,-30 18 293 0 0,20-9-960 0 0,1 5-4413 0 0,-4 3 1212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5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46 2880 0 0,'0'0'1232'0'0,"-1"5"-190"0"0,0 15-209 0 0,1-15 503 0 0,0-1-668 0 0,1 14-60 0 0,0-13 964 0 0,-1-1-1157 0 0,0-2-312 0 0,1 0 0 0 0,-1 0 1 0 0,1 0-1 0 0,-1 0 0 0 0,1 0 1 0 0,0 0-1 0 0,0 0 0 0 0,0 0 1 0 0,0 0-1 0 0,0-1 0 0 0,0 1 1 0 0,0 0-1 0 0,1-1 0 0 0,-1 1 1 0 0,3 2-1 0 0,-1-2 207 0 0,2-3-209 0 0,3-1-25 0 0,-1-1 1 0 0,1 1 0 0 0,0-1-1 0 0,-1-1 1 0 0,0 1-1 0 0,1-1 1 0 0,-1-1 0 0 0,-1 1-1 0 0,1-1 1 0 0,-1-1-1 0 0,0 1 1 0 0,0-1-1 0 0,0 0 1 0 0,8-11 0 0 0,-12 14 49 0 0,-1-2-91 0 0,2-14-40 0 0,-3 18 5 0 0,0 0 0 0 0,0 0 1 0 0,0 0-1 0 0,0 0 1 0 0,0 1-1 0 0,0-1 1 0 0,0 0-1 0 0,0 0 0 0 0,0 0 1 0 0,0 0-1 0 0,0 0 1 0 0,-1 0-1 0 0,1 0 1 0 0,0 0-1 0 0,-1 1 0 0 0,1-1 1 0 0,-1 0-1 0 0,1 0 1 0 0,-1 0-1 0 0,1 1 1 0 0,-1-1-1 0 0,-1-1 0 0 0,1 1 3 0 0,0-2 13 0 0,-3 1 3 0 0,-11-7 5 0 0,12 7 13 0 0,-3 2 43 0 0,2 0-13 0 0,0 1-1 0 0,0-1 1 0 0,0 0 0 0 0,0 1 0 0 0,0 0 0 0 0,1 0 0 0 0,-1 0 0 0 0,0 0 0 0 0,1 1 0 0 0,-1 0 0 0 0,0-1 0 0 0,1 1 0 0 0,0 0-1 0 0,-1 1 1 0 0,1-1 0 0 0,0 1 0 0 0,0-1 0 0 0,-3 5 0 0 0,1-1 63 0 0,1 0-1 0 0,0 1 1 0 0,1-1-1 0 0,0 1 1 0 0,0-1-1 0 0,0 1 1 0 0,0 0-1 0 0,1 0 1 0 0,-1 10 0 0 0,3 21 87 0 0,0-35-215 0 0,1-1 0 0 0,-1 1 0 0 0,1 0 1 0 0,0 0-1 0 0,0-1 0 0 0,0 1 1 0 0,0 0-1 0 0,0-1 0 0 0,1 1 0 0 0,-1-1 1 0 0,1 0-1 0 0,-1 1 0 0 0,1-1 1 0 0,0 0-1 0 0,0 0 0 0 0,3 2 1 0 0,52 28-724 0 0,-53-31 625 0 0,-1 1 0 0 0,1-1 0 0 0,-1 0 0 0 0,1 1 0 0 0,0-2 0 0 0,-1 1-1 0 0,1 0 1 0 0,4-1 0 0 0,1 1-92 0 0,10 1-227 0 0,-1-1 0 0 0,1-1 0 0 0,-1 0 0 0 0,0-2 0 0 0,1 0 0 0 0,-1-1 1 0 0,0-1-1 0 0,18-6 0 0 0,-21 6-719 0 0,0-1-1 0 0,-1 0 1 0 0,0-1 0 0 0,0-1 0 0 0,25-16-1 0 0,-17 6-3477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6.5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1 120 4068 0 0,'0'0'6193'0'0,"0"-4"-5418"0"0,0-1-489 0 0,1 1 0 0 0,0-1 1 0 0,0 1-1 0 0,1 0 1 0 0,-1 0-1 0 0,1 0 0 0 0,0 0 1 0 0,3-6-1 0 0,-2 6 45 0 0,2 2-48 0 0,4-2-96 0 0,1 0 1 0 0,0 1 0 0 0,14-2 0 0 0,-18 4-93 0 0,1 2-14 0 0,-1-1-79 0 0,0 0 6 0 0,1 0 1 0 0,-1 1-1 0 0,0 0 1 0 0,1 0-1 0 0,-1 0 1 0 0,0 0-1 0 0,0 1 1 0 0,0 0-1 0 0,0 1 1 0 0,0-1-1 0 0,-1 1 1 0 0,1 0-1 0 0,-1 1 1 0 0,1-1-1 0 0,-1 1 1 0 0,0 0-1 0 0,-1 0 1 0 0,8 9-1 0 0,-6-3 25 0 0,-1 0-1 0 0,0 0 1 0 0,0 1-1 0 0,3 13 0 0 0,-8-20 17 0 0,0 2 42 0 0,0-4-64 0 0,-1 4 64 0 0,1-1-1 0 0,-1 1 1 0 0,0-1 0 0 0,0 1-1 0 0,0-1 1 0 0,-1 0 0 0 0,0 1-1 0 0,0-1 1 0 0,0 0 0 0 0,-1 0 0 0 0,-4 7-1 0 0,-7 3 184 0 0,13-14-218 0 0,1-1 0 0 0,-1 1 0 0 0,0 0 0 0 0,0 0 0 0 0,0 0 0 0 0,0 0 0 0 0,0-1 0 0 0,0 1 0 0 0,-1-1 0 0 0,1 1 0 0 0,0-1 0 0 0,0 1 0 0 0,0-1 0 0 0,0 1 0 0 0,-1-1 0 0 0,1 0 0 0 0,0 0 0 0 0,0 0 0 0 0,-1 0 0 0 0,1 0 0 0 0,-3 0 0 0 0,3-1-31 0 0,-1 1 0 0 0,1-1 0 0 0,-1 0-1 0 0,1 0 1 0 0,0 0 0 0 0,-1 0-1 0 0,1 0 1 0 0,0-1 0 0 0,0 1 0 0 0,0 0-1 0 0,0 0 1 0 0,0-1 0 0 0,0 1-1 0 0,0-1 1 0 0,0 1 0 0 0,0-1 0 0 0,1 1-1 0 0,-1-1 1 0 0,1 0 0 0 0,-1 1 0 0 0,1-1-1 0 0,0 0 1 0 0,-1 1 0 0 0,1-1-1 0 0,0 0 1 0 0,0-1 0 0 0,1-2-32 0 0,-1 0 1 0 0,1 0-1 0 0,0 0 0 0 0,0 1 0 0 0,1-1 1 0 0,0 0-1 0 0,0 1 0 0 0,0-1 1 0 0,5-7-1 0 0,4-7-300 0 0,2 1 0 0 0,0 0 1 0 0,18-17-1 0 0,-23 26-97 0 0,0 1-1 0 0,1 0 1 0 0,1 1 0 0 0,-1 0-1 0 0,1 0 1 0 0,0 1 0 0 0,1 0 0 0 0,19-7-1 0 0,54-7-2582 0 0,-79 19 2523 0 0,2 2 106 0 0,1-1 211 0 0,-1 1 0 0 0,1 0 0 0 0,0 0 0 0 0,0 1 1 0 0,0 0-1 0 0,-1 1 0 0 0,1 0 0 0 0,-1 0 0 0 0,0 0 1 0 0,10 7-1 0 0,-14-8 147 0 0,-3 0 11 0 0,1-1 1 0 0,0 1 0 0 0,0-1-1 0 0,-1 1 1 0 0,1-1-1 0 0,0 1 1 0 0,0-1 0 0 0,1 1-1 0 0,-1-1 1 0 0,0 0-1 0 0,0 1 1 0 0,2 0-1 0 0,-2-1 13 0 0,2 3 139 0 0,-1 1 10 0 0,11 39 742 0 0,-12-39-478 0 0,5 17 362 0 0,-5-22-794 0 0,-1 0 0 0 0,0 0 0 0 0,0 0 1 0 0,0 0-1 0 0,1 0 0 0 0,-1 0 0 0 0,0 1 0 0 0,0-1 1 0 0,1 0-1 0 0,-1 0 0 0 0,0 0 0 0 0,0 0 0 0 0,0 0 1 0 0,1 1-1 0 0,-1-1 0 0 0,0 0 0 0 0,0 0 0 0 0,0 0 1 0 0,0 1-1 0 0,1-1 0 0 0,-1 0 0 0 0,0 0 0 0 0,0 0 1 0 0,0 1-1 0 0,0-1 0 0 0,0 0 0 0 0,0 0 0 0 0,0 1 1 0 0,0-1-1 0 0,0 0 0 0 0,0 0 0 0 0,0 1 0 0 0,0-1 1 0 0,0 1-1 0 0,0-1 2 0 0,0 0 1 0 0,0 1-1 0 0,0-1 1 0 0,0 1-1 0 0,1-1 1 0 0,-1 1-1 0 0,0-1 1 0 0,0 1-1 0 0,0-1 1 0 0,0 0 0 0 0,1 1-1 0 0,-1-1 1 0 0,0 1-1 0 0,0-1 1 0 0,1 0-1 0 0,-1 1 1 0 0,0-1-1 0 0,1 0 1 0 0,-1 1-1 0 0,0-1 1 0 0,1 0-1 0 0,-1 1 1 0 0,0-1-1 0 0,1 0 1 0 0,-1 0-1 0 0,1 1 1 0 0,-1-1-1 0 0,0 0 1 0 0,1 0 0 0 0,-1 0-1 0 0,1 0 1 0 0,-1 0-1 0 0,1 0 1 0 0,-1 0-1 0 0,1 0 1 0 0,-1 0-1 0 0,1 0 1 0 0,5 0 1 0 0,0-1 1 0 0,0 0 0 0 0,0 0 0 0 0,0-1-1 0 0,0 0 1 0 0,-1 0 0 0 0,1 0 0 0 0,0-1-1 0 0,-1 1 1 0 0,0-1 0 0 0,0-1-1 0 0,0 1 1 0 0,0-1 0 0 0,0 0 0 0 0,-1 0-1 0 0,1 0 1 0 0,-1-1 0 0 0,0 1 0 0 0,-1-1-1 0 0,1 0 1 0 0,4-8 0 0 0,-7 10 6 0 0,1-2 8 0 0,3-42 299 0 0,-5 42-234 0 0,0 5-86 0 0,0 0 0 0 0,-1 0 0 0 0,1 0 0 0 0,0 0 0 0 0,0 0 0 0 0,0 0 0 0 0,-1 0 1 0 0,1 0-1 0 0,0 0 0 0 0,0 0 0 0 0,-1 0 0 0 0,1 0 0 0 0,0 0 0 0 0,0 0 0 0 0,0 0 0 0 0,-1 0 0 0 0,1-1 1 0 0,0 1-1 0 0,0 0 0 0 0,0 0 0 0 0,0 0 0 0 0,-1 0 0 0 0,1 0 0 0 0,0-1 0 0 0,0 1 0 0 0,0 0 0 0 0,0 0 1 0 0,0 0-1 0 0,0 0 0 0 0,-1-1 0 0 0,1 1 0 0 0,0 0 0 0 0,0 0 0 0 0,0-1 0 0 0,0 1 0 0 0,0 0 0 0 0,0 0 1 0 0,0-1 14 0 0,0 0 0 0 0,-1 1 0 0 0,1-1 0 0 0,0 1 0 0 0,0-1 0 0 0,-1 1 0 0 0,1-1 0 0 0,-1 1 0 0 0,1-1 0 0 0,0 1 0 0 0,-1 0 0 0 0,1-1 0 0 0,-1 1 0 0 0,1-1 0 0 0,-1 1 0 0 0,1 0 0 0 0,-1-1 0 0 0,1 1 1 0 0,-1 0-1 0 0,1 0 0 0 0,-1 0 0 0 0,1-1 0 0 0,-1 1 0 0 0,0 0 0 0 0,1 0 0 0 0,-1 0 0 0 0,1 0 0 0 0,-1 0 0 0 0,0 0 0 0 0,0 0 0 0 0,-4 0 72 0 0,0 0 0 0 0,0 1 0 0 0,0-1 1 0 0,0 1-1 0 0,0 0 0 0 0,0 1 0 0 0,0-1 0 0 0,0 1 0 0 0,0 0 0 0 0,1 0 0 0 0,-1 1 0 0 0,1-1 0 0 0,-1 1 1 0 0,-4 4-1 0 0,3-2-32 0 0,0 0 1 0 0,1 0 0 0 0,-1 1 0 0 0,1 0-1 0 0,0 0 1 0 0,1 0 0 0 0,0 0 0 0 0,0 1 0 0 0,0-1-1 0 0,1 1 1 0 0,0 0 0 0 0,0 0 0 0 0,-3 13-1 0 0,5-16-97 0 0,1 0 1 0 0,0 0-1 0 0,-1 0 0 0 0,1 0 0 0 0,1 0 0 0 0,-1 0 0 0 0,1 0 0 0 0,-1 0 0 0 0,1 0 0 0 0,0 0 0 0 0,1 0 1 0 0,-1 0-1 0 0,1 0 0 0 0,-1 0 0 0 0,1-1 0 0 0,0 1 0 0 0,1-1 0 0 0,-1 0 0 0 0,0 1 0 0 0,1-1 0 0 0,0 0 1 0 0,4 3-1 0 0,2 1-287 0 0,0-2 0 0 0,0 1 1 0 0,1-1-1 0 0,0 0 1 0 0,0-1-1 0 0,0 0 0 0 0,0-1 1 0 0,1 0-1 0 0,0 0 1 0 0,-1-1-1 0 0,13 0 0 0 0,-13 0-37 0 0,10-1-483 0 0,1 0 0 0 0,-1-2 0 0 0,1 0 0 0 0,-1-2 0 0 0,0 0 0 0 0,0-1 0 0 0,28-10 0 0 0,-16 4-2378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7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202 354 4320 0 0,'5'-4'1013'0'0,"28"-33"1391"0"0,-30 34-1790 0 0,-3-2-155 0 0,3-14 161 0 0,-3 14 24 0 0,-10-13 456 0 0,8 14-620 0 0,-2 2-36 0 0,-11-6 14 0 0,11 5 33 0 0,-2 3-111 0 0,0-1-254 0 0,-1 0 0 0 0,0 0 1 0 0,0 1-1 0 0,0 1 0 0 0,0-1 1 0 0,1 1-1 0 0,-1 0 0 0 0,0 0 1 0 0,0 1-1 0 0,1 0 0 0 0,-10 4 1 0 0,-35 28 376 0 0,46-29-441 0 0,0 0 1 0 0,0 0-1 0 0,0 0 0 0 0,1 1 0 0 0,-1 0 1 0 0,1-1-1 0 0,-4 11 0 0 0,5-11-70 0 0,0 0 23 0 0,0 1 0 0 0,1 0 1 0 0,0 0-1 0 0,0 1 0 0 0,0-1 0 0 0,-1 7 0 0 0,1-4-3 0 0,1-4-6 0 0,2 1-22 0 0,-1-6 16 0 0,0 4-81 0 0,0 0 1 0 0,1-1 0 0 0,-1 1-1 0 0,1-1 1 0 0,0 1-1 0 0,0-1 1 0 0,0 0 0 0 0,0 1-1 0 0,1-1 1 0 0,-1 0-1 0 0,1 0 1 0 0,0 0-1 0 0,0 0 1 0 0,0 0 0 0 0,0 0-1 0 0,0 0 1 0 0,1-1-1 0 0,-1 1 1 0 0,1-1-1 0 0,0 0 1 0 0,0 0 0 0 0,0 0-1 0 0,0 0 1 0 0,0 0-1 0 0,0 0 1 0 0,0-1 0 0 0,0 0-1 0 0,1 0 1 0 0,3 1-1 0 0,2 0-54 0 0,-1 0-1 0 0,0-2 1 0 0,1 1-1 0 0,-1-1 1 0 0,0 0-1 0 0,1 0 1 0 0,-1-1-1 0 0,1 0 0 0 0,-1-1 1 0 0,0 0-1 0 0,0 0 1 0 0,0-1-1 0 0,0 0 1 0 0,0 0-1 0 0,-1-1 1 0 0,1 0-1 0 0,11-8 1 0 0,-8 3 172 0 0,1 1 1 0 0,-2-1 0 0 0,1-1 0 0 0,-1 0 0 0 0,-1 0-1 0 0,0-1 1 0 0,0 0 0 0 0,-1-1 0 0 0,-1 0-1 0 0,0 0 1 0 0,0-1 0 0 0,6-18 0 0 0,-4 7 194 0 0,-2-1 0 0 0,-1 0 0 0 0,-1 0 0 0 0,-1 0 0 0 0,1-40 0 0 0,-5 56-110 0 0,0 0-1 0 0,-1 0 1 0 0,0 0-1 0 0,-4-15 0 0 0,4 16-61 0 0,0 4 2 0 0,-1 0 1 0 0,1 0-1 0 0,-1 1 0 0 0,1-1 1 0 0,-1 0-1 0 0,0 0 0 0 0,0 1 1 0 0,-1 0-1 0 0,1-1 0 0 0,-5-3 1 0 0,5 4-69 0 0,-1-1 509 0 0,-24 11-85 0 0,20-2-221 0 0,-1 10-79 0 0,2 1 1 0 0,0 0-1 0 0,0 0 0 0 0,2 0 0 0 0,0 0 0 0 0,1 1 1 0 0,-1 19-1 0 0,1 7 56 0 0,4 70 0 0 0,-1-100-241 0 0,1-1 0 0 0,0 1 0 0 0,1 0-1 0 0,1-1 1 0 0,0 1 0 0 0,0-1 0 0 0,1 0-1 0 0,1 0 1 0 0,0 0 0 0 0,1-1 0 0 0,0 0-1 0 0,8 12 1 0 0,-11-20-63 0 0,0 0 0 0 0,0 0 1 0 0,1 0-1 0 0,-1 0 0 0 0,1-1 0 0 0,0 1 0 0 0,0-1 0 0 0,-1 0 0 0 0,2 0 1 0 0,6 2-1 0 0,-5-1-24 0 0,-1-2 41 0 0,0 1-1 0 0,-1-1 1 0 0,1 1-1 0 0,0-1 1 0 0,0-1 0 0 0,0 1-1 0 0,1-1 1 0 0,-1 0-1 0 0,0 0 1 0 0,0-1-1 0 0,0 1 1 0 0,0-1 0 0 0,0 0-1 0 0,0 0 1 0 0,6-3-1 0 0,0-1-1 0 0,-1 0 0 0 0,0 0 0 0 0,0-1 0 0 0,18-14 0 0 0,-22 15 202 0 0,-1-1-1 0 0,1 0 0 0 0,-1 0 0 0 0,0 0 0 0 0,0-1 0 0 0,-1 0 1 0 0,0 0-1 0 0,0 0 0 0 0,0 0 0 0 0,-1-1 0 0 0,0 1 0 0 0,2-11 1 0 0,-4 14 2632 0 0,-1 4-2712 0 0,-1 0 1 0 0,1 0-1 0 0,-1 0 0 0 0,1 0 1 0 0,-1 0-1 0 0,1 1 0 0 0,0-1 0 0 0,-1 0 1 0 0,1 0-1 0 0,-1 0 0 0 0,1 1 1 0 0,0-1-1 0 0,-1 0 0 0 0,1 1 0 0 0,0-1 1 0 0,-1 0-1 0 0,1 1 0 0 0,0-1 0 0 0,-1 0 1 0 0,1 1-1 0 0,0-1 0 0 0,0 1 1 0 0,-1-1-1 0 0,1 0 0 0 0,0 1 0 0 0,0 0 1 0 0,0-1-3 0 0,0 1 0 0 0,-1-1 0 0 0,1 0 0 0 0,0 1 0 0 0,0-1 0 0 0,0 1 0 0 0,-1-1 0 0 0,1 0 0 0 0,0 1 0 0 0,-1-1 0 0 0,1 1 0 0 0,0-1 0 0 0,-1 0 0 0 0,1 0 0 0 0,0 1 0 0 0,-1-1 0 0 0,1 0 0 0 0,0 0 0 0 0,-1 1 0 0 0,1-1 0 0 0,-1 0 0 0 0,1 0 0 0 0,-1 0 0 0 0,1 0 0 0 0,0 1 0 0 0,-1-1-1 0 0,0 5 62 0 0,-1 17-23 0 0,1-16 6 0 0,1 0-6 0 0,2 17-41 0 0,-2-17-38 0 0,2-2-59 0 0,4 15-66 0 0,-4-14-70 0 0,1-2-76 0 0,9 11-42 0 0,-9-11-33 0 0,2-1-7 0 0,14 6 3 0 0,-14-6 1 0 0,1-2-71 0 0,2 0 363 0 0,0-1 0 0 0,0 0 0 0 0,0 0 1 0 0,0 0-1 0 0,0-1 0 0 0,-1 0 0 0 0,1 0 0 0 0,-1-1 0 0 0,1 0 0 0 0,11-7 0 0 0,0-5 176 0 0,-1 0 1 0 0,0-1-1 0 0,25-31 0 0 0,-40 44 220 0 0,-1-1 4 0 0,6-12-5 0 0,-6 12 1975 0 0,-8 0-1886 0 0,5 3-377 0 0,1 1 1 0 0,0 0 0 0 0,0-1-1 0 0,0 1 1 0 0,-1 0 0 0 0,1-1-1 0 0,0 1 1 0 0,-1 0 0 0 0,1-1-1 0 0,0 1 1 0 0,-1 0 0 0 0,1-1-1 0 0,0 1 1 0 0,-1 0 0 0 0,1 0-1 0 0,-1 0 1 0 0,1-1 0 0 0,0 1-1 0 0,-1 0 1 0 0,1 0 0 0 0,-1 0-1 0 0,1 0 1 0 0,-1 0 0 0 0,1 0-1 0 0,-1 0 1 0 0,1 0 0 0 0,0 0-1 0 0,-1 0 1 0 0,1 0 0 0 0,-1 0-1 0 0,1 0 1 0 0,-1 0 0 0 0,0 1-1 0 0,-21 34 347 0 0,20-31-306 0 0,-1 21-15 0 0,3-20-106 0 0,0-2-46 0 0,0 1 0 0 0,0-1-1 0 0,1 0 1 0 0,0 0 0 0 0,-1 0-1 0 0,1 0 1 0 0,0 0 0 0 0,1 0-1 0 0,-1 0 1 0 0,0 0 0 0 0,1 0-1 0 0,0-1 1 0 0,-1 1 0 0 0,1 0 0 0 0,0-1-1 0 0,1 1 1 0 0,-1-1 0 0 0,0 0-1 0 0,1 0 1 0 0,-1 0 0 0 0,1 0-1 0 0,4 2 1 0 0,4 2-477 0 0,0-1-1 0 0,0 0 1 0 0,0-1-1 0 0,16 4 1 0 0,-21-7 348 0 0,0 0 1 0 0,0 0 0 0 0,0 0 0 0 0,0-1-1 0 0,0 0 1 0 0,0 0 0 0 0,0-1 0 0 0,8-1-1 0 0,-9 1 90 0 0,10 0-750 0 0,-13 1 817 0 0,0 0-1 0 0,0 0 1 0 0,0 0 0 0 0,0-1-1 0 0,0 1 1 0 0,0-1 0 0 0,0 0-1 0 0,0 1 1 0 0,-1-1 0 0 0,4-2-1 0 0,5-1-703 0 0,-4 2 419 0 0,-3 1 94 0 0,-1 0 1 0 0,1 0-1 0 0,-1 0 1 0 0,0 0-1 0 0,1 0 1 0 0,-1-1-1 0 0,0 1 0 0 0,0-1 1 0 0,4-2-1 0 0,17-15-3073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7.9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73 104 3092 0 0,'0'0'1218'0'0,"-3"-2"-168"0"0,-10-11 2139 0 0,9 12-2771 0 0,-15-1-40 0 0,14 1 285 0 0,0 9-241 0 0,-5 4 73 0 0,-3 29-70 0 0,12-37-369 0 0,1 1-2 0 0,2 15 1 0 0,-2-15 5 0 0,1 0-10 0 0,3 15-12 0 0,-2-15 8 0 0,0-1-40 0 0,1 0-23 0 0,-1 0 0 0 0,1-1 0 0 0,0 0 0 0 0,0 1 0 0 0,0-1 0 0 0,0 0 0 0 0,0-1 0 0 0,1 1 0 0 0,-1 0-1 0 0,1-1 1 0 0,0 0 0 0 0,-1 0 0 0 0,1 0 0 0 0,0 0 0 0 0,0-1 0 0 0,6 2 0 0 0,-6-2-10 0 0,4 0-36 0 0,1 0 0 0 0,-1 0 0 0 0,0-1 0 0 0,1 0 0 0 0,10-1 0 0 0,20-4 12 0 0,-21 2 42 0 0,3-6 31 0 0,-8 4 27 0 0,1-1-1 0 0,-2 0 0 0 0,1 0 0 0 0,19-15 1 0 0,-26 16 36 0 0,0 0 0 0 0,0 0 0 0 0,0 0 0 0 0,-1-1-1 0 0,0 0 1 0 0,0 0 0 0 0,0-1 0 0 0,-1 1 0 0 0,0-1 0 0 0,-1 0 0 0 0,1 0 0 0 0,2-8 0 0 0,5-32 834 0 0,-11 42-547 0 0,0 0-45 0 0,-2-16-10 0 0,1 16 11 0 0,-1 1 20 0 0,-6-12-4 0 0,6 12 336 0 0,-2 3-375 0 0,-11-5-32 0 0,11 5 165 0 0,0 4-281 0 0,-12 7-31 0 0,12-7-19 0 0,4-2-95 0 0,0 1-1 0 0,-1-1 1 0 0,1 0 0 0 0,-1 1-1 0 0,1-1 1 0 0,-1 0 0 0 0,0 0 0 0 0,1 0-1 0 0,-1 1 1 0 0,0-1 0 0 0,0 0-1 0 0,-1 2 1 0 0,0-1 10 0 0,0 2 15 0 0,1 1-80 0 0,-4 17 81 0 0,4-16 17 0 0,1 0-11 0 0,-1 7-54 0 0,1 0 0 0 0,0 0-1 0 0,1-1 1 0 0,1 1 0 0 0,0 0 0 0 0,5 14-1 0 0,-3-15-597 0 0,0 0 0 0 0,1 0 0 0 0,1-1 0 0 0,0 1 0 0 0,1-1 0 0 0,0 0 0 0 0,0-1 0 0 0,17 18 0 0 0,-21-25-348 0 0,1-1-95 0 0,-2 0 479 0 0,9 5 444 0 0,-3-4-4679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8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95 2872 0 0,'-3'-3'1510'0'0,"-27"-23"2150"0"0,28 23-1726 0 0,2-1-1750 0 0,3-14-65 0 0,-3 13-44 0 0,4 3-43 0 0,17-5 28 0 0,0 1 0 0 0,0 0 0 0 0,34-3 0 0 0,-45 7 47 0 0,-5 1 106 0 0,-5 1-203 0 0,1 1 0 0 0,0-1 0 0 0,-1 0-1 0 0,1 1 1 0 0,0-1 0 0 0,-1 0 0 0 0,1 0 0 0 0,0 0-1 0 0,-1 0 1 0 0,1 0 0 0 0,0 0 0 0 0,-1 0-1 0 0,1 0 1 0 0,0 0 0 0 0,0 0 0 0 0,-1 0 0 0 0,1 0-1 0 0,0 0 1 0 0,-1-1 0 0 0,2 0 0 0 0,20-2 960 0 0,-19 4-813 0 0,0-1 0 0 0,1 0 0 0 0,-1 1 1 0 0,0 0-1 0 0,0 0 0 0 0,1 0 0 0 0,-1 0 0 0 0,0 1 0 0 0,0-1 0 0 0,0 1 0 0 0,2 2 0 0 0,-1-2 222 0 0,-3 2-46 0 0,3 12-37 0 0,-3-12-65 0 0,0 1-36 0 0,27 120 383 0 0,-26-121-812 0 0,-2-2 172 0 0,0-1 0 0 0,0 0 0 0 0,1 1 0 0 0,-1-1 0 0 0,0 0 0 0 0,1 1-1 0 0,0-1 1 0 0,-1 0 0 0 0,1 0 0 0 0,0 1 0 0 0,-1-1 0 0 0,2 1 0 0 0,0 1-120 0 0,0 1-563 0 0,1-1-1088 0 0,8 6 1158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8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37 4124 0 0,'0'0'1641'0'0,"-10"-19"2039"0"0,-3 1-2964 0 0,28 37-10837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8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12 3980 0 0,'4'0'1428'0'0,"8"4"-378"0"0,-13 0 1585 0 0,-22 2 2768 0 0,5-1-5926 0 0,14-4 726 0 0,0 2-18 0 0,-5 6-52 0 0,1 0 0 0 0,0 1 0 0 0,-9 13 0 0 0,15-20-79 0 0,2 2 14 0 0,0 46 46 0 0,0-45-80 0 0,3-2-4 0 0,-1 2-20 0 0,-2-5-8 0 0,1 1 1 0 0,0 0 0 0 0,0 0-1 0 0,-1-1 1 0 0,1 1-1 0 0,0 0 1 0 0,0-1 0 0 0,0 1-1 0 0,1-1 1 0 0,-1 0-1 0 0,2 3 1 0 0,-1-2 1 0 0,0 1 0 0 0,0-1 0 0 0,1 1 0 0 0,-1-1 0 0 0,1 0 0 0 0,-1 0 0 0 0,1 0 0 0 0,0 0 0 0 0,0 0 0 0 0,-1-1 0 0 0,1 1 0 0 0,0-1 0 0 0,1 0 0 0 0,-1 0 0 0 0,0 0 0 0 0,6 1 0 0 0,-3-1-16 0 0,-1 0 1 0 0,1-1-7 0 0,1 0 70 0 0,0-1 0 0 0,0 0 0 0 0,0 0-1 0 0,0-1 1 0 0,0 1 0 0 0,0-2 0 0 0,7-2-1 0 0,-11 3 11 0 0,0 0-1 0 0,1 0 0 0 0,-1 0 1 0 0,0 0-1 0 0,0 0 1 0 0,0-1-1 0 0,0 0 0 0 0,-1 1 1 0 0,1-1-1 0 0,-1 0 1 0 0,1 0-1 0 0,-1 0 0 0 0,0-1 1 0 0,0 1-1 0 0,0-1 0 0 0,-1 1 1 0 0,2-6-1 0 0,-1 5-90 0 0,-1-1-1 0 0,0 0 1 0 0,0 0-1 0 0,-1 1 1 0 0,1-1-1 0 0,-1 0 0 0 0,0 0 1 0 0,0 0-1 0 0,-1-6 1 0 0,0 7-227 0 0,-1 0 0 0 0,1 0 0 0 0,-1 0 0 0 0,1 0 0 0 0,-1 0 0 0 0,0 1 0 0 0,0-1 0 0 0,-1 1 1 0 0,1-1-1 0 0,-1 1 0 0 0,0 0 0 0 0,1 0 0 0 0,-2 0 0 0 0,1 0 0 0 0,0 0 0 0 0,0 1 0 0 0,-1-1 0 0 0,-5-2 0 0 0,2 1-863 0 0,0 1 0 0 0,-1-1-1 0 0,1 1 1 0 0,-14-3 0 0 0,-9 1-4867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49.3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 3576 0 0,'0'0'1509'0'0,"5"2"-221"0"0,34 17 2546 0 0,-36-17-3075 0 0,0 0-57 0 0,22 23 1255 0 0,-22-22-1601 0 0,-2-2-291 0 0,0 0 1 0 0,0-1-1 0 0,0 1 1 0 0,0 0 0 0 0,0 0-1 0 0,-1 0 1 0 0,1-1 0 0 0,0 1-1 0 0,0 0 1 0 0,-1 0-1 0 0,1 0 1 0 0,0 0 0 0 0,-1 1-1 0 0,1-1 1 0 0,-1 0 0 0 0,1 0-1 0 0,-1 0 1 0 0,1 2-1 0 0,5 18 1075 0 0,-2-1-793 0 0,-3-16 339 0 0,-6 2-580 0 0,5-6-73 0 0,0 1-1 0 0,-1-1 1 0 0,1 1-1 0 0,0-1 0 0 0,0 0 1 0 0,0 1-1 0 0,0-1 1 0 0,-1 0-1 0 0,1 1 1 0 0,0-1-1 0 0,0 1 1 0 0,-1-1-1 0 0,1 0 1 0 0,0 0-1 0 0,0 1 1 0 0,-1-1-1 0 0,1 0 0 0 0,0 0 1 0 0,-1 1-1 0 0,1-1 1 0 0,-1 0-1 0 0,1 0 1 0 0,0 0-1 0 0,-1 0 1 0 0,1 1-1 0 0,-1-1 1 0 0,1 0-1 0 0,0 0 1 0 0,-1 0-1 0 0,1 0 1 0 0,-1 0-1 0 0,1 0 0 0 0,0 0 1 0 0,-1 0-1 0 0,-1-2 32 0 0,0 1 0 0 0,1-1 0 0 0,-1 0 0 0 0,1 0 0 0 0,-1 0 0 0 0,1 0 0 0 0,0 0 0 0 0,-1 0 0 0 0,1 0-1 0 0,0 0 1 0 0,1 0 0 0 0,-1 0 0 0 0,-1-3 0 0 0,2 1 63 0 0,0 3-119 0 0,0 1-1 0 0,1-1 1 0 0,-1 1-1 0 0,0 0 0 0 0,1-1 1 0 0,-1 1-1 0 0,0-1 1 0 0,1 1-1 0 0,-1-1 0 0 0,0 1 1 0 0,0-1-1 0 0,0 0 1 0 0,0 1-1 0 0,1-1 0 0 0,-1 1 1 0 0,0-1-1 0 0,0 1 0 0 0,0-1 1 0 0,0 1-1 0 0,0-1 1 0 0,0 0-1 0 0,-1 0 0 0 0,4-17 135 0 0,0 13-125 0 0,-1 0-1 0 0,1-1 1 0 0,0 1-1 0 0,1 0 1 0 0,-1 1-1 0 0,1-1 1 0 0,0 1-1 0 0,0-1 1 0 0,1 1-1 0 0,-1 0 1 0 0,1 1-1 0 0,0-1 1 0 0,0 1-1 0 0,0 0 1 0 0,0 0-1 0 0,1 1 1 0 0,-1-1-1 0 0,7-1 1 0 0,-8 3-12 0 0,-1 0 1 0 0,1 1 0 0 0,0-1-1 0 0,0 1 1 0 0,0 0-1 0 0,0 0 1 0 0,0 0-1 0 0,0 1 1 0 0,0-1-1 0 0,0 1 1 0 0,0 0 0 0 0,4 2-1 0 0,-5-2 6 0 0,21 10-136 0 0,-19-8 78 0 0,-3-2 24 0 0,-1 0-1 0 0,1 0 1 0 0,-1 0-1 0 0,0 0 1 0 0,1 0-1 0 0,-1 0 1 0 0,0 0-1 0 0,0 0 1 0 0,1 1-1 0 0,-1-1 1 0 0,0 0-1 0 0,0 1 1 0 0,-1-1-1 0 0,1 1 1 0 0,0-1-1 0 0,1 3 1 0 0,1 3-70 0 0,0-1-92 0 0,0 1 1 0 0,0-1-1 0 0,-1 1 1 0 0,0 0-1 0 0,0-1 0 0 0,0 1 1 0 0,-1 0-1 0 0,0 0 0 0 0,0 1 1 0 0,-1-1-1 0 0,0 0 0 0 0,0 0 1 0 0,-1 0-1 0 0,0 0 0 0 0,0 0 1 0 0,0 0-1 0 0,-1 0 0 0 0,0 0 1 0 0,-4 7-1 0 0,-2 7-958 0 0,-1-1-1 0 0,-1 0 1 0 0,-1-1-1 0 0,-25 35 1 0 0,0-9-2661 0 0,-7 2-2651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50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3468 0 0,'0'0'7593'0'0,"0"6"-7153"0"0,-3 59 762 0 0,0-11-721 0 0,2 0 0 0 0,2 0 0 0 0,2-1 0 0 0,3 1 0 0 0,16 67 0 0 0,-20-112-457 0 0,1 1 1 0 0,-1 0 0 0 0,2-1-1 0 0,-1 0 1 0 0,1 1-1 0 0,1-1 1 0 0,0-1-1 0 0,0 1 1 0 0,0-1 0 0 0,1 0-1 0 0,1 0 1 0 0,-1-1-1 0 0,1 1 1 0 0,14 10-1 0 0,-17-16-158 0 0,0 1 0 0 0,0-1-1 0 0,0 0 1 0 0,0 0-1 0 0,1 0 1 0 0,-1-1 0 0 0,1 1-1 0 0,-1-1 1 0 0,1 0 0 0 0,0-1-1 0 0,-1 1 1 0 0,1-1-1 0 0,5 0 1 0 0,-5 0-223 0 0,-1 0 1 0 0,1-1-1 0 0,-1 0 1 0 0,1 0-1 0 0,-1 0 0 0 0,1 0 1 0 0,-1-1-1 0 0,1 1 1 0 0,-1-1-1 0 0,0 0 1 0 0,0-1-1 0 0,0 1 0 0 0,0-1 1 0 0,0 1-1 0 0,-1-1 1 0 0,6-5-1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51.4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71 229 2752 0 0,'-32'0'1350'0'0,"26"0"-258"0"0,-1-1-256 0 0,-19 1 1927 0 0,580 15-2273 0 0,-548-15-490 0 0,-1 0 46 0 0,16 0 41 0 0,-15 0 1335 0 0,-7 1-1407 0 0,1 0-1 0 0,-1 0 1 0 0,1 0 0 0 0,-1 0 0 0 0,0 0 0 0 0,1 0 0 0 0,-1 0-1 0 0,0 0 1 0 0,0 0 0 0 0,0-1 0 0 0,1 1 0 0 0,-1 0 0 0 0,0-1-1 0 0,-2 2 1 0 0,-4 4 345 0 0,-2 6-194 0 0,9-12-158 0 0,0 0 0 0 0,0 1 0 0 0,0-1-1 0 0,0 1 1 0 0,0-1 0 0 0,0 0-1 0 0,0 1 1 0 0,0-1 0 0 0,0 1 0 0 0,0-1-1 0 0,0 0 1 0 0,0 1 0 0 0,0-1-1 0 0,0 1 1 0 0,0-1 0 0 0,0 0 0 0 0,0 1-1 0 0,1-1 1 0 0,-1 1 0 0 0,0-1-1 0 0,0 0 1 0 0,0 1 0 0 0,1-1 0 0 0,-1 0-1 0 0,0 1 1 0 0,1-1 0 0 0,-1 0-1 0 0,0 0 1 0 0,1 1 0 0 0,-1-1 0 0 0,0 0-1 0 0,1 0 1 0 0,-1 1 0 0 0,0-1-1 0 0,1 0 1 0 0,-1 0 0 0 0,1 0 0 0 0,-1 0-1 0 0,0 0 1 0 0,1 0 0 0 0,-1 0-1 0 0,1 0 1 0 0,-1 0 0 0 0,0 0 0 0 0,1 0-1 0 0,-1 0 1 0 0,1 0 0 0 0,0 0-1 0 0,24-3 59 0 0,-20 3-20 0 0,0-1 1 0 0,41-15 308 0 0,-41 14-252 0 0,-4 1-85 0 0,1 1 0 0 0,0-1 0 0 0,-1 0-1 0 0,1 0 1 0 0,-1 0 0 0 0,0 0 0 0 0,1 0 0 0 0,-1 0 0 0 0,0 0-1 0 0,1 0 1 0 0,-1 0 0 0 0,0-1 0 0 0,0 1 0 0 0,0-1 0 0 0,0 1-1 0 0,0-1 1 0 0,-1 1 0 0 0,1-1 0 0 0,0 1 0 0 0,0-4-1 0 0,-1 5-19 0 0,2-4 190 0 0,-4 0-242 0 0,-6-13 29 0 0,6 13 1 0 0,-2 2 2 0 0,2 1 43 0 0,-1 0 0 0 0,1 0 0 0 0,-1 0 0 0 0,1 1 0 0 0,-1-1 0 0 0,0 0 0 0 0,1 1 0 0 0,-1 0 0 0 0,0 0 0 0 0,1 0 0 0 0,-1 0 0 0 0,0 0 0 0 0,1 0 0 0 0,-1 1 0 0 0,0-1 0 0 0,1 1 0 0 0,-1 0 0 0 0,1 0 0 0 0,-1 0 0 0 0,1 0 0 0 0,-1 0 0 0 0,1 0 0 0 0,0 1 0 0 0,0-1 0 0 0,-1 1 0 0 0,1-1 0 0 0,-2 4 0 0 0,-26 51 234 0 0,28-52-213 0 0,2 2-46 0 0,-1-4 0 0 0,1 37 171 0 0,1-36-157 0 0,-1 0 0 0 0,0 0-1 0 0,1-1 1 0 0,0 1 0 0 0,0 0 0 0 0,0 0 0 0 0,0-1-1 0 0,0 1 1 0 0,0-1 0 0 0,1 1 0 0 0,-1-1-1 0 0,1 0 1 0 0,-1 1 0 0 0,1-1 0 0 0,3 3 0 0 0,47 26-1100 0 0,-46-28 914 0 0,1-1 0 0 0,0 1 1 0 0,0-2-1 0 0,0 1 0 0 0,0-1 1 0 0,0 0-1 0 0,10 0 0 0 0,-1 0-253 0 0,14 0-181 0 0,-1-2-1 0 0,0-1 1 0 0,0-1 0 0 0,0-1 0 0 0,-1-2 0 0 0,1 0 0 0 0,43-18 0 0 0,-51 16 498 0 0,-1 0 0 0 0,0-2 0 0 0,0 0 0 0 0,-1-1 0 0 0,24-19 0 0 0,-39 27 232 0 0,0-1 1 0 0,0 0-1 0 0,-1 0 1 0 0,0 0 0 0 0,1-1-1 0 0,-2 1 1 0 0,1-1-1 0 0,3-7 1 0 0,-5 11-59 0 0,0-3 887 0 0,-1-1-455 0 0,0-15-22 0 0,0 15 20 0 0,-1 5-406 0 0,0-1 1 0 0,-1 0-1 0 0,1 0 0 0 0,-1 0 1 0 0,1 0-1 0 0,0 0 0 0 0,0-1 1 0 0,0 1-1 0 0,0 0 1 0 0,-2-3-1 0 0,0 1 288 0 0,-2 2-33 0 0,-12-2 19 0 0,12 2-12 0 0,0 2 21 0 0,-2 1-251 0 0,-1-1-1 0 0,1 1 1 0 0,0 0 0 0 0,1 1-1 0 0,-1-1 1 0 0,0 1 0 0 0,1 1-1 0 0,-1-1 1 0 0,1 1 0 0 0,0 0-1 0 0,1 1 1 0 0,-1-1 0 0 0,1 1-1 0 0,-1 0 1 0 0,1 1-1 0 0,1-1 1 0 0,-1 1 0 0 0,1 0-1 0 0,0 0 1 0 0,0 0 0 0 0,-4 13-1 0 0,5-13-69 0 0,1 0 1 0 0,-1 0-1 0 0,2 0 0 0 0,-1 0 0 0 0,1 1 0 0 0,0-1 0 0 0,0 1 1 0 0,0-1-1 0 0,1 1 0 0 0,0-1 0 0 0,1 1 0 0 0,-1-1 0 0 0,3 10 0 0 0,0-8-31 0 0,1 0 0 0 0,0 0 0 0 0,0 0 0 0 0,0-1 0 0 0,1 1 0 0 0,0-1 0 0 0,7 7 0 0 0,-9-11-82 0 0,0 0 0 0 0,1 0-1 0 0,0 0 1 0 0,-1 0 0 0 0,1-1-1 0 0,0 1 1 0 0,0-1-1 0 0,0 0 1 0 0,1 0 0 0 0,-1-1-1 0 0,0 1 1 0 0,1-1 0 0 0,-1 0-1 0 0,1 0 1 0 0,-1 0-1 0 0,1-1 1 0 0,0 0 0 0 0,4 0-1 0 0,4-1-104 0 0,-1 0-1 0 0,0-1 1 0 0,1-1-1 0 0,-1 0 1 0 0,0-1 0 0 0,-1 0-1 0 0,1-1 1 0 0,-1 0-1 0 0,1 0 1 0 0,-2-2-1 0 0,1 1 1 0 0,-1-1-1 0 0,0-1 1 0 0,0 0-1 0 0,-1 0 1 0 0,0-1-1 0 0,9-11 1 0 0,-8 6 74 0 0,-1 0 1 0 0,0-1-1 0 0,-1 0 1 0 0,-1 0-1 0 0,0-1 0 0 0,-1 0 1 0 0,7-29-1 0 0,-7 15 239 0 0,-1 0 0 0 0,-2 0 0 0 0,0-41 0 0 0,-7 15 817 0 0,3 51-634 0 0,-2-1-93 0 0,3 6-206 0 0,0-1 0 0 0,-1 1 0 0 0,1-1-1 0 0,0 1 1 0 0,0-1 0 0 0,0 1 0 0 0,0-1 0 0 0,-1 1-1 0 0,1-1 1 0 0,0 1 0 0 0,0-1 0 0 0,-1 1 0 0 0,1 0-1 0 0,-1-1 1 0 0,1 1 0 0 0,0-1 0 0 0,-1 1-1 0 0,1 0 1 0 0,-1-1 0 0 0,1 1 0 0 0,0 0 0 0 0,-1 0-1 0 0,1-1 1 0 0,-1 1 0 0 0,0 0 0 0 0,-8 10 128 0 0,7-7-7 0 0,1 2-38 0 0,-2 38 100 0 0,3-1 1 0 0,8 69 0 0 0,-5-67-252 0 0,6 12 8 0 0,-2-6 75 0 0,-1-22-13 0 0,-5-23 38 0 0,-1-5-67 0 0,0 0 1 0 0,0-1-1 0 0,1 1 0 0 0,-1 0 1 0 0,0 0-1 0 0,0 0 1 0 0,0 0-1 0 0,0 0 1 0 0,1 1-1 0 0,-1-1 1 0 0,0 0-1 0 0,0 0 0 0 0,0 0 1 0 0,0 0-1 0 0,1 0 1 0 0,-1 0-1 0 0,0 0 1 0 0,0 0-1 0 0,0 0 1 0 0,0 0-1 0 0,0 0 1 0 0,1 1-1 0 0,-1-1 0 0 0,0 0 1 0 0,0 0-1 0 0,0 0 1 0 0,0 0-1 0 0,0 0 1 0 0,0 0-1 0 0,0 1 1 0 0,0-1-1 0 0,0 0 0 0 0,1 0 1 0 0,-1 0-1 0 0,0 0 1 0 0,0 1-1 0 0,0-1 1 0 0,0 0-1 0 0,0 0 1 0 0,0 0-1 0 0,0 0 1 0 0,0 1-1 0 0,0-1 0 0 0,0 0 1 0 0,0 0-1 0 0,0 0 1 0 0,0 0-1 0 0,0 1 1 0 0,0-1-1 0 0,-1 0 1 0 0,1 0-1 0 0,0 1 0 0 0,3 8 0 0 0,-1-9 5 0 0,-1 0 1 0 0,1 1-1 0 0,0-1 0 0 0,-1 0 1 0 0,1 0-1 0 0,0 0 0 0 0,0 0 1 0 0,-1 0-1 0 0,1 0 0 0 0,0-1 1 0 0,-1 1-1 0 0,1 0 0 0 0,2-2 1 0 0,-3 2-6 0 0,0 0 1 0 0,1-1 0 0 0,-1 1 0 0 0,0-1-1 0 0,0 1 1 0 0,1-1 0 0 0,-1 1 0 0 0,0-1-1 0 0,0 0 1 0 0,0 1 0 0 0,0-1 0 0 0,0 0-1 0 0,0 0 1 0 0,0 0 0 0 0,0 0 0 0 0,0 0-1 0 0,0 0 1 0 0,-1 0 0 0 0,2-2 0 0 0,4-5-1 0 0,2-2 5 0 0,0 1-1 0 0,1 0 1 0 0,0 1-1 0 0,0 0 1 0 0,0 1-1 0 0,1 0 1 0 0,19-11 0 0 0,-25 16-12 0 0,23 2 17 0 0,-22 0-2 0 0,-1 3-6 0 0,0 0-6 0 0,1 1 0 0 0,-1 0 0 0 0,-1 0 0 0 0,1 0 0 0 0,0 0 0 0 0,-1 0 0 0 0,0 1 0 0 0,0 0 0 0 0,0 0 0 0 0,-1-1 1 0 0,0 2-1 0 0,0-1 0 0 0,2 6 0 0 0,-3-8 1 0 0,0 3-20 0 0,2 17-105 0 0,-2-17-136 0 0,0-1-125 0 0,4 12-124 0 0,-4-12-106 0 0,3 2-266 0 0,-2 3-29 0 0,3-4-2919 0 0,6 2 1342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51.9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 3692 0 0,'2'-4'1058'0'0,"6"-12"-127"0"0,-6 12-180 0 0,-1 1-80 0 0,26-23 1725 0 0,-23 24-1999 0 0,-1 4-261 0 0,2 4-48 0 0,1 0 0 0 0,-1 0-1 0 0,-1 0 1 0 0,1 1 0 0 0,-1 0-1 0 0,0 0 1 0 0,3 8 0 0 0,-5-10 52 0 0,-1 0-24 0 0,5 14-19 0 0,-5-14 4 0 0,0 0 19 0 0,1 16 18 0 0,-1-16 315 0 0,-2 0-304 0 0,-2 16 1326 0 0,-5-26-1385 0 0,8 5-89 0 0,-1 0 0 0 0,1 0 0 0 0,0 0-1 0 0,-1 0 1 0 0,1 0 0 0 0,-1 0 0 0 0,1 0-1 0 0,-1 0 1 0 0,1 0 0 0 0,0-1 0 0 0,-1 1-1 0 0,1 0 1 0 0,-1 0 0 0 0,1 0 0 0 0,-1-1-1 0 0,1 1 1 0 0,0 0 0 0 0,-1 0 0 0 0,1-1-1 0 0,0 1 1 0 0,-1 0 0 0 0,1-1 0 0 0,0 1-1 0 0,0 0 1 0 0,-1-1 0 0 0,1 1 0 0 0,0-1-1 0 0,0 1 1 0 0,0 0 0 0 0,-1-1 0 0 0,1 1-1 0 0,0-1 1 0 0,0 1 0 0 0,0-1 0 0 0,0 1-1 0 0,0 0 1 0 0,0-2 0 0 0,1-4-13 0 0,0-1-1 0 0,1 1 1 0 0,0 0 0 0 0,0 0-1 0 0,1-1 1 0 0,-1 1 0 0 0,1 0-1 0 0,1 1 1 0 0,-1-1 0 0 0,1 1-1 0 0,0-1 1 0 0,0 1 0 0 0,1 0-1 0 0,-1 1 1 0 0,1-1 0 0 0,0 1-1 0 0,1 0 1 0 0,-1 0 0 0 0,1 1-1 0 0,-1-1 1 0 0,1 1 0 0 0,0 0-1 0 0,0 1 1 0 0,0-1 0 0 0,1 1-1 0 0,-1 1 1 0 0,8-2 0 0 0,8 0-117 0 0,-17 2 150 0 0,2 1 27 0 0,-2 1-51 0 0,3-1 27 0 0,1 1 1 0 0,-1 0-1 0 0,0 1 0 0 0,9 2 1 0 0,-14-3-9 0 0,0 0 0 0 0,0 0 1 0 0,-1 0-1 0 0,1 1 0 0 0,0-1 1 0 0,0 1-1 0 0,-1 0 1 0 0,1 0-1 0 0,-1 0 0 0 0,1 0 1 0 0,-1 0-1 0 0,0 0 0 0 0,0 0 1 0 0,0 1-1 0 0,0 0 0 0 0,0-1 1 0 0,2 6-1 0 0,3 8 45 0 0,-6-11-82 0 0,0 1 0 0 0,0 0 0 0 0,-1-1 0 0 0,0 1 0 0 0,0 0 0 0 0,0-1 0 0 0,0 1 0 0 0,-1 0 0 0 0,0-1 0 0 0,0 1 0 0 0,-1-1 0 0 0,1 1 0 0 0,-1-1 0 0 0,0 0 0 0 0,-5 9 0 0 0,4-6-243 0 0,1-5-163 0 0,-6 13-614 0 0,8-15 913 0 0,-2 3-750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52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2788 0 0,'0'0'6990'0'0,"0"4"-6324"0"0,0 40 973 0 0,0-40-1370 0 0,0 1-52 0 0,5 82 319 0 0,-4-81-720 0 0,0-2-143 0 0,4 14 4 0 0,1-4-1646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52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42 3536 0 0,'0'-2'-54'0'0,"-10"-23"1900"0"0,10 24-1741 0 0,-1 0 1 0 0,1 0-1 0 0,-1 0 1 0 0,1 0-1 0 0,-1 0 1 0 0,0 0-1 0 0,1 1 1 0 0,-1-1-1 0 0,0 0 1 0 0,0 0-1 0 0,1 1 1 0 0,-1-1-1 0 0,0 1 1 0 0,0-1-1 0 0,0 1 1 0 0,0-1-1 0 0,0 1 1 0 0,0-1 0 0 0,0 1-1 0 0,0 0 1 0 0,0-1-1 0 0,0 1 1 0 0,0 0-1 0 0,0 0 1 0 0,0 0-1 0 0,0 0 1 0 0,-2 0-1 0 0,-16 3 19 0 0,15-2-91 0 0,-3 18-412 0 0,5-16 46 0 0,4 2-105 0 0,0 0 109 0 0,0 0-1 0 0,0 0 1 0 0,1 1-1 0 0,0-1 1 0 0,0-1-1 0 0,0 1 1 0 0,0 0 0 0 0,1-1-1 0 0,0 0 1 0 0,0 0-1 0 0,6 5 1 0 0,7 3-897 0 0,-13-9-844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52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32 3544 0 0,'11'-3'1330'0'0,"0"0"0"0"0,0-1 0 0 0,0 0 0 0 0,13-7 0 0 0,-21 9 1171 0 0,-7 1-2397 0 0,1 0-63 0 0,1 0 0 0 0,0 1 0 0 0,0-1 0 0 0,0 1 0 0 0,0 0 0 0 0,-1-1 0 0 0,1 1 0 0 0,0 0 0 0 0,0 0 0 0 0,0 1 1 0 0,-1-1-1 0 0,1 0 0 0 0,0 1 0 0 0,0-1 0 0 0,0 1 0 0 0,0 0 0 0 0,0 0 0 0 0,0 0 0 0 0,0 0 0 0 0,0 0 1 0 0,0 0-1 0 0,0 0 0 0 0,0 1 0 0 0,-2 2 0 0 0,-3 2 32 0 0,1 0 0 0 0,1 1 0 0 0,-1 0 0 0 0,1 0 0 0 0,0 0 0 0 0,0 0 0 0 0,1 1 0 0 0,-6 14 0 0 0,6-13-26 0 0,-4 15 4 0 0,7-20-20 0 0,1 0-6 0 0,-3 15-25 0 0,3-14-6 0 0,1-1 26 0 0,6 10-24 0 0,-5-10 18 0 0,2-3-38 0 0,14 1-16 0 0,-14-2 36 0 0,-1-1 0 0 0,1 1 0 0 0,-1-1 0 0 0,1 0 0 0 0,-1 0 0 0 0,1 0 0 0 0,-1 0 0 0 0,0 0 0 0 0,1-1 0 0 0,-1 1 0 0 0,0-1 0 0 0,0 0 1 0 0,3-3-1 0 0,-3 3 15 0 0,11-8 335 0 0,-1 0 0 0 0,17-19 0 0 0,-27 27-65 0 0,-1-2-152 0 0,0 1 0 0 0,1 0 0 0 0,0-1 0 0 0,-1 1 1 0 0,1 1-1 0 0,6-6 0 0 0,-6 5-69 0 0,0 1 258 0 0,-2 8-289 0 0,3 56 64 0 0,26 206-93 0 0,-14-154-76 0 0,-11-76 32 0 0,-2 1 0 0 0,-1 0 0 0 0,-7 69 0 0 0,5-103 8 0 0,-5-6 55 0 0,-14-3 18 0 0,18 4-37 0 0,1 0 1 0 0,0 0-1 0 0,0 0 1 0 0,0 0-1 0 0,-1 0 1 0 0,1 0-1 0 0,0 0 1 0 0,0 0-1 0 0,0 0 1 0 0,-1 0-1 0 0,1-1 1 0 0,0 1-1 0 0,0 0 1 0 0,0 0 0 0 0,-1 0-1 0 0,1 0 1 0 0,0 0-1 0 0,0 0 1 0 0,0 0-1 0 0,0-1 1 0 0,-1 1-1 0 0,1 0 1 0 0,0 0-1 0 0,0 0 1 0 0,0 0-1 0 0,0-1 1 0 0,0 1-1 0 0,0 0 1 0 0,-1 0 0 0 0,1 0-1 0 0,0 0 1 0 0,0-1-1 0 0,0 1 1 0 0,0 0-1 0 0,0 0 1 0 0,0-1-1 0 0,0 1 1 0 0,0 0-1 0 0,0-1 1 0 0,-2-15-192 0 0,1-1 1 0 0,0 0 0 0 0,2 1-1 0 0,0-1 1 0 0,0 0-1 0 0,2 1 1 0 0,0-1-1 0 0,1 1 1 0 0,0 0-1 0 0,2 0 1 0 0,11-24-1 0 0,3-3-2272 0 0,2 2-1 0 0,2 1 0 0 0,29-38 0 0 0,-34 51-2420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53.6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44 114 3344 0 0,'0'0'2550'0'0,"0"-5"-1645"0"0,0-9-439 0 0,0 4 3968 0 0,-4 12-4118 0 0,-14 3-57 0 0,14-4-44 0 0,0 12 49 0 0,-4 6 50 0 0,4 1-210 0 0,3-15-40 0 0,1 0-54 0 0,7 42 239 0 0,-6-42-200 0 0,2-2-5 0 0,10 11-3 0 0,-10-11-18 0 0,1-1 0 0 0,13 6-10 0 0,-13-6 23 0 0,2-3 32 0 0,-5 1-68 0 0,4 0 51 0 0,1 0 1 0 0,0 0-1 0 0,-1-1 0 0 0,1 0 0 0 0,-1 0 0 0 0,1 0 0 0 0,-1-1 0 0 0,1 1 0 0 0,-1-1 0 0 0,0-1 0 0 0,0 1 0 0 0,0-1 0 0 0,0 0 0 0 0,-1 0 0 0 0,1 0 1 0 0,-1-1-1 0 0,6-5 0 0 0,0-4 58 0 0,-7 10 8 0 0,-1 0-1 0 0,8-12-22 0 0,-7 11-1 0 0,0-2 77 0 0,-3 5-160 0 0,0 1 0 0 0,0-1 0 0 0,1 1 0 0 0,-1-1-1 0 0,0 1 1 0 0,0-1 0 0 0,0 1 0 0 0,0-1 0 0 0,0 1 0 0 0,1-1 0 0 0,-1 1 0 0 0,0 0-1 0 0,0-1 1 0 0,1 1 0 0 0,-1-1 0 0 0,0 1 0 0 0,1 0 0 0 0,-1-1 0 0 0,0 1 0 0 0,1 0-1 0 0,-1-1 1 0 0,1 1 0 0 0,-1 0 0 0 0,1-1 0 0 0,-1 1 0 0 0,1 0 0 0 0,-1 0 0 0 0,0 0-1 0 0,1 0 1 0 0,0-1 0 0 0,26 30 9 0 0,-25-26-29 0 0,2 0-46 0 0,37 19-332 0 0,-37-20 224 0 0,2-1-20 0 0,61 3-354 0 0,-56-5 537 0 0,-1 0 0 0 0,1 0-1 0 0,-1-2 1 0 0,0 1 0 0 0,1-1 0 0 0,-1 0 0 0 0,-1-1 0 0 0,1-1 0 0 0,-1 1 0 0 0,1-2 0 0 0,-1 1 0 0 0,-1-1 0 0 0,1 0 0 0 0,12-13 0 0 0,-16 14 48 0 0,-1 0 0 0 0,0-1 1 0 0,0 1-1 0 0,0-1 0 0 0,-1 0 0 0 0,0 0 1 0 0,0 0-1 0 0,-1 0 0 0 0,4-13 1 0 0,-5 16-56 0 0,0 0 69 0 0,-2-2 6 0 0,1 2-33 0 0,0 0 1 0 0,-1 0-1 0 0,1 0 1 0 0,-1-1-1 0 0,0 1 1 0 0,0 0-1 0 0,0 1 0 0 0,0-1 1 0 0,-1 0-1 0 0,1 0 1 0 0,-1 0-1 0 0,1 1 1 0 0,-1-1-1 0 0,0 1 0 0 0,0-1 1 0 0,-1 1-1 0 0,1 0 1 0 0,-4-3-1 0 0,2 3 95 0 0,1 4 67 0 0,-1 2-143 0 0,0 0 0 0 0,0 0 0 0 0,1 1 0 0 0,0-1 0 0 0,-1 1 0 0 0,1 0-1 0 0,1 0 1 0 0,-1 0 0 0 0,1 0 0 0 0,0 1 0 0 0,0-1 0 0 0,0 0 0 0 0,1 1-1 0 0,0-1 1 0 0,0 1 0 0 0,0 0 0 0 0,1-1 0 0 0,0 1 0 0 0,0 0-1 0 0,0-1 1 0 0,1 1 0 0 0,0 0 0 0 0,0-1 0 0 0,0 1 0 0 0,1-1 0 0 0,0 1-1 0 0,0-1 1 0 0,0 0 0 0 0,5 8 0 0 0,-3-8-236 0 0,-1-1 0 0 0,1 0-1 0 0,1 0 1 0 0,-1-1 0 0 0,1 1 0 0 0,-1-1-1 0 0,1 0 1 0 0,0 0 0 0 0,0 0 0 0 0,0-1 0 0 0,0 1-1 0 0,1-1 1 0 0,-1-1 0 0 0,1 1 0 0 0,-1-1 0 0 0,1 0-1 0 0,0 0 1 0 0,-1 0 0 0 0,1-1 0 0 0,6 0 0 0 0,19-1-1635 0 0,0-1 1 0 0,48-9-1 0 0,-64 8 1479 0 0,189-43 44 0 0,-199 45 630 0 0,0-1-47 0 0,15-3-142 0 0,-15 4-1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0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416 37 4008 0 0,'-2'-2'1298'0'0,"-29"-23"1108"0"0,27 22-1821 0 0,-3 2-47 0 0,1-1-373 0 0,4 1-109 0 0,0 1 1 0 0,0-1-1 0 0,0 1 1 0 0,0-1-1 0 0,0 1 1 0 0,0-1-1 0 0,0 1 1 0 0,0 0-1 0 0,0 0 1 0 0,0 0-1 0 0,0 0 0 0 0,0 1 1 0 0,0-1-1 0 0,-4 1 1 0 0,-11 4 188 0 0,1 0-1 0 0,0 1 1 0 0,0 0-1 0 0,1 1 1 0 0,0 1 0 0 0,0 0-1 0 0,0 1 1 0 0,1 1 0 0 0,1 0-1 0 0,-1 1 1 0 0,2 1 0 0 0,0 0-1 0 0,-19 23 1 0 0,18-18-101 0 0,0 1 0 0 0,1 0 1 0 0,1 0-1 0 0,1 1 0 0 0,0 1 1 0 0,2 0-1 0 0,0 0 0 0 0,1 0 1 0 0,2 1-1 0 0,-7 35 0 0 0,11-46-117 0 0,1 0-1 0 0,0 1 0 0 0,0-1 0 0 0,1 0 1 0 0,0 1-1 0 0,1-1 0 0 0,0 0 1 0 0,0 0-1 0 0,1 0 0 0 0,1 0 0 0 0,0-1 1 0 0,0 1-1 0 0,0-1 0 0 0,2 0 1 0 0,-1 0-1 0 0,1-1 0 0 0,0 1 0 0 0,13 12 1 0 0,-11-13-5 0 0,-6-7-23 0 0,-1 1-1 0 0,1 0 1 0 0,0-1 0 0 0,0 1 0 0 0,0-1 0 0 0,1 0 0 0 0,-1 1-1 0 0,0-1 1 0 0,0 0 0 0 0,1 0 0 0 0,-1-1 0 0 0,4 2-1 0 0,-4-2 3 0 0,42 15 7 0 0,-34-15-29 0 0,-1 0-1 0 0,2 0-178 0 0,1-1 0 0 0,-1 0 0 0 0,1 0 0 0 0,-1-2 0 0 0,0 1 0 0 0,0-1 0 0 0,0-1 0 0 0,0 0 0 0 0,0 0 0 0 0,-1-1 0 0 0,0 0 0 0 0,14-10-1 0 0,-16 9-533 0 0,-1 1-1 0 0,0-1 0 0 0,0 0 0 0 0,0 0 0 0 0,-1-1 0 0 0,0 0 0 0 0,10-15 0 0 0,-4 3-1778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1.4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28 412 3592 0 0,'0'0'8764'0'0,"3"-2"-8668"0"0,1-4-71 0 0,-1 1-1 0 0,1-1 1 0 0,-1 0 0 0 0,0 0 0 0 0,0 0 0 0 0,-1 0-1 0 0,0-1 1 0 0,0 1 0 0 0,2-10 0 0 0,9-60 21 0 0,-12 70-37 0 0,4-79-280 0 0,-4 71 268 0 0,1-14-1 0 0,-5-47-1 0 0,2 53 50 0 0,0 17 72 0 0,1 0-51 0 0,-4-14 50 0 0,3 14 621 0 0,-16 11-355 0 0,13-4-312 0 0,-2 5 139 0 0,-4 21-97 0 0,1 1 0 0 0,1 0 1 0 0,1 0-1 0 0,2 1 0 0 0,1 0 1 0 0,2 0-1 0 0,1 55 0 0 0,3-69-89 0 0,1 4-12 0 0,3-1-43 0 0,1-3-224 0 0,0-1 0 0 0,0-1 1 0 0,1 1-1 0 0,1-1 0 0 0,11 13 0 0 0,-17-23-108 0 0,1-3-58 0 0,16 7 45 0 0,-16-6-51 0 0,3-3-508 0 0,-4 1 878 0 0,0-1-77 0 0,1 1 0 0 0,-1 0 0 0 0,0-1-1 0 0,0 1 1 0 0,0-1 0 0 0,0 0 0 0 0,0 0 0 0 0,0 0 0 0 0,0 0 0 0 0,-1-1 0 0 0,1 1 0 0 0,0-1 0 0 0,-1 0 0 0 0,1 1 0 0 0,2-4 0 0 0,1-3 1 0 0,0-1 0 0 0,0 1 1 0 0,-1-1-1 0 0,0-1 0 0 0,0 1 0 0 0,-1-1 1 0 0,0 1-1 0 0,-1-1 0 0 0,0 0 1 0 0,-1 0-1 0 0,0-1 0 0 0,-1 1 0 0 0,1-17 1 0 0,-2 21 706 0 0,0 0-280 0 0,-4-35 1242 0 0,1 29-158 0 0,2 35-1017 0 0,9 88 325 0 0,-8-107-568 0 0,2 1-34 0 0,3 17-33 0 0,-3-16-14 0 0,0-2 1 0 0,22 32 60 0 0,-22-33-53 0 0,2-2-34 0 0,1-1-4 0 0,0 1-1 0 0,-1-1 0 0 0,1 1 0 0 0,-1-1 0 0 0,1-1 0 0 0,8 0 0 0 0,-9 0 15 0 0,1-2 12 0 0,2-1-7 0 0,0-1-1 0 0,0 0 0 0 0,-1 0 0 0 0,0 0 0 0 0,9-9 0 0 0,-13 11-27 0 0,0 0 0 0 0,1-1 0 0 0,-1 1 0 0 0,0-1-1 0 0,-1 1 1 0 0,3-7 0 0 0,1-4-26 0 0,2-2 33 0 0,2-10 86 0 0,-8 21-45 0 0,0 2 17 0 0,2-13-9 0 0,-2 12 1452 0 0,-3 8-1411 0 0,-7 45 175 0 0,8-44-234 0 0,2 1-5 0 0,0 18 4 0 0,-1-17-12 0 0,1-2 3 0 0,3 5-106 0 0,0 1 0 0 0,0-1 1 0 0,1-1-1 0 0,7 12 0 0 0,-10-18-232 0 0,2-1-137 0 0,13 8-132 0 0,-13-8-127 0 0,2-1-121 0 0,9-2-412 0 0,-1 0 0 0 0,0-1-1 0 0,0-1 1 0 0,0 0 0 0 0,16-6-1 0 0,-5-1-2683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1.8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15 3964 0 0,'-3'-2'1332'0'0,"-4"-1"-499"0"0,0 1-1 0 0,0 0 0 0 0,0 0 0 0 0,-10-1 0 0 0,12 2 93 0 0,-1 3-616 0 0,-40 13 583 0 0,42-13-745 0 0,3 0-132 0 0,1-1 0 0 0,-1 1 0 0 0,0-1 0 0 0,1 1 0 0 0,-1-1 0 0 0,0 0 0 0 0,0 1 0 0 0,0-1 0 0 0,0 0 0 0 0,-1 0 0 0 0,1 0 0 0 0,-1 1 0 0 0,1-1 1 0 0,-2 3-10 0 0,2-1 34 0 0,-1 4-9 0 0,1-1-1 0 0,0 1 0 0 0,1 0 1 0 0,-1-1-1 0 0,2 9 1 0 0,-1-10-156 0 0,2 0 141 0 0,-1 1-6 0 0,1 0-7 0 0,20 23 29 0 0,40 32-34 0 0,-60-59-3 0 0,4 6 5 0 0,-6-8 6 0 0,1 0 0 0 0,0 0 0 0 0,-1 1 0 0 0,1-1 0 0 0,-1 1 0 0 0,1-1 0 0 0,-1 0 0 0 0,1 1 0 0 0,-1-1 0 0 0,0 1 0 0 0,1-1 0 0 0,-1 1 0 0 0,1-1 0 0 0,-1 1 0 0 0,0 0 0 0 0,0-1 0 0 0,1 1 0 0 0,-1-1 0 0 0,0 1 0 0 0,0 0 0 0 0,0-1-1 0 0,1 2 1 0 0,-1 0 28 0 0,1-1-1 0 0,-1 1 1 0 0,0 0-1 0 0,0 0 0 0 0,0 0 1 0 0,0-1-1 0 0,0 1 1 0 0,0 0-1 0 0,0 0 0 0 0,-1 0 1 0 0,1-1-1 0 0,0 1 1 0 0,-1 0-1 0 0,0-1 1 0 0,1 1-1 0 0,-1 0 0 0 0,0-1 1 0 0,0 1-1 0 0,-1 2 1 0 0,-1-1 12 0 0,-2 0-28 0 0,-65 17 52 0 0,66-19-131 0 0,-1-1-132 0 0,-15 0-150 0 0,15 0-173 0 0,-3-7-1403 0 0,-1 1 964 0 0,8-1-3346 0 0,7-11-410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2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26 3508 0 0,'0'0'4385'0'0,"-1"-4"-3867"0"0,-1-13-114 0 0,1 13 1480 0 0,6 31-1257 0 0,-2 0-1 0 0,0 54 1 0 0,2 19-201 0 0,3-53-385 0 0,-7-42-96 0 0,1 0 73 0 0,0 1-93 0 0,1-1 0 0 0,0 1 0 0 0,0-1 0 0 0,0 0 1 0 0,4 6-1 0 0,-4-8-231 0 0,1-2-567 0 0,11 3 246 0 0,-11-3-316 0 0,0-3-317 0 0,1 1 775 0 0,13-7-3127 0 0,-3-2-802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2.3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26 2632 0 0,'0'0'2606'0'0,"-4"0"-1723"0"0,-14-2-219 0 0,13 1 1096 0 0,12 1-1499 0 0,65-5 243 0 0,22-1-1367 0 0,-29-1-3716 0 0,-39 3 751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2.7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58 2800 0 0,'-4'2'1156'0'0,"-11"4"-197"0"0,11-4 926 0 0,-2 4-1222 0 0,5-6-615 0 0,1 1-1 0 0,-1-1 1 0 0,1 0 0 0 0,0 0-1 0 0,-1 0 1 0 0,1 0 0 0 0,-1 1-1 0 0,1-1 1 0 0,0 0-1 0 0,-1 1 1 0 0,1-1 0 0 0,0 0-1 0 0,-1 0 1 0 0,1 1 0 0 0,0-1-1 0 0,0 0 1 0 0,-1 1 0 0 0,1-1-1 0 0,0 1 1 0 0,0-1 0 0 0,0 0-1 0 0,0 1 1 0 0,-1-1-1 0 0,1 1 1 0 0,0-1 0 0 0,0 0-1 0 0,0 1 1 0 0,0-1 0 0 0,0 1-1 0 0,0-1 1 0 0,0 1 0 0 0,0-1-1 0 0,0 0 1 0 0,0 1 0 0 0,0 0-1 0 0,2 1 12 0 0,-1-1 1 0 0,1 1-1 0 0,-1 0 0 0 0,1-1 0 0 0,0 1 1 0 0,-1-1-1 0 0,1 1 0 0 0,0-1 0 0 0,0 0 1 0 0,0 0-1 0 0,0 0 0 0 0,0 0 0 0 0,0 0 1 0 0,4 1-1 0 0,-1-1 166 0 0,0-2-121 0 0,16-2-6 0 0,-15 2 3 0 0,-2 0-12 0 0,15-6-26 0 0,-14 6-28 0 0,-1-2-1 0 0,36-23 8 0 0,-37 23-8 0 0,-2 3-33 0 0,-1 0 0 0 0,1 0 0 0 0,-1-1 0 0 0,1 1 0 0 0,-1 0 0 0 0,1 0 0 0 0,-1-1 0 0 0,0 1 0 0 0,1 0 0 0 0,-1-1 0 0 0,1 1 0 0 0,-1 0 0 0 0,0-1 0 0 0,1 1 0 0 0,-1 0 0 0 0,0-1 0 0 0,0 1 0 0 0,1-1 0 0 0,-1 1 0 0 0,0-1 0 0 0,0 1 0 0 0,0-1 0 0 0,0 1 0 0 0,1-1 0 0 0,-1 1 0 0 0,0-1 0 0 0,0 0-1 0 0,0 1 0 0 0,0-1 0 0 0,0 1 0 0 0,0-1 0 0 0,0 1 0 0 0,1 0 0 0 0,-1-1 0 0 0,0 1 0 0 0,0-1 0 0 0,0 1 0 0 0,1-1 0 0 0,-1 1 0 0 0,0 0 0 0 0,1-1 0 0 0,-1 1 0 0 0,0-1 0 0 0,1 1-1 0 0,-1 0 1 0 0,0 0 0 0 0,1-1 0 0 0,-1 1 0 0 0,1 0 0 0 0,-1-1 0 0 0,0 1 0 0 0,1 0 0 0 0,0 0 0 0 0,1-4-53 0 0,2-14-15 0 0,-4 17 74 0 0,0 1-1 0 0,1-1 0 0 0,-1 1 0 0 0,0-1 1 0 0,0 0-1 0 0,0 1 0 0 0,0-1 1 0 0,0 0-1 0 0,0 1 0 0 0,0-1 1 0 0,0 1-1 0 0,0-1 0 0 0,0 0 0 0 0,0 1 1 0 0,0-1-1 0 0,0 1 0 0 0,0-1 1 0 0,-1 0-1 0 0,1 1 0 0 0,0-1 0 0 0,0 1 1 0 0,-1-1-1 0 0,1 1 0 0 0,0-1 1 0 0,-1 1-1 0 0,1-1 0 0 0,-1 1 1 0 0,1-1-1 0 0,-1 1 0 0 0,1-1 0 0 0,-1 1 1 0 0,1 0-1 0 0,-1-1 0 0 0,1 1 1 0 0,-1 0-1 0 0,1-1 0 0 0,-1 1 1 0 0,0 0-1 0 0,1 0 0 0 0,-1 0 0 0 0,1 0 1 0 0,-1-1-1 0 0,0 1 0 0 0,-5 1 83 0 0,0-1-1 0 0,1 1 0 0 0,-1 0 1 0 0,1 0-1 0 0,-1 1 0 0 0,1 0 1 0 0,-1 0-1 0 0,1 0 0 0 0,0 0 1 0 0,0 1-1 0 0,0 0 0 0 0,0 0 1 0 0,-7 6-1 0 0,8-5-11 0 0,0 0 0 0 0,0 1 0 0 0,0-1-1 0 0,1 1 1 0 0,0-1 0 0 0,0 1 0 0 0,0 0 0 0 0,0 0 0 0 0,1 1-1 0 0,-1-1 1 0 0,2 0 0 0 0,-1 1 0 0 0,0-1 0 0 0,1 1-1 0 0,0 0 1 0 0,0-1 0 0 0,1 1 0 0 0,0 0 0 0 0,0 0 0 0 0,0-1-1 0 0,0 1 1 0 0,1 0 0 0 0,0-1 0 0 0,3 11 0 0 0,-1-8-14 0 0,1-1 1 0 0,-1 1-1 0 0,1 0 1 0 0,1-1-1 0 0,-1 0 1 0 0,10 11-1 0 0,-11-15-86 0 0,0 1-1 0 0,1-1 0 0 0,-1 0 1 0 0,1 0-1 0 0,0-1 0 0 0,0 1 0 0 0,0-1 1 0 0,0 0-1 0 0,0 0 0 0 0,0 0 1 0 0,0-1-1 0 0,1 1 0 0 0,-1-1 1 0 0,1 0-1 0 0,-1 0 0 0 0,7 0 1 0 0,1-1-495 0 0,0 0 0 0 0,0-1 1 0 0,0-1-1 0 0,0 0 1 0 0,0 0-1 0 0,12-5 0 0 0,-11 3-843 0 0,0-1 0 0 0,-1-1 0 0 0,13-7 0 0 0,-5 1-3686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3.3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3424 0 0,'0'0'3247'0'0,"1"-5"-2537"0"0,4-14-99 0 0,-4 15 1058 0 0,2 2-1424 0 0,12-7-49 0 0,-11 7 124 0 0,-1 4-186 0 0,2 1-97 0 0,0 0-1 0 0,0 0 0 0 0,-1 1 0 0 0,1 0 1 0 0,-1 0-1 0 0,0 0 0 0 0,-1 0 0 0 0,1 1 1 0 0,-1 0-1 0 0,1-1 0 0 0,-1 1 0 0 0,-1 1 1 0 0,1-1-1 0 0,-1 0 0 0 0,0 0 0 0 0,3 11 1 0 0,-4-12-14 0 0,1 0 24 0 0,-2 1 6 0 0,3 17 5 0 0,-3-16 42 0 0,0-2 33 0 0,1 14 24 0 0,0-13 289 0 0,-2 0-172 0 0,-13 37 1955 0 0,12-39-1126 0 0,2-3-1097 0 0,0-1 0 0 0,0 1 0 0 0,0 0 0 0 0,0-1 0 0 0,0 1 0 0 0,0-1 0 0 0,0 1 0 0 0,-1 0 0 0 0,1-1 0 0 0,0 1 0 0 0,0 0 0 0 0,0-1-1 0 0,0 1 1 0 0,-1 0 0 0 0,1-1 0 0 0,0 1 0 0 0,0 0 0 0 0,-1-1 0 0 0,1 1 0 0 0,0 0 0 0 0,-1 0 0 0 0,1-1 0 0 0,0 1 0 0 0,-1 0 0 0 0,1 0 0 0 0,0 0 0 0 0,-1-1 0 0 0,0 1 0 0 0,1 0 0 0 0,-1 0-1 0 0,1-1 1 0 0,-1 1 0 0 0,1 0 0 0 0,-1-1 0 0 0,1 1 0 0 0,-1 0-1 0 0,1-1 1 0 0,-1 1 0 0 0,1-1 0 0 0,0 1 0 0 0,-1 0 0 0 0,1-1-1 0 0,0 1 1 0 0,-1-1 0 0 0,1 1 0 0 0,0-1 0 0 0,0 1 0 0 0,-1-1-1 0 0,1 1 1 0 0,0-1 0 0 0,0 0 0 0 0,0 1 0 0 0,0-1 0 0 0,0 1-1 0 0,0-1 1 0 0,0 1 0 0 0,0-1 0 0 0,0 0 0 0 0,0 1 0 0 0,0-2-1 0 0,1-6-42 0 0,0-1 0 0 0,1 1 0 0 0,0-1 0 0 0,0 1 0 0 0,1 0 0 0 0,0 0-1 0 0,1 0 1 0 0,-1 0 0 0 0,1 0 0 0 0,1 1 0 0 0,6-9 0 0 0,-2 4-620 0 0,1 1 1 0 0,0 1-1 0 0,1-1 1 0 0,0 2 0 0 0,21-15-1 0 0,-24 19-504 0 0,0 0 0 0 0,1 1 0 0 0,0 1-1 0 0,0-1 1 0 0,0 1 0 0 0,11-2 0 0 0,-16 4-2442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3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2384 0 0,'0'0'11185'0'0,"0"5"-10935"0"0,-4 42 334 0 0,2-26-887 0 0,0 0 0 0 0,3 39 1 0 0,0-55-347 0 0,9 17-2475 0 0,13-8-6558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3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41 3160 0 0,'-3'-3'1233'0'0,"-11"-8"-204"0"0,11 8-195 0 0,0 1-151 0 0,-1 0-493 0 0,0 1-1 0 0,0-1 1 0 0,0 1 0 0 0,0 0 0 0 0,0 0 0 0 0,0 0 0 0 0,-1 1 0 0 0,1-1 0 0 0,0 1-1 0 0,0 0 1 0 0,0 0 0 0 0,-1 1 0 0 0,-5 1 0 0 0,6-1-34 0 0,-3 5 48 0 0,6-6-186 0 0,0 0-1 0 0,0 1 1 0 0,1-1-1 0 0,-1 1 1 0 0,0-1-1 0 0,0 1 1 0 0,0-1 0 0 0,0 1-1 0 0,0-1 1 0 0,1 1-1 0 0,-1 0 1 0 0,0-1 0 0 0,1 1-1 0 0,-1 0 1 0 0,0 1-1 0 0,-5 14 10 0 0,6-16-26 0 0,-1 1-1 0 0,1-1 1 0 0,0 1 0 0 0,0-1-1 0 0,0 1 1 0 0,0-1 0 0 0,0 1-1 0 0,0-1 1 0 0,0 1 0 0 0,0 0-1 0 0,0-1 1 0 0,0 1 0 0 0,0-1 0 0 0,0 1-1 0 0,1-1 1 0 0,-1 1 0 0 0,0-1-1 0 0,0 1 1 0 0,0-1 0 0 0,1 1-1 0 0,-1-1 1 0 0,0 1 0 0 0,1-1-1 0 0,-1 1 1 0 0,0-1 0 0 0,1 0-1 0 0,-1 1 1 0 0,1-1 0 0 0,-1 0-1 0 0,0 1 1 0 0,1-1 0 0 0,-1 0-1 0 0,1 1 1 0 0,-1-1 0 0 0,1 0 0 0 0,-1 0-1 0 0,1 0 1 0 0,-1 0 0 0 0,1 1-1 0 0,0-1 1 0 0,0 0 43 0 0,3-1 25 0 0,0 0 0 0 0,-1 0 1 0 0,1-1-1 0 0,0 1 0 0 0,0-1 0 0 0,-1 0 0 0 0,1 0 0 0 0,3-3 1 0 0,-4 3 380 0 0,-1-2-342 0 0,3-12-49 0 0,-3 12 86 0 0,-3 4-285 0 0,1 0 0 0 0,-1-1 0 0 0,1 1-1 0 0,0 0 1 0 0,-1-1 0 0 0,1 1 0 0 0,0-1-1 0 0,-1 1 1 0 0,1 0 0 0 0,0-1 0 0 0,-1 1-1 0 0,1-1 1 0 0,0 1 0 0 0,0-1 0 0 0,-1 1-1 0 0,1-1 1 0 0,0 1 0 0 0,0-1 0 0 0,0 1-1 0 0,0-1 1 0 0,0 1 0 0 0,0-1 0 0 0,0 0-1 0 0,0 1-59 0 0,0-1 0 0 0,0 1 0 0 0,0-1 0 0 0,0 1 0 0 0,0-1 0 0 0,-1 1 0 0 0,1-1 0 0 0,0 1 0 0 0,0-1 0 0 0,0 1 0 0 0,0-1 0 0 0,-1 1 0 0 0,1-1 0 0 0,0 1 0 0 0,-1-1 0 0 0,1 1 0 0 0,0-1 0 0 0,-1 1 0 0 0,1 0 0 0 0,0-1 0 0 0,-1 1 0 0 0,1 0 0 0 0,-1-1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4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0 3716 0 0,'0'0'4023'0'0,"0"5"-3405"0"0,-1 15 36 0 0,0-15 497 0 0,1 0-693 0 0,-1 13-56 0 0,1-14 186 0 0,0 2-344 0 0,1 17-10 0 0,-1-17-82 0 0,1-1-42 0 0,2 9 0 0 0,0 0 0 0 0,1 0 0 0 0,1 0 1 0 0,10 21-1 0 0,-14-32 57 0 0,4-2-90 0 0,13 1-8 0 0,-14-2-2 0 0,13-10 67 0 0,-9 3-60 0 0,0-1 0 0 0,0 0 0 0 0,-1 0 0 0 0,0-1 0 0 0,-1 1 0 0 0,7-13 0 0 0,-6 11 58 0 0,19-28 472 0 0,-23 34-395 0 0,0 0-28 0 0,8-11-11 0 0,-8 11-46 0 0,1-1 46 0 0,-4 4-158 0 0,0 1 1 0 0,0-1 0 0 0,1 1 0 0 0,-1 0 0 0 0,0-1 0 0 0,0 1 0 0 0,0-1 0 0 0,1 1-1 0 0,-1 0 1 0 0,0-1 0 0 0,1 1 0 0 0,-1 0 0 0 0,0-1 0 0 0,1 1 0 0 0,-1 0-1 0 0,0-1 1 0 0,1 1 0 0 0,-1 0 0 0 0,0 0 0 0 0,1 0 0 0 0,-1-1 0 0 0,1 1 0 0 0,-1 0-1 0 0,0 0 1 0 0,1 0 0 0 0,-1 0 0 0 0,1 0 0 0 0,-1 0 0 0 0,1 0 0 0 0,-1 0 0 0 0,1 0-1 0 0,-1 0 1 0 0,1 0 0 0 0,1 2-7 0 0,0 0 0 0 0,-1 0 0 0 0,1 0 1 0 0,-1 0-1 0 0,0 0 0 0 0,0 0 0 0 0,0 1 0 0 0,0-1 0 0 0,0 0 0 0 0,0 1 0 0 0,-1-1 1 0 0,1 1-1 0 0,-1-1 0 0 0,1 1 0 0 0,-1-1 0 0 0,0 4 0 0 0,0-1 34 0 0,0 3 81 0 0,0 6-136 0 0,-1-5-216 0 0,1 0 0 0 0,1 0 1 0 0,-1-1-1 0 0,1 1 0 0 0,0 0 0 0 0,1 0 0 0 0,0-1 1 0 0,1 1-1 0 0,0-1 0 0 0,0 1 0 0 0,4 7 1 0 0,22 13-2057 0 0,-25-25 1572 0 0,0-1 0 0 0,0 0 0 0 0,1-1 0 0 0,0 1 0 0 0,-1-1-1 0 0,1 0 1 0 0,0 0 0 0 0,9 2 0 0 0,19 3-3963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4:15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186 53 3872 0 0,'0'-5'1387'0'0,"1"-14"-245"0"0,0 14-195 0 0,-18-5 675 0 0,13 7-950 0 0,-1 2-100 0 0,-16-5-160 0 0,15 4-36 0 0,0 2-75 0 0,-19-1-44 0 0,19 0-19 0 0,1 3-50 0 0,0-1-159 0 0,0 1-1 0 0,0 0 1 0 0,0 0-1 0 0,1 0 1 0 0,-1 0-1 0 0,1 1 1 0 0,-1 0-1 0 0,1 0 1 0 0,0 0-1 0 0,0 0 1 0 0,0 1-1 0 0,1-1 1 0 0,-1 1-1 0 0,1 0 1 0 0,0 0-1 0 0,0 1 1 0 0,0-1-1 0 0,1 0 1 0 0,-1 1-1 0 0,1 0 0 0 0,0-1 1 0 0,0 1-1 0 0,1 0 1 0 0,0 0-1 0 0,-1 0 1 0 0,2 0-1 0 0,-2 7 1 0 0,1-4-63 0 0,0-1-1 0 0,1 1 1 0 0,0-1 0 0 0,0 1 0 0 0,1 0 0 0 0,-1-1-1 0 0,2 1 1 0 0,-1-1 0 0 0,1 1 0 0 0,0-1 0 0 0,0 0-1 0 0,1 0 1 0 0,0 0 0 0 0,1 0 0 0 0,4 7-1 0 0,-6-12 4 0 0,0 0-1 0 0,0 0 1 0 0,0 0-1 0 0,1-1 1 0 0,-1 1-1 0 0,1 0 1 0 0,-1-1-1 0 0,1 0 1 0 0,0 1-1 0 0,0-1 1 0 0,-1 0-1 0 0,1-1 0 0 0,0 1 1 0 0,0 0-1 0 0,3 0 1 0 0,-3-1 49 0 0,2 1-76 0 0,2-1 16 0 0,0-2 79 0 0,1 1-1 0 0,-1-1 0 0 0,1 0 1 0 0,-1 0-1 0 0,0-1 0 0 0,0 0 1 0 0,0 0-1 0 0,0-1 0 0 0,-1 0 0 0 0,12-8 1 0 0,-9 4 293 0 0,-1-1 0 0 0,0 1 0 0 0,-1-1 1 0 0,0-1-1 0 0,0 1 0 0 0,-1-1 0 0 0,0-1 1 0 0,-1 1-1 0 0,9-22 0 0 0,-13 28 149 0 0,0 0-159 0 0,4-15-71 0 0,-4 14 366 0 0,-1 0-468 0 0,1-14 8 0 0,-1 15 482 0 0,-1 4-630 0 0,0 1-1 0 0,0-1 0 0 0,1 1 0 0 0,-1 0 1 0 0,0-1-1 0 0,0 1 0 0 0,0 0 0 0 0,1 0 1 0 0,-1 0-1 0 0,0 0 0 0 0,1 0 0 0 0,-1 0 1 0 0,0 0-1 0 0,1 0 0 0 0,-1 0 0 0 0,1 0 1 0 0,0 0-1 0 0,-1 0 0 0 0,1 0 0 0 0,0 0 1 0 0,0 0-1 0 0,0 0 0 0 0,0 0 0 0 0,-1 0 1 0 0,2 3-1 0 0,-3 20 27 0 0,3 10 26 0 0,1 0 0 0 0,2 0 1 0 0,1 0-1 0 0,10 37 0 0 0,-2-11 44 0 0,16 78-152 0 0,18 94 43 0 0,-40-182 19 0 0,-2 0 0 0 0,-3 84-1 0 0,-3-123-17 0 0,0 0 0 0 0,0 0-1 0 0,-1-1 1 0 0,0 1 0 0 0,-6 15 0 0 0,6-22 7 0 0,1 0 1 0 0,-1-1 0 0 0,0 1 0 0 0,-1 0-1 0 0,1-1 1 0 0,-1 1 0 0 0,1-1 0 0 0,-1 0 0 0 0,0 0-1 0 0,0 0 1 0 0,0 0 0 0 0,-1 0 0 0 0,1-1-1 0 0,-1 1 1 0 0,-6 2 0 0 0,7-4 20 0 0,0 0-1 0 0,0 0 1 0 0,0 0-1 0 0,0-1 1 0 0,0 1 0 0 0,0-1-1 0 0,0 0 1 0 0,0 0 0 0 0,0 0-1 0 0,0-1 1 0 0,0 1-1 0 0,-1-1 1 0 0,1 1 0 0 0,0-1-1 0 0,-4-2 1 0 0,-40-21 301 0 0,30 12-254 0 0,0 0 1 0 0,1-2-1 0 0,0 0 1 0 0,2-1-1 0 0,-1 0 1 0 0,2-1-1 0 0,0-1 0 0 0,1 0 1 0 0,1-1-1 0 0,0 0 1 0 0,2-1-1 0 0,0 0 0 0 0,1 0 1 0 0,-10-38-1 0 0,16 49-206 0 0,1 0-1 0 0,0 0 1 0 0,0-1 0 0 0,1 1-1 0 0,0 0 1 0 0,1 0 0 0 0,0 0-1 0 0,0 0 1 0 0,0 0-1 0 0,1 0 1 0 0,1 0 0 0 0,-1 0-1 0 0,1 1 1 0 0,0-1 0 0 0,1 1-1 0 0,0 0 1 0 0,0 0 0 0 0,1 0-1 0 0,-1 1 1 0 0,1-1-1 0 0,8-7 1 0 0,1 0-1179 0 0,0 1 0 0 0,30-24-1 0 0,32-11-6160 0 0,-54 37 1651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17.1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2192 0 0,'0'0'10792'0'0,"-1"4"-10757"0"0,1 24 185 0 0,6 41 1 0 0,11 153-109 0 0,2-55 203 0 0,-18-163-284 0 0,0 2 18 0 0,2 17 7 0 0,-2-17-26 0 0,0-1-11 0 0,2 14-5 0 0,-2-14 1 0 0,0-1-4 0 0,0 4 82 0 0,0 2 143 0 0,1-1 1 0 0,0 1-1 0 0,0-1 1 0 0,1 1 0 0 0,1-1-1 0 0,5 12 1 0 0,-7-18-39 0 0,3-3-166 0 0,16 2-38 0 0,-15-1-26 0 0,-1-1-57 0 0,14 1 74 0 0,-15-1 32 0 0,2 1-10 0 0,17 0-5 0 0,-18-1 5 0 0,2 1-1 0 0,18 1-15 0 0,-18-2 17 0 0,-1 0 28 0 0,20 2 38 0 0,-19-2-66 0 0,-2 0-6 0 0,19 1-5 0 0,-18-1-5 0 0,-1 1 5 0 0,42 1-51 0 0,-42-1 49 0 0,0-2-14 0 0,8-1 620 0 0,-11 1-1201 0 0,0 0 0 0 0,0 1 0 0 0,0-1-1 0 0,0 0 1 0 0,-1 0 0 0 0,1-1 0 0 0,0 1 0 0 0,-1 0-1 0 0,1-1 1 0 0,-1 1 0 0 0,1-1 0 0 0,-1 1 0 0 0,1-1 0 0 0,1-2-1 0 0,3-11-171 0 0,-5 11-43 0 0,4-5-779 0 0,-4 8 1443 0 0,0 0 0 0 0,0 0 0 0 0,0-1 0 0 0,-1 1-1 0 0,1 0 1 0 0,-1-1 0 0 0,1 1 0 0 0,-1 0 0 0 0,0-1 0 0 0,1 1 0 0 0,-1-1 0 0 0,0-2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17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7 1644 0 0,'0'0'3450'0'0,"-3"-2"-2949"0"0,2 2-434 0 0,1 0 1 0 0,-1-1-1 0 0,1 1 1 0 0,-1-1 0 0 0,1 1-1 0 0,-1 0 1 0 0,1-1-1 0 0,-1 1 1 0 0,0 0 0 0 0,1 0-1 0 0,-1-1 1 0 0,1 1 0 0 0,-1 0-1 0 0,0 0 1 0 0,1 0-1 0 0,-1 0 1 0 0,0 0 0 0 0,1 0-1 0 0,-1 0 1 0 0,0 0-1 0 0,1 0 1 0 0,-1 0 0 0 0,0 0-1 0 0,1 0 1 0 0,-1 0 0 0 0,1 1-1 0 0,-1-1 1 0 0,0 0-1 0 0,1 1 1 0 0,-1-1 0 0 0,1 0-1 0 0,-1 1 1 0 0,1-1 0 0 0,-1 0-1 0 0,1 1 1 0 0,-1-1-1 0 0,1 1 1 0 0,-1-1 0 0 0,1 1-1 0 0,0-1 1 0 0,-1 1-1 0 0,1-1 1 0 0,0 1 0 0 0,-1-1-1 0 0,1 1 1 0 0,0 0 0 0 0,-1 0-1 0 0,-1 2 284 0 0,9 4-182 0 0,3 6 72 0 0,28 10 192 0 0,-34-22-385 0 0,1 1 11 0 0,13 3-12 0 0,-14-4 30 0 0,2 0-51 0 0,15 2 6 0 0,-16-2 97 0 0,0-1-42 0 0,19-2 190 0 0,-5 0 876 0 0,-33 9-838 0 0,11-5-272 0 0,0-1 1 0 0,0 1-1 0 0,0 0 1 0 0,0 0-1 0 0,1 1 1 0 0,-1-1-1 0 0,1 0 1 0 0,-1 1 0 0 0,1 0-1 0 0,0-1 1 0 0,-2 5-1 0 0,-21 36 424 0 0,23-40-428 0 0,-2 4 28 0 0,0 1 0 0 0,0 0 0 0 0,1 0 0 0 0,0 1 0 0 0,0-1 0 0 0,1 1 0 0 0,1 0 0 0 0,-2 12 0 0 0,3-18-128 0 0,0 4 103 0 0,1-1-1 0 0,-1 1 0 0 0,1 0 0 0 0,4 10 0 0 0,-4-14-157 0 0,0-1 1 0 0,0 1-1 0 0,0 0 0 0 0,0-1 1 0 0,1 1-1 0 0,-1-1 1 0 0,1 1-1 0 0,0-1 0 0 0,0 0 1 0 0,0 0-1 0 0,0 0 0 0 0,0 0 1 0 0,0 0-1 0 0,0 0 0 0 0,1 0 1 0 0,-1-1-1 0 0,6 3 0 0 0,39 5-7086 0 0,-41-9 2466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18.6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4208 0 0,'0'0'8220'0'0,"2"5"-8043"0"0,51 167 1729 0 0,-52-169-1788 0 0,4 17 36 0 0,-3-15-130 0 0,-1 0 40 0 0,1-1-2 0 0,3 12-15 0 0,-3-12 40 0 0,-1 0-60 0 0,1 1-242 0 0,1 2 263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18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16 2928 0 0,'0'0'2794'0'0,"-2"-2"-1815"0"0,-9-11 2959 0 0,5 13-3808 0 0,-24 4 103 0 0,27-1-226 0 0,-1-1 1 0 0,1 0-1 0 0,0 1 0 0 0,-1-1 0 0 0,1 1 0 0 0,0 0 0 0 0,-4 6 0 0 0,5-7-46 0 0,-5 5-345 0 0,1-1 1 0 0,0 1 0 0 0,1 0 0 0 0,0 1 0 0 0,-6 10-1 0 0,-4 21-4528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19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 3284 0 0,'0'0'8157'0'0,"5"1"-7792"0"0,16 2-31 0 0,0-1 0 0 0,0 0-1 0 0,0-2 1 0 0,36-4 0 0 0,-52 4-317 0 0,41-3-41 0 0,97-9-2044 0 0,-136 12 1278 0 0,16-3-3049 0 0,-18 2 1352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19.6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15 3756 0 0,'0'0'3336'0'0,"-2"-3"-2651"0"0,-11-8 2288 0 0,13 11-2958 0 0,0 1 0 0 0,0-1 0 0 0,0 1-1 0 0,0-1 1 0 0,-1 1 0 0 0,1-1 0 0 0,0 0-1 0 0,0 1 1 0 0,0-1 0 0 0,-1 1 0 0 0,1-1-1 0 0,0 1 1 0 0,0-1 0 0 0,-1 0 0 0 0,1 1-1 0 0,0-1 1 0 0,-1 1 0 0 0,1-1 0 0 0,-1 0-1 0 0,1 0 1 0 0,0 1 0 0 0,-2-1 0 0 0,2 1-2 0 0,0-1 0 0 0,-1 0 0 0 0,1 1 0 0 0,-1-1 0 0 0,1 0 0 0 0,-1 1 1 0 0,1-1-1 0 0,0 0 0 0 0,-1 1 0 0 0,1-1 0 0 0,0 1 0 0 0,-1-1 0 0 0,1 1 1 0 0,0-1-1 0 0,-1 1 0 0 0,1-1 0 0 0,0 1 0 0 0,0-1 0 0 0,0 1 0 0 0,0-1 0 0 0,0 1 1 0 0,0-1-1 0 0,-1 1 0 0 0,1 0 0 0 0,0-1 0 0 0,0 1 0 0 0,1-1 0 0 0,-1 1 1 0 0,0-1-1 0 0,0 1 0 0 0,0-1 0 0 0,1 2 0 0 0,3 10 74 0 0,2 0 0 0 0,0 0 0 0 0,0-1 0 0 0,1 1 0 0 0,10 12-1 0 0,-14-21-34 0 0,-1-2-39 0 0,-1-1 1 0 0,1 1 0 0 0,-1 0 0 0 0,1 1-1 0 0,-1-1 1 0 0,1 0 0 0 0,-1 0-1 0 0,1 1 1 0 0,-1-1 0 0 0,2 3-1 0 0,1 0 112 0 0,-1-2 10 0 0,3 0-25 0 0,-1 1-1 0 0,0-1 0 0 0,0-1 0 0 0,1 1 0 0 0,-1-1 0 0 0,1 0 0 0 0,0 0 0 0 0,-1 0 0 0 0,1-1 0 0 0,6 0 1 0 0,-8-1 239 0 0,-3-3-334 0 0,2-11-12 0 0,-2 11 10 0 0,-5 4-5 0 0,1 1 0 0 0,-1-1 0 0 0,1 1-1 0 0,-1 0 1 0 0,1 0 0 0 0,-1 1 0 0 0,1-1-1 0 0,-1 1 1 0 0,1-1 0 0 0,0 1 0 0 0,0 0-1 0 0,0 0 1 0 0,0 1 0 0 0,0-1 0 0 0,1 0 0 0 0,-1 1-1 0 0,-2 3 1 0 0,-2 3 25 0 0,0 0-1 0 0,1 0 1 0 0,0 0-1 0 0,-7 17 1 0 0,7-14-30 0 0,1 0 0 0 0,1 0 1 0 0,0 0-1 0 0,1 0 0 0 0,0 0 0 0 0,0 1 1 0 0,2 0-1 0 0,-1-1 0 0 0,2 1 0 0 0,-1 0 1 0 0,2 0-1 0 0,3 21 0 0 0,-4-32-52 0 0,0 1-1 0 0,1-1 1 0 0,-1 0 0 0 0,1 0 0 0 0,0 0-1 0 0,-1 0 1 0 0,1 0 0 0 0,0 0 0 0 0,0 0-1 0 0,0-1 1 0 0,0 1 0 0 0,1 0 0 0 0,1 2-1 0 0,1 1-161 0 0,4 4-715 0 0,-3-4 541 0 0,-4-3 212 0 0,1-1 0 0 0,-1 1 1 0 0,1-1-1 0 0,-1 1 1 0 0,1-1-1 0 0,-1 0 1 0 0,1 0-1 0 0,0 1 1 0 0,0-1-1 0 0,0-1 1 0 0,0 1-1 0 0,0 0 0 0 0,0 0 1 0 0,0-1-1 0 0,3 1 1 0 0,29 8-3314 0 0,-3-4-2447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20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4052 0 0,'0'0'9351'0'0,"0"7"-8991"0"0,29 227 1790 0 0,-11-124-1980 0 0,-13-81-442 0 0,-5-24-41 0 0,2 0-181 0 0,2 14-167 0 0,-3-15-195 0 0,2-1-1470 0 0,8 6 1345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20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317 0 3320 0 0,'0'0'6751'0'0,"-3"4"-6331"0"0,-68 82 1005 0 0,46-53-1026 0 0,-35 36 1 0 0,39-50-222 0 0,0-2 0 0 0,-45 29 0 0 0,62-44-148 0 0,0 0-4 0 0,3-2-27 0 0,1 1 0 0 0,-1 0-1 0 0,0-1 1 0 0,0 1 0 0 0,0-1-1 0 0,0 1 1 0 0,0-1 0 0 0,0 1-1 0 0,0-1 1 0 0,0 0 0 0 0,0 0-1 0 0,0 1 1 0 0,0-1 0 0 0,0 0-1 0 0,0 0 1 0 0,0 0 0 0 0,0 0-1 0 0,0 0 1 0 0,0 0 0 0 0,0 0-1 0 0,-2-1 1 0 0,-12-4-14 0 0,12 3-3 0 0,3-3-56 0 0,3-17 7 0 0,-3 16-1 0 0,3 2 3 0 0,0-2 40 0 0,1 0 0 0 0,0 0 1 0 0,1 0-1 0 0,0 1 1 0 0,-1-1-1 0 0,2 1 0 0 0,-1 0 1 0 0,0 1-1 0 0,1 0 1 0 0,0-1-1 0 0,0 2 1 0 0,1-1-1 0 0,-1 1 0 0 0,10-4 1 0 0,-13 6 60 0 0,4 0 7 0 0,-1 1 0 0 0,0 0 0 0 0,1 1 0 0 0,-1-1 0 0 0,0 1 0 0 0,0 0 0 0 0,0 1-1 0 0,0 0 1 0 0,0 0 0 0 0,0 0 0 0 0,0 0 0 0 0,9 7 0 0 0,11 14 107 0 0,-2 1 0 0 0,25 30 0 0 0,-25-26-153 0 0,-21-25-248 0 0,1 1 0 0 0,0-1 0 0 0,0 1 0 0 0,0-1-1 0 0,0 0 1 0 0,1-1 0 0 0,8 5 0 0 0,-9-5 253 0 0,1 0-946 0 0,0-2-328 0 0,2 1 747 0 0,4 0-95 0 0,6-2-2733 0 0,7-3-1527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20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2820 0 0,'0'0'8966'0'0,"5"1"-8630"0"0,58 0 386 0 0,5-5-339 0 0,-16 3-293 0 0,26-7-626 0 0,-18 1-3458 0 0,-55 6 770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22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65 3284 0 0,'0'0'8352'0'0,"3"4"-8116"0"0,13 20 236 0 0,26 51 1 0 0,-41-72-399 0 0,1 1 19 0 0,15 34 377 0 0,-15-34 1744 0 0,-4-8-2157 0 0,-1-4-40 0 0,0 0 1 0 0,1 0 0 0 0,1 0-1 0 0,-1 0 1 0 0,1-1-1 0 0,1-15 1 0 0,0 19-6 0 0,2 1-5 0 0,0-1-4 0 0,1 2-1 0 0,-1-1 1 0 0,1 0 0 0 0,-1 0 0 0 0,1 1 0 0 0,0 0-1 0 0,0-1 1 0 0,1 1 0 0 0,-1 0 0 0 0,1 0 0 0 0,-1 1-1 0 0,1-1 1 0 0,0 1 0 0 0,8-4 0 0 0,-4 3-19 0 0,0 1 0 0 0,0-1 0 0 0,0 1 0 0 0,0 0 0 0 0,1 1 0 0 0,-1 0 0 0 0,0 1 0 0 0,1-1 0 0 0,-1 1 0 0 0,1 1 0 0 0,-1 0 0 0 0,10 2 0 0 0,-12-1 16 0 0,0 0 0 0 0,0 1 0 0 0,0-1 0 0 0,-1 2 0 0 0,1-1 0 0 0,-1 0 0 0 0,0 1-1 0 0,1 0 1 0 0,4 6 0 0 0,-7-8 13 0 0,-1 2 68 0 0,12 38-176 0 0,-14-38 260 0 0,-5 20-280 0 0,-8-5 296 0 0,11-20-174 0 0,1 0-1 0 0,-1 0 0 0 0,1-1 1 0 0,0 1-1 0 0,-1-1 1 0 0,1 1-1 0 0,0-1 1 0 0,0 1-1 0 0,0-1 1 0 0,0 1-1 0 0,0-1 0 0 0,0 0 1 0 0,0 0-1 0 0,1 1 1 0 0,-1-1-1 0 0,1 0 1 0 0,-1 0-1 0 0,1 0 0 0 0,0 0 1 0 0,-1-2-1 0 0,1 3-15 0 0,0-3-21 0 0,0-1 14 0 0,1-5 6 0 0,0 0 0 0 0,0 0 0 0 0,1 0-1 0 0,0 0 1 0 0,6-14 0 0 0,-6 19 11 0 0,1 0 1 0 0,-1 1-1 0 0,0-1 0 0 0,1 1 1 0 0,0 0-1 0 0,0-1 0 0 0,0 1 1 0 0,1 1-1 0 0,0-1 0 0 0,-1 0 1 0 0,1 1-1 0 0,0 0 0 0 0,1 0 0 0 0,-1 0 1 0 0,6-3-1 0 0,30-8-52 0 0,-36 13 79 0 0,2 1 120 0 0,0-1-144 0 0,-1 2 0 0 0,1-1 0 0 0,0 1 0 0 0,0 0 0 0 0,0 0 0 0 0,-1 0 0 0 0,1 1 0 0 0,-1 0 0 0 0,1 0-1 0 0,5 3 1 0 0,-8-3-4 0 0,0 1 0 0 0,1-1-1 0 0,-1 1 1 0 0,0 0 0 0 0,0-1-1 0 0,0 2 1 0 0,-1-1-1 0 0,1 0 1 0 0,-1 0 0 0 0,1 1-1 0 0,-1-1 1 0 0,0 1 0 0 0,-1 0-1 0 0,1 0 1 0 0,-1 0 0 0 0,2 5-1 0 0,1 6-10 0 0,-2-11-9 0 0,-2 2 2 0 0,2 17 12 0 0,-1-17-2 0 0,-1-1-83 0 0,0 16-145 0 0,0-15-193 0 0,0-2-972 0 0,3 13 436 0 0,-3-13-260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22.6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39 100 2324 0 0,'0'0'7921'0'0,"1"3"-7803"0"0,0-1-92 0 0,0 0 0 0 0,0 0 0 0 0,0-1 0 0 0,0 1 1 0 0,0 0-1 0 0,1-1 0 0 0,-1 1 0 0 0,0-1 0 0 0,1 1 0 0 0,-1-1 0 0 0,1 0 1 0 0,0 0-1 0 0,-1 0 0 0 0,1 0 0 0 0,0 0 0 0 0,-1 0 0 0 0,1 0 0 0 0,0 0 1 0 0,2 0-1 0 0,1 0 53 0 0,1-1-9 0 0,19-1 16 0 0,-19 1 1 0 0,-1-1 10 0 0,43-11 314 0 0,-44 10-311 0 0,-1 1-65 0 0,0-1 1 0 0,0 0 0 0 0,-1 0-1 0 0,1 0 1 0 0,-1 0 0 0 0,1 0-1 0 0,-1-1 1 0 0,0 1-1 0 0,0-1 1 0 0,0 1 0 0 0,2-5-1 0 0,-4 7-34 0 0,3-3 95 0 0,-3-2-173 0 0,3-14 104 0 0,-3 15 35 0 0,-1 0-9 0 0,-22-33 48 0 0,20 34-63 0 0,-14-3 85 0 0,13 4-99 0 0,0 0 63 0 0,-1 3 61 0 0,-2-1-87 0 0,0 1-1 0 0,0 0 1 0 0,0 1 0 0 0,1 0-1 0 0,-1 0 1 0 0,1 0 0 0 0,-1 1 0 0 0,1 0-1 0 0,0 0 1 0 0,0 0 0 0 0,-7 7 0 0 0,7-5-9 0 0,0 1 1 0 0,0 1 0 0 0,1-1-1 0 0,-1 1 1 0 0,2 0 0 0 0,-1 0-1 0 0,1 0 1 0 0,0 0 0 0 0,1 1-1 0 0,-1 0 1 0 0,1 0 0 0 0,1 0-1 0 0,0 0 1 0 0,0 0 0 0 0,-1 12-1 0 0,3-15-18 0 0,1 0 0 0 0,-1 0 0 0 0,1 0-1 0 0,0 0 1 0 0,0 0 0 0 0,1 0 0 0 0,-1 0-1 0 0,1 0 1 0 0,3 6 0 0 0,-2-6-52 0 0,-2-1 21 0 0,1-1-1 0 0,1 1 1 0 0,-1 0-1 0 0,0-1 0 0 0,1 1 1 0 0,0-1-1 0 0,0 0 1 0 0,0 0-1 0 0,0 0 1 0 0,0 0-1 0 0,1 0 0 0 0,3 2 1 0 0,-3-3-2 0 0,0 1-2 0 0,0 0-1 0 0,1 0 0 0 0,-1-1 1 0 0,1 0-1 0 0,-1 1 1 0 0,1-2-1 0 0,0 1 1 0 0,0 0-1 0 0,0-1 1 0 0,5 1-1 0 0,-5-2-35 0 0,1 1-94 0 0,0 0 0 0 0,0 0-1 0 0,0-1 1 0 0,1 0 0 0 0,-1 0 0 0 0,0-1 0 0 0,0 0-1 0 0,11-2 1 0 0,-12 1 47 0 0,8 0-361 0 0,-1-1 0 0 0,0 0 1 0 0,0-1-1 0 0,0 0 0 0 0,0-1 1 0 0,-1-1-1 0 0,19-11 0 0 0,27-27-5371 0 0,-51 40 1699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23.2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59 2772 0 0,'0'0'3841'0'0,"0"-4"-2946"0"0,-2-15-105 0 0,2 14 534 0 0,-3 2-786 0 0,-32-21 960 0 0,31 22-1229 0 0,-1 2-162 0 0,-17-1-17 0 0,17 1-25 0 0,0 1-16 0 0,-1 2-26 0 0,-1 0-1 0 0,1 0 1 0 0,-1 0 0 0 0,1 0 0 0 0,0 1 0 0 0,1 0 0 0 0,-1 1-1 0 0,1-1 1 0 0,-1 1 0 0 0,2 0 0 0 0,-9 10 0 0 0,11-12-3 0 0,0 2-4 0 0,-6 11-7 0 0,6-11-13 0 0,-2 16-3 0 0,3-17-59 0 0,2 0-67 0 0,0 0 56 0 0,0 0 0 0 0,0-1 0 0 0,0 1 0 0 0,1-1 0 0 0,0 0 0 0 0,-1 1 0 0 0,1-1 0 0 0,0 0-1 0 0,3 3 1 0 0,-2-3-55 0 0,0-2-4 0 0,-1 0 114 0 0,1-1 0 0 0,0 1 0 0 0,-1-1 0 0 0,1 0 0 0 0,0 0 0 0 0,-1 0 0 0 0,1 0 0 0 0,0 0 0 0 0,0-1 0 0 0,-1 1 0 0 0,1-1 0 0 0,0 0 0 0 0,2-1 0 0 0,-1 1 40 0 0,0-2 39 0 0,5-3 155 0 0,0-2 0 0 0,0 1 0 0 0,-1-1 0 0 0,13-16-1 0 0,19-37 2751 0 0,-40 61-2944 0 0,0-1 0 0 0,0 1 1 0 0,1-1-1 0 0,-1 1 0 0 0,0-1 0 0 0,0 1 0 0 0,1 0 1 0 0,-1-1-1 0 0,0 1 0 0 0,1-1 0 0 0,-1 1 0 0 0,0 0 0 0 0,1-1 1 0 0,-1 1-1 0 0,0 0 0 0 0,1-1 0 0 0,-1 1 0 0 0,1 0 1 0 0,-1 0-1 0 0,1-1 0 0 0,-1 1 0 0 0,1 0 0 0 0,-1 0 0 0 0,0 0 1 0 0,1 0-1 0 0,-1 0 0 0 0,1 0 0 0 0,-1 0 0 0 0,2 0 1 0 0,4 13 182 0 0,-6-13-205 0 0,2 5 117 0 0,-2 1-73 0 0,4 18-27 0 0,-3-18-41 0 0,0-5 5 0 0,-1 1-1 0 0,1-1 0 0 0,0 0 0 0 0,-1 1 0 0 0,1-1 0 0 0,-1 1 1 0 0,0-1-1 0 0,1 1 0 0 0,-1-1 0 0 0,0 1 0 0 0,0-1 0 0 0,0 3 1 0 0,0-1-50 0 0,1 1-358 0 0,1 0-150 0 0,-1 0 85 0 0,1 1 0 0 0,0-1 1 0 0,1 0-1 0 0,-1 0 0 0 0,1 0 1 0 0,3 4-1 0 0,-3-5-604 0 0,2-2-1852 0 0,12 4 363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23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 3128 0 0,'1'-2'400'0'0,"0"0"0"0"0,0-1 0 0 0,0 1-1 0 0,0 0 1 0 0,1 0 0 0 0,-1 0 0 0 0,1 1 0 0 0,-1-1-1 0 0,1 0 1 0 0,0 0 0 0 0,2-1 0 0 0,-3 3-330 0 0,-1 0 0 0 0,1-1 1 0 0,0 1-1 0 0,0 0 0 0 0,0 0 1 0 0,-1-1-1 0 0,1 1 0 0 0,0 0 1 0 0,0 0-1 0 0,0 0 0 0 0,0 0 1 0 0,0 0-1 0 0,-1 0 0 0 0,1 1 0 0 0,0-1 1 0 0,0 0-1 0 0,0 0 0 0 0,-1 1 1 0 0,1-1-1 0 0,0 0 0 0 0,0 1 1 0 0,-1-1-1 0 0,1 1 0 0 0,0-1 1 0 0,0 1-1 0 0,-1-1 0 0 0,1 1 1 0 0,0 0-1 0 0,2 2 43 0 0,-1 0-43 0 0,30 50 263 0 0,-31-49-281 0 0,1 1 37 0 0,5 16-33 0 0,-5-16-6 0 0,-1 0 16 0 0,4 49 459 0 0,-5-48-214 0 0,-1-2-139 0 0,0-3-237 0 0,1 1 192 0 0,-1 0 0 0 0,1 0 0 0 0,-1-1 0 0 0,0 1 0 0 0,0 0 1 0 0,0 0-1 0 0,0 0 0 0 0,0-1 0 0 0,0 1 0 0 0,-1 0 0 0 0,1-1 0 0 0,0 1 1 0 0,-1-1-1 0 0,1 0 0 0 0,-1 1 0 0 0,0-1 0 0 0,1 0 0 0 0,-1 0 0 0 0,0 0 1 0 0,-2 1-1 0 0,-15-20 489 0 0,19-5-454 0 0,-1 17-133 0 0,1 1 62 0 0,1-1-3 0 0,0-2-54 0 0,1 1-1 0 0,-1 0 0 0 0,1 0 0 0 0,1 0 0 0 0,-1 1 0 0 0,1-1 0 0 0,1 1 1 0 0,-1-1-1 0 0,1 1 0 0 0,0 0 0 0 0,0 0 0 0 0,1 0 0 0 0,-1 1 0 0 0,1 0 0 0 0,1 0 1 0 0,-1 0-1 0 0,1 0 0 0 0,0 1 0 0 0,11-7 0 0 0,-11 9-25 0 0,0 1 0 0 0,-1-1 0 0 0,1 1 1 0 0,0 0-1 0 0,0 0 0 0 0,0 0 0 0 0,0 1 0 0 0,0 0 0 0 0,0 0 0 0 0,0 1 0 0 0,0 0 0 0 0,0 0 1 0 0,0 0-1 0 0,0 1 0 0 0,0 0 0 0 0,-1 0 0 0 0,1 0 0 0 0,-1 1 0 0 0,0-1 0 0 0,1 1 0 0 0,-1 1 0 0 0,0-1 1 0 0,-1 1-1 0 0,9 8 0 0 0,-6-6-48 0 0,0 1-1 0 0,-1 0 1 0 0,0 0 0 0 0,0 0-1 0 0,-1 1 1 0 0,0 0 0 0 0,-1 0-1 0 0,1 0 1 0 0,-1 1 0 0 0,-1 0 0 0 0,0 0-1 0 0,0 0 1 0 0,-1 0 0 0 0,0 0-1 0 0,0 0 1 0 0,-1 0 0 0 0,0 1-1 0 0,-1 14 1 0 0,-1-10-704 0 0,-1-1-1 0 0,0 1 1 0 0,-1 0 0 0 0,0-1-1 0 0,-1 1 1 0 0,-1-1-1 0 0,0 0 1 0 0,-1 0 0 0 0,0-1-1 0 0,-1 0 1 0 0,-16 22 0 0 0,-14 13-5777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3:45:24.3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337 38 4536 0 0,'9'-23'3221'0'0,"-10"22"-3126"0"0,1 0 0 0 0,-1 0 0 0 0,0 0 0 0 0,0 0 0 0 0,1 0 0 0 0,-1 1-1 0 0,0-1 1 0 0,0 0 0 0 0,0 1 0 0 0,0-1 0 0 0,0 0 0 0 0,0 1 0 0 0,0-1 0 0 0,0 1 0 0 0,0-1 0 0 0,0 1 0 0 0,0 0 0 0 0,0 0 0 0 0,0-1 0 0 0,0 1 0 0 0,0 0 0 0 0,0 0 0 0 0,0 0 0 0 0,-2 0 0 0 0,-20-1 518 0 0,18 0-525 0 0,0 1 0 0 0,0 1 1 0 0,0-1-1 0 0,0 0 0 0 0,0 1 1 0 0,0 0-1 0 0,0 0 1 0 0,1 1-1 0 0,-1 0 0 0 0,0-1 1 0 0,1 1-1 0 0,-1 1 0 0 0,1-1 1 0 0,0 1-1 0 0,0-1 0 0 0,0 1 1 0 0,0 1-1 0 0,-6 5 0 0 0,3-3 68 0 0,-11 13 213 0 0,15-16-152 0 0,1 2 22 0 0,0-3-172 0 0,1 0-39 0 0,0-1 0 0 0,0 0 1 0 0,0 0-1 0 0,1 0 1 0 0,-1 1-1 0 0,0-1 0 0 0,1 0 1 0 0,-1 1-1 0 0,0-1 0 0 0,1 1 1 0 0,0-1-1 0 0,-1 3 1 0 0,1 0 20 0 0,1-1-1 0 0,-1 1 1 0 0,1-1 0 0 0,0 0 0 0 0,0 1 0 0 0,0-1 0 0 0,1 0 0 0 0,-1 1 0 0 0,1-1 0 0 0,-1 0 0 0 0,1 0 0 0 0,0 0 0 0 0,1-1 0 0 0,-1 1 0 0 0,5 5-1 0 0,7 4 148 0 0,0-1 0 0 0,16 11 0 0 0,19 17 138 0 0,-39-28-223 0 0,-8-9 88 0 0,-1 3-167 0 0,1 15-46 0 0,-5-11-4 0 0,-4-3-176 0 0,-1 0 1 0 0,0 0-1 0 0,0-1 1 0 0,-1 0-1 0 0,0 0 1 0 0,0-1-1 0 0,0 0 1 0 0,0-1-1 0 0,-15 4 1 0 0,-98 17-5192 0 0,93-19 3213 0 0,-29 4-4149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33.5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17 2792 0 0,'0'0'4349'0'0,"-18"-16"-6054"0"0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36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14 2060 0 0,'0'0'244'0'0,"-1"-1"0"0"0,1 0 0 0 0,0 0 0 0 0,0 1 0 0 0,0-1 0 0 0,-1 0 0 0 0,1 0 0 0 0,0 1 0 0 0,-1-1 0 0 0,1 0 0 0 0,-1 1 0 0 0,1-1 0 0 0,-1 1 0 0 0,1-1 0 0 0,-1 0 0 0 0,1 1 0 0 0,-1-1 0 0 0,0 1 0 0 0,1-1 0 0 0,-1 1 0 0 0,-1-1 0 0 0,-6 11 3975 0 0,6-6-5407 0 0,0 0 1473 0 0,1 2-27 0 0,-3 61 552 0 0,-15 499 2321 0 0,19-561-3118 0 0,-5 55-214 0 0,4-56-131 0 0,1 1-1780 0 0,1 3 2216 0 0,-1 0-1387 0 0,6-34-9809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36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433 16 2504 0 0,'7'-16'1733'0'0,"-11"26"1434"0"0,-16 34-1547 0 0,-2-10-1544 0 0,-1-2-1 0 0,-1 0 1 0 0,-2-1-1 0 0,-1-2 1 0 0,-1-1-1 0 0,-1-1 1 0 0,-2-1-1 0 0,-1-2 1 0 0,0-1-1 0 0,-50 26 1 0 0,78-47-10 0 0,0 0-7 0 0,-1 0 0 0 0,1 0 0 0 0,-1 0-1 0 0,1-1 1 0 0,-1 0 0 0 0,0 0 0 0 0,0 0 0 0 0,-8 1 0 0 0,12-2-58 0 0,-4 0 20 0 0,7-31-324 0 0,-1 29 286 0 0,1-1 0 0 0,-1 1-1 0 0,1-1 1 0 0,-1 1 0 0 0,1 0 0 0 0,0-1-1 0 0,0 1 1 0 0,0 0 0 0 0,0 1 0 0 0,0-1-1 0 0,1 0 1 0 0,-1 0 0 0 0,4-1-1 0 0,2-3-44 0 0,10-4 8 0 0,-14 9 45 0 0,1-2-5 0 0,0 2 26 0 0,1 0-16 0 0,1 0 1 0 0,-1 1-1 0 0,0-1 1 0 0,0 1 0 0 0,1 0-1 0 0,-1 1 1 0 0,0-1-1 0 0,1 1 1 0 0,-1 0-1 0 0,0 1 1 0 0,0 0-1 0 0,0 0 1 0 0,7 3-1 0 0,6 8-63 0 0,0 1 0 0 0,-1 1-1 0 0,0 1 1 0 0,30 34 0 0 0,26 28 44 0 0,-61-65-458 0 0,0-2 0 0 0,0 1 0 0 0,1-2-1 0 0,24 15 1 0 0,-34-23-571 0 0,2-2-39 0 0,16 1-679 0 0,-16-1-1264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37.2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51 3260 0 0,'-5'1'1076'0'0,"-15"0"-3"0"0,36-4 614 0 0,40-5 554 0 0,146-27-7704 0 0,-168 28 1629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38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67 3212 0 0,'-1'-4'872'0'0,"-28"-58"6698"0"0,29 119-7210 0 0,20 87 99 0 0,-1-11-1639 0 0,-14-49-6609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38.4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1564 0 0,'0'0'3057'0'0,"5"2"-2459"0"0,4 3-268 0 0,-2 1 1 0 0,1 0-1 0 0,0 0 0 0 0,-1 1 1 0 0,0 0-1 0 0,10 14 0 0 0,98 122 1166 0 0,-100-127-1609 0 0,0-1 0 0 0,1-1 1 0 0,0 0-1 0 0,1-1 1 0 0,1-1-1 0 0,21 11 1 0 0,-34-21-135 0 0,1 1 0 0 0,-1-1 0 0 0,1-1 0 0 0,0 1 0 0 0,0-1 0 0 0,0 0 0 0 0,0 0 0 0 0,0-1 0 0 0,6 1 0 0 0,-10-2 59 0 0,0 1 1 0 0,0 0 0 0 0,0-1 0 0 0,0 1 0 0 0,0-1 0 0 0,0 0-1 0 0,0 1 1 0 0,0-1 0 0 0,0 0 0 0 0,-1 0 0 0 0,1 0 0 0 0,0-1 0 0 0,0 1-1 0 0,-1 0 1 0 0,1-1 0 0 0,1-1 0 0 0,14-13-2360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38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46 120 2040 0 0,'-25'-96'4244'0'0,"24"92"-3794"0"0,0 0-201 0 0,-10-11 1362 0 0,6 19-629 0 0,3 19-906 0 0,4 170 199 0 0,40 280 0 0 0,-37-443-1435 0 0,13 43 1 0 0,-13-57 156 0 0,-4-12 28 0 0,1 0-1863 0 0,8 15-189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39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1 142 1756 0 0,'0'0'4787'0'0,"2"3"-4648"0"0,9 8-24 0 0,-9-8 343 0 0,3-2-374 0 0,-2 0-68 0 0,14 7 40 0 0,-12-9-55 0 0,18-4 28 0 0,-18 4 54 0 0,-1-1 122 0 0,9-5-181 0 0,-9 5-56 0 0,-1-2 40 0 0,28-30 50 0 0,-28 31-42 0 0,-2-2 2 0 0,5-13 12 0 0,-5 13-10 0 0,0 1-35 0 0,1-14-153 0 0,-1 14 359 0 0,-2-2-1 0 0,-2-16 92 0 0,3 21-263 0 0,0-1 1 0 0,0 1 0 0 0,0 0-1 0 0,-1 0 1 0 0,1-1-1 0 0,0 1 1 0 0,-1 0 0 0 0,1 0-1 0 0,-1 0 1 0 0,1-1-1 0 0,-1 1 1 0 0,0 0-1 0 0,1 0 1 0 0,-1 0 0 0 0,0 0-1 0 0,0 0 1 0 0,0 0-1 0 0,0 0 1 0 0,0 0-1 0 0,0 1 1 0 0,0-1 0 0 0,0 0-1 0 0,-2-1 1 0 0,-18 1 18 0 0,16 1 0 0 0,-6 15 94 0 0,9-12-110 0 0,-1 0 0 0 0,1 0 1 0 0,0 0-1 0 0,-1 0 1 0 0,2 1-1 0 0,-1-1 0 0 0,0 1 1 0 0,-1 6-1 0 0,-10 37 120 0 0,11-42-143 0 0,2 2 8 0 0,0 19 11 0 0,0-20-39 0 0,2 1 13 0 0,-2-3 3 0 0,0 0-3 0 0,1 0-1 0 0,-1-1 0 0 0,1 1 1 0 0,0 0-1 0 0,0-1 0 0 0,0 1 0 0 0,0-1 1 0 0,1 1-1 0 0,0-1 0 0 0,-1 1 0 0 0,1-1 1 0 0,1 0-1 0 0,-1 0 0 0 0,3 3 1 0 0,2-1-369 0 0,0 0 1 0 0,0 0-1 0 0,1-1 1 0 0,0 1 0 0 0,0-2-1 0 0,0 1 1 0 0,0-1 0 0 0,1-1-1 0 0,-1 1 1 0 0,1-2 0 0 0,-1 1-1 0 0,1-1 1 0 0,0 0 0 0 0,0-1-1 0 0,0 0 1 0 0,11-1 0 0 0,-14 0-2418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39.6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8 2484 0 0,'0'0'2979'0'0,"-3"-1"-2528"0"0,1 0-378 0 0,0 0 1 0 0,1 0-1 0 0,-1 0 1 0 0,0 1-1 0 0,0-1 1 0 0,0 1-1 0 0,0-1 1 0 0,0 1-1 0 0,0 0 1 0 0,0-1-1 0 0,0 1 1 0 0,0 0-1 0 0,0 1 1 0 0,0-1-1 0 0,0 0 1 0 0,0 1-1 0 0,0-1 1 0 0,0 1-1 0 0,0-1 1 0 0,0 1-1 0 0,0 0 1 0 0,1 0-1 0 0,-1 0 1 0 0,0 0-1 0 0,-1 1 1 0 0,-7 6 36 0 0,1 1 0 0 0,0 0 0 0 0,0 1 0 0 0,1 0 1 0 0,1 0-1 0 0,0 0 0 0 0,-10 20 0 0 0,15-26-93 0 0,0 1 36 0 0,-5 16-44 0 0,5-16-39 0 0,2 0 20 0 0,0 17-4 0 0,0-16-24 0 0,11 13-139 0 0,-11-19 173 0 0,0 0 0 0 0,1 0 1 0 0,-1 0-1 0 0,0 0 0 0 0,1 0 0 0 0,-1 0 0 0 0,0 0 0 0 0,1 0 0 0 0,-1 1 0 0 0,0-1 1 0 0,1 0-1 0 0,-1 0 0 0 0,0 0 0 0 0,0 0 0 0 0,1 0 0 0 0,-1 1 0 0 0,0-1 1 0 0,0 0-1 0 0,1 0 0 0 0,-1 0 0 0 0,0 1 0 0 0,0-1 0 0 0,1 0 0 0 0,-1 0 1 0 0,0 1-1 0 0,0-1 0 0 0,0 0 0 0 0,0 0 0 0 0,0 1 0 0 0,1 0 0 0 0,-1-1-9 0 0,0 1-1 0 0,1 0 1 0 0,-1-1-1 0 0,1 1 1 0 0,-1-1-1 0 0,0 1 0 0 0,1 0 1 0 0,0-1-1 0 0,-1 1 1 0 0,1-1-1 0 0,-1 1 1 0 0,1-1-1 0 0,-1 0 1 0 0,1 1-1 0 0,0-1 1 0 0,-1 1-1 0 0,1-1 0 0 0,0 0 1 0 0,0 0-1 0 0,-1 1 1 0 0,1-1-1 0 0,1 0 1 0 0,17 4-21 0 0,-15-3 65 0 0,1-2 8 0 0,13-3 4 0 0,-13 3 6 0 0,-1-1 39 0 0,10-7 14 0 0,-11 7-22 0 0,-1-2 36 0 0,17-37 236 0 0,-17 37-139 0 0,-2-2-72 0 0,3-16 3 0 0,-3 17 181 0 0,1 1-182 0 0,0-11 779 0 0,-8 28-581 0 0,5-9-356 0 0,2 2-12 0 0,0 14 17 0 0,0-15-11 0 0,1 1 6 0 0,3 17 3 0 0,-3-17-35 0 0,-1-1-20 0 0,25 64-1888 0 0,-23-65 1277 0 0,16 11-3766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0.1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80 1868 0 0,'0'0'870'0'0,"1"-5"-139"0"0,4-15-206 0 0,-4 14-214 0 0,1 3 71 0 0,0-1-221 0 0,1 1 0 0 0,0-1 0 0 0,0 1 0 0 0,0 0-1 0 0,0-1 1 0 0,7-4 0 0 0,-6 6 35 0 0,1 1-11 0 0,12-5-12 0 0,-13 5 223 0 0,2 1-200 0 0,1 1-146 0 0,0 0 0 0 0,-1 0-1 0 0,1 1 1 0 0,-1 0-1 0 0,0 0 1 0 0,0 0 0 0 0,0 1-1 0 0,0 0 1 0 0,0 0-1 0 0,0 0 1 0 0,-1 1 0 0 0,1 0-1 0 0,-1 0 1 0 0,0 0 0 0 0,0 1-1 0 0,-1 0 1 0 0,1 0-1 0 0,5 8 1 0 0,-8-10-30 0 0,1 2 33 0 0,9 13 0 0 0,-9-13-15 0 0,-3-4-30 0 0,0 1 1 0 0,1-1-1 0 0,-1 1 1 0 0,1-1-1 0 0,-1 1 1 0 0,1-1-1 0 0,0 0 0 0 0,-1 1 1 0 0,1-1-1 0 0,0 0 1 0 0,0 0-1 0 0,2 2 1 0 0,-1 0 11 0 0,0 1 115 0 0,-1 0-46 0 0,2 13 16 0 0,-2-13 611 0 0,-2 0-575 0 0,-5 18 1077 0 0,2-21-946 0 0,2 0-223 0 0,1-1-1 0 0,-1 1 1 0 0,0-1-1 0 0,0 1 0 0 0,0-1 1 0 0,0 0-1 0 0,0 0 0 0 0,1 0 1 0 0,-1 0-1 0 0,0 0 1 0 0,0 0-1 0 0,0-1 0 0 0,0 1 1 0 0,1-1-1 0 0,-1 1 1 0 0,0-1-1 0 0,0 0 0 0 0,-1 0 1 0 0,0-1 68 0 0,-8-18 110 0 0,11 14-271 0 0,0-18-22 0 0,0 18 36 0 0,2 1 22 0 0,5-16-57 0 0,-5 16 10 0 0,0 0 15 0 0,1 0-128 0 0,-1-1 0 0 0,2 1-1 0 0,-1-1 1 0 0,1 1 0 0 0,0 0-1 0 0,0 1 1 0 0,0-1 0 0 0,0 1-1 0 0,1-1 1 0 0,0 1 0 0 0,8-5-1 0 0,5 1-729 0 0,-13 5-245 0 0,-1 1-223 0 0,15-7-989 0 0,-14 7-1651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0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1900 0 0,'0'0'2254'0'0,"2"3"-1878"0"0,-2-1-315 0 0,1-1-1 0 0,0 0 1 0 0,-1 0 0 0 0,1 0 0 0 0,0 0 0 0 0,0 0 0 0 0,0 0 0 0 0,0 0 0 0 0,0 0-1 0 0,0 0 1 0 0,0 0 0 0 0,1-1 0 0 0,-1 1 0 0 0,0 0 0 0 0,0-1 0 0 0,0 1 0 0 0,1-1-1 0 0,-1 1 1 0 0,0-1 0 0 0,1 0 0 0 0,-1 1 0 0 0,0-1 0 0 0,1 0 0 0 0,-1 0 0 0 0,1 0-1 0 0,-1 0 1 0 0,0 0 0 0 0,1 0 0 0 0,-1-1 0 0 0,0 1 0 0 0,1 0 0 0 0,-1-1-1 0 0,0 1 1 0 0,1-1 0 0 0,-1 1 0 0 0,2-2 0 0 0,32-24 433 0 0,-32 23-435 0 0,0-1 21 0 0,9-11 12 0 0,-9 11-20 0 0,-1-1-12 0 0,8-13-8 0 0,-8 13-10 0 0,0 0-3 0 0,5-14-13 0 0,-6 14 51 0 0,0 0-1 0 0,1-16 17 0 0,-1 16 236 0 0,-3 1-253 0 0,-5-11 11 0 0,5 11 271 0 0,-15 13-182 0 0,15-8-169 0 0,-1 0 1 0 0,1-1-1 0 0,-1 2 0 0 0,1-1 1 0 0,0 0-1 0 0,0 0 0 0 0,-1 1 1 0 0,1-1-1 0 0,0 1 0 0 0,0 0 1 0 0,1-1-1 0 0,-4 4 1 0 0,0 1 28 0 0,1 0 1 0 0,-1 1 0 0 0,1-1 0 0 0,0 1-1 0 0,0 0 1 0 0,1 0 0 0 0,0 0 0 0 0,0 0 0 0 0,1 1-1 0 0,-3 12 1 0 0,5-16-6 0 0,0 2-34 0 0,-1 0-15 0 0,2-1 1 0 0,-1 1 0 0 0,1 0-1 0 0,0-1 1 0 0,0 1 0 0 0,0 0 0 0 0,1-1-1 0 0,0 1 1 0 0,0-1 0 0 0,3 6 0 0 0,-3-8-46 0 0,0 0 0 0 0,1 1 0 0 0,-1-1 0 0 0,1 0 0 0 0,0-1 0 0 0,0 1 0 0 0,0 0 0 0 0,0-1 1 0 0,0 0-1 0 0,1 0 0 0 0,-1 0 0 0 0,1 0 0 0 0,0 0 0 0 0,-1-1 0 0 0,1 1 0 0 0,0-1 1 0 0,0 0-1 0 0,4 0 0 0 0,8 2-763 0 0,-1-1 1 0 0,1-1 0 0 0,-1-1-1 0 0,1 0 1 0 0,-1-1-1 0 0,18-3 1 0 0,-27 2-1570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0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20 2208 0 0,'2'-18'2068'0'0,"-14"17"643"0"0,-2 2-3058 0 0,12 0 374 0 0,1 0-1 0 0,-1 1 1 0 0,1-1-1 0 0,-1 1 1 0 0,1-1 0 0 0,0 1-1 0 0,-1 0 1 0 0,1 0-1 0 0,-1 2 1 0 0,-1-1 106 0 0,1 0-23 0 0,0 1-78 0 0,0-1-1 0 0,1 1 1 0 0,-1-1 0 0 0,1 1-1 0 0,-1 0 1 0 0,1 0-1 0 0,0 0 1 0 0,0 0-1 0 0,1 0 1 0 0,-1 0-1 0 0,1 0 1 0 0,0 0 0 0 0,0 0-1 0 0,1 5 1 0 0,0-5-28 0 0,1 0 10 0 0,7 10-27 0 0,-7-10-10 0 0,-1-3 22 0 0,1 0-1 0 0,-1 0 0 0 0,1 0 1 0 0,-1 0-1 0 0,1 1 0 0 0,-1-1 0 0 0,0 1 1 0 0,0-1-1 0 0,0 1 0 0 0,2 1 1 0 0,0 0-1 0 0,9 12 52 0 0,8 7-22 0 0,-11-7 67 0 0,-7-11-34 0 0,-1 1 5 0 0,-1-2-11 0 0,0 1-1 0 0,0-1 0 0 0,0 1 0 0 0,0-1 1 0 0,0 0-1 0 0,-1 1 0 0 0,0-1 0 0 0,0 0 1 0 0,0 1-1 0 0,-2 4 0 0 0,1-4 55 0 0,0-4-99 0 0,1 1 1 0 0,0-1 0 0 0,-1 1 0 0 0,1-1-1 0 0,0 1 1 0 0,0 0 0 0 0,0 0-1 0 0,0 0 1 0 0,-1-1 0 0 0,1 1-1 0 0,0 0 1 0 0,-1 2 0 0 0,1-2 7 0 0,-2 1 53 0 0,-10 3 51 0 0,13-4-137 0 0,-1-1-1 0 0,0 1 1 0 0,0 0 0 0 0,-1 0-1 0 0,1-1 1 0 0,0 1 0 0 0,0-1-1 0 0,0 1 1 0 0,0-1-1 0 0,0 1 1 0 0,-1-1 0 0 0,1 0-1 0 0,0 0 1 0 0,-2 1 0 0 0,-17 2-340 0 0,15-2-108 0 0,1-4-2101 0 0,-14-6 605 0 0,14 6-1371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1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 3328 0 0,'2'-3'1171'0'0,"11"-9"3567"0"0,-6 16-2175 0 0,-4 14-3123 0 0,8 223 2297 0 0,-9-213-1623 0 0,4 4-44 0 0,-3-14-197 0 0,1-1 0 0 0,1 0 0 0 0,1 0 0 0 0,0 0 0 0 0,1-1 0 0 0,1 0 0 0 0,12 19 0 0 0,-19-32-246 0 0,2 0-1 0 0,-1-1 1 0 0,0 1-1 0 0,0-1 1 0 0,1 0-1 0 0,-1 1 1 0 0,1-1-1 0 0,0 0 1 0 0,0 0-1 0 0,0-1 1 0 0,0 1-1 0 0,0-1 1 0 0,0 1-1 0 0,3 0 1 0 0,-1-3-2031 0 0,16-5-1695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1.4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25 101 2356 0 0,'0'0'2383'0'0,"-5"-2"-1433"0"0,-8-5-435 0 0,6 6 2554 0 0,20-13-2663 0 0,-9 11-406 0 0,1 1-1 0 0,-1-1 1 0 0,1 1-1 0 0,0 0 1 0 0,0 0 0 0 0,0 1-1 0 0,-1-1 1 0 0,1 1 0 0 0,8-1-1 0 0,-10 2-31 0 0,129-45-5678 0 0,-103 34 1817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3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62 3196 0 0,'-15'-57'4741'0'0,"14"52"-2212"0"0,-3 9-2199 0 0,-14 11-44 0 0,13-4-20 0 0,-8 79 144 0 0,-1 131 0 0 0,11-161-1155 0 0,11 24-2507 0 0,-8-80 2277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3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2624 0 0,'1'-5'1285'0'0,"4"-13"-379"0"0,-4 13 1225 0 0,21 10-1317 0 0,-16-3-672 0 0,-5-2-113 0 0,0 0 1 0 0,1 1-1 0 0,-1-1 1 0 0,0 1-1 0 0,0-1 1 0 0,1 1-1 0 0,-1-1 1 0 0,0 1-1 0 0,0 0 0 0 0,0 0 1 0 0,0-1-1 0 0,0 1 1 0 0,0 0-1 0 0,0 0 1 0 0,0 0-1 0 0,0 0 1 0 0,0 0-1 0 0,0 0 0 0 0,0 2 1 0 0,1 0 62 0 0,18 17 246 0 0,-2 1 1 0 0,24 33-1 0 0,13 16-122 0 0,-19-31-230 0 0,-14-14-80 0 0,36 31 1 0 0,-49-49-413 0 0,1 0 0 0 0,0 0 0 0 0,-1-1 0 0 0,2-1 0 0 0,-1 0 1 0 0,1 0-1 0 0,20 6 0 0 0,-26-10-1542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3.6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55 2196 0 0,'-6'-50'3913'0'0,"5"46"-1606"0"0,-2 7-1889 0 0,0 1-316 0 0,0 0 0 0 0,0 1 0 0 0,1-1 0 0 0,-1 1 0 0 0,1 0 0 0 0,0 0 0 0 0,0 0 0 0 0,1 0 0 0 0,-1 0 0 0 0,0 10 0 0 0,-6 65 295 0 0,5-45-180 0 0,-6 53-34 0 0,-2 18-147 0 0,2 176-1 0 0,10-260-327 0 0,2 3 6 0 0,0-14 63 0 0,20 65-2354 0 0,-21-73 1974 0 0,-1-1 435 0 0,0-1 1 0 0,0 1 0 0 0,0-1 0 0 0,0 0 0 0 0,1 1 0 0 0,-1-1 0 0 0,0 0-1 0 0,1 0 1 0 0,3 2 0 0 0,-2 0-776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4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0 195 2324 0 0,'9'-15'2125'0'0,"-8"15"-1985"0"0,-1 0-1 0 0,1 0 0 0 0,-1 0 1 0 0,1 0-1 0 0,-1 0 0 0 0,1 1 1 0 0,0-1-1 0 0,-1 0 0 0 0,1 0 1 0 0,-1 1-1 0 0,1-1 0 0 0,-1 0 1 0 0,0 0-1 0 0,1 1 0 0 0,-1-1 1 0 0,1 0-1 0 0,-1 1 0 0 0,1-1 1 0 0,-1 1-1 0 0,0-1 0 0 0,1 1 1 0 0,-1-1-1 0 0,0 0 0 0 0,1 2 1 0 0,1 1 26 0 0,-2-4-167 0 0,1 1 0 0 0,-1 0 1 0 0,1 0-1 0 0,-1 0 0 0 0,0 0 1 0 0,1 0-1 0 0,-1 0 0 0 0,0 0 0 0 0,1 0 1 0 0,-1 0-1 0 0,0 0 0 0 0,1 0 1 0 0,-1 0-1 0 0,1 0 0 0 0,-1 0 1 0 0,0 1-1 0 0,1-1 0 0 0,-1 0 1 0 0,0 0-1 0 0,1 0 0 0 0,-1 0 0 0 0,0 1 1 0 0,1-1-1 0 0,-1 0 0 0 0,0 0 1 0 0,0 1-1 0 0,1-1 0 0 0,-1 1 1 0 0,1-1-15 0 0,-1 1 1 0 0,1-1 0 0 0,-1 0 0 0 0,1 1 0 0 0,-1-1-1 0 0,1 1 1 0 0,-1-1 0 0 0,1 0 0 0 0,-1 1-1 0 0,1-1 1 0 0,0 0 0 0 0,-1 0 0 0 0,1 0 0 0 0,-1 1-1 0 0,1-1 1 0 0,0 0 0 0 0,-1 0 0 0 0,1 0-1 0 0,0 0 1 0 0,-1 0 0 0 0,1 0 0 0 0,0 0 0 0 0,-1 0-1 0 0,1 0 1 0 0,0-1 0 0 0,0 1 0 0 0,40-15-313 0 0,-37 13 336 0 0,-1-2 139 0 0,11-10-156 0 0,-10 10-68 0 0,-1 0 27 0 0,8-12 12 0 0,-8 12 23 0 0,-1-1 4 0 0,3-16 42 0 0,-3 16 15 0 0,-2-1-18 0 0,1-18 28 0 0,0 18 46 0 0,-2 1 44 0 0,0-15 25 0 0,1 15 109 0 0,-9-18-109 0 0,2 16-9 0 0,7 7-150 0 0,-1 0-1 0 0,1-1 1 0 0,0 1 0 0 0,0-1 0 0 0,0 1 0 0 0,-1-1-1 0 0,1 1 1 0 0,0 0 0 0 0,0-1 0 0 0,-1 1-1 0 0,1 0 1 0 0,0-1 0 0 0,-1 1 0 0 0,1 0 0 0 0,0-1-1 0 0,-1 1 1 0 0,1 0 0 0 0,0 0 0 0 0,-1-1 0 0 0,1 1-1 0 0,-1 0 1 0 0,1 0 0 0 0,-1 0 0 0 0,1 0-1 0 0,-1-1 1 0 0,1 1 0 0 0,0 0 0 0 0,-1 0 0 0 0,1 0-1 0 0,-1 0 1 0 0,1 0 0 0 0,-1 0 0 0 0,1 0-1 0 0,-1 0 1 0 0,1 0 0 0 0,-1 1 0 0 0,-14 5-61 0 0,11-4 140 0 0,1 2 61 0 0,-4 5-36 0 0,1 1 0 0 0,0-1 0 0 0,1 1 0 0 0,0 0 0 0 0,0 1 1 0 0,-3 11-1 0 0,8-19-102 0 0,-3 8 25 0 0,1-1 1 0 0,0 1-1 0 0,1 0 0 0 0,0 13 1 0 0,1-20-41 0 0,1 0 0 0 0,-1 0 1 0 0,1 0-1 0 0,-1-1 0 0 0,1 1 1 0 0,1 0-1 0 0,-1 0 0 0 0,0-1 1 0 0,1 1-1 0 0,0 0 1 0 0,0-1-1 0 0,0 0 0 0 0,0 1 1 0 0,0-1-1 0 0,1 0 0 0 0,0 0 1 0 0,3 3-1 0 0,0-1-39 0 0,-1 0 0 0 0,1 0 0 0 0,0-1 0 0 0,0 0 0 0 0,0 0 0 0 0,1 0 0 0 0,-1-1 0 0 0,1 0 1 0 0,0 0-1 0 0,0-1 0 0 0,0 0 0 0 0,0 0 0 0 0,0-1 0 0 0,9 2 0 0 0,-11-3 62 0 0,1 0-13 0 0,0 0 0 0 0,0 0 0 0 0,0 0 0 0 0,0-1 0 0 0,0 0 1 0 0,0 0-1 0 0,0 0 0 0 0,0-1 0 0 0,-1 0 0 0 0,1 0 0 0 0,-1 0 0 0 0,1-1 0 0 0,-1 1 0 0 0,0-1 0 0 0,0-1 0 0 0,0 1 0 0 0,6-6 0 0 0,-2-2 74 0 0,-1-1 0 0 0,0 0 1 0 0,-1 0-1 0 0,11-25 0 0 0,-17 34-6 0 0,8-12 140 0 0,-8 13 511 0 0,9 44-700 0 0,-9-38-17 0 0,1 1 43 0 0,6 15 20 0 0,-6-15-107 0 0,1-1-64 0 0,26 33-525 0 0,-26-34 234 0 0,1 0-154 0 0,14 8 160 0 0,-14-9 12 0 0,1 0-81 0 0,15 4-51 0 0,-15-4-5 0 0,0-2 0 0 0,0 0 318 0 0,0 0-1 0 0,-1-1 1 0 0,1 1-1 0 0,0-1 1 0 0,-1 0 0 0 0,1 0-1 0 0,-1 0 1 0 0,0-1-1 0 0,1 1 1 0 0,-1-1 0 0 0,0 0-1 0 0,0-1 1 0 0,0 1-1 0 0,0-1 1 0 0,0 1 0 0 0,-1-1-1 0 0,1 0 1 0 0,-1 0-1 0 0,0-1 1 0 0,0 1 0 0 0,0-1-1 0 0,0 0 1 0 0,0 0-1 0 0,-1 0 1 0 0,0 0 0 0 0,0 0-1 0 0,0 0 1 0 0,0 0 0 0 0,1-6-1 0 0,3-15-1213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4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 77 1472 0 0,'-3'-2'618'0'0,"-1"0"-398"0"0,0 0 0 0 0,0 0 0 0 0,-1 0 0 0 0,1 1 0 0 0,0-1 0 0 0,-1 1 0 0 0,1 1 0 0 0,-1-1 0 0 0,1 0 0 0 0,-1 1 0 0 0,1 0-1 0 0,-1 0 1 0 0,1 0 0 0 0,-1 1 0 0 0,1 0 0 0 0,-8 1 0 0 0,-59 23 1387 0 0,67-23-1442 0 0,3-2-154 0 0,0 0 0 0 0,1 0 0 0 0,-1 0 0 0 0,0 0 0 0 0,1 0 0 0 0,-1 1 0 0 0,0-1 0 0 0,1 0 0 0 0,-1 0 0 0 0,1 0 1 0 0,-1 1-1 0 0,0-1 0 0 0,1 0 0 0 0,-1 1 0 0 0,1-1 0 0 0,-1 1 0 0 0,1-1 0 0 0,-1 0 0 0 0,1 1 0 0 0,-1-1 0 0 0,1 1 0 0 0,-1 0 0 0 0,1 0 1 0 0,-1-1-1 0 0,1 1 0 0 0,0-1 1 0 0,-1 1-1 0 0,1-1 0 0 0,0 1 1 0 0,-1-1-1 0 0,1 0 0 0 0,-1 1 1 0 0,1-1-1 0 0,0 1 1 0 0,-1-1-1 0 0,1 0 0 0 0,-1 0 1 0 0,1 1-1 0 0,-1-1 0 0 0,1 0 1 0 0,-1 0-1 0 0,0 0 0 0 0,1 1 1 0 0,-1-1-1 0 0,1 0 1 0 0,-1 0-1 0 0,1 0 0 0 0,-1 0 1 0 0,0 0-1 0 0,1 0 0 0 0,-1 0 1 0 0,-14 15 125 0 0,12-12-12 0 0,12 13-93 0 0,-8-15-32 0 0,1 3-38 0 0,-1-4 18 0 0,-1 0 20 0 0,0 0 0 0 0,1-1 0 0 0,-1 1 0 0 0,0 0 0 0 0,1 0 0 0 0,-1 0 0 0 0,1 0 0 0 0,-1 0 0 0 0,0 0-1 0 0,1 0 1 0 0,-1 0 0 0 0,0 0 0 0 0,1 0 0 0 0,-1 0 0 0 0,0 0 0 0 0,1 0 0 0 0,-1 0 0 0 0,1 0 0 0 0,-1 0 0 0 0,0 1 0 0 0,1-1-1 0 0,-1 0 1 0 0,0 0 0 0 0,1 0 0 0 0,-1 0 0 0 0,0 1 0 0 0,1-1 0 0 0,0 1 9 0 0,0 0 0 0 0,0-1-1 0 0,0 1 1 0 0,0-1 0 0 0,0 1 0 0 0,0-1 0 0 0,0 0 0 0 0,0 1 0 0 0,0-1-1 0 0,0 0 1 0 0,0 0 0 0 0,0 0 0 0 0,1 0 0 0 0,-1 0 0 0 0,0 0 0 0 0,2 0-1 0 0,20-2 103 0 0,-17 1 28 0 0,-2-1 25 0 0,11-7-3 0 0,-12 7 53 0 0,1-1 15 0 0,10-9-5 0 0,-11 9 6 0 0,1-1-9 0 0,8-11-45 0 0,-8 11-28 0 0,-2 0-18 0 0,17-38 297 0 0,-18 38-294 0 0,0-1-95 0 0,2-18 56 0 0,-3 22-96 0 0,0 1 1 0 0,0 0 0 0 0,-1-1-1 0 0,1 1 1 0 0,0-1 0 0 0,0 1-1 0 0,0 0 1 0 0,0-1 0 0 0,-1 1-1 0 0,1-1 1 0 0,0 1 0 0 0,0 0-1 0 0,-1 0 1 0 0,1-1 0 0 0,0 1-1 0 0,-1 0 1 0 0,1-1-1 0 0,0 1 1 0 0,-1 0 0 0 0,1 0-1 0 0,0-1 1 0 0,-1 1 0 0 0,1 0-1 0 0,-1 0 1 0 0,1 0 0 0 0,-1 0-1 0 0,1 0-3 0 0,-1-1 1 0 0,1 1-1 0 0,-1 0 0 0 0,1 0 0 0 0,0 0 0 0 0,-1 0 0 0 0,1-1 0 0 0,-1 1 0 0 0,1 0 0 0 0,0 0 0 0 0,-1-1 1 0 0,1 1-1 0 0,0 0 0 0 0,0 0 0 0 0,-1-1 0 0 0,1 1 0 0 0,0 0 0 0 0,-1-1 0 0 0,1 1 0 0 0,0-1 0 0 0,0 1 1 0 0,0 0-1 0 0,0-1 0 0 0,-1 1 0 0 0,1-1 0 0 0,0 0 0 0 0,-5 3-68 0 0,-15 6-11 0 0,15-6-50 0 0,2 2-29 0 0,-4 4-64 0 0,0 0 1 0 0,0 0-1 0 0,1 1 0 0 0,1 0 1 0 0,0 0-1 0 0,0 1 0 0 0,-6 15 0 0 0,10-20-282 0 0,1 1-167 0 0,0 18-73 0 0,0-18-59 0 0,2 0-67 0 0,-2-1 559 0 0,0-3 166 0 0,0 0 0 0 0,1 0 0 0 0,-1 0 0 0 0,0-1 0 0 0,1 1 0 0 0,-1 0-1 0 0,1 0 1 0 0,-1-1 0 0 0,1 1 0 0 0,0 0 0 0 0,0-1 0 0 0,0 1 0 0 0,0-1-1 0 0,2 3 1 0 0,8 11-2596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6.2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102 600 2608 0 0,'14'-3'948'0'0,"0"0"0"0"0,0-1 0 0 0,0-1 0 0 0,-1 0 0 0 0,19-11-1 0 0,-28 14-437 0 0,-3 1-427 0 0,1 0-1 0 0,0 0 0 0 0,-1 0 0 0 0,1 0 0 0 0,-1 0 1 0 0,0-1-1 0 0,1 1 0 0 0,-1 0 0 0 0,0-1 0 0 0,2-2 1 0 0,1 1 324 0 0,8-15 1036 0 0,-13 13-1277 0 0,0-14-20 0 0,1 15 247 0 0,-11-1-284 0 0,11 5-105 0 0,-1 0 1 0 0,1-1-1 0 0,-1 1 0 0 0,1-1 1 0 0,-1 1-1 0 0,1 0 0 0 0,-1-1 0 0 0,0 1 1 0 0,1 0-1 0 0,-1 0 0 0 0,1 0 1 0 0,-1-1-1 0 0,0 1 0 0 0,1 0 1 0 0,-1 0-1 0 0,0 0 0 0 0,1 0 0 0 0,-1 0 1 0 0,0 0-1 0 0,1 0 0 0 0,-1 0 1 0 0,0 0-1 0 0,1 1 0 0 0,-1-1 1 0 0,0 0-1 0 0,1 0 0 0 0,-1 1 0 0 0,-5 1 9 0 0,0 0 0 0 0,0 1 0 0 0,0 0 0 0 0,1 0 0 0 0,-1 0 0 0 0,1 1 0 0 0,0 0 0 0 0,0 0 0 0 0,1 0 0 0 0,-6 5-1 0 0,-24 53-44 0 0,33-58-31 0 0,0 1-24 0 0,-3 15-10 0 0,3-14 21 0 0,2-1-159 0 0,1 16 121 0 0,-1-16 14 0 0,1-2-82 0 0,0-1 163 0 0,0 0 0 0 0,-1 0-1 0 0,1-1 1 0 0,0 1 0 0 0,-1-1-1 0 0,1 0 1 0 0,0 1 0 0 0,0-1-1 0 0,0 0 1 0 0,0 0 0 0 0,1 0-1 0 0,-1 0 1 0 0,0 0 0 0 0,0-1-1 0 0,1 1 1 0 0,3 0 0 0 0,-1-1-32 0 0,0-1 7 0 0,57-31 78 0 0,-59 29 8 0 0,1 0 33 0 0,11-10 45 0 0,-11 10 11 0 0,-2 0-2 0 0,9-8-15 0 0,-9 8 88 0 0,-1 2-188 0 0,-1 1-1 0 0,1-1 0 0 0,0 0 1 0 0,-1 1-1 0 0,1-1 0 0 0,0 0 0 0 0,-1 1 1 0 0,1-1-1 0 0,0 0 0 0 0,0 1 0 0 0,-1-1 1 0 0,1 1-1 0 0,0 0 0 0 0,0-1 1 0 0,0 1-1 0 0,0 0 0 0 0,0-1 0 0 0,0 1 1 0 0,0 0-1 0 0,1 0 0 0 0,1 10-5 0 0,1 1-1 0 0,-1 0 1 0 0,-1 0 0 0 0,0 0 0 0 0,-1 0-1 0 0,0 1 1 0 0,0 12 0 0 0,0 10-13 0 0,61 536 118 0 0,-60-550-137 0 0,-1 3 7 0 0,-2-5 0 0 0,1-14 16 0 0,1-2 1 0 0,-1-1 0 0 0,0 1-1 0 0,1-1 1 0 0,-1 1 0 0 0,0 0-1 0 0,0-1 1 0 0,0 1 0 0 0,0-1 0 0 0,-1 1-1 0 0,1 0 1 0 0,0-1 0 0 0,-1 1-1 0 0,1-1 1 0 0,-1 1 0 0 0,1-1-1 0 0,-1 1 1 0 0,0-1 0 0 0,-1 2-1 0 0,1-1-3 0 0,0 2 4 0 0,-1-1 0 0 0,1 0 1 0 0,-1 0-1 0 0,0 0 0 0 0,1 0 0 0 0,-1-1 0 0 0,-1 1 0 0 0,1 0 1 0 0,0-1-1 0 0,-1 0 0 0 0,1 1 0 0 0,-1-1 0 0 0,0 0 0 0 0,0 0 1 0 0,0 0-1 0 0,0-1 0 0 0,-4 3 0 0 0,-5-2 26 0 0,1 0-1 0 0,-1-1 0 0 0,0 0 1 0 0,0 0-1 0 0,0-1 0 0 0,1-1 1 0 0,-1 0-1 0 0,0-1 0 0 0,1 0 1 0 0,-1-1-1 0 0,1 0 1 0 0,0-1-1 0 0,0 0 0 0 0,0-1 1 0 0,0 0-1 0 0,1 0 0 0 0,0-1 1 0 0,-14-11-1 0 0,18 13-47 0 0,-1-2 0 0 0,1 1 0 0 0,0-1 0 0 0,0 0 0 0 0,1 0 0 0 0,-1 0 0 0 0,1-1 0 0 0,1 0 0 0 0,-1 0 0 0 0,1 0 0 0 0,0 0 0 0 0,1-1 0 0 0,0 0 0 0 0,0 1 0 0 0,1-1 0 0 0,0 0 0 0 0,0 0 0 0 0,1-1 0 0 0,0 1 0 0 0,0 0 0 0 0,1 0 0 0 0,0-1 0 0 0,0 1 0 0 0,1 0 0 0 0,0 0 0 0 0,1-1-1 0 0,4-12 1 0 0,2-1-116 0 0,2 1-1 0 0,0 0 0 0 0,1 0 0 0 0,2 1 1 0 0,0 1-1 0 0,1 0 0 0 0,19-20 0 0 0,126-115-910 0 0,-128 126 770 0 0,48-42-2208 0 0,119-140 0 0 0,-178 187 2362 0 0,-2-1 1 0 0,-1-1-1 0 0,-1-1 1 0 0,-1 0-1 0 0,-2-1 1 0 0,0 0-1 0 0,-2-1 1 0 0,-1 0-1 0 0,-1-1 1 0 0,10-56-1 0 0,-17 66 663 0 0,-1-3-195 0 0,-2 2 270 0 0,-1 5-234 0 0,0 1-1 0 0,0 0 0 0 0,-2-1 1 0 0,0 1-1 0 0,0 1 0 0 0,-8-16 1 0 0,10 25-149 0 0,2 4-205 0 0,0-1 0 0 0,0 1 0 0 0,0-1 1 0 0,-1 0-1 0 0,1 1 0 0 0,0-1 0 0 0,0 1 0 0 0,-1-1 1 0 0,1 0-1 0 0,-1 1 0 0 0,1-1 0 0 0,-1 1 0 0 0,1-1 1 0 0,-1 1-1 0 0,1 0 0 0 0,-1-1 0 0 0,1 1 0 0 0,-1-1 1 0 0,1 1-1 0 0,-1 0 0 0 0,1 0 0 0 0,-1-1 0 0 0,0 1 1 0 0,1 0-1 0 0,-1 0 0 0 0,0 0 0 0 0,1-1 1 0 0,-1 1-1 0 0,0 0 0 0 0,1 0 0 0 0,-1 0 0 0 0,-1 0 1 0 0,1 0-4 0 0,0 0 0 0 0,0 0 1 0 0,0 0-1 0 0,0 1 1 0 0,0-1-1 0 0,0 0 0 0 0,0 0 1 0 0,0 0-1 0 0,0 1 1 0 0,0-1-1 0 0,0 1 0 0 0,0-1 1 0 0,0 1-1 0 0,0-1 1 0 0,0 1-1 0 0,0-1 0 0 0,0 1 1 0 0,0 0-1 0 0,0-1 1 0 0,1 1-1 0 0,-1 0 0 0 0,0 0 1 0 0,0 1-1 0 0,-6 13 100 0 0,0 1 0 0 0,2-1 0 0 0,0 1 1 0 0,-5 22-1 0 0,-8 79 207 0 0,9-52-168 0 0,4-35-125 0 0,-21 183 237 0 0,21-165-258 0 0,5-36-3 0 0,1 0-1 0 0,0 0 1 0 0,1 0-1 0 0,4 12 1 0 0,-4-21-14 0 0,3-4-103 0 0,0-1 82 0 0,0 0-1 0 0,0 0 0 0 0,0-1 1 0 0,0 1-1 0 0,-1-1 0 0 0,1 0 1 0 0,-1-1-1 0 0,1 1 0 0 0,3-5 1 0 0,38-44-155 0 0,-11 12 121 0 0,-25 29 10 0 0,-7 8-91 0 0,0 0 132 0 0,7-9 35 0 0,-7 9 0 0 0,18-1-332 0 0,-16 3 410 0 0,-5 2-102 0 0,0-1 1 0 0,0 1 0 0 0,0-1-1 0 0,0 1 1 0 0,0-1 0 0 0,0 0 0 0 0,0 1-1 0 0,0-1 1 0 0,0 1 0 0 0,0-1-1 0 0,1 1 1 0 0,-1-1 0 0 0,0 0 0 0 0,0 1-1 0 0,1-1 1 0 0,-1 0 0 0 0,0 1-1 0 0,0-1 1 0 0,1 0 0 0 0,-1 1-1 0 0,0-1 1 0 0,1 0 0 0 0,-1 1 0 0 0,0-1-1 0 0,1 0 1 0 0,0 1 12 0 0,0 0 0 0 0,0 0 0 0 0,0-1-1 0 0,0 1 1 0 0,0 0 0 0 0,0 0 0 0 0,0 0 0 0 0,-1 0 0 0 0,1 0-1 0 0,0 0 1 0 0,-1 0 0 0 0,1 0 0 0 0,-1 0 0 0 0,1 3 0 0 0,28 99 257 0 0,-27-96-325 0 0,1 1-1 0 0,0-1 1 0 0,0 0 0 0 0,0 0-1 0 0,1-1 1 0 0,0 1 0 0 0,0-1-1 0 0,1 0 1 0 0,0 0 0 0 0,0 0-1 0 0,8 7 1 0 0,-10-11-143 0 0,-2-2 170 0 0,1 0-1 0 0,0 1 0 0 0,-1-1 1 0 0,1 1-1 0 0,-1-1 0 0 0,1 1 1 0 0,-1-1-1 0 0,1 1 0 0 0,-1 0 1 0 0,1 0-1 0 0,-1-1 0 0 0,2 3 1 0 0,1-1-32 0 0,0 0-123 0 0,3-1 2 0 0,0 0 120 0 0,1-1 1 0 0,0 0-1 0 0,0 0 0 0 0,0 0 0 0 0,0-1 0 0 0,-1 0 0 0 0,1-1 1 0 0,0 0-1 0 0,-1 0 0 0 0,11-4 0 0 0,36-29-51 0 0,-46 29 114 0 0,0-1-1 0 0,0 0 0 0 0,-1 0 0 0 0,0-1 0 0 0,0 0 0 0 0,0 0 0 0 0,-1-1 0 0 0,-1 1 0 0 0,0-2 0 0 0,0 1 0 0 0,0 0 1 0 0,-1-1-1 0 0,5-19 0 0 0,-8 25 44 0 0,4-18 86 0 0,-4 17-16 0 0,-2 1-101 0 0,0-15 6 0 0,1 15 97 0 0,-4 5-82 0 0,-2 3 16 0 0,0-1 1 0 0,1 1-1 0 0,0 1 0 0 0,-1-1 1 0 0,1 1-1 0 0,1 0 1 0 0,-1 0-1 0 0,1 0 0 0 0,-4 6 1 0 0,0 1 32 0 0,2 1-1 0 0,0-1 1 0 0,0 1 0 0 0,1 0-1 0 0,-5 20 1 0 0,9-28-75 0 0,2-1-141 0 0,4 13 110 0 0,-4-13-6 0 0,0-4-50 0 0,-1 0 70 0 0,1 0 0 0 0,-1 0 0 0 0,0 0 0 0 0,1 0 0 0 0,-1 0 1 0 0,1 0-1 0 0,-1 0 0 0 0,0 0 0 0 0,1 0 0 0 0,-1 0 0 0 0,1 1 1 0 0,-1-1-1 0 0,0 0 0 0 0,1 0 0 0 0,-1 0 0 0 0,0 1 0 0 0,1-1 0 0 0,-1 0 1 0 0,0 0-1 0 0,1 1 0 0 0,-1-1 0 0 0,0 0 0 0 0,0 1 0 0 0,1-1 1 0 0,-1 0-1 0 0,0 1 0 0 0,0 0 0 0 0,1-1-1 0 0,-1 1 1 0 0,0-1-1 0 0,1 1 0 0 0,-1-1 1 0 0,1 1-1 0 0,-1-1 0 0 0,0 1 1 0 0,1-1-1 0 0,-1 0 0 0 0,1 1 1 0 0,-1-1-1 0 0,1 0 0 0 0,0 1 1 0 0,-1-1-1 0 0,1 0 0 0 0,-1 0 1 0 0,1 1-1 0 0,-1-1 0 0 0,1 0 1 0 0,0 0-1 0 0,-1 0 0 0 0,1 0 1 0 0,0 0-1 0 0,-1 0 0 0 0,1 0 1 0 0,-1 0-1 0 0,1 0 0 0 0,0 0 1 0 0,-1 0-1 0 0,1 0 0 0 0,1-1 1 0 0,20-2-9 0 0,-17 2 26 0 0,-1-2 17 0 0,2-1-6 0 0,0-1 0 0 0,0-1 0 0 0,0 1 1 0 0,-1-1-1 0 0,0 0 0 0 0,0 0 0 0 0,-1-1 0 0 0,0 1 1 0 0,6-13-1 0 0,-8 15-91 0 0,-1-1 143 0 0,5-16 48 0 0,-4 16 106 0 0,-2-1-137 0 0,1-17-20 0 0,-1 18 36 0 0,-1 0-89 0 0,-3-12-8 0 0,2 13-24 0 0,2 4-12 0 0,0 0 15 0 0,-1 0 0 0 0,1 0 0 0 0,0 0 0 0 0,-1 0-1 0 0,1-1 1 0 0,-1 1 0 0 0,1 0 0 0 0,0 0 0 0 0,-1 0 0 0 0,1 0-1 0 0,0 0 1 0 0,-1 0 0 0 0,1-1 0 0 0,0 1 0 0 0,-1 0 0 0 0,1 0 0 0 0,0-1-1 0 0,0 1 1 0 0,-1 0 0 0 0,1 0 0 0 0,0-1 0 0 0,0 1 0 0 0,-1 0 0 0 0,1-1-1 0 0,0 1 1 0 0,0 0 0 0 0,0-1 0 0 0,-1 0 0 0 0,1 1-8 0 0,0-1 1 0 0,-1 1-1 0 0,1-1 1 0 0,0 1-1 0 0,-1-1 0 0 0,1 1 1 0 0,0-1-1 0 0,-1 1 1 0 0,1-1-1 0 0,-1 1 1 0 0,1-1-1 0 0,-1 1 0 0 0,1 0 1 0 0,-1-1-1 0 0,1 1 1 0 0,-1 0-1 0 0,0 0 1 0 0,1-1-1 0 0,-1 1 0 0 0,1 0 1 0 0,-1 0-1 0 0,0 0 1 0 0,1 0-1 0 0,-1 0 1 0 0,1 0-1 0 0,-1-1 0 0 0,0 2 1 0 0,1-1-1 0 0,-1 0 1 0 0,0 0-1 0 0,0 0 1 0 0,-23 1-168 0 0,19-1-113 0 0,1 2-111 0 0,-31 17-2481 0 0,32-17 1812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6.6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2300 0 0,'10'-4'720'0'0,"1"1"-1"0"0,-1 0 1 0 0,0 0-1 0 0,1 1 1 0 0,14-1-1 0 0,-20 3-569 0 0,0 0 0 0 0,0 0 0 0 0,-1 0-1 0 0,1 1 1 0 0,0 0 0 0 0,0 0 0 0 0,0 1-1 0 0,-1-1 1 0 0,1 1 0 0 0,-1 0 0 0 0,1 0-1 0 0,-1 0 1 0 0,0 1 0 0 0,0-1 0 0 0,7 7-1 0 0,0 1 60 0 0,0 0-1 0 0,-1 1 0 0 0,0 0 0 0 0,-1 1 0 0 0,0 0 0 0 0,13 25 0 0 0,-20-34-96 0 0,-1-1-92 0 0,0-1 1 0 0,0 1 0 0 0,0 0 0 0 0,0-1 0 0 0,0 1-1 0 0,-1 0 1 0 0,1-1 0 0 0,0 1 0 0 0,-1 0 0 0 0,1 3-1 0 0,1 0 168 0 0,-2-1-54 0 0,2 13 27 0 0,-1-12 415 0 0,-2-1-355 0 0,-5 16 1052 0 0,2-19-1013 0 0,-14 4 5 0 0,14-4 283 0 0,-3-6-116 0 0,6 5-403 0 0,0-1 0 0 0,1 1 0 0 0,-1 0 0 0 0,0 0 0 0 0,0-1 0 0 0,0 1 0 0 0,1-1 0 0 0,-1 1 0 0 0,0-1 0 0 0,0 1 0 0 0,1-1 0 0 0,-1 1 0 0 0,0-1-1 0 0,1 1 1 0 0,-1-1 0 0 0,0 0 0 0 0,1 1 0 0 0,-1-2 0 0 0,-7-14 122 0 0,5 13-37 0 0,4-4-44 0 0,-1 1-53 0 0,-1 4-14 0 0,1 0 0 0 0,0 0-1 0 0,0 0 1 0 0,0 0 0 0 0,0 0 0 0 0,1 0 0 0 0,-1 0 0 0 0,0 0-1 0 0,1 0 1 0 0,-1 0 0 0 0,1 0 0 0 0,0 0 0 0 0,2-3-1 0 0,2-6-130 0 0,0 0 0 0 0,1 1-1 0 0,1 0 1 0 0,0 0 0 0 0,0 1-1 0 0,1-1 1 0 0,0 2 0 0 0,0-1-1 0 0,1 1 1 0 0,0 0 0 0 0,18-11-1 0 0,-13 11-400 0 0,0 0 0 0 0,1 2 0 0 0,0 0 0 0 0,0 0 0 0 0,0 1 0 0 0,1 1-1 0 0,-1 0 1 0 0,1 2 0 0 0,22-2 0 0 0,-29 2 20 0 0,7 0-81 0 0,7 4-2608 0 0,14 4-1443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48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0 159 2872 0 0,'0'0'2978'0'0,"1"5"-2743"0"0,4 14-30 0 0,-4-14-13 0 0,4-3-61 0 0,10 2-137 0 0,1 0 0 0 0,0-1 1 0 0,0 0-1 0 0,0-2 0 0 0,0 0 0 0 0,25-1 0 0 0,-31 0-48 0 0,30-3-231 0 0,37-9-228 0 0,-46 9 316 0 0,0-4 119 0 0,60-22 870 0 0,-86 28-536 0 0,0-1 16 0 0,16-5 12 0 0,-15 6-48 0 0,-3-1-43 0 0,2 0-90 0 0,1-1-1 0 0,-1 1 1 0 0,1 1 0 0 0,-1-1-1 0 0,1 1 1 0 0,6-1 0 0 0,-7 3-97 0 0,0 1 0 0 0,0 0 0 0 0,-1 0 0 0 0,1 0 1 0 0,-1 1-1 0 0,1-1 0 0 0,4 5 0 0 0,-8-6-8 0 0,4 2 5 0 0,-1-1 3 0 0,6 3-12 0 0,1-1 1 0 0,0 0-1 0 0,0-1 1 0 0,0 0-1 0 0,1 0 1 0 0,-1-1 0 0 0,1-1-1 0 0,21 1 1 0 0,-13-3-3 0 0,0-1 1 0 0,0 0-1 0 0,-1-2 1 0 0,1 0-1 0 0,20-8 1 0 0,75-30 82 0 0,-111 40-58 0 0,12-4 11 0 0,-12 4-29 0 0,0 0 158 0 0,0 1-143 0 0,-1 0-27 0 0,1 0 0 0 0,-1 0-1 0 0,0 0 1 0 0,1 1 0 0 0,-1 0 0 0 0,0-1 0 0 0,1 1 0 0 0,-1 0 0 0 0,1 1 0 0 0,4 0 0 0 0,-3 0-9 0 0,-2 2 14 0 0,6 3-8 0 0,1-1 1 0 0,-1 0-1 0 0,1 0 1 0 0,0-1-1 0 0,0 0 1 0 0,1-1-1 0 0,-1 0 1 0 0,21 3-1 0 0,-4-3 67 0 0,0-2-1 0 0,29-1 1 0 0,-12-3-73 0 0,0-2 1 0 0,0-1-1 0 0,-1-3 0 0 0,46-15 1 0 0,-73 20 7 0 0,-12 2 48 0 0,37-7-186 0 0,-28 5 189 0 0,-9 3 112 0 0,0 2-204 0 0,2 1 55 0 0,27 28 97 0 0,-24-24-102 0 0,1 0 0 0 0,0-1-1 0 0,0 0 1 0 0,0 0-1 0 0,1-1 1 0 0,-1-1-1 0 0,1 0 1 0 0,0 0-1 0 0,0-1 1 0 0,0-1 0 0 0,0 1-1 0 0,14-2 1 0 0,10 1 199 0 0,0-2 1 0 0,65-11-1 0 0,-58 5-68 0 0,154-36 156 0 0,-117 21 10 0 0,-75 21-192 0 0,1 1-87 0 0,20-2-33 0 0,-25 3 21 0 0,0 0 0 0 0,1 0 1 0 0,-1 0-1 0 0,1 0 0 0 0,-1 0 0 0 0,0-1 1 0 0,1 1-1 0 0,0 0 0 0 0,-1 0 0 0 0,1-1 1 0 0,-1 1-1 0 0,1 0 0 0 0,0-1 0 0 0,-1 1 1 0 0,1 0-1 0 0,1 0 0 0 0,8 8-59 0 0,-4-4 28 0 0,-1 0 1 0 0,1 0 0 0 0,0 0 0 0 0,0-1 0 0 0,0 0 0 0 0,0 0 0 0 0,1-1-1 0 0,0 1 1 0 0,-1-2 0 0 0,1 1 0 0 0,1-1 0 0 0,-1 0 0 0 0,12 2 0 0 0,59 4-38 0 0,-32-7 59 0 0,0-3-1 0 0,0-2 1 0 0,0-1 0 0 0,0-3-1 0 0,59-18 1 0 0,-66 17 7 0 0,64-21-51 0 0,-54 15 160 0 0,-44 14-101 0 0,0 0-27 0 0,12-2-50 0 0,-13 2 217 0 0,-1 4-132 0 0,6 10-11 0 0,-7-9-47 0 0,1-1-52 0 0,1 1 108 0 0,0-1-1 0 0,1 1 0 0 0,-1-1 0 0 0,1 0 0 0 0,0 0 0 0 0,-1-1 1 0 0,1 1-1 0 0,0-1 0 0 0,0 0 0 0 0,1 0 0 0 0,-1-1 0 0 0,0 1 0 0 0,1-1 1 0 0,-1-1-1 0 0,1 1 0 0 0,-1-1 0 0 0,11 0 0 0 0,62-4-38 0 0,0-3-1 0 0,-1-3 0 0 0,0-4 1 0 0,141-44-1 0 0,-213 56 55 0 0,0 0 26 0 0,14-4 0 0 0,-14 4 45 0 0,0 1-71 0 0,-2 0 20 0 0,1 1-1 0 0,0 0 1 0 0,-1-1 0 0 0,1 1-1 0 0,-1 0 1 0 0,1 1-1 0 0,0-1 1 0 0,-1 1 0 0 0,5 1-1 0 0,-4-1 150 0 0,4 5-17 0 0,4 7-233 0 0,2-5 107 0 0,0 0 0 0 0,1-2 0 0 0,0 1 0 0 0,0-2 0 0 0,0 0-1 0 0,1-1 1 0 0,0 0 0 0 0,0-1 0 0 0,0-1 0 0 0,25 0 0 0 0,19-1-637 0 0,90-10 1 0 0,-66-2-2249 0 0,85-23-1 0 0,-94 16-1061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0.1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23 160 2548 0 0,'0'0'1877'0'0,"-3"3"-1200"0"0,1-1-522 0 0,0 0 1 0 0,0 0 0 0 0,0 0-1 0 0,1 1 1 0 0,-1-1-1 0 0,1 1 1 0 0,-1-1 0 0 0,1 1-1 0 0,0 0 1 0 0,0 0-1 0 0,0-1 1 0 0,0 5 0 0 0,0-2-34 0 0,14 11 94 0 0,-10-13-146 0 0,2 0-22 0 0,4 2-29 0 0,-1-1 0 0 0,1 0 1 0 0,1-1-1 0 0,-1 0 0 0 0,0 0 1 0 0,1-1-1 0 0,-1 0 0 0 0,1-1 1 0 0,0 0-1 0 0,0-1 0 0 0,-1 0 1 0 0,17-2-1 0 0,23-2-73 0 0,-4-4 242 0 0,0-1 0 0 0,-1-3 0 0 0,0-2 1 0 0,54-24-1 0 0,-71 27 24 0 0,-23 10-116 0 0,1-1-12 0 0,2 0-48 0 0,0 0 1 0 0,-1 0-1 0 0,1 1 1 0 0,0 0-1 0 0,0 1 1 0 0,0 0-1 0 0,0 0 1 0 0,0 0-1 0 0,7 2 1 0 0,-9-1-10 0 0,-1 2-3 0 0,23 12 7 0 0,-12-5-37 0 0,-1-2 1 0 0,2 0-1 0 0,21 8 1 0 0,28 4-219 0 0,-52-17 192 0 0,0 0 0 0 0,0-1-1 0 0,0-1 1 0 0,25 0 0 0 0,-29-1 15 0 0,31 0-20 0 0,-1-3 1 0 0,1 0 0 0 0,-1-3 0 0 0,0-1 0 0 0,-1-2 0 0 0,0-1-1 0 0,0-2 1 0 0,47-23 0 0 0,4-9 161 0 0,-85 42-110 0 0,0 1-15 0 0,0-1 1 0 0,0 1-1 0 0,0 0 1 0 0,0 1-1 0 0,0-1 1 0 0,0 1-1 0 0,0 0 1 0 0,0 0-1 0 0,1 0 1 0 0,-1 0-1 0 0,0 1 1 0 0,0 0-1 0 0,0-1 1 0 0,0 2-1 0 0,7 2 0 0 0,-8-3-15 0 0,2 2 45 0 0,9 7-40 0 0,1-2-1 0 0,0 0 0 0 0,0-1 1 0 0,1 0-1 0 0,0-1 1 0 0,29 6-1 0 0,5-5-39 0 0,-1-2-1 0 0,1-2 0 0 0,0-3 1 0 0,75-8-1 0 0,-23-6 273 0 0,121-32 0 0 0,-132 17 69 0 0,-87 28-228 0 0,1-1-47 0 0,2 1-2 0 0,1 1 0 0 0,-1-1-1 0 0,0 1 1 0 0,10 1 0 0 0,-12 0-129 0 0,-4 1 105 0 0,0-1 1 0 0,1 1-1 0 0,-1-1 0 0 0,0 1 1 0 0,1-1-1 0 0,0 0 1 0 0,-1 0-1 0 0,1 0 0 0 0,2 2 1 0 0,0 0 68 0 0,-1-1-39 0 0,4 2-23 0 0,0-1 0 0 0,0 1 0 0 0,0-2 0 0 0,1 1 0 0 0,-1-1 0 0 0,1 0 0 0 0,0 0 0 0 0,0-1 0 0 0,0 0 0 0 0,13 0 0 0 0,5-2-9 0 0,49-6-1 0 0,-13-6 37 0 0,59-26-3 0 0,-117 38 48 0 0,15-6 17 0 0,-16 5-72 0 0,1 1 62 0 0,0 0-66 0 0,-3 1-8 0 0,-1-1-1 0 0,1 0 0 0 0,0 1 0 0 0,0-1 0 0 0,0 1 0 0 0,0-1 0 0 0,0 1 0 0 0,0 0 0 0 0,0-1 0 0 0,0 1 0 0 0,0 0 0 0 0,0 0 0 0 0,0 0 0 0 0,0-1 0 0 0,1 1 0 0 0,-1 0 0 0 0,0 1 0 0 0,0-1 0 0 0,0 0 0 0 0,0 0 0 0 0,0 0 0 0 0,1 1 0 0 0,12 7-3 0 0,-10-6-26 0 0,0 0-12 0 0,37 17-317 0 0,-37-17 274 0 0,2-2 19 0 0,22 0 132 0 0,0-2 0 0 0,1 0-1 0 0,41-10 1 0 0,89-28 940 0 0,-112 27-844 0 0,7 5-355 0 0,-43 7 63 0 0,-5 0-247 0 0,0 0-188 0 0,20-1-313 0 0,-20 2-370 0 0,-1-1-41 0 0,16-2-874 0 0,-15 2-1501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1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48 1780 0 0,'-2'-3'35'0'0,"-23"-28"2504"0"0,24 30-2426 0 0,0 0-1 0 0,-1-1 1 0 0,1 1 0 0 0,0 0-1 0 0,-1 0 1 0 0,1 0 0 0 0,-1 0-1 0 0,0 1 1 0 0,1-1 0 0 0,-1 0-1 0 0,1 1 1 0 0,-1-1 0 0 0,0 1-1 0 0,0-1 1 0 0,1 1 0 0 0,-1 0-1 0 0,0 0 1 0 0,0 0 0 0 0,0 0-1 0 0,1 0 1 0 0,-5 1 0 0 0,-2 2 43 0 0,0 1 0 0 0,0 0 0 0 0,1 1 0 0 0,-1 0 0 0 0,1 0 0 0 0,0 0 0 0 0,0 1 0 0 0,0 0 0 0 0,1 1 0 0 0,0-1 0 0 0,0 1 0 0 0,1 0 0 0 0,0 1 0 0 0,0-1 0 0 0,-7 16 0 0 0,0 2 36 0 0,1 1 0 0 0,2 0 0 0 0,0 0-1 0 0,-5 30 1 0 0,6-20-68 0 0,2 1 1 0 0,2 1-1 0 0,2-1 0 0 0,1 1 0 0 0,1-1 0 0 0,3 1 0 0 0,13 73 1 0 0,-11-91-268 0 0,0-1 0 0 0,1 1 0 0 0,1-1 0 0 0,1-1 0 0 0,0 1 0 0 0,1-1 0 0 0,2-1 0 0 0,-1 1 0 0 0,2-2 0 0 0,0 0 0 0 0,1 0 0 0 0,1-1 0 0 0,0-1 0 0 0,1 0 0 0 0,1-1 0 0 0,19 13 0 0 0,-24-19-1218 0 0,-9-6 1148 0 0,0 1 0 0 0,-1-1 0 0 0,1 0 0 0 0,0 0 0 0 0,0-1 0 0 0,-1 1 0 0 0,1 0 0 0 0,0-1 0 0 0,0 1 0 0 0,0-1 0 0 0,0 1 0 0 0,0-1 0 0 0,0 0 0 0 0,0 0 0 0 0,3 0 0 0 0,21 1-3829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1.6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20 3240 0 0,'-2'-19'6044'0'0,"3"39"-4902"0"0,5 40-1279 0 0,1 4 360 0 0,2 0 1 0 0,3 0 0 0 0,41 123-1 0 0,-45-169-942 0 0,0 0-1 0 0,1 0 1 0 0,1-1 0 0 0,13 19 0 0 0,-20-32-450 0 0,14 4-1283 0 0,-15-6 1807 0 0,2 0-2636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2.1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338 40 2452 0 0,'-1'-5'1120'0'0,"0"-13"-163"0"0,1 13 876 0 0,-4 3-1389 0 0,-11-6-72 0 0,11 6-43 0 0,0 5-3 0 0,-29 21 142 0 0,2 1 0 0 0,1 1 1 0 0,-43 50-1 0 0,39-40-141 0 0,-58 51 284 0 0,89-84-557 0 0,2-3-51 0 0,1 1 1 0 0,-1-1 0 0 0,0 0-1 0 0,1 1 1 0 0,-1-1-1 0 0,0 1 1 0 0,1-1 0 0 0,-1 1-1 0 0,0-1 1 0 0,1 1-1 0 0,-1-1 1 0 0,1 1 0 0 0,-1 0-1 0 0,1-1 1 0 0,0 1 0 0 0,-1-1-1 0 0,1 1 1 0 0,0 0-1 0 0,-1 0 1 0 0,1-1 0 0 0,-1 2-1 0 0,0 1 300 0 0,56-9-292 0 0,-48 6 8 0 0,-1 2-13 0 0,9 2-13 0 0,0 1 0 0 0,-1 0 0 0 0,1 1 0 0 0,23 15 0 0 0,-16-6 17 0 0,3 3-510 0 0,0-1-1 0 0,2-1 1 0 0,0-1-1 0 0,0-1 1 0 0,1-2 0 0 0,37 11-1 0 0,-1-13-3661 0 0,-58-10 776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2.4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27 2224 0 0,'-7'-26'7303'0'0,"3"27"-6957"0"0,3-1-286 0 0,0 0-19 0 0,0 1-1 0 0,-1 0 0 0 0,1-1 0 0 0,-1 1 0 0 0,1-1 0 0 0,-1 0 0 0 0,1 1 0 0 0,-1-1 1 0 0,1 0-1 0 0,-1 0 0 0 0,0 0 0 0 0,-1 0 0 0 0,2 5 192 0 0,-4 24 47 0 0,1 1 0 0 0,2 0-1 0 0,2 47 1 0 0,17 93-1892 0 0,-17-165 1108 0 0,1 0-1741 0 0,-1 1 1885 0 0,1 3-13 0 0,-1 1-3427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2.6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66 1960 0 0,'0'0'1081'0'0,"0"-6"-94"0"0,-3-16-103 0 0,3 17 844 0 0,0-1-1259 0 0,0-15-238 0 0,0 15 1619 0 0,5 9-1539 0 0,12 8-89 0 0,0 1 1 0 0,0 1-1 0 0,-1 0 1 0 0,14 17-1 0 0,16 12 66 0 0,-20-19-448 0 0,1-2 1 0 0,1 0-1 0 0,0-2 0 0 0,1-1 1 0 0,61 26-1 0 0,-86-42-338 0 0,-2-1 407 0 0,-1-1 0 0 0,0 1 0 0 0,1 0 0 0 0,-1-1 0 0 0,0 1 0 0 0,1-1 0 0 0,-1 0 0 0 0,1 1 0 0 0,-1-1 0 0 0,1 0 0 0 0,-1 0 0 0 0,3 0 0 0 0,-1 0-117 0 0,1 1-716 0 0,1-2-1194 0 0,13-5 282 0 0,-13 5-1300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2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70 2352 0 0,'-2'-4'1184'0'0,"-16"-35"1531"0"0,17 35-2045 0 0,-1 0-109 0 0,-7-15 1952 0 0,9 20-2486 0 0,-1 0 0 0 0,0 0 0 0 0,0 0 0 0 0,0 0 1 0 0,0-1-1 0 0,0 1 0 0 0,0 0 0 0 0,0-1 0 0 0,0 1 0 0 0,-1 0 0 0 0,1-1 0 0 0,-2 1 0 0 0,1 0 15 0 0,2-1-40 0 0,-1 0 0 0 0,1 0-1 0 0,0 0 1 0 0,0 1 0 0 0,0-1 0 0 0,-1 0 0 0 0,1 0 0 0 0,0 0 0 0 0,0 0-1 0 0,0 1 1 0 0,-1-1 0 0 0,1 0 0 0 0,0 0 0 0 0,0 0 0 0 0,0 1-1 0 0,0-1 1 0 0,0 0 0 0 0,0 0 0 0 0,-1 1 0 0 0,1-1 0 0 0,0 0 0 0 0,0 0-1 0 0,0 1 1 0 0,0-1 0 0 0,0 0 0 0 0,0 0 0 0 0,0 1 0 0 0,0-1-1 0 0,0 0 1 0 0,0 0 0 0 0,0 1 0 0 0,0-1 0 0 0,0 1 0 0 0,1 57 38 0 0,2 0 0 0 0,2 0 0 0 0,3 0 1 0 0,3-1-1 0 0,23 74 0 0 0,-30-120-551 0 0,1-1 1 0 0,0 0-1 0 0,1 0 0 0 0,11 15 0 0 0,-14-20-244 0 0,1 0 0 0 0,0-1 0 0 0,0 0-1 0 0,1 0 1 0 0,7 6 0 0 0,6 1-2813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3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32 2920 0 0,'0'0'3225'0'0,"0"-6"-2498"0"0,-2-14-150 0 0,2 14 2297 0 0,1 12-2578 0 0,6 100 780 0 0,-3 8-752 0 0,-3-96-356 0 0,6 69-2968 0 0,-3-66 2178 0 0,-3-16-180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3.5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53 2328 0 0,'1'-4'1183'0'0,"0"-15"-162"0"0,-1 15 631 0 0,1 0-1068 0 0,2-13-124 0 0,-2 13 586 0 0,4 4-761 0 0,-2-1-218 0 0,1 1 0 0 0,-1 0 0 0 0,0 1 0 0 0,1-1 0 0 0,-1 0 0 0 0,0 1 0 0 0,1 0 0 0 0,-1 0 0 0 0,0 0 0 0 0,0 0 0 0 0,0 0 0 0 0,0 1 1 0 0,0 0-1 0 0,3 2 0 0 0,42 35 448 0 0,-28-20-381 0 0,28 24 102 0 0,3-2 0 0 0,0-3 1 0 0,113 62-1 0 0,-154-95-513 0 0,0-1 1 0 0,1-1-1 0 0,-1 0 1 0 0,12 2-1 0 0,-18-4 181 0 0,1 0-605 0 0,-3-2 577 0 0,0 1-1 0 0,-1-1 1 0 0,1 1 0 0 0,0 0 0 0 0,0-1 0 0 0,0 1 0 0 0,0 0-1 0 0,0 0 1 0 0,0 0 0 0 0,0 1 0 0 0,0-1 0 0 0,3 1 0 0 0,-1 0-183 0 0,2-1-916 0 0,-1-3-926 0 0,16-9-1497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3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79 3144 0 0,'-2'-5'1113'0'0,"-27"-64"3099"0"0,27 65-2292 0 0,-11 20-1395 0 0,10-7-337 0 0,4 26-22 0 0,2 0 1 0 0,1 0-1 0 0,1 0 0 0 0,11 36 0 0 0,-4-27-183 0 0,-7-24-109 0 0,1 0 0 0 0,0-1 0 0 0,18 37 0 0 0,13 1-2525 0 0,-33-53 1343 0 0,-4-3 1092 0 0,1 1-1 0 0,-1-1 1 0 0,1 0-1 0 0,0 0 0 0 0,-1 1 1 0 0,1-1-1 0 0,0 0 1 0 0,0 0-1 0 0,0 0 0 0 0,0 0 1 0 0,0 0-1 0 0,2 1 1 0 0,-1 0-555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4:54.0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2164 0 0,'3'-3'1041'0'0,"0"2"-792"0"0,0 0 1 0 0,-1 0-1 0 0,1 0 1 0 0,0 0-1 0 0,-1 0 1 0 0,1 1-1 0 0,0-1 1 0 0,0 1-1 0 0,0 0 1 0 0,-1 0-1 0 0,1 0 1 0 0,0 0-1 0 0,0 0 1 0 0,5 2-1 0 0,4 3 299 0 0,5 12-192 0 0,0 1 0 0 0,-1 0 0 0 0,0 1 0 0 0,-2 0 0 0 0,0 2 0 0 0,-2-1 0 0 0,18 39 0 0 0,-2 5 333 0 0,29 103 0 0 0,-46-129-591 0 0,-2 1-1 0 0,-2 1 1 0 0,-1-1-1 0 0,-2 1 1 0 0,-1 0-1 0 0,-3 0 1 0 0,-5 50-1 0 0,2-66-380 0 0,-1 1-1 0 0,-1-1 0 0 0,-2 1 1 0 0,0-2-1 0 0,-1 1 1 0 0,-2-1-1 0 0,0 0 0 0 0,-2-1 1 0 0,0 0-1 0 0,-1-1 0 0 0,-1 0 1 0 0,-31 32-1 0 0,13-20-1838 0 0,-43 32 0 0 0,14-19-2408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1.4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64 2548 0 0,'0'0'2752'0'0,"-4"-1"-2088"0"0,-18-5 4301 0 0,27 5-4993 0 0,36-6 545 0 0,79-3 0 0 0,-16 2-523 0 0,-32 3-610 0 0,60-9-3278 0 0,-126 14 3522 0 0,3-1-12 0 0,6-3-2928 0 0,10-3 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1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6 1272 0 0,'0'0'3697'0'0,"-4"-1"-3321"0"0,-14-2-14 0 0,14 2 1527 0 0,10 20-1698 0 0,-5-15-65 0 0,22 2-53 0 0,-18-4-56 0 0,0-1-48 0 0,13 2-7 0 0,-13-2-13 0 0,0-1 26 0 0,89-1-232 0 0,-88 0 217 0 0,-2 0 0 0 0,8-1 444 0 0,-37 3 57 0 0,24 0-446 0 0,0-1 0 0 0,0 0 1 0 0,0 0-1 0 0,1 0 0 0 0,-1 0 0 0 0,0 0 0 0 0,0 1 0 0 0,0-1 0 0 0,1 0 0 0 0,-1 1 1 0 0,0-1-1 0 0,0 1 0 0 0,1-1 0 0 0,-1 1 0 0 0,0-1 0 0 0,1 1 0 0 0,-2 0 0 0 0,-12 10 199 0 0,6-5-128 0 0,-1 0 1 0 0,1 1-1 0 0,0 0 0 0 0,1 1 0 0 0,0 0 0 0 0,0 0 1 0 0,1 0-1 0 0,0 1 0 0 0,-9 16 0 0 0,13-22-56 0 0,1 21 16 0 0,0-20-72 0 0,4 1-7 0 0,6 15-58 0 0,-9-19 75 0 0,1 0-1 0 0,-1 0 1 0 0,1 0-1 0 0,-1-1 1 0 0,1 1-1 0 0,0 0 1 0 0,-1 0-1 0 0,1 0 1 0 0,0 0-1 0 0,0-1 1 0 0,0 1-1 0 0,-1 0 1 0 0,1-1-1 0 0,0 1 1 0 0,0-1-1 0 0,0 1 1 0 0,0-1-1 0 0,0 1 1 0 0,0-1-1 0 0,0 0 1 0 0,0 1-1 0 0,1-1 1 0 0,0 1-57 0 0,9 5-416 0 0,-9-5 397 0 0,0 0-1 0 0,0 1 0 0 0,0-1 1 0 0,0-1-1 0 0,0 1 1 0 0,0 0-1 0 0,0 0 0 0 0,1-1 1 0 0,-1 1-1 0 0,0-1 0 0 0,0 0 1 0 0,1 0-1 0 0,-1 0 1 0 0,4 0-1 0 0,1 1-297 0 0,24-1-2714 0 0,5-1-692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3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502 69 2640 0 0,'-9'-37'2151'0'0,"8"35"-2057"0"0,0 0 1 0 0,0 0-1 0 0,0 1 0 0 0,0-1 1 0 0,0 0-1 0 0,-1 1 1 0 0,1-1-1 0 0,0 1 0 0 0,-1-1 1 0 0,1 1-1 0 0,-1 0 1 0 0,0-1-1 0 0,1 1 0 0 0,-1 0 1 0 0,0 0-1 0 0,0 0 0 0 0,0 0 1 0 0,0 1-1 0 0,-2-2 1 0 0,-2 1 49 0 0,-1 0 1 0 0,1 0-1 0 0,0 1 0 0 0,0 0 1 0 0,-1 0-1 0 0,1 0 1 0 0,0 1-1 0 0,-1 0 1 0 0,1 0-1 0 0,-10 3 1 0 0,3 1 71 0 0,1 0-1 0 0,0 0 1 0 0,1 1 0 0 0,-20 14 0 0 0,7-2 121 0 0,1 1 0 0 0,1 1-1 0 0,-38 45 1 0 0,39-40-209 0 0,2 2-1 0 0,0 0 1 0 0,2 1-1 0 0,1 1 1 0 0,1 0-1 0 0,1 1 1 0 0,2 1-1 0 0,1 0 1 0 0,2 0-1 0 0,-9 47 0 0 0,16-35 13 0 0,2-41-133 0 0,0 1 1 0 0,0-1 0 0 0,0 0 0 0 0,0 0-1 0 0,0 1 1 0 0,0-1 0 0 0,1 0-1 0 0,-1 0 1 0 0,1 1 0 0 0,-1-1 0 0 0,1 0-1 0 0,0 0 1 0 0,0 0 0 0 0,2 3-1 0 0,1 3 11 0 0,-1-2-25 0 0,1 0 0 0 0,-1 0-1 0 0,1 0 1 0 0,0-1 0 0 0,0 0 0 0 0,1 1-1 0 0,-1-2 1 0 0,1 1 0 0 0,0 0 0 0 0,1-1-1 0 0,-1 0 1 0 0,1 0 0 0 0,0-1 0 0 0,0 1 0 0 0,0-1-1 0 0,0-1 1 0 0,1 1 0 0 0,-1-1 0 0 0,1 0-1 0 0,-1 0 1 0 0,9 0 0 0 0,9 2-273 0 0,0-2 0 0 0,0 0 1 0 0,1-2-1 0 0,37-3 0 0 0,-35 0-435 0 0,0-1-1 0 0,38-11 1 0 0,12-12-3515 0 0,-43 13-165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4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7 413 1480 0 0,'0'0'2435'0'0,"-2"3"-1872"0"0,-2 11 417 0 0,10-20 1046 0 0,15-35-815 0 0,2-52-495 0 0,14-121 0 0 0,-36 207-578 0 0,-1 5-119 0 0,-1 0 0 0 0,1-1 0 0 0,0 1 0 0 0,0 0 0 0 0,0 0 0 0 0,0-1 0 0 0,0 1 1 0 0,0 0-1 0 0,2-4 0 0 0,-1-1 14 0 0,-1 1 122 0 0,-1 1-103 0 0,-1-15 8 0 0,1 15 69 0 0,-2 9-126 0 0,-2 2 50 0 0,0 1 0 0 0,0-1 0 0 0,1 1 0 0 0,-6 13-1 0 0,-1 15-23 0 0,2 0 0 0 0,1 1-1 0 0,2 0 1 0 0,-2 60 0 0 0,8-96-29 0 0,-2 23-47 0 0,3 0 3 0 0,2-4-69 0 0,-2-9-106 0 0,1 0 0 0 0,-1-1 0 0 0,2 1 0 0 0,-1 0 0 0 0,1-1 0 0 0,1 1 0 0 0,0-1 0 0 0,0 0 0 0 0,1-1 0 0 0,0 1 0 0 0,0-1 0 0 0,1 1 0 0 0,0-2 0 0 0,1 1 0 0 0,11 10 0 0 0,-15-15 30 0 0,1-1 0 0 0,0 0 0 0 0,0 0 0 0 0,0 0 0 0 0,0-1 0 0 0,0 1 0 0 0,0-1 0 0 0,0 0 0 0 0,9 1 1 0 0,-8-1 23 0 0,0-1-315 0 0,2 0 58 0 0,-2 1 370 0 0,1-1-43 0 0,-1 0-1 0 0,1 0 0 0 0,0 0 0 0 0,-1-1 1 0 0,1 0-1 0 0,-1 0 0 0 0,1 0 0 0 0,-1-1 1 0 0,0 0-1 0 0,8-3 0 0 0,2-3-180 0 0,-1-1 0 0 0,0 0 0 0 0,21-18 1 0 0,-30 22 245 0 0,0-1 0 0 0,0 0 0 0 0,-1 0 0 0 0,1 0 0 0 0,-1 0 0 0 0,0-1 0 0 0,4-9 0 0 0,23-68 1880 0 0,-30 79-1327 0 0,0-1-1 0 0,2-16-59 0 0,-2 17 345 0 0,-1 0-467 0 0,0-16-23 0 0,0 16 244 0 0,0 5-549 0 0,-1 0 0 0 0,1-1-1 0 0,0 1 1 0 0,-1 0 0 0 0,1-1 0 0 0,-1 1-1 0 0,1 0 1 0 0,0-1 0 0 0,0 1-1 0 0,-1 0 1 0 0,1-1 0 0 0,0 1 0 0 0,-1-1-1 0 0,1 1 1 0 0,0 0 0 0 0,0-1-1 0 0,0 1 1 0 0,0-1 0 0 0,-1 1-1 0 0,1-1 1 0 0,0 1 0 0 0,0-1 0 0 0,0 0-1 0 0,0 1 14 0 0,0-1 0 0 0,0 1 0 0 0,0-1 0 0 0,0 1 0 0 0,0-1 0 0 0,0 1 0 0 0,-1-1 0 0 0,1 1 0 0 0,0 0 0 0 0,0-1 0 0 0,0 1 0 0 0,-1-1-1 0 0,1 1 1 0 0,0 0 0 0 0,0-1 0 0 0,-1 1 0 0 0,1-1 0 0 0,0 1 0 0 0,-1 0 0 0 0,1 0 0 0 0,0-1 0 0 0,-1 1 0 0 0,0-1 0 0 0,-1 1 0 0 0,1 0 0 0 0,-1 0 1 0 0,0 0-1 0 0,1 0 0 0 0,-1 0 0 0 0,0 0 1 0 0,1 1-1 0 0,-1-1 0 0 0,0 0 1 0 0,1 1-1 0 0,-1-1 0 0 0,-2 2 0 0 0,3-2 18 0 0,-2 2 9 0 0,0-1 1 0 0,0 1-1 0 0,-1-1 1 0 0,1 1-1 0 0,0 0 0 0 0,1 0 1 0 0,-1 0-1 0 0,0 1 0 0 0,1-1 1 0 0,-1 1-1 0 0,1-1 0 0 0,0 1 1 0 0,-4 5-1 0 0,5-6-41 0 0,-6 6 76 0 0,1 0 0 0 0,0 1 1 0 0,0 0-1 0 0,-8 18 0 0 0,11-21-72 0 0,-7 12 75 0 0,4-4-58 0 0,1 3 23 0 0,-13 37-23 0 0,17-49-83 0 0,1 1-54 0 0,-2 18-40 0 0,2-18-37 0 0,1-1-28 0 0,1 0 81 0 0,-1-1 1 0 0,1 1-1 0 0,0-1 1 0 0,0 0-1 0 0,0 0 1 0 0,1 0-1 0 0,5 7 1 0 0,-5-8-38 0 0,1-1 27 0 0,3 0 107 0 0,0 0-1 0 0,0-1 1 0 0,1 0-1 0 0,-1 0 1 0 0,9-1-1 0 0,-9 0-104 0 0,-2-3 116 0 0,2 1 56 0 0,-1-1-1 0 0,0-1 1 0 0,0 1 0 0 0,0-1 0 0 0,0 0 0 0 0,0 0 0 0 0,-1-1 0 0 0,0 0 0 0 0,8-8-1 0 0,-5 0 54 0 0,0 1 0 0 0,-1-1 1 0 0,-1 0-1 0 0,8-21 0 0 0,-7 17 191 0 0,-6 13-15 0 0,1-1-49 0 0,4-16 1 0 0,-5 16 186 0 0,0 1-231 0 0,4-11 164 0 0,-14 26 289 0 0,7-8-594 0 0,-4 26 13 0 0,5-24 20 0 0,0 2-39 0 0,1-1-51 0 0,-2 0-50 0 0,2 1 1 0 0,-1-1-1 0 0,1 0 0 0 0,0 0 1 0 0,0 0-1 0 0,0 1 1 0 0,1-1-1 0 0,0 0 0 0 0,1 0 1 0 0,-1 0-1 0 0,1 0 1 0 0,0 0-1 0 0,0 0 0 0 0,1-1 1 0 0,0 1-1 0 0,4 6 1 0 0,-2-7-337 0 0,1 1 0 0 0,0-1 1 0 0,-1-1-1 0 0,2 1 0 0 0,-1-1 1 0 0,0 0-1 0 0,1 0 0 0 0,0-1 1 0 0,0 0-1 0 0,0 0 0 0 0,14 3 1 0 0,-16-4-533 0 0,3-3-605 0 0,29 0-1106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4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14 3012 0 0,'0'0'1856'0'0,"-2"-3"-1104"0"0,0 2-580 0 0,0 0 0 0 0,0 0-1 0 0,0-1 1 0 0,0 1 0 0 0,-1 0 0 0 0,1 1 0 0 0,0-1 0 0 0,-1 0-1 0 0,1 1 1 0 0,0-1 0 0 0,-1 1 0 0 0,1-1 0 0 0,0 1 0 0 0,-1 0 0 0 0,-2 1-1 0 0,-1-1 117 0 0,-34 20 755 0 0,37-17-940 0 0,2-2-92 0 0,1 1 0 0 0,-1-1 0 0 0,1 0 1 0 0,-1 1-1 0 0,0-1 0 0 0,0 0 0 0 0,0 1 0 0 0,1-1 0 0 0,-1 0 1 0 0,0 0-1 0 0,0 0 0 0 0,-2 2 0 0 0,2-2 9 0 0,-2 3 40 0 0,1 0-22 0 0,-5 15 11 0 0,5-15-6 0 0,3 3-3 0 0,0 18-25 0 0,-1-19-28 0 0,1-4 11 0 0,1-1 0 0 0,-1 1 1 0 0,0 0-1 0 0,0-1 1 0 0,0 1-1 0 0,-1 0 1 0 0,1 0-1 0 0,0-1 1 0 0,-1 1-1 0 0,1 0 0 0 0,-1 2 1 0 0,2 1-39 0 0,1-1-2 0 0,31 36-56 0 0,-30-37 33 0 0,-1 0 11 0 0,51 37-14 0 0,-50-37 448 0 0,-6 1-302 0 0,-5 13 16 0 0,5-13 29 0 0,-2-3-84 0 0,-16 7-28 0 0,12-4 0 0 0,-1 0-1 0 0,0-1 1 0 0,0-1-1 0 0,0 1 1 0 0,-13 1-1 0 0,13-3-32 0 0,3 0-42 0 0,1-1-688 0 0,-12 0 520 0 0,5 0-3532 0 0,13-5 1639 0 0,8-16-1478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5.2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36 2892 0 0,'0'0'2322'0'0,"2"-4"-1427"0"0,4-10-140 0 0,-5 11 1664 0 0,-1 2-2387 0 0,0 0 0 0 0,0 1 0 0 0,0-1 0 0 0,-1 0 1 0 0,1 1-1 0 0,0-1 0 0 0,0 0 0 0 0,-1 1 0 0 0,1-1 0 0 0,-1 1 1 0 0,1-1-1 0 0,0 1 0 0 0,-1-1 0 0 0,1 0 0 0 0,-1 1 0 0 0,1 0 0 0 0,-1-1 1 0 0,1 1-1 0 0,-1-1 0 0 0,0 1 0 0 0,1 0 0 0 0,-1-1 0 0 0,1 1 1 0 0,-1 0-1 0 0,0 0 0 0 0,1-1 0 0 0,-1 1 0 0 0,0 0 0 0 0,0 0 1 0 0,1 0-1 0 0,-1 0 0 0 0,0 0 0 0 0,1 0 0 0 0,-1 0 0 0 0,0 0 0 0 0,-1 0 1 0 0,-17 3 269 0 0,15-2-153 0 0,0 1-78 0 0,-11 7 4 0 0,11-7 30 0 0,2 1-71 0 0,-17 37 126 0 0,17-36-190 0 0,3 1-85 0 0,14 40-184 0 0,-13-41 265 0 0,-2-2 31 0 0,1-1 0 0 0,0 1 0 0 0,0-1 0 0 0,0 0 0 0 0,1 1-1 0 0,-1-1 1 0 0,0 0 0 0 0,0 0 0 0 0,1 0 0 0 0,1 1 0 0 0,0 1-75 0 0,15 14-123 0 0,-16-15 168 0 0,10 8-4 0 0,-9-8 19 0 0,0 1-4 0 0,1 1 114 0 0,0-1 0 0 0,0 1-1 0 0,0-1 1 0 0,-1 1 0 0 0,0 0 0 0 0,0 1-1 0 0,0-1 1 0 0,0 1 0 0 0,-1-1-1 0 0,3 6 1 0 0,-4-5 75 0 0,-5-3-104 0 0,-73 27 183 0 0,72-28-271 0 0,1 1-239 0 0,-15 2 22 0 0,14-3-105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5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 2900 0 0,'0'0'1152'0'0,"5"-2"-108"0"0,11-7-145 0 0,-12 7 1991 0 0,0 4-2334 0 0,-1 0-418 0 0,0 0 0 0 0,0 0-1 0 0,0 1 1 0 0,0-1 0 0 0,0 1 0 0 0,-1 0 0 0 0,1-1 0 0 0,-1 1-1 0 0,0 1 1 0 0,0-1 0 0 0,0 0 0 0 0,0 0 0 0 0,-1 1 0 0 0,0-1 0 0 0,2 6-1 0 0,-1-5 99 0 0,-2 2-23 0 0,1 18-27 0 0,-1-18-15 0 0,1 1-45 0 0,0 19-39 0 0,-1-20-9 0 0,0-5-74 0 0,-1 0 1 0 0,1 0-1 0 0,0-1 1 0 0,-1 1-1 0 0,1 0 1 0 0,0 0 0 0 0,0 0-1 0 0,0 0 1 0 0,0 0-1 0 0,-1-1 1 0 0,1 1 0 0 0,0 0-1 0 0,1 0 1 0 0,-1 0-1 0 0,0 0 1 0 0,0 0-1 0 0,0-1 1 0 0,0 1 0 0 0,1 0-1 0 0,-1 0 1 0 0,1 1-1 0 0,-1-1-1 0 0,1-1-1 0 0,-1 1 1 0 0,0 0-1 0 0,1 0 1 0 0,-1 0-1 0 0,0 0 1 0 0,0-1-1 0 0,0 1 1 0 0,1 0-1 0 0,-1 0 1 0 0,0 0-1 0 0,0 0 1 0 0,0 0-1 0 0,-1 0 1 0 0,1-1-1 0 0,0 1 0 0 0,0 0 1 0 0,0 0-1 0 0,-1 0 1 0 0,1 0-1 0 0,-1 1 1 0 0,1-2 1 0 0,-1 1-1 0 0,1 0 1 0 0,-1 0-1 0 0,1 0 1 0 0,0 0 0 0 0,-1 0-1 0 0,1 0 1 0 0,0 0 0 0 0,0 0-1 0 0,0 0 1 0 0,0 0 0 0 0,0 0-1 0 0,0 0 1 0 0,0 0 0 0 0,0 0-1 0 0,0 0 1 0 0,1 1 0 0 0,1 21-307 0 0,-3-3 22 0 0,0-14-70 0 0,2-2-646 0 0,-1 1 528 0 0,2 5 455 0 0,-3-2-6905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5.6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2124 0 0,'0'0'2316'0'0,"1"-30"-3336"0"0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6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1 337 1564 0 0,'0'0'5462'0'0,"2"2"-4961"0"0,36 19 1134 0 0,-33-20-1476 0 0,-3 0-141 0 0,0 0 0 0 0,0 0-1 0 0,0 0 1 0 0,0-1 0 0 0,0 1 0 0 0,0-1 0 0 0,0 0 0 0 0,0 0-1 0 0,1 1 1 0 0,-1-1 0 0 0,0 0 0 0 0,0-1 0 0 0,0 1 0 0 0,3-1 0 0 0,5 0 81 0 0,57-7 89 0 0,-51 5-159 0 0,-1-1 0 0 0,-1 0-1 0 0,1-1 1 0 0,0-1 0 0 0,-1 0 0 0 0,0-1-1 0 0,-1 0 1 0 0,0-1 0 0 0,0-1-1 0 0,0 0 1 0 0,-1-1 0 0 0,-1 0 0 0 0,1-1-1 0 0,11-14 1 0 0,-14 15 43 0 0,-7 8-66 0 0,-1 0 0 0 0,1 0 0 0 0,-1 0 0 0 0,1 0 1 0 0,-1 0-1 0 0,0 0 0 0 0,0 0 0 0 0,0 0 0 0 0,0-1 0 0 0,1-3 1 0 0,0 1 10 0 0,0-2-9 0 0,1 0 1 0 0,-1-1 0 0 0,0 1-1 0 0,0-1 1 0 0,-1 0-1 0 0,0 1 1 0 0,-1-1 0 0 0,1 0-1 0 0,-2 0 1 0 0,1 1 0 0 0,-1-1-1 0 0,0 0 1 0 0,0 1-1 0 0,-1-1 1 0 0,0 1 0 0 0,-1-1-1 0 0,-6-13 1 0 0,8 18 31 0 0,-1 1-1 0 0,0-1 1 0 0,0 1-1 0 0,0-1 1 0 0,0 1-1 0 0,0 0 1 0 0,0 0-1 0 0,0-1 1 0 0,-1 2-1 0 0,1-1 1 0 0,-1 0-1 0 0,0 0 1 0 0,-3-1 0 0 0,3 2-2 0 0,0-1 124 0 0,-3 1 19 0 0,2 0-115 0 0,2 1-41 0 0,1-1 0 0 0,-1 1 0 0 0,1 0 0 0 0,-1-1 0 0 0,1 1 0 0 0,-1 0 0 0 0,1 0 0 0 0,-1 0 0 0 0,1 0 0 0 0,-1 0 0 0 0,1 0 0 0 0,-1 0 0 0 0,1 1 1 0 0,-1-1-1 0 0,1 1 0 0 0,-1-1 0 0 0,1 1 0 0 0,-3 1 0 0 0,-5 2 49 0 0,0 2 1 0 0,0-1-1 0 0,0 1 0 0 0,1 1 1 0 0,0 0-1 0 0,0 0 1 0 0,0 0-1 0 0,-9 13 0 0 0,5-4 36 0 0,1 0 0 0 0,1 1 0 0 0,-17 35 0 0 0,6 5 22 0 0,-28 114 0 0 0,48-169-133 0 0,-16 78-219 0 0,-10 105 0 0 0,19-11-3635 0 0,6-116-736 0 0,2-53 2919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6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0 185 1932 0 0,'8'-11'291'0'0,"0"1"0"0"0,0 0 1 0 0,1 0-1 0 0,1 0 0 0 0,-1 1 0 0 0,1 1 0 0 0,1 0 0 0 0,0 0 0 0 0,0 1 0 0 0,0 0 0 0 0,13-5 1 0 0,17-5 957 0 0,78-23 1 0 0,-117 39-1195 0 0,64-12 1139 0 0,-61 12-886 0 0,2 1-13 0 0,17-2-21 0 0,-18 1 223 0 0,22 9-85 0 0,-23-6-204 0 0,-3 1-18 0 0,1 3-99 0 0,-1 0 0 0 0,0 0 0 0 0,0 0 0 0 0,0 0 0 0 0,0 8 0 0 0,-1-9-2 0 0,-2 2-7 0 0,-4 47 57 0 0,4-49-132 0 0,0 1-48 0 0,-6 83-4043 0 0,8-84 2867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6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22 1868 0 0,'0'0'2068'0'0,"-3"-3"-1326"0"0,1 1-606 0 0,0 0 0 0 0,0 0 0 0 0,0 1 0 0 0,-1-1 0 0 0,1 1-1 0 0,0-1 1 0 0,-1 1 0 0 0,1 0 0 0 0,-1 0 0 0 0,0 0 0 0 0,1 0-1 0 0,-1 1 1 0 0,0-1 0 0 0,0 1 0 0 0,1-1 0 0 0,-1 1 0 0 0,0 0 0 0 0,0 0-1 0 0,0 0 1 0 0,1 1 0 0 0,-1-1 0 0 0,-4 2 0 0 0,2-1 112 0 0,2 0-190 0 0,1 0 0 0 0,-1-1-1 0 0,1 1 1 0 0,-1 1-1 0 0,1-1 1 0 0,0 0 0 0 0,0 1-1 0 0,0-1 1 0 0,-1 1 0 0 0,-2 2-1 0 0,-2 3 374 0 0,19-16-248 0 0,-9 6 518 0 0,-14 10-4077 0 0,11-7 3221 0 0,0 0 1 0 0,0 1-1 0 0,-1-1 1 0 0,1 1-1 0 0,0-1 1 0 0,-1 0-1 0 0,1 1 1 0 0,-1-1-1 0 0,1 0 1 0 0,-1 0-1 0 0,1 1 1 0 0,0-1-1 0 0,-1 0 1 0 0,1 0-1 0 0,-1 0 1 0 0,1 1-1 0 0,-1-1 1 0 0,1 0-1 0 0,-1 0 1 0 0,1 0-1 0 0,-1 0 1 0 0,0 0-1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7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25 3040 0 0,'0'0'3549'0'0,"-2"-4"-2981"0"0,-4-13-94 0 0,5 13 946 0 0,-5 4-974 0 0,2 0-397 0 0,1 0 31 0 0,0 0 0 0 0,0 0 0 0 0,0 1 0 0 0,0-1 0 0 0,0 1 0 0 0,0-1 0 0 0,0 1 0 0 0,1 0 0 0 0,-1 0 0 0 0,0 0 0 0 0,0 0 0 0 0,1 1 0 0 0,-1-1 0 0 0,0 1 0 0 0,1-1 0 0 0,0 1 0 0 0,-3 2 0 0 0,-43 44 780 0 0,32-32-525 0 0,3 2-164 0 0,7-9-19 0 0,-33 73 449 0 0,38-77-545 0 0,1 0-10 0 0,0-1-64 0 0,0-1 1 0 0,0 0-1 0 0,1 1 1 0 0,-1-1 0 0 0,1 0-1 0 0,0 0 1 0 0,0 1 0 0 0,0-1-1 0 0,0 0 1 0 0,0 0 0 0 0,1 0-1 0 0,-1 0 1 0 0,1 0-1 0 0,0-1 1 0 0,0 1 0 0 0,0 0-1 0 0,0-1 1 0 0,0 1 0 0 0,1-1-1 0 0,-1 0 1 0 0,1 0 0 0 0,-1 0-1 0 0,1 0 1 0 0,4 2 0 0 0,56 17-924 0 0,-49-19 529 0 0,1 0 0 0 0,-1-2 1 0 0,1 1-1 0 0,-1-2 0 0 0,1 0 0 0 0,-1 0 1 0 0,1-1-1 0 0,-1-1 0 0 0,0-1 0 0 0,26-9 1 0 0,9-16-3086 0 0,-26 12-269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8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179 210 2888 0 0,'1'-4'1636'0'0,"5"-10"-226"0"0,-5 10-275 0 0,0 1-174 0 0,5-42 2057 0 0,-6 39-2701 0 0,-1 3-8 0 0,-18-33 525 0 0,17 33-489 0 0,-3 1-208 0 0,2 1-99 0 0,0 0 1 0 0,-1 0-1 0 0,1 0 1 0 0,-1 1-1 0 0,1-1 1 0 0,-1 1-1 0 0,1 0 1 0 0,-1 0-1 0 0,1 0 1 0 0,-1 1-1 0 0,1-1 1 0 0,0 1-1 0 0,-1-1 1 0 0,1 1-1 0 0,-1 0 1 0 0,1 1-1 0 0,0-1 1 0 0,0 0-1 0 0,-5 4 1 0 0,1-1-32 0 0,1 1-1 0 0,0 1 1 0 0,-1-1 0 0 0,2 1 0 0 0,-1 0 0 0 0,1 0 0 0 0,0 1-1 0 0,-8 13 1 0 0,-17 47-265 0 0,29-63 136 0 0,0 1-22 0 0,-1 12-10 0 0,2-13-9 0 0,0 1-171 0 0,4 15 196 0 0,-3-15 18 0 0,5 2-101 0 0,-6-7 220 0 0,0 1 0 0 0,1 0-1 0 0,-1-1 1 0 0,0 1 0 0 0,1-1 0 0 0,-1 1 0 0 0,1-1 0 0 0,-1 1 0 0 0,1-1 0 0 0,-1 1 0 0 0,1-1 0 0 0,-1 1 0 0 0,1-1-1 0 0,-1 0 1 0 0,1 1 0 0 0,-1-1 0 0 0,1 0 0 0 0,0 0 0 0 0,-1 1 0 0 0,1-1 0 0 0,0 0 0 0 0,-1 0 0 0 0,1 0 0 0 0,0 0-1 0 0,-1 0 1 0 0,1 0 0 0 0,0 0 0 0 0,-1 0 0 0 0,1 0 0 0 0,-1 0 0 0 0,2 0 0 0 0,25-2-13 0 0,-21 1 24 0 0,-2-2-4 0 0,4-2-1 0 0,-1 0 0 0 0,0-1 0 0 0,-1 0 0 0 0,0 0 0 0 0,0-1 1 0 0,9-11-1 0 0,17-36 404 0 0,-30 51 485 0 0,-1 8-887 0 0,2 15-14 0 0,-2-15-25 0 0,2 16-160 0 0,-2-16 59 0 0,1-1-25 0 0,6 12-34 0 0,-6-12-14 0 0,1 0-44 0 0,3 2 40 0 0,0-1 0 0 0,0 0 0 0 0,1 0 0 0 0,0-1 1 0 0,0 1-1 0 0,11 4 0 0 0,-14-8 33 0 0,3 0-1 0 0,60-1-392 0 0,-62 0 584 0 0,-1-1 1 0 0,1-1 0 0 0,0 1 0 0 0,-1-1-1 0 0,1 1 1 0 0,-1-1 0 0 0,0 0 0 0 0,1-1-1 0 0,-1 1 1 0 0,5-5 0 0 0,-5 4-6 0 0,2 0 15 0 0,0-1 0 0 0,-1-1 0 0 0,1 1 1 0 0,-1-1-1 0 0,0 0 0 0 0,0 0 0 0 0,-1 0 0 0 0,0-1 0 0 0,0 1 0 0 0,7-13 1 0 0,-3 1 87 0 0,-1 0 1 0 0,7-27 0 0 0,-9 28-14 0 0,15-80 773 0 0,-19 92-670 0 0,0-1-3 0 0,1-15 12 0 0,-1 15 888 0 0,-5 9-1001 0 0,0 2-64 0 0,0-1-1 0 0,0 0 1 0 0,1 1 0 0 0,0 0-1 0 0,0 0 1 0 0,1 0-1 0 0,-1 0 1 0 0,1 0 0 0 0,-2 13-1 0 0,0 3-77 0 0,-1 37-1 0 0,5-52-179 0 0,0-1 1 0 0,0 1-1 0 0,1-1 0 0 0,0 1 1 0 0,0-1-1 0 0,1 0 0 0 0,0 1 1 0 0,2 5-1 0 0,-2-7 109 0 0,-1-4-48 0 0,-1 2 2 0 0,0-1-1 0 0,1 0 1 0 0,0 0-1 0 0,-1 0 1 0 0,1 0-1 0 0,0 0 1 0 0,0 0-1 0 0,0 0 1 0 0,1-1-1 0 0,-1 1 1 0 0,0 0-1 0 0,1 0 1 0 0,-1-1-1 0 0,1 1 1 0 0,-1-1-1 0 0,1 1 1 0 0,2 1-1 0 0,1 0-709 0 0,13 13-1930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8.7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49 2244 0 0,'0'0'1059'0'0,"-3"-2"-185"0"0,2 2-815 0 0,1 0 0 0 0,0 0 0 0 0,-1 0 0 0 0,1 0 0 0 0,0 0 1 0 0,-1 0-1 0 0,1 0 0 0 0,0 0 0 0 0,-1-1 0 0 0,1 1 0 0 0,0 0 0 0 0,-1 0 0 0 0,1 0 0 0 0,0-1 0 0 0,-1 1 0 0 0,1 0 0 0 0,0 0 0 0 0,0-1 1 0 0,-1 1-1 0 0,1 0 0 0 0,0-1 0 0 0,0 1 0 0 0,0 0 0 0 0,0-1 0 0 0,-1 1 0 0 0,1 0 0 0 0,0-1 0 0 0,0 1 0 0 0,0-1 0 0 0,0 1 0 0 0,0 0 1 0 0,0-1-1 0 0,0 1 0 0 0,0 0 0 0 0,0-1 0 0 0,0 1 0 0 0,0-1 0 0 0,0 1 0 0 0,2-2 14 0 0,0 1 1 0 0,1 0-1 0 0,-1 1 1 0 0,0-1-1 0 0,0 0 1 0 0,1 1-1 0 0,-1-1 0 0 0,0 1 1 0 0,1-1-1 0 0,2 1 1 0 0,192-25 1750 0 0,-191 25-1516 0 0,1-1-19 0 0,0 0-191 0 0,-2 1-2 0 0,-1-1 0 0 0,1 0 0 0 0,-1 1 0 0 0,1 0 0 0 0,-1 0 0 0 0,1 1 0 0 0,-1-1 0 0 0,1 1 0 0 0,-1 0 0 0 0,1 0 0 0 0,-1 0 0 0 0,0 1 0 0 0,0-1 0 0 0,1 1 0 0 0,5 4 0 0 0,-7-4 57 0 0,0 3-7 0 0,6 12 3 0 0,-7-13 67 0 0,-1 2-108 0 0,1 17-39 0 0,-1-17-6 0 0,-2 1-15 0 0,-6 81 130 0 0,6-83-284 0 0,0 0-160 0 0,-2 18-124 0 0,2-17-125 0 0,1 0-948 0 0,0 18 469 0 0,0-18-84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8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66 2476 0 0,'0'-5'1165'0'0,"2"-18"143"0"0,-2 21-1152 0 0,0 0-1 0 0,0 0 1 0 0,0 1-1 0 0,0-1 1 0 0,0 0-1 0 0,-1 0 1 0 0,1 0-1 0 0,-1 0 1 0 0,1 0-1 0 0,-1 0 1 0 0,1 0-1 0 0,-1 1 1 0 0,0-1-1 0 0,0 0 1 0 0,-1-2-1 0 0,1 4-253 0 0,1-1-1 0 0,-1 1 1 0 0,1-1-1 0 0,-1 1 1 0 0,1 0-1 0 0,-1-1 1 0 0,0 1-1 0 0,1-1 1 0 0,-1 1-1 0 0,1 0 1 0 0,-1-1 0 0 0,0 1-1 0 0,1 0 1 0 0,-1 0-1 0 0,0 0 1 0 0,1 0-1 0 0,-1-1 1 0 0,0 1-1 0 0,0 0 1 0 0,1 0-1 0 0,-1 0 1 0 0,0 0-1 0 0,1 1 1 0 0,-1-1-1 0 0,0 0 1 0 0,1 0-1 0 0,-1 0 1 0 0,0 0-1 0 0,1 1 1 0 0,-1-1-1 0 0,0 0 1 0 0,1 1-1 0 0,-1-1 1 0 0,1 0-1 0 0,-1 1 1 0 0,0-1-1 0 0,1 1 1 0 0,-1-1-1 0 0,1 1 1 0 0,0-1-1 0 0,-1 1 1 0 0,1-1-1 0 0,-1 1 1 0 0,1 0-1 0 0,0-1 1 0 0,-1 1-1 0 0,1-1 1 0 0,0 1-1 0 0,0 0 1 0 0,-1-1 0 0 0,1 1-1 0 0,0 1 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9.4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46 2440 0 0,'0'0'5607'0'0,"3"-2"-5133"0"0,7-5 410 0 0,-19 15 1008 0 0,-12 10-1153 0 0,19-15-615 0 0,-1 1-5 0 0,-16 35 154 0 0,18-35-240 0 0,0 0 2 0 0,0 1-54 0 0,1 0 0 0 0,0-1 0 0 0,0 1 0 0 0,0 0 0 0 0,0 0 1 0 0,1 0-1 0 0,0-1 0 0 0,0 1 0 0 0,0 0 0 0 0,0-1 0 0 0,1 1 0 0 0,3 6 0 0 0,-3-8-85 0 0,1 0 5 0 0,10 7 44 0 0,-10-8-33 0 0,2-1-26 0 0,15 5 102 0 0,-15-5-12 0 0,0-1 60 0 0,43-14 396 0 0,-43 12-229 0 0,-2-2 5 0 0,41-55 808 0 0,-42 55-837 0 0,0-1 2 0 0,12-47 280 0 0,-13 47-348 0 0,-2-1-81 0 0,0 3-53 0 0,1 1-22 0 0,-1-1 1 0 0,1 1 0 0 0,-1-1-1 0 0,0 1 1 0 0,0 0 0 0 0,0-1-1 0 0,0 1 1 0 0,0 0 0 0 0,0 0-1 0 0,0 0 1 0 0,-1 0 0 0 0,1 0-1 0 0,-1 0 1 0 0,0 0 0 0 0,1 0-1 0 0,-1 0 1 0 0,0 1 0 0 0,0-1-1 0 0,0 1 1 0 0,-4-2 0 0 0,-2 0-363 0 0,-1 0 0 0 0,0 1 0 0 0,0 0 0 0 0,-9-1 0 0 0,12 3-119 0 0,1 2-628 0 0,-14 6 382 0 0,15-6 73 0 0,-7 8-765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09.8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1780 0 0,'6'0'948'0'0,"58"0"2474"0"0,-35 4-2475 0 0,-23-3-432 0 0,-1 1-146 0 0,3 0-249 0 0,0 0 0 0 0,0 1 0 0 0,-1 0 0 0 0,0 1 0 0 0,1-1 0 0 0,-1 1 0 0 0,-1 1 0 0 0,1-1 0 0 0,-1 1 0 0 0,1 1 0 0 0,-1-1 0 0 0,-1 1 0 0 0,1 0 0 0 0,-1 0 0 0 0,0 1 0 0 0,0-1-1 0 0,-1 1 1 0 0,0 0 0 0 0,4 11 0 0 0,-1-1-58 0 0,-5-13 0 0 0,-1 2 12 0 0,7 46 262 0 0,-8-47-152 0 0,-6 15 82 0 0,5-16-6 0 0,-1 0-130 0 0,0-1-65 0 0,0-1 0 0 0,0 1-1 0 0,0-1 1 0 0,0 0 0 0 0,0 0 0 0 0,0 0 0 0 0,0 0 0 0 0,-1 0 0 0 0,1 0 0 0 0,-1-1 0 0 0,1 1 0 0 0,-1-1 0 0 0,-3 2-1 0 0,1-1 457 0 0,1-4-353 0 0,-14-3 13 0 0,14 3-16 0 0,4 2-158 0 0,0 0 0 0 0,0 0 0 0 0,0-1 0 0 0,0 1 0 0 0,0 0 0 0 0,0-1 0 0 0,0 1 0 0 0,-1 0 0 0 0,1 0 0 0 0,0-1 0 0 0,0 1 0 0 0,0 0 1 0 0,0 0-1 0 0,0-1 0 0 0,0 1 0 0 0,-1 0 0 0 0,1 0 0 0 0,0 0 0 0 0,0-1 0 0 0,0 1 0 0 0,-1 0 0 0 0,1 0 0 0 0,0 0 0 0 0,0 0 0 0 0,-1-1 0 0 0,1 1 0 0 0,0 0 1 0 0,0 0-1 0 0,-1 0 0 0 0,1 0 0 0 0,-1 0 0 0 0,1 0 4 0 0,-1-1 1 0 0,0 1-1 0 0,1 0 1 0 0,-1-1-1 0 0,0 1 1 0 0,1-1-1 0 0,-1 1 1 0 0,0-1-1 0 0,1 1 1 0 0,-1-1-1 0 0,1 1 1 0 0,-1-1-1 0 0,1 1 1 0 0,-1-1-1 0 0,1 0 1 0 0,-1 1-1 0 0,1-1 1 0 0,0 0-1 0 0,-1 1 1 0 0,1-1-1 0 0,0-1 1 0 0,-6-15 77 0 0,4 12-10 0 0,2 0-30 0 0,1-7-85 0 0,0 1 0 0 0,0 0 1 0 0,1 0-1 0 0,1-1 0 0 0,0 2 1 0 0,1-1-1 0 0,0 0 0 0 0,0 1 1 0 0,1-1-1 0 0,0 1 0 0 0,1 0 1 0 0,0 1-1 0 0,1 0 0 0 0,0 0 1 0 0,12-13-1 0 0,-16 20 28 0 0,0-1 0 0 0,0 0 0 0 0,0 1 1 0 0,0 0-1 0 0,0 0 0 0 0,0-1 0 0 0,1 2 0 0 0,-1-1 0 0 0,1 0 1 0 0,-1 1-1 0 0,1 0 0 0 0,0 0 0 0 0,-1 0 0 0 0,1 0 0 0 0,5 0 1 0 0,-2 2-7 0 0,-3-1 15 0 0,0 0-4 0 0,0 0 0 0 0,0 0 1 0 0,0 1-1 0 0,0-1 0 0 0,0 1 0 0 0,0 0 0 0 0,0 1 0 0 0,0-1 0 0 0,0 0 0 0 0,0 1 0 0 0,-1 0 0 0 0,1 0 1 0 0,-1 0-1 0 0,1 1 0 0 0,3 2 0 0 0,5 9-6 0 0,0 1-1 0 0,-1-1 1 0 0,0 2 0 0 0,-1 0 0 0 0,-1 0-1 0 0,-1 0 1 0 0,0 1 0 0 0,10 34 0 0 0,-17-48-31 0 0,0 0 1 0 0,0 0-1 0 0,-1 1 1 0 0,1-1-1 0 0,-1 1 1 0 0,0-1-1 0 0,0 1 1 0 0,0 3-1 0 0,0 2-52 0 0,0 2-86 0 0,0 0 0 0 0,-1 0 1 0 0,0 0-1 0 0,0-1 1 0 0,-1 1-1 0 0,-1 0 1 0 0,0-1-1 0 0,0 1 1 0 0,-1-1-1 0 0,-6 11 0 0 0,2-6-406 0 0,-1 0 0 0 0,0-1 0 0 0,-1-1 0 0 0,0 1 0 0 0,-18 16 0 0 0,-7 2-2217 0 0,-4 0-2007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11.9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 2252 0 0,'0'0'5387'0'0,"2"5"-5017"0"0,0 0-266 0 0,3 16 384 0 0,1-19-221 0 0,52 16 425 0 0,-35-14-424 0 0,37 3 0 0 0,-49-6-246 0 0,31 1 15 0 0,1-1 0 0 0,0-2 0 0 0,48-8 0 0 0,-41 2-74 0 0,-27 3 43 0 0,113-21 31 0 0,-119 20 11 0 0,-13 4-1 0 0,2 0 20 0 0,6-3 9 0 0,-1 2 0 0 0,1-1 0 0 0,15 0 0 0 0,-20 3-58 0 0,17 0 0 0 0,-16 0-11 0 0,0 1 0 0 0,-1 0-1 0 0,1 0 1 0 0,11 3 0 0 0,-12-2-21 0 0,-2-1-20 0 0,1 0-10 0 0,41 5-135 0 0,-1-3-1 0 0,1-2 1 0 0,0-1-1 0 0,-1-3 1 0 0,1-2-1 0 0,67-15 1 0 0,-93 14 197 0 0,68-13 530 0 0,-84 19-487 0 0,0 0-52 0 0,15 2-17 0 0,-15-1-14 0 0,-2 1-68 0 0,4 4 27 0 0,1-2 0 0 0,0 1 0 0 0,0-1 0 0 0,0 0 0 0 0,18 5 0 0 0,-11-5 26 0 0,1-1 0 0 0,0-1 0 0 0,27 1 0 0 0,9-2 50 0 0,411-31-464 0 0,-457 29 403 0 0,23 0-71 0 0,-24 1 63 0 0,1 0-52 0 0,16 1 88 0 0,-16-1 57 0 0,-3 2-52 0 0,12 3-77 0 0,-11-4 166 0 0,0 1 58 0 0,6 4-108 0 0,1-1 0 0 0,0 0-1 0 0,1 0 1 0 0,-1-2-1 0 0,1 1 1 0 0,-1-1-1 0 0,1-1 1 0 0,20 2-1 0 0,597-3 1201 0 0,-623-1-1170 0 0,2 0 6 0 0,92 2 340 0 0,-94-1-361 0 0,0 0-27 0 0,52 10 68 0 0,1 1-33 0 0,0-3 0 0 0,113 3 0 0 0,113-23-150 0 0,46-22-18 0 0,-326 32 174 0 0,27-3 68 0 0,-25 3-27 0 0,-2 0-64 0 0,43-7 51 0 0,-44 7-73 0 0,2 1 45 0 0,45 2-180 0 0,-47-2 83 0 0,3 0-16 0 0,325-11-420 0 0,-1-30 1021 0 0,-325 40-414 0 0,23-4 133 0 0,-23 4-19 0 0,-1 0-128 0 0,15-2-41 0 0,-15 2 54 0 0,-1 1-103 0 0,166 23 53 0 0,2-12-790 0 0,236-16 0 0 0,-379 2-1773 0 0,38-11-1 0 0,-63 13 1896 0 0,2 0-4476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4.7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186 61 3088 0 0,'0'0'1080'0'0,"-1"-5"-138"0"0,-3-15-125 0 0,3 15-85 0 0,-4-1 97 0 0,-5-8 603 0 0,-4 5-1195 0 0,10 7 74 0 0,-1 4-174 0 0,-1 0-70 0 0,0 0-1 0 0,0 0 1 0 0,0 1 0 0 0,0 0-1 0 0,1 0 1 0 0,-1 0 0 0 0,1 1-1 0 0,0 0 1 0 0,0 0 0 0 0,0 0-1 0 0,1 1 1 0 0,-8 8 0 0 0,-20 43 231 0 0,27-43-215 0 0,-1-1 0 0 0,2 1 0 0 0,-5 19 0 0 0,8-25-83 0 0,-5 10 66 0 0,4 7-10 0 0,3-14-9 0 0,6 50 37 0 0,-5-47-127 0 0,-1-11 35 0 0,-1 0 0 0 0,0-1 0 0 0,1 1-1 0 0,-1 0 1 0 0,1 0 0 0 0,0 0 0 0 0,-1 0 0 0 0,1 0 0 0 0,0-1 0 0 0,0 1 0 0 0,0 0 0 0 0,1-1 0 0 0,1 3 0 0 0,1 2-59 0 0,0-1-60 0 0,-1 0 1 0 0,2 1-1 0 0,-1-2 1 0 0,1 1-1 0 0,0 0 1 0 0,0-1-1 0 0,0 0 1 0 0,0 0-1 0 0,1 0 1 0 0,-1-1-1 0 0,1 0 1 0 0,0 0-1 0 0,11 3 1 0 0,44-2-1347 0 0,-43-5 1120 0 0,-1-2 0 0 0,1 0 0 0 0,-1-1 0 0 0,1 0 0 0 0,-1-2 1 0 0,0 0-1 0 0,-1-1 0 0 0,21-12 0 0 0,-24 11 257 0 0,-1-1 0 0 0,0 0 0 0 0,-1 0 0 0 0,0-2 0 0 0,14-15 0 0 0,-14 14 185 0 0,-9 10-47 0 0,0-1-1 0 0,0 1 0 0 0,0-1 0 0 0,-1 0 0 0 0,1 1 0 0 0,-1-1 0 0 0,0 0 0 0 0,2-4 0 0 0,-3 6-24 0 0,21-53 1051 0 0,-20 48-783 0 0,0 1-37 0 0,2-17 16 0 0,-2 17-22 0 0,-1 0-63 0 0,-3-12 36 0 0,3 12 185 0 0,-2 2-245 0 0,0 2-96 0 0,1 0-23 0 0,0 0 1 0 0,0 0-1 0 0,1 0 0 0 0,-1 0 0 0 0,0 0 1 0 0,0 0-1 0 0,0 0 0 0 0,1-1 1 0 0,-1 1-1 0 0,1 0 0 0 0,-1 0 0 0 0,0-3 1 0 0,-5 4 78 0 0,3-1-71 0 0,2 1-27 0 0,0 0 0 0 0,-1-1 0 0 0,1 1-1 0 0,-1 0 1 0 0,1 0 0 0 0,0-1 0 0 0,-1 1-1 0 0,1 0 1 0 0,-1 1 0 0 0,1-1 0 0 0,0 0-1 0 0,-1 0 1 0 0,1 0 0 0 0,0 1 0 0 0,-1-1-1 0 0,1 1 1 0 0,0-1 0 0 0,-1 1 0 0 0,1 0-1 0 0,-1 0 1 0 0,-8 6 80 0 0,0 1 0 0 0,0 0 1 0 0,1 0-1 0 0,0 1 0 0 0,1 0 0 0 0,0 1 0 0 0,1 0 1 0 0,0 0-1 0 0,0 0 0 0 0,1 1 0 0 0,-6 15 0 0 0,10-22-42 0 0,1 1-15 0 0,-3 18-11 0 0,4-17-6 0 0,1-1 1 0 0,2 1-67 0 0,0 1 1 0 0,0-1-1 0 0,0 0 0 0 0,1 0 1 0 0,0 0-1 0 0,0-1 0 0 0,1 0 1 0 0,5 6-1 0 0,-7-9-36 0 0,1 0 1 0 0,3 0 83 0 0,0-1 1 0 0,0 0 0 0 0,0 0 0 0 0,1-1-1 0 0,-1 0 1 0 0,0 0 0 0 0,0 0 0 0 0,13-4 0 0 0,-15 3 114 0 0,-3 0-71 0 0,1 0 0 0 0,0 0 0 0 0,-1 0 0 0 0,0 0 0 0 0,1-1 0 0 0,-1 1 0 0 0,0-1 1 0 0,1 0-1 0 0,-1 0 0 0 0,0 0 0 0 0,0 0 0 0 0,-1 0 0 0 0,1 0 0 0 0,0 0 0 0 0,-1-1 0 0 0,3-2 1 0 0,0-2 102 0 0,0 1 0 0 0,0-1 1 0 0,0 0-1 0 0,4-14 0 0 0,4-53 405 0 0,-11 69-511 0 0,-2-1-69 0 0,0-18 83 0 0,1 18 6 0 0,-1 2-1 0 0,-5-15-13 0 0,4 15-7 0 0,2 4-43 0 0,0 0 0 0 0,-1 0-1 0 0,1 0 1 0 0,0 0-1 0 0,-1 0 1 0 0,1 0 0 0 0,0 0-1 0 0,0-1 1 0 0,-1 1-1 0 0,1 0 1 0 0,0 0 0 0 0,-1 0-1 0 0,1 0 1 0 0,0 0-1 0 0,0 0 1 0 0,-1-1 0 0 0,1 1-1 0 0,0 0 1 0 0,0 0-1 0 0,-1 0 1 0 0,1-1 0 0 0,0 1-1 0 0,0 0 1 0 0,0 0-1 0 0,0 0 1 0 0,-1-1 0 0 0,1 1-1 0 0,0 0 1 0 0,0-1-1 0 0,0 1 1 0 0,0 0 0 0 0,0-1-1 0 0,-1 0-5 0 0,1 1 0 0 0,0-1-1 0 0,0 1 1 0 0,-1-1 0 0 0,1 1-1 0 0,0-1 1 0 0,-1 1 0 0 0,1-1-1 0 0,-1 1 1 0 0,1-1 0 0 0,-1 1-1 0 0,1-1 1 0 0,-1 1 0 0 0,1 0-1 0 0,-1-1 1 0 0,1 1 0 0 0,-1 0 0 0 0,1-1-1 0 0,-1 1 1 0 0,1 0 0 0 0,-1 0-1 0 0,0 0 1 0 0,1 0 0 0 0,-1-1-1 0 0,1 1 1 0 0,-1 0 0 0 0,0 0-1 0 0,1 0 1 0 0,-2 0 0 0 0,-20-2-26 0 0,17 2 19 0 0,0 2-72 0 0,-15 5-56 0 0,15-5-57 0 0,1 1-107 0 0,-11 10-197 0 0,11-9 111 0 0,2 0-52 0 0,-14 35-2010 0 0,15-35 1709 0 0,2 1-1164 0 0,2 12 124 0 0,-2-13-1271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5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1 111 2636 0 0,'38'-30'4093'0'0,"-35"28"-2832"0"0,1 0-937 0 0,15-6 534 0 0,-1 20-621 0 0,-15-9-147 0 0,4 16 126 0 0,-5-15-124 0 0,-1 0-17 0 0,4 13 1 0 0,-4-12 0 0 0,0-1-9 0 0,4 14 0 0 0,-4-14 8 0 0,0 0-7 0 0,2 12-12 0 0,-2-12 19 0 0,1 1-21 0 0,4 12 197 0 0,-5-16-189 0 0,-1 0 0 0 0,1 0 0 0 0,-1 0 0 0 0,1 0 1 0 0,-1 0-1 0 0,1 0 0 0 0,0 0 0 0 0,-1 0 0 0 0,1 0 0 0 0,0 0 1 0 0,0 0-1 0 0,0-1 0 0 0,-1 1 0 0 0,1 0 0 0 0,0-1 1 0 0,0 1-1 0 0,0 0 0 0 0,0-1 0 0 0,0 1 0 0 0,2 0 0 0 0,-1-2-40 0 0,-1 0 0 0 0,1 0 0 0 0,-1 0 0 0 0,1 0-1 0 0,-1 0 1 0 0,1 0 0 0 0,-1 0 0 0 0,0-1-1 0 0,0 1 1 0 0,1 0 0 0 0,0-2 0 0 0,1 0 104 0 0,-1-1-18 0 0,6-11-11 0 0,-6 11-7 0 0,0-1-25 0 0,32-97 75 0 0,-33 98-203 0 0,0-2-40 0 0,4-14-32 0 0,-4 14-54 0 0,0 2-339 0 0,4-13 201 0 0,-4 12-76 0 0,15-6-4213 0 0,-13 9 3917 0 0,22 9-5138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5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2480 0 0,'0'0'2113'0'0,"5"0"-1426"0"0,19-3 2029 0 0,-19 4-2139 0 0,12 4-58 0 0,-12-4 856 0 0,-2 2-1040 0 0,8 10 7 0 0,-8-10-95 0 0,-2 1-56 0 0,4 11-34 0 0,-4-11-8 0 0,2 22-68 0 0,0 1 0 0 0,11 35 0 0 0,-13-57-272 0 0,19 50-1627 0 0,-17-50 1082 0 0,13 9-2093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5.8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20 2244 0 0,'-2'-2'273'0'0,"-1"0"1"0"0,0 0-1 0 0,0 0 0 0 0,1 0 0 0 0,-1 1 0 0 0,0-1 1 0 0,-1 1-1 0 0,1 0 0 0 0,0 0 0 0 0,0 0 0 0 0,-5-1 1 0 0,3 2 575 0 0,0 1-572 0 0,-45 18 534 0 0,45-16-688 0 0,2-1 3 0 0,-28 26 194 0 0,29-26-271 0 0,0 2-69 0 0,2-3 61 0 0,-1 0-61 0 0,1-1 0 0 0,0 1 0 0 0,-1 0 0 0 0,1 0 0 0 0,0-1 0 0 0,-1 1 0 0 0,1 0-1 0 0,0 0 1 0 0,0-1 0 0 0,0 1 0 0 0,0 0 0 0 0,0 0 0 0 0,0-1 0 0 0,0 1 0 0 0,0 0 0 0 0,0 0 0 0 0,0-1 0 0 0,0 1 0 0 0,0 0 0 0 0,0 0 0 0 0,1-1 0 0 0,-1 1-1 0 0,0 0 1 0 0,1 0 0 0 0,-1-1 0 0 0,0 1 0 0 0,1 0 0 0 0,-1-1 0 0 0,1 1 0 0 0,-1-1 0 0 0,1 1 0 0 0,-1-1 0 0 0,1 1 0 0 0,0-1 0 0 0,-1 1 0 0 0,1-1 0 0 0,0 1 0 0 0,-1-1-1 0 0,1 0 1 0 0,0 1 0 0 0,-1-1 0 0 0,1 0 0 0 0,0 1 0 0 0,0-1 0 0 0,0 0 0 0 0,0 0 23 0 0,0 0-1 0 0,0 0 1 0 0,0 0-1 0 0,0 0 1 0 0,0 0 0 0 0,0 0-1 0 0,0-1 1 0 0,0 1 0 0 0,0 0-1 0 0,0-1 1 0 0,0 1 0 0 0,0 0-1 0 0,0-1 1 0 0,0 1-1 0 0,0-1 1 0 0,0 0 0 0 0,0 1-1 0 0,-1-1 1 0 0,1 0 0 0 0,0 1-1 0 0,0-1 1 0 0,0-1-1 0 0,0 1 28 0 0,0 0 0 0 0,0 0 0 0 0,1 0-1 0 0,-1 0 1 0 0,0 0 0 0 0,0 0 0 0 0,1 0 0 0 0,-1 0-1 0 0,0 1 1 0 0,1-1 0 0 0,-1 1 0 0 0,2-1-1 0 0,1-2 113 0 0,-1 1 0 0 0,0-1-1 0 0,1 0 1 0 0,-1 0 0 0 0,-1 0-1 0 0,1-1 1 0 0,0 1 0 0 0,3-7-1 0 0,-3 6 816 0 0,-4 0-880 0 0,-3-14-3 0 0,3 14 46 0 0,-1 4-132 0 0,0 1 0 0 0,0 0 0 0 0,-1 0 0 0 0,1-1 0 0 0,0 2 0 0 0,0-1 0 0 0,0 0 0 0 0,0 0 0 0 0,0 0 0 0 0,0 1 0 0 0,1-1 0 0 0,-1 1 0 0 0,0 0 0 0 0,1-1 0 0 0,-1 1 0 0 0,1 0 0 0 0,0 0 0 0 0,-2 2 1 0 0,2-2 0 0 0,-2 2-251 0 0,1 0-143 0 0,-4 13-131 0 0,4-12-138 0 0,1-1-148 0 0,0 0 409 0 0,-2 7 207 0 0,6 2-3132 0 0,4 10 146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6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127 413 3564 0 0,'0'0'3717'0'0,"-1"-5"-3102"0"0,-3-13-109 0 0,4 13 690 0 0,-10 1-781 0 0,9 3-394 0 0,1 1 1 0 0,-1 0-1 0 0,1-1 0 0 0,-1 1 1 0 0,1 0-1 0 0,-1-1 0 0 0,1 1 1 0 0,-1 0-1 0 0,1-1 1 0 0,-1 1-1 0 0,0 0 0 0 0,1 0 1 0 0,-1 0-1 0 0,0 0 0 0 0,1 0 1 0 0,-1 0-1 0 0,1-1 0 0 0,-1 2 1 0 0,0-1-1 0 0,1 0 0 0 0,-1 0 1 0 0,0 0-1 0 0,1 0 1 0 0,-1 0-1 0 0,1 0 0 0 0,-1 1 1 0 0,-1-1-1 0 0,-16 6 104 0 0,13-5-24 0 0,1 2 6 0 0,-4 4-36 0 0,0 0-1 0 0,1 1 0 0 0,0 0 0 0 0,-9 15 1 0 0,14-20-47 0 0,-1 2-4 0 0,-6 16 10 0 0,7-16-11 0 0,1 1-4 0 0,-2 48-46 0 0,3-48 4 0 0,2-2-26 0 0,17 34-350 0 0,-17-35 300 0 0,2-1-136 0 0,12 5 126 0 0,-12-6 8 0 0,1-2-73 0 0,0-1 181 0 0,-1 1 0 0 0,1-1 1 0 0,-1 0-1 0 0,1-1 1 0 0,-1 1-1 0 0,0-1 1 0 0,0 0-1 0 0,0 0 0 0 0,0 0 1 0 0,0 0-1 0 0,-1-1 1 0 0,1 0-1 0 0,5-7 1 0 0,18-44 131 0 0,-20 35-64 0 0,-1-1 0 0 0,-1 0 0 0 0,-1 0 0 0 0,0-1 0 0 0,-2 1 0 0 0,-1-1 1 0 0,-2-36-1 0 0,1 31 57 0 0,-1-33 696 0 0,-15-108 0 0 0,15 163-684 0 0,-3-18 77 0 0,3 19 344 0 0,-2 7-491 0 0,0 2-53 0 0,0-1 1 0 0,0 1-1 0 0,1 0 0 0 0,0 0 1 0 0,0 0-1 0 0,0 0 0 0 0,1 0 1 0 0,-1 0-1 0 0,1 0 1 0 0,0 1-1 0 0,0 9 0 0 0,3 71 151 0 0,-1-46-175 0 0,17 366-397 0 0,-5-151-2055 0 0,-7 2-4342 0 0,-6-203 2468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8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247 69 2984 0 0,'6'-20'1220'0'0,"-5"16"1212"0"0,-1 2-2370 0 0,1 0 0 0 0,-1 1 0 0 0,0-1 0 0 0,0 1 0 0 0,0-1 0 0 0,0 1 1 0 0,0-1-1 0 0,-1 0 0 0 0,1 1 0 0 0,0-1 0 0 0,-1 1 0 0 0,0-3 0 0 0,0 2 45 0 0,0-3 216 0 0,-2 3-55 0 0,-10-5-44 0 0,10 5-27 0 0,-2 1-32 0 0,-5 0-81 0 0,0 0 0 0 0,1 1 0 0 0,-1 0 0 0 0,0 0 0 0 0,1 1 0 0 0,-1 1 0 0 0,-12 3 1 0 0,5 0-20 0 0,1 1 0 0 0,0 1 1 0 0,0 1-1 0 0,1 0 0 0 0,-21 16 1 0 0,33-22-48 0 0,-13 18 17 0 0,16 6-60 0 0,0-21 22 0 0,3-2-30 0 0,60 38-319 0 0,-59-39 395 0 0,1 0-14 0 0,84 40 91 0 0,-86-41-127 0 0,-2 1 7 0 0,0-1 0 0 0,1 0 0 0 0,-1 0 0 0 0,0 0 0 0 0,0 0 0 0 0,0-1 0 0 0,0 1 0 0 0,1 0 0 0 0,-1 0 0 0 0,0-1 0 0 0,1 1 0 0 0,2 0 0 0 0,-2 0 1 0 0,2 1 15 0 0,-1 0-7 0 0,-1 0 0 0 0,1 0 0 0 0,-1 1 0 0 0,0-1 0 0 0,0 0 0 0 0,0 1 0 0 0,0 0 0 0 0,0-1 0 0 0,0 1 0 0 0,2 6 0 0 0,-4-9-8 0 0,2 3 128 0 0,-2 2-54 0 0,-2 15 13 0 0,2-15-22 0 0,-2-2-11 0 0,-26 34 17 0 0,25-33 51 0 0,-1-2-1 0 0,-14 9-8 0 0,14-8-12 0 0,-1-1-45 0 0,-12 4-123 0 0,13-4 111 0 0,-1-1 27 0 0,-15 2-18 0 0,15-2 0 0 0,0-2 6 0 0,-13-2-43 0 0,13 2-58 0 0,1-2-24 0 0,-1-1-56 0 0,0-1 0 0 0,0 1 0 0 0,0-1 0 0 0,1 0 0 0 0,-1-1 0 0 0,1 1 0 0 0,-5-10 0 0 0,8 11-249 0 0,0-2-92 0 0,0 0 0 0 0,1-1 0 0 0,0 0 0 0 0,0 1 0 0 0,0-1 0 0 0,1 0 0 0 0,0 1 0 0 0,0-1 0 0 0,1 1 0 0 0,0-1 0 0 0,0 1-1 0 0,0-1 1 0 0,6-9 0 0 0,10-9-2558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8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79 342 2916 0 0,'0'0'3401'0'0,"1"5"-2809"0"0,0 13-56 0 0,-1-13 1439 0 0,1-10-1895 0 0,4-21 22 0 0,-2-1-1 0 0,-1 1 1 0 0,-1-1-1 0 0,-1 0 0 0 0,-1 1 1 0 0,-6-31-1 0 0,-18-65 607 0 0,23 118-602 0 0,-3-15 50 0 0,3 15 221 0 0,2 5-370 0 0,0-1-1 0 0,0 0 1 0 0,0 1-1 0 0,0-1 1 0 0,0 0 0 0 0,0 0-1 0 0,0 1 1 0 0,0-1-1 0 0,0 0 1 0 0,0 1 0 0 0,-1-1-1 0 0,1 0 1 0 0,0 1-1 0 0,0-1 1 0 0,0 0-1 0 0,-1 0 1 0 0,1 0 0 0 0,0 1-1 0 0,0-1 1 0 0,-1 0-1 0 0,1 0 1 0 0,0 0 0 0 0,0 1-1 0 0,-1-1 1 0 0,1 0-1 0 0,0 0 1 0 0,-1 0-1 0 0,1 0 1 0 0,0 0 0 0 0,0 0-1 0 0,-1 1 1 0 0,1-1-1 0 0,-1 0 1 0 0,0 0-1 0 0,1 0 1 0 0,-1 0-1 0 0,1 0 1 0 0,-1 1-1 0 0,0-1 1 0 0,1 0-1 0 0,-1 0 1 0 0,1 1-1 0 0,-1-1 1 0 0,0 0-1 0 0,1 1 1 0 0,-1-1-1 0 0,1 1 1 0 0,-1-1-1 0 0,1 1 1 0 0,0-1-1 0 0,-1 1 1 0 0,1-1-1 0 0,-1 1 1 0 0,1 0-1 0 0,0-1 1 0 0,-1 1-1 0 0,1-1 1 0 0,0 1-1 0 0,0 0 0 0 0,0-1 1 0 0,-1 2-1 0 0,-5 29 212 0 0,-2 3-73 0 0,2 0 0 0 0,1 1 0 0 0,0 61 0 0 0,5-85-186 0 0,0-1-6 0 0,0 0-1 0 0,0-1 0 0 0,1 1 0 0 0,1 0 1 0 0,-1 0-1 0 0,1-1 0 0 0,1 1 1 0 0,0-1-1 0 0,0 0 0 0 0,1 1 1 0 0,6 9-1 0 0,17 11-963 0 0,-24-28 649 0 0,2-1-32 0 0,13 5-106 0 0,-13-5-68 0 0,1-2-823 0 0,17-2 478 0 0,-17 2-17 0 0,-2-2-147 0 0,11-10-753 0 0,-11 10-1301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8.9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55 2380 0 0,'0'0'4997'0'0,"4"-1"-4689"0"0,63-8 606 0 0,80-14-954 0 0,-12 2-5247 0 0,-130 21 2055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9.8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158 395 2588 0 0,'5'-7'505'0'0,"0"-1"0"0"0,-1 1 0 0 0,1-1-1 0 0,-2 0 1 0 0,1-1 0 0 0,-1 1 0 0 0,0-1-1 0 0,-1 1 1 0 0,0-1 0 0 0,0 0 0 0 0,-1 0-1 0 0,0-17 1 0 0,-1 20-123 0 0,-1 1-71 0 0,-20-38 543 0 0,19 39-738 0 0,1 3-110 0 0,1 1 0 0 0,0 0 0 0 0,0-1 0 0 0,-1 1-1 0 0,1 0 1 0 0,0-1 0 0 0,-1 1 0 0 0,1 0 0 0 0,-1-1 0 0 0,1 1 0 0 0,0 0 0 0 0,-1 0 0 0 0,1-1-1 0 0,-1 1 1 0 0,1 0 0 0 0,0 0 0 0 0,-1 0 0 0 0,1-1 0 0 0,-1 1 0 0 0,1 0 0 0 0,-1 0 0 0 0,1 0-1 0 0,-1 0 1 0 0,0 0 0 0 0,1 0 6 0 0,-1 0 0 0 0,1 0-1 0 0,-1 0 1 0 0,1 0 0 0 0,-1 0 0 0 0,1 0-1 0 0,-1 0 1 0 0,1 0 0 0 0,-1-1 0 0 0,1 1-1 0 0,-1 0 1 0 0,1 0 0 0 0,0-1-1 0 0,-1 1 1 0 0,1 0 0 0 0,-1 0 0 0 0,1-1-1 0 0,0 1 1 0 0,-1 0 0 0 0,1-1 0 0 0,0 1-1 0 0,-1-1 1 0 0,1 0 0 0 0,-6 1 35 0 0,-16-1-40 0 0,17 1-49 0 0,0 2 52 0 0,-4 3 1 0 0,1 0 0 0 0,0 1 0 0 0,0 0 0 0 0,0 1 0 0 0,1 0 0 0 0,0 0 0 0 0,0 0 0 0 0,1 1 0 0 0,0 0 1 0 0,1 0-1 0 0,-1 0 0 0 0,1 1 0 0 0,1 0 0 0 0,0 0 0 0 0,-6 18 0 0 0,9-23-22 0 0,0 1 3 0 0,-2 15 0 0 0,2-15-9 0 0,1-1-6 0 0,3 15-15 0 0,-3-15-18 0 0,1-4 10 0 0,-1 0 42 0 0,0 1 1 0 0,0-1-1 0 0,1 0 1 0 0,-1 0-1 0 0,0 0 1 0 0,0 0-1 0 0,1 0 1 0 0,-1 0-1 0 0,0 0 1 0 0,0 1-1 0 0,0-1 1 0 0,1 0-1 0 0,-1 0 1 0 0,0 0-1 0 0,0 0 1 0 0,0 1-1 0 0,0-1 1 0 0,1 0-1 0 0,-1 0 1 0 0,0 1-1 0 0,0-1 1 0 0,0 0-1 0 0,0 0 1 0 0,0 1-1 0 0,0-1 1 0 0,0 0 0 0 0,1 0-1 0 0,-1 1 1 0 0,0-1-1 0 0,0 0 1 0 0,0 0-1 0 0,0 1 1 0 0,0-1-1 0 0,0 1-6 0 0,0 0-1 0 0,0-1 1 0 0,0 1 0 0 0,0-1-1 0 0,0 1 1 0 0,0 0-1 0 0,1-1 1 0 0,-1 1 0 0 0,0-1-1 0 0,0 1 1 0 0,1 0-1 0 0,-1-1 1 0 0,0 1 0 0 0,1-1-1 0 0,-1 1 1 0 0,1-1-1 0 0,-1 0 1 0 0,1 1 0 0 0,-1-1-1 0 0,1 1 1 0 0,-1-1-1 0 0,1 0 1 0 0,-1 1 0 0 0,1-1-1 0 0,-1 0 1 0 0,1 1-1 0 0,0-1 1 0 0,0 0 0 0 0,18 4-56 0 0,-15-2 20 0 0,1-4 22 0 0,3 0 42 0 0,0-2 0 0 0,0 1 0 0 0,0-1 0 0 0,0-1 1 0 0,-1 1-1 0 0,0-1 0 0 0,0-1 0 0 0,0 1 0 0 0,7-8 1 0 0,-12 10 11 0 0,1-1-10 0 0,21-35 102 0 0,-23 36-62 0 0,1 0-2 0 0,17-30-68 0 0,-17 30 269 0 0,-1 7-226 0 0,2 12 7 0 0,-2-12-20 0 0,1 28-6 0 0,-2-26 6 0 0,1-1-10 0 0,17 38-188 0 0,-16-39 44 0 0,0-3 107 0 0,-1 0 0 0 0,1 0 0 0 0,-1 0 0 0 0,1 0 1 0 0,-1 1-1 0 0,0-1 0 0 0,1 0 0 0 0,-1 0 0 0 0,0 1 0 0 0,0-1 0 0 0,1 3 0 0 0,-2-4 20 0 0,4 3-179 0 0,-4-3 172 0 0,1 0 0 0 0,-1 0 0 0 0,1-1 0 0 0,-1 1 0 0 0,1 0 0 0 0,-1 0 1 0 0,1 0-1 0 0,-1 0 0 0 0,0 0 0 0 0,1 0 0 0 0,-1 0 0 0 0,1 0 0 0 0,-1 0 0 0 0,1 1 0 0 0,-1-1 0 0 0,1 0 0 0 0,-1 0 0 0 0,0 0 0 0 0,1 0 0 0 0,-1 1 0 0 0,1-1 0 0 0,-1 0 0 0 0,0 0 0 0 0,1 1 0 0 0,-1-1 0 0 0,1 1 0 0 0,0-1-8 0 0,-1 1-1 0 0,1-1 1 0 0,0 1 0 0 0,0-1 0 0 0,0 1-1 0 0,0-1 1 0 0,0 1 0 0 0,-1-1 0 0 0,1 0-1 0 0,0 1 1 0 0,0-1 0 0 0,0 0-1 0 0,0 0 1 0 0,0 0 0 0 0,0 0 0 0 0,0 0-1 0 0,0 0 1 0 0,0 0 0 0 0,1 0 0 0 0,3 1-19 0 0,-4-1 26 0 0,1 0 0 0 0,-1 0 1 0 0,1 1-1 0 0,0-1 0 0 0,-1 0 1 0 0,1 0-1 0 0,-1-1 1 0 0,1 1-1 0 0,-1 0 0 0 0,1 0 1 0 0,-1-1-1 0 0,0 1 1 0 0,1-1-1 0 0,-1 1 0 0 0,1-1 1 0 0,1-1-1 0 0,34-16-33 0 0,-31 13 52 0 0,-1 0-2 0 0,1-1 19 0 0,0 1 1 0 0,0 0 0 0 0,0-1 0 0 0,-1 0 0 0 0,1-1-1 0 0,-2 1 1 0 0,1-1 0 0 0,-1 0 0 0 0,7-14 0 0 0,-4 2 29 0 0,0 0 0 0 0,5-29 1 0 0,-9 35-48 0 0,1-2 64 0 0,-1-5-15 0 0,-3-3 70 0 0,1-5 158 0 0,-2 0 0 0 0,-7-53 0 0 0,4 58 284 0 0,0 26-500 0 0,2-1-57 0 0,-1 0 0 0 0,1 0-1 0 0,0 0 1 0 0,0 0 0 0 0,0 0 0 0 0,1 0 0 0 0,-1 1-1 0 0,0-1 1 0 0,1 1 0 0 0,-1 0 0 0 0,1-1-1 0 0,0 1 1 0 0,0 0 0 0 0,0 0 0 0 0,1-1 0 0 0,-1 1-1 0 0,0 6 1 0 0,-9 55 65 0 0,5-11-13 0 0,4-42-146 0 0,1 1-1 0 0,0-1 0 0 0,1 1 0 0 0,0-1 0 0 0,1 1 1 0 0,0-1-1 0 0,1 0 0 0 0,0 1 0 0 0,1-1 1 0 0,0-1-1 0 0,6 12 0 0 0,-7-18-72 0 0,-1-1 0 0 0,0 0 1 0 0,1 0-1 0 0,0-1 0 0 0,0 1 0 0 0,-1 0 1 0 0,1-1-1 0 0,1 0 0 0 0,4 3 0 0 0,-3-2-139 0 0,-2 0-326 0 0,3-2-172 0 0,17 4-151 0 0,-17-3-72 0 0,-1-3-12 0 0,16-2-634 0 0,-16 2-1206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0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66 2324 0 0,'0'0'2714'0'0,"4"-1"-2021"0"0,141-37 2367 0 0,-93 26-3323 0 0,15 2-1526 0 0,-62 9 968 0 0,22-2-2007 0 0,-21 3-222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0.7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 1840 0 0,'0'0'8632'0'0,"-3"2"-8458"0"0,-9 8 3 0 0,10-7 129 0 0,0 1-198 0 0,-5 76 420 0 0,7-74-486 0 0,1-1-21 0 0,13 37 9 0 0,-12-39-53 0 0,2-1-83 0 0,11 6 15 0 0,-11-6 33 0 0,1-3-50 0 0,13-1 6 0 0,-13 2 87 0 0,-1-2 28 0 0,2 0 0 0 0,-1 0 1 0 0,0-1-1 0 0,0 0 1 0 0,0 1 0 0 0,0-2-1 0 0,0 1 1 0 0,0-1-1 0 0,-1 1 1 0 0,0-1-1 0 0,6-7 1 0 0,28-53 349 0 0,-36 59-232 0 0,8-16 935 0 0,-2 2-776 0 0,-7 15 532 0 0,-2 8-812 0 0,-4 13 21 0 0,4-13-6 0 0,0 0 3 0 0,-1 14 2 0 0,2-14-10 0 0,0 1 5 0 0,-1 3-84 0 0,1 0 1 0 0,1 0-1 0 0,-1 0 0 0 0,1-1 1 0 0,1 1-1 0 0,-1 0 1 0 0,1-1-1 0 0,1 1 0 0 0,-1-1 1 0 0,1 1-1 0 0,1-1 0 0 0,-1 0 1 0 0,8 10-1 0 0,-7-14-180 0 0,-1 0-1 0 0,1 0 0 0 0,0 0 0 0 0,0-1 1 0 0,1 1-1 0 0,-1-1 0 0 0,0 0 1 0 0,1-1-1 0 0,-1 1 0 0 0,1-1 1 0 0,-1 0-1 0 0,1 0 0 0 0,7 1 1 0 0,-7-2-729 0 0,2 0-27 0 0,-2 0 782 0 0,2 0-307 0 0,-1 0 0 0 0,1 0 0 0 0,-1-1 0 0 0,0 0 0 0 0,0 0-1 0 0,1-1 1 0 0,-1 1 0 0 0,8-5 0 0 0,9-4-2765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1.0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43 2228 0 0,'0'0'2138'0'0,"-1"-5"-1360"0"0,0 0-494 0 0,-2-15 1947 0 0,3 20-2212 0 0,0-1 0 0 0,-1 1 0 0 0,1-1 0 0 0,0 1 0 0 0,-1 0 0 0 0,1-1 0 0 0,0 1 0 0 0,-1 0 0 0 0,1-1 0 0 0,-1 1 0 0 0,1 0 0 0 0,0-1 0 0 0,-1 1 0 0 0,1 0 0 0 0,-1 0-1 0 0,1-1 1 0 0,-1 1 0 0 0,1 0 0 0 0,-1 0 0 0 0,1 0 0 0 0,-1 0 0 0 0,1 0 0 0 0,-2 0 0 0 0,2 0 18 0 0,-1 0 1 0 0,1 0-1 0 0,0 0 0 0 0,-1 0 1 0 0,1-1-1 0 0,-1 1 0 0 0,1 0 1 0 0,-1 0-1 0 0,1 0 0 0 0,-1 0 1 0 0,1 0-1 0 0,0-1 0 0 0,-1 1 1 0 0,1 0-1 0 0,0 0 0 0 0,-1-1 1 0 0,1 1-1 0 0,0 0 0 0 0,-1-1 1 0 0,1 1-1 0 0,0 0 0 0 0,-1-1 1 0 0,1 1-1 0 0,0 0 0 0 0,0-1 1 0 0,-1 0-1 0 0,-3 3 187 0 0,-31 24 405 0 0,32-23-512 0 0,1 2-9 0 0,-6 12-11 0 0,6-13 42 0 0,2 2-101 0 0,0 0-25 0 0,1-1 1 0 0,0 1-1 0 0,0 0 1 0 0,0-1 0 0 0,1 1-1 0 0,0-1 1 0 0,0 0-1 0 0,0 1 1 0 0,1-1 0 0 0,0 0-1 0 0,0 0 1 0 0,0-1-1 0 0,0 1 1 0 0,5 5 0 0 0,17 14 22 0 0,0 0 1 0 0,38 26-1 0 0,-59-48-35 0 0,-1 1 0 0 0,0 1 0 0 0,1-1-1 0 0,-1 0 1 0 0,-1 1 0 0 0,1 0 0 0 0,-1-1 0 0 0,4 7 0 0 0,-5-7-8 0 0,2 1-47 0 0,-5 1-66 0 0,1-1 39 0 0,-1-1 0 0 0,1 1-1 0 0,-1-1 1 0 0,0 1 0 0 0,0-1-1 0 0,0 0 1 0 0,0 0 0 0 0,-1 0 0 0 0,1 0-1 0 0,-1 0 1 0 0,0-1 0 0 0,0 1-1 0 0,0-1 1 0 0,0 0 0 0 0,0 1-1 0 0,0-1 1 0 0,-1-1 0 0 0,1 1-1 0 0,-1 0 1 0 0,-6 1 0 0 0,-55 17-1627 0 0,35-13 322 0 0,7-6-1129 0 0,-8 1-743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1.6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37 2440 0 0,'-2'-3'1061'0'0,"-20"-27"1225"0"0,20 27-1226 0 0,-4 3-515 0 0,-16-1-68 0 0,12 4-27 0 0,-4 9-258 0 0,0 1 0 0 0,1 0 0 0 0,1 1-1 0 0,0 0 1 0 0,1 1 0 0 0,1 0 0 0 0,0 1 0 0 0,1 0 0 0 0,0 0 0 0 0,2 1 0 0 0,0 0 0 0 0,1 0 0 0 0,0 1 0 0 0,2 0 0 0 0,0 0 0 0 0,-2 31-1 0 0,3-20-135 0 0,2 0-1 0 0,1 0 0 0 0,2 0 0 0 0,0 0 0 0 0,2 0 1 0 0,2 0-1 0 0,0-1 0 0 0,2 0 0 0 0,1 0 0 0 0,14 30 0 0 0,-19-49-264 0 0,0 0 0 0 0,1 0 0 0 0,0 0 0 0 0,0-1-1 0 0,1 0 1 0 0,0 0 0 0 0,1 0 0 0 0,0-1-1 0 0,0 0 1 0 0,11 9 0 0 0,30 7-3277 0 0,-43-21 1131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2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26 2484 0 0,'0'0'2428'0'0,"0"-4"-1523"0"0,-3-13-180 0 0,3 12 2694 0 0,-1 7-3384 0 0,1-1-1 0 0,-1 1 1 0 0,1-1 0 0 0,-1 0-1 0 0,1 1 1 0 0,-1-1-1 0 0,0 0 1 0 0,0 1 0 0 0,0-1-1 0 0,0 0 1 0 0,0 0 0 0 0,-2 2-1 0 0,2-1 29 0 0,-2 2 143 0 0,3 2-23 0 0,0-1-156 0 0,0 12 200 0 0,0-1 0 0 0,1 0-1 0 0,7 31 1 0 0,-6-37-206 0 0,1-1 1 0 0,0 0-1 0 0,0 0 0 0 0,1 0 1 0 0,1-1-1 0 0,-1 1 0 0 0,1-1 1 0 0,1 0-1 0 0,0 0 0 0 0,0-1 1 0 0,0 0-1 0 0,14 13 0 0 0,-1-10-29 0 0,-14-9 0 0 0,-1 0 8 0 0,2 0 40 0 0,16 4-45 0 0,-17-4-12 0 0,2-2 7 0 0,-1 0 4 0 0,1 0-1 0 0,0-1 1 0 0,0 0-1 0 0,0 0 0 0 0,-1 0 1 0 0,1-1-1 0 0,-1 0 1 0 0,0 0-1 0 0,0-1 0 0 0,0 0 1 0 0,8-6-1 0 0,-8 4 19 0 0,0-1 1 0 0,-1 0-1 0 0,0 0 0 0 0,0 0 1 0 0,0 0-1 0 0,-1-1 0 0 0,0 0 1 0 0,0 1-1 0 0,4-16 0 0 0,-3 6 281 0 0,0 1 0 0 0,-1-1 0 0 0,2-34 0 0 0,-6 46 148 0 0,2-18-275 0 0,-2 18 202 0 0,-6 33-262 0 0,5-23-69 0 0,1 2-8 0 0,3 38 9 0 0,17 111 15 0 0,0-12-86 0 0,2 149 0 0 0,-23-286 22 0 0,1-1 1 0 0,-1 0-1 0 0,0 0 1 0 0,0 0-1 0 0,-3 10 1 0 0,2-12 6 0 0,1 0 4 0 0,0-3 0 0 0,-1 0 0 0 0,1 0 1 0 0,-1 0-1 0 0,1 0 0 0 0,-1 0 0 0 0,1 1 1 0 0,0-1-1 0 0,0 0 0 0 0,0 0 1 0 0,-2 3-1 0 0,0-1 26 0 0,-2-2 5 0 0,0-1 5 0 0,1 0 0 0 0,-1 0-1 0 0,0 0 1 0 0,0-1 0 0 0,1 1 0 0 0,-1-1-1 0 0,0 0 1 0 0,1-1 0 0 0,-1 1 0 0 0,1-1-1 0 0,-1 0 1 0 0,1 0 0 0 0,-5-3-1 0 0,2 0-4 0 0,1 0-1 0 0,-1 0 0 0 0,1 0 0 0 0,0-1 0 0 0,0 0 0 0 0,1 0 0 0 0,0 0 0 0 0,0-1 1 0 0,-6-10-1 0 0,7 11-85 0 0,0 0-1 0 0,1-1 1 0 0,0 0 0 0 0,0 0 0 0 0,0 0 0 0 0,1 0 0 0 0,0 0-1 0 0,0-1 1 0 0,1 1 0 0 0,0 0 0 0 0,0-1 0 0 0,0 1-1 0 0,1-1 1 0 0,1 1 0 0 0,-1-1 0 0 0,1 1 0 0 0,0-1 0 0 0,1 1-1 0 0,2-8 1 0 0,-2 9-115 0 0,1 0-1 0 0,0 0 1 0 0,0 1-1 0 0,0-1 1 0 0,1 1 0 0 0,0-1-1 0 0,0 1 1 0 0,9-8-1 0 0,40-32-1337 0 0,-37 33 863 0 0,84-66-5551 0 0,-78 60 1974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2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0 3088 0 0,'0'0'6490'0'0,"3"4"-5982"0"0,23 28 105 0 0,0 1 0 0 0,-2 1-1 0 0,-2 1 1 0 0,-1 1 0 0 0,22 54 0 0 0,-38-77-587 0 0,-1 1 1 0 0,0-1-1 0 0,-1 1 1 0 0,-1 0-1 0 0,0-1 1 0 0,0 1-1 0 0,-2 0 1 0 0,0 0 0 0 0,0 0-1 0 0,-4 23 1 0 0,0-19-170 0 0,-1 0 0 0 0,0 0 0 0 0,-2 0 0 0 0,0-1 0 0 0,-1 0 0 0 0,0 0 0 0 0,-13 18 0 0 0,-4-2-1053 0 0,0 0 0 0 0,-2-2 1 0 0,-2-1-1 0 0,-1-2 0 0 0,-1 0 0 0 0,-54 36 0 0 0,28-26-3304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18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26 2908 0 0,'0'0'5400'0'0,"-1"-4"-4478"0"0,-1-13-105 0 0,2 12 2985 0 0,0 10-3383 0 0,26 216 1905 0 0,-23-146-1697 0 0,-1-16-3510 0 0,1-16-6649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18.8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0 151 2116 0 0,'13'-57'3679'0'0,"-12"52"-2985"0"0,0 1-480 0 0,1 0 0 0 0,-1-1 0 0 0,0 1 0 0 0,1 0 0 0 0,0 0-1 0 0,0 1 1 0 0,0-1 0 0 0,1 0 0 0 0,-1 1 0 0 0,4-5 0 0 0,-5 7-258 0 0,2-2 140 0 0,-1 0 0 0 0,1 0 0 0 0,0 1 0 0 0,-1 0 0 0 0,1-1 0 0 0,0 1 0 0 0,1 0 0 0 0,5-3 0 0 0,-2 1 36 0 0,-4 3 62 0 0,2-1-28 0 0,3-1-82 0 0,0 1 0 0 0,1 1 0 0 0,-1 0 0 0 0,11-1 0 0 0,-13 3-32 0 0,-1 1-2 0 0,1 1-35 0 0,0 1 1 0 0,1 0-1 0 0,-1 0 1 0 0,9 10-1 0 0,-12-11 14 0 0,-1 2-15 0 0,8 47 175 0 0,-9-47-58 0 0,-2 2-5 0 0,-3 18 2 0 0,3-19-9 0 0,-1-1-14 0 0,-6 14-81 0 0,6-14 71 0 0,0 0 11 0 0,-6 14-1 0 0,6-15-15 0 0,0-1-4 0 0,-18 30 311 0 0,18-30 879 0 0,8-3-1342 0 0,87 3 196 0 0,-88-2-134 0 0,1 1-28 0 0,3 2 11 0 0,1 1 0 0 0,-1 0 0 0 0,-1 0 0 0 0,1 1 0 0 0,-1 1 0 0 0,0-1 0 0 0,10 11 0 0 0,-15-14 26 0 0,-1 2 10 0 0,9 13-17 0 0,-3 4-12 0 0,-6-17 14 0 0,-1-1 4 0 0,-2 1-1 0 0,-1 12-6 0 0,1-13 1 0 0,0-1 1 0 0,0 1-1 0 0,-1-1 1 0 0,1 1-1 0 0,-1-1 1 0 0,0 0-1 0 0,0 1 1 0 0,0-1-1 0 0,-1 0 1 0 0,1-1-1 0 0,-1 1 1 0 0,1 0-1 0 0,-5 2 1 0 0,6-3-2 0 0,-9 6-31 0 0,0-1-1 0 0,0 0 1 0 0,-1-1 0 0 0,0 0 0 0 0,0-1 0 0 0,0 0 0 0 0,-22 6 0 0 0,24-8-50 0 0,0 0 1 0 0,-1-1-1 0 0,1-1 0 0 0,-1 1 1 0 0,1-2-1 0 0,-1 1 1 0 0,1-1-1 0 0,-1-1 0 0 0,-13-1 1 0 0,15-1-195 0 0,1 0 1 0 0,-1 0 0 0 0,1 0-1 0 0,0-1 1 0 0,1 0-1 0 0,-1 0 1 0 0,1-1-1 0 0,-1 0 1 0 0,1 0 0 0 0,-6-7-1 0 0,10 8-302 0 0,0-1-114 0 0,-7-14-282 0 0,7 14-18 0 0,2-1-106 0 0,0-17-771 0 0,0 18-1330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19.2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 3260 0 0,'0'0'3430'0'0,"2"-3"-2574"0"0,-2 3-780 0 0,0 0-1 0 0,0 0 1 0 0,0 1 0 0 0,0-1-1 0 0,0 0 1 0 0,0 0 0 0 0,0 0-1 0 0,0 1 1 0 0,1-1 0 0 0,-1 0-1 0 0,0 0 1 0 0,0 0 0 0 0,0 1-1 0 0,0-1 1 0 0,0 0 0 0 0,1 0-1 0 0,-1 0 1 0 0,0 0 0 0 0,0 1-1 0 0,0-1 1 0 0,0 0-1 0 0,1 0 1 0 0,-1 0 0 0 0,0 0-1 0 0,0 0 1 0 0,0 0 0 0 0,1 0-1 0 0,-1 1 1 0 0,0-1 0 0 0,0 0-1 0 0,1 0 1 0 0,-1 0 0 0 0,0 0-1 0 0,0 0 1 0 0,0 0 0 0 0,1 0-1 0 0,-1 0 1 0 0,0 0 0 0 0,0 0-1 0 0,1 0 1 0 0,-1-1 0 0 0,0 1-1 0 0,0 0 1 0 0,0 0 0 0 0,1 0-1 0 0,-1 0 1 0 0,0 0 0 0 0,0 0-1 0 0,0 0 1 0 0,1-1 0 0 0,-1 1-1 0 0,0 0 1 0 0,0 0 0 0 0,0 0-1 0 0,0 0 1 0 0,1-1 0 0 0,-1 1-1 0 0,0 0 1 0 0,0 0-1 0 0,0 0 1 0 0,0-1 0 0 0,0 1-1 0 0,0 0 1 0 0,0 0 0 0 0,1-1-1 0 0,2 36 1112 0 0,-5 45-1060 0 0,2-31 49 0 0,-1-35-157 0 0,2 74 7 0 0,2-29-1655 0 0,-3-54 1080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19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76 2928 0 0,'0'0'2703'0'0,"-3"-1"-2093"0"0,-11-6-72 0 0,10 5 1456 0 0,10 1-1691 0 0,52-8 408 0 0,69-7-217 0 0,33-5-326 0 0,-59 4-3964 0 0,-95 16 1354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5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14 128 2532 0 0,'0'0'3308'0'0,"-2"-3"-2522"0"0,-10-12 2984 0 0,12 10-3542 0 0,2-17-26 0 0,-2 16 212 0 0,2 5-397 0 0,-1 0 1 0 0,1 0-1 0 0,-1 0 1 0 0,1 0-1 0 0,-1-1 1 0 0,0 1-1 0 0,0-1 1 0 0,1 1-1 0 0,-1-1 1 0 0,1-1-1 0 0,1 0 134 0 0,2 1-140 0 0,15-3-151 0 0,-15 3 246 0 0,0 3-32 0 0,17 1-8 0 0,-16-1-12 0 0,-2 0-10 0 0,37 23-4 0 0,-37-21-8 0 0,-2 1-10 0 0,1 2-14 0 0,0 0-1 0 0,-1 0 1 0 0,0 0-1 0 0,0 1 1 0 0,0-1-1 0 0,-1 1 0 0 0,0-1 1 0 0,0 1-1 0 0,-1 0 1 0 0,1-1-1 0 0,-1 1 1 0 0,-1-1-1 0 0,0 1 1 0 0,0 0-1 0 0,0-1 0 0 0,0 1 1 0 0,-1-1-1 0 0,-5 11 1 0 0,6-14-11 0 0,-1 2-2 0 0,-6 15 5 0 0,6-15-10 0 0,-7 12-25 0 0,7-13 29 0 0,-6 15 19 0 0,6-15-16 0 0,4-5-336 0 0,1 0 315 0 0,-1 1 0 0 0,0-1 1 0 0,1 0-1 0 0,-1-1 0 0 0,0 1 0 0 0,0 0 1 0 0,0-1-1 0 0,0 1 0 0 0,0-1 0 0 0,0 0 0 0 0,0 0 1 0 0,0 1-1 0 0,1-3 0 0 0,26-34-286 0 0,22-40 27 0 0,0-24 85 0 0,-49 98 174 0 0,-2 3 21 0 0,0-1 1 0 0,1 1 0 0 0,-1-1 0 0 0,1 1 0 0 0,-1 0-1 0 0,1-1 1 0 0,-1 1 0 0 0,1 0 0 0 0,0-1 0 0 0,0 1-1 0 0,0 0 1 0 0,1-2 0 0 0,0 0-1 0 0,1-1 52 0 0,-2 0-26 0 0,6-13 1 0 0,-5 13 22 0 0,-3 10-91 0 0,-2 44 150 0 0,4-45-91 0 0,0 0-6 0 0,0 4-9 0 0,-1-3 4 0 0,1 0 0 0 0,1 0 0 0 0,-1 0 0 0 0,1 0 0 0 0,0 0 0 0 0,1 0 0 0 0,-1 0 0 0 0,5 7 0 0 0,8 12-5 0 0,-12-20-7 0 0,-3-5 8 0 0,1 0-1 0 0,-1 0 1 0 0,1 0-1 0 0,-1 0 1 0 0,0 0-1 0 0,1 0 1 0 0,-1 0-1 0 0,1 1 1 0 0,-1-1 0 0 0,0 0-1 0 0,1 0 1 0 0,-1 1-1 0 0,1-1 1 0 0,-1 0-1 0 0,0 0 1 0 0,1 1-1 0 0,-1-1 1 0 0,0 0 0 0 0,0 1-1 0 0,1-1 1 0 0,-1 0-1 0 0,0 1 1 0 0,0-1-1 0 0,1 1 1 0 0,-1-1-1 0 0,0 1 1 0 0,1 0-8 0 0,-1 0-1 0 0,1 0 1 0 0,-1 0 0 0 0,1 0-1 0 0,0 0 1 0 0,0 0 0 0 0,-1 0-1 0 0,1 0 1 0 0,0 0 0 0 0,0 0 0 0 0,0-1-1 0 0,0 1 1 0 0,0 0 0 0 0,1 0-1 0 0,4 0-48 0 0,0 1 0 0 0,-1-1 0 0 0,1 0 0 0 0,0-1 0 0 0,0 0 0 0 0,0 0 0 0 0,-1 0 0 0 0,1 0 0 0 0,0-1 0 0 0,7-2 0 0 0,-8 2-30 0 0,-2-1 24 0 0,12-7-8 0 0,-11 7 12 0 0,3-7 8 0 0,6-2-29 0 0,-5-1 55 0 0,-6 9-11 0 0,7-13-27 0 0,-8 15 57 0 0,1-3-2 0 0,0 0 9 0 0,3-12 62 0 0,-3 12 17 0 0,-2-1-34 0 0,3-12 11 0 0,-3 12 1142 0 0,0 11-1046 0 0,-1 16 6 0 0,1-17-12 0 0,-1 2-6 0 0,-12 148 802 0 0,13-150-896 0 0,0 2-10 0 0,0 19-6 0 0,0-20-5 0 0,0 0-20 0 0,1 17 6 0 0,-1-17-22 0 0,1-1-326 0 0,-1 1 56 0 0,1 4 171 0 0,2 4-6810 0 0,1 6 2160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7.0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13 2300 0 0,'-5'-2'519'0'0,"0"0"0"0"0,0 0 0 0 0,0 0 0 0 0,0 1 0 0 0,-1 0 0 0 0,1 0 0 0 0,0 0 0 0 0,-9 0 0 0 0,10 2-383 0 0,1 0 1 0 0,0 0 0 0 0,-1 0-1 0 0,1 1 1 0 0,0-1 0 0 0,0 1-1 0 0,-1 0 1 0 0,2 0 0 0 0,-1 0 0 0 0,0 0-1 0 0,0 0 1 0 0,0 1 0 0 0,1-1-1 0 0,0 1 1 0 0,-1 0 0 0 0,-2 4-1 0 0,2-3-90 0 0,-7 7 180 0 0,1 1 0 0 0,1 0 0 0 0,0 1 0 0 0,1-1 0 0 0,0 1 0 0 0,1 1 0 0 0,0-1 0 0 0,1 1 1 0 0,1 0-1 0 0,-6 28 0 0 0,7-21-72 0 0,1 0-1 0 0,0 0 1 0 0,2 0 0 0 0,0 0 0 0 0,1 0-1 0 0,8 38 1 0 0,-5-40-101 0 0,2-1 1 0 0,0 0-1 0 0,0 0 0 0 0,2-1 0 0 0,0 0 0 0 0,1 0 0 0 0,1-1 0 0 0,0 0 1 0 0,25 27-1 0 0,-25-31-198 0 0,1-1 1 0 0,1 0-1 0 0,0-1 1 0 0,1-1-1 0 0,0 1 1 0 0,0-2-1 0 0,1 0 1 0 0,0-1 0 0 0,0 0-1 0 0,1-1 1 0 0,28 8-1 0 0,-26-10-687 0 0,10-2-53 0 0,-12-3-214 0 0,-6 2 599 0 0,5-1-109 0 0,7-3-2533 0 0,17-4-1452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7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2744 0 0,'19'12'892'0'0,"0"0"0"0"0,-1 1 0 0 0,0 0 0 0 0,-1 2 0 0 0,0 0 0 0 0,24 30 0 0 0,-12-10-409 0 0,-1 2 0 0 0,29 53-1 0 0,-47-73-511 0 0,-2 0 0 0 0,0 1-1 0 0,0 0 1 0 0,-2 0 0 0 0,0 1 0 0 0,-1 0-1 0 0,-1 0 1 0 0,2 25 0 0 0,-5-28-557 0 0,-1 0 0 0 0,-1 0 1 0 0,0 0-1 0 0,-1 0 0 0 0,-1 0 1 0 0,0 0-1 0 0,-1-1 0 0 0,-1 1 1 0 0,0-1-1 0 0,-10 20 0 0 0,-3-2-3104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0.7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192 156 1896 0 0,'3'-4'1096'0'0,"9"-14"-171"0"0,-9 14-174 0 0,-1-1-151 0 0,5-16 140 0 0,-6 16-43 0 0,1 0-73 0 0,2-16-37 0 0,-3 16 441 0 0,-1-1-579 0 0,-1-17-57 0 0,1 17 291 0 0,-3 3-463 0 0,-6-13-18 0 0,7 13 141 0 0,-2 1-217 0 0,-13-5 30 0 0,13 6 33 0 0,0 2-103 0 0,-14 3-23 0 0,14-3-4 0 0,-1 1-67 0 0,-3 2 41 0 0,0-1 1 0 0,0 2 0 0 0,0-1-1 0 0,1 1 1 0 0,0 0-1 0 0,0 1 1 0 0,0-1 0 0 0,0 1-1 0 0,1 1 1 0 0,0-1-1 0 0,0 1 1 0 0,1 0 0 0 0,0 1-1 0 0,0-1 1 0 0,0 1 0 0 0,-3 9-1 0 0,-20 42 88 0 0,26-52-114 0 0,-1 0 0 0 0,1 1 0 0 0,0-1 0 0 0,1 1 0 0 0,-1 8 0 0 0,0-3-15 0 0,1-8 18 0 0,2 2 9 0 0,5 32 33 0 0,10 4-84 0 0,-4-29-51 0 0,-8-10 57 0 0,12 8-137 0 0,-13-10 124 0 0,1 0-96 0 0,1 0 8 0 0,1-1 82 0 0,1 1-1 0 0,-1-1 1 0 0,1 0 0 0 0,-1-1 0 0 0,1 1-1 0 0,-1-1 1 0 0,1-1 0 0 0,0 1 0 0 0,-1-1-1 0 0,1 0 1 0 0,-1-1 0 0 0,11-3 0 0 0,-8 3 73 0 0,-1-2 1 0 0,0 1 0 0 0,0-1 0 0 0,-1 0-1 0 0,1 0 1 0 0,-1-1 0 0 0,0 0 0 0 0,0 0-1 0 0,0-1 1 0 0,-1 0 0 0 0,0 0 0 0 0,0-1-1 0 0,0 1 1 0 0,-1-1 0 0 0,0-1 0 0 0,0 1-1 0 0,-1-1 1 0 0,4-8 0 0 0,-3 1 27 0 0,0-1 1 0 0,-1 0 0 0 0,0 1-1 0 0,-2-1 1 0 0,2-26 0 0 0,-4 37 37 0 0,-4-24 80 0 0,3 23-118 0 0,-2 2-15 0 0,-6-11-17 0 0,7 11 10 0 0,-2 2-7 0 0,0 0-28 0 0,1 1 1 0 0,-1-1-1 0 0,0 1 1 0 0,-1 0-1 0 0,1 0 1 0 0,0 1-1 0 0,0-1 1 0 0,0 1-1 0 0,-6 0 1 0 0,4 0 31 0 0,1 2-24 0 0,-2 2-63 0 0,-1 1 0 0 0,1 0 0 0 0,0 0-1 0 0,0 0 1 0 0,1 1 0 0 0,0 0 0 0 0,-11 13 0 0 0,11-9-342 0 0,1 1 0 0 0,0 0 0 0 0,0 1 0 0 0,-3 12 0 0 0,7-20-386 0 0,3 2-226 0 0,2 15-190 0 0,-3-15-121 0 0,2-2-934 0 0,12 15-1583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21.1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7 3536 0 0,'0'0'3035'0'0,"1"-4"-2367"0"0,3 1 1555 0 0,-5 14-925 0 0,-8 33-438 0 0,-3 14-361 0 0,-7 130 377 0 0,18-183-789 0 0,1 60 1150 0 0,1-63-1209 0 0,0-1 0 0 0,0 1 0 0 0,1-1 0 0 0,-1 0 1 0 0,1 0-1 0 0,-1 0 0 0 0,0 0 0 0 0,1 0 0 0 0,0 0 0 0 0,1 1 1 0 0,1 1 89 0 0,3-3-19 0 0,1 1-77 0 0,26-1-9 0 0,36-10-1289 0 0,73-21 1 0 0,1-9-6044 0 0,-114 30 2348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8.5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45 2124 0 0,'0'0'1327'0'0,"-5"0"-172"0"0,-20-3 6253 0 0,31 3-7346 0 0,-1-1-52 0 0,1 1 3 0 0,0 0 0 0 0,0 0 0 0 0,0 0 0 0 0,0 0 0 0 0,0 1 0 0 0,0 0 1 0 0,0 0-1 0 0,0 1 0 0 0,0 0 0 0 0,-1 0 0 0 0,1 0 0 0 0,-1 1 0 0 0,1-1 0 0 0,-1 1 0 0 0,0 1 0 0 0,0-1 1 0 0,0 1-1 0 0,-1 0 0 0 0,6 5 0 0 0,-8-7-13 0 0,1 1 0 0 0,-1 0 0 0 0,0 0 0 0 0,0 0 0 0 0,0 0 0 0 0,-1 0 0 0 0,1 1 0 0 0,-1-1 1 0 0,1 0-1 0 0,-1 1 0 0 0,0-1 0 0 0,0 1 0 0 0,-1-1 0 0 0,1 1 0 0 0,-1 0 0 0 0,0 3 0 0 0,-2 7 22 0 0,-2 0 0 0 0,1-1 0 0 0,-2 1 0 0 0,0-1 0 0 0,0 0 0 0 0,-1 0-1 0 0,-8 11 1 0 0,12-20-10 0 0,-1 0-13 0 0,1-1 10 0 0,-6 9 7 0 0,6-9-10 0 0,6-5-425 0 0,6-6 219 0 0,0-1-1 0 0,-1 0 1 0 0,0 0 0 0 0,-1-1-1 0 0,0 0 1 0 0,0 0 0 0 0,8-17-1 0 0,46-96-659 0 0,-50 97 892 0 0,-11 22 41 0 0,1 0 4 0 0,5-12 17 0 0,-5 12 99 0 0,6-12 1102 0 0,-11 35-1143 0 0,2 0-1 0 0,1 38 0 0 0,1-43-270 0 0,2 0-1 0 0,-1 0 1 0 0,2 0-1 0 0,0 0 0 0 0,0-1 1 0 0,9 17-1 0 0,-8-21-499 0 0,0-1 0 0 0,0 1 1 0 0,1-1-1 0 0,0 0 0 0 0,0-1 0 0 0,9 8 0 0 0,6-1-3140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9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31 2568 0 0,'0'0'906'0'0,"2"-3"-202"0"0,29-25 3189 0 0,-13 36-3675 0 0,-14-6-177 0 0,0-1 93 0 0,-4 0-122 0 0,0-1 1 0 0,0 1-1 0 0,0-1 0 0 0,0 1 0 0 0,0-1 1 0 0,0 1-1 0 0,0-1 0 0 0,0 1 0 0 0,1-1 1 0 0,-1 1-1 0 0,0-1 0 0 0,0 0 0 0 0,0 1 1 0 0,1-1-1 0 0,-1 1 0 0 0,0-1 0 0 0,0 0 1 0 0,1 1-1 0 0,-1-1 0 0 0,0 0 0 0 0,1 1 1 0 0,-1-1-1 0 0,1 1 0 0 0,10 14 245 0 0,-4 4-220 0 0,-6-14 8 0 0,0 0-11 0 0,0 17 2 0 0,-1-17-2 0 0,-1 1 11 0 0,0 5 15 0 0,-1 0-1 0 0,-1 0 1 0 0,0-1-1 0 0,0 1 1 0 0,-7 14 0 0 0,-34 27 254 0 0,41-50-257 0 0,-1 1 0 0 0,3-2-72 0 0,-3 3 56 0 0,0-1 0 0 0,0 0 0 0 0,0-1-1 0 0,0 1 1 0 0,0-1 0 0 0,0 0-1 0 0,-1 0 1 0 0,-7 3 63 0 0,8-4-48 0 0,-13 3 1 0 0,13-3 143 0 0,0-2-172 0 0,-12-4-6 0 0,12 3 108 0 0,9 2-116 0 0,15-3 2 0 0,-15 3-6 0 0,-1 2-12 0 0,69 24-296 0 0,-68-25 69 0 0,0 1-142 0 0,17 5-105 0 0,-16-6-98 0 0,-1 0-34 0 0,2 0 268 0 0,3 0 13 0 0,7-1-4020 0 0,14 0 979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9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0 2988 0 0,'-9'2'299'0'0,"0"1"0"0"0,0-1 1 0 0,1 2-1 0 0,-1-1 0 0 0,1 1 0 0 0,0 0 0 0 0,0 1 0 0 0,1-1 0 0 0,-1 2 0 0 0,1-1 0 0 0,-7 7 0 0 0,6-3-101 0 0,0 0 0 0 0,1 1 0 0 0,0 0 0 0 0,0 0 0 0 0,1 0-1 0 0,0 1 1 0 0,-7 21 0 0 0,6-12-76 0 0,2 1-1 0 0,0-1 0 0 0,1 1 1 0 0,1 0-1 0 0,1 1 1 0 0,1-1-1 0 0,1 0 1 0 0,1 1-1 0 0,0-1 1 0 0,2 0-1 0 0,0 0 1 0 0,2 0-1 0 0,0 0 1 0 0,1-1-1 0 0,1 0 1 0 0,1 0-1 0 0,16 27 0 0 0,-14-29-143 0 0,1 0-1 0 0,1-1 0 0 0,0 0 0 0 0,2-1 0 0 0,0 0 0 0 0,0-1 0 0 0,31 24 0 0 0,-32-30-161 0 0,0 0 0 0 0,1 0 0 0 0,0-1 0 0 0,1-1 0 0 0,0 0 1 0 0,0-2-1 0 0,0 1 0 0 0,1-2 0 0 0,0 0 0 0 0,24 3 0 0 0,-15-4-1168 0 0,-21-2 931 0 0,1-1 0 0 0,0 0 0 0 0,-1 0 1 0 0,1 0-1 0 0,0 0 0 0 0,8-3 0 0 0,-12 3 346 0 0,42-5-3652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39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2956 0 0,'7'0'874'0'0,"6"1"-370"0"0,0 1-1 0 0,-1 0 0 0 0,1 1 0 0 0,0 0 0 0 0,-1 1 1 0 0,0 1-1 0 0,22 10 0 0 0,-18-5-346 0 0,0 1 1 0 0,-1 0-1 0 0,0 1 1 0 0,0 0-1 0 0,-2 1 1 0 0,1 1-1 0 0,-2 0 1 0 0,0 1-1 0 0,-1 1 0 0 0,0-1 1 0 0,-1 2-1 0 0,-1-1 1 0 0,0 1-1 0 0,-2 1 1 0 0,0-1-1 0 0,-1 1 1 0 0,6 28-1 0 0,-8-26-363 0 0,-1 1 1 0 0,-1-1-1 0 0,-1 1 1 0 0,-1 0-1 0 0,0-1 0 0 0,-7 40 1 0 0,3-41-466 0 0,-1 1 0 0 0,-1 0 1 0 0,0-1-1 0 0,-2 0 1 0 0,0-1-1 0 0,-1 0 0 0 0,-15 23 1 0 0,-11 8-3176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44.6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17 3572 0 0,'-1'-17'6894'0'0,"-1"44"-2106"0"0,0-6-4745 0 0,1-13-1077 0 0,-4 60 1698 0 0,3-8-138 0 0,-10 133 435 0 0,12-188-943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45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17 3276 0 0,'0'0'2054'0'0,"2"-3"-1226"0"0,12-11 3876 0 0,-17 18-4572 0 0,-13 27 290 0 0,0 1 1 0 0,3 0 0 0 0,-15 51-1 0 0,27-78-355 0 0,-2 9-15 0 0,2-12-40 0 0,1-1 1 0 0,-1 0-1 0 0,1 1 0 0 0,-1-1 0 0 0,1 1 0 0 0,0-1 1 0 0,0 1-1 0 0,0-1 0 0 0,0 0 0 0 0,0 1 1 0 0,0-1-1 0 0,0 1 0 0 0,0-1 0 0 0,1 1 0 0 0,-1 1 1 0 0,0-2 1 0 0,0 2-27 0 0,0 0 0 0 0,1-1 0 0 0,-1 1 0 0 0,0 0 0 0 0,1-1 0 0 0,-1 1 0 0 0,1-1 0 0 0,0 1 0 0 0,0-1 0 0 0,0 1 0 0 0,0-1-1 0 0,0 1 1 0 0,1-1 0 0 0,-1 0 0 0 0,1 0 0 0 0,-1 0 0 0 0,1 0 0 0 0,0 0 0 0 0,4 4 0 0 0,-1-5-26 0 0,1 1 0 0 0,-1-1 1 0 0,0 0-1 0 0,1 0 0 0 0,-1-1 0 0 0,8 0 0 0 0,-7 0-15 0 0,-2-2 4 0 0,-1 2 41 0 0,2-2 4 0 0,-1 1-1 0 0,1-1 1 0 0,0 0 0 0 0,-1 0-1 0 0,1 0 1 0 0,-1-1-1 0 0,1 1 1 0 0,-1-1-1 0 0,0 0 1 0 0,0-1-1 0 0,-1 1 1 0 0,1-1-1 0 0,-1 1 1 0 0,1-1-1 0 0,-1 0 1 0 0,4-8-1 0 0,1-3-10 0 0,-6 11 11 0 0,0-2 21 0 0,4-18-41 0 0,-5 18-22 0 0,-1 0-12 0 0,0 4 56 0 0,0-5-14 0 0,0 0-1 0 0,0 0 1 0 0,0 0-1 0 0,-1 0 1 0 0,0 0-1 0 0,-1 0 1 0 0,1 0-1 0 0,-2 1 1 0 0,1-1-1 0 0,0 1 1 0 0,-1-1-1 0 0,-1 1 0 0 0,1 0 1 0 0,-7-9-1 0 0,4 10 8 0 0,-1 0-1 0 0,0 0 0 0 0,0 1 0 0 0,0 0 1 0 0,0 0-1 0 0,-9-2 0 0 0,11 4 4 0 0,-1 2-101 0 0,-21-2-238 0 0,23 5-414 0 0,-10 7 479 0 0,11-8-77 0 0,14 16-1337 0 0,-8-15 1121 0 0,2 0-11 0 0,6 1-230 0 0,1 0 0 0 0,0-1 0 0 0,1 0 0 0 0,-1-1 0 0 0,13 1 0 0 0,2-2-1338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45.8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2200 0 0,'4'-2'809'0'0,"15"-3"-137"0"0,-15 4 475 0 0,-2 0-1077 0 0,-1 1 0 0 0,1 0 0 0 0,-1-1 0 0 0,0 1 0 0 0,0-1 0 0 0,1 1 0 0 0,-1-1 0 0 0,0 1 0 0 0,0-1 0 0 0,0 0 0 0 0,1 0 0 0 0,1-1 0 0 0,-1 0 74 0 0,2 0 795 0 0,15-13 1135 0 0,-15 12-1815 0 0,0 0 0 0 0,0 0 0 0 0,0 0 0 0 0,-1-1 0 0 0,9-10 4718 0 0,-29 1-20104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47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353 133 1904 0 0,'0'0'3681'0'0,"0"-5"-3047"0"0,0-1 135 0 0,-1 0 1 0 0,1 0-1 0 0,-1-1 0 0 0,-3-10 0 0 0,3 13 348 0 0,-1 1-1032 0 0,0 0 0 0 0,0 0-1 0 0,0 0 1 0 0,0 0 0 0 0,0 0 0 0 0,-1 1 0 0 0,1-1 0 0 0,-1 1 0 0 0,0-1 0 0 0,-4-2 0 0 0,3 2 10 0 0,4 3-91 0 0,0-1-1 0 0,0 1 0 0 0,-1 0 1 0 0,1-1-1 0 0,0 1 1 0 0,0-1-1 0 0,-1 1 0 0 0,1 0 1 0 0,0-1-1 0 0,-1 1 1 0 0,1 0-1 0 0,-1-1 1 0 0,1 1-1 0 0,0 0 0 0 0,-1 0 1 0 0,1 0-1 0 0,-1-1 1 0 0,1 1-1 0 0,-1 0 0 0 0,1 0 1 0 0,-1 0-1 0 0,1 0 1 0 0,-1 0-1 0 0,0 0 0 0 0,0 0 2 0 0,1 0-1 0 0,0 0 1 0 0,-1 0 0 0 0,1-1-1 0 0,-1 1 1 0 0,1 0-1 0 0,-1 0 1 0 0,1 0-1 0 0,-1 0 1 0 0,1 0-1 0 0,-1-1 1 0 0,1 1-1 0 0,-1 0 1 0 0,1 0-1 0 0,0-1 1 0 0,-1 1-1 0 0,1 0 1 0 0,0-1-1 0 0,-1 1 1 0 0,1 0-1 0 0,0-1 1 0 0,-1 1-1 0 0,1-1 1 0 0,0 0-1 0 0,-19-8 61 0 0,15 7 1 0 0,-1 0-31 0 0,-12-5 15 0 0,13 6-28 0 0,-1-1-14 0 0,-15-3 3 0 0,15 4-10 0 0,0 0 1 0 0,-13-1-9 0 0,13 1 13 0 0,0 2 3 0 0,-15 1-3 0 0,15-1-41 0 0,1-1-93 0 0,-41 13 124 0 0,40-12 30 0 0,2 1-1 0 0,-31 18-166 0 0,31-17 189 0 0,0 0 3 0 0,-10 9-4 0 0,10-9-21 0 0,0 0-17 0 0,-22 27 52 0 0,23-27-40 0 0,0 2-14 0 0,-4 13-13 0 0,4-13 36 0 0,1-1-11 0 0,0 15-14 0 0,1-14-3 0 0,7 17 25 0 0,-6-17-21 0 0,5 11 3 0 0,-4-12-2 0 0,0 1 0 0 0,1-1 0 0 0,-1 0 0 0 0,1 0 0 0 0,-1 0 0 0 0,1-1 0 0 0,0 1 0 0 0,7 6 0 0 0,-7-7-9 0 0,1 0 10 0 0,-1 0-10 0 0,11 9 2 0 0,-10-9 6 0 0,0-1-7 0 0,12 7 18 0 0,-12-7-11 0 0,1 0-19 0 0,13 3-9 0 0,-13-4 21 0 0,0 0-1 0 0,46 0-9 0 0,-46-1 10 0 0,0-1-11 0 0,15-5-24 0 0,-15 5-85 0 0,-1-1 139 0 0,14-6 8 0 0,-14 6-60 0 0,0 0 76 0 0,12-9 5 0 0,-12 8-21 0 0,0 0-32 0 0,8-10-4 0 0,-8 9 0 0 0,-2 1-12 0 0,39-54-95 0 0,-39 54 97 0 0,0-1 16 0 0,10-15-21 0 0,-8 12-26 0 0,-4 7 69 0 0,0-1-1 0 0,0 1 1 0 0,1-1-1 0 0,-1 1 1 0 0,0-1 0 0 0,0 1-1 0 0,0-1 1 0 0,1 1 0 0 0,-1 0-1 0 0,0-1 1 0 0,0 1 0 0 0,1-1-1 0 0,-1 1 1 0 0,0-1 0 0 0,1 1-1 0 0,-1 0 1 0 0,1-1 0 0 0,-1 1-1 0 0,0 0 1 0 0,1-1 0 0 0,-1 1-1 0 0,1 0 1 0 0,-1 0 0 0 0,1 0-1 0 0,-1-1 1 0 0,1 1 0 0 0,-1 0-1 0 0,2 0 1 0 0,11 13 255 0 0,-13-8-179 0 0,3 15 30 0 0,-3-15 134 0 0,1 1-160 0 0,0 18-15 0 0,-1-18-34 0 0,0-1 32 0 0,1 17 10 0 0,0-16-26 0 0,-1 0 29 0 0,0 86 355 0 0,0-87-413 0 0,0 1 10 0 0,-5 151 409 0 0,5-152-438 0 0,-1 0-31 0 0,-1 13 22 0 0,1-13 14 0 0,1-5-20 0 0,-1 1 0 0 0,1-1 1 0 0,-1 0-1 0 0,1 0 0 0 0,0 1 0 0 0,-1-1 1 0 0,1 1-1 0 0,0-1 0 0 0,-1 0 0 0 0,1 1 1 0 0,0-1-1 0 0,-1 1 0 0 0,1-1 1 0 0,0 0-1 0 0,0 1 0 0 0,0-1 0 0 0,-1 1 1 0 0,1-1-1 0 0,0 1 0 0 0,0-1 0 0 0,0 1 1 0 0,0-1-1 0 0,0 2 0 0 0,0-2 0 0 0,0 1 0 0 0,0-1 0 0 0,0 1 0 0 0,0-1 0 0 0,0 1 0 0 0,0-1 0 0 0,-1 1 0 0 0,1-1 0 0 0,0 1 0 0 0,0-1 0 0 0,0 1 0 0 0,-1-1 0 0 0,1 0 0 0 0,0 1 0 0 0,0-1-1 0 0,-1 1 1 0 0,1-1 0 0 0,0 0 0 0 0,-1 1 0 0 0,1-1 0 0 0,-1 0 0 0 0,1 1 0 0 0,-1-1 0 0 0,-8 4 41 0 0,-6 5 183 0 0,-2-5-195 0 0,12-3 2 0 0,0 0-27 0 0,-16 0-24 0 0,16-1 27 0 0,0-1-52 0 0,-52-5 5 0 0,51 5 19 0 0,1 1-4 0 0,-15-2 10 0 0,15 2 31 0 0,0-1-314 0 0,-5-1 659 0 0,-20-11-5693 0 0,26 11 3511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51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70 1888 0 0,'0'5'654'0'0,"-3"18"996"0"0,-17-12 533 0 0,19-10-2126 0 0,-1 0 0 0 0,0 0 0 0 0,1 0 0 0 0,-1 0 0 0 0,0-1 0 0 0,0 1 0 0 0,0-1 0 0 0,1 1 0 0 0,-1-1 0 0 0,-2 0 0 0 0,-1 2 1200 0 0,0-3-1051 0 0,-16 0-19 0 0,16 1 230 0 0,4-1-404 0 0,0 0 0 0 0,0-1 0 0 0,0 1 0 0 0,0 0 0 0 0,0-1 0 0 0,0 1 0 0 0,0-1 0 0 0,0 1 0 0 0,1-1 0 0 0,-1 1 0 0 0,1-1 0 0 0,-1 1 0 0 0,1-1 0 0 0,0 0 0 0 0,-1 1 0 0 0,1-1 0 0 0,0 0 0 0 0,0 1 0 0 0,0-1 0 0 0,1 0 0 0 0,-1 1 0 0 0,0-1 0 0 0,0 1 0 0 0,1-1 0 0 0,0-2 0 0 0,1-8 32 0 0,1 8-39 0 0,8-12 32 0 0,-8 11-4 0 0,1 2 21 0 0,11-11 13 0 0,-11 10-29 0 0,-2 4-36 0 0,-1 0 1 0 0,1 0-1 0 0,-1-1 1 0 0,1 1-1 0 0,0-1 1 0 0,-1 1-1 0 0,1-1 1 0 0,-1 0 0 0 0,0 1-1 0 0,1-1 1 0 0,-1 0-1 0 0,2-1 1 0 0,1-1 6 0 0,1 1 32 0 0,0 1-22 0 0,-2 1-7 0 0,0-1 0 0 0,1 1 0 0 0,-1-1-1 0 0,1 1 1 0 0,-1 0 0 0 0,1 1 0 0 0,-1-1-1 0 0,1 1 1 0 0,-1-1 0 0 0,1 1 0 0 0,-1 0 0 0 0,0 0-1 0 0,0 0 1 0 0,1 1 0 0 0,4 2 0 0 0,-5-1 14 0 0,0-1 1 0 0,0 1 0 0 0,-1 0-1 0 0,1 0 1 0 0,-1 0 0 0 0,1 0-1 0 0,-1 0 1 0 0,0 1 0 0 0,0-1-1 0 0,0 1 1 0 0,-1-1 0 0 0,1 1-1 0 0,-1 0 1 0 0,0 0 0 0 0,0 0-1 0 0,0 4 1 0 0,3 9 36 0 0,-3-12-5 0 0,-2 2-24 0 0,1-6-35 0 0,0 13 4 0 0,-1-1 0 0 0,0 1 0 0 0,-1-1 0 0 0,-1 1 0 0 0,0-1 0 0 0,-1 0 0 0 0,-1 0-1 0 0,-5 13 1 0 0,8-21 9 0 0,-25 39 61 0 0,22-37-55 0 0,0 0-1 0 0,-1 0 1 0 0,1-1-1 0 0,-14 11 1 0 0,15-13-27 0 0,0-2 13 0 0,-6 4-13 0 0,10-6-1 0 0,0 1-1 0 0,-1-1 1 0 0,1 1-1 0 0,-1-1 1 0 0,1 0-1 0 0,0 1 0 0 0,-1-1 1 0 0,1 1-1 0 0,-1-1 1 0 0,1 0-1 0 0,-1 0 1 0 0,1 1-1 0 0,-1-1 1 0 0,1 0-1 0 0,-1 0 0 0 0,0 0 1 0 0,1 1-1 0 0,-1-1 1 0 0,1 0-1 0 0,-1 0 1 0 0,1 0-1 0 0,-1 0 1 0 0,0 0-1 0 0,1 0 0 0 0,-1 0 1 0 0,1 0-1 0 0,-1-1 1 0 0,1 1-1 0 0,-1 0 1 0 0,1 0-1 0 0,-2-1 1 0 0,-15-4-65 0 0,12 4 6 0 0,-2-19-162 0 0,6 17 136 0 0,1-2-66 0 0,1-15 114 0 0,-1 15 20 0 0,6-14-46 0 0,-5 15 54 0 0,1 2 27 0 0,-1 0 1 0 0,0 0 0 0 0,1 0-1 0 0,0-1 1 0 0,0 2 0 0 0,-1-1-1 0 0,1 0 1 0 0,0 0 0 0 0,0 1-1 0 0,0-1 1 0 0,1 1 0 0 0,-1-1-1 0 0,0 1 1 0 0,1 0 0 0 0,-1 0 0 0 0,4-1-1 0 0,14 7 140 0 0,-16-4-57 0 0,1 2 30 0 0,77 59 199 0 0,-61-45-753 0 0,1 0 0 0 0,44 25 0 0 0,-63-40-103 0 0,3-1-149 0 0,52 5-4137 0 0,-52-7 1595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52.5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30 2292 0 0,'0'0'934'0'0,"-3"-3"-172"0"0,1 2-548 0 0,-1-1 0 0 0,1 1 0 0 0,-1 0 0 0 0,0-1 0 0 0,0 1 0 0 0,0 0 0 0 0,1 0 0 0 0,-1 1 0 0 0,0-1 0 0 0,0 1-1 0 0,0-1 1 0 0,-4 1 0 0 0,1 0 92 0 0,3 2-45 0 0,-33 22 770 0 0,32-20-787 0 0,4-4-230 0 0,0 1 1 0 0,0 0 0 0 0,0-1-1 0 0,0 1 1 0 0,0 0 0 0 0,-1-1-1 0 0,1 1 1 0 0,0 0 0 0 0,0-1-1 0 0,-1 1 1 0 0,1-1 0 0 0,0 1-1 0 0,-1-1 1 0 0,1 1 0 0 0,0 0-1 0 0,-1-1 1 0 0,1 1-1 0 0,-1-1 1 0 0,1 1 0 0 0,-1-1-1 0 0,0 1 1 0 0,-11 15 256 0 0,0 28 328 0 0,11-39-384 0 0,3 0-115 0 0,-1 2-73 0 0,1-1 0 0 0,0 0 0 0 0,0 0 0 0 0,1 0 0 0 0,0 0 0 0 0,0-1 0 0 0,0 1 0 0 0,1-1 0 0 0,-1 1 0 0 0,8 6 0 0 0,12 8-11 0 0,0-1 0 0 0,1-2 0 0 0,42 24 0 0 0,15 11 19 0 0,-78-49-133 0 0,-2-2 105 0 0,0 1 1 0 0,0-1 0 0 0,0 1 0 0 0,0-1-1 0 0,1 0 1 0 0,-1 0 0 0 0,1 1-1 0 0,-1-1 1 0 0,4 2 0 0 0,-2 0 45 0 0,4 13 12 0 0,-5-13-55 0 0,-1 1 48 0 0,-9 17 35 0 0,-12-6 14 0 0,16-13-84 0 0,-2 1-3 0 0,0-1-1 0 0,0 0 1 0 0,0 0 0 0 0,-1 0 0 0 0,1 0 0 0 0,-1-1 0 0 0,1 0 0 0 0,0-1 0 0 0,-1 1 0 0 0,0-1 0 0 0,1 0-1 0 0,-9-2 1 0 0,-2-3-11 0 0,13 3-15 0 0,3 1-9 0 0,1 0 16 0 0,-1-1 1 0 0,0 1-1 0 0,0 0 0 0 0,1-1 0 0 0,-1 1 1 0 0,0 0-1 0 0,0 0 0 0 0,0 0 0 0 0,0-1 0 0 0,0 1 1 0 0,-2-1-1 0 0,2 2-3 0 0,-1-4-32 0 0,2-1-61 0 0,0-4 68 0 0,1 0 0 0 0,0 0 0 0 0,0 0 0 0 0,1 1 0 0 0,0-1 1 0 0,1 0-1 0 0,6-14 0 0 0,15-21 27 0 0,-10 22 97 0 0,-2-1 0 0 0,0 0 1 0 0,-2-1-1 0 0,-1 0 0 0 0,7-26 0 0 0,-15 46-51 0 0,-4-52-164 0 0,2 51-30 0 0,-2 1-50 0 0,-10-11-43 0 0,10 11-54 0 0,1 4 233 0 0,1 0 0 0 0,-1-1-1 0 0,1 1 1 0 0,-1-1 0 0 0,1 0-1 0 0,-1 0 1 0 0,1 1 0 0 0,-1-1-1 0 0,1 0 1 0 0,0 0 0 0 0,-1 0-1 0 0,-1-2 1 0 0,1 1-102 0 0,-3-1-629 0 0,-1 1-253 0 0,0-1 622 0 0,4 2 131 0 0,1 0 1 0 0,-1 0-1 0 0,0 1 0 0 0,0-1 1 0 0,0 0-1 0 0,-1 1 0 0 0,1-1 1 0 0,0 1-1 0 0,0 0 0 0 0,-2-1 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55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64 3252 0 0,'0'0'6962'0'0,"-5"0"-6232"0"0,-16-1-68 0 0,16 1 2813 0 0,5-5-3397 0 0,1-13-62 0 0,-1 13-9 0 0,4 3 0 0 0,33-19-12 0 0,-32 19-34 0 0,-1 1-9 0 0,15-6 20 0 0,-14 6 8 0 0,0 1-95 0 0,19 1 106 0 0,-18-1 11 0 0,-5 1-6 0 0,1 0 0 0 0,0 0 0 0 0,-1 1 0 0 0,1-1-1 0 0,0 0 1 0 0,-1 1 0 0 0,1-1 0 0 0,-1 1 0 0 0,0-1-1 0 0,1 1 1 0 0,-1 0 0 0 0,0-1 0 0 0,0 1 0 0 0,0 0-1 0 0,0 0 1 0 0,-1 0 0 0 0,1 0 0 0 0,0 2 0 0 0,-1-4 6 0 0,2 4-15 0 0,-2 1-21 0 0,1 3 12 0 0,0 0-1 0 0,-1 0 0 0 0,0 1 0 0 0,0-1 0 0 0,-1 0 0 0 0,0 0 1 0 0,0 0-1 0 0,-1 0 0 0 0,0 0 0 0 0,-1 0 0 0 0,-4 9 0 0 0,6-13 5 0 0,-1 0 2 0 0,-20 40-58 0 0,20-40 80 0 0,-7 12 3 0 0,8-14-9 0 0,-1 1-11 0 0,29-3-1829 0 0,-21 0 1730 0 0,-1-1 0 0 0,46-8-129 0 0,-46 8 219 0 0,1 0 22 0 0,18-2 20 0 0,-18 2 15 0 0,0 1 32 0 0,45 9 365 0 0,-46-8-330 0 0,-2 1-1 0 0,12 8-21 0 0,-11-7-16 0 0,-4-3-63 0 0,0 1 0 0 0,0-1 0 0 0,0 0 0 0 0,0 1 0 0 0,0-1 0 0 0,1 1 0 0 0,-1-1 0 0 0,0 1 0 0 0,0-1 0 0 0,0 1 1 0 0,0-1-1 0 0,0 0 0 0 0,1 1 0 0 0,-1-1 0 0 0,0 1 0 0 0,0-1 0 0 0,1 0 0 0 0,-1 1 0 0 0,0-1 0 0 0,1 0 1 0 0,-1 1-1 0 0,0-1 0 0 0,1 0 0 0 0,-1 0 0 0 0,1 1 0 0 0,0 0 2 0 0,0-1-1 0 0,0 1 1 0 0,0 0-1 0 0,0 0 1 0 0,-1-1-1 0 0,1 1 1 0 0,0 0-1 0 0,0 0 1 0 0,-1 0-1 0 0,1 0 1 0 0,0 0-1 0 0,-1 0 1 0 0,1 0-1 0 0,-1 2 1 0 0,6 13 17 0 0,-4-12 4 0 0,-3 3 2 0 0,0 18 2 0 0,1-19 4 0 0,-1-1-12 0 0,0 0-17 0 0,0 1 1 0 0,0-1-1 0 0,-1 0 1 0 0,0 0 0 0 0,0 0-1 0 0,0 0 1 0 0,0 0 0 0 0,-1 0-1 0 0,0 0 1 0 0,0-1 0 0 0,0 1-1 0 0,0-1 1 0 0,-1 0 0 0 0,1 0-1 0 0,-1 0 1 0 0,0-1-1 0 0,-1 1 1 0 0,1-1 0 0 0,-1 0-1 0 0,1 0 1 0 0,-1 0 0 0 0,0-1-1 0 0,-7 3 1 0 0,-2 0-124 0 0,-1-1 0 0 0,0 0 1 0 0,0-1-1 0 0,-18 2 0 0 0,23-4-144 0 0,1-1-1 0 0,-1-1 0 0 0,1 1 1 0 0,-19-5-1 0 0,25 5 76 0 0,0-1 0 0 0,0 0 1 0 0,0 0-1 0 0,0 0 0 0 0,0-1 1 0 0,0 1-1 0 0,0-1 0 0 0,1 0 0 0 0,-1 1 1 0 0,0-1-1 0 0,1 0 0 0 0,0 0 1 0 0,-1-1-1 0 0,1 1 0 0 0,0 0 0 0 0,0-1 1 0 0,0 0-1 0 0,0 1 0 0 0,1-1 0 0 0,-1 0 1 0 0,0-3-1 0 0,0 2-223 0 0,-4-13-2742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56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2336 0 0,'0'0'5025'0'0,"3"3"-4679"0"0,-2 0-231 0 0,1 0-1 0 0,-1 1 0 0 0,0-1 1 0 0,0 0-1 0 0,0 0 1 0 0,0 1-1 0 0,0-1 0 0 0,-1 1 1 0 0,1-1-1 0 0,-1 7 0 0 0,-1-6 237 0 0,1-2-334 0 0,0 0 1 0 0,0-1-1 0 0,0 1 0 0 0,0 0 0 0 0,0-1 0 0 0,0 1 0 0 0,0-1 1 0 0,0 1-1 0 0,1 0 0 0 0,-1-1 0 0 0,1 3 0 0 0,0 0 17 0 0,0 2 187 0 0,0-5-209 0 0,-1 1-1 0 0,1-1 1 0 0,0 1 0 0 0,0-1 0 0 0,-1 0 0 0 0,1 1-1 0 0,0-1 1 0 0,1 0 0 0 0,-1 1 0 0 0,0-1-1 0 0,0 0 1 0 0,2 1 0 0 0,-2-1 2 0 0,1 2 16 0 0,9 2 52 0 0,-10-5-77 0 0,0 1 0 0 0,-1 0 0 0 0,1 0 1 0 0,0-1-1 0 0,0 1 0 0 0,0 0 0 0 0,0-1 1 0 0,0 1-1 0 0,0-1 0 0 0,0 0 0 0 0,0 1 1 0 0,1-1-1 0 0,-1 0 0 0 0,0 1 0 0 0,1-1 1 0 0,19 4 18 0 0,-15-3-29 0 0,-1 0 30 0 0,19 1 1 0 0,-19-1-8 0 0,1-1 26 0 0,18 0 6 0 0,-19 0 98 0 0,1 0-34 0 0,19 2 15 0 0,-19-1 141 0 0,-1 0-107 0 0,1 0-18 0 0,-1 1 0 0 0,1 0 0 0 0,-1 0 0 0 0,0 0 0 0 0,0 1 0 0 0,0 0 0 0 0,0 0 0 0 0,0 0 0 0 0,0 0 0 0 0,7 8 0 0 0,-9-8 19 0 0,-1 1 25 0 0,12 39 444 0 0,-13-39-499 0 0,-1 1 0 0 0,-9 45 338 0 0,8-44-364 0 0,-12 12 46 0 0,11-14-129 0 0,0-1 0 0 0,0 1 0 0 0,-1-1 0 0 0,1 0 0 0 0,-1 0 0 0 0,0 0 0 0 0,-4 4 0 0 0,-3 0-391 0 0,-1-1-1 0 0,1 0 1 0 0,-20 7-1 0 0,25-12-167 0 0,0-1-79 0 0,-43-9-2894 0 0,43 7 2315 0 0,1-2-148 0 0,-9-10-971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56.7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8 169 2504 0 0,'0'0'4872'0'0,"-2"-3"-4291"0"0,1 2-518 0 0,1 0-1 0 0,-1 0 0 0 0,1 0 0 0 0,-1 0 0 0 0,1 0 0 0 0,-1 0 0 0 0,1 0 0 0 0,0 0 0 0 0,-1-1 1 0 0,1 1-1 0 0,0 0 0 0 0,0 0 0 0 0,0 0 0 0 0,0 0 0 0 0,0 0 0 0 0,0-1 0 0 0,0 1 1 0 0,0 0-1 0 0,0 0 0 0 0,1 0 0 0 0,-1 0 0 0 0,1 0 0 0 0,-1 0 0 0 0,0 0 0 0 0,1 0 1 0 0,0 0-1 0 0,-1 0 0 0 0,1 0 0 0 0,-1 0 0 0 0,1 0 0 0 0,0 0 0 0 0,0 0 0 0 0,0 0 1 0 0,0 1-1 0 0,-1-1 0 0 0,1 0 0 0 0,0 1 0 0 0,0-1 0 0 0,2 0 0 0 0,23-14 227 0 0,2 2 0 0 0,54-19 0 0 0,65-10-263 0 0,-97 28-413 0 0,-45 13 34 0 0,23-6-820 0 0,-23 6 236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59.6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37 3112 0 0,'0'0'2090'0'0,"-5"0"-1293"0"0,-16 0-114 0 0,16 0 2076 0 0,2 3-2461 0 0,3-3-270 0 0,-1 1 0 0 0,1-1 1 0 0,-1 1-1 0 0,1-1 0 0 0,-1 1 0 0 0,1-1 0 0 0,-1 1 1 0 0,1-1-1 0 0,0 1 0 0 0,-1 0 0 0 0,1-1 1 0 0,0 1-1 0 0,-1-1 0 0 0,1 1 0 0 0,0 0 0 0 0,0 0 1 0 0,0-1-1 0 0,0 1 0 0 0,0 0 0 0 0,0-1 1 0 0,0 1-1 0 0,0 0 0 0 0,0-1 0 0 0,0 1 0 0 0,0 0 1 0 0,0 0-1 0 0,0-1 0 0 0,0 1 0 0 0,1 0 0 0 0,-1-1 1 0 0,0 1-1 0 0,0 0 0 0 0,1-1 0 0 0,-1 1 1 0 0,1-1-1 0 0,-1 1 0 0 0,0-1 0 0 0,1 1 0 0 0,-1-1 1 0 0,1 1-1 0 0,-1-1 0 0 0,1 1 0 0 0,0-1 1 0 0,-1 1-1 0 0,1-1 0 0 0,-1 0 0 0 0,1 1 0 0 0,1-1 1 0 0,1 3 117 0 0,2-2-24 0 0,12 4-16 0 0,-13-4-10 0 0,2 0-22 0 0,15 2-6 0 0,-16-2-14 0 0,0-1-6 0 0,55-4 84 0 0,-54 3-139 0 0,-4 1 1 0 0,0 0-1 0 0,0 0 0 0 0,0 0 1 0 0,0 0-1 0 0,-1 0 1 0 0,1 0-1 0 0,0 0 1 0 0,0-1-1 0 0,0 1 0 0 0,0-1 1 0 0,-1 1-1 0 0,3-2 1 0 0,1 0 12 0 0,1 1 42 0 0,-1 0-2 0 0,45-18 94 0 0,-46 16-93 0 0,-1 2 17 0 0,0-1 0 0 0,0 1-1 0 0,0-1 1 0 0,0 0 0 0 0,-1 0-1 0 0,1 0 1 0 0,-1-1 0 0 0,0 1-1 0 0,1-1 1 0 0,2-4 0 0 0,-4 6-103 0 0,1-2 418 0 0,11-14 838 0 0,-54 144-796 0 0,-45 238 0 0 0,85-360-744 0 0,0 0-84 0 0,-1 17-91 0 0,2-17-64 0 0,-1 0-712 0 0,0 1 876 0 0,-1 3 152 0 0,2 1-7843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5:59.8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74 2340 0 0,'0'0'2273'0'0,"-2"-2"-1405"0"0,-11-12 2395 0 0,15 10-3091 0 0,-1 3-145 0 0,0-1 0 0 0,1 1-1 0 0,-1-1 1 0 0,1 1 0 0 0,-1-1 0 0 0,1 1-1 0 0,-1 0 1 0 0,1 0 0 0 0,0 0 0 0 0,-1 0-1 0 0,1 0 1 0 0,0 0 0 0 0,0 0 0 0 0,0 0-1 0 0,0 1 1 0 0,0-1 0 0 0,-1 1-1 0 0,5-1 1 0 0,-1 0 79 0 0,1 1 10 0 0,236-25-2695 0 0,-191 20-1324 0 0,-20 3 779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00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70 1772 0 0,'0'0'972'0'0,"2"-4"-93"0"0,13-37 3647 0 0,-14 37-3015 0 0,-2 4-1496 0 0,1 0 0 0 0,0 0 0 0 0,-1-1-1 0 0,1 1 1 0 0,0 0 0 0 0,0 0 0 0 0,-1 0 0 0 0,1 0 0 0 0,0 0-1 0 0,-1 0 1 0 0,1 0 0 0 0,0 0 0 0 0,0-1 0 0 0,-1 1-1 0 0,1 0 1 0 0,0 0 0 0 0,0 0 0 0 0,-1-1 0 0 0,1 1 0 0 0,0 0-1 0 0,0 0 1 0 0,0-1 0 0 0,0 1 0 0 0,-1 0 0 0 0,1 0-1 0 0,0-1 1 0 0,0 1 0 0 0,0 0 0 0 0,0-1 0 0 0,0 1 0 0 0,0 0-1 0 0,0 0 1 0 0,0-1 0 0 0,-1 0 22 0 0,1 1-1 0 0,0-1 1 0 0,0 0-1 0 0,0 1 1 0 0,-1-1-1 0 0,1 1 0 0 0,0-1 1 0 0,0 0-1 0 0,-1 1 1 0 0,1-1-1 0 0,-1 1 1 0 0,1-1-1 0 0,0 1 1 0 0,-1 0-1 0 0,1-1 1 0 0,-1 1-1 0 0,1-1 1 0 0,-1 1-1 0 0,1 0 1 0 0,-1-1-1 0 0,0 1 1 0 0,1 0-1 0 0,-1 0 1 0 0,1-1-1 0 0,-1 1 1 0 0,0 0-1 0 0,1 0 1 0 0,-1 0-1 0 0,-6-1 86 0 0,1 1-1 0 0,-1-1 1 0 0,0 1-1 0 0,1 1 0 0 0,-1-1 1 0 0,1 1-1 0 0,0 1 1 0 0,-1-1-1 0 0,1 1 0 0 0,-10 4 1 0 0,7-2-63 0 0,0 0 1 0 0,0 1 0 0 0,1 0-1 0 0,-1 0 1 0 0,1 1-1 0 0,0 0 1 0 0,1 0 0 0 0,-1 1-1 0 0,-7 10 1 0 0,11-12-43 0 0,0 0 0 0 0,1 0 0 0 0,-1 0 0 0 0,1 1 1 0 0,-4 10-1 0 0,4-11-12 0 0,2-1-7 0 0,0 11-24 0 0,2 19-48 0 0,0-29-34 0 0,2-2-133 0 0,0 0 197 0 0,0 0 0 0 0,0-1 1 0 0,0 1-1 0 0,0-1 0 0 0,0 0 1 0 0,1 0-1 0 0,-1 0 1 0 0,1 0-1 0 0,5 2 0 0 0,-4-3-68 0 0,1-1-78 0 0,49-10-20 0 0,-50 9 190 0 0,0-2 26 0 0,13-9 240 0 0,0-1 1 0 0,29-29-1 0 0,-8-3 2110 0 0,-37 42-1078 0 0,0 7-1087 0 0,2 20-98 0 0,-1-1 1 0 0,-2 0-1 0 0,0 1 1 0 0,-1-1 0 0 0,-4 33-1 0 0,2-37-58 0 0,-25 299-3167 0 0,-5-108-5286 0 0,23-165 3000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03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242 68 3460 0 0,'0'0'1093'0'0,"1"-5"-187"0"0,-1-1-495 0 0,1 0-1 0 0,-1 0 1 0 0,-1 0-1 0 0,1 1 1 0 0,-1-1-1 0 0,-1-7 1 0 0,0 8 23 0 0,-17-1-58 0 0,15 4-301 0 0,-1 0 146 0 0,-1 3-12 0 0,-1-1-140 0 0,5 0-45 0 0,0-1 1 0 0,0 1 0 0 0,0 0-1 0 0,0 1 1 0 0,0-1-1 0 0,0 0 1 0 0,0 0 0 0 0,0 1-1 0 0,0-1 1 0 0,0 1 0 0 0,0 0-1 0 0,1-1 1 0 0,-1 1 0 0 0,0 0-1 0 0,-1 1 1 0 0,-15 7 198 0 0,9-5-169 0 0,1-1-1 0 0,-1 1 0 0 0,1 1 0 0 0,0 0 1 0 0,0 0-1 0 0,0 1 0 0 0,1 0 1 0 0,0 0-1 0 0,0 0 0 0 0,0 1 1 0 0,1 0-1 0 0,0 1 0 0 0,1-1 0 0 0,-1 1 1 0 0,-7 17-1 0 0,-10 53 184 0 0,22-73-208 0 0,1 1 8 0 0,1 48 69 0 0,0-49-76 0 0,1-1-8 0 0,4 11-6 0 0,-4-11 8 0 0,1-1-16 0 0,10 9-4 0 0,-10-9 42 0 0,2-2 69 0 0,15 3-99 0 0,-15-3-19 0 0,0-2-8 0 0,16-7 1 0 0,-14 5 6 0 0,0 0 0 0 0,-1-1 0 0 0,1 0-1 0 0,-1 0 1 0 0,0-1 0 0 0,-1 1 0 0 0,1-1 0 0 0,-1 0-1 0 0,0-1 1 0 0,0 0 0 0 0,0 1 0 0 0,-1-1 0 0 0,0-1 0 0 0,0 1-1 0 0,5-11 1 0 0,-4 8 2 0 0,30-64 204 0 0,-33 70-130 0 0,-1-1 2 0 0,4-12-7 0 0,-4 13 759 0 0,1 6-633 0 0,1 2-128 0 0,-1 1 1 0 0,0 0 0 0 0,0 0-1 0 0,0 1 1 0 0,-1-1-1 0 0,0 0 1 0 0,0 1 0 0 0,-1-1-1 0 0,0 0 1 0 0,-1 13-1 0 0,1 1 9 0 0,6 272 226 0 0,2-227-1283 0 0,-7-61 550 0 0,0 1-72 0 0,20 33-3080 0 0,-19-35 2021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03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2920 0 0,'12'-51'4655'0'0,"-11"46"-3777"0"0,15-8-87 0 0,-12 10-452 0 0,0 1-18 0 0,14-4-21 0 0,-14 4-58 0 0,3 2-66 0 0,-2 0-145 0 0,1-1 39 0 0,1 1-1 0 0,-1-1 1 0 0,1 2-1 0 0,-1-1 1 0 0,1 1-1 0 0,-1 0 1 0 0,0 0-1 0 0,1 0 1 0 0,-1 1-1 0 0,0 0 1 0 0,0 1-1 0 0,0-1 1 0 0,0 1 0 0 0,-1 0-1 0 0,1 1 1 0 0,6 4-1 0 0,-8-5-32 0 0,1 1 0 0 0,-1 0-1 0 0,0 0 1 0 0,0 0 0 0 0,0 0 0 0 0,0 1-1 0 0,-1 0 1 0 0,1-1 0 0 0,-1 1 0 0 0,-1 0-1 0 0,1 1 1 0 0,-1-1 0 0 0,1 0 0 0 0,-2 1-1 0 0,1-1 1 0 0,-1 1 0 0 0,1 0 0 0 0,-2 0-1 0 0,1-1 1 0 0,0 1 0 0 0,-1 0 0 0 0,0 0-1 0 0,-1 0 1 0 0,1-1 0 0 0,-3 7 0 0 0,-15 48 361 0 0,13-48-247 0 0,-5 6-13 0 0,-1-4 73 0 0,-64 73 689 0 0,72-84-821 0 0,-5 6-43 0 0,-4 1 232 0 0,12-10-261 0 0,0 1-1 0 0,-1-1 1 0 0,1 0-1 0 0,0 0 1 0 0,-1 1-1 0 0,1-1 1 0 0,0 0-1 0 0,0 1 1 0 0,-1-1-1 0 0,1 0 1 0 0,0 0 0 0 0,0 1-1 0 0,0-1 1 0 0,0 1-1 0 0,-1-1 1 0 0,1 0-1 0 0,0 1 1 0 0,0-1-1 0 0,0 0 1 0 0,0 1-1 0 0,0-1 1 0 0,0 1 0 0 0,0-1-1 0 0,0 0 1 0 0,0 1-1 0 0,0-1 1 0 0,0 0-1 0 0,0 1 1 0 0,0-1-1 0 0,0 1 1 0 0,0-1-1 0 0,1 1 1 0 0,13-1 24 0 0,33-14-212 0 0,-32 9 130 0 0,70-21-942 0 0,145-45-2346 0 0,-78 20-2888 0 0,-113 38 1839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05.8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86 2680 0 0,'0'0'9531'0'0,"-2"-3"-9344"0"0,0-2-54 0 0,1 0 0 0 0,-1 0 0 0 0,1 0 0 0 0,0 0 0 0 0,0 0 0 0 0,1-8 0 0 0,0 8 142 0 0,12-16-201 0 0,-8 19-37 0 0,11-7 51 0 0,-12 7-72 0 0,3 2-31 0 0,30 5 13 0 0,-30-1 5 0 0,-3 0-3 0 0,1-1-2 0 0,0 0-1 0 0,0 0 0 0 0,0 0 0 0 0,0 1 1 0 0,-1-1-1 0 0,1 1 0 0 0,-1 0 0 0 0,0 0 1 0 0,0 0-1 0 0,-1 1 0 0 0,1-1 1 0 0,-1 1-1 0 0,3 7 0 0 0,10 46-39 0 0,-15-58 46 0 0,2 10 1 0 0,-1 0-1 0 0,0 0 0 0 0,-1 0 0 0 0,-1 0 1 0 0,-1 12-1 0 0,1-15-2 0 0,-1 6 4 0 0,-6 21-14 0 0,-7 5-6 0 0,-7 3 30 0 0,4-15-4 0 0,-16 18-5 0 0,28-41-8 0 0,-30 26-117 0 0,32-27 103 0 0,1-1-48 0 0,-20 9-537 0 0,18-11 401 0 0,-15-1 22 0 0,15 1-1 0 0,5-1-11 0 0,0 1 182 0 0,0 0 1 0 0,0-1-1 0 0,0 1 0 0 0,0 0 0 0 0,0-1 0 0 0,0 1 0 0 0,0 0 0 0 0,0-1 1 0 0,0 1-1 0 0,0 0 0 0 0,0-1 0 0 0,-1 1 0 0 0,1 0 0 0 0,0-1 1 0 0,0 1-1 0 0,0 0 0 0 0,-1 0 0 0 0,1-1 0 0 0,0 1 0 0 0,0 0 0 0 0,-1 0 1 0 0,1-1-1 0 0,0 1 0 0 0,0 0 0 0 0,-1 0 0 0 0,1 0 0 0 0,0 0 1 0 0,-1-1-1 0 0,1 1 0 0 0,0 0 0 0 0,-1 0 0 0 0,0 0-14 0 0,1 0-1 0 0,-1-1 1 0 0,1 1 0 0 0,-1 0-1 0 0,1-1 1 0 0,-1 1 0 0 0,0-1-1 0 0,1 1 1 0 0,-1 0 0 0 0,1-1-1 0 0,0 1 1 0 0,-1-1 0 0 0,1 1-1 0 0,-1-1 1 0 0,1 1 0 0 0,0-1-1 0 0,-1 0 1 0 0,1 1 0 0 0,0-1-1 0 0,0 1 1 0 0,-1-1 0 0 0,1 0-1 0 0,0 1 1 0 0,0-1 0 0 0,0 0-1 0 0,0 1 1 0 0,0-1 0 0 0,0 0-1 0 0,0 1 1 0 0,0-2 0 0 0,5-55-341 0 0,-4 51 292 0 0,0 2-2 0 0,21-40-78 0 0,-19 40 162 0 0,1 2 27 0 0,12-7 20 0 0,-12 7 74 0 0,2 2-48 0 0,19 0 0 0 0,-19 0 21 0 0,-1 2-1 0 0,49 25 43 0 0,66 29-760 0 0,-116-54 332 0 0,2-1-68 0 0,16 4-145 0 0,-17-3 21 0 0,1-2-64 0 0,15 1-56 0 0,-16-1-133 0 0,-4-1-366 0 0,1 1 896 0 0,0-1 0 0 0,-1 0 0 0 0,1 0 0 0 0,0 1 0 0 0,0-1 0 0 0,-1 1 0 0 0,1-1 0 0 0,0 1 0 0 0,0 0 0 0 0,0 0 0 0 0,3 0 0 0 0,-2 0-382 0 0,3-2-2791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06.8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0 2676 0 0,'0'0'3539'0'0,"-6"1"-2903"0"0,-15 2-64 0 0,16-2 498 0 0,5 0-1011 0 0,-1 1-1 0 0,1-1 1 0 0,0 0-1 0 0,-1 1 0 0 0,0-1 1 0 0,1 0-1 0 0,-1 0 0 0 0,0 0 1 0 0,1 1-1 0 0,-1-1 0 0 0,0 0 1 0 0,-2 1-1 0 0,2 0 44 0 0,-2 2 470 0 0,2 1-314 0 0,-5 13-36 0 0,4-13 314 0 0,2 0-441 0 0,0 17 48 0 0,0-17 169 0 0,2-1-170 0 0,0 1-17 0 0,1 0 0 0 0,0 0-1 0 0,0-1 1 0 0,0 1 0 0 0,6 5-1 0 0,-6-7 172 0 0,2-1-159 0 0,12 6-6 0 0,-12-6 2 0 0,-1-1-1 0 0,12 6-19 0 0,-12-5 6 0 0,19 4-11 0 0,-18-4 12 0 0,0-1 40 0 0,13 6 6 0 0,-13-5-14 0 0,-1 0 12 0 0,37 21 626 0 0,-37-21-628 0 0,-4 0-137 0 0,1 0 1 0 0,0-1-1 0 0,0 1 0 0 0,0-1 0 0 0,0 0 0 0 0,0 1 0 0 0,0-1 0 0 0,0 0 0 0 0,1 0 0 0 0,-1 1 0 0 0,2 0 0 0 0,-3-2-13 0 0,3 4 60 0 0,-1 0 71 0 0,3 11 7 0 0,-3-11-26 0 0,-2 0-47 0 0,0 42 256 0 0,0-41-271 0 0,-2 0 5 0 0,-1 2-145 0 0,-1 0 1 0 0,1 0 0 0 0,-1-1 0 0 0,0 0 0 0 0,-1 1 0 0 0,0-1 0 0 0,0-1-1 0 0,0 1 1 0 0,0-1 0 0 0,-1 0 0 0 0,0 0 0 0 0,0-1 0 0 0,-1 1 0 0 0,1-1 0 0 0,-1-1-1 0 0,0 1 1 0 0,1-1 0 0 0,-11 3 0 0 0,13-5-556 0 0,-2-1-67 0 0,6 0 697 0 0,-6 1-380 0 0,1-1 0 0 0,-1 0 1 0 0,0 0-1 0 0,1 0 0 0 0,-1 0 0 0 0,1-1 1 0 0,-1 0-1 0 0,-7-3 0 0 0,10 3-46 0 0,0 0-1 0 0,0-1 1 0 0,0 1 0 0 0,0-1 0 0 0,1 0-1 0 0,-1 0 1 0 0,0 0 0 0 0,1 0-1 0 0,0 0 1 0 0,-1-1 0 0 0,1 1 0 0 0,0-1-1 0 0,0 1 1 0 0,-2-5 0 0 0,-7-13-3451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07.0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0 152 3524 0 0,'24'-40'4421'0'0,"-21"36"-3757"0"0,1 1-55 0 0,9-7-301 0 0,1 1 0 0 0,1 1 0 0 0,-1 0 0 0 0,1 1 0 0 0,1 0 0 0 0,-1 1 0 0 0,19-4 0 0 0,83-18-1312 0 0,-83 18-142 0 0,-8 8-3752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10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93 4624 0 0,'0'0'7470'0'0,"-5"-1"-6976"0"0,-12-3-69 0 0,13 2 845 0 0,5-2-1111 0 0,6-12 15 0 0,-5 12 83 0 0,2 1-179 0 0,79-42-63 0 0,-79 44-23 0 0,1-1-14 0 0,2 0-11 0 0,-2 0 30 0 0,0 1 0 0 0,1-1 0 0 0,-1 1-1 0 0,1 0 1 0 0,-1 0 0 0 0,7 0 0 0 0,-10 1-12 0 0,0 1 0 0 0,1-1 0 0 0,-1 0 0 0 0,0 1 0 0 0,0 0 0 0 0,0-1 0 0 0,0 1 0 0 0,0 0 0 0 0,0 0 0 0 0,0 0 0 0 0,0 0 0 0 0,0 0 0 0 0,0 0 1 0 0,-1 1-1 0 0,1-1 0 0 0,0 1 0 0 0,-1-1 0 0 0,1 1 0 0 0,-1 0 0 0 0,0-1 0 0 0,0 1 0 0 0,2 2 0 0 0,-1 0-32 0 0,-2 2-17 0 0,-1 16 45 0 0,0-16-5 0 0,-1 0 8 0 0,-4 11 7 0 0,-2 0 1 0 0,0-1 0 0 0,-1 0-1 0 0,0 0 1 0 0,-16 18 0 0 0,23-30 0 0 0,-1-1-22 0 0,2-2 31 0 0,0 0 1 0 0,0 0 0 0 0,0 0 0 0 0,0 0 0 0 0,1 0 0 0 0,-1 0 0 0 0,0 0 0 0 0,0 0 0 0 0,0 0 0 0 0,1 0 0 0 0,-1 0 0 0 0,1 1 0 0 0,-1 1 0 0 0,12 11-80 0 0,-7-10 86 0 0,2-4-50 0 0,17 1 50 0 0,-17-1-1 0 0,-1 1-11 0 0,16 1 21 0 0,-1 0-1 0 0,1 1 1 0 0,-1 2-1 0 0,23 7 1 0 0,-37-10 9 0 0,1 1 1 0 0,-1 0-1 0 0,0 0 1 0 0,0 0-1 0 0,0 1 1 0 0,-1-1-1 0 0,1 1 1 0 0,-1 1-1 0 0,0-1 1 0 0,0 1-1 0 0,0 0 1 0 0,-1 0-1 0 0,0 1 1 0 0,0-1-1 0 0,0 1 1 0 0,6 11-1 0 0,-9-13 7 0 0,1 1-5 0 0,2 17 6 0 0,-3-17 0 0 0,0 0-9 0 0,-6 43 244 0 0,4-43-281 0 0,-2-1 14 0 0,0 1-1 0 0,-1 0 1 0 0,0 0-1 0 0,0 0 1 0 0,0 0 0 0 0,-1-1-1 0 0,0 0 1 0 0,0 0-1 0 0,0 0 1 0 0,0-1-1 0 0,-9 5 1 0 0,-38 10-53 0 0,33-14-9 0 0,-4-2-57 0 0,19-2 86 0 0,2 0 32 0 0,-7 0-179 0 0,1 0 0 0 0,0 0 0 0 0,-1-1 0 0 0,1 0 0 0 0,-1-1 0 0 0,1 1 0 0 0,0-2-1 0 0,0 1 1 0 0,-15-8 0 0 0,17 6-59 0 0,0 0 1 0 0,1 0-1 0 0,0-1 0 0 0,0 0 1 0 0,0 0-1 0 0,0 0 0 0 0,1 0 1 0 0,-7-11-1 0 0,10 12 1 0 0,-1 0 1 0 0,0 0 0 0 0,1 0-1 0 0,0 0 1 0 0,0-1 0 0 0,0 1-1 0 0,0 0 1 0 0,1 0-1 0 0,0-1 1 0 0,0 1 0 0 0,0 0-1 0 0,0-1 1 0 0,1 1-1 0 0,-1 0 1 0 0,1-1 0 0 0,0 1-1 0 0,3-7 1 0 0,24-45-3553 0 0,-25 50 854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10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63 3276 0 0,'0'0'3782'0'0,"4"-1"-3171"0"0,1-1-349 0 0,3-1-132 0 0,1 2 3023 0 0,4-21-2463 0 0,19-2-512 0 0,-28 23-160 0 0,0 0-3 0 0,45-6 58 0 0,-43 7-83 0 0,-1 2 9 0 0,-1-1 17 0 0,0 1 0 0 0,0 0 0 0 0,0 1-1 0 0,0-1 1 0 0,0 1 0 0 0,0 0 0 0 0,-1 0 0 0 0,0 0 0 0 0,1 0 0 0 0,-1 0-1 0 0,0 1 1 0 0,-1 0 0 0 0,1-1 0 0 0,-1 1 0 0 0,1 0 0 0 0,2 9-1 0 0,-2-4 56 0 0,-1 0-1 0 0,-1 0 0 0 0,0 1 0 0 0,0-1 0 0 0,-1 1 0 0 0,0-1 0 0 0,-1 1 0 0 0,0-1 0 0 0,0 1 0 0 0,-1-1 0 0 0,0 0 0 0 0,-1 1 0 0 0,-3 8 0 0 0,-7 12 521 0 0,0-1 1 0 0,-33 50-1 0 0,38-66-389 0 0,6-10 11 0 0,0 1-17 0 0,2-4-173 0 0,-1 0 0 0 0,1 1 0 0 0,-1-1-1 0 0,1 1 1 0 0,0-1 0 0 0,-1 1 0 0 0,1-1 0 0 0,0 1 0 0 0,0 0 0 0 0,-1-1-1 0 0,1 1 1 0 0,0-1 0 0 0,0 1 0 0 0,0-1 0 0 0,0 1 0 0 0,-1 0-1 0 0,1-1 1 0 0,0 1 0 0 0,0-1 0 0 0,0 1 0 0 0,0 0 0 0 0,1-1-1 0 0,-1 1 1 0 0,0 0 0 0 0,0-1 0 0 0,0 1 0 0 0,0-1 0 0 0,1 1 0 0 0,-1-1-1 0 0,0 1 1 0 0,0-1 0 0 0,1 1 0 0 0,-1-1 0 0 0,1 1 0 0 0,-1-1-1 0 0,0 1 1 0 0,1-1 0 0 0,-1 1 0 0 0,1-1 0 0 0,-1 1 0 0 0,1-1-1 0 0,-1 0 1 0 0,1 0 0 0 0,-1 1 0 0 0,1-1 0 0 0,-1 0 0 0 0,1 0-1 0 0,0 1 1 0 0,-1-1 0 0 0,1 0 0 0 0,-1 0 0 0 0,1 0 0 0 0,0 0 0 0 0,-1 0-1 0 0,1 0 1 0 0,-1 0 0 0 0,1 0 0 0 0,1 0 0 0 0,41-6-103 0 0,381-109-5272 0 0,-318 71-926 0 0,-77 31 868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12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229 144 3088 0 0,'4'-5'516'0'0,"0"-1"0"0"0,0 0 0 0 0,0 0 0 0 0,-1 0-1 0 0,0 0 1 0 0,0-1 0 0 0,0 1 0 0 0,-1-1 0 0 0,0 0-1 0 0,-1 0 1 0 0,1 1 0 0 0,-1-1 0 0 0,-1 0 0 0 0,1 0-1 0 0,-1 0 1 0 0,-1-13 0 0 0,0 16-378 0 0,0 3-124 0 0,1 0-1 0 0,-1 0 1 0 0,1 0-1 0 0,-1 0 1 0 0,0 1-1 0 0,1-1 1 0 0,-1 0-1 0 0,0 0 1 0 0,0 1 0 0 0,1-1-1 0 0,-1 1 1 0 0,0-1-1 0 0,0 1 1 0 0,0-1-1 0 0,0 1 1 0 0,0-1-1 0 0,0 1 1 0 0,0 0 0 0 0,0-1-1 0 0,0 1 1 0 0,0 0-1 0 0,0 0 1 0 0,-1 0-1 0 0,-23-4 303 0 0,11 5-198 0 0,-1 0 1 0 0,0 1 0 0 0,1 0-1 0 0,0 1 1 0 0,-1 1-1 0 0,1 0 1 0 0,0 1 0 0 0,-20 11-1 0 0,30-15-113 0 0,0 1-1 0 0,0-1 0 0 0,0 1 0 0 0,1 0 1 0 0,-1 0-1 0 0,0 1 0 0 0,1-1 0 0 0,0 1 1 0 0,-1 0-1 0 0,1 0 0 0 0,0 0 0 0 0,1 0 1 0 0,-1 0-1 0 0,0 1 0 0 0,1-1 0 0 0,0 1 1 0 0,0 0-1 0 0,0-1 0 0 0,0 1 0 0 0,1 0 1 0 0,-1 0-1 0 0,1 0 0 0 0,0 0 0 0 0,0 1 1 0 0,0-1-1 0 0,1 0 0 0 0,0 0 0 0 0,0 1 1 0 0,0-1-1 0 0,0 5 0 0 0,2 0 6 0 0,0-4-10 0 0,-1-1 0 0 0,1 1 0 0 0,0 0 1 0 0,0-1-1 0 0,1 0 0 0 0,-1 1 0 0 0,1-1 1 0 0,0 0-1 0 0,0 0 0 0 0,0-1 0 0 0,1 1 0 0 0,-1 0 1 0 0,7 3-1 0 0,-4-2 2 0 0,18 16-68 0 0,47 32 0 0 0,-40-31 89 0 0,27 18 63 0 0,-34-21-82 0 0,20 17-24 0 0,-41-33 2 0 0,-2-1 16 0 0,0-1 0 0 0,-1 1 0 0 0,1-1 0 0 0,0 1 0 0 0,0-1 0 0 0,0 1 0 0 0,0-1 0 0 0,0 0 0 0 0,0 0 0 0 0,0 1 0 0 0,1-1 0 0 0,0 1 0 0 0,-1-2 0 0 0,2 4-3 0 0,0 7 46 0 0,-2-11-38 0 0,-1 0 0 0 0,0 1 1 0 0,1-1-1 0 0,-1 0 0 0 0,0 1 1 0 0,1-1-1 0 0,-1 1 0 0 0,0-1 1 0 0,0 1-1 0 0,1-1 0 0 0,-1 1 1 0 0,0-1-1 0 0,0 1 0 0 0,0-1 1 0 0,0 1-1 0 0,0-1 0 0 0,0 1 1 0 0,0-1-1 0 0,0 1 0 0 0,0-1 1 0 0,0 1-1 0 0,0-1 0 0 0,0 1 1 0 0,0-1-1 0 0,0 1 0 0 0,0-1 1 0 0,0 1-1 0 0,-1-1 0 0 0,1 1 1 0 0,0-1-1 0 0,0 0 0 0 0,-1 1 1 0 0,-1 2 3 0 0,0 0 0 0 0,0 0 0 0 0,0-1 0 0 0,0 1 0 0 0,-1-1 0 0 0,1 0 0 0 0,-1 0 0 0 0,1 0 0 0 0,-4 2 0 0 0,2-2-1 0 0,-1 0-6 0 0,-14 3 5 0 0,14-4 10 0 0,-1 0 24 0 0,-16 0 80 0 0,17-1-101 0 0,-1-1-39 0 0,-18-1-1 0 0,19 2 2 0 0,-1-2 19 0 0,-31-10-29 0 0,32 9 19 0 0,-3-4-25 0 0,5 4 4 0 0,0 0 0 0 0,-1 0-1 0 0,1 0 1 0 0,0-1 0 0 0,0 1 0 0 0,1-1 0 0 0,-1 0-1 0 0,1 0 1 0 0,0 0 0 0 0,0 0 0 0 0,0 0 0 0 0,1 0 0 0 0,-1 0-1 0 0,1-1 1 0 0,0 1 0 0 0,0 0 0 0 0,0-8 0 0 0,1 7-49 0 0,1-1-1 0 0,-1 0 1 0 0,1 1 0 0 0,0-1 0 0 0,1 1 0 0 0,-1-1-1 0 0,1 1 1 0 0,0 0 0 0 0,1-1 0 0 0,-1 1 0 0 0,1 0 0 0 0,0 0-1 0 0,0 1 1 0 0,1-1 0 0 0,6-6 0 0 0,11-11-584 0 0,2 1 0 0 0,0 0 0 0 0,1 2 0 0 0,54-31 0 0 0,-23 19-246 0 0,88-34 1 0 0,-139 63 881 0 0,1 0 28 0 0,41-15 153 0 0,-41 15 555 0 0,0 2-526 0 0,19-2 744 0 0,-23 7-812 0 0,0 16-45 0 0,-1-16 76 0 0,-2 1 38 0 0,-43 123 1106 0 0,42-117-1204 0 0,-1 0 0 0 0,2 0 0 0 0,-2 14 0 0 0,3-21-31 0 0,1 1-16 0 0,1 19-4 0 0,0-19-6 0 0,0-4-23 0 0,0 0-1 0 0,0-1 1 0 0,0 1 0 0 0,0 0 0 0 0,0 0 0 0 0,-1-1-1 0 0,1 1 1 0 0,-1 0 0 0 0,1 0 0 0 0,-1 3 0 0 0,2 0 20 0 0,-1-5-22 0 0,-1 0-1 0 0,1 0 1 0 0,-1 0-1 0 0,1 0 1 0 0,-1 1-1 0 0,1-1 1 0 0,-1 0-1 0 0,1 0 1 0 0,-1 0-1 0 0,1 1 1 0 0,-1-1-1 0 0,1 0 1 0 0,-1 0-1 0 0,0 1 1 0 0,1-1-1 0 0,-1 0 1 0 0,0 1-1 0 0,1-1 1 0 0,-1 0-1 0 0,0 1 1 0 0,1-1-1 0 0,-1 1 1 0 0,0-1-1 0 0,1 1 1 0 0,13 12 57 0 0,1-5-56 0 0,-11-6 17 0 0,2-2 74 0 0,-2 0-62 0 0,1 0 0 0 0,0 0 0 0 0,0 0 0 0 0,0-1 0 0 0,-1 1 0 0 0,1-1 0 0 0,0 0 0 0 0,-1-1 0 0 0,1 1 0 0 0,-1-1 0 0 0,1 0 0 0 0,-1 0 0 0 0,0 0 0 0 0,1-1 0 0 0,-1 1 0 0 0,-1-1 0 0 0,1 0 0 0 0,0 0 0 0 0,-1-1-1 0 0,1 1 1 0 0,-1-1 0 0 0,0 1 0 0 0,0-1 0 0 0,0 0 0 0 0,-1 0 0 0 0,0 0 0 0 0,4-9 0 0 0,15-44 33 0 0,-16 38-209 0 0,-2 0 3 0 0,-2 3-81 0 0,-4-47-793 0 0,2 59 793 0 0,0-1 0 0 0,-1 0-1 0 0,1 0 1 0 0,-1 0-1 0 0,0 1 1 0 0,0-1 0 0 0,0 1-1 0 0,-1 0 1 0 0,1 0 0 0 0,-7-7-1 0 0,7 7 22 0 0,1 2 85 0 0,0 1 1 0 0,0 0-1 0 0,0-1 1 0 0,0 1-1 0 0,-1 0 1 0 0,1-1-1 0 0,0 1 1 0 0,0 0-1 0 0,-1 0 0 0 0,1 0 1 0 0,-1 0-1 0 0,1 0 1 0 0,-1 0-1 0 0,1 1 1 0 0,-1-1-1 0 0,-2 0 1 0 0,-1-1-312 0 0,-6-3-1750 0 0,-20-5-1520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19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0 3632 0 0,'0'0'6662'0'0,"0"5"-6360"0"0,0 13-75 0 0,-1-1 0 0 0,-1 0 0 0 0,0 1-1 0 0,-2-1 1 0 0,0 0 0 0 0,-11 29 0 0 0,11-32-182 0 0,-69 175 400 0 0,70-181-422 0 0,-3 6 11 0 0,-15 32 15 0 0,19-43-14 0 0,6 0-27 0 0,-1-2-7 0 0,0 1 0 0 0,0 0-1 0 0,1-1 1 0 0,-1 1 0 0 0,1-1 0 0 0,-1 0-1 0 0,1 0 1 0 0,0-1 0 0 0,-1 1 0 0 0,1-1-1 0 0,0 1 1 0 0,-1-1 0 0 0,1-1 0 0 0,0 1-1 0 0,-1 0 1 0 0,1-1 0 0 0,4-1 0 0 0,211-35-222 0 0,-173 28 211 0 0,-37 6 8 0 0,1 1 3 0 0,-1-1 0 0 0,0 0 0 0 0,0 0 0 0 0,0-1 0 0 0,-1 0 0 0 0,1-1 0 0 0,-1 0 0 0 0,0 0 0 0 0,0 0 0 0 0,8-9 0 0 0,-12 11 55 0 0,-3-2-42 0 0,6-12-5 0 0,-5 13 5 0 0,-2-2 1 0 0,-1-16 23 0 0,0 17 8 0 0,0 1 5 0 0,-4-14-13 0 0,4 14-3 0 0,0 0 27 0 0,-5-13 20 0 0,5 13 103 0 0,-1 0-119 0 0,2 4-60 0 0,0-1 1 0 0,-1-1-1 0 0,1 1 1 0 0,-1-1 0 0 0,1 1-1 0 0,-1-1 1 0 0,1 1 0 0 0,-1-1-1 0 0,0 1 1 0 0,1 0 0 0 0,-1 0-1 0 0,-2-3 105 0 0,1 5-104 0 0,0-1 1 0 0,0 0-1 0 0,0 1 1 0 0,0-1-1 0 0,1 1 0 0 0,-1 0 1 0 0,0 0-1 0 0,0-1 1 0 0,-3 3-1 0 0,5-2-6 0 0,0-1-1 0 0,-1 0 1 0 0,1 0 0 0 0,0 0 0 0 0,-1 0-1 0 0,1 0 1 0 0,0 0 0 0 0,0 0 0 0 0,-1 1-1 0 0,1-1 1 0 0,0 0 0 0 0,0 0 0 0 0,-1 0-1 0 0,1 1 1 0 0,0-1 0 0 0,0 0 0 0 0,0 0 0 0 0,-1 1-1 0 0,1-1 1 0 0,0 0 0 0 0,0 0 0 0 0,0 1-1 0 0,0-1 1 0 0,0 0 0 0 0,-1 1 0 0 0,1-1-1 0 0,0 0 1 0 0,0 1 0 0 0,0-1 0 0 0,-26 96-94 0 0,-25 183 0 0 0,28-134-870 0 0,20-127 505 0 0,0 2 204 0 0,2-1-226 0 0,0 4-18 0 0,1-18-136 0 0,0 2-196 0 0,1 19-229 0 0,0-19-163 0 0,11 14-5767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21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123 104 3608 0 0,'0'0'1324'0'0,"1"-4"-193"0"0,5-14-195 0 0,-5 14 1802 0 0,-1-1-2237 0 0,0 1-301 0 0,0 0-1 0 0,0 0 1 0 0,-1 0-1 0 0,0 1 1 0 0,0-1 0 0 0,0 0-1 0 0,0 1 1 0 0,0-1-1 0 0,-3-3 1 0 0,2 4 240 0 0,-2 5-296 0 0,-3 1-25 0 0,1 1 1 0 0,0 0 0 0 0,0 0-1 0 0,0 1 1 0 0,1-1 0 0 0,-1 1-1 0 0,1 1 1 0 0,0-1 0 0 0,1 1-1 0 0,-6 8 1 0 0,2-2-6 0 0,2 1 0 0 0,0 0 0 0 0,0 0 0 0 0,1 0-1 0 0,1 1 1 0 0,0-1 0 0 0,1 1 0 0 0,1 0 0 0 0,0 0 0 0 0,0 20 0 0 0,2-22-88 0 0,1-1 0 0 0,0 1 0 0 0,1-1 0 0 0,1 1-1 0 0,0-1 1 0 0,0 0 0 0 0,1 0 0 0 0,1 0 0 0 0,-1-1 0 0 0,11 16 0 0 0,-13-23-32 0 0,1 0 0 0 0,-1 0-1 0 0,1 0 1 0 0,0 0 0 0 0,0-1 0 0 0,0 1-1 0 0,0-1 1 0 0,6 4 0 0 0,-3-3 0 0 0,-2 0-3 0 0,1-1 18 0 0,17 5-17 0 0,-16-5 11 0 0,0-2 3 0 0,3 0 10 0 0,-1 0 0 0 0,0 0 0 0 0,1-1 0 0 0,-1 0-1 0 0,0-1 1 0 0,0 0 0 0 0,0 0 0 0 0,0-1 0 0 0,9-4 0 0 0,31-27 147 0 0,-40 27-145 0 0,-1-1-1 0 0,0 0 0 0 0,0 0 1 0 0,-1 0-1 0 0,0-1 0 0 0,0 0 0 0 0,-1 0 1 0 0,0-1-1 0 0,-1 1 0 0 0,0-1 1 0 0,-1 0-1 0 0,0 0 0 0 0,0 0 0 0 0,2-20 1 0 0,-4 23-21 0 0,1-2-34 0 0,-1-1 0 0 0,0 1-1 0 0,-1-1 1 0 0,0 0 0 0 0,0 1-1 0 0,-3-11 1 0 0,2 12-3 0 0,0-6-178 0 0,-2-6 55 0 0,-4 2-205 0 0,5 12 191 0 0,0-2-39 0 0,-1 1 1 0 0,0-1-1 0 0,0 1 0 0 0,-5-9 1 0 0,6 13-25 0 0,0 1 1 0 0,1-1-1 0 0,-1 1 1 0 0,0 0-1 0 0,0-1 0 0 0,0 1 1 0 0,0 0-1 0 0,0 1 1 0 0,-1-1-1 0 0,1 0 1 0 0,-1 1-1 0 0,1-1 1 0 0,-1 1-1 0 0,0 0 1 0 0,1-1-1 0 0,-1 1 1 0 0,0 1-1 0 0,0-1 1 0 0,-3 0-1 0 0,0-1-300 0 0,-4 0-64 0 0,-7 4-2628 0 0,-15 2-1446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25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263 136 2760 0 0,'3'-7'745'0'0,"0"0"0"0"0,0 0-1 0 0,-1 0 1 0 0,0 0 0 0 0,0-1 0 0 0,0 1-1 0 0,-1-1 1 0 0,0-10 0 0 0,-1 13 184 0 0,-2 0-543 0 0,-5-14-29 0 0,5 15-34 0 0,2 4-310 0 0,0 0 1 0 0,-1 0-1 0 0,1 0 0 0 0,0 0 1 0 0,-1-1-1 0 0,1 1 1 0 0,-1 0-1 0 0,1 0 1 0 0,0 0-1 0 0,-1 0 0 0 0,1 0 1 0 0,0-1-1 0 0,0 1 1 0 0,-1 0-1 0 0,1 0 1 0 0,0 0-1 0 0,-1-1 0 0 0,1 1 1 0 0,0 0-1 0 0,0-1 1 0 0,-1 1-1 0 0,1 0 0 0 0,0 0 1 0 0,0-1-1 0 0,0 1 1 0 0,0 0-1 0 0,-1-1 1 0 0,1 1-1 0 0,0-1 0 0 0,0 0 15 0 0,-1 0 0 0 0,1 0 0 0 0,-1 1 0 0 0,1-1 0 0 0,-1 0 0 0 0,1 0 0 0 0,-1 0 0 0 0,0 1-1 0 0,1-1 1 0 0,-1 0 0 0 0,0 1 0 0 0,0-1 0 0 0,1 1 0 0 0,-1-1 0 0 0,0 1 0 0 0,0-1 0 0 0,-1 0-1 0 0,-5-1 23 0 0,-1 1 0 0 0,1-1 0 0 0,0 1 0 0 0,0 1 0 0 0,-1-1 0 0 0,1 1 0 0 0,0 1 0 0 0,-1-1 0 0 0,1 1 0 0 0,0 0 0 0 0,-1 1 0 0 0,1 0-1 0 0,0 0 1 0 0,0 0 0 0 0,1 1 0 0 0,-1 0 0 0 0,0 1 0 0 0,1-1 0 0 0,0 1 0 0 0,0 1 0 0 0,0-1 0 0 0,0 1 0 0 0,-5 5 0 0 0,-14 14-21 0 0,9-6 0 0 0,1 7-9 0 0,6-4-6 0 0,7-16 1 0 0,0 0-24 0 0,-9 31 19 0 0,11-29-15 0 0,1-1 1 0 0,-1-2-5 0 0,1 2-40 0 0,0 0 29 0 0,1-1 0 0 0,-1 1 0 0 0,2 0 0 0 0,-1 0 0 0 0,5 7 1 0 0,-5-10-21 0 0,2-1-58 0 0,11 4 35 0 0,-11-4-2 0 0,1-3-74 0 0,19-1 116 0 0,-18 2 8 0 0,2-6-15 0 0,-1 6 24 0 0,28-23-69 0 0,-24 14 102 0 0,0 0 0 0 0,-1-1 0 0 0,0 0 1 0 0,13-18-1 0 0,-6 8 75 0 0,-15 17-41 0 0,1-1 11 0 0,9-13 3 0 0,-10 13 73 0 0,1 1-100 0 0,10-15 630 0 0,-8 20-516 0 0,12 4 6 0 0,-13-4-7 0 0,-2 4-4 0 0,5 46 130 0 0,-3-1 0 0 0,-2 97 1 0 0,-3-96-458 0 0,3 10-1142 0 0,-2-55 692 0 0,1-2-84 0 0,2 14-91 0 0,-2-14-83 0 0,2-1-1498 0 0,4 9 1373 0 0,-3-8-2260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25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93 2080 0 0,'1'-5'1250'0'0,"14"-40"2057"0"0,-14 41-2723 0 0,10-17 807 0 0,5 6-7 0 0,-12 15-1108 0 0,-1-1-214 0 0,0 0 1 0 0,0 1-1 0 0,0 0 0 0 0,0-1 0 0 0,0 1 0 0 0,0 1 1 0 0,1-1-1 0 0,-1 0 0 0 0,0 1 0 0 0,0-1 0 0 0,0 1 1 0 0,-1 0-1 0 0,1 0 0 0 0,0 0 0 0 0,0 1 0 0 0,0-1 0 0 0,-1 1 1 0 0,1-1-1 0 0,-1 1 0 0 0,1 0 0 0 0,-1 0 0 0 0,0 0 1 0 0,1 0-1 0 0,-1 0 0 0 0,2 4 0 0 0,1 2-1 0 0,-2 0 0 0 0,1 0 0 0 0,-1 1 0 0 0,0-1 0 0 0,-1 1 0 0 0,0 0 0 0 0,-1 0 0 0 0,1 0-1 0 0,-2-1 1 0 0,1 1 0 0 0,-1 0 0 0 0,-1 0 0 0 0,1 0 0 0 0,-2 0 0 0 0,1 0 0 0 0,-1 0 0 0 0,-6 16 0 0 0,-17 39 430 0 0,17-46-304 0 0,1-5-114 0 0,-3 2 101 0 0,-38 49 534 0 0,45-61-625 0 0,2-3-55 0 0,1 1-1 0 0,-1-1 1 0 0,0 1-1 0 0,1-1 1 0 0,-1 1-1 0 0,0 0 1 0 0,1-1-1 0 0,-1 1 1 0 0,1 0-1 0 0,-1-1 1 0 0,1 1-1 0 0,-1 0 1 0 0,1 0-1 0 0,0-1 1 0 0,-1 1-1 0 0,1 0 1 0 0,0 0-1 0 0,0 0 1 0 0,0-1-1 0 0,-1 1 1 0 0,1 0 0 0 0,0 0-1 0 0,0 0 1 0 0,0 1-1 0 0,16-4-233 0 0,-1-1 0 0 0,-1 0 0 0 0,1-2 0 0 0,0 0 0 0 0,-1 0 0 0 0,0-1 0 0 0,16-10 0 0 0,13-4-586 0 0,214-82-7592 0 0,-212 88 3858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42.3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71 1600 0 0,'0'0'10558'0'0,"6"-1"-10434"0"0,64-6 427 0 0,229-41 331 0 0,-274 41-1344 0 0,-21 6 229 0 0,1 0-351 0 0,15-4 218 0 0,-15 4-44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42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10 2660 0 0,'0'0'2623'0'0,"-3"-2"-1930"0"0,3 1-503 0 0,-1 1 0 0 0,1-1 0 0 0,-1 1-1 0 0,1-1 1 0 0,-1 1 0 0 0,0-1 0 0 0,1 1 0 0 0,-1 0 0 0 0,1-1 0 0 0,-1 1 0 0 0,0-1-1 0 0,1 1 1 0 0,-1 0 0 0 0,0 0 0 0 0,1 0 0 0 0,-1-1 0 0 0,0 1 0 0 0,0 0 0 0 0,1 0 0 0 0,-1 0-1 0 0,0 0 1 0 0,0 0 0 0 0,1 0 0 0 0,-1 0 0 0 0,0 0 0 0 0,1 0 0 0 0,-1 1 0 0 0,0-1-1 0 0,-1 1 1 0 0,-6 4-617 0 0,5-3 645 0 0,3 4-25 0 0,8 171 798 0 0,-1-77-866 0 0,-5-81-412 0 0,0 1 0 0 0,10 36 0 0 0,-7-36-68 0 0,4-7-1827 0 0,-9-12 1954 0 0,1-1 0 0 0,-1 0 0 0 0,1 1 0 0 0,-1-1 0 0 0,1 0 0 0 0,-1 1 0 0 0,1-1 0 0 0,-1 0 0 0 0,1 0 0 0 0,-1 1 1 0 0,1-1-1 0 0,-1 0 0 0 0,1 0 0 0 0,-1 0 0 0 0,1 0 0 0 0,-1 0 0 0 0,1 0 0 0 0,-1 0 0 0 0,1 0 0 0 0,0 0 0 0 0,-1 0 0 0 0,1 0 1 0 0,-1 0-1 0 0,1-1 0 0 0,23-7-3408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43.2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80 2620 0 0,'0'0'3989'0'0,"-1"-4"-3319"0"0,-1-13-86 0 0,1 12 1934 0 0,1 7-2474 0 0,1-1 0 0 0,-1 1 0 0 0,0-1 0 0 0,1 0 0 0 0,-1 1 0 0 0,1-1 0 0 0,-1 0 0 0 0,1 1 0 0 0,0-1 0 0 0,-1 0 0 0 0,1 0 0 0 0,1 2 0 0 0,0 0 52 0 0,0 1 182 0 0,0 2-33 0 0,46 165 1398 0 0,-47-168-1571 0 0,6 19 72 0 0,-5-18-112 0 0,0 2 88 0 0,-1-2-2 0 0,3 12 16 0 0,-2-12 393 0 0,-1 0-318 0 0,0-4-128 0 0,-1 1 4 0 0,1 1 0 0 0,0-1 1 0 0,0 0-1 0 0,0 0 1 0 0,0 1-1 0 0,-1-1 1 0 0,1 1-1 0 0,-1-1 0 0 0,1 0 1 0 0,-1 1-1 0 0,1 2 1 0 0,3-6 9 0 0,0 1-70 0 0,-1-1 1 0 0,0 0-1 0 0,0 0 0 0 0,0 0 0 0 0,0 0 1 0 0,0 0-1 0 0,-1-1 0 0 0,1 1 0 0 0,-1-1 1 0 0,0 0-1 0 0,1 0 0 0 0,-1 0 0 0 0,0 0 1 0 0,-1 0-1 0 0,3-3 0 0 0,25-46 41 0 0,36-67-615 0 0,-25 42-1944 0 0,-38 73 1799 0 0,1-1-26 0 0,7-13-480 0 0,-10 17 792 0 0,1-1 0 0 0,0 1 1 0 0,-1 0-1 0 0,1-1 0 0 0,0 1 0 0 0,0 0 1 0 0,0 0-1 0 0,0 0 0 0 0,0 0 0 0 0,0-1 0 0 0,0 2 1 0 0,0-1-1 0 0,0 0 0 0 0,1 0 0 0 0,-1 0 0 0 0,3-1 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6:43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76 2872 0 0,'0'0'2002'0'0,"1"5"-1169"0"0,2 13-132 0 0,-2-13 440 0 0,0-1-666 0 0,4 15-115 0 0,-4-14 151 0 0,0-1-178 0 0,14 35 875 0 0,-13-35-871 0 0,1-2-144 0 0,8 8-68 0 0,-8-7 186 0 0,3-4-264 0 0,0 1-40 0 0,-1-1 0 0 0,1 0 1 0 0,-1 0-1 0 0,1-1 0 0 0,-1 1 0 0 0,0-1 0 0 0,1 0 0 0 0,-1-1 0 0 0,0 1 1 0 0,-1-1-1 0 0,1 0 0 0 0,0 0 0 0 0,-1-1 0 0 0,1 1 0 0 0,-1-1 1 0 0,0 0-1 0 0,-1 0 0 0 0,7-8 0 0 0,24-51-239 0 0,-32 59 163 0 0,-1-1 12 0 0,4-17 14 0 0,-4 16 15 0 0,-2 1-101 0 0,-1-16-74 0 0,1 16 204 0 0,-3 3 25 0 0,1 1-20 0 0,0 0 0 0 0,0 0 0 0 0,0 1 1 0 0,-1-1-1 0 0,1 1 0 0 0,0-1 0 0 0,0 1 0 0 0,0 0 0 0 0,0 0 0 0 0,-1 1 1 0 0,1-1-1 0 0,0 1 0 0 0,0-1 0 0 0,0 1 0 0 0,0 0 0 0 0,0 0 0 0 0,0 0 1 0 0,0 1-1 0 0,0-1 0 0 0,0 1 0 0 0,1 0 0 0 0,-6 3 0 0 0,-2 4 111 0 0,0-1 0 0 0,0 1 0 0 0,1 0 0 0 0,0 1 0 0 0,1 0-1 0 0,0 1 1 0 0,1 0 0 0 0,0 0 0 0 0,1 0 0 0 0,0 1 0 0 0,-9 24-1 0 0,14-32 53 0 0,0 1-132 0 0,1-1 0 0 0,-1 0 0 0 0,1 1 1 0 0,0-1-1 0 0,0 1 0 0 0,1-1 0 0 0,-1 0 0 0 0,1 1 0 0 0,0-1 0 0 0,0 0 0 0 0,1 0 0 0 0,-1 1 0 0 0,1-1 1 0 0,0 0-1 0 0,0 0 0 0 0,0-1 0 0 0,0 1 0 0 0,1 0 0 0 0,4 5 0 0 0,1-3-56 0 0,0 0-1 0 0,0 0 0 0 0,1-1 1 0 0,0 0-1 0 0,0-1 1 0 0,0 0-1 0 0,0 0 0 0 0,1-1 1 0 0,-1 0-1 0 0,1 0 1 0 0,0-1-1 0 0,0-1 0 0 0,0 0 1 0 0,0 0-1 0 0,0-1 0 0 0,14-1 1 0 0,40-7-1036 0 0,-43 4 315 0 0,0-3 59 0 0,-11 3 27 0 0,35-19-4703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8:47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36 3188 0 0,'0'0'1181'0'0,"-5"1"-112"0"0,-20 0 4793 0 0,30-2-5733 0 0,34-4 244 0 0,62-2 0 0 0,20 0 193 0 0,21-7-98 0 0,-136 14-520 0 0,-1-1-1088 0 0,14-1 428 0 0,-14 1-38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8:47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1 114 3592 0 0,'0'0'7106'0'0,"4"2"-6716"0"0,-1-1-301 0 0,-1 0 1 0 0,1 0 0 0 0,-1 0 0 0 0,1 1-1 0 0,-1-1 1 0 0,0 1 0 0 0,1-1 0 0 0,-1 1 0 0 0,0 0-1 0 0,0 0 1 0 0,0 0 0 0 0,0 0 0 0 0,-1 1-1 0 0,1-1 1 0 0,0 0 0 0 0,-1 1 0 0 0,0-1-1 0 0,2 5 1 0 0,70 146 2491 0 0,-72-149-2420 0 0,1 2 11 0 0,-1 0 0 0 0,1 0-1 0 0,0-1 1 0 0,6 12 0 0 0,-3-7 64 0 0,-4-6 1172 0 0,3 2-1079 0 0,-4-6-313 0 0,0 1 1 0 0,1-1-1 0 0,-1 0 1 0 0,0 1-1 0 0,0-1 1 0 0,0 1-1 0 0,0-1 1 0 0,0 0-1 0 0,1 1 1 0 0,-1-1-1 0 0,0 0 1 0 0,0 1-1 0 0,1-1 1 0 0,-1 1-1 0 0,0-1 1 0 0,0 0-1 0 0,1 0 1 0 0,-1 1-1 0 0,0-1 1 0 0,1 0-1 0 0,-1 0 1 0 0,0 1-1 0 0,1-1 1 0 0,-1 0-1 0 0,1 0 1 0 0,-1 0-1 0 0,0 0 1 0 0,1 1-1 0 0,-1-1 1 0 0,1 0-1 0 0,-1 0 1 0 0,1 0-1 0 0,-1 0 1 0 0,0 0-1 0 0,1 0 1 0 0,0 0-1 0 0,15-22 41 0 0,0-1 0 0 0,-2 0 1 0 0,0-1-1 0 0,12-33 0 0 0,22-38-421 0 0,-28 62-31 0 0,30-53-5131 0 0,-48 82 3911 0 0,10-9-3821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8:48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19 102 3060 0 0,'1'5'1171'0'0,"2"13"-96"0"0,-2-13 1294 0 0,0-1-1670 0 0,3 15-78 0 0,-3-14 924 0 0,1-2-1148 0 0,0 1-175 0 0,0 0 1 0 0,1-1-1 0 0,0 1 0 0 0,0-1 0 0 0,0 0 1 0 0,0 0-1 0 0,5 3 0 0 0,-4-3 396 0 0,1-3-343 0 0,16 2-15 0 0,-16-1-23 0 0,0-2-13 0 0,15-2-21 0 0,-15 2-22 0 0,0-1 6 0 0,4-2-125 0 0,0 0 0 0 0,-1 0 1 0 0,1-1-1 0 0,-1 0 0 0 0,0-1 0 0 0,0 0 0 0 0,-1 0 1 0 0,0-1-1 0 0,0 1 0 0 0,0-2 0 0 0,-1 1 0 0 0,0-1 0 0 0,0 0 1 0 0,4-9-1 0 0,-8 14-20 0 0,0-2-16 0 0,6-18 2 0 0,-7 22-31 0 0,-1-1 1 0 0,1 0-1 0 0,-1 1 0 0 0,1-1 1 0 0,-1 0-1 0 0,0 1 1 0 0,0-1-1 0 0,0 0 1 0 0,0 0-1 0 0,0 1 1 0 0,0-1-1 0 0,0 0 0 0 0,-1 1 1 0 0,1-1-1 0 0,0 0 1 0 0,-1 1-1 0 0,0-1 1 0 0,1 0-1 0 0,-3-2 0 0 0,2 3 4 0 0,0-1-7 0 0,0 0 0 0 0,-1 1 0 0 0,0-1 1 0 0,1 1-1 0 0,-1-1 0 0 0,0 1 1 0 0,0 0-1 0 0,0 0 0 0 0,0-1 1 0 0,0 1-1 0 0,0 1 0 0 0,0-1 0 0 0,0 0 1 0 0,-1 0-1 0 0,1 1 0 0 0,0-1 1 0 0,0 1-1 0 0,-1 0 0 0 0,1 0 1 0 0,0 0-1 0 0,-1 0 0 0 0,1 0 0 0 0,-3 1 1 0 0,0-1-3 0 0,-1 1 1 0 0,0 0 0 0 0,0 0 0 0 0,1 0-1 0 0,-1 1 1 0 0,0-1 0 0 0,1 2 0 0 0,0-1-1 0 0,-1 0 1 0 0,-6 6 0 0 0,-2 1 37 0 0,0 0 0 0 0,1 2 0 0 0,-16 15 0 0 0,24-19-9 0 0,-1 0 0 0 0,1 1 0 0 0,0-1 0 0 0,-5 14 0 0 0,8-18-36 0 0,-2 5 18 0 0,0-1 0 0 0,0 0 0 0 0,1 1 0 0 0,0-1 0 0 0,1 1 0 0 0,0 0 1 0 0,0-1-1 0 0,-1 16 0 0 0,2-21 1 0 0,0 1 0 0 0,1-1 0 0 0,0 0 0 0 0,-1 1 0 0 0,1-1 0 0 0,0 0 0 0 0,0 1 0 0 0,1-1 0 0 0,-1 1 0 0 0,1 1 0 0 0,0 3 4 0 0,-1-6-7 0 0,0 0 0 0 0,0 0 0 0 0,0 0 0 0 0,0 1 1 0 0,1-1-1 0 0,-1 0 0 0 0,0 0 0 0 0,1 0 0 0 0,-1 0 1 0 0,0 0-1 0 0,1 0 0 0 0,-1 0 0 0 0,1 0 0 0 0,0 0 0 0 0,-1 0 1 0 0,1 0-1 0 0,0 0 0 0 0,0 0 0 0 0,-1 0 0 0 0,1-1 0 0 0,1 2 1 0 0,0 0 2 0 0,2 2 0 0 0,0 0-1 0 0,-1-1 1 0 0,1 1 0 0 0,1-1 0 0 0,-1 0 0 0 0,0 0 0 0 0,1 0-1 0 0,-1-1 1 0 0,1 0 0 0 0,9 4 0 0 0,-10-5-2 0 0,4 3-7 0 0,1-1-1 0 0,0 0 0 0 0,0-1 0 0 0,0 0 0 0 0,0 0 0 0 0,1-1 0 0 0,12 0 0 0 0,-14 0-15 0 0,16 2-135 0 0,-3-3 76 0 0,2-1-166 0 0,-14 1 145 0 0,30-4-613 0 0,-31 3 568 0 0,1 0-377 0 0,-1 0 1 0 0,1 0-1 0 0,0-1 0 0 0,-1 0 0 0 0,1 0 1 0 0,13-7-1 0 0,-17 7-67 0 0,3-2-113 0 0,2-4-3188 0 0,5-4-1740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8:53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42 3148 0 0,'0'0'1370'0'0,"-4"1"-199"0"0,-5 5 2908 0 0,14-3-1678 0 0,30-2-1056 0 0,40-7-1486 0 0,220-35 805 0 0,-291 41-861 0 0,21-5-440 0 0,-20 5 217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8:53.9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8 3100 0 0,'0'0'3434'0'0,"-2"-2"-2595"0"0,1 1-728 0 0,0 1 0 0 0,1-1 0 0 0,-1 1 0 0 0,0-1 0 0 0,0 1 0 0 0,1 0 0 0 0,-1-1 0 0 0,0 1 0 0 0,0 0 0 0 0,0-1 0 0 0,1 1 0 0 0,-1 0 0 0 0,0 0 0 0 0,0 0 0 0 0,0 0 0 0 0,0 0 0 0 0,0 0 0 0 0,1 0 0 0 0,-1 0 0 0 0,0 0 0 0 0,0 0 0 0 0,0 0 0 0 0,0 1 1 0 0,1-1-1 0 0,-1 0 0 0 0,0 1 0 0 0,0-1 0 0 0,1 0 0 0 0,-1 1 0 0 0,0-1 0 0 0,0 1 0 0 0,1-1 0 0 0,-1 1 0 0 0,1 0 0 0 0,-1-1 0 0 0,0 1 0 0 0,1 0 0 0 0,-1-1 0 0 0,1 1 0 0 0,-1 0 0 0 0,-2 3 392 0 0,1 1-16 0 0,-2 18-183 0 0,0 1-1 0 0,1 0 1 0 0,1-1 0 0 0,2 1-1 0 0,0 0 1 0 0,2 0-1 0 0,7 39 1 0 0,20 59-1855 0 0,-28-118 967 0 0,5 15-566 0 0,-3-15 905 0 0,-2 0-635 0 0,1 0-214 0 0,7 10-239 0 0,-7-10-184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8:54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76 3000 0 0,'0'0'3807'0'0,"4"-2"-2831"0"0,13-7 1402 0 0,-12 12-2110 0 0,0 0 0 0 0,0 0 0 0 0,-1 1 0 0 0,0 0 0 0 0,0 0 0 0 0,0 0 1 0 0,0 1-1 0 0,-1-1 0 0 0,1 1 0 0 0,3 8 0 0 0,26 54 1106 0 0,-25-48-1135 0 0,26 58 751 0 0,-32-73-861 0 0,0 0-4 0 0,5 12-7 0 0,-5-12 156 0 0,-1 0-97 0 0,6 15 1391 0 0,18-24-1430 0 0,-20 4-102 0 0,-5-1-34 0 0,1 0 1 0 0,-1 1-1 0 0,1-1 1 0 0,0 0-1 0 0,-1 1 0 0 0,1-1 1 0 0,0 1-1 0 0,0-1 1 0 0,0 1-1 0 0,0-1 1 0 0,0 1-1 0 0,3-3 1 0 0,-3 2 1 0 0,60-118-82 0 0,14-37-5603 0 0,-73 153 4290 0 0,7-9-1270 0 0,-6 8-878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8:54.8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0 157 2680 0 0,'0'0'2201'0'0,"2"3"-1286"0"0,-1-2-858 0 0,-1 0 120 0 0,1 1 0 0 0,0-1 1 0 0,0 0-1 0 0,0 1 0 0 0,0-1 1 0 0,0 0-1 0 0,0 0 1 0 0,0 0-1 0 0,0 0 0 0 0,0 0 1 0 0,1 0-1 0 0,-1 0 0 0 0,0 0 1 0 0,1 0-1 0 0,-1-1 0 0 0,1 1 1 0 0,-1-1-1 0 0,1 1 1 0 0,-1-1-1 0 0,1 1 0 0 0,-1-1 1 0 0,1 0-1 0 0,-1 0 0 0 0,1 0 1 0 0,-1 0-1 0 0,1 0 1 0 0,0 0-1 0 0,1 0 0 0 0,10-5 28 0 0,0 0 0 0 0,-1-1 1 0 0,0 0-1 0 0,0-1 0 0 0,0-1 0 0 0,-1 0 0 0 0,0 0 0 0 0,0-1 0 0 0,-1 0 0 0 0,-1-1 0 0 0,13-15 0 0 0,-20 22-117 0 0,-2 3-83 0 0,0-1-1 0 0,0 1 0 0 0,0-1 1 0 0,0 1-1 0 0,0-1 0 0 0,0 1 1 0 0,0-1-1 0 0,0 1 0 0 0,0-1 1 0 0,1 1-1 0 0,-1 0 0 0 0,0-1 1 0 0,0 1-1 0 0,0-1 0 0 0,1 1 1 0 0,-1-1-1 0 0,0 1 0 0 0,0 0 1 0 0,1-1-1 0 0,-1 1 0 0 0,0-1 1 0 0,1 1-1 0 0,-1 0 0 0 0,1-1 1 0 0,0 1 3 0 0,-1-1 0 0 0,1 0 0 0 0,0 1 0 0 0,-1-1 0 0 0,1 0 0 0 0,-1 1 0 0 0,1-1 0 0 0,-1 0 0 0 0,1 1 0 0 0,-1-1 0 0 0,0 0 0 0 0,1 0 0 0 0,-1 0 0 0 0,0 1 0 0 0,0-1 0 0 0,0 0 0 0 0,1 0 0 0 0,-1 0 0 0 0,0 0 0 0 0,0 0 0 0 0,0-1 0 0 0,1-16 6 0 0,-1 13-11 0 0,-5-3-20 0 0,5 7 17 0 0,-1 0 0 0 0,1 1 0 0 0,0-1 0 0 0,0 1 1 0 0,0-1-1 0 0,0 1 0 0 0,-1-1 0 0 0,1 1 0 0 0,0-1 1 0 0,0 1-1 0 0,-1-1 0 0 0,1 1 0 0 0,0 0 0 0 0,-1-1 1 0 0,1 1-1 0 0,-1-1 0 0 0,1 1 0 0 0,0 0 0 0 0,-1-1 1 0 0,1 1-1 0 0,-1 0 0 0 0,1 0 0 0 0,-1-1 0 0 0,1 1 1 0 0,-1 0-1 0 0,1 0 0 0 0,-1 0 0 0 0,1 0 0 0 0,-1-1 1 0 0,1 1-1 0 0,-1 0 0 0 0,0 0 0 0 0,1 0 0 0 0,-1 0 1 0 0,-22 0 10 0 0,18 0 16 0 0,-13 12 36 0 0,15-10-40 0 0,-1 0 1 0 0,1 0-1 0 0,0 0 0 0 0,-1 1 1 0 0,1-1-1 0 0,0 1 0 0 0,0-1 1 0 0,1 1-1 0 0,-4 5 0 0 0,-26 42 189 0 0,27-40-109 0 0,1-1 0 0 0,1 0 1 0 0,-1 1-1 0 0,-2 18 0 0 0,5-25-68 0 0,0 2 1 0 0,1 0 1 0 0,-1 0-1 0 0,1-1 0 0 0,0 1 0 0 0,0 0 1 0 0,1 0-1 0 0,0-1 0 0 0,0 1 0 0 0,0 0 1 0 0,2 5-1 0 0,-2-7-21 0 0,1 2-5 0 0,0-1 0 0 0,0 1-1 0 0,0-1 1 0 0,0 0 0 0 0,1 0 0 0 0,0 0 0 0 0,0 0 0 0 0,0 0-1 0 0,0-1 1 0 0,8 7 0 0 0,-8-8-31 0 0,2 3 41 0 0,0-1-1 0 0,0-1 0 0 0,0 1 0 0 0,0-1 0 0 0,1 0 1 0 0,-1 0-1 0 0,1 0 0 0 0,8 2 0 0 0,-8-3-18 0 0,0 0-8 0 0,0 0 1 0 0,1 0 0 0 0,0 0 0 0 0,-1-1-1 0 0,1 0 1 0 0,0 0 0 0 0,11-1 0 0 0,-11 1-25 0 0,7-1-496 0 0,1 1 0 0 0,0-2 0 0 0,0 0-1 0 0,0 0 1 0 0,-1-2 0 0 0,21-5 0 0 0,16-12-5791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8:56.6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34 3576 0 0,'0'0'2375'0'0,"-4"0"-1451"0"0,-16 4-32 0 0,15-3 1281 0 0,0-1-1559 0 0,-15 1-79 0 0,15-1 3499 0 0,11-1-3984 0 0,16-5-2 0 0,-17 5-13 0 0,2 0 7 0 0,63-6 195 0 0,-24 1-17 0 0,51-7 227 0 0,-43 9-6229 0 0,-48 4 3932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8:57.0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1 114 2664 0 0,'0'0'9873'0'0,"3"2"-9582"0"0,6 11 120 0 0,0 1 0 0 0,0-1 0 0 0,-1 1 0 0 0,-1 1 1 0 0,11 29-1 0 0,-10-23-193 0 0,-6-17-29 0 0,-2-2-163 0 0,0 0 0 0 0,1-1 0 0 0,-1 1 0 0 0,0-1 0 0 0,1 1 0 0 0,-1-1 0 0 0,1 1 0 0 0,0-1 0 0 0,-1 1 0 0 0,1-1 0 0 0,2 3 0 0 0,-1 0 30 0 0,0 1 131 0 0,0 0 10 0 0,-1 1 0 0 0,1-1 0 0 0,0 1 0 0 0,1-1 0 0 0,3 7 0 0 0,-4-9 2113 0 0,19-9-2189 0 0,-16 4-100 0 0,-2 0-4 0 0,1-1-1 0 0,-1 0 1 0 0,1 0-1 0 0,-1 0 1 0 0,0-1-1 0 0,-1 1 1 0 0,1 0-1 0 0,-1-1 1 0 0,1 0-1 0 0,-1 0 1 0 0,3-6-1 0 0,103-151-925 0 0,-46 67-4615 0 0,-60 91 4215 0 0,1 0-158 0 0,4-7 556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8:57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30 3040 0 0,'0'0'2161'0'0,"1"5"-1241"0"0,10 43 2437 0 0,-9-44-2305 0 0,-1-2-1021 0 0,-1-1-1 0 0,1 1 0 0 0,-1-1 1 0 0,1 0-1 0 0,0 1 1 0 0,0-1-1 0 0,0 0 0 0 0,0 0 1 0 0,0 0-1 0 0,0 0 0 0 0,0 0 1 0 0,2 2-1 0 0,-3-3 24 0 0,3 4 717 0 0,2-3-542 0 0,0 1-110 0 0,1-1 0 0 0,0 1-1 0 0,0-2 1 0 0,0 1 0 0 0,0-1-1 0 0,-1 1 1 0 0,1-2 0 0 0,0 1 0 0 0,0-1-1 0 0,0 1 1 0 0,0-2 0 0 0,0 1-1 0 0,-1-1 1 0 0,1 0 0 0 0,8-4 0 0 0,-10 5-17 0 0,-1-3-30 0 0,25-27 10 0 0,-26 28-36 0 0,-1-1-210 0 0,5-17-46 0 0,-7 17-202 0 0,-5-15 286 0 0,4 15 8 0 0,2 4 10 0 0,-1 0 104 0 0,1 0 0 0 0,-1 0 0 0 0,1 0 0 0 0,0 0 0 0 0,-1 0 0 0 0,1 0 0 0 0,-1 0 0 0 0,1 0 0 0 0,-1 0 0 0 0,1 0 0 0 0,-1 0 0 0 0,1 0 0 0 0,0-1 0 0 0,-1 1 0 0 0,1 0 0 0 0,-1 0 0 0 0,1 0 0 0 0,-1-1 0 0 0,1 1 0 0 0,0 0 0 0 0,-1 0 0 0 0,1-1 0 0 0,0 1 0 0 0,-1 0 0 0 0,1-1 0 0 0,-1 0-4 0 0,0 1 1 0 0,1-1-1 0 0,-1 0 0 0 0,0 1 0 0 0,1-1 1 0 0,-1 1-1 0 0,0 0 0 0 0,0-1 0 0 0,0 1 1 0 0,1-1-1 0 0,-1 1 0 0 0,0 0 0 0 0,0 0 1 0 0,0 0-1 0 0,0-1 0 0 0,0 1 0 0 0,1 0 0 0 0,-1 0 1 0 0,0 0-1 0 0,0 0 0 0 0,0 0 0 0 0,0 1 1 0 0,0-1-1 0 0,-1 0 0 0 0,-28 4-15 0 0,24-2 38 0 0,1 0 0 0 0,0 0-1 0 0,0 0 1 0 0,0 0 0 0 0,0 1 0 0 0,0 0 0 0 0,0 0 0 0 0,0 0 0 0 0,1 1 0 0 0,0-1-1 0 0,-6 7 1 0 0,-1 3 143 0 0,1 0-1 0 0,-12 19 0 0 0,17-25-89 0 0,1 2 39 0 0,0 0 0 0 0,0 1 1 0 0,1 0-1 0 0,0-1 0 0 0,0 1 1 0 0,1 0-1 0 0,1 0 0 0 0,0 1 0 0 0,0-1 1 0 0,1 10-1 0 0,1-14 28 0 0,-1-4-120 0 0,0-1-1 0 0,1 1 0 0 0,-1-1 0 0 0,1 1 0 0 0,-1-1 1 0 0,1 1-1 0 0,0-1 0 0 0,0 1 0 0 0,0-1 0 0 0,-1 0 1 0 0,1 1-1 0 0,3 1 0 0 0,-2-1 15 0 0,0 1-17 0 0,0-1 0 0 0,0 1 0 0 0,1-1 1 0 0,-1 0-1 0 0,1 0 0 0 0,-1 0 0 0 0,1-1 1 0 0,0 1-1 0 0,0 0 0 0 0,0-1 0 0 0,0 0 1 0 0,0 0-1 0 0,0 0 0 0 0,3 1 0 0 0,-4-1-20 0 0,5 1-54 0 0,-1 0 0 0 0,1-1 0 0 0,0 1 0 0 0,0-1 0 0 0,0 0 0 0 0,0-1 0 0 0,10 0 0 0 0,-11 0-12 0 0,10 1-374 0 0,-1-1 0 0 0,0-1 1 0 0,22-3-1 0 0,-27 3 283 0 0,5-1-648 0 0,42-7-496 0 0,-15-9-4143 0 0,-12 2 448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00.1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122 58 2640 0 0,'0'0'3743'0'0,"-4"-1"-3191"0"0,-15-2-37 0 0,14 2 816 0 0,0 1-938 0 0,-14-2-31 0 0,14 1 616 0 0,0 1-760 0 0,-49 1 1094 0 0,48 0 293 0 0,13-2-1524 0 0,139-11 584 0 0,-85 4-201 0 0,49-7-14 0 0,-104 15-406 0 0,1-1-25 0 0,52-6-866 0 0,-53 6 473 0 0,-2 0-2098 0 0,13-3 1681 0 0,-12 3-292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00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64 2440 0 0,'0'0'8470'0'0,"3"2"-8044"0"0,0-1-317 0 0,-1 1 1 0 0,1 0-1 0 0,0-1 1 0 0,-1 1 0 0 0,0 0-1 0 0,1 0 1 0 0,-1 1-1 0 0,0-1 1 0 0,0 0-1 0 0,0 1 1 0 0,-1-1 0 0 0,1 1-1 0 0,-1 0 1 0 0,1 0-1 0 0,-1-1 1 0 0,1 5 0 0 0,51 118 1738 0 0,-52-120-1698 0 0,8 19 53 0 0,-8-22 154 0 0,1 1-1 0 0,-1 0 1 0 0,0 0-1 0 0,0 0 1 0 0,0-1-1 0 0,0 1 1 0 0,0 0 0 0 0,0 6-1 0 0,4-11-282 0 0,14-7-17 0 0,-19 9-54 0 0,1 0-1 0 0,0-1 0 0 0,0 1 1 0 0,-1 0-1 0 0,1-1 1 0 0,0 1-1 0 0,-1-1 0 0 0,1 1 1 0 0,0-1-1 0 0,-1 0 0 0 0,1 1 1 0 0,-1-1-1 0 0,1 1 0 0 0,-1-1 1 0 0,1 0-1 0 0,-1 1 0 0 0,1-1 1 0 0,-1 0-1 0 0,0 0 0 0 0,0 1 1 0 0,1-1-1 0 0,-1 0 1 0 0,0 0-1 0 0,0-1 0 0 0,5-11 28 0 0,64-136-767 0 0,-39 91-939 0 0,-8 16-3113 0 0,-20 38 3352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01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28 146 3400 0 0,'0'0'1046'0'0,"2"4"-62"0"0,4 14-121 0 0,-5-14 535 0 0,6 19 551 0 0,-5-20-1553 0 0,-1 0-293 0 0,1-1 0 0 0,-1 0 0 0 0,1 0 0 0 0,0 0 0 0 0,0 0-1 0 0,0-1 1 0 0,0 1 0 0 0,0-1 0 0 0,0 1 0 0 0,0-1 0 0 0,1 1 0 0 0,-1-1 0 0 0,3 1-1 0 0,0 0 40 0 0,0-3 8 0 0,14 0-68 0 0,-14 1 46 0 0,1-1 13 0 0,1 0-111 0 0,1 0 0 0 0,-1 0 0 0 0,0-1 0 0 0,0 0 0 0 0,0 0 0 0 0,-1-1 1 0 0,1 0-1 0 0,0 0 0 0 0,-1-1 0 0 0,0 1 0 0 0,0-1 0 0 0,0-1 0 0 0,0 1 0 0 0,-1-1 0 0 0,0 0 0 0 0,0 0 0 0 0,0-1 0 0 0,0 1 0 0 0,-1-1 0 0 0,0 0 0 0 0,6-11 1 0 0,-6 3-52 0 0,-1 1 0 0 0,0-1 0 0 0,1-20 0 0 0,-4 28-16 0 0,-2 1-20 0 0,-4-15 31 0 0,5 15-34 0 0,-2 2 6 0 0,-9-9 15 0 0,10 9 14 0 0,-5 3-16 0 0,0 0 38 0 0,0 1 0 0 0,-1 0 0 0 0,1 0 0 0 0,0 1 0 0 0,0 0 0 0 0,0 0-1 0 0,0 0 1 0 0,1 1 0 0 0,-1 0 0 0 0,1 0 0 0 0,-1 1 0 0 0,1 0 0 0 0,-6 4 0 0 0,0 2 11 0 0,0 0 0 0 0,1 0 0 0 0,0 1 0 0 0,0 1 0 0 0,-15 22 0 0 0,20-26 35 0 0,1 0-1 0 0,-1 1 1 0 0,1 0-1 0 0,1 0 1 0 0,0 0 0 0 0,0 0-1 0 0,1 1 1 0 0,0-1-1 0 0,0 1 1 0 0,1 0-1 0 0,1 0 1 0 0,-2 14 0 0 0,3-22-33 0 0,0-1 1 0 0,0 1 0 0 0,0 0 0 0 0,0-1 0 0 0,1 1 0 0 0,-1-1 0 0 0,0 1 0 0 0,1 0 0 0 0,-1-1 0 0 0,1 1 0 0 0,-1-1 0 0 0,1 1 0 0 0,0-1 0 0 0,0 1 0 0 0,1 1 0 0 0,1 1 20 0 0,-1 1-14 0 0,0-1 1 0 0,1 1-1 0 0,0-1 1 0 0,0 0 0 0 0,0 0-1 0 0,0 0 1 0 0,1-1 0 0 0,0 1-1 0 0,-1-1 1 0 0,1 0 0 0 0,1 0-1 0 0,5 4 1 0 0,3 0 19 0 0,1 0-1 0 0,22 8 1 0 0,-14-8-408 0 0,0-2 0 0 0,0 0 1 0 0,1-1-1 0 0,0-1 0 0 0,0-1 0 0 0,0-2 1 0 0,0 0-1 0 0,-1-1 0 0 0,26-5 0 0 0,-21-1-3122 0 0,-21 4 2340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12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2652 0 0,'0'0'12481'0'0,"0"5"-12245"0"0,0 14 47 0 0,0-14 489 0 0,1 0-534 0 0,4 15-91 0 0,-4-15-28 0 0,0-1-96 0 0,4 12 98 0 0,-4-12 29 0 0,0 0 0 0 0,5 14 6 0 0,-4-14-10 0 0,-1 0-19 0 0,22 89 664 0 0,-21-88-735 0 0,-1-1-36 0 0,4 14 4 0 0,-4-14 29 0 0,0 0 2 0 0,2 14-9 0 0,-2-14-6 0 0,0 0-16 0 0,4 13 1 0 0,-4-13 12 0 0,0 1 15 0 0,11 44-143 0 0,-11-44 154 0 0,6 14 83 0 0,-5-16-162 0 0,-2 3 16 0 0,2-1 0 0 0,-1 0 0 0 0,0-1 0 0 0,1 1 0 0 0,0 0 0 0 0,4 8 0 0 0,-5-11 3 0 0,1 3-8 0 0,0-2 0 0 0,3 13 8 0 0,-3-13-33 0 0,0 1 18 0 0,5 12 29 0 0,-6-13 4 0 0,1 1 1 0 0,5 13-8 0 0,-5-13-14 0 0,5 19 57 0 0,0 0-22 0 0,-6-19-5 0 0,17 71 731 0 0,-14-52-685 0 0,-3-19 8 0 0,7 49 354 0 0,-7-49-314 0 0,-1 2-34 0 0,1 0-73 0 0,3 26 222 0 0,-2 42-1 0 0,-2-69-204 0 0,0 1-11 0 0,5 45 72 0 0,-5-46-94 0 0,1 0 18 0 0,1 15 4 0 0,-1-15 16 0 0,-1 0-23 0 0,1 18-16 0 0,-1-17 13 0 0,1-1-17 0 0,0 16-1 0 0,-1-16 33 0 0,1 1-26 0 0,1 15-1 0 0,-1-15-6 0 0,-1-2 3 0 0,11 77 243 0 0,-10-76-214 0 0,-1 0-16 0 0,10 74 67 0 0,-10-75-72 0 0,1 2 21 0 0,5 48-51 0 0,-6-48 27 0 0,1-1 1 0 0,1 18-1 0 0,-1-17-6 0 0,-1 0 3 0 0,6 60 7 0 0,1 21-12 0 0,25 183-16 0 0,-22-190 22 0 0,-1-24 12 0 0,0 14-17 0 0,15 101-21 0 0,-23-167-42 0 0,0 25 91 0 0,-1-24-22 0 0,1 1 16 0 0,3 18 0 0 0,-4-18 27 0 0,1 0 58 0 0,3 17-100 0 0,-3-17-16 0 0,-1-1 0 0 0,4 32-17 0 0,21 160 37 0 0,-14-132 18 0 0,33 171-112 0 0,-26-144 151 0 0,-17-86 19 0 0,-1 1-95 0 0,0-1-1 0 0,0 1 1 0 0,1 0-1 0 0,0-1 1 0 0,1 1 0 0 0,-1-1-1 0 0,4 8 1 0 0,-4-11 20 0 0,7 30-38 0 0,-6-28 14 0 0,-1 1 0 0 0,29 109 71 0 0,-28-111-69 0 0,-1 1 3 0 0,21 72-30 0 0,20 66 22 0 0,-23-96 85 0 0,-18-43-51 0 0,1 1 2 0 0,16 42 7 0 0,-17-43-8 0 0,1 1-20 0 0,34 96 84 0 0,-34-96-84 0 0,-1 0 5 0 0,-1-1 0 0 0,1 1 0 0 0,0-1 1 0 0,0 1-1 0 0,0-1 0 0 0,1 1 0 0 0,0-1 1 0 0,-1 0-1 0 0,4 5 0 0 0,17 42 15 0 0,-6-5-20 0 0,3-1 12 0 0,-9-22 2 0 0,30 82 34 0 0,-20-48-82 0 0,32 152 107 0 0,-40-166-130 0 0,25 118 183 0 0,-22-105-118 0 0,-2-5 0 0 0,56 238-132 0 0,17 77 131 0 0,-65-291-27 0 0,-4 13-3 0 0,-1-26 27 0 0,9 56 10 0 0,-11-51 10 0 0,10 41 82 0 0,-10-54-82 0 0,7 29-7 0 0,22 128 8 0 0,-31-157-44 0 0,-10-41 16 0 0,3 13 5 0 0,16 76-20 0 0,-20-96 26 0 0,0 0 6 0 0,34 177-8 0 0,-13-85 66 0 0,-11-56-137 0 0,-10-37 57 0 0,2 11 521 0 0,-1 0 0 0 0,2 27 1 0 0,-5-38-464 0 0,2 0-62 0 0,0 15 24 0 0,-1-16-11 0 0,1 1-27 0 0,9 46-21 0 0,-4-30 47 0 0,-5-17-2 0 0,0 1-2 0 0,10 43-12 0 0,-9-44 26 0 0,-1 1 40 0 0,3 13-49 0 0,-2-13-12 0 0,-1 0 7 0 0,12 45 100 0 0,-12-45-94 0 0,0 0-12 0 0,4 16-6 0 0,-4-16 7 0 0,1 1 4 0 0,4 16 0 0 0,-5-17 6 0 0,0 1-12 0 0,11 48-26 0 0,-11-48 25 0 0,0-1 8 0 0,11 50 14 0 0,-11-50-6 0 0,0 0-2 0 0,2 17 9 0 0,-2-16 14 0 0,0-1 40 0 0,4 17-60 0 0,-4-17-15 0 0,0 1 2 0 0,1 16 1 0 0,-1-17 3 0 0,0 1 3 0 0,1 1 4 0 0,5 42 8 0 0,-4 17 2 0 0,-2-61-4 0 0,-1 0-1 0 0,1 18-1 0 0,1 13 16 0 0,-2-30-11 0 0,0-1-10 0 0,2 13-2 0 0,-2-13-1 0 0,0 0 4 0 0,3 39-15 0 0,10 60-1 0 0,-9-81-4 0 0,-3-17 35 0 0,2 19 23 0 0,-3-19-15 0 0,1-1-17 0 0,3 16-8 0 0,-2-11 9 0 0,15 63 9 0 0,-16-68-21 0 0,0 0 51 0 0,9 46-111 0 0,-9-46 46 0 0,0-1-9 0 0,8 43-21 0 0,-9-43 59 0 0,1 1-25 0 0,1 12 9 0 0,-1-12-13 0 0,-1-1 22 0 0,3 15-5 0 0,-3-15 4 0 0,1 1 8 0 0,3 14 18 0 0,-3-15 39 0 0,-1 2-122 0 0,3 15 37 0 0,-3-15 6 0 0,1-2-3 0 0,13 71 5 0 0,-13-69 8 0 0,0 0-5 0 0,8 45-5 0 0,-9-46-1 0 0,2 1 5 0 0,13 64-13 0 0,-4-19-19 0 0,17 71 7 0 0,-22-98 42 0 0,-5-14-2 0 0,1 8-6 0 0,4 36-12 0 0,-5-49 28 0 0,-1 0-6 0 0,1 13-4 0 0,0-13 14 0 0,-1 1-18 0 0,3 52-10 0 0,-3-52 14 0 0,0 0-6 0 0,2 16 1 0 0,-2-17-8 0 0,0 0-13 0 0,3 16 17 0 0,5 37-138 0 0,-7-54 154 0 0,3 4-61 0 0,-4-7 47 0 0,0-1 1 0 0,-1 1 0 0 0,1-1-1 0 0,0 1 1 0 0,0-1-1 0 0,0 0 1 0 0,1 1 0 0 0,-1-1-1 0 0,0 1 1 0 0,0-1-1 0 0,0 1 1 0 0,0-1 0 0 0,0 1-1 0 0,0-1 1 0 0,1 0-1 0 0,-1 1 1 0 0,0-1 0 0 0,0 1-1 0 0,1-1 1 0 0,-1 0-1 0 0,0 1 1 0 0,0-1 0 0 0,1 0-1 0 0,-1 1 1 0 0,1-1-1 0 0,-1 0 1 0 0,0 0 0 0 0,1 1-1 0 0,-1-1 1 0 0,0 0-1 0 0,1 0 1 0 0,-1 0 0 0 0,1 1-1 0 0,-1-1 1 0 0,1 0-1 0 0,-1 0 1 0 0,1 0 0 0 0,-1 0-1 0 0,55-8-26 0 0,-37 6 29 0 0,-13 1-6 0 0,1 1-2 0 0,97-6 36 0 0,-18 4-85 0 0,-5 0-2 0 0,-10 2 9 0 0,-17 0 17 0 0,3 1 2 0 0,395 22-230 0 0,-121-4-47 0 0,1071-24-1673 0 0,-1074-14 1745 0 0,385-26-187 0 0,-588 35 457 0 0,-72 5-37 0 0,77-7-40 0 0,-85 9 29 0 0,8-1 11 0 0,9-2-16 0 0,-8 1-5 0 0,-1 2 35 0 0,25-3-26 0 0,-22 0-23 0 0,22-1 10 0 0,205-20-138 0 0,-213 21 182 0 0,-16 2-188 0 0,0-1 288 0 0,2-1-134 0 0,-3 1-30 0 0,173-14-234 0 0,-169 15 378 0 0,72-5-222 0 0,-30 2 125 0 0,-43 2-62 0 0,-2 0 20 0 0,181-22-138 0 0,-13 4 243 0 0,78-11-186 0 0,881-141 174 0 0,-627 89 1 0 0,-195 32-95 0 0,-144 20 25 0 0,462-58 42 0 0,-194 35 8 0 0,-329 36 30 0 0,38-5-96 0 0,549-61 237 0 0,-616 78-173 0 0,353-37-63 0 0,-430 39 51 0 0,-2 1-65 0 0,47-7 28 0 0,15-4 74 0 0,45-10-70 0 0,-146 26 13 0 0,49-8-123 0 0,-49 8 159 0 0,-1 0 9 0 0,1-1-20 0 0,15-3-14 0 0,-16 3 5 0 0,0 1 16 0 0,72-15 45 0 0,-72 15-71 0 0,0 0 8 0 0,68-13-34 0 0,-69 13 16 0 0,-2-3-477 0 0,-1 2 440 0 0,0 0-1 0 0,-1 0 1 0 0,1 0 0 0 0,0 0 0 0 0,-1 0 0 0 0,0-1 0 0 0,1 1 0 0 0,-1 0-1 0 0,0 0 1 0 0,0-1 0 0 0,0 1 0 0 0,0 0 0 0 0,-1 0 0 0 0,0-4 0 0 0,0 2-68 0 0,0 4 106 0 0,1-1-1 0 0,-1 1 0 0 0,1 0 0 0 0,0 0 1 0 0,-1-1-1 0 0,1 1 0 0 0,0 0 1 0 0,-1-1-1 0 0,1 1 0 0 0,0 0 0 0 0,0-1 1 0 0,-1 1-1 0 0,1 0 0 0 0,0-1 1 0 0,0 1-1 0 0,-1-1 0 0 0,1 1 1 0 0,0-1-1 0 0,0 1 0 0 0,0 0 0 0 0,0-1 1 0 0,0 1-1 0 0,0-1 0 0 0,0 0 0 0 0,0 1 2 0 0,0-1 0 0 0,0 1 0 0 0,-1-1-1 0 0,1 1 1 0 0,0-1 0 0 0,0 1-1 0 0,0-1 1 0 0,0 1 0 0 0,0 0-1 0 0,0-1 1 0 0,-1 1 0 0 0,1-1-1 0 0,0 1 1 0 0,0 0 0 0 0,-1-1-1 0 0,1 1 1 0 0,0-1 0 0 0,-1 1 0 0 0,1 0-1 0 0,0 0 1 0 0,-1-1 0 0 0,1 1-1 0 0,0 0 1 0 0,-2-1 0 0 0,-1-2-111 0 0,-4-6 114 0 0,5 6 13 0 0,-1-1 1 0 0,0 1-1 0 0,0 0 1 0 0,0 1-1 0 0,0-1 1 0 0,0 1-1 0 0,-4-3 0 0 0,-15-7-49 0 0,-44-17-1 0 0,8 8 24 0 0,53 20 10 0 0,0 1-21 0 0,-16 0 16 0 0,16 0-7 0 0,5 1-34 0 0,0 0 49 0 0,0-1-1 0 0,0 1 0 0 0,0 0 0 0 0,0-1 1 0 0,0 1-1 0 0,0 0 0 0 0,0-1 0 0 0,1 1 1 0 0,-1-1-1 0 0,0 1 0 0 0,0 0 0 0 0,1-1 1 0 0,-1 1-1 0 0,1-1 0 0 0,-1 1 1 0 0,0-1-1 0 0,1 1 0 0 0,-1-1 0 0 0,2 1 1 0 0,-2 0-1 0 0,1-1 0 0 0,-1 1 0 0 0,1-1 0 0 0,-1 1 0 0 0,1-1 0 0 0,-1 1 0 0 0,0-1 0 0 0,1 1 0 0 0,-1-1 0 0 0,0 1 0 0 0,1 0 0 0 0,-1-1 0 0 0,0 1 0 0 0,0-1 0 0 0,0 1 0 0 0,1 0 0 0 0,-1-1 0 0 0,0 1 0 0 0,0 0 0 0 0,0 1 0 0 0,4 0 7 0 0,60 30-37 0 0,-61-30 31 0 0,2 0-4 0 0,46 21 61 0 0,-46-21-83 0 0,-1 0-83 0 0,35 13 288 0 0,-34-14 110 0 0,-2 1-61 0 0,-1 0-177 0 0,0-1 0 0 0,0 1 1 0 0,0-1-1 0 0,0 1 1 0 0,0 0-1 0 0,0-1 0 0 0,-1 1 1 0 0,1 0-1 0 0,-1 0 1 0 0,1 1-1 0 0,-1-1 0 0 0,0 0 1 0 0,2 4-1 0 0,-2-2 133 0 0,-1 2-131 0 0,0 18-3 0 0,0-18-26 0 0,0 0-9 0 0,0 8-389 0 0,-1 1 1 0 0,-1-1-1 0 0,0 0 0 0 0,-1-1 0 0 0,0 1 1 0 0,-1 0-1 0 0,0-1 0 0 0,-1 0 0 0 0,-1 0 1 0 0,0 0-1 0 0,-10 15 0 0 0,2-11-1812 0 0,1 0-1 0 0,-2-1 1 0 0,-33 28 0 0 0,19-21-3885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14.3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64 3576 0 0,'0'0'8167'0'0,"-2"5"-7623"0"0,-33 52 1304 0 0,18-30-1439 0 0,1 1 1 0 0,1 0-1 0 0,-12 34 1 0 0,26-58-340 0 0,-5 15 73 0 0,4-14-135 0 0,1-1-2 0 0,0 1-14 0 0,-1 10 585 0 0,3-15-552 0 0,-1 0 0 0 0,1 0 0 0 0,0 1 0 0 0,-1-1 0 0 0,1 0 0 0 0,0-1 0 0 0,-1 1 0 0 0,1 0 0 0 0,0 0 0 0 0,-1 0 0 0 0,1 0 0 0 0,0 0 0 0 0,-1-1 0 0 0,1 1 0 0 0,0 0 0 0 0,-1-1 0 0 0,1 1 0 0 0,-1 0 0 0 0,1-1 0 0 0,-1 1 0 0 0,1-1 0 0 0,0 0 0 0 0,3-1-25 0 0,-4 1-1 0 0,0 1 1 0 0,0-1 0 0 0,0 0 0 0 0,0 0 0 0 0,0 0 0 0 0,0 0 0 0 0,0 1-1 0 0,0-1 1 0 0,1 0 0 0 0,-1 0 0 0 0,0 0 0 0 0,1 1 0 0 0,-1-1 0 0 0,1 0-1 0 0,-1 0 1 0 0,0 1 0 0 0,1-1 0 0 0,1-1 0 0 0,9-18 15 0 0,47-142 247 0 0,-20 64 679 0 0,-36 95-713 0 0,-2 3-225 0 0,1 0-1 0 0,-1 0 1 0 0,0 0-1 0 0,1-1 1 0 0,-1 1-1 0 0,0 0 1 0 0,1 0-1 0 0,-1 0 1 0 0,0 0-1 0 0,0-1 1 0 0,1 1-1 0 0,-1 0 1 0 0,0 0-1 0 0,1 0 1 0 0,-1-1-1 0 0,0 1 1 0 0,0 0-1 0 0,0-1 1 0 0,1 1-1 0 0,-1 0 1 0 0,0 0-1 0 0,0-1 1 0 0,0 1-1 0 0,0 0 1 0 0,0-1-1 0 0,1 1 1 0 0,-1 0-1 0 0,0-1 1 0 0,0 0 9 0 0,0 1-1 0 0,0-1 1 0 0,0 1 0 0 0,0 0-1 0 0,0-1 1 0 0,1 1 0 0 0,-1-1-1 0 0,0 1 1 0 0,0 0 0 0 0,1-1-1 0 0,-1 1 1 0 0,0 0 0 0 0,0-1-1 0 0,1 1 1 0 0,-1 0 0 0 0,0-1-1 0 0,1 1 1 0 0,-1 0 0 0 0,1-1 0 0 0,-1 1-1 0 0,0 0 1 0 0,1 0 0 0 0,-1 0-1 0 0,1-1 1 0 0,-1 1 0 0 0,0 0-1 0 0,1 0 1 0 0,-1 0 0 0 0,1 0-1 0 0,-1 0 1 0 0,1 0 0 0 0,-1 0-1 0 0,1 0 1 0 0,-1 0 0 0 0,0 0-1 0 0,1 0 1 0 0,0 0 0 0 0,3 1 5 0 0,-1 0 1 0 0,1 1-1 0 0,-1-1 1 0 0,1 1 0 0 0,-1-1-1 0 0,0 1 1 0 0,0 0-1 0 0,0 0 1 0 0,0 0-1 0 0,0 1 1 0 0,0-1 0 0 0,0 1-1 0 0,4 5 1 0 0,28 46-86 0 0,-27-40-115 0 0,14 32-1101 0 0,7 8-2151 0 0,-20-36 863 0 0,-1-4 492 0 0,-2-4-1087 0 0,10 16-3354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15.6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0 3984 0 0,'0'0'9037'0'0,"-3"2"-8292"0"0,1 0-626 0 0,0-1 1 0 0,0 1-1 0 0,1 0 1 0 0,-1 0-1 0 0,1 0 0 0 0,0 0 1 0 0,0 1-1 0 0,0-1 1 0 0,0 0-1 0 0,0 0 0 0 0,0 1 1 0 0,0-1-1 0 0,1 0 1 0 0,-1 1-1 0 0,1-1 0 0 0,0 1 1 0 0,-1-1-1 0 0,1 1 1 0 0,0-1-1 0 0,1 4 1 0 0,6 69 485 0 0,-2-39-378 0 0,12 100 261 0 0,2 27-2546 0 0,-18-159 1318 0 0,-1 1-91 0 0,1 1 352 0 0,1 3 150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16.2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8 168 2888 0 0,'0'0'1308'0'0,"1"-6"-190"0"0,0-20-179 0 0,-1 20-181 0 0,1 0-105 0 0,0 4-616 0 0,0-4 124 0 0,0 0 0 0 0,1 0 0 0 0,0 0 0 0 0,0 0 0 0 0,1 1-1 0 0,-1-1 1 0 0,1 1 0 0 0,0-1 0 0 0,1 1 0 0 0,-1 0 0 0 0,1 0-1 0 0,0 0 1 0 0,0 1 0 0 0,1-1 0 0 0,-1 1 0 0 0,8-5 0 0 0,-6 5-84 0 0,0 1 1 0 0,0-1-1 0 0,0 2 1 0 0,1-1-1 0 0,-1 0 1 0 0,0 1-1 0 0,1 1 1 0 0,0-1-1 0 0,-1 1 1 0 0,1 0-1 0 0,0 0 1 0 0,0 1-1 0 0,0 0 1 0 0,0 0-1 0 0,-1 0 1 0 0,1 1-1 0 0,0 0 1 0 0,10 4-1 0 0,-14-4-33 0 0,0 1-1 0 0,0-1 1 0 0,0 1-1 0 0,-1 0 0 0 0,1 0 1 0 0,0 0-1 0 0,-1 0 0 0 0,0 0 1 0 0,1 0-1 0 0,-1 1 0 0 0,0-1 1 0 0,0 1-1 0 0,-1 0 1 0 0,1 0-1 0 0,0-1 0 0 0,-1 1 1 0 0,0 0-1 0 0,1 0 0 0 0,-1 1 1 0 0,0-1-1 0 0,0 5 1 0 0,1-3 85 0 0,-3 1 16 0 0,-1 4-35 0 0,0 0 1 0 0,-1 0-1 0 0,0 0 1 0 0,0 0 0 0 0,-1-1-1 0 0,-1 0 1 0 0,1 0 0 0 0,-2 0-1 0 0,1 0 1 0 0,-1-1-1 0 0,0 0 1 0 0,-1 0 0 0 0,-9 9-1 0 0,14-15-27 0 0,-13 13 66 0 0,12-12-111 0 0,1 0-25 0 0,1-3-17 0 0,1 1-1 0 0,0-1 1 0 0,-1 0-1 0 0,1 1 1 0 0,-1-1-1 0 0,1 0 1 0 0,0 1 0 0 0,-1-1-1 0 0,1 1 1 0 0,0-1-1 0 0,0 1 1 0 0,-1-1 0 0 0,1 1-1 0 0,0-1 1 0 0,0 1-1 0 0,0-1 1 0 0,0 1-1 0 0,0-1 1 0 0,-1 1 0 0 0,1-1-1 0 0,0 1 1 0 0,0-1-1 0 0,0 1 1 0 0,0-1-1 0 0,1 1 1 0 0,-1-1 0 0 0,0 1-1 0 0,0 0 1 0 0,1 0-4 0 0,1 0 1 0 0,-1-1 0 0 0,1 1 0 0 0,-1 0-1 0 0,1-1 1 0 0,-1 1 0 0 0,1-1 0 0 0,0 1-1 0 0,-1-1 1 0 0,1 0 0 0 0,0 1-1 0 0,-1-1 1 0 0,1 0 0 0 0,2-1 0 0 0,16 3-52 0 0,-15-2 9 0 0,0 1 23 0 0,14 2-14 0 0,0 1 1 0 0,28 9-1 0 0,-26-3 207 0 0,-17-8-14 0 0,0 1 33 0 0,14 9 8 0 0,-14-9 23 0 0,-1 0-2 0 0,12 29 595 0 0,-15-29-768 0 0,1-1-1 0 0,-1 0 1 0 0,0 0-1 0 0,1 0 0 0 0,-1 0 1 0 0,0 0-1 0 0,0 0 1 0 0,0 0-1 0 0,-1 1 0 0 0,1-1 1 0 0,0 0-1 0 0,-1 0 1 0 0,0 0-1 0 0,1 0 0 0 0,-1 0 1 0 0,0 0-1 0 0,0 0 1 0 0,0 0-1 0 0,0-1 1 0 0,-2 3-1 0 0,-5 5 9 0 0,0-1 0 0 0,-1 1 0 0 0,0-2 0 0 0,0 1 0 0 0,-1-1 1 0 0,0-1-1 0 0,0 0 0 0 0,-1 0 0 0 0,0-1 0 0 0,-16 6 0 0 0,1-3-323 0 0,0-1 0 0 0,0-2-1 0 0,-46 5 1 0 0,66-9-121 0 0,0-2-102 0 0,-47-10-1434 0 0,50 10 1091 0 0,3 0 777 0 0,-1 0 0 0 0,1 1 0 0 0,0-1 0 0 0,0 0 0 0 0,0 1 0 0 0,0-1 0 0 0,0 0 0 0 0,-1 1 0 0 0,1-1 0 0 0,0 0 0 0 0,0 1 0 0 0,-1-1 0 0 0,1 1 0 0 0,-1-1 0 0 0,1 1 0 0 0,0-1 0 0 0,-1 1 0 0 0,1-1-1 0 0,-2 0 1 0 0,2 1 6 0 0,-1-1-1 0 0,1 1 1 0 0,-1-1-1 0 0,1 1 1 0 0,-1-1-1 0 0,1 1 1 0 0,0-1-1 0 0,-1 0 1 0 0,1 1-1 0 0,-1-1 0 0 0,1 0 1 0 0,0 1-1 0 0,0-1 1 0 0,0 0-1 0 0,-1 1 1 0 0,1-1-1 0 0,0 0 1 0 0,0 1-1 0 0,0-1 1 0 0,0 0-1 0 0,0 0 0 0 0,0 1 1 0 0,0-1-1 0 0,0 0 1 0 0,0 1-1 0 0,1-1 1 0 0,-1 0-1 0 0,0-1 1 0 0,23-57-5543 0 0,-7 34 1132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16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3364 0 0,'0'0'1610'0'0,"4"-2"-201"0"0,18-6 4433 0 0,-13 24-4839 0 0,-8-14-850 0 0,1 2 331 0 0,-1 1-56 0 0,25 227 1524 0 0,-25-226-2040 0 0,0 0-57 0 0,4 14 92 0 0,12 34-5648 0 0,-15-50 4406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16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11 220 3536 0 0,'-3'-4'1360'0'0,"2"2"-1202"0"0,1 1 0 0 0,-1-1 0 0 0,0 1 0 0 0,0-1 0 0 0,0 1 0 0 0,1-1 0 0 0,-1 0 0 0 0,1 1-1 0 0,-1-1 1 0 0,1 0 0 0 0,0 0 0 0 0,0 1 0 0 0,0-1 0 0 0,0 0 0 0 0,0 0 0 0 0,0 1 0 0 0,0-1 0 0 0,0 0 0 0 0,1 1 0 0 0,-1-1 0 0 0,1 0 0 0 0,-1 1 0 0 0,1-1 0 0 0,0 0 0 0 0,-1 1 0 0 0,1-1 0 0 0,0 1 0 0 0,2-3 0 0 0,6-4 37 0 0,1 1-1 0 0,0 0 1 0 0,0 1 0 0 0,0 0-1 0 0,1 1 1 0 0,14-6 0 0 0,77-23 134 0 0,-44 16-494 0 0,-11 4-366 0 0,12-5-1024 0 0,-15 1-3079 0 0,-18 5 390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17.8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20 3692 0 0,'-4'-2'1612'0'0,"-41"-10"2728"0"0,38 11-4119 0 0,0 1 1 0 0,0 0 0 0 0,1 0 0 0 0,-1 1-1 0 0,0-1 1 0 0,0 2 0 0 0,0-1 0 0 0,0 1-1 0 0,1 0 1 0 0,-1 0 0 0 0,1 1 0 0 0,-1-1-1 0 0,1 2 1 0 0,0-1 0 0 0,0 1-1 0 0,-7 5 1 0 0,4-3-63 0 0,1 1 0 0 0,0 0-1 0 0,0 0 1 0 0,0 1 0 0 0,1 0-1 0 0,0 0 1 0 0,-11 18 0 0 0,-8 34 190 0 0,23-50-289 0 0,2-8-57 0 0,0 0 1 0 0,1-1-1 0 0,-1 1 0 0 0,1 0 0 0 0,-1 0 1 0 0,1-1-1 0 0,0 1 0 0 0,0 0 1 0 0,0 0-1 0 0,0 0 0 0 0,0-1 0 0 0,1 4 1 0 0,0 7-14 0 0,0 0-4 0 0,1 0 1 0 0,0 0-1 0 0,1-1 1 0 0,5 17 0 0 0,-6-24-34 0 0,0 0 1 0 0,0 0 0 0 0,0 0-1 0 0,0 0 1 0 0,1 0 0 0 0,-1 0 0 0 0,1 0-1 0 0,0-1 1 0 0,0 0 0 0 0,1 1-1 0 0,-1-1 1 0 0,1-1 0 0 0,-1 1 0 0 0,1 0-1 0 0,0-1 1 0 0,5 3 0 0 0,-4-3 25 0 0,0 0 0 0 0,0-1 0 0 0,1 0 0 0 0,-1 0 1 0 0,0 0-1 0 0,0 0 0 0 0,1-1 0 0 0,-1 0 0 0 0,0 0 0 0 0,0 0 1 0 0,1-1-1 0 0,-1 0 0 0 0,0 0 0 0 0,0 0 0 0 0,0-1 0 0 0,0 0 1 0 0,0 1-1 0 0,0-2 0 0 0,0 1 0 0 0,6-5 0 0 0,1-1 145 0 0,1-1-1 0 0,-1 0 0 0 0,-1-1 0 0 0,0 0 1 0 0,-1-1-1 0 0,1 0 0 0 0,-2 0 0 0 0,9-15 1 0 0,-12 17-1 0 0,-4 8-110 0 0,-1-1 1 0 0,0 0-1 0 0,1 1 0 0 0,-1-1 1 0 0,0 0-1 0 0,0 0 0 0 0,0 0 1 0 0,-1 0-1 0 0,1 0 1 0 0,0 0-1 0 0,-1 0 0 0 0,0-1 1 0 0,1-1-1 0 0,1-7 118 0 0,0 3-57 0 0,1-6 71 0 0,-1 0 0 0 0,0-1 0 0 0,-1-17 0 0 0,-1 27-105 0 0,0-1 1 0 0,-1 0-1 0 0,0 0 1 0 0,0 1-1 0 0,-1-1 1 0 0,1 0 0 0 0,-1 1-1 0 0,-1 0 1 0 0,1-1-1 0 0,-1 1 1 0 0,0 0-1 0 0,-4-6 1 0 0,-26-20 116 0 0,29 28-143 0 0,-1 4-56 0 0,-2 0-114 0 0,1 0-1 0 0,0 1 0 0 0,0 0 1 0 0,0 0-1 0 0,1 0 0 0 0,-1 1 1 0 0,0 0-1 0 0,1 0 1 0 0,0 0-1 0 0,-1 1 0 0 0,-6 6 1 0 0,5-2-644 0 0,1 0 1 0 0,0 1-1 0 0,0 0 1 0 0,-8 18-1 0 0,13-23-535 0 0,1 0-346 0 0,-1 15-1174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18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4088 0 0,'0'0'1316'0'0,"2"-4"-213"0"0,-2 3-897 0 0,0 1 1 0 0,0-1-1 0 0,1 0 0 0 0,-1 0 0 0 0,0 1 0 0 0,0-1 0 0 0,1 0 0 0 0,-1 1 0 0 0,1-1 1 0 0,-1 1-1 0 0,0-1 0 0 0,1 0 0 0 0,-1 1 0 0 0,1-1 0 0 0,0 1 0 0 0,-1-1 1 0 0,1 1-1 0 0,-1-1 0 0 0,1 1 0 0 0,0 0 0 0 0,-1-1 0 0 0,1 1 0 0 0,0 0 1 0 0,-1 0-1 0 0,1-1 0 0 0,0 1 0 0 0,0 0 0 0 0,-1 0 0 0 0,1 0 0 0 0,1 0 0 0 0,8 2-586 0 0,-6-1 722 0 0,-2 11-85 0 0,-1 0 0 0 0,2 1 0 0 0,3 13 0 0 0,5 17 198 0 0,2 21-73 0 0,0-14 101 0 0,-8-35-249 0 0,1-1 0 0 0,0 1-1 0 0,1-1 1 0 0,14 22 0 0 0,-19-33-44 0 0,2 1 14 0 0,10 9-20 0 0,-11-10-35 0 0,2-1-14 0 0,15 4-40 0 0,-15-4-3 0 0,1-3-19 0 0,14-1-350 0 0,-2-2 0 0 0,1 0 0 0 0,0-1 0 0 0,-1-1 0 0 0,0 0 0 0 0,0-2 0 0 0,-1 0 0 0 0,0-1 0 0 0,0-1 0 0 0,21-16 0 0 0,6-8-2451 0 0,-5 5-2836 0 0,-21 15-555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0.5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61 3948 0 0,'0'0'2683'0'0,"-1"-5"-1657"0"0,-3-14-108 0 0,3 14 591 0 0,1 4-1445 0 0,0-1 1 0 0,0 1-1 0 0,-1 0 1 0 0,1-1-1 0 0,-1 1 1 0 0,1 0 0 0 0,-1 0-1 0 0,0 0 1 0 0,1 0-1 0 0,-1 0 1 0 0,0 0-1 0 0,-1-2 1 0 0,0 1 60 0 0,0-2 756 0 0,-8 0-589 0 0,10 3-272 0 0,-1 1 0 0 0,1-1 0 0 0,-1 1 0 0 0,1 0 0 0 0,-1-1 0 0 0,1 1 0 0 0,-1 0 0 0 0,0 0 0 0 0,1-1 0 0 0,-1 1 0 0 0,1 0 0 0 0,-1 0 0 0 0,0 0 0 0 0,1 0 0 0 0,-1-1 0 0 0,0 1 0 0 0,1 0 0 0 0,-1 0 0 0 0,1 0 0 0 0,-1 1 0 0 0,0-1 0 0 0,1 0 0 0 0,-1 0 0 0 0,0 0 0 0 0,1 0 0 0 0,-1 1 0 0 0,1-1 0 0 0,-2 1 0 0 0,-4 2 80 0 0,1 2 1 0 0,-1-1 0 0 0,1 1 0 0 0,0-1-1 0 0,0 1 1 0 0,0 1 0 0 0,1-1 0 0 0,-1 1-1 0 0,1-1 1 0 0,1 1 0 0 0,-1 1 0 0 0,1-1-1 0 0,0 0 1 0 0,-2 10 0 0 0,-14 53 167 0 0,17-60-230 0 0,-2 15 15 0 0,2 1 48 0 0,1-17-87 0 0,0 26 19 0 0,4 0-13 0 0,4 5-4 0 0,-5-33-22 0 0,0 1 1 0 0,0-1 0 0 0,0 1 0 0 0,1-1-1 0 0,0 0 1 0 0,0 0 0 0 0,0 0-1 0 0,1 0 1 0 0,0 0 0 0 0,0-1 0 0 0,1 0-1 0 0,-1 0 1 0 0,1 0 0 0 0,10 8-1 0 0,-12-11-44 0 0,3 0-16 0 0,15 6-28 0 0,-16-7 40 0 0,0-1 14 0 0,16 0-16 0 0,-16 0 24 0 0,1-2 27 0 0,-1 1-5 0 0,0-1 15 0 0,1 0-1 0 0,-1 0 0 0 0,0-1 0 0 0,1 1 0 0 0,-1-1 0 0 0,0 0 0 0 0,-1-1 0 0 0,8-5 0 0 0,8-11-7 0 0,0-8 1 0 0,10-36 1 0 0,-27 55-29 0 0,0 0-1 0 0,-1-1 0 0 0,0 1 0 0 0,-1 0 0 0 0,0-1 1 0 0,0-13-1 0 0,-1 16 18 0 0,1-15-99 0 0,-4-5 2 0 0,0 14-4 0 0,-8-31-206 0 0,9 37 188 0 0,-1 0 0 0 0,1 0 0 0 0,-1 0 0 0 0,-1 0 0 0 0,1 1 0 0 0,-1 0 0 0 0,0-1 0 0 0,0 1 0 0 0,-1 1 0 0 0,0-1 0 0 0,0 1 0 0 0,0 0 0 0 0,-1 0 0 0 0,1 0 0 0 0,-9-5 0 0 0,10 8-325 0 0,-3 2-39 0 0,3 0 428 0 0,0 0-110 0 0,0 0 0 0 0,1 0 0 0 0,-1 0 0 0 0,0 1 0 0 0,0-1 0 0 0,1 1 0 0 0,-1 0 0 0 0,0 0 0 0 0,1 0 0 0 0,-1 0 0 0 0,1 1 0 0 0,-1 0 0 0 0,1-1-1 0 0,0 1 1 0 0,-6 4 0 0 0,-42 45-3997 0 0,34-31 857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1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0 3780 0 0,'0'0'8148'0'0,"-2"4"-7756"0"0,1 0-314 0 0,-1 0 1 0 0,1 0-1 0 0,0 0 1 0 0,0 0-1 0 0,1 0 1 0 0,-1 0-1 0 0,1 1 1 0 0,0-1-1 0 0,0 0 1 0 0,0 0-1 0 0,0 0 1 0 0,1 1-1 0 0,0-1 1 0 0,2 8 0 0 0,1 9 118 0 0,-1 1-136 0 0,29 248-1700 0 0,-29-214-1227 0 0,-2 0 0 0 0,-11 100 1 0 0,6-124-615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2.1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5 3044 0 0,'0'0'2603'0'0,"-5"0"-1709"0"0,-14-4-149 0 0,14 3-79 0 0,-15 16 776 0 0,20-15-1422 0 0,-1 0 0 0 0,1 0-1 0 0,-1 1 1 0 0,1-1 0 0 0,0 0 0 0 0,-1 0-1 0 0,1 0 1 0 0,-1 1 0 0 0,1-1-1 0 0,-1 0 1 0 0,1 0 0 0 0,0 1 0 0 0,-1-1-1 0 0,1 0 1 0 0,0 1 0 0 0,-1-1-1 0 0,1 0 1 0 0,0 1 0 0 0,-1-1 0 0 0,1 1-1 0 0,0-1 1 0 0,0 1 0 0 0,-1-1-1 0 0,1 0 1 0 0,0 1 0 0 0,0 0 0 0 0,0 0-5 0 0,0-1 1 0 0,-1 1 0 0 0,1-1-1 0 0,0 0 1 0 0,0 1-1 0 0,0-1 1 0 0,-1 1 0 0 0,1-1-1 0 0,0 1 1 0 0,0-1 0 0 0,-1 0-1 0 0,1 1 1 0 0,0-1 0 0 0,-1 0-1 0 0,1 1 1 0 0,-1-1 0 0 0,1 0-1 0 0,0 1 1 0 0,-1-1-1 0 0,1 0 1 0 0,-1 0 0 0 0,1 0-1 0 0,-1 1 1 0 0,1-1 0 0 0,-1 0-1 0 0,0 0 1 0 0,-2 4 217 0 0,-1 4-27 0 0,0 0 0 0 0,1 0 0 0 0,0 0 0 0 0,0 0-1 0 0,0 0 1 0 0,-1 17 0 0 0,3-20-46 0 0,2-5-151 0 0,-1 0-1 0 0,1 1 0 0 0,-1-1 1 0 0,0 0-1 0 0,1 1 1 0 0,-1-1-1 0 0,0 0 1 0 0,1 1-1 0 0,-1-1 0 0 0,0 1 1 0 0,1-1-1 0 0,-1 0 1 0 0,0 1-1 0 0,0-1 1 0 0,1 1-1 0 0,-1-1 1 0 0,0 1-1 0 0,0-1 0 0 0,0 1 1 0 0,0-1-1 0 0,0 1 1 0 0,0-1-1 0 0,0 2 1 0 0,0-2-1 0 0,0 1 0 0 0,0-1 0 0 0,0 1 1 0 0,1-1-1 0 0,-1 1 0 0 0,0-1 0 0 0,0 1 0 0 0,0-1 1 0 0,0 0-1 0 0,0 1 0 0 0,1-1 0 0 0,-1 1 1 0 0,0-1-1 0 0,0 1 0 0 0,1-1 0 0 0,-1 0 1 0 0,0 1-1 0 0,1-1 0 0 0,-1 1 0 0 0,0-1 0 0 0,1 0 1 0 0,-1 0-1 0 0,1 1 0 0 0,1 0 12 0 0,0 0-1 0 0,-1 0 0 0 0,1 0 1 0 0,-1 1-1 0 0,1-1 1 0 0,-1 0-1 0 0,1 0 0 0 0,-1 1 1 0 0,0-1-1 0 0,2 4 1 0 0,0-2 82 0 0,2 0-10 0 0,12 8-16 0 0,-12-9-17 0 0,0 0-10 0 0,43 16 115 0 0,-44-16-141 0 0,2-1 25 0 0,16 4-7 0 0,-17-3-41 0 0,0-1-80 0 0,40 18 427 0 0,-41-16-222 0 0,-1-2-78 0 0,-1 1 1 0 0,0 0 0 0 0,0 0 0 0 0,-1 0-1 0 0,1 0 1 0 0,0 0 0 0 0,-1 1 0 0 0,1-1-1 0 0,-1 0 1 0 0,0 1 0 0 0,1-1 0 0 0,-1 1 0 0 0,0 3-1 0 0,1-3 273 0 0,-3-1-300 0 0,1-1-1 0 0,-1 1 1 0 0,1-1-1 0 0,0 1 1 0 0,-1-1-1 0 0,1 1 0 0 0,0-1 1 0 0,0 1-1 0 0,0 0 1 0 0,0-1-1 0 0,0 1 1 0 0,1 1-1 0 0,-1 1 24 0 0,0 1 83 0 0,-2 0 6 0 0,-1 3-130 0 0,-1-1 0 0 0,0 1-1 0 0,0-1 1 0 0,-1 0 0 0 0,0 0-1 0 0,0-1 1 0 0,0 0-1 0 0,-1 1 1 0 0,0-2 0 0 0,-1 1-1 0 0,1-1 1 0 0,-1 0 0 0 0,0 0-1 0 0,0-1 1 0 0,-9 5-1 0 0,12-8-359 0 0,-2 1-118 0 0,-58 4-2227 0 0,59-5 2121 0 0,0-1 1 0 0,0-1 0 0 0,0 1-1 0 0,0-1 1 0 0,0 0-1 0 0,1 0 1 0 0,-1 0 0 0 0,0-1-1 0 0,0 1 1 0 0,1-1 0 0 0,-1 0-1 0 0,-4-3 1 0 0,-11-6-3695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2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0 159 3716 0 0,'3'-3'1172'0'0,"4"-6"-445"0"0,2 0-1 0 0,-1 1 1 0 0,1 0-1 0 0,0 1 0 0 0,1 0 1 0 0,19-11-1 0 0,25-4-1324 0 0,0 3-1 0 0,57-11 1 0 0,-49 13-4050 0 0,-57 16 1158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2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28 2620 0 0,'3'-3'1440'0'0,"15"-9"4340"0"0,-8-1-4006 0 0,-18 14-109 0 0,-7 1-1607 0 0,12 2 88 0 0,-7 11-56 0 0,0 1-1 0 0,1-1 1 0 0,0 1-1 0 0,-11 33 1 0 0,16-39-81 0 0,1 1 1 0 0,0 0 0 0 0,1 0-1 0 0,0 0 1 0 0,1 0 0 0 0,0 0-1 0 0,1 1 1 0 0,0-1 0 0 0,3 17-1 0 0,-2-24-51 0 0,0 1 0 0 0,0-1 1 0 0,1 0-1 0 0,-1 0 0 0 0,1 0 0 0 0,0 0 0 0 0,0 0 0 0 0,1 0 0 0 0,-1 0 0 0 0,1-1 0 0 0,0 1 0 0 0,-1-1 0 0 0,8 6 1 0 0,-7-7-97 0 0,2 0-10 0 0,1 0 124 0 0,0 0 0 0 0,0-1 0 0 0,1 0 1 0 0,-1 0-1 0 0,1 0 0 0 0,-1-1 0 0 0,0 0 0 0 0,1 0 0 0 0,-1-1 0 0 0,0 1 0 0 0,1-2 0 0 0,-1 1 0 0 0,10-4 1 0 0,-9 3 48 0 0,-1-1 0 0 0,1 0 0 0 0,0 0 0 0 0,-1-1 0 0 0,0 0 0 0 0,0 0 0 0 0,0 0 0 0 0,0-1 0 0 0,-1 0 0 0 0,1 0 0 0 0,-1 0 1 0 0,-1-1-1 0 0,1 1 0 0 0,-1-1 0 0 0,5-8 0 0 0,-6 7-93 0 0,0 1 0 0 0,0-1 0 0 0,0 0 0 0 0,-1 0 0 0 0,0-1 0 0 0,0 1 1 0 0,-1 0-1 0 0,0-1 0 0 0,0 1 0 0 0,-1-1 0 0 0,0 1 0 0 0,0-1 0 0 0,-1 0 0 0 0,0 1 0 0 0,0 0 0 0 0,0-1 0 0 0,-1 1 1 0 0,-1 0-1 0 0,-3-10 0 0 0,4 12-200 0 0,0 0 1 0 0,-1-1 0 0 0,0 2-1 0 0,0-1 1 0 0,0 0 0 0 0,0 0-1 0 0,-6-5 1 0 0,8 9 195 0 0,-1-2-678 0 0,0 3 628 0 0,0-1 0 0 0,1 1 0 0 0,-1-1 0 0 0,1 1 0 0 0,-1-1 0 0 0,1 1 0 0 0,-1-1 0 0 0,1 0 0 0 0,0 0-1 0 0,-1 0 1 0 0,1 1 0 0 0,-2-3 0 0 0,0 1-167 0 0,-1-1-923 0 0,-1 3-931 0 0,-20-3-1489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3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48 2772 0 0,'-2'-4'1708'0'0,"-6"-12"-251"0"0,6 12 701 0 0,0 0-1297 0 0,-6-11-137 0 0,6 11 2286 0 0,0 13-2926 0 0,0-1 0 0 0,1 1 0 0 0,0 0 0 0 0,1 0-1 0 0,0 0 1 0 0,2 17 0 0 0,-2-15-57 0 0,-17 619-9132 0 0,15-602 8810 0 0,-1 24-3569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4.0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64 4348 0 0,'0'-5'1597'0'0,"-1"-13"-454"0"0,0-23 5498 0 0,1 42-6627 0 0,0-1 1 0 0,0 1 0 0 0,0-1 0 0 0,0 0 0 0 0,1 1 0 0 0,-1-1-1 0 0,0 1 1 0 0,0-1 0 0 0,0 0 0 0 0,0 1 0 0 0,0-1 0 0 0,0 0-1 0 0,1 1 1 0 0,-1-1 0 0 0,0 0 0 0 0,0 1 0 0 0,1-1 0 0 0,-1 0-1 0 0,0 0 1 0 0,0 1 0 0 0,1-1 0 0 0,-1 0 0 0 0,0 0-1 0 0,1 1 1 0 0,-1-1 0 0 0,0 0 0 0 0,1 0 0 0 0,0 1 0 0 0,0-1-3 0 0,-1 1 1 0 0,1-1 0 0 0,0 1 0 0 0,0-1 0 0 0,0 1 0 0 0,0 0 0 0 0,-1-1 0 0 0,1 1 0 0 0,0 0 0 0 0,0 0-1 0 0,-1 0 1 0 0,1 0 0 0 0,-1-1 0 0 0,1 1 0 0 0,-1 0 0 0 0,1 0 0 0 0,0 2 0 0 0,16 56 296 0 0,32 151-4185 0 0,-45-192 3228 0 0,6 19-5035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4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21 4172 0 0,'0'0'1370'0'0,"1"-4"-244"0"0,-1 4-1017 0 0,0-1 0 0 0,1 1-1 0 0,-1-1 1 0 0,0 1 0 0 0,0-1 0 0 0,0 1-1 0 0,1-1 1 0 0,-1 1 0 0 0,0-1 0 0 0,0 1 0 0 0,0-1-1 0 0,0 1 1 0 0,0-1 0 0 0,0 1 0 0 0,0-1 0 0 0,0 1-1 0 0,0-1 1 0 0,0 1 0 0 0,0-1 0 0 0,-1 1 0 0 0,1-1-1 0 0,0 1 1 0 0,0-1 0 0 0,0 1 0 0 0,-1-1 0 0 0,1 1-1 0 0,0-1 1 0 0,-1 1 0 0 0,1 0 0 0 0,0-1-1 0 0,-1 0 1 0 0,-16 1 2000 0 0,14 0-2605 0 0,0 1 548 0 0,1 0-1 0 0,-1 1 1 0 0,1-1-1 0 0,-1 1 1 0 0,1-1-1 0 0,0 1 0 0 0,0 0 1 0 0,0 0-1 0 0,0 0 1 0 0,0 0-1 0 0,0 0 0 0 0,0 0 1 0 0,1 1-1 0 0,-1-1 1 0 0,-2 5-1 0 0,-3 3 12 0 0,1 0 0 0 0,0 1 1 0 0,0-1-1 0 0,1 1 0 0 0,1 1 0 0 0,0-1 0 0 0,-5 22 1 0 0,8-29-39 0 0,1 2 92 0 0,7 50-714 0 0,-5-51 393 0 0,1-1 6 0 0,1 0 112 0 0,0 0 0 0 0,1 0-1 0 0,0 0 1 0 0,-1 0 0 0 0,9 3-1 0 0,-9-5 15 0 0,1-2 38 0 0,14 1 32 0 0,-14 0-21 0 0,0-3-101 0 0,1 1 183 0 0,-1 0-1 0 0,0-1 1 0 0,1 0-1 0 0,-1 0 1 0 0,0-1-1 0 0,0 0 1 0 0,0 0 0 0 0,0 0-1 0 0,-1 0 1 0 0,1 0-1 0 0,-1-1 1 0 0,4-5-1 0 0,0-2 84 0 0,-2-2-1 0 0,1 1 0 0 0,6-21 1 0 0,-12 28 5 0 0,0-1-13 0 0,0-3-54 0 0,-1-1 0 0 0,0 1-1 0 0,-1-1 1 0 0,0 1 0 0 0,0 0 0 0 0,-5-15-1 0 0,5 20-76 0 0,-17-12-1824 0 0,15 17 1464 0 0,-13 6 1 0 0,13-6-12 0 0,6 3-468 0 0,4 0 619 0 0,-1 0-1 0 0,0 0 1 0 0,1 0-1 0 0,0-1 0 0 0,0 0 1 0 0,0-1-1 0 0,0 1 1 0 0,0-1-1 0 0,1-1 1 0 0,-1 1-1 0 0,9-1 0 0 0,12 2-69 0 0,45-3-1 0 0,-59 0 454 0 0,9-3-14 0 0,0-2 215 0 0,63-18 1399 0 0,-81 21-1349 0 0,-4 2-361 0 0,1 0 1 0 0,-1-1-1 0 0,1 1 1 0 0,-1-1-1 0 0,1 1 1 0 0,-1-1-1 0 0,0 1 1 0 0,1-1-1 0 0,-1 0 1 0 0,0 0-1 0 0,0 0 1 0 0,3-1-1 0 0,-2 0 64 0 0,2 0 610 0 0,-1 0-406 0 0,6-8 156 0 0,-21 13 460 0 0,6-1-809 0 0,0 1 0 0 0,1 0 0 0 0,-1 0 0 0 0,1 1 0 0 0,-7 5 0 0 0,3 0-50 0 0,1 1 1 0 0,0 0 0 0 0,1 1-1 0 0,0 0 1 0 0,0 0-1 0 0,1 0 1 0 0,1 1-1 0 0,0 0 1 0 0,-5 17-1 0 0,9-24-14 0 0,1 1-82 0 0,0-3-32 0 0,0 1-1 0 0,0 0 1 0 0,0-1-1 0 0,0 1 1 0 0,1 0-1 0 0,0-1 1 0 0,0 1-1 0 0,0 0 1 0 0,0-1-1 0 0,0 1 1 0 0,1-1-1 0 0,-1 0 1 0 0,1 1-1 0 0,0-1 1 0 0,0 0-1 0 0,0 0 1 0 0,1 0-1 0 0,-1 0 1 0 0,1-1-1 0 0,-1 1 1 0 0,1-1-1 0 0,0 1 1 0 0,0-1-1 0 0,0 0 1 0 0,0 0-1 0 0,0 0 1 0 0,1-1-1 0 0,5 3 1 0 0,-2-2 27 0 0,0 0 0 0 0,-1-1 0 0 0,2 0 0 0 0,-1 0 0 0 0,0 0 1 0 0,0-1-1 0 0,0 0 0 0 0,0-1 0 0 0,0 1 0 0 0,0-1 0 0 0,0-1 0 0 0,0 1 0 0 0,0-1 0 0 0,0 0 1 0 0,-1-1-1 0 0,1 0 0 0 0,-1 0 0 0 0,0 0 0 0 0,0-1 0 0 0,0 0 0 0 0,0 0 0 0 0,0 0 0 0 0,6-7 0 0 0,21-38-542 0 0,-31 44 387 0 0,0 1 0 0 0,-1-1-1 0 0,0 0 1 0 0,0 1 0 0 0,0-1-1 0 0,0 0 1 0 0,-1 0 0 0 0,0 0-1 0 0,0 0 1 0 0,0 0 0 0 0,-1 0 0 0 0,1 0-1 0 0,-3-5 1 0 0,1 1-651 0 0,0 0 0 0 0,-1 1 0 0 0,-1-1 1 0 0,0 1-1 0 0,-9-16 0 0 0,-7-3-3863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5.8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25 182 3736 0 0,'0'0'1144'0'0,"-4"-1"-191"0"0,-13-4-225 0 0,13 4 376 0 0,8-1-715 0 0,33-16-111 0 0,0 2 1 0 0,1 1-1 0 0,64-15 0 0 0,-23 6-457 0 0,133-37-5085 0 0,-180 52 1580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6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 3504 0 0,'0'0'4572'0'0,"-3"2"-3957"0"0,-25 27 1172 0 0,26-26-1479 0 0,0 1-47 0 0,-8 12-56 0 0,8-11 7 0 0,1-1-9 0 0,-2 5 34 0 0,2 0 0 0 0,-1 0 0 0 0,1 0 0 0 0,1 0 0 0 0,0 17 0 0 0,1-21-107 0 0,15 13 288 0 0,-12-16-306 0 0,11 8-20 0 0,-12-8-20 0 0,2 1-9 0 0,15 5-20 0 0,-15-5-1 0 0,0-2-17 0 0,16 6-14 0 0,-15-6 9 0 0,-2 1-9 0 0,15 6 4 0 0,-15-6-15 0 0,1-1-32 0 0,11 5 44 0 0,-12-5 23 0 0,-1 1 17 0 0,31 24 331 0 0,-31-23-224 0 0,-1 1-28 0 0,5 11 15 0 0,-5-11 177 0 0,-2 2-166 0 0,0-1-116 0 0,0 0 1 0 0,0 0-1 0 0,0 0 1 0 0,-1 0-1 0 0,0 0 1 0 0,1 0-1 0 0,-2 0 1 0 0,1 0-1 0 0,-1 0 0 0 0,0-1 1 0 0,0 1-1 0 0,0 0 1 0 0,0-1-1 0 0,-6 8 1 0 0,-6 4-249 0 0,0-1 0 0 0,-30 24 0 0 0,41-36-234 0 0,1-3 357 0 0,1 1 1 0 0,0-1-1 0 0,0 1 0 0 0,-1-1 1 0 0,1 1-1 0 0,0 0 1 0 0,0 0-1 0 0,0-1 1 0 0,0 1-1 0 0,0 0 0 0 0,0 0 1 0 0,-2 2-1 0 0,2-2-73 0 0,-2 1-601 0 0,-2-1-919 0 0,-16 5-441 0 0,17-8-571 0 0,-13-4 273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7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1 232 2664 0 0,'0'0'1329'0'0,"1"-4"-209"0"0,2-13-157 0 0,-2 12-155 0 0,0 3-661 0 0,-1 0 0 0 0,1 0 1 0 0,0 0-1 0 0,0 1 0 0 0,0-1 0 0 0,0 0 0 0 0,0 0 1 0 0,1 1-1 0 0,-1-1 0 0 0,0 1 0 0 0,1-1 0 0 0,-1 1 1 0 0,1-1-1 0 0,0 1 0 0 0,-1 0 0 0 0,4-2 0 0 0,38-21 1650 0 0,173-62 1955 0 0,-95 39-2488 0 0,-116 45-1124 0 0,-1 0-11 0 0,13-4-3 0 0,-12 4 258 0 0,-1 1-286 0 0,12-5 4 0 0,-12 5 418 0 0,-5 7-466 0 0,-4 15-18 0 0,4-15 2 0 0,-1-1 1 0 0,-7 22-9 0 0,0 1 1 0 0,-9 48-1 0 0,18-71-22 0 0,0 1 2 0 0,3 47 145 0 0,-3-49-185 0 0,3 1-42 0 0,6 12 62 0 0,-7-13 43 0 0,0-3-17 0 0,0 0-1 0 0,-1 0 0 0 0,1 0 0 0 0,0 0 1 0 0,-1 0-1 0 0,1 0 0 0 0,-1 1 1 0 0,0-1-1 0 0,1 0 0 0 0,1 3 0 0 0,1-1 12 0 0,1-1-45 0 0,13 3 1 0 0,-13-3-2 0 0,0-3-3 0 0,0 1 24 0 0,1 0-1 0 0,-1 0 1 0 0,1-1-1 0 0,-1 0 1 0 0,1 0 0 0 0,-1-1-1 0 0,0 1 1 0 0,0-1 0 0 0,0 0-1 0 0,0 0 1 0 0,0-1-1 0 0,0 0 1 0 0,0 0 0 0 0,-1 0-1 0 0,1 0 1 0 0,-1-1-1 0 0,0 1 1 0 0,0-1 0 0 0,0 0-1 0 0,-1-1 1 0 0,0 1-1 0 0,1 0 1 0 0,4-10 0 0 0,6-28-243 0 0,-13 38 123 0 0,-1-3-254 0 0,0 3 315 0 0,1-1-170 0 0,-1 1 1 0 0,0 0 0 0 0,0 0 0 0 0,0 0 0 0 0,0 0 0 0 0,-1 0 0 0 0,1 0-1 0 0,-1-1 1 0 0,0 1 0 0 0,0 0 0 0 0,-1 1 0 0 0,1-1 0 0 0,-1 0-1 0 0,-3-4 1 0 0,-38-42-4826 0 0,33 41 1758 0 0,-17-7-2347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7.8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70 175 3296 0 0,'-64'9'4055'0'0,"58"-8"-750"0"0,11-4-3144 0 0,16-8-104 0 0,1 1 1 0 0,0 1-1 0 0,0 2 0 0 0,1 0 1 0 0,32-6-1 0 0,8-2-34 0 0,-19 2-314 0 0,126-35-190 0 0,-59 9-5257 0 0,-87 29 1104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8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28 4352 0 0,'0'-4'1546'0'0,"-3"-20"5584"0"0,3 30-6927 0 0,9 56 213 0 0,23 190-790 0 0,-32-250 308 0 0,0 1 0 0 0,0 0 0 0 0,1 0-1 0 0,-1 0 1 0 0,1-1 0 0 0,0 1 0 0 0,0 0 0 0 0,0-1-1 0 0,1 4 1 0 0,10 19-801 0 0,-12-23 729 0 0,18 40-1786 0 0,1-13-3196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29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49 3016 0 0,'0'0'2195'0'0,"-2"-3"-1373"0"0,1 2-711 0 0,1 0 0 0 0,-1 0 1 0 0,0 0-1 0 0,1 1 0 0 0,-1-1 1 0 0,0 0-1 0 0,0 0 1 0 0,0 1-1 0 0,0-1 0 0 0,0 1 1 0 0,1-1-1 0 0,-1 0 1 0 0,0 1-1 0 0,0 0 0 0 0,0-1 1 0 0,0 1-1 0 0,0 0 0 0 0,-1-1 1 0 0,1 1-1 0 0,0 0 1 0 0,0 0-1 0 0,0 0 0 0 0,0 0 1 0 0,0 0-1 0 0,0 0 0 0 0,0 0 1 0 0,0 0-1 0 0,0 0 1 0 0,0 1-1 0 0,0-1 0 0 0,0 0 1 0 0,0 1-1 0 0,0-1 1 0 0,-2 2-1 0 0,-2-1 151 0 0,-14 78 704 0 0,19-74-860 0 0,0 1-22 0 0,0 3-53 0 0,1-1 0 0 0,0 0 0 0 0,0 0-1 0 0,1 0 1 0 0,0 0 0 0 0,0 0 0 0 0,1-1 0 0 0,0 1 0 0 0,0-1 0 0 0,6 10-1 0 0,-7-14-10 0 0,-2-3-17 0 0,1 1 0 0 0,-1-1 1 0 0,0 1-1 0 0,0-1 0 0 0,0 1 0 0 0,0-1 1 0 0,1 0-1 0 0,-1 1 0 0 0,0-1 1 0 0,1 1-1 0 0,-1-1 0 0 0,0 1 0 0 0,0-1 1 0 0,1 0-1 0 0,-1 1 0 0 0,1-1 1 0 0,-1 0-1 0 0,0 1 0 0 0,1-1 0 0 0,-1 0 1 0 0,1 0-1 0 0,-1 1 0 0 0,1-1 1 0 0,-1 0-1 0 0,1 0 0 0 0,0 0 0 0 0,-1 0 0 0 0,1 1-1 0 0,-1-1 0 0 0,1 0 0 0 0,-1 0 0 0 0,1 0 1 0 0,-1 1-1 0 0,1-1 0 0 0,-1 0 0 0 0,1 0 0 0 0,-1 1 0 0 0,1-1 1 0 0,-1 0-1 0 0,0 1 0 0 0,1-1 0 0 0,-1 0 0 0 0,0 1 0 0 0,1-1 1 0 0,-1 1-1 0 0,0-1 0 0 0,0 1 0 0 0,1-1 0 0 0,-1 0 0 0 0,0 1 1 0 0,0-1-1 0 0,0 1 0 0 0,1 0 0 0 0,20 9 152 0 0,9-11 51 0 0,-24 0-46 0 0,-2-1 82 0 0,2-3-145 0 0,-1 0 0 0 0,1-1 0 0 0,-1 0 0 0 0,0 0-1 0 0,0-1 1 0 0,-1 1 0 0 0,5-10 0 0 0,-7 12-6 0 0,-1-2-2 0 0,2-17-20 0 0,-2 17-20 0 0,-2 1 7 0 0,-1-17-28 0 0,2 16-19 0 0,-1 6-7 0 0,1 0 1 0 0,-1-1-1 0 0,1 1 1 0 0,-1 0 0 0 0,1-1-1 0 0,0 1 1 0 0,-1-1 0 0 0,1 1-1 0 0,0-1 1 0 0,0 1-1 0 0,-1-1 1 0 0,1 1 0 0 0,0-1-1 0 0,0 0 1 0 0,0 1-1 0 0,0-1 1 0 0,-1 1 0 0 0,1-1-1 0 0,0 1 1 0 0,0-1 0 0 0,0 0-1 0 0,0 0 1 0 0,1 0-3 0 0,-1 0 0 0 0,-1 0 0 0 0,1-1 0 0 0,0 1 0 0 0,0 0 0 0 0,0 0 0 0 0,0 0 0 0 0,-1 0 0 0 0,1 0 0 0 0,-1 0 0 0 0,1-1 0 0 0,-1 1 0 0 0,1 0 1 0 0,-1 0-1 0 0,-1-1 0 0 0,-9-12 370 0 0,2 1-2379 0 0,10 12 1963 0 0,-1 1 0 0 0,0-1 1 0 0,0 1-1 0 0,1-1 0 0 0,-1 1 0 0 0,0-1 1 0 0,1 1-1 0 0,-1-1 0 0 0,1 1 1 0 0,-1-1-1 0 0,1 1 0 0 0,-1 0 1 0 0,1-1-1 0 0,-1 1 0 0 0,1 0 1 0 0,-1-1-1 0 0,1 1 0 0 0,-1 0 1 0 0,1 0-1 0 0,-1-1 0 0 0,1 1 0 0 0,0 0 1 0 0,-1 0-1 0 0,1 0 0 0 0,-1 0 1 0 0,1 0-1 0 0,1 0 0 0 0,2-1-173 0 0,3 0 61 0 0,4 0 124 0 0,10-1-74 0 0,1-2-1 0 0,-1 0 1 0 0,32-10 0 0 0,-11-2 713 0 0,-37 14-196 0 0,-5 2-393 0 0,1 0 0 0 0,-1 0 0 0 0,1 0 0 0 0,0 0 0 0 0,-1 0-1 0 0,1 0 1 0 0,-1 0 0 0 0,1-1 0 0 0,-1 1 0 0 0,1 0 0 0 0,-1 0 0 0 0,1 0 0 0 0,-1-1 0 0 0,1 1 0 0 0,-1 0 0 0 0,1 0 0 0 0,-1-1-1 0 0,1 1 1 0 0,-1 0 0 0 0,0-1 0 0 0,1 1 0 0 0,-1 0 0 0 0,1-2 0 0 0,0 2 65 0 0,-1-1 0 0 0,0 1 1 0 0,1-1-1 0 0,-1 1 0 0 0,1-1 1 0 0,-1 1-1 0 0,1 0 0 0 0,-1-1 0 0 0,1 1 1 0 0,0 0-1 0 0,-1-1 0 0 0,1 1 1 0 0,-1 0-1 0 0,1 0 0 0 0,0 0 0 0 0,-1-1 1 0 0,1 1-1 0 0,-1 0 0 0 0,2 0 1 0 0,-1 4-27 0 0,0 1-41 0 0,-1-1 1 0 0,0 1-1 0 0,0 0 1 0 0,0-1 0 0 0,0 1-1 0 0,-1-1 1 0 0,0 1 0 0 0,0-1-1 0 0,0 1 1 0 0,-1-1 0 0 0,1 0-1 0 0,-4 7 1 0 0,1-2 11 0 0,0 0 0 0 0,1 0 0 0 0,1 1 0 0 0,0-1 0 0 0,0 1 0 0 0,-1 12 0 0 0,2-14-30 0 0,1 0-1 0 0,-1 0 0 0 0,2 0 0 0 0,-1 0 1 0 0,1 0-1 0 0,0 0 0 0 0,0 0 1 0 0,1-1-1 0 0,0 1 0 0 0,1 0 1 0 0,0-1-1 0 0,0 1 0 0 0,0-1 1 0 0,9 12-1 0 0,-10-16-63 0 0,2 0-4 0 0,0 0 51 0 0,-3-2 16 0 0,0 0 0 0 0,0-1 0 0 0,0 1 0 0 0,0 0 0 0 0,0 0 0 0 0,1 0 0 0 0,-1-1 0 0 0,0 1 0 0 0,0-1 0 0 0,1 1 0 0 0,-1-1 0 0 0,1 1 0 0 0,-1-1 0 0 0,0 0 0 0 0,1 0 0 0 0,1 1 0 0 0,15 1-20 0 0,-14-2 30 0 0,0-1 1 0 0,0 1-1 0 0,-1-1 0 0 0,1 0 1 0 0,0 0-1 0 0,-1 0 0 0 0,1 0 1 0 0,-1 0-1 0 0,1-1 0 0 0,-1 0 1 0 0,6-3-1 0 0,-4 2 18 0 0,1-1 35 0 0,-1-1 1 0 0,1 0-1 0 0,-1 0 1 0 0,0 0-1 0 0,0-1 1 0 0,-1 1 0 0 0,1-1-1 0 0,-1 0 1 0 0,-1 0-1 0 0,1-1 1 0 0,-1 1-1 0 0,0-1 1 0 0,2-9-1 0 0,-3 13-51 0 0,5-28-2 0 0,-6 26-122 0 0,-1-2-130 0 0,1 4 212 0 0,-1-1-97 0 0,0 0 0 0 0,0 1 0 0 0,0-1 1 0 0,0 1-1 0 0,0-1 0 0 0,-1 0 0 0 0,1 1 1 0 0,-1-1-1 0 0,0 1 0 0 0,0 0 0 0 0,0-1 0 0 0,-1 1 1 0 0,1 0-1 0 0,-1-1 0 0 0,0 1 0 0 0,-2-4 1 0 0,-4 1-1062 0 0,0 0 0 0 0,-1 0 1 0 0,1 0-1 0 0,-13-5 0 0 0,14 8-4019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37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38 3452 0 0,'0'0'5085'0'0,"-1"-5"-4237"0"0,-3-16 4410 0 0,2 17-4994 0 0,-3-4 390 0 0,4 20-334 0 0,6 39-460 0 0,-2-14-424 0 0,12 102-2249 0 0,-2-39-2877 0 0,-12-88 4597 0 0,5 28-4448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40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126 144 2632 0 0,'2'-1'443'0'0,"1"-1"0"0"0,-1 0 0 0 0,0 0 0 0 0,1 0 0 0 0,-1 0 0 0 0,0-1 0 0 0,0 1 0 0 0,-1-1 0 0 0,1 1 0 0 0,0-1 0 0 0,-1 1 0 0 0,0-1 0 0 0,1 0 0 0 0,-1 0 0 0 0,0 0 0 0 0,0 0 0 0 0,0-4 0 0 0,2-6-640 0 0,-2 7 862 0 0,-1 2-505 0 0,0-1 0 0 0,0 1 1 0 0,-1 0-1 0 0,1-1 0 0 0,-1 1 0 0 0,0 0 0 0 0,0-1 0 0 0,0 1 0 0 0,-3-6 0 0 0,4 8-125 0 0,-2-2 310 0 0,2 4-340 0 0,-1 0 0 0 0,1 0 0 0 0,0-1 0 0 0,0 1 0 0 0,-1 0 0 0 0,1 0 0 0 0,0 0 0 0 0,0 0 0 0 0,-1 0 0 0 0,1 0 0 0 0,0-1 0 0 0,0 1 0 0 0,-1 0 0 0 0,1 0 0 0 0,0 0 0 0 0,0-1 0 0 0,-1 1 0 0 0,1 0 0 0 0,0 0 0 0 0,0 0 0 0 0,0-1 0 0 0,0 1 0 0 0,-1 0 0 0 0,1 0 0 0 0,0-1 0 0 0,0 1 0 0 0,0 0 0 0 0,0-1 0 0 0,0 1 0 0 0,0 0 0 0 0,0 0 0 0 0,0-1 0 0 0,0 1 0 0 0,0-1 0 0 0,0 1 9 0 0,0-1 0 0 0,0 0-1 0 0,0 1 1 0 0,-1-1-1 0 0,1 1 1 0 0,0-1-1 0 0,0 1 1 0 0,0-1-1 0 0,-1 0 1 0 0,1 1-1 0 0,0-1 1 0 0,-1 1-1 0 0,1-1 1 0 0,-1 1 0 0 0,1-1-1 0 0,0 1 1 0 0,-1 0-1 0 0,1-1 1 0 0,-1 1-1 0 0,1-1 1 0 0,-1 1-1 0 0,1 0 1 0 0,-1 0-1 0 0,1-1 1 0 0,-1 1-1 0 0,0 0 1 0 0,1 0 0 0 0,-1-1-1 0 0,0 1 1 0 0,-2 0 0 0 0,0 0 0 0 0,0-1 0 0 0,0 1 0 0 0,0 1 1 0 0,0-1-1 0 0,0 0 0 0 0,0 1 0 0 0,0-1 0 0 0,0 1 1 0 0,0 0-1 0 0,0 0 0 0 0,1 0 0 0 0,-1 0 0 0 0,0 1 1 0 0,1-1-1 0 0,-1 1 0 0 0,1 0 0 0 0,-1-1 0 0 0,1 1 1 0 0,0 0-1 0 0,0 1 0 0 0,-3 2 0 0 0,-4 7 12 0 0,0 1-1 0 0,1 0 1 0 0,0 1-1 0 0,1-1 0 0 0,0 2 1 0 0,-7 25-1 0 0,12-36-98 0 0,2 2 50 0 0,-2 1 24 0 0,2 40-5 0 0,1-42-4 0 0,0 0 32 0 0,4 14 51 0 0,-5-18-89 0 0,1 0 1 0 0,-1 0 0 0 0,0 0-1 0 0,1 0 1 0 0,-1 0-1 0 0,1 0 1 0 0,-1 0-1 0 0,1 0 1 0 0,0-1-1 0 0,-1 1 1 0 0,1 0-1 0 0,0 0 1 0 0,-1-1-1 0 0,1 1 1 0 0,0 0-1 0 0,0-1 1 0 0,0 1-1 0 0,0-1 1 0 0,0 1-1 0 0,0-1 1 0 0,0 1-1 0 0,-1-1 1 0 0,1 0-1 0 0,0 1 1 0 0,1-1-1 0 0,-1 0 1 0 0,0 0-1 0 0,1 0 1 0 0,18-2 2 0 0,-15 2-5 0 0,-4-2 2 0 0,-1 1 11 0 0,1 0 0 0 0,0 0 1 0 0,0 0-1 0 0,0 0 1 0 0,0 0-1 0 0,1 0 0 0 0,-1 0 1 0 0,0 0-1 0 0,0 1 1 0 0,0-1-1 0 0,3-1 0 0 0,-1 1-2 0 0,1-2-6 0 0,-2-1 2 0 0,40-54 8 0 0,-39 54 15 0 0,5-12 50 0 0,-6 14-51 0 0,0-1 130 0 0,8-18 184 0 0,5 9-148 0 0,-4 18-30 0 0,-8-3-172 0 0,0 0 46 0 0,-1 21 1 0 0,3-6-4 0 0,-2 1-1 0 0,3 33 1 0 0,-1-1-190 0 0,6 88-2168 0 0,-10-133 1757 0 0,4 20-937 0 0,2 7-5102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40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77 122 2780 0 0,'0'0'3649'0'0,"0"-5"-3223"0"0,0-15-94 0 0,0 15 1505 0 0,-5 6-1604 0 0,-16 2-50 0 0,16-2 41 0 0,2 3-4 0 0,-2 4-109 0 0,0 1 1 0 0,1 0 0 0 0,0 0 0 0 0,1 0-1 0 0,0 1 1 0 0,0-1 0 0 0,1 1 0 0 0,0 0-1 0 0,-1 11 1 0 0,3-16-41 0 0,0 1-18 0 0,0 19-5 0 0,0-18 1 0 0,1-2-4 0 0,15 43 56 0 0,-14-44-78 0 0,16 11 32 0 0,-14-14-45 0 0,15 3-7 0 0,-15-3 4 0 0,2-2-21 0 0,15-5-75 0 0,-16 5 116 0 0,-1-2 12 0 0,1-2-29 0 0,0 0 1 0 0,0 0-1 0 0,0 0 0 0 0,-1 0 0 0 0,0-1 1 0 0,0 0-1 0 0,0 0 0 0 0,0 0 0 0 0,2-9 1 0 0,-3 10-3 0 0,-1-1 0 0 0,1 1 0 0 0,-2-1 1 0 0,1 0-1 0 0,0 1 0 0 0,-1-1 0 0 0,0 0 1 0 0,-1 0-1 0 0,1 0 0 0 0,-1 0 0 0 0,-1-8 1 0 0,0 5 14 0 0,2-6-42 0 0,-3-6-8 0 0,-2 6-33 0 0,4 15 59 0 0,-1-10-112 0 0,-2 0 1 0 0,1 1-1 0 0,-2 0 0 0 0,1-1 1 0 0,-9-15-1 0 0,10 22-47 0 0,-1 0-1 0 0,1 0 1 0 0,0 1-1 0 0,-1-1 1 0 0,0 0-1 0 0,1 1 1 0 0,-1-1-1 0 0,0 1 0 0 0,0 0 1 0 0,-1 0-1 0 0,1 0 1 0 0,0 1-1 0 0,-1-1 1 0 0,1 1-1 0 0,-1 0 1 0 0,1 0-1 0 0,-1 0 1 0 0,0 0-1 0 0,1 1 0 0 0,-1-1 1 0 0,-4 1-1 0 0,2-1-235 0 0,-22 1-2711 0 0,-4 1-689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45.2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0 197 2300 0 0,'0'0'8814'0'0,"6"-3"-8768"0"0,157-61-818 0 0,99-43-5974 0 0,-218 84 3144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46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65 120 2404 0 0,'0'0'3458'0'0,"-5"-1"-2663"0"0,-15-3-92 0 0,15 2 494 0 0,2 0-681 0 0,0 1-281 0 0,0-1-1 0 0,0 0 0 0 0,0-1 1 0 0,1 1-1 0 0,-1 0 0 0 0,1-1 0 0 0,-1 1 1 0 0,1-1-1 0 0,0 0 0 0 0,-4-6 0 0 0,6 4-125 0 0,1 1 0 0 0,-1-1 0 0 0,1 0 0 0 0,0 1-1 0 0,0-1 1 0 0,0 1 0 0 0,1-1 0 0 0,-1 1 0 0 0,3-5 0 0 0,-2 5-41 0 0,2 1-26 0 0,8-7 4 0 0,-8 7-5 0 0,-1 1-13 0 0,13-3-22 0 0,-13 4 28 0 0,3 2 46 0 0,-2-1-85 0 0,-1 1 0 0 0,1 0 0 0 0,-1 0 1 0 0,1 0-1 0 0,-1 1 0 0 0,1-1 0 0 0,-1 1 0 0 0,0 0 1 0 0,1 0-1 0 0,-1 0 0 0 0,0 1 0 0 0,0-1 0 0 0,-1 0 1 0 0,1 1-1 0 0,-1 0 0 0 0,1 0 0 0 0,-1 0 0 0 0,0 0 1 0 0,3 4-1 0 0,-1 1 6 0 0,-1 0 1 0 0,0 0-1 0 0,0 0 1 0 0,0 0-1 0 0,-1 1 1 0 0,0-1-1 0 0,-1 1 1 0 0,0-1-1 0 0,0 1 0 0 0,-1 0 1 0 0,0 0-1 0 0,-1-1 1 0 0,0 1-1 0 0,0 0 1 0 0,-3 10-1 0 0,-3 13-10 0 0,3-22 3 0 0,-4 3-24 0 0,0 2 12 0 0,6-11 8 0 0,0 0-14 0 0,-9 12-15 0 0,8-12 1 0 0,3-3 36 0 0,0-1 0 0 0,0 1 1 0 0,0-1-1 0 0,0 0 1 0 0,0 1-1 0 0,0-1 0 0 0,0 1 1 0 0,-1-1-1 0 0,1 0 1 0 0,0 1-1 0 0,0-1 0 0 0,-1 1 1 0 0,1-1-1 0 0,0 0 1 0 0,0 1-1 0 0,-1-1 0 0 0,1 0 1 0 0,0 0-1 0 0,-1 1 1 0 0,1-1-1 0 0,0 0 1 0 0,-1 0-1 0 0,1 1 0 0 0,-1-1 1 0 0,0 0-1 0 0,-7 9-294 0 0,7-8 294 0 0,1-1 0 0 0,0 1 0 0 0,-1-1 0 0 0,1 0 0 0 0,0 1 0 0 0,-1-1 0 0 0,1 1 0 0 0,-1-1 0 0 0,1 0 0 0 0,0 1 0 0 0,-1-1 0 0 0,1 0 0 0 0,-1 1 0 0 0,1-1 0 0 0,-1 0 0 0 0,1 0 0 0 0,-1 0 0 0 0,0 0 0 0 0,1 1 0 0 0,-1-1 0 0 0,1 0 0 0 0,-1 0 0 0 0,0 0 0 0 0,1 0-5 0 0,-1 0 0 0 0,1 0 0 0 0,-1 0-1 0 0,1 0 1 0 0,-1 0 0 0 0,1 0-1 0 0,-1 0 1 0 0,1 0 0 0 0,-1 0 0 0 0,1 1-1 0 0,-1-1 1 0 0,1 0 0 0 0,0 0 0 0 0,-1 1-1 0 0,1-1 1 0 0,-1 0 0 0 0,1 0 0 0 0,0 1-1 0 0,-1-1 1 0 0,1 0 0 0 0,0 1-1 0 0,-1-1 1 0 0,1 1 0 0 0,0-1 0 0 0,-1 0-1 0 0,1 1 1 0 0,0-1 5 0 0,0 0-1 0 0,0-1 1 0 0,0 1-1 0 0,0 0 1 0 0,0 0-1 0 0,0-1 1 0 0,0 1-1 0 0,0 0 1 0 0,0 0-1 0 0,-1-1 1 0 0,1 1-1 0 0,0 0 1 0 0,0 0-1 0 0,0-1 1 0 0,0 1-1 0 0,0 0 1 0 0,-1 0-1 0 0,1 0 1 0 0,0-1-1 0 0,0 1 1 0 0,0 0-1 0 0,-1 0 1 0 0,1 0-1 0 0,0 0 1 0 0,0-1-1 0 0,-1 1 1 0 0,1 0-1 0 0,0 0 1 0 0,0 0-1 0 0,-1 0 1 0 0,1 0-1 0 0,0 0 1 0 0,-1-1-8 0 0,0 1 0 0 0,0 0 1 0 0,1 0-1 0 0,-1-1 1 0 0,1 1-1 0 0,-1-1 1 0 0,0 1-1 0 0,1 0 0 0 0,-1-1 1 0 0,1 1-1 0 0,-1-1 1 0 0,1 1-1 0 0,-1-1 1 0 0,1 0-1 0 0,-1 1 0 0 0,1-1 1 0 0,0 0-1 0 0,-1 1 1 0 0,1-1-1 0 0,0 0 1 0 0,-1 1-1 0 0,1-2 0 0 0,-6-46-107 0 0,6 43 112 0 0,2 1 11 0 0,-2 4-9 0 0,1-2 9 0 0,-1 0 0 0 0,1 0 1 0 0,0 0-1 0 0,0 0 1 0 0,0 0-1 0 0,0 0 0 0 0,0 0 1 0 0,1 0-1 0 0,-1 1 1 0 0,0-1-1 0 0,1 0 1 0 0,-1 1-1 0 0,1-1 0 0 0,0 1 1 0 0,-1 0-1 0 0,1-1 1 0 0,0 1-1 0 0,3-1 31 0 0,0 2-24 0 0,43 9 60 0 0,-43-7-40 0 0,-1 0-12 0 0,46 17-12 0 0,-45-17-48 0 0,1-1-54 0 0,58 3-979 0 0,-57-4 703 0 0,4-1-10 0 0,-1-1-1 0 0,1 0 1 0 0,0 0 0 0 0,-1-1-1 0 0,0-1 1 0 0,0 1 0 0 0,0-2 0 0 0,0 1-1 0 0,11-9 1 0 0,-17 11 89 0 0,0-1 1 0 0,0 0-1 0 0,0-1 0 0 0,-1 1 1 0 0,0-1-1 0 0,0 0 1 0 0,5-6-1 0 0,-5 5 118 0 0,-1 4 31 0 0,-1-1 0 0 0,1 1 0 0 0,-1-1 0 0 0,0 0 0 0 0,0 1 0 0 0,1-1 1 0 0,-1 0-1 0 0,0 0 0 0 0,-1 0 0 0 0,2-3 0 0 0,0-1-355 0 0,1 1-1697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47.1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38 2440 0 0,'0'0'912'0'0,"-2"-5"6"0"0,-4-12-326 0 0,5 13 553 0 0,-3 2-832 0 0,-11-6-183 0 0,11 6 734 0 0,-1 4-621 0 0,-16 3-20 0 0,16-4 123 0 0,1 2-179 0 0,-11 8 13 0 0,11-8 31 0 0,2 0-13 0 0,-3 4-11 0 0,1 1-1 0 0,0 0 1 0 0,1 0-1 0 0,0 0 0 0 0,-3 12 1 0 0,5-15-98 0 0,8 18 9 0 0,-5-22-88 0 0,-1 0 0 0 0,1 0 1 0 0,-1 0-1 0 0,1 0 0 0 0,-1 1 1 0 0,1-1-1 0 0,-1 0 1 0 0,0 1-1 0 0,0 0 0 0 0,1 1 1 0 0,9 7 9 0 0,1-1 1 0 0,0 0 0 0 0,0-1-1 0 0,1 0 1 0 0,25 11 0 0 0,-5-2-191 0 0,-30-15 222 0 0,-1-2-48 0 0,-1 1 0 0 0,1-1 0 0 0,-1 1 0 0 0,1 0-1 0 0,-1-1 1 0 0,0 1 0 0 0,1 0 0 0 0,-1 0 0 0 0,0 0 0 0 0,0 0 0 0 0,1 0 0 0 0,0 2 0 0 0,0-2 4 0 0,2 2 26 0 0,9 14-6 0 0,-10-14-11 0 0,-1 1-14 0 0,6 11 12 0 0,-6-11 20 0 0,-3 0-18 0 0,-4 14 8 0 0,4-16-38 0 0,0 0 0 0 0,0 0 0 0 0,0 0 0 0 0,0 0 1 0 0,-1 0-1 0 0,1 0 0 0 0,-1 0 0 0 0,1 0 0 0 0,-1-1 0 0 0,1 1 0 0 0,-1 0 1 0 0,0-1-1 0 0,0 1 0 0 0,0-1 0 0 0,0 0 0 0 0,0 0 0 0 0,-4 2 0 0 0,4-2 62 0 0,-2 1 13 0 0,0 0-6 0 0,-14 4-2 0 0,14-4 34 0 0,-1-2-49 0 0,-15 3 6 0 0,15-3 103 0 0,1-2-126 0 0,-14-4 4 0 0,14 4-10 0 0,0-8-2 0 0,4 10-13 0 0,0-1 0 0 0,-1 1 0 0 0,1-1 0 0 0,-1 0 0 0 0,1 1 0 0 0,0-1 0 0 0,0 0 0 0 0,-1 1 1 0 0,1-1-1 0 0,0 0 0 0 0,0 1 0 0 0,0-1 0 0 0,0 0 0 0 0,0 1 0 0 0,0-1 0 0 0,0 0 0 0 0,0 1 0 0 0,0-1 0 0 0,0 0 0 0 0,0 1 0 0 0,0-1 0 0 0,0 0 0 0 0,1-1 0 0 0,19-62-2 0 0,-13 43-40 0 0,0 0 1 0 0,-1-1-1 0 0,6-42 1 0 0,-11 46-54 0 0,-1 13-51 0 0,0 0-106 0 0,-1-16-30 0 0,0 16-101 0 0,-7-13-1038 0 0,6 15 272 0 0,-2 1-102 0 0,-12-6-893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15.8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48 2024 0 0,'0'0'3332'0'0,"-5"1"-2534"0"0,-8 6 1192 0 0,14-6-1836 0 0,-1-1-1 0 0,0 1 1 0 0,0-1-1 0 0,1 1 1 0 0,-1-1 0 0 0,0 1-1 0 0,1-1 1 0 0,-1 0 0 0 0,0 1-1 0 0,1-1 1 0 0,-1 0 0 0 0,1 1-1 0 0,-1-1 1 0 0,0 0-1 0 0,1 1 1 0 0,-1-1 0 0 0,1 0-1 0 0,-1 0 1 0 0,1 1 0 0 0,-1-1-1 0 0,1 0 1 0 0,-1 0 0 0 0,1 0-1 0 0,-1 0 1 0 0,2 0-1 0 0,2 2-128 0 0,0-4-42 0 0,87-22-1333 0 0,12-6-4822 0 0,-73 20 1588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16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31 2312 0 0,'0'0'1280'0'0,"-4"2"-206"0"0,-18 8 4514 0 0,26-12-5546 0 0,18-6 244 0 0,-18 6-118 0 0,14-6 21 0 0,-14 6 227 0 0,17-7 1136 0 0,-21 9-1544 0 0,1 0 0 0 0,-1 0 0 0 0,0 0 1 0 0,0 0-1 0 0,1 0 0 0 0,-1 0 1 0 0,0 0-1 0 0,1 0 0 0 0,-1 0 1 0 0,0 0-1 0 0,0 0 0 0 0,1 0 1 0 0,-1 0-1 0 0,0-1 0 0 0,0 1 1 0 0,1 0-1 0 0,-1 0 0 0 0,0 0 1 0 0,0 0-1 0 0,1 0 0 0 0,-1 0 1 0 0,0-1-1 0 0,0 1 0 0 0,0 0 1 0 0,1 0-1 0 0,-1 0 0 0 0,0-1 1 0 0,0 1-1 0 0,0 0 0 0 0,0 0 1 0 0,1-1-1 0 0,-1 1 0 0 0,0 0 1 0 0,0-1-1 0 0,0 1 40 0 0,0 0-1 0 0,1-1 1 0 0,-1 1-1 0 0,0-1 1 0 0,1 1 0 0 0,-1-1-1 0 0,0 1 1 0 0,1 0 0 0 0,-1-1-1 0 0,0 1 1 0 0,1 0 0 0 0,-1 0-1 0 0,1-1 1 0 0,-1 1 0 0 0,1 0-1 0 0,-1 0 1 0 0,0-1-1 0 0,1 1 1 0 0,-1 0 0 0 0,1 0-1 0 0,-1 0 1 0 0,1 0 0 0 0,-1 0-1 0 0,1 0 1 0 0,-1 0 0 0 0,1 0-1 0 0,-1 0 1 0 0,1 0 0 0 0,-1 0-1 0 0,1 0 1 0 0,-1 0-1 0 0,1 0 1 0 0,-1 0 0 0 0,1 1-1 0 0,16 5 109 0 0,-13-4 2 0 0,-3 3-20 0 0,46 212 410 0 0,-20-98-3487 0 0,-25-113 2119 0 0,-1-1-1135 0 0,1 1 1475 0 0,1 3-6 0 0,1 0-4784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16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29 161 2632 0 0,'-4'-3'1326'0'0,"-12"-9"2942"0"0,15 8-3797 0 0,-5-10-95 0 0,5 11-91 0 0,3 0-66 0 0,8-5-190 0 0,1 0 1 0 0,0 1-1 0 0,0 0 1 0 0,0 0-1 0 0,21-7 0 0 0,74-25-2727 0 0,-51 20 411 0 0,-28 9 548 0 0,-21 7-1250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17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79 2052 0 0,'0'0'710'0'0,"1"-4"-64"0"0,2-12-94 0 0,-2 12 827 0 0,-2 0-1023 0 0,-2-13-119 0 0,2 13 584 0 0,-2 1-531 0 0,-29-22 1007 0 0,28 24-650 0 0,-1 1-426 0 0,-17 0-12 0 0,16 0-7 0 0,2 1-9 0 0,-14 4-21 0 0,14-3-44 0 0,-1 1 29 0 0,-5 3-66 0 0,1 1-1 0 0,0 0 1 0 0,0 0-1 0 0,1 1 1 0 0,-1 0 0 0 0,2 1-1 0 0,-1 0 1 0 0,1 0 0 0 0,1 0-1 0 0,0 1 1 0 0,-8 15-1 0 0,13-21-56 0 0,0 0-69 0 0,0 0 49 0 0,1 0-1 0 0,-1 1 1 0 0,1-1 0 0 0,0 0 0 0 0,1 0-1 0 0,-1 1 1 0 0,1-1 0 0 0,0 0-1 0 0,0 0 1 0 0,0 0 0 0 0,0 0 0 0 0,1 0-1 0 0,3 7 1 0 0,-3-8 57 0 0,3-2-35 0 0,13 3-48 0 0,-13-3-110 0 0,0-1 193 0 0,40-18 260 0 0,-41 15-236 0 0,-1 0 8 0 0,18-27 301 0 0,-19 27-325 0 0,7-18 469 0 0,-8 16-388 0 0,4-13-4 0 0,-4 13 554 0 0,3-15-582 0 0,-3 16 538 0 0,1 5-654 0 0,-1 0 1 0 0,1 1 0 0 0,-1-1 0 0 0,1 1-1 0 0,-1-1 1 0 0,0 1 0 0 0,1 0 0 0 0,-1-1-1 0 0,1 3 1 0 0,1 0 45 0 0,-1 0-16 0 0,10 21 39 0 0,8 13-28 0 0,-1 2 0 0 0,17 56 0 0 0,-35-91-26 0 0,-1 1-25 0 0,0-3-18 0 0,0 1-64 0 0,0 0 0 0 0,0 0 1 0 0,-1 0-1 0 0,1 0 0 0 0,-1 0 0 0 0,0 0 0 0 0,0 0 0 0 0,0 0 0 0 0,-1 0 1 0 0,1-1-1 0 0,-1 1 0 0 0,0-1 0 0 0,0 1 0 0 0,-4 5 0 0 0,-7 5-825 0 0,-1-1-1 0 0,-1-1 0 0 0,-31 21 1 0 0,-26 7-4343 0 0,34-23-95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20.4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38 3264 0 0,'0'0'3750'0'0,"-2"-4"-2855"0"0,-20-27 2644 0 0,20 28-2917 0 0,-2 5-510 0 0,-13 3 4 0 0,13-4 127 0 0,1 3-122 0 0,-10 12-15 0 0,10-13-9 0 0,1 1-3 0 0,-8 11-18 0 0,8-11-21 0 0,0 0 10 0 0,-13 40 101 0 0,15-39-231 0 0,0 0 130 0 0,0 16-18 0 0,0-16 8 0 0,1-1-59 0 0,21 34 44 0 0,-19-34-6 0 0,2-4-43 0 0,14 1 52 0 0,-14-1 23 0 0,-4 0-65 0 0,-1 0 0 0 0,0-1 0 0 0,0 1 0 0 0,0 0 0 0 0,0-1 0 0 0,1 1 0 0 0,-1 0 0 0 0,0 0-1 0 0,0-1 1 0 0,1 1 0 0 0,-1 0 0 0 0,0 0 0 0 0,0-1 0 0 0,1 1 0 0 0,-1 0 0 0 0,0 0 0 0 0,1 0 0 0 0,-1 0 0 0 0,0-1-1 0 0,1 1 1 0 0,-1 0 0 0 0,0 0 0 0 0,1 0 0 0 0,-1 0 0 0 0,0 0 0 0 0,1 0 0 0 0,-1 0 0 0 0,1 0 0 0 0,0 0 12 0 0,0 0 0 0 0,0 0 0 0 0,0 0 0 0 0,0-1 1 0 0,0 1-1 0 0,0 0 0 0 0,0-1 0 0 0,0 1 0 0 0,0-1 1 0 0,0 1-1 0 0,0-1 0 0 0,0 1 0 0 0,0-1 0 0 0,0 0 0 0 0,1-1 1 0 0,1-3 24 0 0,0-1 0 0 0,0 1 0 0 0,0-1 0 0 0,-1 0 1 0 0,0 0-1 0 0,0 0 0 0 0,0 0 0 0 0,-1 0 0 0 0,0-1 0 0 0,0-8 1 0 0,-1 9-14 0 0,-1 1 7 0 0,-11-40-29 0 0,11 41-31 0 0,-1 0-75 0 0,-6-13 98 0 0,6 13 23 0 0,0 4-53 0 0,1-1 23 0 0,-1 1 1 0 0,0-1 0 0 0,1 0-1 0 0,-1 0 1 0 0,0 0-1 0 0,1 0 1 0 0,-1 0-1 0 0,1 0 1 0 0,0 0-1 0 0,-3-3 32 0 0,4 5-20 0 0,0-1 1 0 0,-1 0-1 0 0,1 1 0 0 0,0-1 0 0 0,-1 0 1 0 0,1 0-1 0 0,0 1 0 0 0,-1-1 0 0 0,1 0 0 0 0,-1 0 1 0 0,1 0-1 0 0,0 1 0 0 0,-1-1 0 0 0,1 0 0 0 0,-1 0 1 0 0,1 0-1 0 0,-1 0 0 0 0,1 0 0 0 0,-1 0 1 0 0,1 0-1 0 0,0 0 0 0 0,-1 0 0 0 0,1 0 0 0 0,-1 0 1 0 0,1 0-1 0 0,-1 0 0 0 0,1 0 0 0 0,-1-1 1 0 0,0 1-1 0 0,0 0 1 0 0,1 0-1 0 0,-1 0 1 0 0,0 0-1 0 0,1 0 1 0 0,-1 0 0 0 0,0 0-1 0 0,0 0 1 0 0,1 0-1 0 0,-1 1 1 0 0,0-1-1 0 0,1 0 1 0 0,-1 0-1 0 0,0 1 1 0 0,1-1-1 0 0,-1 0 1 0 0,0 1-1 0 0,1-1 1 0 0,-1 0 0 0 0,1 1-1 0 0,-1-1 1 0 0,1 1-1 0 0,-1-1 1 0 0,0 2-1 0 0,-12 10-8 0 0,10-9 4 0 0,1 0-16 0 0,-10 38-24 0 0,12-36-11 0 0,1 0-79 0 0,5 13 62 0 0,-4-13-13 0 0,0-2-4 0 0,28 25-304 0 0,-26-25 356 0 0,1-2 10 0 0,13 1 24 0 0,-13-2-3 0 0,-1-2-168 0 0,12-5 175 0 0,-11 5 68 0 0,-5 2-68 0 0,0-1 0 0 0,-1 1 1 0 0,1 0-1 0 0,1-1 0 0 0,-1 1 1 0 0,0 0-1 0 0,0 0 0 0 0,0-1 1 0 0,0 1-1 0 0,0 0 0 0 0,0 0 0 0 0,0-1 1 0 0,0 1-1 0 0,0 0 0 0 0,1 0 1 0 0,-1-1-1 0 0,0 1 0 0 0,0 0 1 0 0,0 0-1 0 0,0-1 0 0 0,1 1 0 0 0,-1 0 1 0 0,0 0-1 0 0,0 0 0 0 0,1-1 1 0 0,-1 1-1 0 0,0 0 0 0 0,0 0 1 0 0,1 0-1 0 0,-1 0 0 0 0,0 0 0 0 0,1 0 1 0 0,-1-1-3 0 0,1 1 0 0 0,-1 0 0 0 0,1-1 1 0 0,0 1-1 0 0,-1 0 0 0 0,1-1 0 0 0,-1 1 1 0 0,1 0-1 0 0,-1-1 0 0 0,1 1 0 0 0,-1-1 0 0 0,0 1 1 0 0,1-1-1 0 0,-1 1 0 0 0,0-1 0 0 0,1 0 1 0 0,-1 1-1 0 0,0-1 0 0 0,1 1 0 0 0,-1-1 0 0 0,0 0 1 0 0,0 1-1 0 0,0-1 0 0 0,0 0 0 0 0,0 0 1 0 0,1-5 8 0 0,-1 1 0 0 0,1-1 0 0 0,-1 1 0 0 0,-1-1 0 0 0,-1-10 0 0 0,1 12-24 0 0,-4 6-144 0 0,3-2 159 0 0,0 2 0 0 0,0-1 0 0 0,-1 0 0 0 0,1 0 1 0 0,0 1-1 0 0,0-1 0 0 0,0 1 0 0 0,0-1 1 0 0,1 1-1 0 0,-1 0 0 0 0,0 0 0 0 0,1 0 0 0 0,-1 0 1 0 0,1 0-1 0 0,0 0 0 0 0,-1 0 0 0 0,1 1 1 0 0,0-1-1 0 0,1 0 0 0 0,-1 1 0 0 0,0-1 1 0 0,1 1-1 0 0,-1-1 0 0 0,0 3 0 0 0,1 0 17 0 0,16 13-1128 0 0,-11-18 397 0 0,14-2-432 0 0,-14 2-579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51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0 1544 0 0,'0'0'9933'0'0,"-4"1"-9882"0"0,-14 3 6 0 0,14-2 32 0 0,4-1-83 0 0,-1 1 0 0 0,1-1-1 0 0,-1 0 1 0 0,1 1-1 0 0,-1-1 1 0 0,1 1-1 0 0,-1-1 1 0 0,0 0 0 0 0,1 0-1 0 0,-1 1 1 0 0,0-1-1 0 0,-2 2 1 0 0,1-1 7 0 0,0 3 48 0 0,0-1-7 0 0,-5 11 3 0 0,5-11 29 0 0,1 1-42 0 0,-3 47 109 0 0,4-47-129 0 0,2-2 11 0 0,-1-1-40 0 0,1-1-1 0 0,-1 1 0 0 0,0 0 1 0 0,1-1-1 0 0,0 0 0 0 0,-1 1 1 0 0,1-1-1 0 0,-1 0 0 0 0,1 0 1 0 0,0 0-1 0 0,0 0 0 0 0,0 0 1 0 0,0 0-1 0 0,0-1 0 0 0,0 1 1 0 0,0-1-1 0 0,0 1 0 0 0,0-1 1 0 0,0 0-1 0 0,0 1 0 0 0,0-1 1 0 0,0 0-1 0 0,0 0 0 0 0,0-1 0 0 0,0 1 1 0 0,0 0-1 0 0,0-1 0 0 0,2 0 1 0 0,0-1-31 0 0,-2 2 0 0 0,-1-1 34 0 0,1 1-1 0 0,-1-1 1 0 0,0 0 0 0 0,1 0-1 0 0,-1 0 1 0 0,0 0-1 0 0,0 0 1 0 0,0 0 0 0 0,0 0-1 0 0,2-3 1 0 0,-2 4 4 0 0,2-3 62 0 0,-2 2-68 0 0,-1 0 0 0 0,0-1 0 0 0,1 1 0 0 0,0 0-1 0 0,-1 0 1 0 0,1-1 0 0 0,0 1 0 0 0,-1 0 0 0 0,1 0 0 0 0,0 0-1 0 0,0 0 1 0 0,2-1 0 0 0,-2 0-4 0 0,1-1-24 0 0,1-8-16 0 0,4-6-6 0 0,-5-35 101 0 0,-2 51-47 0 0,0 0-1 0 0,0 1 1 0 0,0-1-1 0 0,0 1 1 0 0,-1-1-1 0 0,1 0 1 0 0,0 1-1 0 0,-1-1 1 0 0,1 1-1 0 0,0-1 1 0 0,-1 1-1 0 0,1-1 1 0 0,0 1-1 0 0,-1-1 1 0 0,1 1-1 0 0,-1 0 1 0 0,1-1-1 0 0,-1 1 1 0 0,1-1-1 0 0,-1 1 1 0 0,0 0 0 0 0,1 0-1 0 0,-1-1 1 0 0,1 1-1 0 0,-1 0 1 0 0,0 0-1 0 0,1 0 1 0 0,-1-1-1 0 0,1 1 1 0 0,-1 0-1 0 0,0 0 1 0 0,1 0-1 0 0,-1 0 1 0 0,0 0-1 0 0,1 0 1 0 0,-1 1-1 0 0,0-1 1 0 0,-17 2-11 0 0,14-1 18 0 0,1 2 7 0 0,-11 8 53 0 0,10-8-71 0 0,2 1-1 0 0,-7 11-13 0 0,6-11 9 0 0,4-3-23 0 0,-1 1 29 0 0,0 0 1 0 0,0 0-1 0 0,0-1 1 0 0,-1 1-1 0 0,1 0 1 0 0,0-1-1 0 0,0 1 1 0 0,-1 0-1 0 0,1-1 1 0 0,-1 1-1 0 0,-1 1 0 0 0,2-2-1 0 0,-1 4-25 0 0,2 0-184 0 0,-1-5 215 0 0,7 19-84 0 0,-7-18 77 0 0,1 0 1 0 0,-1 0-1 0 0,0 0 1 0 0,1-1 0 0 0,-1 1-1 0 0,1 0 1 0 0,0 0-1 0 0,-1 0 1 0 0,1-1 0 0 0,0 1-1 0 0,-1 0 1 0 0,1 0-1 0 0,0-1 1 0 0,0 1 0 0 0,0-1-1 0 0,-1 1 1 0 0,1-1-1 0 0,0 1 1 0 0,0-1 0 0 0,0 0-1 0 0,0 1 1 0 0,0-1-1 0 0,1 0 1 0 0,3 0-48 0 0,14-4 39 0 0,-15 4-11 0 0,-1-4 26 0 0,-2 3-20 0 0,1-1 22 0 0,0 0 1 0 0,0 0 0 0 0,0 0-1 0 0,-1 0 1 0 0,1 0 0 0 0,-1 0-1 0 0,1 0 1 0 0,-1-1-1 0 0,0 1 1 0 0,0 0 0 0 0,0-1-1 0 0,0 0 1 0 0,0 1 0 0 0,-1-1-1 0 0,1 1 1 0 0,-1-1-1 0 0,1 0 1 0 0,-1 1 0 0 0,0-1-1 0 0,0 0 1 0 0,0 1 0 0 0,-1-1-1 0 0,1 0 1 0 0,-1 1-1 0 0,1-1 1 0 0,-1 1 0 0 0,0-1-1 0 0,0 1 1 0 0,0-1 0 0 0,0 1-1 0 0,-1 0 1 0 0,-2-5-1 0 0,2 4-62 0 0,-3 4 83 0 0,-20 4 78 0 0,22-2-92 0 0,-11 9 47 0 0,12-9-71 0 0,-5 11 5 0 0,5-11 2 0 0,0 3 25 0 0,2-4-24 0 0,-1-1 0 0 0,1 1 0 0 0,-1-1 0 0 0,1 1 0 0 0,0 0 0 0 0,0-1 0 0 0,0 1 0 0 0,0-1 0 0 0,0 1 0 0 0,0-1-1 0 0,1 4 1 0 0,-1-4 7 0 0,1 0 0 0 0,-1 0-1 0 0,1 0 1 0 0,0 0-1 0 0,0 1 1 0 0,0-1-1 0 0,0 0 1 0 0,0 0-1 0 0,0-1 1 0 0,0 1 0 0 0,0 0-1 0 0,0 0 1 0 0,0 0-1 0 0,0-1 1 0 0,0 1-1 0 0,0-1 1 0 0,1 1 0 0 0,-1-1-1 0 0,0 1 1 0 0,1-1-1 0 0,-1 0 1 0 0,0 1-1 0 0,1-1 1 0 0,-1 0 0 0 0,0 0-1 0 0,1 0 1 0 0,-1 0-1 0 0,0 0 1 0 0,1 0-1 0 0,-1-1 1 0 0,3 0-1 0 0,3 1 33 0 0,-7 0-34 0 0,1 0 1 0 0,-1 0 0 0 0,1 0 0 0 0,-1-1 0 0 0,1 1-1 0 0,-1 0 1 0 0,0 0 0 0 0,1 0 0 0 0,-1-1-1 0 0,1 1 1 0 0,-1 0 0 0 0,0-1 0 0 0,1 1-1 0 0,-1 0 1 0 0,0-1 0 0 0,1 1 0 0 0,-1 0-1 0 0,0-1 1 0 0,0 1 0 0 0,1-1 0 0 0,-1 1-1 0 0,0 0 1 0 0,0-1 0 0 0,0 1 0 0 0,0-1-1 0 0,1 0 1 0 0,-1 1 0 0 0,0-1 0 0 0,0 1 0 0 0,0-1 0 0 0,0 1 0 0 0,0-1 0 0 0,1 1 0 0 0,-1 0 1 0 0,0-1-1 0 0,0 1 0 0 0,1-1 0 0 0,-1 1 0 0 0,0 0 0 0 0,0-1 0 0 0,1 1 0 0 0,-1 0 0 0 0,1-1 0 0 0,-1 1 0 0 0,0 0 0 0 0,1-1 0 0 0,-1 1 0 0 0,0 0 0 0 0,1 0 0 0 0,-1 0 0 0 0,1-1 0 0 0,-1 1 0 0 0,1 0 0 0 0,6-23 228 0 0,-7 18-240 0 0,-1-16 13 0 0,1 16 33 0 0,-5 6-74 0 0,-14 1 53 0 0,12 1-14 0 0,-3 7 2 0 0,5-4-4 0 0,-3 10 7 0 0,6-11 3 0 0,1-1-3 0 0,-4 16-13 0 0,4-15 15 0 0,1 0-35 0 0,3 18 11 0 0,-2-22 16 0 0,0 0-1 0 0,1-1 1 0 0,-1 1-1 0 0,0 0 1 0 0,0-1-1 0 0,0 1 1 0 0,1 0-1 0 0,-1-1 1 0 0,0 0-1 0 0,1 1 1 0 0,-1-1-1 0 0,0 0 1 0 0,1 0-1 0 0,-1 1 0 0 0,1-1 1 0 0,1-1-1 0 0,10-7 2 0 0,-10 6 20 0 0,8-20-84 0 0,-8 11 73 0 0,-3 10-15 0 0,0 1 1 0 0,1-1 0 0 0,-1 0 0 0 0,0 0 0 0 0,0 1 0 0 0,0-1 0 0 0,0 0 0 0 0,1 1 0 0 0,-1-1 0 0 0,0 0 0 0 0,0 0 0 0 0,0 1 0 0 0,0-1 0 0 0,0 0 0 0 0,-1 0 0 0 0,1 1 0 0 0,0-1-1 0 0,-1-1 1 0 0,-2 4-2 0 0,-12 4-7 0 0,11-4 15 0 0,7 16-292 0 0,-2-16 271 0 0,0 2-45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53.1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1 3368 0 0,'0'0'1160'0'0,"-5"1"-137"0"0,-14 3-156 0 0,15-2-130 0 0,2 3-85 0 0,-7 23-18 0 0,1 0 0 0 0,2 1 1 0 0,1 0-1 0 0,-2 39 0 0 0,2 127 301 0 0,5-160-822 0 0,1-12-64 0 0,0 0-1 0 0,1 0 1 0 0,1 0-1 0 0,2 0 1 0 0,12 40-1 0 0,-14-52-289 0 0,1-1-1 0 0,1 0 0 0 0,0-1 1 0 0,0 1-1 0 0,0-1 0 0 0,2 0 1 0 0,-1 0-1 0 0,1-1 1 0 0,0 0-1 0 0,0 0 0 0 0,1-1 1 0 0,0 0-1 0 0,1 0 0 0 0,10 6 1 0 0,-16-11-107 0 0,-1 0 0 0 0,1-1 0 0 0,0 0 0 0 0,-1 1 0 0 0,1-1 0 0 0,0 0 1 0 0,0-1-1 0 0,5 2 0 0 0,-1-1-674 0 0,0 2-3478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55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68 3696 0 0,'0'0'3596'0'0,"1"-5"-3020"0"0,1-13-80 0 0,-1 13 566 0 0,-2 1-790 0 0,-5-13-20 0 0,4 13 614 0 0,0 1-704 0 0,1 2-117 0 0,0 0 0 0 0,0 0 0 0 0,0 0 0 0 0,0 0 0 0 0,-1 1 0 0 0,1-1 0 0 0,0 0 0 0 0,0 0 0 0 0,-1 1 1 0 0,1-1-1 0 0,0 1 0 0 0,-1-1 0 0 0,1 1 0 0 0,-1-1 0 0 0,1 1 0 0 0,-1 0 0 0 0,1 0 0 0 0,-1 0 0 0 0,1 0 0 0 0,0 0 0 0 0,-1 0 0 0 0,1 0 0 0 0,-1 0 0 0 0,1 0 0 0 0,-1 1 0 0 0,-1 0 0 0 0,-2 0 11 0 0,2 5-14 0 0,0-1 1 0 0,0 1-1 0 0,-1-1 1 0 0,-7 9-1 0 0,9-11-23 0 0,0 2-10 0 0,-13 40 47 0 0,14-41-68 0 0,1 2-2 0 0,0 15 5 0 0,0-15 32 0 0,1-2-31 0 0,1 14-48 0 0,-1-14 134 0 0,-1-4-77 0 0,0 0-1 0 0,1 0 1 0 0,-1 0 0 0 0,0 1-1 0 0,0-1 1 0 0,1 0 0 0 0,-1 0-1 0 0,0 0 1 0 0,0 0 0 0 0,1 1-1 0 0,-1-1 1 0 0,0 0 0 0 0,0 0-1 0 0,1 0 1 0 0,-1 1 0 0 0,0-1-1 0 0,0 0 1 0 0,0 0 0 0 0,0 1 0 0 0,1-1-1 0 0,-1 0 1 0 0,0 0 0 0 0,0 1-1 0 0,0-1 1 0 0,0 0 0 0 0,0 1-1 0 0,0-1 1 0 0,0 0 0 0 0,0 1-1 0 0,0-1 1 0 0,0 0 0 0 0,0 1-1 0 0,0 0 5 0 0,0-1-1 0 0,0 1 0 0 0,1 0 0 0 0,-1-1 0 0 0,0 1 0 0 0,0 0 1 0 0,0 0-1 0 0,1-1 0 0 0,-1 1 0 0 0,0 0 0 0 0,1-1 0 0 0,-1 1 1 0 0,1-1-1 0 0,-1 1 0 0 0,1 0 0 0 0,-1-1 0 0 0,1 1 0 0 0,-1-1 1 0 0,1 1-1 0 0,-1-1 0 0 0,1 0 0 0 0,0 1 0 0 0,-1-1 0 0 0,2 1 0 0 0,13 4 26 0 0,-11-3 12 0 0,0-4-13 0 0,13-6 7 0 0,-12 6 7 0 0,15-13 141 0 0,-10 5-131 0 0,-7 7 20 0 0,0 0 4 0 0,35-49 921 0 0,-35 48-419 0 0,9-10-424 0 0,-12 36-140 0 0,0-17-8 0 0,0 1-39 0 0,3 107 69 0 0,-3-109-41 0 0,0 2-17 0 0,-2 20 13 0 0,-8 36 0 0 0,8-58-54 0 0,-4 3-9 0 0,-5 7-169 0 0,-5-4 111 0 0,13-8-21 0 0,-2 0-16 0 0,-15 6-11 0 0,15-6-40 0 0,0-1-29 0 0,-18 3-42 0 0,18-3-31 0 0,-2-1-444 0 0,-18 0 287 0 0,18 0-108 0 0,3-2-828 0 0,-12-4 465 0 0,12 4-116 0 0,-8-19-6546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55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30 2432 0 0,'0'0'946'0'0,"3"-3"115"0"0,19-17 3019 0 0,-16 14-1328 0 0,-15 15-2899 0 0,6-7 285 0 0,-5 9 3 0 0,0 0 1 0 0,1 0 0 0 0,-10 23-1 0 0,1 3-8 0 0,14-33-113 0 0,2-2-18 0 0,0 0 1 0 0,0 0-1 0 0,-1 0 1 0 0,1 0-1 0 0,0 0 0 0 0,-1 0 1 0 0,0-1-1 0 0,0 1 0 0 0,1 0 1 0 0,-3 2-1 0 0,2 1 38 0 0,1 0-23 0 0,3 14 14 0 0,-3-17-35 0 0,1 0 0 0 0,-1 0 0 0 0,1 0 0 0 0,0 0 0 0 0,0 0 0 0 0,0 0 0 0 0,0 0 0 0 0,0 0 0 0 0,1-1 0 0 0,-1 1 0 0 0,0 0 0 0 0,1-1 0 0 0,-1 1 0 0 0,1-1 0 0 0,-1 0 0 0 0,1 1 0 0 0,0-1 0 0 0,3 1 0 0 0,-4-1 8 0 0,2 1-10 0 0,2-1-12 0 0,18 1 17 0 0,-18-1 37 0 0,0-3 46 0 0,13-3-3 0 0,-13 3 7 0 0,-2 0 21 0 0,28-32 571 0 0,-28 30-483 0 0,-4 3-185 0 0,1 1 0 0 0,0-1 0 0 0,0 1 0 0 0,0-1 1 0 0,0 1-1 0 0,0-1 0 0 0,0 1 0 0 0,0-1 0 0 0,0 1 0 0 0,0-1 0 0 0,0 1 0 0 0,0-1 0 0 0,0 1 0 0 0,0-1 0 0 0,1 1 0 0 0,-1-1 0 0 0,0 1 0 0 0,0-1 0 0 0,0 1 0 0 0,1-1 1 0 0,-1 1-1 0 0,0-1 0 0 0,1 1 0 0 0,-1 0 0 0 0,0-1 0 0 0,1 0 0 0 0,0 1-1 0 0,-1 0 0 0 0,1-1 1 0 0,-1 1-1 0 0,1-1 0 0 0,-1 1 1 0 0,0 0-1 0 0,1-1 0 0 0,-1 1 0 0 0,0-1 1 0 0,0 1-1 0 0,1-1 0 0 0,-1 1 0 0 0,0-1 1 0 0,0 0-1 0 0,0 1 0 0 0,1-1 1 0 0,-1 1-1 0 0,0-1 0 0 0,0 1 0 0 0,0-1 1 0 0,0 0-1 0 0,0 1 0 0 0,0-1 0 0 0,0 1 1 0 0,0-1-1 0 0,-1 0 0 0 0,1-1 7 0 0,0 1-1 0 0,0-1 0 0 0,0 1 1 0 0,0-1-1 0 0,0 1 1 0 0,0-1-1 0 0,0 1 1 0 0,0-1-1 0 0,0 1 0 0 0,1-1 1 0 0,-1 1-1 0 0,2-3 1 0 0,-2 3 7 0 0,1-4 27 0 0,-2 5-46 0 0,1-1 0 0 0,0 1-1 0 0,0 0 1 0 0,-1-1 0 0 0,1 1 0 0 0,0 0-1 0 0,-1-1 1 0 0,1 1 0 0 0,0 0 0 0 0,0-1-1 0 0,0 1 1 0 0,0-1 0 0 0,-1 1-1 0 0,1 0 1 0 0,0-1 0 0 0,0 1 0 0 0,0-1-1 0 0,0 1 1 0 0,0-1 0 0 0,0 1 0 0 0,0 0-1 0 0,0-1 1 0 0,0 1 0 0 0,0-1-1 0 0,0 1 1 0 0,0-1 0 0 0,1 0 0 0 0,-1 1-6 0 0,0-1 0 0 0,0 0-1 0 0,0 0 1 0 0,0 0 0 0 0,0 1 0 0 0,0-1 0 0 0,0 0 0 0 0,0 0 0 0 0,0 0 0 0 0,0 0 0 0 0,0 1 0 0 0,-1-1 0 0 0,1 0 0 0 0,0 0 0 0 0,0 1 0 0 0,-1-1 0 0 0,1 0 0 0 0,-1 0 0 0 0,1 1 0 0 0,-1-1 0 0 0,0-1 0 0 0,-26-28-37 0 0,23 28-61 0 0,-1 1-294 0 0,-14-4 103 0 0,14 4-31 0 0,-1 2-585 0 0,-16 4 410 0 0,17-4-33 0 0,3 0 406 0 0,1 1 1 0 0,0 0-1 0 0,-1-1 1 0 0,1 0-1 0 0,-1 1 1 0 0,1-1-1 0 0,-1 0 1 0 0,0 0-1 0 0,-2 2 1 0 0,1 0-665 0 0,1 1-157 0 0,-7 12-141 0 0,7-12-137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56.0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 2436 0 0,'0'0'2456'0'0,"4"-1"-1526"0"0,2 0-299 0 0,-1 0 0 0 0,1 0 0 0 0,-1 1 0 0 0,1-1-1 0 0,-1 1 1 0 0,9 1 0 0 0,-9 0-176 0 0,-2 3-286 0 0,10 10-35 0 0,-10-11 15 0 0,-1 1-55 0 0,10 45-19 0 0,-12-43-189 0 0,-1 0-68 0 0,0 1-61 0 0,-1-1 0 0 0,0 1 0 0 0,0-1 1 0 0,-1 1-1 0 0,0-1 0 0 0,0 0 1 0 0,-7 10-1 0 0,6-10-506 0 0,-1 0 1 0 0,0 0-1 0 0,0-1 0 0 0,-1 0 1 0 0,0 0-1 0 0,-7 5 1 0 0,-13 8-3048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57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63 2140 0 0,'0'0'3934'0'0,"-4"1"-3339"0"0,-67 12 4420 0 0,66-12-4231 0 0,-2-7-649 0 0,6 6-109 0 0,0 0 1 0 0,0 0-1 0 0,0 0 1 0 0,1-1-1 0 0,-1 1 1 0 0,0-1-1 0 0,0 1 1 0 0,1 0-1 0 0,-1-1 1 0 0,0 1-1 0 0,0-1 1 0 0,1 1-1 0 0,-1-1 1 0 0,0 0-1 0 0,1 1 1 0 0,-1-1-1 0 0,0-1 1 0 0,-6-11 31 0 0,5 9 131 0 0,2 0-197 0 0,2-21-134 0 0,15 11 74 0 0,-13 12 45 0 0,23 6-58 0 0,-25-4 79 0 0,-1 1 1 0 0,0-1-1 0 0,1 1 1 0 0,-1-1-1 0 0,0 1 1 0 0,0-1-1 0 0,0 1 1 0 0,0 0 0 0 0,0 0-1 0 0,0 0 1 0 0,0 0-1 0 0,0 0 1 0 0,0 0-1 0 0,0 0 1 0 0,0 0 0 0 0,0 0-1 0 0,-1 0 1 0 0,1 0-1 0 0,1 3 1 0 0,-1 6 7 0 0,1-9 10 0 0,-2-1-16 0 0,1 0 1 0 0,-1 0 0 0 0,0 0-1 0 0,0 0 1 0 0,0 0 0 0 0,1 0 0 0 0,-1 0-1 0 0,0 0 1 0 0,0 0 0 0 0,0 0 0 0 0,1 0-1 0 0,-1 1 1 0 0,0-1 0 0 0,0 0 0 0 0,0 0-1 0 0,1 0 1 0 0,-1 0 0 0 0,0 0 0 0 0,0 0-1 0 0,0 1 1 0 0,0-1 0 0 0,1 0 0 0 0,-1 0-1 0 0,0 0 1 0 0,0 0 0 0 0,0 1 0 0 0,0-1-1 0 0,0 0 1 0 0,0 0 0 0 0,1 0 0 0 0,-1 1-1 0 0,0-1 1 0 0,0 0 0 0 0,0 0 0 0 0,0 0-1 0 0,0 1 1 0 0,0-1 0 0 0,0 0 0 0 0,0 0-1 0 0,0 0 1 0 0,0 1 0 0 0,5 46 18 0 0,-3-37-17 0 0,-8 38 17 0 0,4-39-27 0 0,0 0 0 0 0,0-1 1 0 0,-1 1-1 0 0,0-1 0 0 0,-4 9 1 0 0,-7 13 34 0 0,12-26-23 0 0,-20 19 2 0 0,4-4-13 0 0,15-16-24 0 0,1-2 23 0 0,1-1 1 0 0,-1 1-1 0 0,1-1 1 0 0,0 1-1 0 0,-1-1 0 0 0,1 1 1 0 0,0 0-1 0 0,0-1 1 0 0,-1 1-1 0 0,1 0 0 0 0,0 0 1 0 0,-2 2-1 0 0,1-1-8 0 0,-2 0-49 0 0,0-1-10 0 0,-12 5 3 0 0,12-5 102 0 0,-1-1-99 0 0,-14-2-46 0 0,15 1 6 0 0,3 0 2 0 0,0 0 90 0 0,0-1 0 0 0,-1 1 0 0 0,1 0 0 0 0,0 0 0 0 0,0 0 0 0 0,-1 1 0 0 0,1-1 0 0 0,0 0 0 0 0,-1 0-1 0 0,1 1 1 0 0,-4-2 0 0 0,3 1-19 0 0,-2-1-94 0 0,2-2 21 0 0,0 2 89 0 0,1 0-13 0 0,-1 0 1 0 0,1 0-1 0 0,-1-1 0 0 0,1 1 1 0 0,0-1-1 0 0,0 1 1 0 0,0-1-1 0 0,0 0 1 0 0,1 1-1 0 0,-1-1 0 0 0,0 0 1 0 0,1 1-1 0 0,0-1 1 0 0,0 0-1 0 0,0 1 1 0 0,0-4-1 0 0,5-13 10 0 0,-4 14 11 0 0,0 3 12 0 0,0 1-1 0 0,0-1 0 0 0,0 0 0 0 0,0 0 1 0 0,0 0-1 0 0,1 1 0 0 0,-1-1 1 0 0,1 0-1 0 0,-1 1 0 0 0,1 0 0 0 0,-1-1 1 0 0,1 1-1 0 0,0 0 0 0 0,0 0 0 0 0,-1 0 1 0 0,1 0-1 0 0,0 0 0 0 0,0 0 0 0 0,4-1 1 0 0,-6 2 5 0 0,5-2 125 0 0,-1 4-62 0 0,15 7 17 0 0,-15-7-11 0 0,31 29 152 0 0,-31-27-172 0 0,-1-1-16 0 0,4 5-87 0 0,1-1-1 0 0,-1 0 0 0 0,2-1 0 0 0,-1 1 0 0 0,0-2 0 0 0,11 6 0 0 0,-11-7-626 0 0,1-1 0 0 0,0 0 1 0 0,0 0-1 0 0,0-1 0 0 0,0 0 0 0 0,1 0 1 0 0,-1-1-1 0 0,0-1 0 0 0,1 1 0 0 0,-1-1 0 0 0,15-3 1 0 0,1-2-2729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58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38 1968 0 0,'0'0'2764'0'0,"-4"-2"-2113"0"0,2 0-485 0 0,0 0 1 0 0,0 0-1 0 0,0 1 0 0 0,-1-1 0 0 0,1 1 1 0 0,-1-1-1 0 0,1 1 0 0 0,-1 0 1 0 0,0 0-1 0 0,1 0 0 0 0,-1 0 0 0 0,0 1 1 0 0,0-1-1 0 0,1 1 0 0 0,-1 0 0 0 0,0-1 1 0 0,0 1-1 0 0,-4 1 0 0 0,-1 0-24 0 0,0 1 0 0 0,0 0-1 0 0,0 0 1 0 0,-8 4 0 0 0,12-3 81 0 0,4-3-218 0 0,0 0 0 0 0,0 0-1 0 0,0 1 1 0 0,0-1 0 0 0,0 0-1 0 0,0 1 1 0 0,0-1 0 0 0,0 0-1 0 0,0 1 1 0 0,0-1 0 0 0,0 0-1 0 0,0 0 1 0 0,-1 1 0 0 0,1-1-1 0 0,0 0 1 0 0,0 0 0 0 0,0 1 0 0 0,-1-1-1 0 0,1 0 1 0 0,0 0 0 0 0,0 0-1 0 0,0 1 1 0 0,-1-1 0 0 0,1 0-1 0 0,0 0 1 0 0,0 0 0 0 0,-1 0-1 0 0,1 1 1 0 0,0-1 0 0 0,-1 0-1 0 0,1 0 1 0 0,-1 0 0 0 0,1 0 13 0 0,-1 0-1 0 0,1 1 1 0 0,-1-1 0 0 0,0 0 0 0 0,1 1-1 0 0,-1-1 1 0 0,1 0 0 0 0,-1 1 0 0 0,1-1-1 0 0,-1 1 1 0 0,1-1 0 0 0,-1 1 0 0 0,1-1-1 0 0,0 1 1 0 0,-1-1 0 0 0,1 1 0 0 0,-1-1-1 0 0,1 1 1 0 0,0-1 0 0 0,0 1 0 0 0,-1 0-1 0 0,1-1 1 0 0,0 1 0 0 0,0 0 0 0 0,0 0-1 0 0,-4 17 73 0 0,3-14 60 0 0,3 0-145 0 0,16 34-80 0 0,-17-34 89 0 0,3-1 6 0 0,78 78 12 0 0,-79-78-8 0 0,-3-3-23 0 0,0 1 0 0 0,0-1 0 0 0,1 1 0 0 0,-1 0 0 0 0,0-1 0 0 0,0 1 0 0 0,0-1 0 0 0,0 1 0 0 0,1-1 0 0 0,-1 1 0 0 0,0 0 0 0 0,1-1 0 0 0,-1 1 0 0 0,0-1 1 0 0,1 0-1 0 0,-1 1 0 0 0,1-1 0 0 0,-1 1 0 0 0,1-1 0 0 0,-1 0 0 0 0,1 1 0 0 0,12 15 70 0 0,-5 0-77 0 0,-6-12 4 0 0,-3 1-6 0 0,-2 20 9 0 0,-16-11 24 0 0,-4-8-68 0 0,21-4 44 0 0,-1-1 0 0 0,1 0-1 0 0,-1-1 1 0 0,0 1 0 0 0,1 0 0 0 0,-1-1 0 0 0,0 1-1 0 0,1-1 1 0 0,-6 0 0 0 0,-14-1-18 0 0,16 1 43 0 0,2-1-21 0 0,-14-4 0 0 0,14 4 2 0 0,1-1-20 0 0,-8-8-20 0 0,8 7 12 0 0,3-2-156 0 0,3-15 139 0 0,-3 14-5 0 0,2 3-1 0 0,8-13 13 0 0,-8 12 17 0 0,2 0-7 0 0,13-16-59 0 0,0 3 152 0 0,-2-2-1 0 0,0 0 1 0 0,0-1-1 0 0,12-26 1 0 0,-25 43-20 0 0,4-17 24 0 0,-3 16-63 0 0,-2 0 62 0 0,-1-1-59 0 0,0-21-138 0 0,0 24 111 0 0,-1 1-1 0 0,1 0 1 0 0,-1 0-1 0 0,0 0 1 0 0,1 0 0 0 0,-1-1-1 0 0,0 1 1 0 0,0 0-1 0 0,0 0 1 0 0,0 0-1 0 0,0 1 1 0 0,0-1-1 0 0,0 0 1 0 0,0 0-1 0 0,0 0 1 0 0,0 1 0 0 0,0-1-1 0 0,-2 0 1 0 0,-21-8-1577 0 0,9 11 630 0 0,3 0 439 0 0,3-5-2895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9:59:59.0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197 0 2932 0 0,'0'0'1258'0'0,"4"2"-139"0"0,6 5-696 0 0,-1 0-1 0 0,1 1 1 0 0,-1 0-1 0 0,-1 0 0 0 0,1 1 1 0 0,-2 0-1 0 0,1 1 1 0 0,-1 0-1 0 0,0 0 1 0 0,-1 0-1 0 0,6 15 1 0 0,-4-8-335 0 0,-2 1 0 0 0,0 0 0 0 0,-1 0-1 0 0,-1 0 1 0 0,-1 0 0 0 0,2 27 0 0 0,-5-30-69 0 0,0 0-1 0 0,-2 1 0 0 0,1-1 0 0 0,-2 0 0 0 0,0-1 1 0 0,-5 16-1 0 0,-4 2-22 0 0,-20 45 1 0 0,13-41-467 0 0,-1-1-1 0 0,-2-1 1 0 0,-1 0 0 0 0,-28 29 0 0 0,16-24-2087 0 0,-44 37 0 0 0,49-49-1053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43.9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80 220 2340 0 0,'2'-4'973'0'0,"10"-23"5564"0"0,-9 19-7055 0 0,-2 4 2032 0 0,-2 0-1496 0 0,0 1-17 0 0,0 1 1 0 0,-1-1-1 0 0,1 0 1 0 0,0 1-1 0 0,-1-1 1 0 0,0 1-1 0 0,1 0 1 0 0,-1-1-1 0 0,0 1 1 0 0,-4-3-1 0 0,3 3-5 0 0,-2 2-36 0 0,-16 1 62 0 0,16 0 97 0 0,1 0-167 0 0,1 1 51 0 0,0 0 0 0 0,0 0-1 0 0,0 0 1 0 0,0 1 0 0 0,0-1 0 0 0,1 1-1 0 0,-5 4 1 0 0,5-4-10 0 0,0 2 13 0 0,-3 11-4 0 0,3-12-1 0 0,2 1-31 0 0,2 18 37 0 0,-1-19 60 0 0,4 12-90 0 0,-4-12-25 0 0,7 2-260 0 0,-8-5 299 0 0,0-1 1 0 0,0 0-1 0 0,1 1 0 0 0,-1-1 1 0 0,0 1-1 0 0,1-1 0 0 0,-1 0 1 0 0,0 1-1 0 0,1-1 0 0 0,-1 0 1 0 0,0 1-1 0 0,1-1 0 0 0,-1 0 1 0 0,1 0-1 0 0,-1 1 0 0 0,0-1 1 0 0,1 0-1 0 0,-1 0 0 0 0,1 0 1 0 0,-1 0-1 0 0,1 0 0 0 0,-1 1 1 0 0,1-1-1 0 0,-1 0 0 0 0,1 0 1 0 0,-1 0-1 0 0,1 0 1 0 0,-1 0-1 0 0,1 0 0 0 0,-1-1 1 0 0,1 1-1 0 0,-1 0 0 0 0,0 0 1 0 0,1 0-1 0 0,0 0 0 0 0,14-8 19 0 0,-11 6 1 0 0,-2-2-10 0 0,9-10 3 0 0,-7 7-14 0 0,3-10 1 0 0,-4 9 2 0 0,3-11 2 0 0,-3-4 1 0 0,-3 18 5 0 0,0 1 23 0 0,1-1 1 0 0,0-14-4 0 0,-1 15 45 0 0,0-1-46 0 0,-1-15-2 0 0,0 15 27 0 0,0 1-92 0 0,-2-12 31 0 0,2 12 76 0 0,-2 1-86 0 0,2 2 22 0 0,0 0 0 0 0,0 1 0 0 0,0-1 0 0 0,0 0 0 0 0,0 0 0 0 0,-1 1 0 0 0,1-1 0 0 0,0 1 0 0 0,0-1 0 0 0,-1 1 0 0 0,1-1 0 0 0,0 1 0 0 0,-1 0 0 0 0,1 0 0 0 0,-1-1 0 0 0,1 1 0 0 0,0 0 0 0 0,-1 0 0 0 0,1 1 0 0 0,-1-1 0 0 0,1 0 0 0 0,0 0 0 0 0,-3 1 0 0 0,0 1-6 0 0,2 1-6 0 0,-12 34 8 0 0,13-33 6 0 0,1 1-78 0 0,0 14 48 0 0,0-14 30 0 0,1-1-347 0 0,0-3 320 0 0,0 1 0 0 0,-1 0 0 0 0,1-1 0 0 0,0 1 0 0 0,1 0 0 0 0,-1-1 0 0 0,0 0 0 0 0,0 1 0 0 0,1-1 0 0 0,-1 0 0 0 0,1 1 0 0 0,-1-1 0 0 0,1 0 0 0 0,-1 0 0 0 0,1 0 0 0 0,0-1 0 0 0,2 2 0 0 0,0 0-11 0 0,3-10-77 0 0,6-3-34 0 0,-9 6 110 0 0,10-23 298 0 0,-12 22-227 0 0,-1-1 0 0 0,0 0-1 0 0,-1 1 1 0 0,1-1-1 0 0,-1 1 1 0 0,-1-1 0 0 0,0-7-1 0 0,0 9 27 0 0,-11-14-308 0 0,7 19 299 0 0,-13 3-28 0 0,13-3 37 0 0,5 0-56 0 0,0 1 0 0 0,0-1 0 0 0,0 0 0 0 0,0 1 0 0 0,0-1 0 0 0,0 0 0 0 0,0 1 0 0 0,0-1 0 0 0,-1 0 0 0 0,1 1 0 0 0,0-1 0 0 0,0 0 0 0 0,0 0 0 0 0,0 1 0 0 0,0-1 0 0 0,-1 0 0 0 0,1 0 0 0 0,0 1 0 0 0,0-1 0 0 0,0 0 0 0 0,-1 0 0 0 0,1 1 0 0 0,0-1 0 0 0,0 0 0 0 0,-1 0 0 0 0,1 0 0 0 0,0 0 0 0 0,-1 1 0 0 0,0-1-3 0 0,0 0-1 0 0,1 1 0 0 0,-1-1 0 0 0,0 1 0 0 0,1-1 0 0 0,-1 1 0 0 0,1-1 0 0 0,-1 1 0 0 0,1-1 0 0 0,-1 1 0 0 0,1 0 0 0 0,-1-1 1 0 0,1 1-1 0 0,-1 0 0 0 0,1-1 0 0 0,0 1 0 0 0,-1 0 0 0 0,1 0 0 0 0,0 0 0 0 0,-4 48 57 0 0,4-48-61 0 0,1 0-1 0 0,-1 0 1 0 0,1 0-1 0 0,-1 0 1 0 0,1-1 0 0 0,0 1-1 0 0,-1 0 1 0 0,1 0 0 0 0,0 0-1 0 0,0-1 1 0 0,0 1 0 0 0,-1 0-1 0 0,1-1 1 0 0,0 1 0 0 0,0-1-1 0 0,0 1 1 0 0,0-1 0 0 0,0 1-1 0 0,0-1 1 0 0,2 1 0 0 0,19-8-48 0 0,-20 3-61 0 0,5-10 105 0 0,-6 11-2 0 0,0-2-182 0 0,-3-40 116 0 0,2 41 138 0 0,-3 1-66 0 0,2 2 8 0 0,0 0 1 0 0,0 0-1 0 0,0 0 1 0 0,0 0-1 0 0,0 0 1 0 0,0 0-1 0 0,0 1 1 0 0,0-1-1 0 0,0 0 1 0 0,0 1-1 0 0,-1-1 1 0 0,1 1-1 0 0,0-1 0 0 0,0 1 1 0 0,-1 0-1 0 0,1 0 1 0 0,0-1-1 0 0,-1 1 1 0 0,1 0-1 0 0,0 0 1 0 0,-1 0-1 0 0,1 0 1 0 0,0 0-1 0 0,-1 1 1 0 0,1-1-1 0 0,0 0 1 0 0,-2 1-1 0 0,-1 0 5 0 0,-3 8 22 0 0,6-8-28 0 0,1-1-1 0 0,-1 0 1 0 0,0 1-1 0 0,1-1 1 0 0,-1 1 0 0 0,0-1-1 0 0,1 1 1 0 0,-1-1-1 0 0,1 1 1 0 0,-1 0-1 0 0,1-1 1 0 0,-1 1 0 0 0,1 0-1 0 0,0-1 1 0 0,-1 1-1 0 0,1 0 1 0 0,0-1 0 0 0,0 1-1 0 0,-1 0 1 0 0,1 0-1 0 0,0-1 1 0 0,0 2-1 0 0,-1 3 15 0 0,0-1-1 0 0,1 0 0 0 0,0 0 1 0 0,0 1-1 0 0,0-1 0 0 0,0 0 1 0 0,2 9-1 0 0,-1-9 123 0 0,4-5-162 0 0,16 0 30 0 0,-16 1 18 0 0,-3-8-140 0 0,3 3 83 0 0,2-26 154 0 0,-7 26-136 0 0,0-21-77 0 0,0 21 114 0 0,-4 4-31 0 0,-16-5-115 0 0,5 21 187 0 0,12-12-47 0 0,1 4-17 0 0,0-1 8 0 0,0 0 0 0 0,-1 0 0 0 0,-5 8 0 0 0,6-10 58 0 0,23-10-127 0 0,-17 5 34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44.8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0 1600 0 0,'0'0'2247'0'0,"-2"3"-1631"0"0,-1 0-359 0 0,0 0 0 0 0,1 0 0 0 0,0 0 0 0 0,0 1 0 0 0,0-1 0 0 0,0 1 0 0 0,-1 4 0 0 0,1-4 304 0 0,2 0-408 0 0,0 3-28 0 0,0 0 0 0 0,0 0 0 0 0,1 0 0 0 0,0 0 0 0 0,0 0 0 0 0,1 0 0 0 0,4 10 0 0 0,-4-13 397 0 0,2-6-450 0 0,-1 1-34 0 0,0 0 1 0 0,-1-1-1 0 0,1 1 1 0 0,0-1-1 0 0,-1 0 1 0 0,1 0-1 0 0,-1 0 1 0 0,0 0-1 0 0,0 0 1 0 0,0 0-1 0 0,0-1 1 0 0,0 1-1 0 0,0-1 1 0 0,-1 1-1 0 0,1-1 1 0 0,-1 0-1 0 0,1 0 1 0 0,-1 0-1 0 0,1-3 1 0 0,-1 2 57 0 0,-2 1-84 0 0,-4-13-1 0 0,4 12 59 0 0,-3 7-90 0 0,3-2 19 0 0,0 0 0 0 0,0 0 1 0 0,0 0 0 0 0,0-1 0 0 0,0 1 0 0 0,0 0 0 0 0,0 0 0 0 0,0-1 0 0 0,0 1-1 0 0,0 0 1 0 0,0-1 0 0 0,-1 1 0 0 0,-1 0 0 0 0,1 2-31 0 0,-1 0 31 0 0,1-1 3 0 0,0 0 0 0 0,0 1 0 0 0,1-1-1 0 0,-1 0 1 0 0,1 1 0 0 0,-1-1-1 0 0,1 1 1 0 0,0 0 0 0 0,0-1-1 0 0,0 1 1 0 0,0 0 0 0 0,0 4 0 0 0,0 12-6 0 0,0-14 30 0 0,5 2-22 0 0,-4-7-5 0 0,0 1 0 0 0,0-1 1 0 0,0 1-1 0 0,0-1 1 0 0,0 1-1 0 0,0-1 1 0 0,0 1-1 0 0,0-1 0 0 0,0 0 1 0 0,0 1-1 0 0,1-1 1 0 0,-1 1-1 0 0,0-1 1 0 0,0 1-1 0 0,0-1 0 0 0,1 1 1 0 0,-1-1-1 0 0,0 0 1 0 0,1 1-1 0 0,-1-1 1 0 0,0 0-1 0 0,1 1 0 0 0,-1-1 1 0 0,1 0-1 0 0,-1 1 1 0 0,0-1-1 0 0,1 0 1 0 0,-1 0-1 0 0,1 0 0 0 0,-1 1 1 0 0,2-1-1 0 0,0-1-4 0 0,0-1 0 0 0,0 1 0 0 0,0-1 0 0 0,0 0 0 0 0,0 1 0 0 0,-1-1 0 0 0,1 0-1 0 0,0 0 1 0 0,-1 0 0 0 0,1 0 0 0 0,-1-1 0 0 0,0 1 0 0 0,1-3 0 0 0,0 2 79 0 0,-5-4-145 0 0,3 6 71 0 0,0 1 0 0 0,0-1 0 0 0,0 1 0 0 0,0-1 0 0 0,0 1 0 0 0,-1-1 1 0 0,1 1-1 0 0,0-1 0 0 0,0 1 0 0 0,0-1 0 0 0,0 1 0 0 0,-1-1 0 0 0,1 1 0 0 0,0-1 0 0 0,0 1 0 0 0,-1-1 0 0 0,1 1 0 0 0,0 0 0 0 0,-1-1 0 0 0,1 1 0 0 0,-1-1 0 0 0,1 1 0 0 0,0 0 0 0 0,-1 0 0 0 0,1-1 0 0 0,-1 1 0 0 0,1 0 0 0 0,-1 0 1 0 0,0-1-1 0 0,-12 9-1 0 0,10-6 6 0 0,2 2-232 0 0,-3 10 143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46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49 2936 0 0,'-7'-17'1073'0'0,"5"13"616"0"0,-1 1-1058 0 0,-1-1-331 0 0,0 1 1 0 0,-1 0 0 0 0,1 0-1 0 0,-1 0 1 0 0,1 0 0 0 0,-6-1-1 0 0,6 2-32 0 0,0 3 8 0 0,-3 2-177 0 0,0 0 0 0 0,1 1 1 0 0,0-1-1 0 0,-1 1 0 0 0,2 0 1 0 0,-1 1-1 0 0,0-1 0 0 0,1 1 1 0 0,0 0-1 0 0,0 1 0 0 0,0-1 1 0 0,1 1-1 0 0,0 0 0 0 0,0 0 1 0 0,0 1-1 0 0,1-1 0 0 0,-3 9 0 0 0,-3 4-5 0 0,2 0 0 0 0,0 1-1 0 0,1 0 1 0 0,-5 37-1 0 0,6-35-34 0 0,5-19-49 0 0,-1 1 0 0 0,1-1 0 0 0,0 0-1 0 0,0 0 1 0 0,0 0 0 0 0,0 1 0 0 0,0-1-1 0 0,1 0 1 0 0,1 6 0 0 0,-2-1 6 0 0,0-4-12 0 0,0 0 0 0 0,1-1 1 0 0,-1 1-1 0 0,1-1 0 0 0,0 1 0 0 0,0 0 1 0 0,0-1-1 0 0,2 5 0 0 0,1 3-118 0 0,1 0-1 0 0,0 0 1 0 0,1 0 0 0 0,0-1-1 0 0,1 0 1 0 0,0 0 0 0 0,0 0 0 0 0,1-1-1 0 0,0 0 1 0 0,18 14 0 0 0,-19-18-446 0 0,0 0 1 0 0,1-1 0 0 0,14 7 0 0 0,20 2-3668 0 0,-10-7 545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47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95 2936 0 0,'0'0'1055'0'0,"1"-4"-150"0"0,2-45 2605 0 0,-3 43-2669 0 0,-2 2-587 0 0,-4-12 15 0 0,5 12 87 0 0,-2 1-276 0 0,1 2-56 0 0,0 0 1 0 0,0 0 0 0 0,0 0-1 0 0,0 0 1 0 0,0 0 0 0 0,0 0 0 0 0,0 1-1 0 0,0-1 1 0 0,0 1 0 0 0,0-1-1 0 0,0 1 1 0 0,-1 0 0 0 0,1 0 0 0 0,0 0-1 0 0,0 0 1 0 0,-4 1 0 0 0,1 0 19 0 0,-16 10-24 0 0,19-10-12 0 0,1 0-1 0 0,-1-1 0 0 0,1 1 1 0 0,-1 0-1 0 0,1 0 0 0 0,0 0 1 0 0,-1 0-1 0 0,1 0 0 0 0,0 0 0 0 0,-1 0 1 0 0,1 0-1 0 0,-1 3 0 0 0,-2-1 48 0 0,-22 37 62 0 0,24-37-100 0 0,1 1 7 0 0,-5 14 8 0 0,5-14 2 0 0,0 1-6 0 0,-1 13-8 0 0,1-13 66 0 0,1 1-85 0 0,9 45 24 0 0,-7-46-9 0 0,-2-4-45 0 0,0 1 24 0 0,1-1 0 0 0,-1 0 1 0 0,1 0-1 0 0,0 1 1 0 0,-1-1-1 0 0,1 0 1 0 0,0 0-1 0 0,0 0 1 0 0,-1 0-1 0 0,1 0 1 0 0,2 2-1 0 0,-2-2-3 0 0,2 2-22 0 0,1-2-126 0 0,15 4 124 0 0,-15-4 51 0 0,0-3-96 0 0,11-4 26 0 0,-11 4 0 0 0,-2 1-8 0 0,0 0 48 0 0,-1 0 0 0 0,1 0 1 0 0,-1 0-1 0 0,1 0 0 0 0,0 0 1 0 0,-1-1-1 0 0,0 1 0 0 0,1-1 0 0 0,1-2 1 0 0,1 0-38 0 0,-2-2 7 0 0,1 0 0 0 0,0 0-1 0 0,0 0 1 0 0,1 1 0 0 0,6-10-1 0 0,-7 10-2 0 0,-3 5 44 0 0,0-1-1 0 0,-1 1 1 0 0,1-1-1 0 0,0 1 1 0 0,0 0 0 0 0,0-1-1 0 0,0 1 1 0 0,0-1-1 0 0,1 1 1 0 0,-1-1-1 0 0,0 1 1 0 0,0-1-1 0 0,0 1 1 0 0,0-1-1 0 0,0 1 1 0 0,1-1-1 0 0,-1 1 1 0 0,0 0-1 0 0,0-1 1 0 0,1 1 0 0 0,-1 0-1 0 0,0-1 1 0 0,1 0-1 0 0,7-15 108 0 0,-4-4 208 0 0,-2 16-290 0 0,4-13-11 0 0,-5 13 324 0 0,0 9-263 0 0,-1 6 8 0 0,0 0-1 0 0,0 0 1 0 0,-2 0-1 0 0,1-1 1 0 0,-5 18 0 0 0,-18 57 113 0 0,23-82-201 0 0,-7 21-40 0 0,-3 6 49 0 0,2 2 1 0 0,-6 38 0 0 0,14-65-112 0 0,1-1-309 0 0,-1 2 264 0 0,-1 2 34 0 0,0 2-3373 0 0,15 2-98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48.5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69 3076 0 0,'0'0'5776'0'0,"-1"-4"-5567"0"0,-3-14-22 0 0,4 14 181 0 0,2 1-208 0 0,9-8-28 0 0,-9 8 123 0 0,2 1-126 0 0,41-20 195 0 0,-40 20-181 0 0,2 2-130 0 0,18 2-6 0 0,-18-2 11 0 0,-7 0-19 0 0,0 0 0 0 0,0 1 0 0 0,0-1 0 0 0,0 0 0 0 0,0 0 0 0 0,0 1 0 0 0,0-1 0 0 0,1 0 0 0 0,-1 0 0 0 0,0 1 0 0 0,0-1-1 0 0,0 0 1 0 0,0 0 0 0 0,1 1 0 0 0,-1-1 0 0 0,0 0 0 0 0,0 0 0 0 0,0 0 0 0 0,1 0 0 0 0,-1 1 0 0 0,0-1 0 0 0,0 0 0 0 0,1 0 0 0 0,-1 0 0 0 0,0 0 0 0 0,0 0 0 0 0,1 0 0 0 0,-1 0 0 0 0,0 1 0 0 0,0-1 0 0 0,1 0 0 0 0,-1 0 0 0 0,1 0 0 0 0,0 0 1 0 0,0 0 0 0 0,0 1 0 0 0,0-1 0 0 0,-1 0 0 0 0,1 1 0 0 0,0-1 0 0 0,0 0 0 0 0,-1 1 0 0 0,1-1 0 0 0,0 1 0 0 0,-1 0 0 0 0,1-1 0 0 0,-1 1-1 0 0,1-1 1 0 0,0 1 0 0 0,-1 0 0 0 0,1 0 0 0 0,-1-1 0 0 0,1 3 0 0 0,2 3-2 0 0,-1 1 0 0 0,1-1 1 0 0,-1 1-1 0 0,-1 0 0 0 0,1 0 0 0 0,-1 0 0 0 0,0 0 1 0 0,-1 0-1 0 0,0 12 0 0 0,-1-7 15 0 0,-1 0 0 0 0,0 0 0 0 0,-1 0 1 0 0,0 0-1 0 0,-1-1 0 0 0,0 0 0 0 0,-1 1 0 0 0,0-2 0 0 0,-1 1 1 0 0,0 0-1 0 0,-7 9 0 0 0,-1-5-2 0 0,1-2-4 0 0,-5 5-74 0 0,15-15-111 0 0,-1-2 152 0 0,-38 10-146 0 0,37-10 142 0 0,1-3-50 0 0,-12-6-12 0 0,11 6-2 0 0,5 1-8 0 0,-1-1 85 0 0,0 1 1 0 0,0-1-1 0 0,0 1 0 0 0,0 0 0 0 0,0-1 0 0 0,-1 1 1 0 0,1 0-1 0 0,0 0 0 0 0,-3-2 0 0 0,1 0-84 0 0,2-1-27 0 0,0 2 115 0 0,0 0 0 0 0,0 0 0 0 0,1 0 1 0 0,-1 0-1 0 0,1-1 0 0 0,-1 1 0 0 0,1 0 0 0 0,0 0 1 0 0,0 0-1 0 0,0-1 0 0 0,0 1 0 0 0,0 0 0 0 0,0 0 1 0 0,1 0-1 0 0,-1 0 0 0 0,1-1 0 0 0,0 1 0 0 0,-1 0 1 0 0,1 0-1 0 0,0 0 0 0 0,0 0 0 0 0,0 0 0 0 0,1 1 1 0 0,-1-1-1 0 0,0 0 0 0 0,1 0 0 0 0,-1 1 0 0 0,1-1 1 0 0,2-1-1 0 0,0 1 2 0 0,0 1 0 0 0,1 0 0 0 0,-1-1 1 0 0,0 1-1 0 0,1 1 0 0 0,-1-1 0 0 0,1 1 0 0 0,4 0 1 0 0,-4 0 66 0 0,-1 3-20 0 0,14 6 21 0 0,-14-6 28 0 0,-1 0-20 0 0,41 56 157 0 0,-42-56-208 0 0,0 2-22 0 0,5 12-16 0 0,-6-13-24 0 0,1 1-68 0 0,-1-4-134 0 0,7 23 73 0 0,6-7-5145 0 0,5-5 1572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48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128 1 2760 0 0,'0'0'3995'0'0,"-2"4"-3319"0"0,-60 148 2013 0 0,47-112-2615 0 0,-10 27-928 0 0,1 0-4822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50.0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84 2228 0 0,'0'0'2067'0'0,"-5"1"-1209"0"0,-12 5-131 0 0,13-5 1302 0 0,-1 0-1609 0 0,-14 2-24 0 0,15-2 989 0 0,0-2-1173 0 0,-17-6 364 0 0,20 3-485 0 0,-2-14 13 0 0,2 14 112 0 0,2-1-169 0 0,2 0-27 0 0,-1-1-1 0 0,1 1 1 0 0,0 0 0 0 0,1 0-1 0 0,5-7 1 0 0,-6 9 11 0 0,1 1-30 0 0,14-6-4 0 0,-14 6-4 0 0,1 2 7 0 0,-1-2-8 0 0,-3 2 9 0 0,0 0 1 0 0,0-1-1 0 0,0 1 0 0 0,0-1 0 0 0,0 1 0 0 0,0 0 0 0 0,0 0 0 0 0,0 0 0 0 0,0-1 0 0 0,0 1 0 0 0,0 0 0 0 0,0 0 1 0 0,0 1-1 0 0,0-1 0 0 0,0 0 0 0 0,2 1 0 0 0,0 0-7 0 0,0 1 0 0 0,0 0 0 0 0,0-1 0 0 0,0 1-1 0 0,0 1 1 0 0,-1-1 0 0 0,1 0 0 0 0,-1 1 0 0 0,0-1 0 0 0,1 1 0 0 0,-1 0 0 0 0,2 3 0 0 0,-4-5 6 0 0,1 0 1 0 0,0 0 0 0 0,0 1-1 0 0,0-1 1 0 0,-1 0 0 0 0,1 0 0 0 0,-1 1-1 0 0,1-1 1 0 0,-1 0 0 0 0,1 1-1 0 0,-1-1 1 0 0,0 1 0 0 0,0-1-1 0 0,0 0 1 0 0,0 1 0 0 0,0-1 0 0 0,0 3-1 0 0,0 0 3 0 0,0 1 1 0 0,1 0 0 0 0,-1 0 0 0 0,-1 0 0 0 0,1 0-1 0 0,-1 0 1 0 0,1-1 0 0 0,-1 1 0 0 0,-1 0 0 0 0,-1 5 0 0 0,1-5 2 0 0,-1 6 2 0 0,0 0 0 0 0,-1-1 1 0 0,-1 1-1 0 0,0-1 1 0 0,0 0-1 0 0,-1-1 0 0 0,0 1 1 0 0,-11 12-1 0 0,-12 19-7 0 0,24-35 1 0 0,-10 6 34 0 0,-46 32 14 0 0,57-41-46 0 0,-1-2-12 0 0,-15 3-20 0 0,15-3-10 0 0,1-2-57 0 0,-12-3 21 0 0,12 3 21 0 0,2-3-18 0 0,0 1 51 0 0,0-1 0 0 0,1 0 0 0 0,0 1 0 0 0,0-1 0 0 0,0 0 0 0 0,0 0 0 0 0,1 0 0 0 0,-1 0 0 0 0,1 1 0 0 0,0-1 0 0 0,0 0 0 0 0,0 0 0 0 0,1 0 0 0 0,1-7 0 0 0,0 7 15 0 0,0 1-25 0 0,10-9 26 0 0,-9 9-1 0 0,1 1 8 0 0,12-4-3 0 0,-12 4 17 0 0,2 3 1 0 0,0 0 22 0 0,0 1 1 0 0,-1 1-1 0 0,1-1 1 0 0,0 1-1 0 0,-1 0 0 0 0,1 0 1 0 0,-1 0-1 0 0,0 1 1 0 0,6 5-1 0 0,-8-5-8 0 0,0-1-18 0 0,9 13-26 0 0,-9-13 22 0 0,-1 1 1 0 0,9 11-15 0 0,-9-11-66 0 0,1-1-61 0 0,23 23-938 0 0,-23-24 629 0 0,20 7-2479 0 0,-18-10 1748 0 0,17-1-907 0 0,-16 1-1442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50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3 2876 0 0,'0'0'4988'0'0,"-5"-1"-4781"0"0,-15 0-36 0 0,15 1 330 0 0,4 0-495 0 0,1 0 0 0 0,0 0 0 0 0,-1 1 0 0 0,1-1 0 0 0,-1 0 0 0 0,1 0 0 0 0,-1 1 0 0 0,1-1 0 0 0,0 0 0 0 0,-1 0 0 0 0,1 1 0 0 0,0-1 0 0 0,-1 0 0 0 0,1 1 0 0 0,0-1 0 0 0,0 1 0 0 0,-1-1 0 0 0,1 0 0 0 0,0 1 0 0 0,0-1 0 0 0,0 1 0 0 0,-1-1 0 0 0,1 1 0 0 0,0-1 0 0 0,0 1 0 0 0,0 0 0 0 0,0-1 27 0 0,0 1-1 0 0,0-1 1 0 0,0 1 0 0 0,0-1-1 0 0,-1 0 1 0 0,1 1-1 0 0,0-1 1 0 0,0 1 0 0 0,0-1-1 0 0,-1 1 1 0 0,1-1-1 0 0,0 0 1 0 0,0 1 0 0 0,-1-1-1 0 0,1 1 1 0 0,0-1-1 0 0,-1 0 1 0 0,1 0 0 0 0,0 1-1 0 0,-1-1 1 0 0,1 0 0 0 0,-1 1-1 0 0,1-1 1 0 0,0 0-1 0 0,-1 0 1 0 0,0 1 0 0 0,1 3 99 0 0,2 3-3 0 0,0-1 1 0 0,0 0 0 0 0,0 0 0 0 0,1 0 0 0 0,0 0 0 0 0,0 0 0 0 0,0 0-1 0 0,6 6 1 0 0,-6-9-10 0 0,5 8 58 0 0,2-3 128 0 0,18 18 97 0 0,-26-23-317 0 0,19 23 210 0 0,-16-21-237 0 0,-3-2 109 0 0,0 1-60 0 0,5 11 13 0 0,-5-11 265 0 0,-2 1-269 0 0,-1 0-4 0 0,1 0 1 0 0,-1 1-1 0 0,0-1 0 0 0,0 0 1 0 0,-1 0-1 0 0,-2 7 0 0 0,2-8-33 0 0,-1-1-7 0 0,-28 17 140 0 0,28-18-186 0 0,-2-1-5 0 0,-16 2-147 0 0,16-2-112 0 0,-1-2-495 0 0,-18-2 240 0 0,19 2-80 0 0,1-1-81 0 0,-31-24-3197 0 0,32 23 2440 0 0,1-2-1004 0 0,-5-20-1703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50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 3100 0 0,'0'0'941'0'0,"2"-3"-64"0"0,7-9-166 0 0,-6 9 93 0 0,0 1-457 0 0,41-19 564 0 0,-39 19-856 0 0,1 2 59 0 0,101-10-1461 0 0,-102 9 998 0 0,17-1-2397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51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196 1 3076 0 0,'0'0'3238'0'0,"3"3"-2422"0"0,6 6-408 0 0,0 0-1 0 0,-1 1 1 0 0,0 0-1 0 0,0 1 1 0 0,-2 0-1 0 0,1 0 1 0 0,-1 0-1 0 0,-1 1 1 0 0,8 21-1 0 0,-3-2-175 0 0,-1-1 1 0 0,-1 2-1 0 0,3 32 0 0 0,-9-45-217 0 0,-1 1 0 0 0,-1-1 0 0 0,-1 0-1 0 0,0 1 1 0 0,-1-1 0 0 0,-2 0-1 0 0,0 0 1 0 0,0 0 0 0 0,-2 0 0 0 0,-1-1-1 0 0,0 0 1 0 0,-1 0 0 0 0,-13 21-1 0 0,9-20-382 0 0,-2 0 0 0 0,0 0 0 0 0,0-2 0 0 0,-24 23 0 0 0,18-23-1037 0 0,0 0 0 0 0,-1-2 0 0 0,-40 24 0 0 0,21-18-3435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06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63 1708 0 0,'0'0'1269'0'0,"-1"-5"-756"0"0,-1-12-73 0 0,1 13 2529 0 0,-2 1-2765 0 0,-1 1-78 0 0,-1 0 0 0 0,0 0 0 0 0,1 0 0 0 0,-1 1 1 0 0,0 0-1 0 0,0 0 0 0 0,0 0 0 0 0,0 0 0 0 0,0 1 0 0 0,0-1 1 0 0,-9 2-1 0 0,9 0 49 0 0,-12 14 38 0 0,6 6-114 0 0,12-16-66 0 0,0 14-6 0 0,-1-14-10 0 0,7 3-22 0 0,3 6 12 0 0,-7-12-2 0 0,0-1 0 0 0,-1 0 1 0 0,1 1-1 0 0,0-1 0 0 0,0 0 0 0 0,0-1 0 0 0,0 1 1 0 0,0 0-1 0 0,0-1 0 0 0,1 0 0 0 0,-1 0 1 0 0,0 0-1 0 0,0 0 0 0 0,0 0 0 0 0,0 0 0 0 0,0-1 1 0 0,0 0-1 0 0,5-1 0 0 0,-5 0 162 0 0,-1-1-139 0 0,0 0 0 0 0,0-1 0 0 0,-1 0 0 0 0,1 1 0 0 0,-1-1 0 0 0,0 0 0 0 0,0 0 0 0 0,0 0 0 0 0,-1 0 0 0 0,1-6 33 0 0,-2 5-34 0 0,-15-36 206 0 0,14 38-237 0 0,-1 0-21 0 0,2 2 22 0 0,0-1 1 0 0,-1 1-1 0 0,1 0 0 0 0,0 0 1 0 0,-1 0-1 0 0,1 0 0 0 0,-1 0 1 0 0,0 1-1 0 0,1-1 0 0 0,-1 0 1 0 0,0 1-1 0 0,1-1 0 0 0,-1 1 1 0 0,0-1-1 0 0,1 1 0 0 0,-1 0 1 0 0,0 0-1 0 0,0 0 0 0 0,1 0 1 0 0,-1 0-1 0 0,-3 1 0 0 0,0-1 35 0 0,3 3-22 0 0,-21 34 182 0 0,21-33-144 0 0,1 1-51 0 0,-1 12 36 0 0,1-12 42 0 0,2-1-86 0 0,8 29-2 0 0,-5-29 10 0 0,-1-1-1 0 0,-1 0-16 0 0,1-1-11 0 0,32 18-95 0 0,-31-19 131 0 0,1-2 12 0 0,13-2 39 0 0,-13 2-71 0 0,15-16-74 0 0,-12 0 96 0 0,-6 13 9 0 0,-3 3-11 0 0,1-1 1 0 0,-1 1-1 0 0,1-1 1 0 0,0 0 0 0 0,0 1-1 0 0,0-1 1 0 0,0 1 0 0 0,0-1-1 0 0,0 0 1 0 0,0 1-1 0 0,0-1 1 0 0,1-2 0 0 0,0 0-9 0 0,-1-1-24 0 0,-1 5-14 0 0,1-1 40 0 0,0 1 0 0 0,0 0 1 0 0,-1 0-1 0 0,1 0 1 0 0,0-1-1 0 0,-1 1 0 0 0,1 0 1 0 0,0 0-1 0 0,0-1 0 0 0,0 1 1 0 0,-1 0-1 0 0,1 0 1 0 0,0-1-1 0 0,0 1 0 0 0,0 0 1 0 0,0-1-1 0 0,-1 1 0 0 0,1 0 1 0 0,0-1-1 0 0,0 1 1 0 0,0 0-1 0 0,0-1 0 0 0,0 1 1 0 0,0 0-1 0 0,0-1 0 0 0,0 1 1 0 0,0 0-1 0 0,0-1 1 0 0,0 0-6 0 0,0 0 0 0 0,0 0 0 0 0,0 0 0 0 0,0 0 1 0 0,0 0-1 0 0,-1 0 0 0 0,1 0 0 0 0,0 1 1 0 0,-1-1-1 0 0,1 0 0 0 0,0 0 0 0 0,-1 0 0 0 0,1 0 1 0 0,-1 1-1 0 0,1-1 0 0 0,-1 0 0 0 0,-1-1 1 0 0,1 1 3 0 0,0 0 1 0 0,0 0-1 0 0,0 1 1 0 0,0-1-1 0 0,0 0 1 0 0,0 0-1 0 0,0 1 1 0 0,0-1-1 0 0,-1 0 1 0 0,1 1-1 0 0,0-1 1 0 0,0 1-1 0 0,-1 0 1 0 0,1-1-1 0 0,0 1 1 0 0,-1 0-1 0 0,1 0 0 0 0,0 0 1 0 0,-1 0-1 0 0,1 0 1 0 0,0 0-1 0 0,-1 0 1 0 0,1 0-1 0 0,0 1 1 0 0,-1-1-1 0 0,1 0 1 0 0,0 1-1 0 0,0-1 1 0 0,-1 1-1 0 0,1-1 1 0 0,0 1-1 0 0,0 0 1 0 0,0 0-1 0 0,-2 1 1 0 0,2-2 1 0 0,0 1 0 0 0,-1 0 1 0 0,1 0-1 0 0,0 1 0 0 0,-1-1 0 0 0,1 0 1 0 0,0 0-1 0 0,0 1 0 0 0,0-1 0 0 0,-1 3 13 0 0,1 0-17 0 0,-4 12 27 0 0,4-12 14 0 0,2 0-39 0 0,4 13 4 0 0,-4-13 10 0 0,2-2 0 0 0,1 1-2 0 0,0 0 1 0 0,1 0 0 0 0,0 0 0 0 0,-1-1-1 0 0,8 3 1 0 0,-7-3 13 0 0,-1-4 20 0 0,-1 1-22 0 0,0-1 0 0 0,0 1 0 0 0,0-1 0 0 0,0 0 0 0 0,0 0 0 0 0,0 0 0 0 0,-1 0 0 0 0,1 0 0 0 0,3-5 0 0 0,-4 4 117 0 0,-2-2-123 0 0,-1-13 5 0 0,0 13-3 0 0,1 5-133 0 0,0 0 114 0 0,0 0 1 0 0,-1 0-1 0 0,1 0 0 0 0,0-1 1 0 0,-1 1-1 0 0,1 0 0 0 0,0 0 1 0 0,0 0-1 0 0,-1 0 0 0 0,1 0 1 0 0,0-1-1 0 0,0 1 0 0 0,-1 0 1 0 0,1 0-1 0 0,0 0 0 0 0,0-1 1 0 0,0 1-1 0 0,-1 0 0 0 0,1 0 1 0 0,0-1-1 0 0,0 1 0 0 0,0 0 1 0 0,0 0-1 0 0,0-1 0 0 0,-1 1 1 0 0,1 0-1 0 0,0-1 0 0 0,0 1 1 0 0,0 0-1 0 0,0-1 0 0 0,0 0 5 0 0,0 0 0 0 0,0 0 0 0 0,-1 1 0 0 0,1-1 0 0 0,0 0 0 0 0,-1 0 0 0 0,1 1 0 0 0,-1-1 0 0 0,1 0 0 0 0,-1 1 0 0 0,1-1 0 0 0,-1 0 0 0 0,1 1 0 0 0,-1-1 0 0 0,1 1 0 0 0,-1-1 0 0 0,0 1 0 0 0,1-1 0 0 0,-1 1 0 0 0,0-1 0 0 0,-1 1 0 0 0,0-2-4 0 0,2 1-1 0 0,-1 1 1 0 0,0-1 0 0 0,0 1-1 0 0,0-1 1 0 0,0 0-1 0 0,0 1 1 0 0,0-1-1 0 0,0 1 1 0 0,0 0 0 0 0,0-1-1 0 0,0 1 1 0 0,0 0-1 0 0,0 0 1 0 0,0 0 0 0 0,-1 0-1 0 0,1 0 1 0 0,0 0-1 0 0,0 0 1 0 0,0 0-1 0 0,-2 0 1 0 0,-15 4-2 0 0,13-4-24 0 0,-11 20 41 0 0,16-15-10 0 0,-2 15 9 0 0,1-16-35 0 0,8 19 44 0 0,-4-20-13 0 0,-2-1 11 0 0,0-1-1 0 0,1 0 1 0 0,-1 1 0 0 0,1-1-1 0 0,-1 0 1 0 0,1 0 0 0 0,-1 0-1 0 0,1-1 1 0 0,0 1 0 0 0,0 0-1 0 0,-1 0 1 0 0,1-1 0 0 0,0 1-1 0 0,0-1 1 0 0,0 0 0 0 0,0 0-1 0 0,0 1 1 0 0,0-1 0 0 0,-1 0-1 0 0,1-1 1 0 0,3 1 0 0 0,-3 0 205 0 0,0-4-286 0 0,0 0 115 0 0,0 0 0 0 0,0-1 1 0 0,0 0-1 0 0,-1 1 0 0 0,0-1 0 0 0,1-7 0 0 0,-2 7-9 0 0,-1 1-40 0 0,-3-18-7 0 0,-3 16-32 0 0,7 5 32 0 0,0 1 0 0 0,0-1-1 0 0,0 1 1 0 0,0 0 0 0 0,-1-1-1 0 0,1 1 1 0 0,0 0-1 0 0,0-1 1 0 0,-1 1 0 0 0,1-1-1 0 0,0 1 1 0 0,0 0 0 0 0,-1-1-1 0 0,1 1 1 0 0,0 0 0 0 0,-1 0-1 0 0,1-1 1 0 0,0 1 0 0 0,-1 0-1 0 0,1 0 1 0 0,-1 0 0 0 0,1-1-1 0 0,0 1 1 0 0,-1 0 0 0 0,1 0-1 0 0,-1 0 1 0 0,1 0 0 0 0,0 0-1 0 0,-1 0 1 0 0,1 0-1 0 0,-1 0 1 0 0,1 0 0 0 0,-1 0-1 0 0,1 0 1 0 0,-1 0 0 0 0,1 0-1 0 0,-1 0 1 0 0,-1 1 2 0 0,0-1 1 0 0,0 1-1 0 0,1 0 0 0 0,-1 0 1 0 0,0-1-1 0 0,0 1 1 0 0,1 0-1 0 0,-1 0 0 0 0,1 1 1 0 0,-1-1-1 0 0,1 0 0 0 0,-1 0 1 0 0,1 1-1 0 0,0-1 0 0 0,-1 1 1 0 0,1-1-1 0 0,0 1 0 0 0,0 0 1 0 0,0-1-1 0 0,0 1 0 0 0,1 0 1 0 0,-1 0-1 0 0,0 0 1 0 0,1-1-1 0 0,-1 1 0 0 0,1 0 1 0 0,0 0-1 0 0,0 0 0 0 0,-1 0 1 0 0,1 0-1 0 0,1 3 0 0 0,-1-1 25 0 0,0-2-21 0 0,0-1-1 0 0,1 0 0 0 0,-1 0 0 0 0,0 1 1 0 0,1-1-1 0 0,-1 0 0 0 0,1 0 0 0 0,0 0 1 0 0,-1 0-1 0 0,1 0 0 0 0,0 0 0 0 0,0 0 1 0 0,-1 0-1 0 0,1 0 0 0 0,0 0 0 0 0,0 0 1 0 0,0 0-1 0 0,2 1 0 0 0,11 4 11 0 0,-11-4 5 0 0,3-8-88 0 0,-5 6 54 0 0,-1 0 0 0 0,1 0 0 0 0,-1 0 0 0 0,1 0 0 0 0,-1 0 1 0 0,0-1-1 0 0,1 1 0 0 0,-1 0 0 0 0,1 0 0 0 0,-1-1 0 0 0,0 1 1 0 0,1 0-1 0 0,-1-1 0 0 0,0 1 0 0 0,1 0 0 0 0,-1-1 0 0 0,0 1 1 0 0,1-1-1 0 0,-1 1 0 0 0,0 0 0 0 0,0-1 0 0 0,0 1 0 0 0,1-1 1 0 0,-1 1-1 0 0,0-1 0 0 0,0 1 0 0 0,0-1 0 0 0,0 1 0 0 0,0-1 1 0 0,0 1-1 0 0,0-1 0 0 0,0 0 0 0 0,0 1 16 0 0,-1-1-1 0 0,1 1 1 0 0,0-1-1 0 0,-1 0 1 0 0,1 1-1 0 0,-1-1 1 0 0,1 1-1 0 0,-1-1 1 0 0,0 1 0 0 0,1-1-1 0 0,-1 1 1 0 0,1 0-1 0 0,-1-1 1 0 0,0 1-1 0 0,1 0 1 0 0,-1 0-1 0 0,0-1 1 0 0,0 1-1 0 0,1 0 1 0 0,-1 0 0 0 0,0 0-1 0 0,1 0 1 0 0,-1 0-1 0 0,0 0 1 0 0,0 0-1 0 0,1 0 1 0 0,-1 0-1 0 0,0 0 1 0 0,0 0 0 0 0,1 0-1 0 0,-1 1 1 0 0,0-1-1 0 0,1 0 1 0 0,-1 0-1 0 0,0 1 1 0 0,1-1-1 0 0,-1 0 1 0 0,0 1 0 0 0,1-1-1 0 0,-1 1 1 0 0,1-1-1 0 0,-1 2 1 0 0,-2 0 62 0 0,1 1-184 0 0,-5 10 108 0 0,5-10 24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09.9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 3276 0 0,'0'0'5637'0'0,"-2"3"-5108"0"0,-1 5-316 0 0,1 0 1 0 0,-1 0-1 0 0,2 1 1 0 0,-1-1-1 0 0,1 0 1 0 0,0 1-1 0 0,1-1 1 0 0,-1 1-1 0 0,2-1 1 0 0,-1 1-1 0 0,4 11 1 0 0,-2 3-113 0 0,1 23-16 0 0,0 4-349 0 0,-3-42 192 0 0,3 99-2015 0 0,-4-33-2991 0 0,-1-43 429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10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54 3268 0 0,'0'0'3030'0'0,"-2"-3"-2359"0"0,1 3-604 0 0,1-1-1 0 0,-1 0 1 0 0,1 0 0 0 0,-1 1 0 0 0,1-1 0 0 0,-1 0 0 0 0,1 0 0 0 0,0 0 0 0 0,-1 0 0 0 0,1 0 0 0 0,0 1 0 0 0,0-1 0 0 0,0 0 0 0 0,-1 0-1 0 0,1 0 1 0 0,0 0 0 0 0,0 0 0 0 0,0 0 0 0 0,1 0 0 0 0,-1 0 0 0 0,0 0 0 0 0,0 0 0 0 0,0 1 0 0 0,1-1 0 0 0,-1 0 0 0 0,0 0-1 0 0,1 0 1 0 0,-1 0 0 0 0,1 1 0 0 0,-1-1 0 0 0,1 0 0 0 0,-1 0 0 0 0,1 1 0 0 0,0-2 0 0 0,2-1 339 0 0,1 1-244 0 0,12-7-15 0 0,-12 7 100 0 0,1 1-168 0 0,16-2-23 0 0,-16 2 99 0 0,1 2-128 0 0,18 0 1 0 0,-19-1 47 0 0,16 11 192 0 0,-10 9 128 0 0,-11-15-245 0 0,-2 15-66 0 0,2-16 45 0 0,-7 16 175 0 0,5-17-162 0 0,1 1-14 0 0,-29 54 296 0 0,28-54-297 0 0,1 0-96 0 0,-4 12 7 0 0,4-12 315 0 0,14 13-105 0 0,-10-14-196 0 0,1-2-37 0 0,14 5-8 0 0,-14-5-5 0 0,0 0 10 0 0,43 13 109 0 0,-42-12-50 0 0,32 21 562 0 0,-34-20-274 0 0,2 6-212 0 0,-5-8-137 0 0,0-1 1 0 0,1 1 0 0 0,-1-1-1 0 0,0 0 1 0 0,1 1-1 0 0,-1-1 1 0 0,0 1-1 0 0,1-1 1 0 0,-1 1 0 0 0,0 0-1 0 0,0-1 1 0 0,0 1-1 0 0,1-1 1 0 0,-1 1 0 0 0,0-1-1 0 0,0 1 1 0 0,0 0-1 0 0,0-1 1 0 0,0 1 0 0 0,0-1-1 0 0,0 1 1 0 0,0-1-1 0 0,0 1 1 0 0,0 0-1 0 0,-1-1 1 0 0,1 1 0 0 0,0-1-1 0 0,0 1 1 0 0,-1 0-1 0 0,-1 3 10 0 0,0-1-1 0 0,0 0 1 0 0,0 0-1 0 0,-1 0 1 0 0,1 0-1 0 0,-1-1 1 0 0,0 1-1 0 0,1 0 1 0 0,-1-1-1 0 0,0 0 0 0 0,-1 0 1 0 0,1 0-1 0 0,-5 2 1 0 0,-49 16-141 0 0,54-20 98 0 0,-1 1-132 0 0,-3 0-19 0 0,-52-1-1489 0 0,53-1 1130 0 0,6 1-155 0 0,0-1 659 0 0,0 1 1 0 0,0 0 0 0 0,0-1-1 0 0,-1 1 1 0 0,1 0-1 0 0,0-1 1 0 0,0 1 0 0 0,0 0-1 0 0,0 0 1 0 0,-1-1 0 0 0,1 1-1 0 0,0 0 1 0 0,0 0 0 0 0,-1-1-1 0 0,1 1 1 0 0,0 0-1 0 0,0 0 1 0 0,-1 0 0 0 0,1-1-1 0 0,0 1 1 0 0,0 0 0 0 0,-1 0-1 0 0,1 0 1 0 0,0 0-1 0 0,-1 0 1 0 0,-7-6-543 0 0,8-3-2591 0 0,1 4 2706 0 0,-1 3 240 0 0,0 0-1 0 0,1 1 1 0 0,-1-1 0 0 0,0 0-1 0 0,1 1 1 0 0,-1-1-1 0 0,1 1 1 0 0,0-1-1 0 0,0 1 1 0 0,-1-1-1 0 0,1 1 1 0 0,0-1 0 0 0,0 1-1 0 0,2-2 1 0 0,13-18-3736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11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 2900 0 0,'0'0'1238'0'0,"3"-2"-181"0"0,-3 1-806 0 0,1 0-1 0 0,0 1 1 0 0,0-1-1 0 0,0 1 1 0 0,-1-1-1 0 0,1 1 0 0 0,0-1 1 0 0,0 1-1 0 0,0 0 1 0 0,0-1-1 0 0,0 1 1 0 0,0 0-1 0 0,0 0 1 0 0,0 0-1 0 0,0 0 1 0 0,0 0-1 0 0,0 0 1 0 0,0 0-1 0 0,0 0 1 0 0,0 0-1 0 0,0 0 1 0 0,-1 0-1 0 0,3 1 1 0 0,6 4-691 0 0,-6-3 1056 0 0,-1 2-434 0 0,27 63 1148 0 0,-27-63-1172 0 0,1-1-18 0 0,7 10-8 0 0,-7-9-6 0 0,0-1-12 0 0,26 28 307 0 0,-26-28-172 0 0,0 1 9 0 0,-2-3-229 0 0,1 1-1 0 0,-1 0 1 0 0,1 0-1 0 0,-1-1 1 0 0,0 1-1 0 0,0 0 1 0 0,1 0-1 0 0,-1 0 1 0 0,-1 1-1 0 0,1-1 1 0 0,0 0-1 0 0,0 0 1 0 0,-1 0-1 0 0,0 1 1 0 0,1-1-1 0 0,-1 0 1 0 0,0 1-1 0 0,0-1 1 0 0,0 0 0 0 0,0 1-1 0 0,0-1 1 0 0,-1 0-1 0 0,1 0 1 0 0,-2 4-1 0 0,0-2-62 0 0,-2-2-232 0 0,-32 14-961 0 0,32-14 662 0 0,-1-2-764 0 0,-17 3 530 0 0,16-3-205 0 0,1-1-1801 0 0,-15-5 175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11.2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0 125 3100 0 0,'0'0'1073'0'0,"4"-3"-148"0"0,8-8-308 0 0,1 0-1 0 0,0 1 1 0 0,0 0-1 0 0,1 1 0 0 0,1 1 1 0 0,20-9-1 0 0,33-9-1189 0 0,-1 6-4226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24.5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52 3092 0 0,'0'0'2034'0'0,"-1"-5"-1213"0"0,-3-11-123 0 0,3 12 1010 0 0,0 0-1229 0 0,-3-14-17 0 0,3 14 2104 0 0,3 7-2524 0 0,7 22-327 0 0,-2-1-1 0 0,0 1 0 0 0,-2 0 0 0 0,3 38 0 0 0,-2-24-830 0 0,8 76-4099 0 0,-11-71 1113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25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1 3244 0 0,'0'0'5205'0'0,"-5"2"-4967"0"0,-11 5-50 0 0,12-5-14 0 0,3 2-51 0 0,-6 43 255 0 0,6-42-226 0 0,0-2-92 0 0,1 1 1 0 0,-1 0 0 0 0,0-1 0 0 0,1 1-1 0 0,0-1 1 0 0,0 1 0 0 0,0 0-1 0 0,0-1 1 0 0,1 1 0 0 0,1 6 0 0 0,0 8 39 0 0,-1-16-80 0 0,-1 1 0 0 0,1 0 0 0 0,0-1 1 0 0,0 1-1 0 0,0 0 0 0 0,0-1 1 0 0,1 0-1 0 0,-1 1 0 0 0,0-1 0 0 0,1 0 1 0 0,0 1-1 0 0,0-1 0 0 0,0 0 1 0 0,2 2-1 0 0,-3-3-30 0 0,2 2 64 0 0,2-1-24 0 0,14 6-14 0 0,-15-6 19 0 0,2-2 6 0 0,0 2-40 0 0,2-1 4 0 0,27-7-77 0 0,-26 4 50 0 0,10-3 30 0 0,-18 4-4 0 0,1 1 0 0 0,-1 0 0 0 0,0-1 0 0 0,1 1 0 0 0,-1-1 0 0 0,0 0 0 0 0,1 1 0 0 0,-1-1 0 0 0,0 0 0 0 0,0 0 0 0 0,1 1-1 0 0,-1-1 1 0 0,0 0 0 0 0,1-2 0 0 0,1 0-5 0 0,1 0-21 0 0,0-1-6 0 0,11-10 11 0 0,-11 11-8 0 0,-4 1 22 0 0,0 1 0 0 0,1 0-1 0 0,-1 0 1 0 0,1-1-1 0 0,-1 1 1 0 0,1 0-1 0 0,-1 0 1 0 0,1 0 0 0 0,-1-1-1 0 0,1 1 1 0 0,0 0-1 0 0,1-1 1 0 0,0-1-2 0 0,0 0 8 0 0,0-2 9 0 0,3-14-5 0 0,-3 15 75 0 0,-2-1-40 0 0,1-16 8 0 0,0 16 241 0 0,-26 12-212 0 0,24-7-74 0 0,0 0 0 0 0,0 1-1 0 0,0-1 1 0 0,1 1 0 0 0,-1 0 0 0 0,0-1 0 0 0,0 1-1 0 0,1 0 1 0 0,-1-1 0 0 0,0 1 0 0 0,1 0 0 0 0,-1 0-1 0 0,1 0 1 0 0,-1-1 0 0 0,1 1 0 0 0,-1 0 0 0 0,1 0-1 0 0,-1 0 1 0 0,1 0 0 0 0,0 0 0 0 0,0 0 0 0 0,-1 0-1 0 0,1 0 1 0 0,0 1 0 0 0,-8 18-218 0 0,2 1-1 0 0,0-1 0 0 0,1 1 1 0 0,1 0-1 0 0,0 1 1 0 0,2-1-1 0 0,1 28 1 0 0,1-42-329 0 0,0 0 0 0 0,1 0-1 0 0,0 0 1 0 0,1 0 0 0 0,2 10 0 0 0,-3-15 417 0 0,0 2-1004 0 0,2 0-798 0 0,10 16-1354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26.2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33 2052 0 0,'0'0'1896'0'0,"0"-4"-1220"0"0,-2-19 1500 0 0,-2 22-1870 0 0,-13-2-101 0 0,12 2-155 0 0,2 3 170 0 0,-4 2-126 0 0,2 0-1 0 0,-1 1 1 0 0,0 0 0 0 0,1 0 0 0 0,0 0 0 0 0,0 0 0 0 0,-7 13-1 0 0,8-13-56 0 0,0 1 0 0 0,0 1 0 0 0,1-1 0 0 0,0 0 0 0 0,0 1 0 0 0,1-1-1 0 0,0 1 1 0 0,0 0 0 0 0,1 0 0 0 0,0 0 0 0 0,0 0 0 0 0,0 0 0 0 0,1 0 0 0 0,0 0-1 0 0,0 0 1 0 0,2 9 0 0 0,-1-11 28 0 0,1-5-64 0 0,-1 1 0 0 0,0-1 0 0 0,0 1 0 0 0,1-1 0 0 0,-1 1 0 0 0,0 0 0 0 0,0 0 0 0 0,0 0 0 0 0,0-1 0 0 0,1 1 0 0 0,-1 0 0 0 0,1 2 0 0 0,-1-2-1 0 0,2 1 18 0 0,3-2 2 0 0,17 0 24 0 0,-17 0-6 0 0,-2-1-35 0 0,29-28 186 0 0,-30 25-109 0 0,-3 3-76 0 0,0 1 1 0 0,0-1-1 0 0,0 0 1 0 0,0 0 0 0 0,0 1-1 0 0,0-1 1 0 0,0 0 0 0 0,1 1-1 0 0,-1-1 1 0 0,0 0-1 0 0,0 1 1 0 0,0-1 0 0 0,1 0-1 0 0,-1 1 1 0 0,0-1 0 0 0,1 0-1 0 0,-1 1 1 0 0,1-1-1 0 0,0 0 1 0 0,-1 0-15 0 0,1 0 1 0 0,0 0-1 0 0,0 0 0 0 0,-1 0 1 0 0,1 0-1 0 0,-1 0 0 0 0,1 0 0 0 0,-1-1 1 0 0,0 1-1 0 0,1 0 0 0 0,-1 0 1 0 0,0 0-1 0 0,0-1 0 0 0,0 1 0 0 0,0 0 1 0 0,0 0-1 0 0,0 0 0 0 0,0-2 1 0 0,0-4-222 0 0,0 0 1 0 0,-1 0 0 0 0,0 0 0 0 0,0 0 0 0 0,-3-9 0 0 0,3 13-126 0 0,0 0 0 0 0,0 0 1 0 0,-1 1-1 0 0,1-1 0 0 0,-1 0 1 0 0,0 0-1 0 0,0 1 0 0 0,0-1 0 0 0,0 1 1 0 0,0 0-1 0 0,-3-3 0 0 0,-14-10-3290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25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 85 2920 0 0,'-1'-5'1470'0'0,"-1"-16"-226"0"0,1 16 643 0 0,1 0-1111 0 0,-15-44 2456 0 0,-9 83-2289 0 0,14-14-745 0 0,2 1 0 0 0,0 0 0 0 0,1 0 0 0 0,1 0 1 0 0,-5 38-1 0 0,8-43-115 0 0,-2 18-7 0 0,1-1 0 0 0,1 1-1 0 0,2-1 1 0 0,2 1 0 0 0,1 0 0 0 0,1-1 0 0 0,8 36-1 0 0,-6-47-99 0 0,1-1-1 0 0,0 0 1 0 0,2 0-1 0 0,0-1 1 0 0,1 0-1 0 0,1-1 1 0 0,1 0-1 0 0,1 0 1 0 0,0-1-1 0 0,2-1 0 0 0,25 27 1 0 0,-34-39-235 0 0,1 0 0 0 0,-1 0 0 0 0,1 0 0 0 0,0-1 0 0 0,1 0 0 0 0,-1 0 0 0 0,1-1 0 0 0,-1 0 0 0 0,1 0 0 0 0,0 0 0 0 0,1-1 0 0 0,-1 0 0 0 0,7 1 0 0 0,-9-3 50 0 0,26 1-1468 0 0,-1-6-2544 0 0,-2-3-62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25.8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83 2480 0 0,'-5'-1'1176'0'0,"-16"-1"-186"0"0,15 1 2276 0 0,7-3-3009 0 0,-1 1-183 0 0,1 0 1 0 0,-1 0-1 0 0,1 0 0 0 0,0 0 1 0 0,0 0-1 0 0,0 1 1 0 0,0-1-1 0 0,0 0 1 0 0,1 1-1 0 0,0-1 1 0 0,-1 1-1 0 0,1-1 0 0 0,3-2 1 0 0,-2 1 70 0 0,1 2-37 0 0,34-17 154 0 0,-35 17-226 0 0,2 1-72 0 0,12-3 66 0 0,-12 3 142 0 0,-1 3-91 0 0,13 5-17 0 0,-12-5 55 0 0,-2 9-28 0 0,-2-11-82 0 0,0 1 1 0 0,-1 0 0 0 0,1-1 0 0 0,-1 1 0 0 0,1 0 0 0 0,-1 0 0 0 0,0-1 0 0 0,1 1 0 0 0,-1 0-1 0 0,0 0 1 0 0,0 0 0 0 0,1 0 0 0 0,-1-1 0 0 0,0 1 0 0 0,0 0 0 0 0,0 0 0 0 0,0 0 0 0 0,0 0 0 0 0,0 0-1 0 0,0 1 1 0 0,0 20 59 0 0,0-17 57 0 0,-5 18 3 0 0,4-18-128 0 0,0-1 127 0 0,-10 38 467 0 0,9-37-348 0 0,0-2-172 0 0,-15 36 245 0 0,15-36-278 0 0,7-3-83 0 0,15-2 32 0 0,-15 1 24 0 0,0 1-68 0 0,15-1 66 0 0,-15 0 9 0 0,-5 2-27 0 0,0-1 4 0 0,0 0-1 0 0,0 1 1 0 0,0-1 0 0 0,0 0 0 0 0,0 1 0 0 0,0-1-1 0 0,1 0 1 0 0,-1 1 0 0 0,0-1 0 0 0,0 0-1 0 0,0 0 1 0 0,1 1 0 0 0,-1-1 0 0 0,0 0 0 0 0,0 0-1 0 0,0 1 1 0 0,1-1 0 0 0,-1 0 0 0 0,0 0-1 0 0,1 0 1 0 0,-1 0 0 0 0,0 1 0 0 0,0-1 0 0 0,1 0-1 0 0,-1 0 1 0 0,0 0 0 0 0,1 0 0 0 0,-1 0-1 0 0,1 0 1 0 0,0 0 1 0 0,-1 1-1 0 0,1-1 0 0 0,0 0 1 0 0,0 1-1 0 0,0-1 1 0 0,-1 0-1 0 0,1 1 0 0 0,0-1 1 0 0,-1 1-1 0 0,1-1 1 0 0,0 1-1 0 0,-1 0 0 0 0,1-1 1 0 0,-1 1-1 0 0,1 0 1 0 0,-1-1-1 0 0,1 1 0 0 0,-1 0 1 0 0,1 1-1 0 0,11 40 83 0 0,-11-37 11 0 0,-2-4-82 0 0,1 1-1 0 0,-1 0 0 0 0,1-1 1 0 0,-1 1-1 0 0,1-1 0 0 0,0 1 1 0 0,-1 0-1 0 0,1-1 1 0 0,0 1-1 0 0,0 0 0 0 0,0-1 1 0 0,1 2-1 0 0,-1-2 3 0 0,-1 4 49 0 0,-3 4 15 0 0,4-8-71 0 0,0 0 0 0 0,0-1 0 0 0,0 1-1 0 0,0 0 1 0 0,0 0 0 0 0,0-1 0 0 0,-1 1 0 0 0,1 0-1 0 0,0 0 1 0 0,0-1 0 0 0,-1 1 0 0 0,1 0 0 0 0,-1-1 0 0 0,1 1-1 0 0,0-1 1 0 0,-1 1 0 0 0,1 0 0 0 0,-1-1 0 0 0,1 1 0 0 0,-1-1-1 0 0,0 1 1 0 0,-11 11 23 0 0,9-9-8 0 0,-1 0-6 0 0,0 1-10 0 0,-17 9 33 0 0,-27 8-88 0 0,43-19-41 0 0,0-3-315 0 0,-21-2-314 0 0,23 1-302 0 0,-10-6 587 0 0,10 4-3255 0 0,4-2 1337 0 0,5-23-1653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26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3524 0 0,'0'0'3115'0'0,"3"-2"-2400"0"0,6-9-180 0 0,-7 8 1740 0 0,0 7-2148 0 0,0-3-93 0 0,7 15 368 0 0,-8-12-318 0 0,2 0-47 0 0,0 0 1 0 0,0 0-1 0 0,0-1 0 0 0,1 1 1 0 0,6 5-1 0 0,-6-6 14 0 0,1-2-45 0 0,15 2-7 0 0,-15-2-4 0 0,-4-1 11 0 0,1 1 0 0 0,-1-1-1 0 0,1 1 1 0 0,-1-1 0 0 0,1 1-1 0 0,0-1 1 0 0,-1 0 0 0 0,1 0-1 0 0,0 0 1 0 0,-1 0 0 0 0,3 0-1 0 0,1-1 18 0 0,0 2 345 0 0,0-2-225 0 0,2 0 11 0 0,1 0 188 0 0,0 0-1 0 0,0 1 1 0 0,-1 0-1 0 0,13 1 1 0 0,-19-1-326 0 0,-1 1-1 0 0,1-1 1 0 0,-1 1 0 0 0,1 0 0 0 0,0-1-1 0 0,-1 1 1 0 0,1 0 0 0 0,-1 0 0 0 0,1-1-1 0 0,-1 1 1 0 0,0 0 0 0 0,1 0 0 0 0,-1-1-1 0 0,0 1 1 0 0,0 0 0 0 0,1 0 0 0 0,-1 0-1 0 0,0 0 1 0 0,0 0 0 0 0,0 0 0 0 0,0-1-1 0 0,0 1 1 0 0,0 0 0 0 0,0 0 0 0 0,-1 0-1 0 0,1 0 1 0 0,-1 1 0 0 0,-2 16 125 0 0,2-14-33 0 0,0-3-101 0 0,1-1 0 0 0,-1 0 0 0 0,1 1 0 0 0,-1-1 0 0 0,1 1 1 0 0,-1-1-1 0 0,1 0 0 0 0,-1 1 0 0 0,1-1 0 0 0,0 1 0 0 0,-1-1 0 0 0,1 1 0 0 0,0 0 0 0 0,-1-1 0 0 0,1 1 0 0 0,0-1 0 0 0,0 1 1 0 0,-1-1-1 0 0,1 1 0 0 0,0 1 0 0 0,-7 15 206 0 0,3-9-193 0 0,0-1 10 0 0,0-1 0 0 0,0 0 0 0 0,0 0 0 0 0,-1 0 0 0 0,0 0 1 0 0,-8 7-1 0 0,-6 5-206 0 0,15-15-44 0 0,-17 11-1509 0 0,17-14 1129 0 0,-13 4-59 0 0,12-4-90 0 0,1-1-1269 0 0,-11-4 805 0 0,11 3-109 0 0,2 0-939 0 0,-11-10-1585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26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0 104 3012 0 0,'2'-4'1278'0'0,"0"1"-805"0"0,0-1 0 0 0,1 1 0 0 0,-1 0 1 0 0,0-1-1 0 0,1 1 0 0 0,0 1 1 0 0,0-1-1 0 0,5-3 0 0 0,-1 1-325 0 0,0 1 0 0 0,1 0 0 0 0,0 0 0 0 0,0 1 0 0 0,0 0 0 0 0,8-2 0 0 0,57-16-844 0 0,-62 17 76 0 0,11-2-191 0 0,0 2-882 0 0,1 0-430 0 0,-18 3-1479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26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1 3468 0 0,'0'0'6707'0'0,"3"3"-6292"0"0,0 0-399 0 0,1 1 0 0 0,-1-1-1 0 0,0 1 1 0 0,-1 0 0 0 0,1 1 0 0 0,-1-1 0 0 0,1 0 0 0 0,-1 1 0 0 0,-1-1 0 0 0,1 1 0 0 0,-1-1 0 0 0,1 1 0 0 0,-1 0 0 0 0,-1 0 0 0 0,1-1 0 0 0,-1 1 0 0 0,0 0 0 0 0,0 0 0 0 0,0 0 0 0 0,0 0-1 0 0,-1-1 1 0 0,-2 8 0 0 0,-4 11-1106 0 0,-2-1 0 0 0,0 0 0 0 0,-1-1 0 0 0,-2 0 0 0 0,-19 28 0 0 0,7-18-3286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30.1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14 140 3084 0 0,'0'0'6462'0'0,"-3"-2"-6106"0"0,2 2-329 0 0,1 0-1 0 0,-1 0 1 0 0,1 0-1 0 0,0 0 1 0 0,-1 0 0 0 0,1 0-1 0 0,-1-1 1 0 0,1 1-1 0 0,0 0 1 0 0,-1 0-1 0 0,1 0 1 0 0,-1-1-1 0 0,1 1 1 0 0,0 0 0 0 0,-1 0-1 0 0,1-1 1 0 0,0 1-1 0 0,-1 0 1 0 0,1-1-1 0 0,0 1 1 0 0,0 0-1 0 0,-1-1 1 0 0,1 1 0 0 0,0-1-1 0 0,0 1 1 0 0,0 0-1 0 0,-1-1 1 0 0,1 1-1 0 0,0-1 1 0 0,0 1-1 0 0,0 0 1 0 0,0-1 0 0 0,13-7 416 0 0,-12 7-518 0 0,3-1 104 0 0,1 1 67 0 0,24-8 176 0 0,-1-2-1 0 0,0 0 0 0 0,-1-2 1 0 0,45-29-1 0 0,-69 39 11 0 0,2 0-154 0 0,0 0 1 0 0,0-1 0 0 0,0 0-1 0 0,6-7 1 0 0,-8 9 94 0 0,-3 7-197 0 0,-3 72 121 0 0,-2-17-98 0 0,4-13 7 0 0,-1 2-28 0 0,2-2-134 0 0,1-25-106 0 0,2 47-720 0 0,3-16-2636 0 0,-6-52 3063 0 0,0 14 476 0 0,4-5-4490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30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20 138 2720 0 0,'0'0'1201'0'0,"-3"-2"-167"0"0,2 1-710 0 0,-7-7-260 0 0,1 4 3078 0 0,7 4-3130 0 0,0 0 0 0 0,1 0 1 0 0,-1-1-1 0 0,1 1 0 0 0,-1 0 1 0 0,0-1-1 0 0,1 1 0 0 0,-1-1 0 0 0,0 1 1 0 0,1 0-1 0 0,-1-1 0 0 0,0 1 1 0 0,0-1-1 0 0,1 1 0 0 0,-1 0 0 0 0,0-1 1 0 0,0 1-1 0 0,0-1 0 0 0,0 1 1 0 0,1-1-1 0 0,-1 1 0 0 0,0-1 1 0 0,0 0-1 0 0,0 0-6 0 0,0 1 1 0 0,0-1-1 0 0,0 1 1 0 0,0-1-1 0 0,0 1 1 0 0,0-1-1 0 0,0 1 1 0 0,0-1-1 0 0,1 1 1 0 0,-1-1-1 0 0,0 1 1 0 0,0-1-1 0 0,0 1 1 0 0,1 0-1 0 0,-1-1 1 0 0,0 1-1 0 0,1-1 1 0 0,-1 1-1 0 0,0 0 1 0 0,1-1-1 0 0,-1 1 1 0 0,1 0-1 0 0,0-1 0 0 0,4-1 71 0 0,49-20 107 0 0,53-15-821 0 0,-24 9-4334 0 0,-48 16 1423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31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42 2436 0 0,'0'0'3540'0'0,"2"-3"-2701"0"0,8-12 3112 0 0,-11 11-3765 0 0,-6-12-46 0 0,5 13 424 0 0,-4 3-415 0 0,-16 1-12 0 0,17-1-3 0 0,1 2-4 0 0,-13 6-7 0 0,13-6 8 0 0,1 1-17 0 0,-34 31 195 0 0,34-30-267 0 0,0 0 5 0 0,-19 39 48 0 0,21-38-81 0 0,0 0 8 0 0,1 2-23 0 0,0-1 0 0 0,1 0 0 0 0,0 1 0 0 0,0-1 0 0 0,2 7 0 0 0,-2-9-11 0 0,0-2 1 0 0,0 0 0 0 0,0 0 0 0 0,0 0 0 0 0,1 0 0 0 0,-1 0 0 0 0,0 0 0 0 0,1 0 0 0 0,-1 0 1 0 0,1-1-1 0 0,-1 1 0 0 0,1 0 0 0 0,0-1 0 0 0,0 0 0 0 0,0 1 0 0 0,0-1 0 0 0,0 0 0 0 0,0 0 1 0 0,2 1-1 0 0,-3-2 22 0 0,3 2-35 0 0,1-1 22 0 0,12 2 16 0 0,-13-2-12 0 0,1-2-44 0 0,0-1 59 0 0,1-1-1 0 0,-1 0 1 0 0,0 0-1 0 0,1 0 0 0 0,-1 0 1 0 0,-1-1-1 0 0,1 0 1 0 0,-1 0-1 0 0,1 0 1 0 0,-1-1-1 0 0,0 0 1 0 0,4-6-1 0 0,-5 7 12 0 0,-1 0 6 0 0,6-13-4 0 0,-6 12-18 0 0,-1 2 33 0 0,14-34 218 0 0,-14 33-72 0 0,3-3-159 0 0,-4 6-26 0 0,0 0 0 0 0,0 1-1 0 0,0-1 1 0 0,0 0-1 0 0,0 1 1 0 0,1-1 0 0 0,-1 1-1 0 0,0-1 1 0 0,0 0 0 0 0,1 1-1 0 0,-1-1 1 0 0,0 1-1 0 0,1-1 1 0 0,-1 1 0 0 0,1-1-1 0 0,-1 1 1 0 0,1-1-1 0 0,-1 1 1 0 0,1-1 0 0 0,-1 1-1 0 0,2-1 1 0 0,0 4 4 0 0,-1 0 1 0 0,1 0 0 0 0,0 0-1 0 0,-1 0 1 0 0,0 0-1 0 0,0 0 1 0 0,0 0-1 0 0,0 0 1 0 0,0 0-1 0 0,-1 1 1 0 0,1 3 0 0 0,-1-2 19 0 0,1 2-3 0 0,7 161-126 0 0,-8-163-115 0 0,0 2-74 0 0,3 21-378 0 0,0 6-2007 0 0,-2-6-3821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0:31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 2484 0 0,'0'0'2730'0'0,"4"-3"-2031"0"0,-2 1-547 0 0,1 1 1 0 0,0 0 0 0 0,-1-1 0 0 0,1 1-1 0 0,0 0 1 0 0,0 0 0 0 0,0 0 0 0 0,0 1-1 0 0,0-1 1 0 0,0 1 0 0 0,0 0 0 0 0,0-1-1 0 0,0 1 1 0 0,0 1 0 0 0,0-1-1 0 0,0 0 1 0 0,0 1 0 0 0,0 0 0 0 0,4 0-1 0 0,7 4 35 0 0,-1 1-1 0 0,1 0 1 0 0,-1 1-1 0 0,0 0 0 0 0,-1 1 1 0 0,0 0-1 0 0,0 1 0 0 0,-1 0 1 0 0,0 1-1 0 0,0 1 1 0 0,-1-1-1 0 0,-1 2 0 0 0,0-1 1 0 0,0 1-1 0 0,-1 1 0 0 0,-1-1 1 0 0,8 17-1 0 0,-7-11-159 0 0,0 1 1 0 0,-1 0-1 0 0,0 0 0 0 0,-2 0 1 0 0,0 1-1 0 0,-2 0 0 0 0,0 0 1 0 0,-1 0-1 0 0,-1 0 0 0 0,0 1 1 0 0,-2-1-1 0 0,-4 25 0 0 0,-1-19-260 0 0,0 0 0 0 0,-2-1-1 0 0,-1 0 1 0 0,-1 0 0 0 0,-1-1 0 0 0,-26 40-1 0 0,9-24-1895 0 0,-1 0 0 0 0,-61 61-1 0 0,44-56-2486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14.1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12 3460 0 0,'-3'-3'1042'0'0,"1"2"-812"0"0,0 0 0 0 0,0 0-1 0 0,0 0 1 0 0,0 0 0 0 0,0 0 0 0 0,0 1-1 0 0,0-1 1 0 0,0 1 0 0 0,0-1-1 0 0,0 1 1 0 0,0 0 0 0 0,0 0-1 0 0,-1 0 1 0 0,1 0 0 0 0,0 0-1 0 0,0 1 1 0 0,0-1 0 0 0,0 0-1 0 0,-3 2 1 0 0,-1-1 230 0 0,4 4-9 0 0,-17 50 679 0 0,15-24-911 0 0,2 0-1 0 0,1 0 0 0 0,1 1 1 0 0,2-1-1 0 0,1 1 1 0 0,9 36-1 0 0,-11-59-191 0 0,5 23-18 0 0,1 1-1 0 0,1-1 1 0 0,2 0-1 0 0,1-1 1 0 0,1 0-1 0 0,2-1 1 0 0,34 56-1 0 0,-42-80-276 0 0,-1 0 1 0 0,1 0-1 0 0,0 0 0 0 0,1-1 0 0 0,-1 1 0 0 0,1-2 1 0 0,0 1-1 0 0,0-1 0 0 0,1 0 0 0 0,-1 0 0 0 0,1-1 1 0 0,0 0-1 0 0,0-1 0 0 0,9 3 0 0 0,-14-4-302 0 0,-1-1 434 0 0,0 1 0 0 0,-1-1 0 0 0,1 1 0 0 0,0-1-1 0 0,0 1 1 0 0,0-1 0 0 0,-1 0 0 0 0,1 0-1 0 0,0 0 1 0 0,0 0 0 0 0,-1 0 0 0 0,1 0 0 0 0,0-1-1 0 0,2 0 1 0 0,8-1-2137 0 0,17-4-1545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16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0 105 2116 0 0,'0'0'4782'0'0,"2"-4"-4337"0"0,2-2-111 0 0,0-1-1 0 0,1 1 0 0 0,0 0 1 0 0,0 0-1 0 0,0 0 1 0 0,1 0-1 0 0,0 1 0 0 0,0 0 1 0 0,12-7-1 0 0,-14 9-224 0 0,-3 3-101 0 0,-1 0 0 0 0,1 0 1 0 0,0 0-1 0 0,-1 0 0 0 0,1 0 1 0 0,0 0-1 0 0,-1-1 0 0 0,1 1 1 0 0,0 0-1 0 0,-1 0 0 0 0,1-1 0 0 0,-1 1 1 0 0,1 0-1 0 0,0-1 0 0 0,-1 1 1 0 0,1 0-1 0 0,-1-1 0 0 0,1 1 1 0 0,0-2-1 0 0,14-8 227 0 0,2 2-162 0 0,-13 6 48 0 0,0 1-110 0 0,18-5 112 0 0,-21 7-124 0 0,-1-1 0 0 0,1 0 1 0 0,0 1-1 0 0,-1-1 0 0 0,1 1 0 0 0,-1-1 0 0 0,1 1 0 0 0,0-1 1 0 0,-1 1-1 0 0,1-1 0 0 0,-1 1 0 0 0,1-1 0 0 0,-1 1 0 0 0,0 0 1 0 0,1-1-1 0 0,-1 1 0 0 0,0 0 0 0 0,1-1 0 0 0,-1 1 0 0 0,0 0 1 0 0,0-1-1 0 0,0 1 0 0 0,1 0 0 0 0,-1 0 0 0 0,0-1 0 0 0,0 1 1 0 0,0 0-1 0 0,0 0 0 0 0,0-1 0 0 0,-1 1 0 0 0,1 0 0 0 0,0 1 1 0 0,-2 16 24 0 0,1-13-19 0 0,0-2-2 0 0,-9 37 119 0 0,9-36 44 0 0,0 1-124 0 0,-1 13-5 0 0,1-13 340 0 0,10 18-484 0 0,2-19 162 0 0,3 5 2 0 0,47 18-209 0 0,-58-25 213 0 0,-2-1-55 0 0,0-1-1 0 0,0 1 0 0 0,0 0 0 0 0,0-1 0 0 0,0 1 0 0 0,-1 0 1 0 0,1-1-1 0 0,0 1 0 0 0,0 0 0 0 0,-1 0 0 0 0,1 0 0 0 0,0 0 0 0 0,-1 0 1 0 0,1 0-1 0 0,-1 0 0 0 0,1 0 0 0 0,-1 0 0 0 0,0 0 0 0 0,1 0 1 0 0,-1 2-1 0 0,6 15 20 0 0,-5-13 55 0 0,-1 1-47 0 0,-2 4 21 0 0,0 1 0 0 0,0 0 0 0 0,-1-1 0 0 0,-8 20-1 0 0,8-26-21 0 0,0 0 11 0 0,-33 31 1 0 0,32-32-42 0 0,3-2-8 0 0,0 0 0 0 0,0 0 0 0 0,-1 0 1 0 0,1 0-1 0 0,0 0 0 0 0,0 0 1 0 0,0 0-1 0 0,-1 0 0 0 0,1-1 1 0 0,0 1-1 0 0,-1 0 0 0 0,-2 0 0 0 0,2-1-9 0 0,-2 3-71 0 0,-1-2-217 0 0,-46-1-1297 0 0,46-1 1106 0 0,4 0 402 0 0,1 0 1 0 0,-1 0-1 0 0,0 0 1 0 0,0 0 0 0 0,0 0-1 0 0,0 0 1 0 0,0 1-1 0 0,0-1 1 0 0,0 0 0 0 0,0 1-1 0 0,-1-1 1 0 0,-1 0-1 0 0,1 0-138 0 0,-2-2-732 0 0,3 1 732 0 0,1 0-1 0 0,-1 1 0 0 0,0-1 0 0 0,0 0 0 0 0,0 1 0 0 0,-1-1 1 0 0,1 0-1 0 0,0 1 0 0 0,-3-3 0 0 0,1 0-1817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16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14 103 2220 0 0,'0'0'7668'0'0,"-2"-3"-7420"0"0,-8-9-33 0 0,8 9 277 0 0,4-1-434 0 0,15-31 167 0 0,-15 32-176 0 0,2 0-2 0 0,33-24 111 0 0,-33 24-140 0 0,1 1 3 0 0,11-4 10 0 0,-12 4 16 0 0,1 3-21 0 0,13 2 11 0 0,-13-2-2 0 0,-2 2-8 0 0,25 37 95 0 0,-26-35-99 0 0,-1 1-78 0 0,1 11 69 0 0,-1 0-1 0 0,-1 0 0 0 0,-1 0 1 0 0,-3 23-1 0 0,3-35 21 0 0,0 1 14 0 0,-5 15-3 0 0,4-15-27 0 0,0-2-8 0 0,-19 36 82 0 0,18-37-80 0 0,0 0-6 0 0,-1-1-16 0 0,-1 1 0 0 0,0-1 0 0 0,1 1 1 0 0,-1-1-1 0 0,-10 2 0 0 0,11-3-31 0 0,0-4-151 0 0,2 1 139 0 0,-1 0 0 0 0,0-1 0 0 0,1 1 0 0 0,-1-1 0 0 0,1 0 0 0 0,0 0 0 0 0,0 0-1 0 0,-3-6 1 0 0,3 6 36 0 0,3-2-100 0 0,0-13 59 0 0,-1 13 18 0 0,2 0-23 0 0,18-35-50 0 0,-18 36 103 0 0,2 2 13 0 0,10-4 5 0 0,-11 4 79 0 0,2 3-33 0 0,15 4-6 0 0,-15-4-8 0 0,11 12 15 0 0,-13-10-54 0 0,1 1-31 0 0,41 42 2 0 0,-43-44-22 0 0,1 2-93 0 0,0-1 250 0 0,21 24-1727 0 0,-22-26 1158 0 0,0 1 1 0 0,-1 0-1 0 0,1-1 1 0 0,0 1-1 0 0,0-1 1 0 0,0 0-1 0 0,0 1 1 0 0,0-1-1 0 0,0 0 1 0 0,1 0-1 0 0,-1 0 1 0 0,3 0-1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16.9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2228 0 0,'0'0'5929'0'0,"2"3"-5635"0"0,7 9-130 0 0,-6-9 72 0 0,-3 2-18 0 0,4 16-48 0 0,-3-16-47 0 0,0 1-15 0 0,2 18-29 0 0,-2-18-18 0 0,0-1-63 0 0,4 18-106 0 0,-4-17-86 0 0,0-1-102 0 0,3 6 247 0 0,8 29-5606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18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107 120 1828 0 0,'0'-26'1072'0'0,"0"20"1638"0"0,-3 3-2303 0 0,1 2-298 0 0,1 0 0 0 0,-1-1 1 0 0,0 1-1 0 0,0 0 0 0 0,0 0 1 0 0,0 0-1 0 0,0 0 0 0 0,0 0 1 0 0,0 0-1 0 0,0 0 0 0 0,0 1 1 0 0,0-1-1 0 0,-1 1 0 0 0,1 0 1 0 0,0-1-1 0 0,0 1 0 0 0,-1 0 1 0 0,-2 1-1 0 0,-1-1 246 0 0,2 2-167 0 0,-11 7 8 0 0,11-7 178 0 0,-13 12-65 0 0,13-11 3 0 0,4-3-305 0 0,0 0 1 0 0,-1 1 0 0 0,1-1 0 0 0,-1 0 0 0 0,1 1-1 0 0,-1-1 1 0 0,1 1 0 0 0,0-1 0 0 0,-1 1-1 0 0,1-1 1 0 0,0 1 0 0 0,0-1 0 0 0,-1 1 0 0 0,1-1-1 0 0,0 1 1 0 0,0-1 0 0 0,0 1 0 0 0,0 0 0 0 0,-1-1-1 0 0,1 2 1 0 0,0-2 5 0 0,0 1 0 0 0,0-1-1 0 0,0 0 1 0 0,0 1 0 0 0,0-1 0 0 0,0 1-1 0 0,0-1 1 0 0,0 1 0 0 0,0-1 0 0 0,0 0-1 0 0,-1 1 1 0 0,1-1 0 0 0,0 1 0 0 0,0-1 0 0 0,0 0-1 0 0,-1 1 1 0 0,1-1 0 0 0,0 0 0 0 0,-1 1-1 0 0,1-1 1 0 0,0 0 0 0 0,-1 1 0 0 0,1-1-1 0 0,0 0 1 0 0,-1 0 0 0 0,0 1 0 0 0,1 4 45 0 0,0 14-48 0 0,0-14 28 0 0,12 15 62 0 0,15 4-76 0 0,0 0-1 0 0,37 22 0 0 0,-25-18-49 0 0,-35-26 13 0 0,-3-2 13 0 0,-1 0 1 0 0,0 1-1 0 0,1-1 1 0 0,-1 0-1 0 0,1 0 1 0 0,-1 0-1 0 0,1 1 1 0 0,-1-1-1 0 0,0 0 1 0 0,1 0-1 0 0,-1 1 0 0 0,0-1 1 0 0,1 0-1 0 0,-1 1 1 0 0,0-1-1 0 0,1 0 1 0 0,-1 1-1 0 0,0-1 1 0 0,0 0-1 0 0,1 1 1 0 0,-1-1-1 0 0,0 1 1 0 0,0-1-1 0 0,0 1 0 0 0,1-1 1 0 0,-1 1-1 0 0,0 0 0 0 0,0-1-1 0 0,0 1 0 0 0,0-1 0 0 0,0 1 0 0 0,1-1 1 0 0,-1 0-1 0 0,0 1 0 0 0,0-1 0 0 0,0 1 0 0 0,1-1 1 0 0,-1 0-1 0 0,0 1 0 0 0,1-1 0 0 0,-1 0 0 0 0,0 1 0 0 0,1-1 1 0 0,-1 0-1 0 0,0 1 0 0 0,1-1 0 0 0,-1 0 0 0 0,1 0 1 0 0,-1 0-1 0 0,0 1 0 0 0,1-1 0 0 0,-1 0 0 0 0,2 0 1 0 0,-2 4 2 0 0,4 13 9 0 0,-3-13-6 0 0,-2-4-5 0 0,1 0 2 0 0,0 0 0 0 0,0 0 0 0 0,-1 0 1 0 0,1 0-1 0 0,0 0 0 0 0,0 0 0 0 0,-1 0 0 0 0,1 0 1 0 0,0 0-1 0 0,0 1 0 0 0,-1-1 0 0 0,1 0 0 0 0,0 0 1 0 0,0 0-1 0 0,0 0 0 0 0,-1 1 0 0 0,1-1 0 0 0,0 0 1 0 0,0 0-1 0 0,0 0 0 0 0,-1 1 0 0 0,1-1 0 0 0,0 0 0 0 0,0 0 1 0 0,0 1-1 0 0,0-1 0 0 0,0 0 0 0 0,0 0 0 0 0,0 1 1 0 0,-1-1-1 0 0,1 1 6 0 0,0 0-1 0 0,0 0 1 0 0,-1-1 0 0 0,1 1 0 0 0,0 0-1 0 0,-1-1 1 0 0,1 1 0 0 0,-1 0 0 0 0,1-1 0 0 0,-1 1-1 0 0,1-1 1 0 0,-1 1 0 0 0,1 0 0 0 0,-1-1-1 0 0,0 0 1 0 0,1 1 0 0 0,-1-1 0 0 0,0 1-1 0 0,1-1 1 0 0,-3 1 0 0 0,-14 3 171 0 0,-1 0 0 0 0,-27 1 0 0 0,39-5-76 0 0,1-1-72 0 0,-16-1-10 0 0,16 2-4 0 0,5-1-16 0 0,0 1-1 0 0,-1 0 1 0 0,1-1-1 0 0,0 1 1 0 0,0 0-1 0 0,0 0 0 0 0,0-1 1 0 0,0 1-1 0 0,0 0 1 0 0,-1 0-1 0 0,1-1 1 0 0,0 1-1 0 0,0 0 0 0 0,0 0 1 0 0,0 0-1 0 0,-1-1 1 0 0,1 1-1 0 0,0 0 1 0 0,0 0-1 0 0,-1 0 0 0 0,1-1 1 0 0,0 1-1 0 0,0 0 1 0 0,-1 0-1 0 0,1 0 1 0 0,0 0-1 0 0,-1 0 0 0 0,1 0 1 0 0,0 0-1 0 0,0 0 1 0 0,-1 0-1 0 0,1 0 1 0 0,0 0-1 0 0,-1 0 0 0 0,1 0-2 0 0,-1 0 0 0 0,0 0 0 0 0,1 0 0 0 0,-1-1-1 0 0,1 1 1 0 0,-1 0 0 0 0,1 0 0 0 0,-1 0 0 0 0,1 0-1 0 0,-1-1 1 0 0,1 1 0 0 0,-1 0 0 0 0,1 0 0 0 0,-1-1-1 0 0,1 1 1 0 0,0 0 0 0 0,-1-1 0 0 0,1 1 0 0 0,0-1-1 0 0,-1 1 1 0 0,1 0 0 0 0,0-1 0 0 0,-1 1 0 0 0,1-1-1 0 0,0 1 1 0 0,0-1 0 0 0,-1 1 0 0 0,1-1 0 0 0,0 1-1 0 0,0-1 1 0 0,0 1 0 0 0,0-1 0 0 0,0 1 0 0 0,0-2-1 0 0,-1-4-13 0 0,2 0-1 0 0,-1 0 0 0 0,1 0 1 0 0,0 0-1 0 0,0-1 0 0 0,1 1 1 0 0,-1 1-1 0 0,1-1 0 0 0,1 0 1 0 0,-1 0-1 0 0,1 1 0 0 0,5-8 1 0 0,59-108 81 0 0,-65 117-28 0 0,-2 3-33 0 0,0-1 0 0 0,1 1-1 0 0,-1 0 1 0 0,0 0-1 0 0,1-1 1 0 0,-1 1 0 0 0,1 0-1 0 0,0 0 1 0 0,-1-1-1 0 0,1 1 1 0 0,0 0 0 0 0,1-2-1 0 0,0 1 9 0 0,0-2 42 0 0,-1-1-48 0 0,4-12-59 0 0,-4 12 89 0 0,-2 1-182 0 0,-2-13 11 0 0,2 12-18 0 0,16 8-5516 0 0,-13-2 5547 0 0,-1-1-1 0 0,1 1 1 0 0,0-1-1 0 0,-1 0 0 0 0,1 1 1 0 0,-1-1-1 0 0,1 0 1 0 0,0 0-1 0 0,-1 0 0 0 0,1 0 1 0 0,0 0-1 0 0,-1-1 1 0 0,4 0-1 0 0,12-1-417 0 0,46-9 114 0 0,-48 7 1402 0 0,1-1 1 0 0,24-11 0 0 0,-23 8-303 0 0,-13 6-29 0 0,0 0-13 0 0,12-5-25 0 0,-12 5 436 0 0,0 0-634 0 0,11-3 245 0 0,-18 21 341 0 0,1-12-941 0 0,0 0-13 0 0,-9 20-18 0 0,-13 43-1 0 0,23-62 7 0 0,0 1-6 0 0,-3 18-47 0 0,4-18-114 0 0,0-1 164 0 0,0 17 32 0 0,0-17-21 0 0,1 0-9 0 0,3 13 9 0 0,-2-13 34 0 0,-1-4-67 0 0,0 1-1 0 0,1-1 1 0 0,-1 0-1 0 0,0 1 1 0 0,0-1-1 0 0,0 1 1 0 0,0-1-1 0 0,0 1 1 0 0,0-1-1 0 0,1 4 1 0 0,0-1 21 0 0,-1-4-24 0 0,-1 0 0 0 0,1 0 0 0 0,0 0 0 0 0,-1 0 0 0 0,1 0 0 0 0,-1 0 0 0 0,1 0 0 0 0,-1 0 0 0 0,1 1 0 0 0,-1-1 0 0 0,1 0 0 0 0,-1 0 0 0 0,1 0 0 0 0,-1 1 0 0 0,1-1 0 0 0,-1 0 0 0 0,1 1 0 0 0,-1-1-1 0 0,0 0 1 0 0,1 1 0 0 0,-1-1 0 0 0,1 1 0 0 0,0 0 1 0 0,-1-1 0 0 0,1 1 0 0 0,-1 0 0 0 0,1-1-1 0 0,-1 1 1 0 0,1-1 0 0 0,0 0 0 0 0,-1 1-1 0 0,1-1 1 0 0,0 0 0 0 0,-1 1 0 0 0,1-1 0 0 0,0 0-1 0 0,0 0 1 0 0,-1 1 0 0 0,1-1 0 0 0,0 0 0 0 0,0 0-1 0 0,-1 0 1 0 0,1 0 0 0 0,0 0 0 0 0,0 0 0 0 0,-1 0-1 0 0,1-1 1 0 0,0 1 0 0 0,0 0 0 0 0,19-2 8 0 0,-15 1 14 0 0,-1-2 44 0 0,2 1-5 0 0,9-8 66 0 0,12-28 109 0 0,-10-3-231 0 0,-16 37-106 0 0,-1-2-59 0 0,0 4 181 0 0,1-2-205 0 0,-1 0 0 0 0,0 1 0 0 0,0-1-1 0 0,0 0 1 0 0,0 0 0 0 0,0 0-1 0 0,-1 1 1 0 0,0-1 0 0 0,0 0 0 0 0,0 0-1 0 0,0 1 1 0 0,0-1 0 0 0,-1 1-1 0 0,0-1 1 0 0,-3-4 0 0 0,2 4-312 0 0,-3-3-72 0 0,-5-1-2697 0 0,-13-6-1437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19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3144 0 0,'6'0'1204'0'0,"14"0"-79"0"0,-1 2 0 0 0,0 1 1 0 0,35 8-1 0 0,-36-4-878 0 0,-1 0 0 0 0,0 1 0 0 0,-1 1 0 0 0,0 1 0 0 0,-1 0 0 0 0,1 1 0 0 0,-2 1 0 0 0,0 0 0 0 0,14 16 0 0 0,-12-11-177 0 0,0 2-1 0 0,-2-1 1 0 0,0 2 0 0 0,-1 0 0 0 0,-1 1-1 0 0,13 31 1 0 0,-19-35-207 0 0,-1 0 1 0 0,-1 0-1 0 0,0 1 0 0 0,-1-1 0 0 0,-1 1 1 0 0,-1 0-1 0 0,-1 0 0 0 0,0 0 0 0 0,-1 0 1 0 0,-1-1-1 0 0,0 1 0 0 0,-11 33 0 0 0,2-14-1131 0 0,-2 0-1 0 0,-2-2 1 0 0,-1 0-1 0 0,-41 65 0 0 0,23-50-2377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34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107 101 2908 0 0,'-3'-2'981'0'0,"-8"-12"2693"0"0,7 13-3406 0 0,2 0-177 0 0,0 1 1 0 0,-1-1 0 0 0,1 1 0 0 0,0-1-1 0 0,-1 1 1 0 0,1 0 0 0 0,0 0-1 0 0,0 0 1 0 0,-1 1 0 0 0,1-1 0 0 0,0 0-1 0 0,0 1 1 0 0,-1-1 0 0 0,1 1-1 0 0,-3 1 1 0 0,1 0 20 0 0,3-1-103 0 0,0-1 0 0 0,0 1 1 0 0,0 0-1 0 0,0-1 0 0 0,0 1 0 0 0,0 0 1 0 0,0 0-1 0 0,1 0 0 0 0,-1 0 1 0 0,0-1-1 0 0,1 1 0 0 0,-1 0 1 0 0,1 0-1 0 0,-1 0 0 0 0,1 0 1 0 0,-1 0-1 0 0,1 1 0 0 0,-1-1 1 0 0,1 0-1 0 0,0 2 0 0 0,-6 21 261 0 0,7-24-267 0 0,-1 0-1 0 0,0 1 1 0 0,1-1-1 0 0,-1 1 1 0 0,0-1 0 0 0,1 0-1 0 0,-1 1 1 0 0,0-1 0 0 0,1 0-1 0 0,-1 0 1 0 0,1 1 0 0 0,-1-1-1 0 0,0 0 1 0 0,1 0-1 0 0,-1 1 1 0 0,1-1 0 0 0,-1 0-1 0 0,1 0 1 0 0,-1 0 0 0 0,1 0-1 0 0,-1 0 1 0 0,1 0 0 0 0,0 0-1 0 0,-1 0 0 0 0,1 0 0 0 0,-1 0-1 0 0,1 0 1 0 0,-1 0 0 0 0,1 0-1 0 0,-1 1 1 0 0,1-1 0 0 0,-1 0-1 0 0,1 0 1 0 0,-1 0 0 0 0,1 0 0 0 0,-1 1-1 0 0,1-1 1 0 0,-1 0 0 0 0,0 1-1 0 0,1-1 1 0 0,-1 0 0 0 0,0 0-1 0 0,1 1 1 0 0,-1-1 0 0 0,0 1 0 0 0,1-1-1 0 0,-1 1 58 0 0,1-1-58 0 0,0 0 1 0 0,-1 1-1 0 0,1-1 1 0 0,0 0 0 0 0,-1 0-1 0 0,1 0 1 0 0,-1 0-1 0 0,1 0 1 0 0,0 0 0 0 0,-1 0-1 0 0,1 0 1 0 0,0-1-1 0 0,-1 1 1 0 0,1 0 0 0 0,0 0-1 0 0,-1 0 1 0 0,1-1-1 0 0,-1 1 1 0 0,1 0 0 0 0,-1-1-1 0 0,2 1 1 0 0,10-5 32 0 0,-9 4-20 0 0,1-1 0 0 0,-1-1 1 0 0,0 1-1 0 0,0 0 0 0 0,0-1 0 0 0,0 1 0 0 0,0-1 1 0 0,4-5-1 0 0,-5 6 1 0 0,0-1 127 0 0,1 0-80 0 0,-1-1-28 0 0,-1 0 1 0 0,1 0 0 0 0,-1 0-1 0 0,1 0 1 0 0,-1 0 0 0 0,0 0-1 0 0,-1-1 1 0 0,1 1 0 0 0,-1 0-1 0 0,1 0 1 0 0,-1-1 0 0 0,-1 1-1 0 0,1 0 1 0 0,-2-7 0 0 0,1 6 11 0 0,0 4-49 0 0,1 0 1 0 0,0 0 0 0 0,-1 0 0 0 0,1 0-1 0 0,-1 0 1 0 0,1 0 0 0 0,-1 0-1 0 0,0 0 1 0 0,1 0 0 0 0,-1 0-1 0 0,0 0 1 0 0,0 1 0 0 0,0-1 0 0 0,1 0-1 0 0,-1 0 1 0 0,0 1 0 0 0,0-1-1 0 0,0 0 1 0 0,0 1 0 0 0,-2-1 0 0 0,-13-8 12 0 0,12 7-26 0 0,-1 3-50 0 0,-34 18-20 0 0,36-16 94 0 0,0 0-6 0 0,-21 31-56 0 0,21-30 40 0 0,2 0-30 0 0,-4 14 24 0 0,4-14 2 0 0,7 14-79 0 0,-4-14 84 0 0,-1 0-29 0 0,18 6-86 0 0,-15-8 94 0 0,1-3-30 0 0,16-2 74 0 0,-16 2 14 0 0,-3 0-3 0 0,0 0 0 0 0,0 0 1 0 0,0 0-1 0 0,-1 0 0 0 0,1 0 1 0 0,0 0-1 0 0,-1 0 0 0 0,1 0 1 0 0,-1-1-1 0 0,1 1 0 0 0,-1-1 1 0 0,1 1-1 0 0,-1-1 0 0 0,0 0 1 0 0,0 1-1 0 0,2-4 1 0 0,2-3 31 0 0,-4 4-29 0 0,1-14-8 0 0,-1 14-22 0 0,-4 2-12 0 0,1 1 16 0 0,1 0 1 0 0,-1 1 0 0 0,1-1 0 0 0,-1 1 0 0 0,1-1 0 0 0,-1 1-1 0 0,0 0 1 0 0,1 0 0 0 0,-1-1 0 0 0,1 1 0 0 0,-1 0-1 0 0,0 0 1 0 0,1 1 0 0 0,-1-1 0 0 0,1 0 0 0 0,-1 0-1 0 0,0 1 1 0 0,1-1 0 0 0,-1 1 0 0 0,1 0 0 0 0,-1-1 0 0 0,-1 2-1 0 0,-2 0-8 0 0,3 5-15 0 0,-6-3 26 0 0,-5 20-39 0 0,12-21 108 0 0,1 2-218 0 0,2 20 245 0 0,-2-25-100 0 0,1 1 1 0 0,-1 0-1 0 0,0 0 0 0 0,1-1 1 0 0,0 1-1 0 0,-1 0 0 0 0,1-1 0 0 0,-1 1 1 0 0,1 0-1 0 0,0-1 0 0 0,-1 1 1 0 0,1-1-1 0 0,0 1 0 0 0,0-1 1 0 0,0 1-1 0 0,-1-1 0 0 0,1 0 0 0 0,0 1 1 0 0,0-1-1 0 0,0 0 0 0 0,0 0 1 0 0,0 0-1 0 0,-1 0 0 0 0,1 1 1 0 0,0-1-1 0 0,0 0 0 0 0,0-1 1 0 0,0 1-1 0 0,1 0 0 0 0,20-1 1 0 0,-17 0 118 0 0,-5 1-113 0 0,0 0-1 0 0,0-1 0 0 0,0 1 1 0 0,1 0-1 0 0,-1 0 1 0 0,0-1-1 0 0,0 1 0 0 0,0 0 1 0 0,0-1-1 0 0,0 1 0 0 0,0 0 1 0 0,1 0-1 0 0,-1-1 0 0 0,0 1 1 0 0,0 0-1 0 0,0 0 1 0 0,1 0-1 0 0,-1-1 0 0 0,0 1 1 0 0,0 0-1 0 0,1 0 0 0 0,-1 0 1 0 0,0 0-1 0 0,0-1 1 0 0,1 1-1 0 0,-1 0 0 0 0,0 0 1 0 0,1 0-1 0 0,-1 0 0 0 0,0 0 1 0 0,1 0-1 0 0,-1 0 0 0 0,1 0 1 0 0,-1 0 3 0 0,1 0 0 0 0,-1-1 0 0 0,1 1 0 0 0,0 0 0 0 0,-1 0 0 0 0,1 0 0 0 0,-1-1 0 0 0,1 1 1 0 0,0 0-1 0 0,-1-1 0 0 0,1 1 0 0 0,-1 0 0 0 0,1-1 0 0 0,-1 1 0 0 0,1-1 0 0 0,-1 1 0 0 0,0-1 0 0 0,1 1 0 0 0,-1-1 0 0 0,0 1 0 0 0,1-1 1 0 0,-1 1-1 0 0,0-1 0 0 0,1 1 0 0 0,-1-1 0 0 0,0 0 0 0 0,0 0 0 0 0,5-20-285 0 0,-8 19-1151 0 0,-5-8 907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37.5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30 2988 0 0,'0'0'3519'0'0,"0"-5"-3072"0"0,-1-15-40 0 0,0 15 1447 0 0,1 10-1716 0 0,-1 18 241 0 0,0-17-302 0 0,-1 20-41 0 0,1-20-94 0 0,0-1 103 0 0,-6 86 484 0 0,6-86-463 0 0,1 0-7 0 0,-1 16 2 0 0,1-16-8 0 0,0 0-30 0 0,1 5 62 0 0,1 0 0 0 0,0 1 0 0 0,1-2 0 0 0,0 1-1 0 0,6 12 1 0 0,-7-18-49 0 0,1-2 3 0 0,2 1-12 0 0,-2-1-24 0 0,-1 0-1 0 0,1-1 1 0 0,-1 1 0 0 0,1-1-1 0 0,0 1 1 0 0,-1-1 0 0 0,1 0 0 0 0,4 1-1 0 0,3-1 0 0 0,-1 0-1 0 0,0 0 0 0 0,1-1 1 0 0,-1 0-1 0 0,11-2 0 0 0,-15 1-7 0 0,-1 0-1 0 0,1 0 1 0 0,0-1-1 0 0,-1 1 0 0 0,1-1 1 0 0,-1 0-1 0 0,0 0 1 0 0,0 0-1 0 0,5-4 1 0 0,-4 3 0 0 0,-1 1 35 0 0,-3 0-25 0 0,0 0 1 0 0,0 1 0 0 0,0-1 0 0 0,0 1-1 0 0,0 0 1 0 0,1-1 0 0 0,-1 1 0 0 0,1 0-1 0 0,-1 0 1 0 0,3-2 0 0 0,-1 0 21 0 0,-1-1 0 0 0,3-12-17 0 0,-3 11 14 0 0,-1 1 10 0 0,2-15-68 0 0,-2 15-149 0 0,-1-1 234 0 0,1-15 67 0 0,0 15 106 0 0,-2-1-75 0 0,0-16-13 0 0,1 16 218 0 0,0 1-324 0 0,-1-15-5 0 0,0 15 139 0 0,-6 28-119 0 0,7-17-22 0 0,-3 23 23 0 0,-6 126 78 0 0,14-66-742 0 0,-5-85 368 0 0,1 2-47 0 0,14 40-1318 0 0,-13-42 1061 0 0,1-2-943 0 0,0-1 1155 0 0,-1 0 0 0 0,0 0-1 0 0,1 0 1 0 0,-1 0 0 0 0,1 0 0 0 0,-1-1 0 0 0,1 1 0 0 0,-1-1 0 0 0,1 0 0 0 0,-1 0 0 0 0,1 0 0 0 0,-1 0-1 0 0,1 0 1 0 0,4-1 0 0 0,-2-1-2283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38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56 2068 0 0,'1'-5'1085'0'0,"6"-41"2501"0"0,-7 41-1844 0 0,-5 6-1584 0 0,-14 1-51 0 0,14-2 53 0 0,2 4 12 0 0,-11 21 106 0 0,-15 35-1 0 0,28-55-217 0 0,-1 0 1 0 0,-2 53 59 0 0,4-53-60 0 0,2 1 52 0 0,5 14-89 0 0,-5-15-40 0 0,1-1 3 0 0,10 12-12 0 0,-10-13-20 0 0,-1-2 46 0 0,-1-1 0 0 0,0 1 0 0 0,1-1 0 0 0,-1 1 0 0 0,1 0 0 0 0,-1 0 0 0 0,0 0 0 0 0,1-1 0 0 0,-1 1 0 0 0,0 0 0 0 0,0 1 0 0 0,2 1 0 0 0,-2-2-3 0 0,3 2-71 0 0,1-2-9 0 0,17 6-91 0 0,-17-7 38 0 0,19-1 103 0 0,-18 0 8 0 0,-2-1-9 0 0,2-1 30 0 0,0 0 1 0 0,-1-1 0 0 0,1 0-1 0 0,-1 0 1 0 0,0-1 0 0 0,0 1-1 0 0,-1-1 1 0 0,1 0 0 0 0,-1 0-1 0 0,0-1 1 0 0,0 1 0 0 0,-1-1-1 0 0,0 0 1 0 0,0 0 0 0 0,0 0-1 0 0,0 0 1 0 0,-1-1 0 0 0,0 1-1 0 0,-1-1 1 0 0,2-8 0 0 0,-2 11 28 0 0,-1-2 31 0 0,-2-18-17 0 0,2 18 39 0 0,0 2-62 0 0,-1 0 1 0 0,1-1 0 0 0,-1 1 0 0 0,0 0 0 0 0,0 0 0 0 0,-1 0 0 0 0,1 0-1 0 0,-1 0 1 0 0,-3-5 0 0 0,3 6-16 0 0,-15-7-24 0 0,13 8-6 0 0,4 2-31 0 0,-1 0 53 0 0,1 0 0 0 0,-1 0 0 0 0,0 0 0 0 0,1 0 0 0 0,-1 0 0 0 0,0 0 0 0 0,1 0 0 0 0,-1 0 0 0 0,0 0 0 0 0,1 0 0 0 0,-1 0 0 0 0,1 0 0 0 0,-1 0 0 0 0,0 1 0 0 0,1-1 1 0 0,-1 0-1 0 0,1 0 0 0 0,-1 1 0 0 0,0-1 0 0 0,0 1 0 0 0,-11 3-230 0 0,9-2 90 0 0,-1 1 0 0 0,1-1 0 0 0,0 1 0 0 0,0 0-1 0 0,0 0 1 0 0,0 0 0 0 0,1 0 0 0 0,-1 0 0 0 0,1 1 0 0 0,-3 4-1 0 0,3-4-514 0 0,0 1-176 0 0,-7 23-2067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38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18 2760 0 0,'14'-18'4504'0'0,"-16"23"-4247"0"0,-38 205-1240 0 0,28-154-2571 0 0,12-52 610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39.0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196 43 2736 0 0,'0'0'1832'0'0,"-1"-5"-1148"0"0,-1-15-76 0 0,1 16 229 0 0,-2 1-533 0 0,0 2-184 0 0,0-1-1 0 0,-1 1 1 0 0,1-1-1 0 0,-1 1 0 0 0,1 0 1 0 0,-1 0-1 0 0,0 1 1 0 0,1-1-1 0 0,-1 1 0 0 0,-4-1 1 0 0,2 1 52 0 0,1 3-10 0 0,-4 3-82 0 0,-1 0 0 0 0,1 0-1 0 0,-1 1 1 0 0,2 1 0 0 0,-1 0 0 0 0,1 0 0 0 0,1 0 0 0 0,-1 1 0 0 0,1 0-1 0 0,1 0 1 0 0,0 1 0 0 0,0 0 0 0 0,-7 17 0 0 0,6-11-56 0 0,6-12 3 0 0,-1 2-11 0 0,-7 48 96 0 0,9-48-127 0 0,9 15 77 0 0,-8-20-62 0 0,1 0 0 0 0,-1 0-1 0 0,1 0 1 0 0,-1-1 0 0 0,1 1 0 0 0,-1 0 0 0 0,1-1-1 0 0,-1 1 1 0 0,1-1 0 0 0,0 1 0 0 0,-1-1-1 0 0,1 0 1 0 0,0 0 0 0 0,0 0 0 0 0,-1 0 0 0 0,1 0-1 0 0,0 0 1 0 0,-1 0 0 0 0,1 0 0 0 0,0-1 0 0 0,-1 1-1 0 0,1-1 1 0 0,0 1 0 0 0,1-2 0 0 0,-1 1 0 0 0,3 0-8 0 0,-2-2-2 0 0,5-3 22 0 0,0-1 0 0 0,0 0 0 0 0,-1 0 0 0 0,-1 0 0 0 0,12-16 0 0 0,4-15 150 0 0,-20 34-49 0 0,0-1 43 0 0,7-14-62 0 0,-6 14-10 0 0,13-34 440 0 0,-15 35-483 0 0,1 9-27 0 0,1 5 4 0 0,-1 1 0 0 0,0-1 1 0 0,0 1-1 0 0,-1-1 0 0 0,0 19 0 0 0,-6 62 97 0 0,3-52-135 0 0,2-13-937 0 0,1 0 0 0 0,10 51 0 0 0,-10-72-131 0 0,12 9-2489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39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2412 0 0,'0'0'4141'0'0,"2"-4"-3855"0"0,-1 2-201 0 0,6-14 464 0 0,-2 18-461 0 0,1 0-67 0 0,0 0 0 0 0,0 0 1 0 0,-1 1-1 0 0,1 0 0 0 0,-1 0 0 0 0,1 1 0 0 0,-1-1 0 0 0,0 1 0 0 0,8 8 0 0 0,0 3 1 0 0,-10-11 69 0 0,-1 1-25 0 0,8 16-12 0 0,-8-16 4 0 0,-1 1 1 0 0,2 14-10 0 0,-2-15 51 0 0,-2 1 10 0 0,0 6 40 0 0,-1-1 0 0 0,-1-1-1 0 0,1 1 1 0 0,-2 0-1 0 0,0-1 1 0 0,0 1-1 0 0,-1-1 1 0 0,-6 9 0 0 0,-9 16 570 0 0,18-32-182 0 0,0 1-342 0 0,2-4-183 0 0,-1 0 0 0 0,1 0 1 0 0,0 1-1 0 0,-1-1 0 0 0,1 0 1 0 0,0 0-1 0 0,0 1 0 0 0,-1-1 1 0 0,1 0-1 0 0,0 1 0 0 0,0-1 0 0 0,0 1 1 0 0,0-1-1 0 0,-1 0 0 0 0,1 1 1 0 0,0-1-1 0 0,0 0 0 0 0,0 1 1 0 0,0-1-1 0 0,0 1 0 0 0,0-1 1 0 0,0 0-1 0 0,0 1 0 0 0,0-1 1 0 0,0 1-1 0 0,0-1 0 0 0,0 0 0 0 0,0 1 1 0 0,1-1-1 0 0,-1 0 0 0 0,0 1 1 0 0,0-1-1 0 0,0 0 0 0 0,0 1 1 0 0,1-1-1 0 0,-1 0 0 0 0,0 1 1 0 0,0-1-1 0 0,1 0 0 0 0,-1 1 1 0 0,0-1-1 0 0,1 0 0 0 0,-1 0 0 0 0,0 1 1 0 0,1-1-1 0 0,-1 0 0 0 0,0 0 1 0 0,1 0-1 0 0,-1 0 0 0 0,0 1 1 0 0,1-1-1 0 0,0 0 0 0 0,30-2 30 0 0,27-13-383 0 0,-37 7-135 0 0,-1 1 0 0 0,-1-2 0 0 0,1-1 0 0 0,22-15 0 0 0,-29 16-868 0 0,0-1 0 0 0,-1-1-1 0 0,15-16 1 0 0,-12 11-2459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39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 1660 0 0,'0'0'4081'0'0,"4"1"-3470"0"0,2 1-398 0 0,0 1 1 0 0,-1-1-1 0 0,0 1 1 0 0,0 0-1 0 0,0 0 0 0 0,0 0 1 0 0,0 1-1 0 0,0 0 1 0 0,-1 0-1 0 0,0 0 0 0 0,0 0 1 0 0,6 8-1 0 0,0 5-169 0 0,-1-1 0 0 0,0 1 0 0 0,-1 0 0 0 0,-1 1 0 0 0,0 0 0 0 0,-2 0 0 0 0,0 1 0 0 0,-1-1 1 0 0,-1 1-1 0 0,0 0 0 0 0,-2 0 0 0 0,0 0 0 0 0,-1 0 0 0 0,-1 0 0 0 0,-1 0 0 0 0,-1 0 0 0 0,0 0 0 0 0,-12 35 0 0 0,7-30-810 0 0,-1-1 0 0 0,-1-1 0 0 0,-1 1 0 0 0,-1-2 0 0 0,-1 1 0 0 0,-1-2 1 0 0,-29 33-1 0 0,3-11-3030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1:40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1 1524 0 0,'-5'1'970'0'0,"-2"0"-713"0"0,1 1-1 0 0,-1 0 0 0 0,1 1 1 0 0,-1 0-1 0 0,1 0 1 0 0,0 0-1 0 0,0 1 1 0 0,0-1-1 0 0,1 1 0 0 0,-9 9 1 0 0,4-4 13 0 0,1 1-1 0 0,1 0 1 0 0,-1 1 0 0 0,2 0-1 0 0,-8 13 1 0 0,2 1 62 0 0,2 0 1 0 0,1 1-1 0 0,1 0 0 0 0,1 0 0 0 0,-5 28 1 0 0,9-28-171 0 0,0 1 0 0 0,2 0 1 0 0,1-1-1 0 0,1 1 0 0 0,2 0 0 0 0,0-1 0 0 0,2 1 1 0 0,1-1-1 0 0,0 0 0 0 0,3 0 0 0 0,10 26 1 0 0,-11-33-188 0 0,2-2 0 0 0,0 1 0 0 0,1-1 0 0 0,0 0 1 0 0,1-1-1 0 0,1-1 0 0 0,1 0 0 0 0,0 0 0 0 0,1-1 1 0 0,0-1-1 0 0,1 0 0 0 0,1-1 0 0 0,0-1 1 0 0,1 0-1 0 0,29 13 0 0 0,-24-14-818 0 0,1-2-1 0 0,-1-1 1 0 0,2 0 0 0 0,-1-2-1 0 0,1-1 1 0 0,-1 0 0 0 0,41-1-1 0 0,-26-3-2846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4:57:5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2780 0 0,'0'0'3949'0'0,"19"-14"-5438"0"0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2652 0 0,'0'0'12481'0'0,"0"5"-12245"0"0,0 14 47 0 0,0-14 489 0 0,1 0-534 0 0,4 15-91 0 0,-4-15-28 0 0,0-1-96 0 0,4 12 98 0 0,-4-12 29 0 0,0 0 0 0 0,5 14 6 0 0,-4-14-10 0 0,-1 0-19 0 0,22 89 664 0 0,-21-88-735 0 0,-1-1-36 0 0,4 14 4 0 0,-4-14 29 0 0,0 0 2 0 0,2 14-9 0 0,-2-14-6 0 0,0 0-16 0 0,4 13 1 0 0,-4-13 12 0 0,0 1 15 0 0,11 44-143 0 0,-11-44 154 0 0,6 14 83 0 0,-5-16-162 0 0,-2 3 16 0 0,2-1 0 0 0,-1 0 0 0 0,0-1 0 0 0,1 1 0 0 0,0 0 0 0 0,4 8 0 0 0,-5-11 3 0 0,1 3-8 0 0,0-2 0 0 0,3 13 8 0 0,-3-13-33 0 0,0 1 18 0 0,5 12 29 0 0,-6-13 4 0 0,1 1 1 0 0,5 13-8 0 0,-5-13-14 0 0,5 19 57 0 0,0 0-22 0 0,-6-19-5 0 0,17 71 731 0 0,-14-52-685 0 0,-3-19 8 0 0,7 49 354 0 0,-7-49-314 0 0,-1 2-34 0 0,1 0-73 0 0,3 26 222 0 0,-2 42-1 0 0,-2-69-204 0 0,0 1-11 0 0,5 45 72 0 0,-5-46-94 0 0,1 0 18 0 0,1 15 4 0 0,-1-15 16 0 0,-1 0-23 0 0,1 18-16 0 0,-1-17 13 0 0,1-1-17 0 0,0 16-1 0 0,-1-16 33 0 0,1 1-26 0 0,1 15-1 0 0,-1-15-6 0 0,-1-2 3 0 0,11 77 243 0 0,-10-76-214 0 0,-1 0-16 0 0,10 74 67 0 0,-10-75-72 0 0,1 2 21 0 0,5 48-51 0 0,-6-48 27 0 0,1-1 1 0 0,1 18-1 0 0,-1-17-6 0 0,-1 0 3 0 0,6 60 7 0 0,1 21-12 0 0,25 183-16 0 0,-22-190 22 0 0,-1-24 12 0 0,0 14-17 0 0,15 101-21 0 0,-23-167-42 0 0,0 25 91 0 0,-1-24-22 0 0,1 1 16 0 0,3 18 0 0 0,-4-18 27 0 0,1 0 58 0 0,3 17-100 0 0,-3-17-16 0 0,-1-1 0 0 0,4 32-17 0 0,21 160 37 0 0,-14-132 18 0 0,33 171-112 0 0,-26-144 151 0 0,-17-86 19 0 0,-1 1-95 0 0,0-1-1 0 0,0 1 1 0 0,1 0-1 0 0,0-1 1 0 0,1 1 0 0 0,-1-1-1 0 0,4 8 1 0 0,-4-11 20 0 0,7 30-38 0 0,-6-28 14 0 0,-1 1 0 0 0,29 109 71 0 0,-28-111-69 0 0,-1 1 3 0 0,21 72-30 0 0,20 66 22 0 0,-23-96 85 0 0,-18-43-51 0 0,1 1 2 0 0,16 42 7 0 0,-17-43-8 0 0,1 1-20 0 0,34 96 84 0 0,-34-96-84 0 0,-1 0 5 0 0,-1-1 0 0 0,1 1 0 0 0,0-1 1 0 0,0 1-1 0 0,0-1 0 0 0,1 1 0 0 0,0-1 1 0 0,-1 0-1 0 0,4 5 0 0 0,17 42 15 0 0,-6-5-20 0 0,3-1 12 0 0,-9-22 2 0 0,30 82 34 0 0,-20-48-82 0 0,32 152 107 0 0,-40-166-130 0 0,25 118 183 0 0,-22-105-118 0 0,-2-5 0 0 0,56 238-132 0 0,17 77 131 0 0,-65-291-27 0 0,-4 13-3 0 0,-1-26 27 0 0,9 56 10 0 0,-11-51 10 0 0,10 41 82 0 0,-10-54-82 0 0,7 29-7 0 0,22 128 8 0 0,-31-157-44 0 0,-10-41 16 0 0,3 13 5 0 0,16 76-20 0 0,-20-96 26 0 0,0 0 6 0 0,34 177-8 0 0,-13-85 66 0 0,-11-56-137 0 0,-10-37 57 0 0,2 11 521 0 0,-1 0 0 0 0,2 27 1 0 0,-5-38-464 0 0,2 0-62 0 0,0 15 24 0 0,-1-16-11 0 0,1 1-27 0 0,9 46-21 0 0,-4-30 47 0 0,-5-17-2 0 0,0 1-2 0 0,10 43-12 0 0,-9-44 26 0 0,-1 1 40 0 0,3 13-49 0 0,-2-13-12 0 0,-1 0 7 0 0,12 45 100 0 0,-12-45-94 0 0,0 0-12 0 0,4 16-6 0 0,-4-16 7 0 0,1 1 4 0 0,4 16 0 0 0,-5-17 6 0 0,0 1-12 0 0,11 48-26 0 0,-11-48 25 0 0,0-1 8 0 0,11 50 14 0 0,-11-50-6 0 0,0 0-2 0 0,2 17 9 0 0,-2-16 14 0 0,0-1 40 0 0,4 17-60 0 0,-4-17-15 0 0,0 1 2 0 0,1 16 1 0 0,-1-17 3 0 0,0 1 3 0 0,1 1 4 0 0,5 42 8 0 0,-4 17 2 0 0,-2-61-4 0 0,-1 0-1 0 0,1 18-1 0 0,1 13 16 0 0,-2-30-11 0 0,0-1-10 0 0,2 13-2 0 0,-2-13-1 0 0,0 0 4 0 0,3 39-15 0 0,10 60-1 0 0,-9-81-4 0 0,-3-17 35 0 0,2 19 23 0 0,-3-19-15 0 0,1-1-17 0 0,3 16-8 0 0,-2-11 9 0 0,15 63 9 0 0,-16-68-21 0 0,0 0 51 0 0,9 46-111 0 0,-9-46 46 0 0,0-1-9 0 0,8 43-21 0 0,-9-43 59 0 0,1 1-25 0 0,1 12 9 0 0,-1-12-13 0 0,-1-1 22 0 0,3 15-5 0 0,-3-15 4 0 0,1 1 8 0 0,3 14 18 0 0,-3-15 39 0 0,-1 2-122 0 0,3 15 37 0 0,-3-15 6 0 0,1-2-3 0 0,13 71 5 0 0,-13-69 8 0 0,0 0-5 0 0,8 45-5 0 0,-9-46-1 0 0,2 1 5 0 0,13 64-13 0 0,-4-19-19 0 0,17 71 7 0 0,-22-98 42 0 0,-5-14-2 0 0,1 8-6 0 0,4 36-12 0 0,-5-49 28 0 0,-1 0-6 0 0,1 13-4 0 0,0-13 14 0 0,-1 1-18 0 0,3 52-10 0 0,-3-52 14 0 0,0 0-6 0 0,2 16 1 0 0,-2-17-8 0 0,0 0-13 0 0,3 16 17 0 0,5 37-138 0 0,-7-54 154 0 0,3 4-61 0 0,-4-7 47 0 0,0-1 1 0 0,-1 1 0 0 0,1-1-1 0 0,0 1 1 0 0,0-1-1 0 0,0 0 1 0 0,1 1 0 0 0,-1-1-1 0 0,0 1 1 0 0,0-1-1 0 0,0 1 1 0 0,0-1 0 0 0,0 1-1 0 0,0-1 1 0 0,1 0-1 0 0,-1 1 1 0 0,0-1 0 0 0,0 1-1 0 0,1-1 1 0 0,-1 0-1 0 0,0 1 1 0 0,0-1 0 0 0,1 0-1 0 0,-1 1 1 0 0,1-1-1 0 0,-1 0 1 0 0,0 0 0 0 0,1 1-1 0 0,-1-1 1 0 0,0 0-1 0 0,1 0 1 0 0,-1 0 0 0 0,1 1-1 0 0,-1-1 1 0 0,1 0-1 0 0,-1 0 1 0 0,1 0 0 0 0,-1 0-1 0 0,55-8-26 0 0,-37 6 29 0 0,-13 1-6 0 0,1 1-2 0 0,97-6 36 0 0,-18 4-85 0 0,-5 0-2 0 0,-10 2 9 0 0,-17 0 17 0 0,3 1 2 0 0,395 22-230 0 0,-121-4-47 0 0,1071-24-1673 0 0,-1074-14 1745 0 0,385-26-187 0 0,-588 35 457 0 0,-72 5-37 0 0,77-7-40 0 0,-85 9 29 0 0,8-1 11 0 0,9-2-16 0 0,-8 1-5 0 0,-1 2 35 0 0,25-3-26 0 0,-22 0-23 0 0,22-1 10 0 0,205-20-138 0 0,-213 21 182 0 0,-16 2-188 0 0,0-1 288 0 0,2-1-134 0 0,-3 1-30 0 0,173-14-234 0 0,-169 15 378 0 0,72-5-222 0 0,-30 2 125 0 0,-43 2-62 0 0,-2 0 20 0 0,181-22-138 0 0,-13 4 243 0 0,78-11-186 0 0,881-141 174 0 0,-627 89 1 0 0,-195 32-95 0 0,-144 20 25 0 0,462-58 42 0 0,-194 35 8 0 0,-329 36 30 0 0,38-5-96 0 0,549-61 237 0 0,-616 78-173 0 0,353-37-63 0 0,-430 39 51 0 0,-2 1-65 0 0,47-7 28 0 0,15-4 74 0 0,45-10-70 0 0,-146 26 13 0 0,49-8-123 0 0,-49 8 159 0 0,-1 0 9 0 0,1-1-20 0 0,15-3-14 0 0,-16 3 5 0 0,0 1 16 0 0,72-15 45 0 0,-72 15-71 0 0,0 0 8 0 0,68-13-34 0 0,-69 13 16 0 0,-2-3-477 0 0,-1 2 440 0 0,0 0-1 0 0,-1 0 1 0 0,1 0 0 0 0,0 0 0 0 0,-1 0 0 0 0,0-1 0 0 0,1 1 0 0 0,-1 0-1 0 0,0 0 1 0 0,0-1 0 0 0,0 1 0 0 0,0 0 0 0 0,-1 0 0 0 0,0-4 0 0 0,0 2-68 0 0,0 4 106 0 0,1-1-1 0 0,-1 1 0 0 0,1 0 0 0 0,0 0 1 0 0,-1-1-1 0 0,1 1 0 0 0,0 0 1 0 0,-1-1-1 0 0,1 1 0 0 0,0 0 0 0 0,0-1 1 0 0,-1 1-1 0 0,1 0 0 0 0,0-1 1 0 0,0 1-1 0 0,-1-1 0 0 0,1 1 1 0 0,0-1-1 0 0,0 1 0 0 0,0 0 0 0 0,0-1 1 0 0,0 1-1 0 0,0-1 0 0 0,0 0 0 0 0,0 1 2 0 0,0-1 0 0 0,0 1 0 0 0,-1-1-1 0 0,1 1 1 0 0,0-1 0 0 0,0 1-1 0 0,0-1 1 0 0,0 1 0 0 0,0 0-1 0 0,0-1 1 0 0,-1 1 0 0 0,1-1-1 0 0,0 1 1 0 0,0 0 0 0 0,-1-1-1 0 0,1 1 1 0 0,0-1 0 0 0,-1 1 0 0 0,1 0-1 0 0,0 0 1 0 0,-1-1 0 0 0,1 1-1 0 0,0 0 1 0 0,-2-1 0 0 0,-1-2-111 0 0,-4-6 114 0 0,5 6 13 0 0,-1-1 1 0 0,0 1-1 0 0,0 0 1 0 0,0 1-1 0 0,0-1 1 0 0,0 1-1 0 0,-4-3 0 0 0,-15-7-49 0 0,-44-17-1 0 0,8 8 24 0 0,53 20 10 0 0,0 1-21 0 0,-16 0 16 0 0,16 0-7 0 0,5 1-34 0 0,0 0 49 0 0,0-1-1 0 0,0 1 0 0 0,0 0 0 0 0,0-1 1 0 0,0 1-1 0 0,0 0 0 0 0,0-1 0 0 0,1 1 1 0 0,-1-1-1 0 0,0 1 0 0 0,0 0 0 0 0,1-1 1 0 0,-1 1-1 0 0,1-1 0 0 0,-1 1 1 0 0,0-1-1 0 0,1 1 0 0 0,-1-1 0 0 0,2 1 1 0 0,-2 0-1 0 0,1-1 0 0 0,-1 1 0 0 0,1-1 0 0 0,-1 1 0 0 0,1-1 0 0 0,-1 1 0 0 0,0-1 0 0 0,1 1 0 0 0,-1-1 0 0 0,0 1 0 0 0,1 0 0 0 0,-1-1 0 0 0,0 1 0 0 0,0-1 0 0 0,0 1 0 0 0,1 0 0 0 0,-1-1 0 0 0,0 1 0 0 0,0 0 0 0 0,0 1 0 0 0,4 0 7 0 0,60 30-37 0 0,-61-30 31 0 0,2 0-4 0 0,46 21 61 0 0,-46-21-83 0 0,-1 0-83 0 0,35 13 288 0 0,-34-14 110 0 0,-2 1-61 0 0,-1 0-177 0 0,0-1 0 0 0,0 1 1 0 0,0-1-1 0 0,0 1 1 0 0,0 0-1 0 0,0-1 0 0 0,-1 1 1 0 0,1 0-1 0 0,-1 0 1 0 0,1 1-1 0 0,-1-1 0 0 0,0 0 1 0 0,2 4-1 0 0,-2-2 133 0 0,-1 2-131 0 0,0 18-3 0 0,0-18-26 0 0,0 0-9 0 0,0 8-389 0 0,-1 1 1 0 0,-1-1-1 0 0,0 0 0 0 0,-1-1 0 0 0,0 1 1 0 0,-1 0-1 0 0,0-1 0 0 0,-1 0 0 0 0,-1 0 1 0 0,0 0-1 0 0,-10 15 0 0 0,2-11-1812 0 0,1 0-1 0 0,-2-1 1 0 0,-33 28 0 0 0,19-21-3885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64 3576 0 0,'0'0'8167'0'0,"-2"5"-7623"0"0,-33 52 1304 0 0,18-30-1439 0 0,1 1 1 0 0,1 0-1 0 0,-12 34 1 0 0,26-58-340 0 0,-5 15 73 0 0,4-14-135 0 0,1-1-2 0 0,0 1-14 0 0,-1 10 585 0 0,3-15-552 0 0,-1 0 0 0 0,1 0 0 0 0,0 1 0 0 0,-1-1 0 0 0,1 0 0 0 0,0-1 0 0 0,-1 1 0 0 0,1 0 0 0 0,0 0 0 0 0,-1 0 0 0 0,1 0 0 0 0,0 0 0 0 0,-1-1 0 0 0,1 1 0 0 0,0 0 0 0 0,-1-1 0 0 0,1 1 0 0 0,-1 0 0 0 0,1-1 0 0 0,-1 1 0 0 0,1-1 0 0 0,0 0 0 0 0,3-1-25 0 0,-4 1-1 0 0,0 1 1 0 0,0-1 0 0 0,0 0 0 0 0,0 0 0 0 0,0 0 0 0 0,0 0 0 0 0,0 1-1 0 0,0-1 1 0 0,1 0 0 0 0,-1 0 0 0 0,0 0 0 0 0,1 1 0 0 0,-1-1 0 0 0,1 0-1 0 0,-1 0 1 0 0,0 1 0 0 0,1-1 0 0 0,1-1 0 0 0,9-18 15 0 0,47-142 247 0 0,-20 64 679 0 0,-36 95-713 0 0,-2 3-225 0 0,1 0-1 0 0,-1 0 1 0 0,0 0-1 0 0,1-1 1 0 0,-1 1-1 0 0,0 0 1 0 0,1 0-1 0 0,-1 0 1 0 0,0 0-1 0 0,0-1 1 0 0,1 1-1 0 0,-1 0 1 0 0,0 0-1 0 0,1 0 1 0 0,-1-1-1 0 0,0 1 1 0 0,0 0-1 0 0,0-1 1 0 0,1 1-1 0 0,-1 0 1 0 0,0 0-1 0 0,0-1 1 0 0,0 1-1 0 0,0 0 1 0 0,0-1-1 0 0,1 1 1 0 0,-1 0-1 0 0,0-1 1 0 0,0 0 9 0 0,0 1-1 0 0,0-1 1 0 0,0 1 0 0 0,0 0-1 0 0,0-1 1 0 0,1 1 0 0 0,-1-1-1 0 0,0 1 1 0 0,0 0 0 0 0,1-1-1 0 0,-1 1 1 0 0,0 0 0 0 0,0-1-1 0 0,1 1 1 0 0,-1 0 0 0 0,0-1-1 0 0,1 1 1 0 0,-1 0 0 0 0,1-1 0 0 0,-1 1-1 0 0,0 0 1 0 0,1 0 0 0 0,-1 0-1 0 0,1-1 1 0 0,-1 1 0 0 0,0 0-1 0 0,1 0 1 0 0,-1 0 0 0 0,1 0-1 0 0,-1 0 1 0 0,1 0 0 0 0,-1 0-1 0 0,1 0 1 0 0,-1 0 0 0 0,0 0-1 0 0,1 0 1 0 0,0 0 0 0 0,3 1 5 0 0,-1 0 1 0 0,1 1-1 0 0,-1-1 1 0 0,1 1 0 0 0,-1-1-1 0 0,0 1 1 0 0,0 0-1 0 0,0 0 1 0 0,0 0-1 0 0,0 1 1 0 0,0-1 0 0 0,0 1-1 0 0,4 5 1 0 0,28 46-86 0 0,-27-40-115 0 0,14 32-1101 0 0,7 8-2151 0 0,-20-36 863 0 0,-1-4 492 0 0,-2-4-1087 0 0,10 16-3354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0 3984 0 0,'0'0'9037'0'0,"-3"2"-8292"0"0,1 0-626 0 0,0-1 1 0 0,0 1-1 0 0,1 0 1 0 0,-1 0-1 0 0,1 0 0 0 0,0 0 1 0 0,0 1-1 0 0,0-1 1 0 0,0 0-1 0 0,0 0 0 0 0,0 1 1 0 0,0-1-1 0 0,1 0 1 0 0,-1 1-1 0 0,1-1 0 0 0,0 1 1 0 0,-1-1-1 0 0,1 1 1 0 0,0-1-1 0 0,1 4 1 0 0,6 69 485 0 0,-2-39-378 0 0,12 100 261 0 0,2 27-2546 0 0,-18-159 1318 0 0,-1 1-91 0 0,1 1 352 0 0,1 3 150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8 168 2888 0 0,'0'0'1308'0'0,"1"-6"-190"0"0,0-20-179 0 0,-1 20-181 0 0,1 0-105 0 0,0 4-616 0 0,0-4 124 0 0,0 0 0 0 0,1 0 0 0 0,0 0 0 0 0,0 0 0 0 0,1 1-1 0 0,-1-1 1 0 0,1 1 0 0 0,0-1 0 0 0,1 1 0 0 0,-1 0 0 0 0,1 0-1 0 0,0 0 1 0 0,0 1 0 0 0,1-1 0 0 0,-1 1 0 0 0,8-5 0 0 0,-6 5-84 0 0,0 1 1 0 0,0-1-1 0 0,0 2 1 0 0,1-1-1 0 0,-1 0 1 0 0,0 1-1 0 0,1 1 1 0 0,0-1-1 0 0,-1 1 1 0 0,1 0-1 0 0,0 0 1 0 0,0 1-1 0 0,0 0 1 0 0,0 0-1 0 0,-1 0 1 0 0,1 1-1 0 0,0 0 1 0 0,10 4-1 0 0,-14-4-33 0 0,0 1-1 0 0,0-1 1 0 0,0 1-1 0 0,-1 0 0 0 0,1 0 1 0 0,0 0-1 0 0,-1 0 0 0 0,0 0 1 0 0,1 0-1 0 0,-1 1 0 0 0,0-1 1 0 0,0 1-1 0 0,-1 0 1 0 0,1 0-1 0 0,0-1 0 0 0,-1 1 1 0 0,0 0-1 0 0,1 0 0 0 0,-1 1 1 0 0,0-1-1 0 0,0 5 1 0 0,1-3 85 0 0,-3 1 16 0 0,-1 4-35 0 0,0 0 1 0 0,-1 0-1 0 0,0 0 1 0 0,0 0 0 0 0,-1-1-1 0 0,-1 0 1 0 0,1 0 0 0 0,-2 0-1 0 0,1 0 1 0 0,-1-1-1 0 0,0 0 1 0 0,-1 0 0 0 0,-9 9-1 0 0,14-15-27 0 0,-13 13 66 0 0,12-12-111 0 0,1 0-25 0 0,1-3-17 0 0,1 1-1 0 0,0-1 1 0 0,-1 0-1 0 0,1 1 1 0 0,-1-1-1 0 0,1 0 1 0 0,0 1 0 0 0,-1-1-1 0 0,1 1 1 0 0,0-1-1 0 0,0 1 1 0 0,-1-1 0 0 0,1 1-1 0 0,0-1 1 0 0,0 1-1 0 0,0-1 1 0 0,0 1-1 0 0,0-1 1 0 0,-1 1 0 0 0,1-1-1 0 0,0 1 1 0 0,0-1-1 0 0,0 1 1 0 0,0-1-1 0 0,1 1 1 0 0,-1-1 0 0 0,0 1-1 0 0,0 0 1 0 0,1 0-4 0 0,1 0 1 0 0,-1-1 0 0 0,1 1 0 0 0,-1 0-1 0 0,1-1 1 0 0,-1 1 0 0 0,1-1 0 0 0,0 1-1 0 0,-1-1 1 0 0,1 0 0 0 0,0 1-1 0 0,-1-1 1 0 0,1 0 0 0 0,2-1 0 0 0,16 3-52 0 0,-15-2 9 0 0,0 1 23 0 0,14 2-14 0 0,0 1 1 0 0,28 9-1 0 0,-26-3 207 0 0,-17-8-14 0 0,0 1 33 0 0,14 9 8 0 0,-14-9 23 0 0,-1 0-2 0 0,12 29 595 0 0,-15-29-768 0 0,1-1-1 0 0,-1 0 1 0 0,0 0-1 0 0,1 0 0 0 0,-1 0 1 0 0,0 0-1 0 0,0 0 1 0 0,0 0-1 0 0,-1 1 0 0 0,1-1 1 0 0,0 0-1 0 0,-1 0 1 0 0,0 0-1 0 0,1 0 0 0 0,-1 0 1 0 0,0 0-1 0 0,0 0 1 0 0,0 0-1 0 0,0-1 1 0 0,-2 3-1 0 0,-5 5 9 0 0,0-1 0 0 0,-1 1 0 0 0,0-2 0 0 0,0 1 0 0 0,-1-1 1 0 0,0-1-1 0 0,0 0 0 0 0,-1 0 0 0 0,0-1 0 0 0,-16 6 0 0 0,1-3-323 0 0,0-1 0 0 0,0-2-1 0 0,-46 5 1 0 0,66-9-121 0 0,0-2-102 0 0,-47-10-1434 0 0,50 10 1091 0 0,3 0 777 0 0,-1 0 0 0 0,1 1 0 0 0,0-1 0 0 0,0 0 0 0 0,0 1 0 0 0,0-1 0 0 0,0 0 0 0 0,-1 1 0 0 0,1-1 0 0 0,0 0 0 0 0,0 1 0 0 0,-1-1 0 0 0,1 1 0 0 0,-1-1 0 0 0,1 1 0 0 0,0-1 0 0 0,-1 1 0 0 0,1-1-1 0 0,-2 0 1 0 0,2 1 6 0 0,-1-1-1 0 0,1 1 1 0 0,-1-1-1 0 0,1 1 1 0 0,-1-1-1 0 0,1 1 1 0 0,0-1-1 0 0,-1 0 1 0 0,1 1-1 0 0,-1-1 0 0 0,1 0 1 0 0,0 1-1 0 0,0-1 1 0 0,0 0-1 0 0,-1 1 1 0 0,1-1-1 0 0,0 0 1 0 0,0 1-1 0 0,0-1 1 0 0,0 0-1 0 0,0 0 0 0 0,0 1 1 0 0,0-1-1 0 0,0 0 1 0 0,0 1-1 0 0,1-1 1 0 0,-1 0-1 0 0,0-1 1 0 0,23-57-5543 0 0,-7 34 1132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3364 0 0,'0'0'1610'0'0,"4"-2"-201"0"0,18-6 4433 0 0,-13 24-4839 0 0,-8-14-850 0 0,1 2 331 0 0,-1 1-56 0 0,25 227 1524 0 0,-25-226-2040 0 0,0 0-57 0 0,4 14 92 0 0,12 34-5648 0 0,-15-50 4406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11 220 3536 0 0,'-3'-4'1360'0'0,"2"2"-1202"0"0,1 1 0 0 0,-1-1 0 0 0,0 1 0 0 0,0-1 0 0 0,0 1 0 0 0,1-1 0 0 0,-1 0 0 0 0,1 1-1 0 0,-1-1 1 0 0,1 0 0 0 0,0 0 0 0 0,0 1 0 0 0,0-1 0 0 0,0 0 0 0 0,0 0 0 0 0,0 1 0 0 0,0-1 0 0 0,0 0 0 0 0,1 1 0 0 0,-1-1 0 0 0,1 0 0 0 0,-1 1 0 0 0,1-1 0 0 0,0 0 0 0 0,-1 1 0 0 0,1-1 0 0 0,0 1 0 0 0,2-3 0 0 0,6-4 37 0 0,1 1-1 0 0,0 0 1 0 0,0 1 0 0 0,0 0-1 0 0,1 1 1 0 0,14-6 0 0 0,77-23 134 0 0,-44 16-494 0 0,-11 4-366 0 0,12-5-1024 0 0,-15 1-3079 0 0,-18 5 390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20 3692 0 0,'-4'-2'1612'0'0,"-41"-10"2728"0"0,38 11-4119 0 0,0 1 1 0 0,0 0 0 0 0,1 0 0 0 0,-1 1-1 0 0,0-1 1 0 0,0 2 0 0 0,0-1 0 0 0,0 1-1 0 0,1 0 1 0 0,-1 0 0 0 0,1 1 0 0 0,-1-1-1 0 0,1 2 1 0 0,0-1 0 0 0,0 1-1 0 0,-7 5 1 0 0,4-3-63 0 0,1 1 0 0 0,0 0-1 0 0,0 0 1 0 0,0 1 0 0 0,1 0-1 0 0,0 0 1 0 0,-11 18 0 0 0,-8 34 190 0 0,23-50-289 0 0,2-8-57 0 0,0 0 1 0 0,1-1-1 0 0,-1 1 0 0 0,1 0 0 0 0,-1 0 1 0 0,1-1-1 0 0,0 1 0 0 0,0 0 1 0 0,0 0-1 0 0,0 0 0 0 0,0-1 0 0 0,1 4 1 0 0,0 7-14 0 0,0 0-4 0 0,1 0 1 0 0,0 0-1 0 0,1-1 1 0 0,5 17 0 0 0,-6-24-34 0 0,0 0 1 0 0,0 0 0 0 0,0 0-1 0 0,0 0 1 0 0,1 0 0 0 0,-1 0 0 0 0,1 0-1 0 0,0-1 1 0 0,0 0 0 0 0,1 1-1 0 0,-1-1 1 0 0,1-1 0 0 0,-1 1 0 0 0,1 0-1 0 0,0-1 1 0 0,5 3 0 0 0,-4-3 25 0 0,0 0 0 0 0,0-1 0 0 0,1 0 0 0 0,-1 0 1 0 0,0 0-1 0 0,0 0 0 0 0,1-1 0 0 0,-1 0 0 0 0,0 0 0 0 0,0 0 1 0 0,1-1-1 0 0,-1 0 0 0 0,0 0 0 0 0,0 0 0 0 0,0-1 0 0 0,0 0 1 0 0,0 1-1 0 0,0-2 0 0 0,0 1 0 0 0,6-5 0 0 0,1-1 145 0 0,1-1-1 0 0,-1 0 0 0 0,-1-1 0 0 0,0 0 1 0 0,-1-1-1 0 0,1 0 0 0 0,-2 0 0 0 0,9-15 1 0 0,-12 17-1 0 0,-4 8-110 0 0,-1-1 1 0 0,0 0-1 0 0,1 1 0 0 0,-1-1 1 0 0,0 0-1 0 0,0 0 0 0 0,0 0 1 0 0,-1 0-1 0 0,1 0 1 0 0,0 0-1 0 0,-1 0 0 0 0,0-1 1 0 0,1-1-1 0 0,1-7 118 0 0,0 3-57 0 0,1-6 71 0 0,-1 0 0 0 0,0-1 0 0 0,-1-17 0 0 0,-1 27-105 0 0,0-1 1 0 0,-1 0-1 0 0,0 0 1 0 0,0 1-1 0 0,-1-1 1 0 0,1 0 0 0 0,-1 1-1 0 0,-1 0 1 0 0,1-1-1 0 0,-1 1 1 0 0,0 0-1 0 0,-4-6 1 0 0,-26-20 116 0 0,29 28-143 0 0,-1 4-56 0 0,-2 0-114 0 0,1 0-1 0 0,0 1 0 0 0,0 0 1 0 0,0 0-1 0 0,1 0 0 0 0,-1 1 1 0 0,0 0-1 0 0,1 0 1 0 0,0 0-1 0 0,-1 1 0 0 0,-6 6 1 0 0,5-2-644 0 0,1 0 1 0 0,0 1-1 0 0,0 0 1 0 0,-8 18-1 0 0,13-23-535 0 0,1 0-346 0 0,-1 15-1174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4088 0 0,'0'0'1316'0'0,"2"-4"-213"0"0,-2 3-897 0 0,0 1 1 0 0,0-1-1 0 0,1 0 0 0 0,-1 0 0 0 0,0 1 0 0 0,0-1 0 0 0,1 0 0 0 0,-1 1 0 0 0,1-1 1 0 0,-1 1-1 0 0,0-1 0 0 0,1 0 0 0 0,-1 1 0 0 0,1-1 0 0 0,0 1 0 0 0,-1-1 1 0 0,1 1-1 0 0,-1-1 0 0 0,1 1 0 0 0,0 0 0 0 0,-1-1 0 0 0,1 1 0 0 0,0 0 1 0 0,-1 0-1 0 0,1-1 0 0 0,0 1 0 0 0,0 0 0 0 0,-1 0 0 0 0,1 0 0 0 0,1 0 0 0 0,8 2-586 0 0,-6-1 722 0 0,-2 11-85 0 0,-1 0 0 0 0,2 1 0 0 0,3 13 0 0 0,5 17 198 0 0,2 21-73 0 0,0-14 101 0 0,-8-35-249 0 0,1-1 0 0 0,0 1-1 0 0,1-1 1 0 0,14 22 0 0 0,-19-33-44 0 0,2 1 14 0 0,10 9-20 0 0,-11-10-35 0 0,2-1-14 0 0,15 4-40 0 0,-15-4-3 0 0,1-3-19 0 0,14-1-350 0 0,-2-2 0 0 0,1 0 0 0 0,0-1 0 0 0,-1-1 0 0 0,0 0 0 0 0,0-2 0 0 0,-1 0 0 0 0,0-1 0 0 0,0-1 0 0 0,21-16 0 0 0,6-8-2451 0 0,-5 5-2836 0 0,-21 15-555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61 3948 0 0,'0'0'2683'0'0,"-1"-5"-1657"0"0,-3-14-108 0 0,3 14 591 0 0,1 4-1445 0 0,0-1 1 0 0,0 1-1 0 0,-1 0 1 0 0,1-1-1 0 0,-1 1 1 0 0,1 0 0 0 0,-1 0-1 0 0,0 0 1 0 0,1 0-1 0 0,-1 0 1 0 0,0 0-1 0 0,-1-2 1 0 0,0 1 60 0 0,0-2 756 0 0,-8 0-589 0 0,10 3-272 0 0,-1 1 0 0 0,1-1 0 0 0,-1 1 0 0 0,1 0 0 0 0,-1-1 0 0 0,1 1 0 0 0,-1 0 0 0 0,0 0 0 0 0,1-1 0 0 0,-1 1 0 0 0,1 0 0 0 0,-1 0 0 0 0,0 0 0 0 0,1 0 0 0 0,-1-1 0 0 0,0 1 0 0 0,1 0 0 0 0,-1 0 0 0 0,1 0 0 0 0,-1 1 0 0 0,0-1 0 0 0,1 0 0 0 0,-1 0 0 0 0,0 0 0 0 0,1 0 0 0 0,-1 1 0 0 0,1-1 0 0 0,-2 1 0 0 0,-4 2 80 0 0,1 2 1 0 0,-1-1 0 0 0,1 1 0 0 0,0-1-1 0 0,0 1 1 0 0,0 1 0 0 0,1-1 0 0 0,-1 1-1 0 0,1-1 1 0 0,1 1 0 0 0,-1 1 0 0 0,1-1-1 0 0,0 0 1 0 0,-2 10 0 0 0,-14 53 167 0 0,17-60-230 0 0,-2 15 15 0 0,2 1 48 0 0,1-17-87 0 0,0 26 19 0 0,4 0-13 0 0,4 5-4 0 0,-5-33-22 0 0,0 1 1 0 0,0-1 0 0 0,0 1 0 0 0,1-1-1 0 0,0 0 1 0 0,0 0 0 0 0,0 0-1 0 0,1 0 1 0 0,0 0 0 0 0,0-1 0 0 0,1 0-1 0 0,-1 0 1 0 0,1 0 0 0 0,10 8-1 0 0,-12-11-44 0 0,3 0-16 0 0,15 6-28 0 0,-16-7 40 0 0,0-1 14 0 0,16 0-16 0 0,-16 0 24 0 0,1-2 27 0 0,-1 1-5 0 0,0-1 15 0 0,1 0-1 0 0,-1 0 0 0 0,0-1 0 0 0,1 1 0 0 0,-1-1 0 0 0,0 0 0 0 0,-1-1 0 0 0,8-5 0 0 0,8-11-7 0 0,0-8 1 0 0,10-36 1 0 0,-27 55-29 0 0,0 0-1 0 0,-1-1 0 0 0,0 1 0 0 0,-1 0 0 0 0,0-1 1 0 0,0-13-1 0 0,-1 16 18 0 0,1-15-99 0 0,-4-5 2 0 0,0 14-4 0 0,-8-31-206 0 0,9 37 188 0 0,-1 0 0 0 0,1 0 0 0 0,-1 0 0 0 0,-1 0 0 0 0,1 1 0 0 0,-1 0 0 0 0,0-1 0 0 0,0 1 0 0 0,-1 1 0 0 0,0-1 0 0 0,0 1 0 0 0,0 0 0 0 0,-1 0 0 0 0,1 0 0 0 0,-9-5 0 0 0,10 8-325 0 0,-3 2-39 0 0,3 0 428 0 0,0 0-110 0 0,0 0 0 0 0,1 0 0 0 0,-1 0 0 0 0,0 1 0 0 0,0-1 0 0 0,1 1 0 0 0,-1 0 0 0 0,0 0 0 0 0,1 0 0 0 0,-1 0 0 0 0,1 1 0 0 0,-1 0 0 0 0,1-1-1 0 0,0 1 1 0 0,-6 4 0 0 0,-42 45-3997 0 0,34-31 857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0 3780 0 0,'0'0'8148'0'0,"-2"4"-7756"0"0,1 0-314 0 0,-1 0 1 0 0,1 0-1 0 0,0 0 1 0 0,0 0-1 0 0,1 0 1 0 0,-1 0-1 0 0,1 1 1 0 0,0-1-1 0 0,0 0 1 0 0,0 0-1 0 0,0 0 1 0 0,1 1-1 0 0,0-1 1 0 0,2 8 0 0 0,1 9 118 0 0,-1 1-136 0 0,29 248-1700 0 0,-29-214-1227 0 0,-2 0 0 0 0,-11 100 1 0 0,6-124-615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5 3044 0 0,'0'0'2603'0'0,"-5"0"-1709"0"0,-14-4-149 0 0,14 3-79 0 0,-15 16 776 0 0,20-15-1422 0 0,-1 0 0 0 0,1 0-1 0 0,-1 1 1 0 0,1-1 0 0 0,0 0 0 0 0,-1 0-1 0 0,1 0 1 0 0,-1 1 0 0 0,1-1-1 0 0,-1 0 1 0 0,1 0 0 0 0,0 1 0 0 0,-1-1-1 0 0,1 0 1 0 0,0 1 0 0 0,-1-1-1 0 0,1 0 1 0 0,0 1 0 0 0,-1-1 0 0 0,1 1-1 0 0,0-1 1 0 0,0 1 0 0 0,-1-1-1 0 0,1 0 1 0 0,0 1 0 0 0,0 0 0 0 0,0 0-5 0 0,0-1 1 0 0,-1 1 0 0 0,1-1-1 0 0,0 0 1 0 0,0 1-1 0 0,0-1 1 0 0,-1 1 0 0 0,1-1-1 0 0,0 1 1 0 0,0-1 0 0 0,-1 0-1 0 0,1 1 1 0 0,0-1 0 0 0,-1 0-1 0 0,1 1 1 0 0,-1-1 0 0 0,1 0-1 0 0,0 1 1 0 0,-1-1-1 0 0,1 0 1 0 0,-1 0 0 0 0,1 0-1 0 0,-1 1 1 0 0,1-1 0 0 0,-1 0-1 0 0,0 0 1 0 0,-2 4 217 0 0,-1 4-27 0 0,0 0 0 0 0,1 0 0 0 0,0 0 0 0 0,0 0-1 0 0,0 0 1 0 0,-1 17 0 0 0,3-20-46 0 0,2-5-151 0 0,-1 0-1 0 0,1 1 0 0 0,-1-1 1 0 0,0 0-1 0 0,1 1 1 0 0,-1-1-1 0 0,0 0 1 0 0,1 1-1 0 0,-1-1 0 0 0,0 1 1 0 0,1-1-1 0 0,-1 0 1 0 0,0 1-1 0 0,0-1 1 0 0,1 1-1 0 0,-1-1 1 0 0,0 1-1 0 0,0-1 0 0 0,0 1 1 0 0,0-1-1 0 0,0 1 1 0 0,0-1-1 0 0,0 2 1 0 0,0-2-1 0 0,0 1 0 0 0,0-1 0 0 0,0 1 1 0 0,1-1-1 0 0,-1 1 0 0 0,0-1 0 0 0,0 1 0 0 0,0-1 1 0 0,0 0-1 0 0,0 1 0 0 0,1-1 0 0 0,-1 1 1 0 0,0-1-1 0 0,0 1 0 0 0,1-1 0 0 0,-1 0 1 0 0,0 1-1 0 0,1-1 0 0 0,-1 1 0 0 0,0-1 0 0 0,1 0 1 0 0,-1 0-1 0 0,1 1 0 0 0,1 0 12 0 0,0 0-1 0 0,-1 0 0 0 0,1 0 1 0 0,-1 1-1 0 0,1-1 1 0 0,-1 0-1 0 0,1 0 0 0 0,-1 1 1 0 0,0-1-1 0 0,2 4 1 0 0,0-2 82 0 0,2 0-10 0 0,12 8-16 0 0,-12-9-17 0 0,0 0-10 0 0,43 16 115 0 0,-44-16-141 0 0,2-1 25 0 0,16 4-7 0 0,-17-3-41 0 0,0-1-80 0 0,40 18 427 0 0,-41-16-222 0 0,-1-2-78 0 0,-1 1 1 0 0,0 0 0 0 0,0 0 0 0 0,-1 0-1 0 0,1 0 1 0 0,0 0 0 0 0,-1 1 0 0 0,1-1-1 0 0,-1 0 1 0 0,0 1 0 0 0,1-1 0 0 0,-1 1 0 0 0,0 3-1 0 0,1-3 273 0 0,-3-1-300 0 0,1-1-1 0 0,-1 1 1 0 0,1-1-1 0 0,0 1 1 0 0,-1-1-1 0 0,1 1 0 0 0,0-1 1 0 0,0 1-1 0 0,0 0 1 0 0,0-1-1 0 0,0 1 1 0 0,1 1-1 0 0,-1 1 24 0 0,0 1 83 0 0,-2 0 6 0 0,-1 3-130 0 0,-1-1 0 0 0,0 1-1 0 0,0-1 1 0 0,-1 0 0 0 0,0 0-1 0 0,0-1 1 0 0,0 0-1 0 0,-1 1 1 0 0,0-2 0 0 0,-1 1-1 0 0,1-1 1 0 0,-1 0 0 0 0,0 0-1 0 0,0-1 1 0 0,-9 5-1 0 0,12-8-359 0 0,-2 1-118 0 0,-58 4-2227 0 0,59-5 2121 0 0,0-1 1 0 0,0-1 0 0 0,0 1-1 0 0,0-1 1 0 0,0 0-1 0 0,1 0 1 0 0,-1 0 0 0 0,0-1-1 0 0,0 1 1 0 0,1-1 0 0 0,-1 0-1 0 0,-4-3 1 0 0,-11-6-3695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0 159 3716 0 0,'3'-3'1172'0'0,"4"-6"-445"0"0,2 0-1 0 0,-1 1 1 0 0,1 0-1 0 0,0 1 0 0 0,1 0 1 0 0,19-11-1 0 0,25-4-1324 0 0,0 3-1 0 0,57-11 1 0 0,-49 13-4050 0 0,-57 16 1158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28 2620 0 0,'3'-3'1440'0'0,"15"-9"4340"0"0,-8-1-4006 0 0,-18 14-109 0 0,-7 1-1607 0 0,12 2 88 0 0,-7 11-56 0 0,0 1-1 0 0,1-1 1 0 0,0 1-1 0 0,-11 33 1 0 0,16-39-81 0 0,1 1 1 0 0,0 0 0 0 0,1 0-1 0 0,0 0 1 0 0,1 0 0 0 0,0 0-1 0 0,1 1 1 0 0,0-1 0 0 0,3 17-1 0 0,-2-24-51 0 0,0 1 0 0 0,0-1 1 0 0,1 0-1 0 0,-1 0 0 0 0,1 0 0 0 0,0 0 0 0 0,0 0 0 0 0,1 0 0 0 0,-1 0 0 0 0,1-1 0 0 0,0 1 0 0 0,-1-1 0 0 0,8 6 1 0 0,-7-7-97 0 0,2 0-10 0 0,1 0 124 0 0,0 0 0 0 0,0-1 0 0 0,1 0 1 0 0,-1 0-1 0 0,1 0 0 0 0,-1-1 0 0 0,0 0 0 0 0,1 0 0 0 0,-1-1 0 0 0,0 1 0 0 0,1-2 0 0 0,-1 1 0 0 0,10-4 1 0 0,-9 3 48 0 0,-1-1 0 0 0,1 0 0 0 0,0 0 0 0 0,-1-1 0 0 0,0 0 0 0 0,0 0 0 0 0,0 0 0 0 0,0-1 0 0 0,-1 0 0 0 0,1 0 0 0 0,-1 0 1 0 0,-1-1-1 0 0,1 1 0 0 0,-1-1 0 0 0,5-8 0 0 0,-6 7-93 0 0,0 1 0 0 0,0-1 0 0 0,0 0 0 0 0,-1 0 0 0 0,0-1 0 0 0,0 1 1 0 0,-1 0-1 0 0,0-1 0 0 0,0 1 0 0 0,-1-1 0 0 0,0 1 0 0 0,0-1 0 0 0,-1 0 0 0 0,0 1 0 0 0,0 0 0 0 0,0-1 0 0 0,-1 1 1 0 0,-1 0-1 0 0,-3-10 0 0 0,4 12-200 0 0,0 0 1 0 0,-1-1 0 0 0,0 2-1 0 0,0-1 1 0 0,0 0 0 0 0,0 0-1 0 0,-6-5 1 0 0,8 9 195 0 0,-1-2-678 0 0,0 3 628 0 0,0-1 0 0 0,1 1 0 0 0,-1-1 0 0 0,1 1 0 0 0,-1-1 0 0 0,1 1 0 0 0,-1-1 0 0 0,1 0 0 0 0,0 0-1 0 0,-1 0 1 0 0,1 1 0 0 0,-2-3 0 0 0,0 1-167 0 0,-1-1-923 0 0,-1 3-931 0 0,-20-3-1489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48 2772 0 0,'-2'-4'1708'0'0,"-6"-12"-251"0"0,6 12 701 0 0,0 0-1297 0 0,-6-11-137 0 0,6 11 2286 0 0,0 13-2926 0 0,0-1 0 0 0,1 1 0 0 0,0 0 0 0 0,1 0-1 0 0,0 0 1 0 0,2 17 0 0 0,-2-15-57 0 0,-17 619-9132 0 0,15-602 8810 0 0,-1 24-3569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64 4348 0 0,'0'-5'1597'0'0,"-1"-13"-454"0"0,0-23 5498 0 0,1 42-6627 0 0,0-1 1 0 0,0 1 0 0 0,0-1 0 0 0,0 0 0 0 0,1 1 0 0 0,-1-1-1 0 0,0 1 1 0 0,0-1 0 0 0,0 0 0 0 0,0 1 0 0 0,0-1 0 0 0,0 0-1 0 0,1 1 1 0 0,-1-1 0 0 0,0 0 0 0 0,0 1 0 0 0,1-1 0 0 0,-1 0-1 0 0,0 0 1 0 0,0 1 0 0 0,1-1 0 0 0,-1 0 0 0 0,0 0-1 0 0,1 1 1 0 0,-1-1 0 0 0,0 0 0 0 0,1 0 0 0 0,0 1 0 0 0,0-1-3 0 0,-1 1 1 0 0,1-1 0 0 0,0 1 0 0 0,0-1 0 0 0,0 1 0 0 0,0 0 0 0 0,-1-1 0 0 0,1 1 0 0 0,0 0 0 0 0,0 0-1 0 0,-1 0 1 0 0,1 0 0 0 0,-1-1 0 0 0,1 1 0 0 0,-1 0 0 0 0,1 0 0 0 0,0 2 0 0 0,16 56 296 0 0,32 151-4185 0 0,-45-192 3228 0 0,6 19-5035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21 4172 0 0,'0'0'1370'0'0,"1"-4"-244"0"0,-1 4-1017 0 0,0-1 0 0 0,1 1-1 0 0,-1-1 1 0 0,0 1 0 0 0,0-1 0 0 0,0 1-1 0 0,1-1 1 0 0,-1 1 0 0 0,0-1 0 0 0,0 1 0 0 0,0-1-1 0 0,0 1 1 0 0,0-1 0 0 0,0 1 0 0 0,0-1 0 0 0,0 1-1 0 0,0-1 1 0 0,0 1 0 0 0,0-1 0 0 0,-1 1 0 0 0,1-1-1 0 0,0 1 1 0 0,0-1 0 0 0,0 1 0 0 0,-1-1 0 0 0,1 1-1 0 0,0-1 1 0 0,-1 1 0 0 0,1 0 0 0 0,0-1-1 0 0,-1 0 1 0 0,-16 1 2000 0 0,14 0-2605 0 0,0 1 548 0 0,1 0-1 0 0,-1 1 1 0 0,1-1-1 0 0,-1 1 1 0 0,1-1-1 0 0,0 1 0 0 0,0 0 1 0 0,0 0-1 0 0,0 0 1 0 0,0 0-1 0 0,0 0 0 0 0,0 0 1 0 0,1 1-1 0 0,-1-1 1 0 0,-2 5-1 0 0,-3 3 12 0 0,1 0 0 0 0,0 1 1 0 0,0-1-1 0 0,1 1 0 0 0,1 1 0 0 0,0-1 0 0 0,-5 22 1 0 0,8-29-39 0 0,1 2 92 0 0,7 50-714 0 0,-5-51 393 0 0,1-1 6 0 0,1 0 112 0 0,0 0 0 0 0,1 0-1 0 0,0 0 1 0 0,-1 0 0 0 0,9 3-1 0 0,-9-5 15 0 0,1-2 38 0 0,14 1 32 0 0,-14 0-21 0 0,0-3-101 0 0,1 1 183 0 0,-1 0-1 0 0,0-1 1 0 0,1 0-1 0 0,-1 0 1 0 0,0-1-1 0 0,0 0 1 0 0,0 0 0 0 0,0 0-1 0 0,-1 0 1 0 0,1 0-1 0 0,-1-1 1 0 0,4-5-1 0 0,0-2 84 0 0,-2-2-1 0 0,1 1 0 0 0,6-21 1 0 0,-12 28 5 0 0,0-1-13 0 0,0-3-54 0 0,-1-1 0 0 0,0 1-1 0 0,-1-1 1 0 0,0 1 0 0 0,0 0 0 0 0,-5-15-1 0 0,5 20-76 0 0,-17-12-1824 0 0,15 17 1464 0 0,-13 6 1 0 0,13-6-12 0 0,6 3-468 0 0,4 0 619 0 0,-1 0-1 0 0,0 0 1 0 0,1 0-1 0 0,0-1 0 0 0,0 0 1 0 0,0-1-1 0 0,0 1 1 0 0,0-1-1 0 0,1-1 1 0 0,-1 1-1 0 0,9-1 0 0 0,12 2-69 0 0,45-3-1 0 0,-59 0 454 0 0,9-3-14 0 0,0-2 215 0 0,63-18 1399 0 0,-81 21-1349 0 0,-4 2-361 0 0,1 0 1 0 0,-1-1-1 0 0,1 1 1 0 0,-1-1-1 0 0,1 1 1 0 0,-1-1-1 0 0,0 1 1 0 0,1-1-1 0 0,-1 0 1 0 0,0 0-1 0 0,0 0 1 0 0,3-1-1 0 0,-2 0 64 0 0,2 0 610 0 0,-1 0-406 0 0,6-8 156 0 0,-21 13 460 0 0,6-1-809 0 0,0 1 0 0 0,1 0 0 0 0,-1 0 0 0 0,1 1 0 0 0,-7 5 0 0 0,3 0-50 0 0,1 1 1 0 0,0 0 0 0 0,1 1-1 0 0,0 0 1 0 0,0 0-1 0 0,1 0 1 0 0,1 1-1 0 0,0 0 1 0 0,-5 17-1 0 0,9-24-14 0 0,1 1-82 0 0,0-3-32 0 0,0 1-1 0 0,0 0 1 0 0,0-1-1 0 0,0 1 1 0 0,1 0-1 0 0,0-1 1 0 0,0 1-1 0 0,0 0 1 0 0,0-1-1 0 0,0 1 1 0 0,1-1-1 0 0,-1 0 1 0 0,1 1-1 0 0,0-1 1 0 0,0 0-1 0 0,0 0 1 0 0,1 0-1 0 0,-1 0 1 0 0,1-1-1 0 0,-1 1 1 0 0,1-1-1 0 0,0 1 1 0 0,0-1-1 0 0,0 0 1 0 0,0 0-1 0 0,0 0 1 0 0,1-1-1 0 0,5 3 1 0 0,-2-2 27 0 0,0 0 0 0 0,-1-1 0 0 0,2 0 0 0 0,-1 0 0 0 0,0 0 1 0 0,0-1-1 0 0,0 0 0 0 0,0-1 0 0 0,0 1 0 0 0,0-1 0 0 0,0-1 0 0 0,0 1 0 0 0,0-1 0 0 0,0 0 1 0 0,-1-1-1 0 0,1 0 0 0 0,-1 0 0 0 0,0 0 0 0 0,0-1 0 0 0,0 0 0 0 0,0 0 0 0 0,0 0 0 0 0,6-7 0 0 0,21-38-542 0 0,-31 44 387 0 0,0 1 0 0 0,-1-1-1 0 0,0 0 1 0 0,0 1 0 0 0,0-1-1 0 0,0 0 1 0 0,-1 0 0 0 0,0 0-1 0 0,0 0 1 0 0,0 0 0 0 0,-1 0 0 0 0,1 0-1 0 0,-3-5 1 0 0,1 1-651 0 0,0 0 0 0 0,-1 1 0 0 0,-1-1 1 0 0,0 1-1 0 0,-9-16 0 0 0,-7-3-3863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25 182 3736 0 0,'0'0'1144'0'0,"-4"-1"-191"0"0,-13-4-225 0 0,13 4 376 0 0,8-1-715 0 0,33-16-111 0 0,0 2 1 0 0,1 1-1 0 0,64-15 0 0 0,-23 6-457 0 0,133-37-5085 0 0,-180 52 1580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 3504 0 0,'0'0'4572'0'0,"-3"2"-3957"0"0,-25 27 1172 0 0,26-26-1479 0 0,0 1-47 0 0,-8 12-56 0 0,8-11 7 0 0,1-1-9 0 0,-2 5 34 0 0,2 0 0 0 0,-1 0 0 0 0,1 0 0 0 0,1 0 0 0 0,0 17 0 0 0,1-21-107 0 0,15 13 288 0 0,-12-16-306 0 0,11 8-20 0 0,-12-8-20 0 0,2 1-9 0 0,15 5-20 0 0,-15-5-1 0 0,0-2-17 0 0,16 6-14 0 0,-15-6 9 0 0,-2 1-9 0 0,15 6 4 0 0,-15-6-15 0 0,1-1-32 0 0,11 5 44 0 0,-12-5 23 0 0,-1 1 17 0 0,31 24 331 0 0,-31-23-224 0 0,-1 1-28 0 0,5 11 15 0 0,-5-11 177 0 0,-2 2-166 0 0,0-1-116 0 0,0 0 1 0 0,0 0-1 0 0,0 0 1 0 0,-1 0-1 0 0,0 0 1 0 0,1 0-1 0 0,-2 0 1 0 0,1 0-1 0 0,-1 0 0 0 0,0-1 1 0 0,0 1-1 0 0,0 0 1 0 0,0-1-1 0 0,-6 8 1 0 0,-6 4-249 0 0,0-1 0 0 0,-30 24 0 0 0,41-36-234 0 0,1-3 357 0 0,1 1 1 0 0,0-1-1 0 0,0 1 0 0 0,-1-1 1 0 0,1 1-1 0 0,0 0 1 0 0,0 0-1 0 0,0-1 1 0 0,0 1-1 0 0,0 0 0 0 0,0 0 1 0 0,-2 2-1 0 0,2-2-73 0 0,-2 1-601 0 0,-2-1-919 0 0,-16 5-441 0 0,17-8-571 0 0,-13-4 273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1 232 2664 0 0,'0'0'1329'0'0,"1"-4"-209"0"0,2-13-157 0 0,-2 12-155 0 0,0 3-661 0 0,-1 0 0 0 0,1 0 1 0 0,0 0-1 0 0,0 1 0 0 0,0-1 0 0 0,0 0 0 0 0,0 0 1 0 0,1 1-1 0 0,-1-1 0 0 0,0 1 0 0 0,1-1 0 0 0,-1 1 1 0 0,1-1-1 0 0,0 1 0 0 0,-1 0 0 0 0,4-2 0 0 0,38-21 1650 0 0,173-62 1955 0 0,-95 39-2488 0 0,-116 45-1124 0 0,-1 0-11 0 0,13-4-3 0 0,-12 4 258 0 0,-1 1-286 0 0,12-5 4 0 0,-12 5 418 0 0,-5 7-466 0 0,-4 15-18 0 0,4-15 2 0 0,-1-1 1 0 0,-7 22-9 0 0,0 1 1 0 0,-9 48-1 0 0,18-71-22 0 0,0 1 2 0 0,3 47 145 0 0,-3-49-185 0 0,3 1-42 0 0,6 12 62 0 0,-7-13 43 0 0,0-3-17 0 0,0 0-1 0 0,-1 0 0 0 0,1 0 0 0 0,0 0 1 0 0,-1 0-1 0 0,1 0 0 0 0,-1 1 1 0 0,0-1-1 0 0,1 0 0 0 0,1 3 0 0 0,1-1 12 0 0,1-1-45 0 0,13 3 1 0 0,-13-3-2 0 0,0-3-3 0 0,0 1 24 0 0,1 0-1 0 0,-1 0 1 0 0,1-1-1 0 0,-1 0 1 0 0,1 0 0 0 0,-1-1-1 0 0,0 1 1 0 0,0-1 0 0 0,0 0-1 0 0,0 0 1 0 0,0-1-1 0 0,0 0 1 0 0,0 0 0 0 0,-1 0-1 0 0,1 0 1 0 0,-1-1-1 0 0,0 1 1 0 0,0-1 0 0 0,0 0-1 0 0,-1-1 1 0 0,0 1-1 0 0,1 0 1 0 0,4-10 0 0 0,6-28-243 0 0,-13 38 123 0 0,-1-3-254 0 0,0 3 315 0 0,1-1-170 0 0,-1 1 1 0 0,0 0 0 0 0,0 0 0 0 0,0 0 0 0 0,0 0 0 0 0,-1 0 0 0 0,1 0-1 0 0,-1-1 1 0 0,0 1 0 0 0,0 0 0 0 0,-1 1 0 0 0,1-1 0 0 0,-1 0-1 0 0,-3-4 1 0 0,-38-42-4826 0 0,33 41 1758 0 0,-17-7-2347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70 175 3296 0 0,'-64'9'4055'0'0,"58"-8"-750"0"0,11-4-3144 0 0,16-8-104 0 0,1 1 1 0 0,0 1-1 0 0,0 2 0 0 0,1 0 1 0 0,32-6-1 0 0,8-2-34 0 0,-19 2-314 0 0,126-35-190 0 0,-59 9-5257 0 0,-87 29 1104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28 4352 0 0,'0'-4'1546'0'0,"-3"-20"5584"0"0,3 30-6927 0 0,9 56 213 0 0,23 190-790 0 0,-32-250 308 0 0,0 1 0 0 0,0 0 0 0 0,1 0-1 0 0,-1 0 1 0 0,1-1 0 0 0,0 1 0 0 0,0 0 0 0 0,0-1-1 0 0,1 4 1 0 0,10 19-801 0 0,-12-23 729 0 0,18 40-1786 0 0,1-13-3196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49 3016 0 0,'0'0'2195'0'0,"-2"-3"-1373"0"0,1 2-711 0 0,1 0 0 0 0,-1 0 1 0 0,0 0-1 0 0,1 1 0 0 0,-1-1 1 0 0,0 0-1 0 0,0 0 1 0 0,0 1-1 0 0,0-1 0 0 0,0 1 1 0 0,1-1-1 0 0,-1 0 1 0 0,0 1-1 0 0,0 0 0 0 0,0-1 1 0 0,0 1-1 0 0,0 0 0 0 0,-1-1 1 0 0,1 1-1 0 0,0 0 1 0 0,0 0-1 0 0,0 0 0 0 0,0 0 1 0 0,0 0-1 0 0,0 0 0 0 0,0 0 1 0 0,0 0-1 0 0,0 0 1 0 0,0 1-1 0 0,0-1 0 0 0,0 0 1 0 0,0 1-1 0 0,0-1 1 0 0,-2 2-1 0 0,-2-1 151 0 0,-14 78 704 0 0,19-74-860 0 0,0 1-22 0 0,0 3-53 0 0,1-1 0 0 0,0 0 0 0 0,0 0-1 0 0,1 0 1 0 0,0 0 0 0 0,0 0 0 0 0,1-1 0 0 0,0 1 0 0 0,0-1 0 0 0,6 10-1 0 0,-7-14-10 0 0,-2-3-17 0 0,1 1 0 0 0,-1-1 1 0 0,0 1-1 0 0,0-1 0 0 0,0 1 0 0 0,0-1 1 0 0,1 0-1 0 0,-1 1 0 0 0,0-1 1 0 0,1 1-1 0 0,-1-1 0 0 0,0 1 0 0 0,0-1 1 0 0,1 0-1 0 0,-1 1 0 0 0,1-1 1 0 0,-1 0-1 0 0,0 1 0 0 0,1-1 0 0 0,-1 0 1 0 0,1 0-1 0 0,-1 1 0 0 0,1-1 1 0 0,-1 0-1 0 0,1 0 0 0 0,0 0 0 0 0,-1 0 0 0 0,1 1-1 0 0,-1-1 0 0 0,1 0 0 0 0,-1 0 0 0 0,1 0 1 0 0,-1 1-1 0 0,1-1 0 0 0,-1 0 0 0 0,1 0 0 0 0,-1 1 0 0 0,1-1 1 0 0,-1 0-1 0 0,0 1 0 0 0,1-1 0 0 0,-1 0 0 0 0,0 1 0 0 0,1-1 1 0 0,-1 1-1 0 0,0-1 0 0 0,0 1 0 0 0,1-1 0 0 0,-1 0 0 0 0,0 1 1 0 0,0-1-1 0 0,0 1 0 0 0,1 0 0 0 0,20 9 152 0 0,9-11 51 0 0,-24 0-46 0 0,-2-1 82 0 0,2-3-145 0 0,-1 0 0 0 0,1-1 0 0 0,-1 0 0 0 0,0 0-1 0 0,0-1 1 0 0,-1 1 0 0 0,5-10 0 0 0,-7 12-6 0 0,-1-2-2 0 0,2-17-20 0 0,-2 17-20 0 0,-2 1 7 0 0,-1-17-28 0 0,2 16-19 0 0,-1 6-7 0 0,1 0 1 0 0,-1-1-1 0 0,1 1 1 0 0,-1 0 0 0 0,1-1-1 0 0,0 1 1 0 0,-1-1 0 0 0,1 1-1 0 0,0-1 1 0 0,0 1-1 0 0,-1-1 1 0 0,1 1 0 0 0,0-1-1 0 0,0 0 1 0 0,0 1-1 0 0,0-1 1 0 0,-1 1 0 0 0,1-1-1 0 0,0 1 1 0 0,0-1 0 0 0,0 0-1 0 0,0 0 1 0 0,1 0-3 0 0,-1 0 0 0 0,-1 0 0 0 0,1-1 0 0 0,0 1 0 0 0,0 0 0 0 0,0 0 0 0 0,0 0 0 0 0,-1 0 0 0 0,1 0 0 0 0,-1 0 0 0 0,1-1 0 0 0,-1 1 0 0 0,1 0 1 0 0,-1 0-1 0 0,-1-1 0 0 0,-9-12 370 0 0,2 1-2379 0 0,10 12 1963 0 0,-1 1 0 0 0,0-1 1 0 0,0 1-1 0 0,1-1 0 0 0,-1 1 0 0 0,0-1 1 0 0,1 1-1 0 0,-1-1 0 0 0,1 1 1 0 0,-1-1-1 0 0,1 1 0 0 0,-1 0 1 0 0,1-1-1 0 0,-1 1 0 0 0,1 0 1 0 0,-1-1-1 0 0,1 1 0 0 0,-1 0 1 0 0,1 0-1 0 0,-1-1 0 0 0,1 1 0 0 0,0 0 1 0 0,-1 0-1 0 0,1 0 0 0 0,-1 0 1 0 0,1 0-1 0 0,1 0 0 0 0,2-1-173 0 0,3 0 61 0 0,4 0 124 0 0,10-1-74 0 0,1-2-1 0 0,-1 0 1 0 0,32-10 0 0 0,-11-2 713 0 0,-37 14-196 0 0,-5 2-393 0 0,1 0 0 0 0,-1 0 0 0 0,1 0 0 0 0,0 0 0 0 0,-1 0-1 0 0,1 0 1 0 0,-1 0 0 0 0,1-1 0 0 0,-1 1 0 0 0,1 0 0 0 0,-1 0 0 0 0,1 0 0 0 0,-1-1 0 0 0,1 1 0 0 0,-1 0 0 0 0,1 0 0 0 0,-1-1-1 0 0,1 1 1 0 0,-1 0 0 0 0,0-1 0 0 0,1 1 0 0 0,-1 0 0 0 0,1-2 0 0 0,0 2 65 0 0,-1-1 0 0 0,0 1 1 0 0,1-1-1 0 0,-1 1 0 0 0,1-1 1 0 0,-1 1-1 0 0,1 0 0 0 0,-1-1 0 0 0,1 1 1 0 0,0 0-1 0 0,-1-1 0 0 0,1 1 1 0 0,-1 0-1 0 0,1 0 0 0 0,0 0 0 0 0,-1-1 1 0 0,1 1-1 0 0,-1 0 0 0 0,2 0 1 0 0,-1 4-27 0 0,0 1-41 0 0,-1-1 1 0 0,0 1-1 0 0,0 0 1 0 0,0-1 0 0 0,0 1-1 0 0,-1-1 1 0 0,0 1 0 0 0,0-1-1 0 0,0 1 1 0 0,-1-1 0 0 0,1 0-1 0 0,-4 7 1 0 0,1-2 11 0 0,0 0 0 0 0,1 0 0 0 0,1 1 0 0 0,0-1 0 0 0,0 1 0 0 0,-1 12 0 0 0,2-14-30 0 0,1 0-1 0 0,-1 0 0 0 0,2 0 0 0 0,-1 0 1 0 0,1 0-1 0 0,0 0 0 0 0,0 0 1 0 0,1-1-1 0 0,0 1 0 0 0,1 0 1 0 0,0-1-1 0 0,0 1 0 0 0,0-1 1 0 0,9 12-1 0 0,-10-16-63 0 0,2 0-4 0 0,0 0 51 0 0,-3-2 16 0 0,0 0 0 0 0,0-1 0 0 0,0 1 0 0 0,0 0 0 0 0,0 0 0 0 0,1 0 0 0 0,-1-1 0 0 0,0 1 0 0 0,0-1 0 0 0,1 1 0 0 0,-1-1 0 0 0,1 1 0 0 0,-1-1 0 0 0,0 0 0 0 0,1 0 0 0 0,1 1 0 0 0,15 1-20 0 0,-14-2 30 0 0,0-1 1 0 0,0 1-1 0 0,-1-1 0 0 0,1 0 1 0 0,0 0-1 0 0,-1 0 0 0 0,1 0 1 0 0,-1 0-1 0 0,1-1 0 0 0,-1 0 1 0 0,6-3-1 0 0,-4 2 18 0 0,1-1 35 0 0,-1-1 1 0 0,1 0-1 0 0,-1 0 1 0 0,0 0-1 0 0,0-1 1 0 0,-1 1 0 0 0,1-1-1 0 0,-1 0 1 0 0,-1 0-1 0 0,1-1 1 0 0,-1 1-1 0 0,0-1 1 0 0,2-9-1 0 0,-3 13-51 0 0,5-28-2 0 0,-6 26-122 0 0,-1-2-130 0 0,1 4 212 0 0,-1-1-97 0 0,0 0 0 0 0,0 1 0 0 0,0-1 1 0 0,0 1-1 0 0,0-1 0 0 0,-1 0 0 0 0,1 1 1 0 0,-1-1-1 0 0,0 1 0 0 0,0 0 0 0 0,0-1 0 0 0,-1 1 1 0 0,1 0-1 0 0,-1-1 0 0 0,0 1 0 0 0,-2-4 1 0 0,-4 1-1062 0 0,0 0 0 0 0,-1 0 1 0 0,1 0-1 0 0,-13-5 0 0 0,14 8-4019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38 3452 0 0,'0'0'5085'0'0,"-1"-5"-4237"0"0,-3-16 4410 0 0,2 17-4994 0 0,-3-4 390 0 0,4 20-334 0 0,6 39-460 0 0,-2-14-424 0 0,12 102-2249 0 0,-2-39-2877 0 0,-12-88 4597 0 0,5 28-4448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126 144 2632 0 0,'2'-1'443'0'0,"1"-1"0"0"0,-1 0 0 0 0,0 0 0 0 0,1 0 0 0 0,-1 0 0 0 0,0-1 0 0 0,0 1 0 0 0,-1-1 0 0 0,1 1 0 0 0,0-1 0 0 0,-1 1 0 0 0,0-1 0 0 0,1 0 0 0 0,-1 0 0 0 0,0 0 0 0 0,0 0 0 0 0,0-4 0 0 0,2-6-640 0 0,-2 7 862 0 0,-1 2-505 0 0,0-1 0 0 0,0 1 1 0 0,-1 0-1 0 0,1-1 0 0 0,-1 1 0 0 0,0 0 0 0 0,0-1 0 0 0,0 1 0 0 0,-3-6 0 0 0,4 8-125 0 0,-2-2 310 0 0,2 4-340 0 0,-1 0 0 0 0,1 0 0 0 0,0-1 0 0 0,0 1 0 0 0,-1 0 0 0 0,1 0 0 0 0,0 0 0 0 0,0 0 0 0 0,-1 0 0 0 0,1 0 0 0 0,0-1 0 0 0,0 1 0 0 0,-1 0 0 0 0,1 0 0 0 0,0 0 0 0 0,0-1 0 0 0,-1 1 0 0 0,1 0 0 0 0,0 0 0 0 0,0 0 0 0 0,0-1 0 0 0,0 1 0 0 0,-1 0 0 0 0,1 0 0 0 0,0-1 0 0 0,0 1 0 0 0,0 0 0 0 0,0-1 0 0 0,0 1 0 0 0,0 0 0 0 0,0 0 0 0 0,0-1 0 0 0,0 1 0 0 0,0-1 0 0 0,0 1 9 0 0,0-1 0 0 0,0 0-1 0 0,0 1 1 0 0,-1-1-1 0 0,1 1 1 0 0,0-1-1 0 0,0 1 1 0 0,0-1-1 0 0,-1 0 1 0 0,1 1-1 0 0,0-1 1 0 0,-1 1-1 0 0,1-1 1 0 0,-1 1 0 0 0,1-1-1 0 0,0 1 1 0 0,-1 0-1 0 0,1-1 1 0 0,-1 1-1 0 0,1-1 1 0 0,-1 1-1 0 0,1 0 1 0 0,-1 0-1 0 0,1-1 1 0 0,-1 1-1 0 0,0 0 1 0 0,1 0 0 0 0,-1-1-1 0 0,0 1 1 0 0,-2 0 0 0 0,0 0 0 0 0,0-1 0 0 0,0 1 0 0 0,0 1 1 0 0,0-1-1 0 0,0 0 0 0 0,0 1 0 0 0,0-1 0 0 0,0 1 1 0 0,0 0-1 0 0,0 0 0 0 0,1 0 0 0 0,-1 0 0 0 0,0 1 1 0 0,1-1-1 0 0,-1 1 0 0 0,1 0 0 0 0,-1-1 0 0 0,1 1 1 0 0,0 0-1 0 0,0 1 0 0 0,-3 2 0 0 0,-4 7 12 0 0,0 1-1 0 0,1 0 1 0 0,0 1-1 0 0,1-1 0 0 0,0 2 1 0 0,-7 25-1 0 0,12-36-98 0 0,2 2 50 0 0,-2 1 24 0 0,2 40-5 0 0,1-42-4 0 0,0 0 32 0 0,4 14 51 0 0,-5-18-89 0 0,1 0 1 0 0,-1 0 0 0 0,0 0-1 0 0,1 0 1 0 0,-1 0-1 0 0,1 0 1 0 0,-1 0-1 0 0,1 0 1 0 0,0-1-1 0 0,-1 1 1 0 0,1 0-1 0 0,0 0 1 0 0,-1-1-1 0 0,1 1 1 0 0,0 0-1 0 0,0-1 1 0 0,0 1-1 0 0,0-1 1 0 0,0 1-1 0 0,0-1 1 0 0,0 1-1 0 0,-1-1 1 0 0,1 0-1 0 0,0 1 1 0 0,1-1-1 0 0,-1 0 1 0 0,0 0-1 0 0,1 0 1 0 0,18-2 2 0 0,-15 2-5 0 0,-4-2 2 0 0,-1 1 11 0 0,1 0 0 0 0,0 0 1 0 0,0 0-1 0 0,0 0 1 0 0,0 0-1 0 0,1 0 0 0 0,-1 0 1 0 0,0 0-1 0 0,0 1 1 0 0,0-1-1 0 0,3-1 0 0 0,-1 1-2 0 0,1-2-6 0 0,-2-1 2 0 0,40-54 8 0 0,-39 54 15 0 0,5-12 50 0 0,-6 14-51 0 0,0-1 130 0 0,8-18 184 0 0,5 9-148 0 0,-4 18-30 0 0,-8-3-172 0 0,0 0 46 0 0,-1 21 1 0 0,3-6-4 0 0,-2 1-1 0 0,3 33 1 0 0,-1-1-190 0 0,6 88-2168 0 0,-10-133 1757 0 0,4 20-937 0 0,2 7-5102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77 122 2780 0 0,'0'0'3649'0'0,"0"-5"-3223"0"0,0-15-94 0 0,0 15 1505 0 0,-5 6-1604 0 0,-16 2-50 0 0,16-2 41 0 0,2 3-4 0 0,-2 4-109 0 0,0 1 1 0 0,1 0 0 0 0,0 0 0 0 0,1 0-1 0 0,0 1 1 0 0,0-1 0 0 0,1 1 0 0 0,0 0-1 0 0,-1 11 1 0 0,3-16-41 0 0,0 1-18 0 0,0 19-5 0 0,0-18 1 0 0,1-2-4 0 0,15 43 56 0 0,-14-44-78 0 0,16 11 32 0 0,-14-14-45 0 0,15 3-7 0 0,-15-3 4 0 0,2-2-21 0 0,15-5-75 0 0,-16 5 116 0 0,-1-2 12 0 0,1-2-29 0 0,0 0 1 0 0,0 0-1 0 0,0 0 0 0 0,-1 0 0 0 0,0-1 1 0 0,0 0-1 0 0,0 0 0 0 0,0 0 0 0 0,2-9 1 0 0,-3 10-3 0 0,-1-1 0 0 0,1 1 0 0 0,-2-1 1 0 0,1 0-1 0 0,0 1 0 0 0,-1-1 0 0 0,0 0 1 0 0,-1 0-1 0 0,1 0 0 0 0,-1 0 0 0 0,-1-8 1 0 0,0 5 14 0 0,2-6-42 0 0,-3-6-8 0 0,-2 6-33 0 0,4 15 59 0 0,-1-10-112 0 0,-2 0 1 0 0,1 1-1 0 0,-2 0 0 0 0,1-1 1 0 0,-9-15-1 0 0,10 22-47 0 0,-1 0-1 0 0,1 0 1 0 0,0 1-1 0 0,-1-1 1 0 0,0 0-1 0 0,1 1 1 0 0,-1-1-1 0 0,0 1 0 0 0,0 0 1 0 0,-1 0-1 0 0,1 0 1 0 0,0 1-1 0 0,-1-1 1 0 0,1 1-1 0 0,-1 0 1 0 0,1 0-1 0 0,-1 0 1 0 0,0 0-1 0 0,1 1 0 0 0,-1-1 1 0 0,-4 1-1 0 0,2-1-235 0 0,-22 1-2711 0 0,-4 1-689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0 197 2300 0 0,'0'0'8814'0'0,"6"-3"-8768"0"0,157-61-818 0 0,99-43-5974 0 0,-218 84 3144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65 120 2404 0 0,'0'0'3458'0'0,"-5"-1"-2663"0"0,-15-3-92 0 0,15 2 494 0 0,2 0-681 0 0,0 1-281 0 0,0-1-1 0 0,0 0 0 0 0,0-1 1 0 0,1 1-1 0 0,-1 0 0 0 0,1-1 0 0 0,-1 1 1 0 0,1-1-1 0 0,0 0 0 0 0,-4-6 0 0 0,6 4-125 0 0,1 1 0 0 0,-1-1 0 0 0,1 0 0 0 0,0 1-1 0 0,0-1 1 0 0,0 1 0 0 0,1-1 0 0 0,-1 1 0 0 0,3-5 0 0 0,-2 5-41 0 0,2 1-26 0 0,8-7 4 0 0,-8 7-5 0 0,-1 1-13 0 0,13-3-22 0 0,-13 4 28 0 0,3 2 46 0 0,-2-1-85 0 0,-1 1 0 0 0,1 0 0 0 0,-1 0 1 0 0,1 0-1 0 0,-1 1 0 0 0,1-1 0 0 0,-1 1 0 0 0,0 0 1 0 0,1 0-1 0 0,-1 0 0 0 0,0 1 0 0 0,0-1 0 0 0,-1 0 1 0 0,1 1-1 0 0,-1 0 0 0 0,1 0 0 0 0,-1 0 0 0 0,0 0 1 0 0,3 4-1 0 0,-1 1 6 0 0,-1 0 1 0 0,0 0-1 0 0,0 0 1 0 0,0 0-1 0 0,-1 1 1 0 0,0-1-1 0 0,-1 1 1 0 0,0-1-1 0 0,0 1 0 0 0,-1 0 1 0 0,0 0-1 0 0,-1-1 1 0 0,0 1-1 0 0,0 0 1 0 0,-3 10-1 0 0,-3 13-10 0 0,3-22 3 0 0,-4 3-24 0 0,0 2 12 0 0,6-11 8 0 0,0 0-14 0 0,-9 12-15 0 0,8-12 1 0 0,3-3 36 0 0,0-1 0 0 0,0 1 1 0 0,0-1-1 0 0,0 0 1 0 0,0 1-1 0 0,0-1 0 0 0,0 1 1 0 0,-1-1-1 0 0,1 0 1 0 0,0 1-1 0 0,0-1 0 0 0,-1 1 1 0 0,1-1-1 0 0,0 0 1 0 0,0 1-1 0 0,-1-1 0 0 0,1 0 1 0 0,0 0-1 0 0,-1 1 1 0 0,1-1-1 0 0,0 0 1 0 0,-1 0-1 0 0,1 1 0 0 0,-1-1 1 0 0,0 0-1 0 0,-7 9-294 0 0,7-8 294 0 0,1-1 0 0 0,0 1 0 0 0,-1-1 0 0 0,1 0 0 0 0,0 1 0 0 0,-1-1 0 0 0,1 1 0 0 0,-1-1 0 0 0,1 0 0 0 0,0 1 0 0 0,-1-1 0 0 0,1 0 0 0 0,-1 1 0 0 0,1-1 0 0 0,-1 0 0 0 0,1 0 0 0 0,-1 0 0 0 0,0 0 0 0 0,1 1 0 0 0,-1-1 0 0 0,1 0 0 0 0,-1 0 0 0 0,0 0 0 0 0,1 0-5 0 0,-1 0 0 0 0,1 0 0 0 0,-1 0-1 0 0,1 0 1 0 0,-1 0 0 0 0,1 0-1 0 0,-1 0 1 0 0,1 0 0 0 0,-1 0 0 0 0,1 1-1 0 0,-1-1 1 0 0,1 0 0 0 0,0 0 0 0 0,-1 1-1 0 0,1-1 1 0 0,-1 0 0 0 0,1 0 0 0 0,0 1-1 0 0,-1-1 1 0 0,1 0 0 0 0,0 1-1 0 0,-1-1 1 0 0,1 1 0 0 0,0-1 0 0 0,-1 0-1 0 0,1 1 1 0 0,0-1 5 0 0,0 0-1 0 0,0-1 1 0 0,0 1-1 0 0,0 0 1 0 0,0 0-1 0 0,0-1 1 0 0,0 1-1 0 0,0 0 1 0 0,0 0-1 0 0,-1-1 1 0 0,1 1-1 0 0,0 0 1 0 0,0 0-1 0 0,0-1 1 0 0,0 1-1 0 0,0 0 1 0 0,-1 0-1 0 0,1 0 1 0 0,0-1-1 0 0,0 1 1 0 0,0 0-1 0 0,-1 0 1 0 0,1 0-1 0 0,0 0 1 0 0,0-1-1 0 0,-1 1 1 0 0,1 0-1 0 0,0 0 1 0 0,0 0-1 0 0,-1 0 1 0 0,1 0-1 0 0,0 0 1 0 0,-1-1-8 0 0,0 1 0 0 0,0 0 1 0 0,1 0-1 0 0,-1-1 1 0 0,1 1-1 0 0,-1-1 1 0 0,0 1-1 0 0,1 0 0 0 0,-1-1 1 0 0,1 1-1 0 0,-1-1 1 0 0,1 1-1 0 0,-1-1 1 0 0,1 0-1 0 0,-1 1 0 0 0,1-1 1 0 0,0 0-1 0 0,-1 1 1 0 0,1-1-1 0 0,0 0 1 0 0,-1 1-1 0 0,1-2 0 0 0,-6-46-107 0 0,6 43 112 0 0,2 1 11 0 0,-2 4-9 0 0,1-2 9 0 0,-1 0 0 0 0,1 0 1 0 0,0 0-1 0 0,0 0 1 0 0,0 0-1 0 0,0 0 0 0 0,0 0 1 0 0,1 0-1 0 0,-1 1 1 0 0,0-1-1 0 0,1 0 1 0 0,-1 1-1 0 0,1-1 0 0 0,0 1 1 0 0,-1 0-1 0 0,1-1 1 0 0,0 1-1 0 0,3-1 31 0 0,0 2-24 0 0,43 9 60 0 0,-43-7-40 0 0,-1 0-12 0 0,46 17-12 0 0,-45-17-48 0 0,1-1-54 0 0,58 3-979 0 0,-57-4 703 0 0,4-1-10 0 0,-1-1-1 0 0,1 0 1 0 0,0 0 0 0 0,-1-1-1 0 0,0-1 1 0 0,0 1 0 0 0,0-2 0 0 0,0 1-1 0 0,11-9 1 0 0,-17 11 89 0 0,0-1 1 0 0,0 0-1 0 0,0-1 0 0 0,-1 1 1 0 0,0-1-1 0 0,0 0 1 0 0,5-6-1 0 0,-5 5 118 0 0,-1 4 31 0 0,-1-1 0 0 0,1 1 0 0 0,-1-1 0 0 0,0 0 0 0 0,0 1 0 0 0,1-1 1 0 0,-1 0-1 0 0,0 0 0 0 0,-1 0 0 0 0,2-3 0 0 0,0-1-355 0 0,1 1-1697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38 2440 0 0,'0'0'912'0'0,"-2"-5"6"0"0,-4-12-326 0 0,5 13 553 0 0,-3 2-832 0 0,-11-6-183 0 0,11 6 734 0 0,-1 4-621 0 0,-16 3-20 0 0,16-4 123 0 0,1 2-179 0 0,-11 8 13 0 0,11-8 31 0 0,2 0-13 0 0,-3 4-11 0 0,1 1-1 0 0,0 0 1 0 0,1 0-1 0 0,0 0 0 0 0,-3 12 1 0 0,5-15-98 0 0,8 18 9 0 0,-5-22-88 0 0,-1 0 0 0 0,1 0 1 0 0,-1 0-1 0 0,1 0 0 0 0,-1 1 1 0 0,1-1-1 0 0,-1 0 1 0 0,0 1-1 0 0,0 0 0 0 0,1 1 1 0 0,9 7 9 0 0,1-1 1 0 0,0 0 0 0 0,0-1-1 0 0,1 0 1 0 0,25 11 0 0 0,-5-2-191 0 0,-30-15 222 0 0,-1-2-48 0 0,-1 1 0 0 0,1-1 0 0 0,-1 1 0 0 0,1 0-1 0 0,-1-1 1 0 0,0 1 0 0 0,1 0 0 0 0,-1 0 0 0 0,0 0 0 0 0,0 0 0 0 0,1 0 0 0 0,0 2 0 0 0,0-2 4 0 0,2 2 26 0 0,9 14-6 0 0,-10-14-11 0 0,-1 1-14 0 0,6 11 12 0 0,-6-11 20 0 0,-3 0-18 0 0,-4 14 8 0 0,4-16-38 0 0,0 0 0 0 0,0 0 0 0 0,0 0 0 0 0,0 0 1 0 0,-1 0-1 0 0,1 0 0 0 0,-1 0 0 0 0,1 0 0 0 0,-1-1 0 0 0,1 1 0 0 0,-1 0 1 0 0,0-1-1 0 0,0 1 0 0 0,0-1 0 0 0,0 0 0 0 0,0 0 0 0 0,-4 2 0 0 0,4-2 62 0 0,-2 1 13 0 0,0 0-6 0 0,-14 4-2 0 0,14-4 34 0 0,-1-2-49 0 0,-15 3 6 0 0,15-3 103 0 0,1-2-126 0 0,-14-4 4 0 0,14 4-10 0 0,0-8-2 0 0,4 10-13 0 0,0-1 0 0 0,-1 1 0 0 0,1-1 0 0 0,-1 0 0 0 0,1 1 0 0 0,0-1 0 0 0,0 0 0 0 0,-1 1 1 0 0,1-1-1 0 0,0 0 0 0 0,0 1 0 0 0,0-1 0 0 0,0 0 0 0 0,0 1 0 0 0,0-1 0 0 0,0 0 0 0 0,0 1 0 0 0,0-1 0 0 0,0 0 0 0 0,0 1 0 0 0,0-1 0 0 0,0 0 0 0 0,1-1 0 0 0,19-62-2 0 0,-13 43-40 0 0,0 0 1 0 0,-1-1-1 0 0,6-42 1 0 0,-11 46-54 0 0,-1 13-51 0 0,0 0-106 0 0,-1-16-30 0 0,0 16-101 0 0,-7-13-1038 0 0,6 15 272 0 0,-2 1-102 0 0,-12-6-893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48 2024 0 0,'0'0'3332'0'0,"-5"1"-2534"0"0,-8 6 1192 0 0,14-6-1836 0 0,-1-1-1 0 0,0 1 1 0 0,0-1-1 0 0,1 1 1 0 0,-1-1 0 0 0,0 1-1 0 0,1-1 1 0 0,-1 0 0 0 0,0 1-1 0 0,1-1 1 0 0,-1 0 0 0 0,1 1-1 0 0,-1-1 1 0 0,0 0-1 0 0,1 1 1 0 0,-1-1 0 0 0,1 0-1 0 0,-1 0 1 0 0,1 1 0 0 0,-1-1-1 0 0,1 0 1 0 0,-1 0 0 0 0,1 0-1 0 0,-1 0 1 0 0,2 0-1 0 0,2 2-128 0 0,0-4-42 0 0,87-22-1333 0 0,12-6-4822 0 0,-73 20 1588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31 2312 0 0,'0'0'1280'0'0,"-4"2"-206"0"0,-18 8 4514 0 0,26-12-5546 0 0,18-6 244 0 0,-18 6-118 0 0,14-6 21 0 0,-14 6 227 0 0,17-7 1136 0 0,-21 9-1544 0 0,1 0 0 0 0,-1 0 0 0 0,0 0 1 0 0,0 0-1 0 0,1 0 0 0 0,-1 0 1 0 0,0 0-1 0 0,1 0 0 0 0,-1 0 1 0 0,0 0-1 0 0,0 0 0 0 0,1 0 1 0 0,-1 0-1 0 0,0-1 0 0 0,0 1 1 0 0,1 0-1 0 0,-1 0 0 0 0,0 0 1 0 0,0 0-1 0 0,1 0 0 0 0,-1 0 1 0 0,0-1-1 0 0,0 1 0 0 0,0 0 1 0 0,1 0-1 0 0,-1 0 0 0 0,0-1 1 0 0,0 1-1 0 0,0 0 0 0 0,0 0 1 0 0,1-1-1 0 0,-1 1 0 0 0,0 0 1 0 0,0-1-1 0 0,0 1 40 0 0,0 0-1 0 0,1-1 1 0 0,-1 1-1 0 0,0-1 1 0 0,1 1 0 0 0,-1-1-1 0 0,0 1 1 0 0,1 0 0 0 0,-1-1-1 0 0,0 1 1 0 0,1 0 0 0 0,-1 0-1 0 0,1-1 1 0 0,-1 1 0 0 0,1 0-1 0 0,-1 0 1 0 0,0-1-1 0 0,1 1 1 0 0,-1 0 0 0 0,1 0-1 0 0,-1 0 1 0 0,1 0 0 0 0,-1 0-1 0 0,1 0 1 0 0,-1 0 0 0 0,1 0-1 0 0,-1 0 1 0 0,1 0 0 0 0,-1 0-1 0 0,1 0 1 0 0,-1 0-1 0 0,1 0 1 0 0,-1 0 0 0 0,1 1-1 0 0,16 5 109 0 0,-13-4 2 0 0,-3 3-20 0 0,46 212 410 0 0,-20-98-3487 0 0,-25-113 2119 0 0,-1-1-1135 0 0,1 1 1475 0 0,1 3-6 0 0,1 0-4784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29 161 2632 0 0,'-4'-3'1326'0'0,"-12"-9"2942"0"0,15 8-3797 0 0,-5-10-95 0 0,5 11-91 0 0,3 0-66 0 0,8-5-190 0 0,1 0 1 0 0,0 1-1 0 0,0 0 1 0 0,0 0-1 0 0,21-7 0 0 0,74-25-2727 0 0,-51 20 411 0 0,-28 9 548 0 0,-21 7-1250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79 2052 0 0,'0'0'710'0'0,"1"-4"-64"0"0,2-12-94 0 0,-2 12 827 0 0,-2 0-1023 0 0,-2-13-119 0 0,2 13 584 0 0,-2 1-531 0 0,-29-22 1007 0 0,28 24-650 0 0,-1 1-426 0 0,-17 0-12 0 0,16 0-7 0 0,2 1-9 0 0,-14 4-21 0 0,14-3-44 0 0,-1 1 29 0 0,-5 3-66 0 0,1 1-1 0 0,0 0 1 0 0,0 0-1 0 0,1 1 1 0 0,-1 0 0 0 0,2 1-1 0 0,-1 0 1 0 0,1 0 0 0 0,1 0-1 0 0,0 1 1 0 0,-8 15-1 0 0,13-21-56 0 0,0 0-69 0 0,0 0 49 0 0,1 0-1 0 0,-1 1 1 0 0,1-1 0 0 0,0 0 0 0 0,1 0-1 0 0,-1 1 1 0 0,1-1 0 0 0,0 0-1 0 0,0 0 1 0 0,0 0 0 0 0,0 0 0 0 0,1 0-1 0 0,3 7 1 0 0,-3-8 57 0 0,3-2-35 0 0,13 3-48 0 0,-13-3-110 0 0,0-1 193 0 0,40-18 260 0 0,-41 15-236 0 0,-1 0 8 0 0,18-27 301 0 0,-19 27-325 0 0,7-18 469 0 0,-8 16-388 0 0,4-13-4 0 0,-4 13 554 0 0,3-15-582 0 0,-3 16 538 0 0,1 5-654 0 0,-1 0 1 0 0,1 1 0 0 0,-1-1 0 0 0,1 1-1 0 0,-1-1 1 0 0,0 1 0 0 0,1 0 0 0 0,-1-1-1 0 0,1 3 1 0 0,1 0 45 0 0,-1 0-16 0 0,10 21 39 0 0,8 13-28 0 0,-1 2 0 0 0,17 56 0 0 0,-35-91-26 0 0,-1 1-25 0 0,0-3-18 0 0,0 1-64 0 0,0 0 0 0 0,0 0 1 0 0,-1 0-1 0 0,1 0 0 0 0,-1 0 0 0 0,0 0 0 0 0,0 0 0 0 0,0 0 0 0 0,-1 0 1 0 0,1-1-1 0 0,-1 1 0 0 0,0-1 0 0 0,0 1 0 0 0,-4 5 0 0 0,-7 5-825 0 0,-1-1-1 0 0,-1-1 0 0 0,-31 21 1 0 0,-26 7-4343 0 0,34-23-95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38 3264 0 0,'0'0'3750'0'0,"-2"-4"-2855"0"0,-20-27 2644 0 0,20 28-2917 0 0,-2 5-510 0 0,-13 3 4 0 0,13-4 127 0 0,1 3-122 0 0,-10 12-15 0 0,10-13-9 0 0,1 1-3 0 0,-8 11-18 0 0,8-11-21 0 0,0 0 10 0 0,-13 40 101 0 0,15-39-231 0 0,0 0 130 0 0,0 16-18 0 0,0-16 8 0 0,1-1-59 0 0,21 34 44 0 0,-19-34-6 0 0,2-4-43 0 0,14 1 52 0 0,-14-1 23 0 0,-4 0-65 0 0,-1 0 0 0 0,0-1 0 0 0,0 1 0 0 0,0 0 0 0 0,0-1 0 0 0,1 1 0 0 0,-1 0 0 0 0,0 0-1 0 0,0-1 1 0 0,1 1 0 0 0,-1 0 0 0 0,0 0 0 0 0,0-1 0 0 0,1 1 0 0 0,-1 0 0 0 0,0 0 0 0 0,1 0 0 0 0,-1 0 0 0 0,0-1-1 0 0,1 1 1 0 0,-1 0 0 0 0,0 0 0 0 0,1 0 0 0 0,-1 0 0 0 0,0 0 0 0 0,1 0 0 0 0,-1 0 0 0 0,1 0 0 0 0,0 0 12 0 0,0 0 0 0 0,0 0 0 0 0,0 0 0 0 0,0-1 1 0 0,0 1-1 0 0,0 0 0 0 0,0-1 0 0 0,0 1 0 0 0,0-1 1 0 0,0 1-1 0 0,0-1 0 0 0,0 1 0 0 0,0-1 0 0 0,0 0 0 0 0,1-1 1 0 0,1-3 24 0 0,0-1 0 0 0,0 1 0 0 0,0-1 0 0 0,-1 0 1 0 0,0 0-1 0 0,0 0 0 0 0,0 0 0 0 0,-1 0 0 0 0,0-1 0 0 0,0-8 1 0 0,-1 9-14 0 0,-1 1 7 0 0,-11-40-29 0 0,11 41-31 0 0,-1 0-75 0 0,-6-13 98 0 0,6 13 23 0 0,0 4-53 0 0,1-1 23 0 0,-1 1 1 0 0,0-1 0 0 0,1 0-1 0 0,-1 0 1 0 0,0 0-1 0 0,1 0 1 0 0,-1 0-1 0 0,1 0 1 0 0,0 0-1 0 0,-3-3 32 0 0,4 5-20 0 0,0-1 1 0 0,-1 0-1 0 0,1 1 0 0 0,0-1 0 0 0,-1 0 1 0 0,1 0-1 0 0,0 1 0 0 0,-1-1 0 0 0,1 0 0 0 0,-1 0 1 0 0,1 0-1 0 0,0 1 0 0 0,-1-1 0 0 0,1 0 0 0 0,-1 0 1 0 0,1 0-1 0 0,-1 0 0 0 0,1 0 0 0 0,-1 0 1 0 0,1 0-1 0 0,0 0 0 0 0,-1 0 0 0 0,1 0 0 0 0,-1 0 1 0 0,1 0-1 0 0,-1 0 0 0 0,1 0 0 0 0,-1-1 1 0 0,0 1-1 0 0,0 0 1 0 0,1 0-1 0 0,-1 0 1 0 0,0 0-1 0 0,1 0 1 0 0,-1 0 0 0 0,0 0-1 0 0,0 0 1 0 0,1 0-1 0 0,-1 1 1 0 0,0-1-1 0 0,1 0 1 0 0,-1 0-1 0 0,0 1 1 0 0,1-1-1 0 0,-1 0 1 0 0,0 1-1 0 0,1-1 1 0 0,-1 0 0 0 0,1 1-1 0 0,-1-1 1 0 0,1 1-1 0 0,-1-1 1 0 0,0 2-1 0 0,-12 10-8 0 0,10-9 4 0 0,1 0-16 0 0,-10 38-24 0 0,12-36-11 0 0,1 0-79 0 0,5 13 62 0 0,-4-13-13 0 0,0-2-4 0 0,28 25-304 0 0,-26-25 356 0 0,1-2 10 0 0,13 1 24 0 0,-13-2-3 0 0,-1-2-168 0 0,12-5 175 0 0,-11 5 68 0 0,-5 2-68 0 0,0-1 0 0 0,-1 1 1 0 0,1 0-1 0 0,1-1 0 0 0,-1 1 1 0 0,0 0-1 0 0,0 0 0 0 0,0-1 1 0 0,0 1-1 0 0,0 0 0 0 0,0 0 0 0 0,0-1 1 0 0,0 1-1 0 0,0 0 0 0 0,1 0 1 0 0,-1-1-1 0 0,0 1 0 0 0,0 0 1 0 0,0 0-1 0 0,0-1 0 0 0,1 1 0 0 0,-1 0 1 0 0,0 0-1 0 0,0 0 0 0 0,1-1 1 0 0,-1 1-1 0 0,0 0 0 0 0,0 0 1 0 0,1 0-1 0 0,-1 0 0 0 0,0 0 0 0 0,1 0 1 0 0,-1-1-3 0 0,1 1 0 0 0,-1 0 0 0 0,1-1 1 0 0,0 1-1 0 0,-1 0 0 0 0,1-1 0 0 0,-1 1 1 0 0,1 0-1 0 0,-1-1 0 0 0,1 1 0 0 0,-1-1 0 0 0,0 1 1 0 0,1-1-1 0 0,-1 1 0 0 0,0-1 0 0 0,1 0 1 0 0,-1 1-1 0 0,0-1 0 0 0,1 1 0 0 0,-1-1 0 0 0,0 0 1 0 0,0 1-1 0 0,0-1 0 0 0,0 0 0 0 0,0 0 1 0 0,1-5 8 0 0,-1 1 0 0 0,1-1 0 0 0,-1 1 0 0 0,-1-1 0 0 0,-1-10 0 0 0,1 12-24 0 0,-4 6-144 0 0,3-2 159 0 0,0 2 0 0 0,0-1 0 0 0,-1 0 0 0 0,1 0 1 0 0,0 1-1 0 0,0-1 0 0 0,0 1 0 0 0,0-1 1 0 0,1 1-1 0 0,-1 0 0 0 0,0 0 0 0 0,1 0 0 0 0,-1 0 1 0 0,1 0-1 0 0,0 0 0 0 0,-1 0 0 0 0,1 1 1 0 0,0-1-1 0 0,1 0 0 0 0,-1 1 0 0 0,0-1 1 0 0,1 1-1 0 0,-1-1 0 0 0,0 3 0 0 0,1 0 17 0 0,16 13-1128 0 0,-11-18 397 0 0,14-2-432 0 0,-14 2-579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0 1544 0 0,'0'0'9933'0'0,"-4"1"-9882"0"0,-14 3 6 0 0,14-2 32 0 0,4-1-83 0 0,-1 1 0 0 0,1-1-1 0 0,-1 0 1 0 0,1 1-1 0 0,-1-1 1 0 0,1 1-1 0 0,-1-1 1 0 0,0 0 0 0 0,1 0-1 0 0,-1 1 1 0 0,0-1-1 0 0,-2 2 1 0 0,1-1 7 0 0,0 3 48 0 0,0-1-7 0 0,-5 11 3 0 0,5-11 29 0 0,1 1-42 0 0,-3 47 109 0 0,4-47-129 0 0,2-2 11 0 0,-1-1-40 0 0,1-1-1 0 0,-1 1 0 0 0,0 0 1 0 0,1-1-1 0 0,0 0 0 0 0,-1 1 1 0 0,1-1-1 0 0,-1 0 0 0 0,1 0 1 0 0,0 0-1 0 0,0 0 0 0 0,0 0 1 0 0,0 0-1 0 0,0-1 0 0 0,0 1 1 0 0,0-1-1 0 0,0 1 0 0 0,0-1 1 0 0,0 0-1 0 0,0 1 0 0 0,0-1 1 0 0,0 0-1 0 0,0 0 0 0 0,0-1 0 0 0,0 1 1 0 0,0 0-1 0 0,0-1 0 0 0,2 0 1 0 0,0-1-31 0 0,-2 2 0 0 0,-1-1 34 0 0,1 1-1 0 0,-1-1 1 0 0,0 0 0 0 0,1 0-1 0 0,-1 0 1 0 0,0 0-1 0 0,0 0 1 0 0,0 0 0 0 0,0 0-1 0 0,2-3 1 0 0,-2 4 4 0 0,2-3 62 0 0,-2 2-68 0 0,-1 0 0 0 0,0-1 0 0 0,1 1 0 0 0,0 0-1 0 0,-1 0 1 0 0,1-1 0 0 0,0 1 0 0 0,-1 0 0 0 0,1 0 0 0 0,0 0-1 0 0,0 0 1 0 0,2-1 0 0 0,-2 0-4 0 0,1-1-24 0 0,1-8-16 0 0,4-6-6 0 0,-5-35 101 0 0,-2 51-47 0 0,0 0-1 0 0,0 1 1 0 0,0-1-1 0 0,0 1 1 0 0,-1-1-1 0 0,1 0 1 0 0,0 1-1 0 0,-1-1 1 0 0,1 1-1 0 0,0-1 1 0 0,-1 1-1 0 0,1-1 1 0 0,0 1-1 0 0,-1-1 1 0 0,1 1-1 0 0,-1 0 1 0 0,1-1-1 0 0,-1 1 1 0 0,1-1-1 0 0,-1 1 1 0 0,0 0 0 0 0,1 0-1 0 0,-1-1 1 0 0,1 1-1 0 0,-1 0 1 0 0,0 0-1 0 0,1 0 1 0 0,-1-1-1 0 0,1 1 1 0 0,-1 0-1 0 0,0 0 1 0 0,1 0-1 0 0,-1 0 1 0 0,0 0-1 0 0,1 0 1 0 0,-1 1-1 0 0,0-1 1 0 0,-17 2-11 0 0,14-1 18 0 0,1 2 7 0 0,-11 8 53 0 0,10-8-71 0 0,2 1-1 0 0,-7 11-13 0 0,6-11 9 0 0,4-3-23 0 0,-1 1 29 0 0,0 0 1 0 0,0 0-1 0 0,0-1 1 0 0,-1 1-1 0 0,1 0 1 0 0,0-1-1 0 0,0 1 1 0 0,-1 0-1 0 0,1-1 1 0 0,-1 1-1 0 0,-1 1 0 0 0,2-2-1 0 0,-1 4-25 0 0,2 0-184 0 0,-1-5 215 0 0,7 19-84 0 0,-7-18 77 0 0,1 0 1 0 0,-1 0-1 0 0,0 0 1 0 0,1-1 0 0 0,-1 1-1 0 0,1 0 1 0 0,0 0-1 0 0,-1 0 1 0 0,1-1 0 0 0,0 1-1 0 0,-1 0 1 0 0,1 0-1 0 0,0-1 1 0 0,0 1 0 0 0,0-1-1 0 0,-1 1 1 0 0,1-1-1 0 0,0 1 1 0 0,0-1 0 0 0,0 0-1 0 0,0 1 1 0 0,0-1-1 0 0,1 0 1 0 0,3 0-48 0 0,14-4 39 0 0,-15 4-11 0 0,-1-4 26 0 0,-2 3-20 0 0,1-1 22 0 0,0 0 1 0 0,0 0 0 0 0,0 0-1 0 0,-1 0 1 0 0,1 0 0 0 0,-1 0-1 0 0,1 0 1 0 0,-1-1-1 0 0,0 1 1 0 0,0 0 0 0 0,0-1-1 0 0,0 0 1 0 0,0 1 0 0 0,-1-1-1 0 0,1 1 1 0 0,-1-1-1 0 0,1 0 1 0 0,-1 1 0 0 0,0-1-1 0 0,0 0 1 0 0,0 1 0 0 0,-1-1-1 0 0,1 0 1 0 0,-1 1-1 0 0,1-1 1 0 0,-1 1 0 0 0,0-1-1 0 0,0 1 1 0 0,0-1 0 0 0,0 1-1 0 0,-1 0 1 0 0,-2-5-1 0 0,2 4-62 0 0,-3 4 83 0 0,-20 4 78 0 0,22-2-92 0 0,-11 9 47 0 0,12-9-71 0 0,-5 11 5 0 0,5-11 2 0 0,0 3 25 0 0,2-4-24 0 0,-1-1 0 0 0,1 1 0 0 0,-1-1 0 0 0,1 1 0 0 0,0 0 0 0 0,0-1 0 0 0,0 1 0 0 0,0-1 0 0 0,0 1 0 0 0,0-1-1 0 0,1 4 1 0 0,-1-4 7 0 0,1 0 0 0 0,-1 0-1 0 0,1 0 1 0 0,0 0-1 0 0,0 1 1 0 0,0-1-1 0 0,0 0 1 0 0,0 0-1 0 0,0-1 1 0 0,0 1 0 0 0,0 0-1 0 0,0 0 1 0 0,0 0-1 0 0,0-1 1 0 0,0 1-1 0 0,0-1 1 0 0,1 1 0 0 0,-1-1-1 0 0,0 1 1 0 0,1-1-1 0 0,-1 0 1 0 0,0 1-1 0 0,1-1 1 0 0,-1 0 0 0 0,0 0-1 0 0,1 0 1 0 0,-1 0-1 0 0,0 0 1 0 0,1 0-1 0 0,-1-1 1 0 0,3 0-1 0 0,3 1 33 0 0,-7 0-34 0 0,1 0 1 0 0,-1 0 0 0 0,1 0 0 0 0,-1-1 0 0 0,1 1-1 0 0,-1 0 1 0 0,0 0 0 0 0,1 0 0 0 0,-1-1-1 0 0,1 1 1 0 0,-1 0 0 0 0,0-1 0 0 0,1 1-1 0 0,-1 0 1 0 0,0-1 0 0 0,1 1 0 0 0,-1 0-1 0 0,0-1 1 0 0,0 1 0 0 0,1-1 0 0 0,-1 1-1 0 0,0 0 1 0 0,0-1 0 0 0,0 1 0 0 0,0-1-1 0 0,1 0 1 0 0,-1 1 0 0 0,0-1 0 0 0,0 1 0 0 0,0-1 0 0 0,0 1 0 0 0,0-1 0 0 0,1 1 0 0 0,-1 0 1 0 0,0-1-1 0 0,0 1 0 0 0,1-1 0 0 0,-1 1 0 0 0,0 0 0 0 0,0-1 0 0 0,1 1 0 0 0,-1 0 0 0 0,1-1 0 0 0,-1 1 0 0 0,0 0 0 0 0,1-1 0 0 0,-1 1 0 0 0,0 0 0 0 0,1 0 0 0 0,-1 0 0 0 0,1-1 0 0 0,-1 1 0 0 0,1 0 0 0 0,6-23 228 0 0,-7 18-240 0 0,-1-16 13 0 0,1 16 33 0 0,-5 6-74 0 0,-14 1 53 0 0,12 1-14 0 0,-3 7 2 0 0,5-4-4 0 0,-3 10 7 0 0,6-11 3 0 0,1-1-3 0 0,-4 16-13 0 0,4-15 15 0 0,1 0-35 0 0,3 18 11 0 0,-2-22 16 0 0,0 0-1 0 0,1-1 1 0 0,-1 1-1 0 0,0 0 1 0 0,0-1-1 0 0,0 1 1 0 0,1 0-1 0 0,-1-1 1 0 0,0 0-1 0 0,1 1 1 0 0,-1-1-1 0 0,0 0 1 0 0,1 0-1 0 0,-1 1 0 0 0,1-1 1 0 0,1-1-1 0 0,10-7 2 0 0,-10 6 20 0 0,8-20-84 0 0,-8 11 73 0 0,-3 10-15 0 0,0 1 1 0 0,1-1 0 0 0,-1 0 0 0 0,0 0 0 0 0,0 1 0 0 0,0-1 0 0 0,0 0 0 0 0,1 1 0 0 0,-1-1 0 0 0,0 0 0 0 0,0 0 0 0 0,0 1 0 0 0,0-1 0 0 0,0 0 0 0 0,-1 0 0 0 0,1 1 0 0 0,0-1-1 0 0,-1-1 1 0 0,-2 4-2 0 0,-12 4-7 0 0,11-4 15 0 0,7 16-292 0 0,-2-16 271 0 0,0 2-45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1 3368 0 0,'0'0'1160'0'0,"-5"1"-137"0"0,-14 3-156 0 0,15-2-130 0 0,2 3-85 0 0,-7 23-18 0 0,1 0 0 0 0,2 1 1 0 0,1 0-1 0 0,-2 39 0 0 0,2 127 301 0 0,5-160-822 0 0,1-12-64 0 0,0 0-1 0 0,1 0 1 0 0,1 0-1 0 0,2 0 1 0 0,12 40-1 0 0,-14-52-289 0 0,1-1-1 0 0,1 0 0 0 0,0-1 1 0 0,0 1-1 0 0,0-1 0 0 0,2 0 1 0 0,-1 0-1 0 0,1-1 1 0 0,0 0-1 0 0,0 0 0 0 0,1-1 1 0 0,0 0-1 0 0,1 0 0 0 0,10 6 1 0 0,-16-11-107 0 0,-1 0 0 0 0,1-1 0 0 0,0 0 0 0 0,-1 1 0 0 0,1-1 0 0 0,0 0 1 0 0,0-1-1 0 0,5 2 0 0 0,-1-1-674 0 0,0 2-3478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68 3696 0 0,'0'0'3596'0'0,"1"-5"-3020"0"0,1-13-80 0 0,-1 13 566 0 0,-2 1-790 0 0,-5-13-20 0 0,4 13 614 0 0,0 1-704 0 0,1 2-117 0 0,0 0 0 0 0,0 0 0 0 0,0 0 0 0 0,0 0 0 0 0,-1 1 0 0 0,1-1 0 0 0,0 0 0 0 0,0 0 0 0 0,-1 1 1 0 0,1-1-1 0 0,0 1 0 0 0,-1-1 0 0 0,1 1 0 0 0,-1-1 0 0 0,1 1 0 0 0,-1 0 0 0 0,1 0 0 0 0,-1 0 0 0 0,1 0 0 0 0,0 0 0 0 0,-1 0 0 0 0,1 0 0 0 0,-1 0 0 0 0,1 0 0 0 0,-1 1 0 0 0,-1 0 0 0 0,-2 0 11 0 0,2 5-14 0 0,0-1 1 0 0,0 1-1 0 0,-1-1 1 0 0,-7 9-1 0 0,9-11-23 0 0,0 2-10 0 0,-13 40 47 0 0,14-41-68 0 0,1 2-2 0 0,0 15 5 0 0,0-15 32 0 0,1-2-31 0 0,1 14-48 0 0,-1-14 134 0 0,-1-4-77 0 0,0 0-1 0 0,1 0 1 0 0,-1 0 0 0 0,0 1-1 0 0,0-1 1 0 0,1 0 0 0 0,-1 0-1 0 0,0 0 1 0 0,0 0 0 0 0,1 1-1 0 0,-1-1 1 0 0,0 0 0 0 0,0 0-1 0 0,1 0 1 0 0,-1 1 0 0 0,0-1-1 0 0,0 0 1 0 0,0 0 0 0 0,0 1 0 0 0,1-1-1 0 0,-1 0 1 0 0,0 0 0 0 0,0 1-1 0 0,0-1 1 0 0,0 0 0 0 0,0 1-1 0 0,0-1 1 0 0,0 0 0 0 0,0 1-1 0 0,0-1 1 0 0,0 0 0 0 0,0 1-1 0 0,0 0 5 0 0,0-1-1 0 0,0 1 0 0 0,1 0 0 0 0,-1-1 0 0 0,0 1 0 0 0,0 0 1 0 0,0 0-1 0 0,1-1 0 0 0,-1 1 0 0 0,0 0 0 0 0,1-1 0 0 0,-1 1 1 0 0,1-1-1 0 0,-1 1 0 0 0,1 0 0 0 0,-1-1 0 0 0,1 1 0 0 0,-1-1 1 0 0,1 1-1 0 0,-1-1 0 0 0,1 0 0 0 0,0 1 0 0 0,-1-1 0 0 0,2 1 0 0 0,13 4 26 0 0,-11-3 12 0 0,0-4-13 0 0,13-6 7 0 0,-12 6 7 0 0,15-13 141 0 0,-10 5-131 0 0,-7 7 20 0 0,0 0 4 0 0,35-49 921 0 0,-35 48-419 0 0,9-10-424 0 0,-12 36-140 0 0,0-17-8 0 0,0 1-39 0 0,3 107 69 0 0,-3-109-41 0 0,0 2-17 0 0,-2 20 13 0 0,-8 36 0 0 0,8-58-54 0 0,-4 3-9 0 0,-5 7-169 0 0,-5-4 111 0 0,13-8-21 0 0,-2 0-16 0 0,-15 6-11 0 0,15-6-40 0 0,0-1-29 0 0,-18 3-42 0 0,18-3-31 0 0,-2-1-444 0 0,-18 0 287 0 0,18 0-108 0 0,3-2-828 0 0,-12-4 465 0 0,12 4-116 0 0,-8-19-6546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30 2432 0 0,'0'0'946'0'0,"3"-3"115"0"0,19-17 3019 0 0,-16 14-1328 0 0,-15 15-2899 0 0,6-7 285 0 0,-5 9 3 0 0,0 0 1 0 0,1 0 0 0 0,-10 23-1 0 0,1 3-8 0 0,14-33-113 0 0,2-2-18 0 0,0 0 1 0 0,0 0-1 0 0,-1 0 1 0 0,1 0-1 0 0,0 0 0 0 0,-1 0 1 0 0,0-1-1 0 0,0 1 0 0 0,1 0 1 0 0,-3 2-1 0 0,2 1 38 0 0,1 0-23 0 0,3 14 14 0 0,-3-17-35 0 0,1 0 0 0 0,-1 0 0 0 0,1 0 0 0 0,0 0 0 0 0,0 0 0 0 0,0 0 0 0 0,0 0 0 0 0,0 0 0 0 0,1-1 0 0 0,-1 1 0 0 0,0 0 0 0 0,1-1 0 0 0,-1 1 0 0 0,1-1 0 0 0,-1 0 0 0 0,1 1 0 0 0,0-1 0 0 0,3 1 0 0 0,-4-1 8 0 0,2 1-10 0 0,2-1-12 0 0,18 1 17 0 0,-18-1 37 0 0,0-3 46 0 0,13-3-3 0 0,-13 3 7 0 0,-2 0 21 0 0,28-32 571 0 0,-28 30-483 0 0,-4 3-185 0 0,1 1 0 0 0,0-1 0 0 0,0 1 0 0 0,0-1 1 0 0,0 1-1 0 0,0-1 0 0 0,0 1 0 0 0,0-1 0 0 0,0 1 0 0 0,0-1 0 0 0,0 1 0 0 0,0-1 0 0 0,0 1 0 0 0,0-1 0 0 0,1 1 0 0 0,-1-1 0 0 0,0 1 0 0 0,0-1 0 0 0,0 1 0 0 0,1-1 1 0 0,-1 1-1 0 0,0-1 0 0 0,1 1 0 0 0,-1 0 0 0 0,0-1 0 0 0,1 0 0 0 0,0 1-1 0 0,-1 0 0 0 0,1-1 1 0 0,-1 1-1 0 0,1-1 0 0 0,-1 1 1 0 0,0 0-1 0 0,1-1 0 0 0,-1 1 0 0 0,0-1 1 0 0,0 1-1 0 0,1-1 0 0 0,-1 1 0 0 0,0-1 1 0 0,0 0-1 0 0,0 1 0 0 0,1-1 1 0 0,-1 1-1 0 0,0-1 0 0 0,0 1 0 0 0,0-1 1 0 0,0 0-1 0 0,0 1 0 0 0,0-1 0 0 0,0 1 1 0 0,0-1-1 0 0,-1 0 0 0 0,1-1 7 0 0,0 1-1 0 0,0-1 0 0 0,0 1 1 0 0,0-1-1 0 0,0 1 1 0 0,0-1-1 0 0,0 1 1 0 0,0-1-1 0 0,0 1 0 0 0,1-1 1 0 0,-1 1-1 0 0,2-3 1 0 0,-2 3 7 0 0,1-4 27 0 0,-2 5-46 0 0,1-1 0 0 0,0 1-1 0 0,0 0 1 0 0,-1-1 0 0 0,1 1 0 0 0,0 0-1 0 0,-1-1 1 0 0,1 1 0 0 0,0 0 0 0 0,0-1-1 0 0,0 1 1 0 0,0-1 0 0 0,-1 1-1 0 0,1 0 1 0 0,0-1 0 0 0,0 1 0 0 0,0-1-1 0 0,0 1 1 0 0,0-1 0 0 0,0 1 0 0 0,0 0-1 0 0,0-1 1 0 0,0 1 0 0 0,0-1-1 0 0,0 1 1 0 0,0-1 0 0 0,1 0 0 0 0,-1 1-6 0 0,0-1 0 0 0,0 0-1 0 0,0 0 1 0 0,0 0 0 0 0,0 1 0 0 0,0-1 0 0 0,0 0 0 0 0,0 0 0 0 0,0 0 0 0 0,0 0 0 0 0,0 1 0 0 0,-1-1 0 0 0,1 0 0 0 0,0 0 0 0 0,0 1 0 0 0,-1-1 0 0 0,1 0 0 0 0,-1 0 0 0 0,1 1 0 0 0,-1-1 0 0 0,0-1 0 0 0,-26-28-37 0 0,23 28-61 0 0,-1 1-294 0 0,-14-4 103 0 0,14 4-31 0 0,-1 2-585 0 0,-16 4 410 0 0,17-4-33 0 0,3 0 406 0 0,1 1 1 0 0,0 0-1 0 0,-1-1 1 0 0,1 0-1 0 0,-1 1 1 0 0,1-1-1 0 0,-1 0 1 0 0,0 0-1 0 0,-2 2 1 0 0,1 0-665 0 0,1 1-157 0 0,-7 12-141 0 0,7-12-137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 2436 0 0,'0'0'2456'0'0,"4"-1"-1526"0"0,2 0-299 0 0,-1 0 0 0 0,1 0 0 0 0,-1 1 0 0 0,1-1-1 0 0,-1 1 1 0 0,9 1 0 0 0,-9 0-176 0 0,-2 3-286 0 0,10 10-35 0 0,-10-11 15 0 0,-1 1-55 0 0,10 45-19 0 0,-12-43-189 0 0,-1 0-68 0 0,0 1-61 0 0,-1-1 0 0 0,0 1 0 0 0,0-1 1 0 0,-1 1-1 0 0,0-1 0 0 0,0 0 1 0 0,-7 10-1 0 0,6-10-506 0 0,-1 0 1 0 0,0 0-1 0 0,0-1 0 0 0,-1 0 1 0 0,0 0-1 0 0,-7 5 1 0 0,-13 8-3048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63 2140 0 0,'0'0'3934'0'0,"-4"1"-3339"0"0,-67 12 4420 0 0,66-12-4231 0 0,-2-7-649 0 0,6 6-109 0 0,0 0 1 0 0,0 0-1 0 0,0 0 1 0 0,1-1-1 0 0,-1 1 1 0 0,0-1-1 0 0,0 1 1 0 0,1 0-1 0 0,-1-1 1 0 0,0 1-1 0 0,0-1 1 0 0,1 1-1 0 0,-1-1 1 0 0,0 0-1 0 0,1 1 1 0 0,-1-1-1 0 0,0-1 1 0 0,-6-11 31 0 0,5 9 131 0 0,2 0-197 0 0,2-21-134 0 0,15 11 74 0 0,-13 12 45 0 0,23 6-58 0 0,-25-4 79 0 0,-1 1 1 0 0,0-1-1 0 0,1 1 1 0 0,-1-1-1 0 0,0 1 1 0 0,0-1-1 0 0,0 1 1 0 0,0 0 0 0 0,0 0-1 0 0,0 0 1 0 0,0 0-1 0 0,0 0 1 0 0,0 0-1 0 0,0 0 1 0 0,0 0 0 0 0,0 0-1 0 0,-1 0 1 0 0,1 0-1 0 0,1 3 1 0 0,-1 6 7 0 0,1-9 10 0 0,-2-1-16 0 0,1 0 1 0 0,-1 0 0 0 0,0 0-1 0 0,0 0 1 0 0,0 0 0 0 0,1 0 0 0 0,-1 0-1 0 0,0 0 1 0 0,0 0 0 0 0,0 0 0 0 0,1 0-1 0 0,-1 1 1 0 0,0-1 0 0 0,0 0 0 0 0,0 0-1 0 0,1 0 1 0 0,-1 0 0 0 0,0 0 0 0 0,0 0-1 0 0,0 1 1 0 0,0-1 0 0 0,1 0 0 0 0,-1 0-1 0 0,0 0 1 0 0,0 0 0 0 0,0 1 0 0 0,0-1-1 0 0,0 0 1 0 0,0 0 0 0 0,1 0 0 0 0,-1 1-1 0 0,0-1 1 0 0,0 0 0 0 0,0 0 0 0 0,0 0-1 0 0,0 1 1 0 0,0-1 0 0 0,0 0 0 0 0,0 0-1 0 0,0 0 1 0 0,0 1 0 0 0,5 46 18 0 0,-3-37-17 0 0,-8 38 17 0 0,4-39-27 0 0,0 0 0 0 0,0-1 1 0 0,-1 1-1 0 0,0-1 0 0 0,-4 9 1 0 0,-7 13 34 0 0,12-26-23 0 0,-20 19 2 0 0,4-4-13 0 0,15-16-24 0 0,1-2 23 0 0,1-1 1 0 0,-1 1-1 0 0,1-1 1 0 0,0 1-1 0 0,-1-1 0 0 0,1 1 1 0 0,0 0-1 0 0,0-1 1 0 0,-1 1-1 0 0,1 0 0 0 0,0 0 1 0 0,-2 2-1 0 0,1-1-8 0 0,-2 0-49 0 0,0-1-10 0 0,-12 5 3 0 0,12-5 102 0 0,-1-1-99 0 0,-14-2-46 0 0,15 1 6 0 0,3 0 2 0 0,0 0 90 0 0,0-1 0 0 0,-1 1 0 0 0,1 0 0 0 0,0 0 0 0 0,0 0 0 0 0,-1 1 0 0 0,1-1 0 0 0,0 0 0 0 0,-1 0-1 0 0,1 1 1 0 0,-4-2 0 0 0,3 1-19 0 0,-2-1-94 0 0,2-2 21 0 0,0 2 89 0 0,1 0-13 0 0,-1 0 1 0 0,1 0-1 0 0,-1-1 0 0 0,1 1 1 0 0,0-1-1 0 0,0 1 1 0 0,0-1-1 0 0,0 0 1 0 0,1 1-1 0 0,-1-1 0 0 0,0 0 1 0 0,1 1-1 0 0,0-1 1 0 0,0 0-1 0 0,0 1 1 0 0,0-4-1 0 0,5-13 10 0 0,-4 14 11 0 0,0 3 12 0 0,0 1-1 0 0,0-1 0 0 0,0 0 0 0 0,0 0 1 0 0,0 0-1 0 0,1 1 0 0 0,-1-1 1 0 0,1 0-1 0 0,-1 1 0 0 0,1 0 0 0 0,-1-1 1 0 0,1 1-1 0 0,0 0 0 0 0,0 0 0 0 0,-1 0 1 0 0,1 0-1 0 0,0 0 0 0 0,0 0 0 0 0,4-1 1 0 0,-6 2 5 0 0,5-2 125 0 0,-1 4-62 0 0,15 7 17 0 0,-15-7-11 0 0,31 29 152 0 0,-31-27-172 0 0,-1-1-16 0 0,4 5-87 0 0,1-1-1 0 0,-1 0 0 0 0,2-1 0 0 0,-1 1 0 0 0,0-2 0 0 0,11 6 0 0 0,-11-7-626 0 0,1-1 0 0 0,0 0 1 0 0,0 0-1 0 0,0-1 0 0 0,0 0 0 0 0,1 0 1 0 0,-1-1-1 0 0,0-1 0 0 0,1 1 0 0 0,-1-1 0 0 0,15-3 1 0 0,1-2-2729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38 1968 0 0,'0'0'2764'0'0,"-4"-2"-2113"0"0,2 0-485 0 0,0 0 1 0 0,0 0-1 0 0,0 1 0 0 0,-1-1 0 0 0,1 1 1 0 0,-1-1-1 0 0,1 1 0 0 0,-1 0 1 0 0,0 0-1 0 0,1 0 0 0 0,-1 0 0 0 0,0 1 1 0 0,0-1-1 0 0,1 1 0 0 0,-1 0 0 0 0,0-1 1 0 0,0 1-1 0 0,-4 1 0 0 0,-1 0-24 0 0,0 1 0 0 0,0 0-1 0 0,0 0 1 0 0,-8 4 0 0 0,12-3 81 0 0,4-3-218 0 0,0 0 0 0 0,0 0-1 0 0,0 1 1 0 0,0-1 0 0 0,0 0-1 0 0,0 1 1 0 0,0-1 0 0 0,0 0-1 0 0,0 1 1 0 0,0-1 0 0 0,0 0-1 0 0,0 0 1 0 0,-1 1 0 0 0,1-1-1 0 0,0 0 1 0 0,0 0 0 0 0,0 1 0 0 0,-1-1-1 0 0,1 0 1 0 0,0 0 0 0 0,0 0-1 0 0,0 1 1 0 0,-1-1 0 0 0,1 0-1 0 0,0 0 1 0 0,0 0 0 0 0,-1 0-1 0 0,1 1 1 0 0,0-1 0 0 0,-1 0-1 0 0,1 0 1 0 0,-1 0 0 0 0,1 0 13 0 0,-1 0-1 0 0,1 1 1 0 0,-1-1 0 0 0,0 0 0 0 0,1 1-1 0 0,-1-1 1 0 0,1 0 0 0 0,-1 1 0 0 0,1-1-1 0 0,-1 1 1 0 0,1-1 0 0 0,-1 1 0 0 0,1-1-1 0 0,0 1 1 0 0,-1-1 0 0 0,1 1 0 0 0,-1-1-1 0 0,1 1 1 0 0,0-1 0 0 0,0 1 0 0 0,-1 0-1 0 0,1-1 1 0 0,0 1 0 0 0,0 0 0 0 0,0 0-1 0 0,-4 17 73 0 0,3-14 60 0 0,3 0-145 0 0,16 34-80 0 0,-17-34 89 0 0,3-1 6 0 0,78 78 12 0 0,-79-78-8 0 0,-3-3-23 0 0,0 1 0 0 0,0-1 0 0 0,1 1 0 0 0,-1 0 0 0 0,0-1 0 0 0,0 1 0 0 0,0-1 0 0 0,0 1 0 0 0,1-1 0 0 0,-1 1 0 0 0,0 0 0 0 0,1-1 0 0 0,-1 1 0 0 0,0-1 1 0 0,1 0-1 0 0,-1 1 0 0 0,1-1 0 0 0,-1 1 0 0 0,1-1 0 0 0,-1 0 0 0 0,1 1 0 0 0,12 15 70 0 0,-5 0-77 0 0,-6-12 4 0 0,-3 1-6 0 0,-2 20 9 0 0,-16-11 24 0 0,-4-8-68 0 0,21-4 44 0 0,-1-1 0 0 0,1 0-1 0 0,-1-1 1 0 0,0 1 0 0 0,1 0 0 0 0,-1-1 0 0 0,0 1-1 0 0,1-1 1 0 0,-6 0 0 0 0,-14-1-18 0 0,16 1 43 0 0,2-1-21 0 0,-14-4 0 0 0,14 4 2 0 0,1-1-20 0 0,-8-8-20 0 0,8 7 12 0 0,3-2-156 0 0,3-15 139 0 0,-3 14-5 0 0,2 3-1 0 0,8-13 13 0 0,-8 12 17 0 0,2 0-7 0 0,13-16-59 0 0,0 3 152 0 0,-2-2-1 0 0,0 0 1 0 0,0-1-1 0 0,12-26 1 0 0,-25 43-20 0 0,4-17 24 0 0,-3 16-63 0 0,-2 0 62 0 0,-1-1-59 0 0,0-21-138 0 0,0 24 111 0 0,-1 1-1 0 0,1 0 1 0 0,-1 0-1 0 0,0 0 1 0 0,1 0 0 0 0,-1-1-1 0 0,0 1 1 0 0,0 0-1 0 0,0 0 1 0 0,0 0-1 0 0,0 1 1 0 0,0-1-1 0 0,0 0 1 0 0,0 0-1 0 0,0 0 1 0 0,0 1 0 0 0,0-1-1 0 0,-2 0 1 0 0,-21-8-1577 0 0,9 11 630 0 0,3 0 439 0 0,3-5-2895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197 0 2932 0 0,'0'0'1258'0'0,"4"2"-139"0"0,6 5-696 0 0,-1 0-1 0 0,1 1 1 0 0,-1 0-1 0 0,-1 0 0 0 0,1 1 1 0 0,-2 0-1 0 0,1 1 1 0 0,-1 0-1 0 0,0 0 1 0 0,-1 0-1 0 0,6 15 1 0 0,-4-8-335 0 0,-2 1 0 0 0,0 0 0 0 0,-1 0-1 0 0,-1 0 1 0 0,-1 0 0 0 0,2 27 0 0 0,-5-30-69 0 0,0 0-1 0 0,-2 1 0 0 0,1-1 0 0 0,-2 0 0 0 0,0-1 1 0 0,-5 16-1 0 0,-4 2-22 0 0,-20 45 1 0 0,13-41-467 0 0,-1-1-1 0 0,-2-1 1 0 0,-1 0 0 0 0,-28 29 0 0 0,16-24-2087 0 0,-44 37 0 0 0,49-49-1053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80 220 2340 0 0,'2'-4'973'0'0,"10"-23"5564"0"0,-9 19-7055 0 0,-2 4 2032 0 0,-2 0-1496 0 0,0 1-17 0 0,0 1 1 0 0,-1-1-1 0 0,1 0 1 0 0,0 1-1 0 0,-1-1 1 0 0,0 1-1 0 0,1 0 1 0 0,-1-1-1 0 0,0 1 1 0 0,-4-3-1 0 0,3 3-5 0 0,-2 2-36 0 0,-16 1 62 0 0,16 0 97 0 0,1 0-167 0 0,1 1 51 0 0,0 0 0 0 0,0 0-1 0 0,0 0 1 0 0,0 1 0 0 0,0-1 0 0 0,1 1-1 0 0,-5 4 1 0 0,5-4-10 0 0,0 2 13 0 0,-3 11-4 0 0,3-12-1 0 0,2 1-31 0 0,2 18 37 0 0,-1-19 60 0 0,4 12-90 0 0,-4-12-25 0 0,7 2-260 0 0,-8-5 299 0 0,0-1 1 0 0,0 0-1 0 0,1 1 0 0 0,-1-1 1 0 0,0 1-1 0 0,1-1 0 0 0,-1 0 1 0 0,0 1-1 0 0,1-1 0 0 0,-1 0 1 0 0,0 1-1 0 0,1-1 0 0 0,-1 0 1 0 0,1 0-1 0 0,-1 1 0 0 0,0-1 1 0 0,1 0-1 0 0,-1 0 0 0 0,1 0 1 0 0,-1 0-1 0 0,1 0 0 0 0,-1 1 1 0 0,1-1-1 0 0,-1 0 0 0 0,1 0 1 0 0,-1 0-1 0 0,1 0 1 0 0,-1 0-1 0 0,1 0 0 0 0,-1-1 1 0 0,1 1-1 0 0,-1 0 0 0 0,0 0 1 0 0,1 0-1 0 0,0 0 0 0 0,14-8 19 0 0,-11 6 1 0 0,-2-2-10 0 0,9-10 3 0 0,-7 7-14 0 0,3-10 1 0 0,-4 9 2 0 0,3-11 2 0 0,-3-4 1 0 0,-3 18 5 0 0,0 1 23 0 0,1-1 1 0 0,0-14-4 0 0,-1 15 45 0 0,0-1-46 0 0,-1-15-2 0 0,0 15 27 0 0,0 1-92 0 0,-2-12 31 0 0,2 12 76 0 0,-2 1-86 0 0,2 2 22 0 0,0 0 0 0 0,0 1 0 0 0,0-1 0 0 0,0 0 0 0 0,0 0 0 0 0,-1 1 0 0 0,1-1 0 0 0,0 1 0 0 0,0-1 0 0 0,-1 1 0 0 0,1-1 0 0 0,0 1 0 0 0,-1 0 0 0 0,1 0 0 0 0,-1-1 0 0 0,1 1 0 0 0,0 0 0 0 0,-1 0 0 0 0,1 1 0 0 0,-1-1 0 0 0,1 0 0 0 0,0 0 0 0 0,-3 1 0 0 0,0 1-6 0 0,2 1-6 0 0,-12 34 8 0 0,13-33 6 0 0,1 1-78 0 0,0 14 48 0 0,0-14 30 0 0,1-1-347 0 0,0-3 320 0 0,0 1 0 0 0,-1 0 0 0 0,1-1 0 0 0,0 1 0 0 0,1 0 0 0 0,-1-1 0 0 0,0 0 0 0 0,0 1 0 0 0,1-1 0 0 0,-1 0 0 0 0,1 1 0 0 0,-1-1 0 0 0,1 0 0 0 0,-1 0 0 0 0,1 0 0 0 0,0-1 0 0 0,2 2 0 0 0,0 0-11 0 0,3-10-77 0 0,6-3-34 0 0,-9 6 110 0 0,10-23 298 0 0,-12 22-227 0 0,-1-1 0 0 0,0 0-1 0 0,-1 1 1 0 0,1-1-1 0 0,-1 1 1 0 0,-1-1 0 0 0,0-7-1 0 0,0 9 27 0 0,-11-14-308 0 0,7 19 299 0 0,-13 3-28 0 0,13-3 37 0 0,5 0-56 0 0,0 1 0 0 0,0-1 0 0 0,0 0 0 0 0,0 1 0 0 0,0-1 0 0 0,0 0 0 0 0,0 1 0 0 0,0-1 0 0 0,-1 0 0 0 0,1 1 0 0 0,0-1 0 0 0,0 0 0 0 0,0 0 0 0 0,0 1 0 0 0,0-1 0 0 0,-1 0 0 0 0,1 0 0 0 0,0 1 0 0 0,0-1 0 0 0,0 0 0 0 0,-1 0 0 0 0,1 1 0 0 0,0-1 0 0 0,0 0 0 0 0,-1 0 0 0 0,1 0 0 0 0,0 0 0 0 0,-1 1 0 0 0,0-1-3 0 0,0 0-1 0 0,1 1 0 0 0,-1-1 0 0 0,0 1 0 0 0,1-1 0 0 0,-1 1 0 0 0,1-1 0 0 0,-1 1 0 0 0,1-1 0 0 0,-1 1 0 0 0,1 0 0 0 0,-1-1 1 0 0,1 1-1 0 0,-1 0 0 0 0,1-1 0 0 0,0 1 0 0 0,-1 0 0 0 0,1 0 0 0 0,0 0 0 0 0,-4 48 57 0 0,4-48-61 0 0,1 0-1 0 0,-1 0 1 0 0,1 0-1 0 0,-1 0 1 0 0,1-1 0 0 0,0 1-1 0 0,-1 0 1 0 0,1 0 0 0 0,0 0-1 0 0,0-1 1 0 0,0 1 0 0 0,-1 0-1 0 0,1-1 1 0 0,0 1 0 0 0,0-1-1 0 0,0 1 1 0 0,0-1 0 0 0,0 1-1 0 0,0-1 1 0 0,2 1 0 0 0,19-8-48 0 0,-20 3-61 0 0,5-10 105 0 0,-6 11-2 0 0,0-2-182 0 0,-3-40 116 0 0,2 41 138 0 0,-3 1-66 0 0,2 2 8 0 0,0 0 1 0 0,0 0-1 0 0,0 0 1 0 0,0 0-1 0 0,0 0 1 0 0,0 0-1 0 0,0 1 1 0 0,0-1-1 0 0,0 0 1 0 0,0 1-1 0 0,-1-1 1 0 0,1 1-1 0 0,0-1 0 0 0,0 1 1 0 0,-1 0-1 0 0,1 0 1 0 0,0-1-1 0 0,-1 1 1 0 0,1 0-1 0 0,0 0 1 0 0,-1 0-1 0 0,1 0 1 0 0,0 0-1 0 0,-1 1 1 0 0,1-1-1 0 0,0 0 1 0 0,-2 1-1 0 0,-1 0 5 0 0,-3 8 22 0 0,6-8-28 0 0,1-1-1 0 0,-1 0 1 0 0,0 1-1 0 0,1-1 1 0 0,-1 1 0 0 0,0-1-1 0 0,1 1 1 0 0,-1-1-1 0 0,1 1 1 0 0,-1 0-1 0 0,1-1 1 0 0,-1 1 0 0 0,1 0-1 0 0,0-1 1 0 0,-1 1-1 0 0,1 0 1 0 0,0-1 0 0 0,0 1-1 0 0,-1 0 1 0 0,1 0-1 0 0,0-1 1 0 0,0 2-1 0 0,-1 3 15 0 0,0-1-1 0 0,1 0 0 0 0,0 0 1 0 0,0 1-1 0 0,0-1 0 0 0,0 0 1 0 0,2 9-1 0 0,-1-9 123 0 0,4-5-162 0 0,16 0 30 0 0,-16 1 18 0 0,-3-8-140 0 0,3 3 83 0 0,2-26 154 0 0,-7 26-136 0 0,0-21-77 0 0,0 21 114 0 0,-4 4-31 0 0,-16-5-115 0 0,5 21 187 0 0,12-12-47 0 0,1 4-17 0 0,0-1 8 0 0,0 0 0 0 0,-1 0 0 0 0,-5 8 0 0 0,6-10 58 0 0,23-10-127 0 0,-17 5 34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0 1600 0 0,'0'0'2247'0'0,"-2"3"-1631"0"0,-1 0-359 0 0,0 0 0 0 0,1 0 0 0 0,0 0 0 0 0,0 1 0 0 0,0-1 0 0 0,0 1 0 0 0,-1 4 0 0 0,1-4 304 0 0,2 0-408 0 0,0 3-28 0 0,0 0 0 0 0,0 0 0 0 0,1 0 0 0 0,0 0 0 0 0,0 0 0 0 0,1 0 0 0 0,4 10 0 0 0,-4-13 397 0 0,2-6-450 0 0,-1 1-34 0 0,0 0 1 0 0,-1-1-1 0 0,1 1 1 0 0,0-1-1 0 0,-1 0 1 0 0,1 0-1 0 0,-1 0 1 0 0,0 0-1 0 0,0 0 1 0 0,0 0-1 0 0,0-1 1 0 0,0 1-1 0 0,0-1 1 0 0,-1 1-1 0 0,1-1 1 0 0,-1 0-1 0 0,1 0 1 0 0,-1 0-1 0 0,1-3 1 0 0,-1 2 57 0 0,-2 1-84 0 0,-4-13-1 0 0,4 12 59 0 0,-3 7-90 0 0,3-2 19 0 0,0 0 0 0 0,0 0 1 0 0,0 0 0 0 0,0-1 0 0 0,0 1 0 0 0,0 0 0 0 0,0 0 0 0 0,0-1 0 0 0,0 1-1 0 0,0 0 1 0 0,0-1 0 0 0,-1 1 0 0 0,-1 0 0 0 0,1 2-31 0 0,-1 0 31 0 0,1-1 3 0 0,0 0 0 0 0,0 1 0 0 0,1-1-1 0 0,-1 0 1 0 0,1 1 0 0 0,-1-1-1 0 0,1 1 1 0 0,0 0 0 0 0,0-1-1 0 0,0 1 1 0 0,0 0 0 0 0,0 4 0 0 0,0 12-6 0 0,0-14 30 0 0,5 2-22 0 0,-4-7-5 0 0,0 1 0 0 0,0-1 1 0 0,0 1-1 0 0,0-1 1 0 0,0 1-1 0 0,0-1 1 0 0,0 1-1 0 0,0-1 0 0 0,0 0 1 0 0,0 1-1 0 0,1-1 1 0 0,-1 1-1 0 0,0-1 1 0 0,0 1-1 0 0,0-1 0 0 0,1 1 1 0 0,-1-1-1 0 0,0 0 1 0 0,1 1-1 0 0,-1-1 1 0 0,0 0-1 0 0,1 1 0 0 0,-1-1 1 0 0,1 0-1 0 0,-1 1 1 0 0,0-1-1 0 0,1 0 1 0 0,-1 0-1 0 0,1 0 0 0 0,-1 1 1 0 0,2-1-1 0 0,0-1-4 0 0,0-1 0 0 0,0 1 0 0 0,0-1 0 0 0,0 0 0 0 0,0 1 0 0 0,-1-1 0 0 0,1 0-1 0 0,0 0 1 0 0,-1 0 0 0 0,1 0 0 0 0,-1-1 0 0 0,0 1 0 0 0,1-3 0 0 0,0 2 79 0 0,-5-4-145 0 0,3 6 71 0 0,0 1 0 0 0,0-1 0 0 0,0 1 0 0 0,0-1 0 0 0,0 1 0 0 0,-1-1 1 0 0,1 1-1 0 0,0-1 0 0 0,0 1 0 0 0,0-1 0 0 0,0 1 0 0 0,-1-1 0 0 0,1 1 0 0 0,0-1 0 0 0,0 1 0 0 0,-1-1 0 0 0,1 1 0 0 0,0 0 0 0 0,-1-1 0 0 0,1 1 0 0 0,-1-1 0 0 0,1 1 0 0 0,0 0 0 0 0,-1 0 0 0 0,1-1 0 0 0,-1 1 0 0 0,1 0 0 0 0,-1 0 1 0 0,0-1-1 0 0,-12 9-1 0 0,10-6 6 0 0,2 2-232 0 0,-3 10 143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49 2936 0 0,'-7'-17'1073'0'0,"5"13"616"0"0,-1 1-1058 0 0,-1-1-331 0 0,0 1 1 0 0,-1 0 0 0 0,1 0-1 0 0,-1 0 1 0 0,1 0 0 0 0,-6-1-1 0 0,6 2-32 0 0,0 3 8 0 0,-3 2-177 0 0,0 0 0 0 0,1 1 1 0 0,0-1-1 0 0,-1 1 0 0 0,2 0 1 0 0,-1 1-1 0 0,0-1 0 0 0,1 1 1 0 0,0 0-1 0 0,0 1 0 0 0,0-1 1 0 0,1 1-1 0 0,0 0 0 0 0,0 0 1 0 0,0 1-1 0 0,1-1 0 0 0,-3 9 0 0 0,-3 4-5 0 0,2 0 0 0 0,0 1-1 0 0,1 0 1 0 0,-5 37-1 0 0,6-35-34 0 0,5-19-49 0 0,-1 1 0 0 0,1-1 0 0 0,0 0-1 0 0,0 0 1 0 0,0 0 0 0 0,0 1 0 0 0,0-1-1 0 0,1 0 1 0 0,1 6 0 0 0,-2-1 6 0 0,0-4-12 0 0,0 0 0 0 0,1-1 1 0 0,-1 1-1 0 0,1-1 0 0 0,0 1 0 0 0,0 0 1 0 0,0-1-1 0 0,2 5 0 0 0,1 3-118 0 0,1 0-1 0 0,0 0 1 0 0,1 0 0 0 0,0-1-1 0 0,1 0 1 0 0,0 0 0 0 0,0 0 0 0 0,1-1-1 0 0,0 0 1 0 0,18 14 0 0 0,-19-18-446 0 0,0 0 1 0 0,1-1 0 0 0,14 7 0 0 0,20 2-3668 0 0,-10-7 545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95 2936 0 0,'0'0'1055'0'0,"1"-4"-150"0"0,2-45 2605 0 0,-3 43-2669 0 0,-2 2-587 0 0,-4-12 15 0 0,5 12 87 0 0,-2 1-276 0 0,1 2-56 0 0,0 0 1 0 0,0 0 0 0 0,0 0-1 0 0,0 0 1 0 0,0 0 0 0 0,0 0 0 0 0,0 1-1 0 0,0-1 1 0 0,0 1 0 0 0,0-1-1 0 0,0 1 1 0 0,-1 0 0 0 0,1 0 0 0 0,0 0-1 0 0,0 0 1 0 0,-4 1 0 0 0,1 0 19 0 0,-16 10-24 0 0,19-10-12 0 0,1 0-1 0 0,-1-1 0 0 0,1 1 1 0 0,-1 0-1 0 0,1 0 0 0 0,0 0 1 0 0,-1 0-1 0 0,1 0 0 0 0,0 0 0 0 0,-1 0 1 0 0,1 0-1 0 0,-1 3 0 0 0,-2-1 48 0 0,-22 37 62 0 0,24-37-100 0 0,1 1 7 0 0,-5 14 8 0 0,5-14 2 0 0,0 1-6 0 0,-1 13-8 0 0,1-13 66 0 0,1 1-85 0 0,9 45 24 0 0,-7-46-9 0 0,-2-4-45 0 0,0 1 24 0 0,1-1 0 0 0,-1 0 1 0 0,1 0-1 0 0,0 1 1 0 0,-1-1-1 0 0,1 0 1 0 0,0 0-1 0 0,0 0 1 0 0,-1 0-1 0 0,1 0 1 0 0,2 2-1 0 0,-2-2-3 0 0,2 2-22 0 0,1-2-126 0 0,15 4 124 0 0,-15-4 51 0 0,0-3-96 0 0,11-4 26 0 0,-11 4 0 0 0,-2 1-8 0 0,0 0 48 0 0,-1 0 0 0 0,1 0 1 0 0,-1 0-1 0 0,1 0 0 0 0,0 0 1 0 0,-1-1-1 0 0,0 1 0 0 0,1-1 0 0 0,1-2 1 0 0,1 0-38 0 0,-2-2 7 0 0,1 0 0 0 0,0 0-1 0 0,0 0 1 0 0,1 1 0 0 0,6-10-1 0 0,-7 10-2 0 0,-3 5 44 0 0,0-1-1 0 0,-1 1 1 0 0,1-1-1 0 0,0 1 1 0 0,0 0 0 0 0,0-1-1 0 0,0 1 1 0 0,0-1-1 0 0,1 1 1 0 0,-1-1-1 0 0,0 1 1 0 0,0-1-1 0 0,0 1 1 0 0,0-1-1 0 0,0 1 1 0 0,1-1-1 0 0,-1 1 1 0 0,0 0-1 0 0,0-1 1 0 0,1 1 0 0 0,-1 0-1 0 0,0-1 1 0 0,1 0-1 0 0,7-15 108 0 0,-4-4 208 0 0,-2 16-290 0 0,4-13-11 0 0,-5 13 324 0 0,0 9-263 0 0,-1 6 8 0 0,0 0-1 0 0,0 0 1 0 0,-2 0-1 0 0,1-1 1 0 0,-5 18 0 0 0,-18 57 113 0 0,23-82-201 0 0,-7 21-40 0 0,-3 6 49 0 0,2 2 1 0 0,-6 38 0 0 0,14-65-112 0 0,1-1-309 0 0,-1 2 264 0 0,-1 2 34 0 0,0 2-3373 0 0,15 2-98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69 3076 0 0,'0'0'5776'0'0,"-1"-4"-5567"0"0,-3-14-22 0 0,4 14 181 0 0,2 1-208 0 0,9-8-28 0 0,-9 8 123 0 0,2 1-126 0 0,41-20 195 0 0,-40 20-181 0 0,2 2-130 0 0,18 2-6 0 0,-18-2 11 0 0,-7 0-19 0 0,0 0 0 0 0,0 1 0 0 0,0-1 0 0 0,0 0 0 0 0,0 0 0 0 0,0 1 0 0 0,0-1 0 0 0,1 0 0 0 0,-1 0 0 0 0,0 1 0 0 0,0-1-1 0 0,0 0 1 0 0,0 0 0 0 0,1 1 0 0 0,-1-1 0 0 0,0 0 0 0 0,0 0 0 0 0,0 0 0 0 0,1 0 0 0 0,-1 1 0 0 0,0-1 0 0 0,0 0 0 0 0,1 0 0 0 0,-1 0 0 0 0,0 0 0 0 0,0 0 0 0 0,1 0 0 0 0,-1 0 0 0 0,0 1 0 0 0,0-1 0 0 0,1 0 0 0 0,-1 0 0 0 0,1 0 0 0 0,0 0 1 0 0,0 0 0 0 0,0 1 0 0 0,0-1 0 0 0,-1 0 0 0 0,1 1 0 0 0,0-1 0 0 0,0 0 0 0 0,-1 1 0 0 0,1-1 0 0 0,0 1 0 0 0,-1 0 0 0 0,1-1 0 0 0,-1 1-1 0 0,1-1 1 0 0,0 1 0 0 0,-1 0 0 0 0,1 0 0 0 0,-1-1 0 0 0,1 3 0 0 0,2 3-2 0 0,-1 1 0 0 0,1-1 1 0 0,-1 1-1 0 0,-1 0 0 0 0,1 0 0 0 0,-1 0 0 0 0,0 0 1 0 0,-1 0-1 0 0,0 12 0 0 0,-1-7 15 0 0,-1 0 0 0 0,0 0 0 0 0,-1 0 1 0 0,0 0-1 0 0,-1-1 0 0 0,0 0 0 0 0,-1 1 0 0 0,0-2 0 0 0,-1 1 1 0 0,0 0-1 0 0,-7 9 0 0 0,-1-5-2 0 0,1-2-4 0 0,-5 5-74 0 0,15-15-111 0 0,-1-2 152 0 0,-38 10-146 0 0,37-10 142 0 0,1-3-50 0 0,-12-6-12 0 0,11 6-2 0 0,5 1-8 0 0,-1-1 85 0 0,0 1 1 0 0,0-1-1 0 0,0 1 0 0 0,0 0 0 0 0,0-1 0 0 0,-1 1 1 0 0,1 0-1 0 0,0 0 0 0 0,-3-2 0 0 0,1 0-84 0 0,2-1-27 0 0,0 2 115 0 0,0 0 0 0 0,0 0 0 0 0,1 0 1 0 0,-1 0-1 0 0,1-1 0 0 0,-1 1 0 0 0,1 0 0 0 0,0 0 1 0 0,0 0-1 0 0,0-1 0 0 0,0 1 0 0 0,0 0 0 0 0,0 0 1 0 0,1 0-1 0 0,-1 0 0 0 0,1-1 0 0 0,0 1 0 0 0,-1 0 1 0 0,1 0-1 0 0,0 0 0 0 0,0 0 0 0 0,0 0 0 0 0,1 1 1 0 0,-1-1-1 0 0,0 0 0 0 0,1 0 0 0 0,-1 1 0 0 0,1-1 1 0 0,2-1-1 0 0,0 1 2 0 0,0 1 0 0 0,1 0 0 0 0,-1-1 1 0 0,0 1-1 0 0,1 1 0 0 0,-1-1 0 0 0,1 1 0 0 0,4 0 1 0 0,-4 0 66 0 0,-1 3-20 0 0,14 6 21 0 0,-14-6 28 0 0,-1 0-20 0 0,41 56 157 0 0,-42-56-208 0 0,0 2-22 0 0,5 12-16 0 0,-6-13-24 0 0,1 1-68 0 0,-1-4-134 0 0,7 23 73 0 0,6-7-5145 0 0,5-5 1572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128 1 2760 0 0,'0'0'3995'0'0,"-2"4"-3319"0"0,-60 148 2013 0 0,47-112-2615 0 0,-10 27-928 0 0,1 0-4822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84 2228 0 0,'0'0'2067'0'0,"-5"1"-1209"0"0,-12 5-131 0 0,13-5 1302 0 0,-1 0-1609 0 0,-14 2-24 0 0,15-2 989 0 0,0-2-1173 0 0,-17-6 364 0 0,20 3-485 0 0,-2-14 13 0 0,2 14 112 0 0,2-1-169 0 0,2 0-27 0 0,-1-1-1 0 0,1 1 1 0 0,0 0 0 0 0,1 0-1 0 0,5-7 1 0 0,-6 9 11 0 0,1 1-30 0 0,14-6-4 0 0,-14 6-4 0 0,1 2 7 0 0,-1-2-8 0 0,-3 2 9 0 0,0 0 1 0 0,0-1-1 0 0,0 1 0 0 0,0-1 0 0 0,0 1 0 0 0,0 0 0 0 0,0 0 0 0 0,0 0 0 0 0,0-1 0 0 0,0 1 0 0 0,0 0 0 0 0,0 0 1 0 0,0 1-1 0 0,0-1 0 0 0,0 0 0 0 0,2 1 0 0 0,0 0-7 0 0,0 1 0 0 0,0 0 0 0 0,0-1 0 0 0,0 1-1 0 0,0 1 1 0 0,-1-1 0 0 0,1 0 0 0 0,-1 1 0 0 0,0-1 0 0 0,1 1 0 0 0,-1 0 0 0 0,2 3 0 0 0,-4-5 6 0 0,1 0 1 0 0,0 0 0 0 0,0 1-1 0 0,0-1 1 0 0,-1 0 0 0 0,1 0 0 0 0,-1 1-1 0 0,1-1 1 0 0,-1 0 0 0 0,1 1-1 0 0,-1-1 1 0 0,0 1 0 0 0,0-1-1 0 0,0 0 1 0 0,0 1 0 0 0,0-1 0 0 0,0 3-1 0 0,0 0 3 0 0,0 1 1 0 0,1 0 0 0 0,-1 0 0 0 0,-1 0 0 0 0,1 0-1 0 0,-1 0 1 0 0,1-1 0 0 0,-1 1 0 0 0,-1 0 0 0 0,-1 5 0 0 0,1-5 2 0 0,-1 6 2 0 0,0 0 0 0 0,-1-1 1 0 0,-1 1-1 0 0,0-1 1 0 0,0 0-1 0 0,-1-1 0 0 0,0 1 1 0 0,-11 12-1 0 0,-12 19-7 0 0,24-35 1 0 0,-10 6 34 0 0,-46 32 14 0 0,57-41-46 0 0,-1-2-12 0 0,-15 3-20 0 0,15-3-10 0 0,1-2-57 0 0,-12-3 21 0 0,12 3 21 0 0,2-3-18 0 0,0 1 51 0 0,0-1 0 0 0,1 0 0 0 0,0 1 0 0 0,0-1 0 0 0,0 0 0 0 0,0 0 0 0 0,1 0 0 0 0,-1 0 0 0 0,1 1 0 0 0,0-1 0 0 0,0 0 0 0 0,0 0 0 0 0,1 0 0 0 0,1-7 0 0 0,0 7 15 0 0,0 1-25 0 0,10-9 26 0 0,-9 9-1 0 0,1 1 8 0 0,12-4-3 0 0,-12 4 17 0 0,2 3 1 0 0,0 0 22 0 0,0 1 1 0 0,-1 1-1 0 0,1-1 1 0 0,0 1-1 0 0,-1 0 0 0 0,1 0 1 0 0,-1 0-1 0 0,0 1 1 0 0,6 5-1 0 0,-8-5-8 0 0,0-1-18 0 0,9 13-26 0 0,-9-13 22 0 0,-1 1 1 0 0,9 11-15 0 0,-9-11-66 0 0,1-1-61 0 0,23 23-938 0 0,-23-24 629 0 0,20 7-2479 0 0,-18-10 1748 0 0,17-1-907 0 0,-16 1-1442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3 2876 0 0,'0'0'4988'0'0,"-5"-1"-4781"0"0,-15 0-36 0 0,15 1 330 0 0,4 0-495 0 0,1 0 0 0 0,0 0 0 0 0,-1 1 0 0 0,1-1 0 0 0,-1 0 0 0 0,1 0 0 0 0,-1 1 0 0 0,1-1 0 0 0,0 0 0 0 0,-1 0 0 0 0,1 1 0 0 0,0-1 0 0 0,-1 0 0 0 0,1 1 0 0 0,0-1 0 0 0,0 1 0 0 0,-1-1 0 0 0,1 0 0 0 0,0 1 0 0 0,0-1 0 0 0,0 1 0 0 0,-1-1 0 0 0,1 1 0 0 0,0-1 0 0 0,0 1 0 0 0,0 0 0 0 0,0-1 27 0 0,0 1-1 0 0,0-1 1 0 0,0 1 0 0 0,0-1-1 0 0,-1 0 1 0 0,1 1-1 0 0,0-1 1 0 0,0 1 0 0 0,0-1-1 0 0,-1 1 1 0 0,1-1-1 0 0,0 0 1 0 0,0 1 0 0 0,-1-1-1 0 0,1 1 1 0 0,0-1-1 0 0,-1 0 1 0 0,1 0 0 0 0,0 1-1 0 0,-1-1 1 0 0,1 0 0 0 0,-1 1-1 0 0,1-1 1 0 0,0 0-1 0 0,-1 0 1 0 0,0 1 0 0 0,1 3 99 0 0,2 3-3 0 0,0-1 1 0 0,0 0 0 0 0,0 0 0 0 0,1 0 0 0 0,0 0 0 0 0,0 0 0 0 0,0 0-1 0 0,6 6 1 0 0,-6-9-10 0 0,5 8 58 0 0,2-3 128 0 0,18 18 97 0 0,-26-23-317 0 0,19 23 210 0 0,-16-21-237 0 0,-3-2 109 0 0,0 1-60 0 0,5 11 13 0 0,-5-11 265 0 0,-2 1-269 0 0,-1 0-4 0 0,1 0 1 0 0,-1 1-1 0 0,0-1 0 0 0,0 0 1 0 0,-1 0-1 0 0,-2 7 0 0 0,2-8-33 0 0,-1-1-7 0 0,-28 17 140 0 0,28-18-186 0 0,-2-1-5 0 0,-16 2-147 0 0,16-2-112 0 0,-1-2-495 0 0,-18-2 240 0 0,19 2-80 0 0,1-1-81 0 0,-31-24-3197 0 0,32 23 2440 0 0,1-2-1004 0 0,-5-20-1703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 3100 0 0,'0'0'941'0'0,"2"-3"-64"0"0,7-9-166 0 0,-6 9 93 0 0,0 1-457 0 0,41-19 564 0 0,-39 19-856 0 0,1 2 59 0 0,101-10-1461 0 0,-102 9 998 0 0,17-1-2397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196 1 3076 0 0,'0'0'3238'0'0,"3"3"-2422"0"0,6 6-408 0 0,0 0-1 0 0,-1 1 1 0 0,0 0-1 0 0,0 1 1 0 0,-2 0-1 0 0,1 0 1 0 0,-1 0-1 0 0,-1 1 1 0 0,8 21-1 0 0,-3-2-175 0 0,-1-1 1 0 0,-1 2-1 0 0,3 32 0 0 0,-9-45-217 0 0,-1 1 0 0 0,-1-1 0 0 0,-1 0-1 0 0,0 1 1 0 0,-1-1 0 0 0,-2 0-1 0 0,0 0 1 0 0,0 0 0 0 0,-2 0 0 0 0,-1-1-1 0 0,0 0 1 0 0,-1 0 0 0 0,-13 21-1 0 0,9-20-382 0 0,-2 0 0 0 0,0 0 0 0 0,0-2 0 0 0,-24 23 0 0 0,18-23-1037 0 0,0 0 0 0 0,-1-2 0 0 0,-40 24 0 0 0,21-18-3435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63 1708 0 0,'0'0'1269'0'0,"-1"-5"-756"0"0,-1-12-73 0 0,1 13 2529 0 0,-2 1-2765 0 0,-1 1-78 0 0,-1 0 0 0 0,0 0 0 0 0,1 0 0 0 0,-1 1 1 0 0,0 0-1 0 0,0 0 0 0 0,0 0 0 0 0,0 0 0 0 0,0 1 0 0 0,0-1 1 0 0,-9 2-1 0 0,9 0 49 0 0,-12 14 38 0 0,6 6-114 0 0,12-16-66 0 0,0 14-6 0 0,-1-14-10 0 0,7 3-22 0 0,3 6 12 0 0,-7-12-2 0 0,0-1 0 0 0,-1 0 1 0 0,1 1-1 0 0,0-1 0 0 0,0 0 0 0 0,0-1 0 0 0,0 1 1 0 0,0 0-1 0 0,0-1 0 0 0,1 0 0 0 0,-1 0 1 0 0,0 0-1 0 0,0 0 0 0 0,0 0 0 0 0,0 0 0 0 0,0-1 1 0 0,0 0-1 0 0,5-1 0 0 0,-5 0 162 0 0,-1-1-139 0 0,0 0 0 0 0,0-1 0 0 0,-1 0 0 0 0,1 1 0 0 0,-1-1 0 0 0,0 0 0 0 0,0 0 0 0 0,0 0 0 0 0,-1 0 0 0 0,1-6 33 0 0,-2 5-34 0 0,-15-36 206 0 0,14 38-237 0 0,-1 0-21 0 0,2 2 22 0 0,0-1 1 0 0,-1 1-1 0 0,1 0 0 0 0,0 0 1 0 0,-1 0-1 0 0,1 0 0 0 0,-1 0 1 0 0,0 1-1 0 0,1-1 0 0 0,-1 0 1 0 0,0 1-1 0 0,1-1 0 0 0,-1 1 1 0 0,0-1-1 0 0,1 1 0 0 0,-1 0 1 0 0,0 0-1 0 0,0 0 0 0 0,1 0 1 0 0,-1 0-1 0 0,-3 1 0 0 0,0-1 35 0 0,3 3-22 0 0,-21 34 182 0 0,21-33-144 0 0,1 1-51 0 0,-1 12 36 0 0,1-12 42 0 0,2-1-86 0 0,8 29-2 0 0,-5-29 10 0 0,-1-1-1 0 0,-1 0-16 0 0,1-1-11 0 0,32 18-95 0 0,-31-19 131 0 0,1-2 12 0 0,13-2 39 0 0,-13 2-71 0 0,15-16-74 0 0,-12 0 96 0 0,-6 13 9 0 0,-3 3-11 0 0,1-1 1 0 0,-1 1-1 0 0,1-1 1 0 0,0 0 0 0 0,0 1-1 0 0,0-1 1 0 0,0 1 0 0 0,0-1-1 0 0,0 0 1 0 0,0 1-1 0 0,0-1 1 0 0,1-2 0 0 0,0 0-9 0 0,-1-1-24 0 0,-1 5-14 0 0,1-1 40 0 0,0 1 0 0 0,0 0 1 0 0,-1 0-1 0 0,1 0 1 0 0,0-1-1 0 0,-1 1 0 0 0,1 0 1 0 0,0 0-1 0 0,0-1 0 0 0,0 1 1 0 0,-1 0-1 0 0,1 0 1 0 0,0-1-1 0 0,0 1 0 0 0,0 0 1 0 0,0-1-1 0 0,-1 1 0 0 0,1 0 1 0 0,0-1-1 0 0,0 1 1 0 0,0 0-1 0 0,0-1 0 0 0,0 1 1 0 0,0 0-1 0 0,0-1 0 0 0,0 1 1 0 0,0 0-1 0 0,0-1 1 0 0,0 0-6 0 0,0 0 0 0 0,0 0 0 0 0,0 0 0 0 0,0 0 1 0 0,0 0-1 0 0,-1 0 0 0 0,1 0 0 0 0,0 1 1 0 0,-1-1-1 0 0,1 0 0 0 0,0 0 0 0 0,-1 0 0 0 0,1 0 1 0 0,-1 1-1 0 0,1-1 0 0 0,-1 0 0 0 0,-1-1 1 0 0,1 1 3 0 0,0 0 1 0 0,0 0-1 0 0,0 1 1 0 0,0-1-1 0 0,0 0 1 0 0,0 0-1 0 0,0 1 1 0 0,0-1-1 0 0,-1 0 1 0 0,1 1-1 0 0,0-1 1 0 0,0 1-1 0 0,-1 0 1 0 0,1-1-1 0 0,0 1 1 0 0,-1 0-1 0 0,1 0 0 0 0,0 0 1 0 0,-1 0-1 0 0,1 0 1 0 0,0 0-1 0 0,-1 0 1 0 0,1 0-1 0 0,0 1 1 0 0,-1-1-1 0 0,1 0 1 0 0,0 1-1 0 0,0-1 1 0 0,-1 1-1 0 0,1-1 1 0 0,0 1-1 0 0,0 0 1 0 0,0 0-1 0 0,-2 1 1 0 0,2-2 1 0 0,0 1 0 0 0,-1 0 1 0 0,1 0-1 0 0,0 1 0 0 0,-1-1 0 0 0,1 0 1 0 0,0 0-1 0 0,0 1 0 0 0,0-1 0 0 0,-1 3 13 0 0,1 0-17 0 0,-4 12 27 0 0,4-12 14 0 0,2 0-39 0 0,4 13 4 0 0,-4-13 10 0 0,2-2 0 0 0,1 1-2 0 0,0 0 1 0 0,1 0 0 0 0,0 0 0 0 0,-1-1-1 0 0,8 3 1 0 0,-7-3 13 0 0,-1-4 20 0 0,-1 1-22 0 0,0-1 0 0 0,0 1 0 0 0,0-1 0 0 0,0 0 0 0 0,0 0 0 0 0,0 0 0 0 0,-1 0 0 0 0,1 0 0 0 0,3-5 0 0 0,-4 4 117 0 0,-2-2-123 0 0,-1-13 5 0 0,0 13-3 0 0,1 5-133 0 0,0 0 114 0 0,0 0 1 0 0,-1 0-1 0 0,1 0 0 0 0,0-1 1 0 0,-1 1-1 0 0,1 0 0 0 0,0 0 1 0 0,0 0-1 0 0,-1 0 0 0 0,1 0 1 0 0,0-1-1 0 0,0 1 0 0 0,-1 0 1 0 0,1 0-1 0 0,0 0 0 0 0,0-1 1 0 0,0 1-1 0 0,-1 0 0 0 0,1 0 1 0 0,0-1-1 0 0,0 1 0 0 0,0 0 1 0 0,0 0-1 0 0,0-1 0 0 0,-1 1 1 0 0,1 0-1 0 0,0-1 0 0 0,0 1 1 0 0,0 0-1 0 0,0-1 0 0 0,0 0 5 0 0,0 0 0 0 0,0 0 0 0 0,-1 1 0 0 0,1-1 0 0 0,0 0 0 0 0,-1 0 0 0 0,1 1 0 0 0,-1-1 0 0 0,1 0 0 0 0,-1 1 0 0 0,1-1 0 0 0,-1 0 0 0 0,1 1 0 0 0,-1-1 0 0 0,1 1 0 0 0,-1-1 0 0 0,0 1 0 0 0,1-1 0 0 0,-1 1 0 0 0,0-1 0 0 0,-1 1 0 0 0,0-2-4 0 0,2 1-1 0 0,-1 1 1 0 0,0-1 0 0 0,0 1-1 0 0,0-1 1 0 0,0 0-1 0 0,0 1 1 0 0,0-1-1 0 0,0 1 1 0 0,0 0 0 0 0,0-1-1 0 0,0 1 1 0 0,0 0-1 0 0,0 0 1 0 0,0 0 0 0 0,-1 0-1 0 0,1 0 1 0 0,0 0-1 0 0,0 0 1 0 0,0 0-1 0 0,-2 0 1 0 0,-15 4-2 0 0,13-4-24 0 0,-11 20 41 0 0,16-15-10 0 0,-2 15 9 0 0,1-16-35 0 0,8 19 44 0 0,-4-20-13 0 0,-2-1 11 0 0,0-1-1 0 0,1 0 1 0 0,-1 1 0 0 0,1-1-1 0 0,-1 0 1 0 0,1 0 0 0 0,-1 0-1 0 0,1-1 1 0 0,0 1 0 0 0,0 0-1 0 0,-1 0 1 0 0,1-1 0 0 0,0 1-1 0 0,0-1 1 0 0,0 0 0 0 0,0 0-1 0 0,0 1 1 0 0,0-1 0 0 0,-1 0-1 0 0,1-1 1 0 0,3 1 0 0 0,-3 0 205 0 0,0-4-286 0 0,0 0 115 0 0,0 0 0 0 0,0-1 1 0 0,0 0-1 0 0,-1 1 0 0 0,0-1 0 0 0,1-7 0 0 0,-2 7-9 0 0,-1 1-40 0 0,-3-18-7 0 0,-3 16-32 0 0,7 5 32 0 0,0 1 0 0 0,0-1-1 0 0,0 1 1 0 0,0 0 0 0 0,-1-1-1 0 0,1 1 1 0 0,0 0-1 0 0,0-1 1 0 0,-1 1 0 0 0,1-1-1 0 0,0 1 1 0 0,0 0 0 0 0,-1-1-1 0 0,1 1 1 0 0,0 0 0 0 0,-1 0-1 0 0,1-1 1 0 0,0 1 0 0 0,-1 0-1 0 0,1 0 1 0 0,-1 0 0 0 0,1-1-1 0 0,0 1 1 0 0,-1 0 0 0 0,1 0-1 0 0,-1 0 1 0 0,1 0 0 0 0,0 0-1 0 0,-1 0 1 0 0,1 0-1 0 0,-1 0 1 0 0,1 0 0 0 0,-1 0-1 0 0,1 0 1 0 0,-1 0 0 0 0,1 0-1 0 0,-1 0 1 0 0,-1 1 2 0 0,0-1 1 0 0,0 1-1 0 0,1 0 0 0 0,-1 0 1 0 0,0-1-1 0 0,0 1 1 0 0,1 0-1 0 0,-1 0 0 0 0,1 1 1 0 0,-1-1-1 0 0,1 0 0 0 0,-1 0 1 0 0,1 1-1 0 0,0-1 0 0 0,-1 1 1 0 0,1-1-1 0 0,0 1 0 0 0,0 0 1 0 0,0-1-1 0 0,0 1 0 0 0,1 0 1 0 0,-1 0-1 0 0,0 0 1 0 0,1-1-1 0 0,-1 1 0 0 0,1 0 1 0 0,0 0-1 0 0,0 0 0 0 0,-1 0 1 0 0,1 0-1 0 0,1 3 0 0 0,-1-1 25 0 0,0-2-21 0 0,0-1-1 0 0,1 0 0 0 0,-1 0 0 0 0,0 1 1 0 0,1-1-1 0 0,-1 0 0 0 0,1 0 0 0 0,0 0 1 0 0,-1 0-1 0 0,1 0 0 0 0,0 0 0 0 0,0 0 1 0 0,-1 0-1 0 0,1 0 0 0 0,0 0 0 0 0,0 0 1 0 0,0 0-1 0 0,2 1 0 0 0,11 4 11 0 0,-11-4 5 0 0,3-8-88 0 0,-5 6 54 0 0,-1 0 0 0 0,1 0 0 0 0,-1 0 0 0 0,1 0 0 0 0,-1 0 1 0 0,0-1-1 0 0,1 1 0 0 0,-1 0 0 0 0,1 0 0 0 0,-1-1 0 0 0,0 1 1 0 0,1 0-1 0 0,-1-1 0 0 0,0 1 0 0 0,1 0 0 0 0,-1-1 0 0 0,0 1 1 0 0,1-1-1 0 0,-1 1 0 0 0,0 0 0 0 0,0-1 0 0 0,0 1 0 0 0,1-1 1 0 0,-1 1-1 0 0,0-1 0 0 0,0 1 0 0 0,0-1 0 0 0,0 1 0 0 0,0-1 1 0 0,0 1-1 0 0,0-1 0 0 0,0 0 0 0 0,0 1 16 0 0,-1-1-1 0 0,1 1 1 0 0,0-1-1 0 0,-1 0 1 0 0,1 1-1 0 0,-1-1 1 0 0,1 1-1 0 0,-1-1 1 0 0,0 1 0 0 0,1-1-1 0 0,-1 1 1 0 0,1 0-1 0 0,-1-1 1 0 0,0 1-1 0 0,1 0 1 0 0,-1 0-1 0 0,0-1 1 0 0,0 1-1 0 0,1 0 1 0 0,-1 0 0 0 0,0 0-1 0 0,1 0 1 0 0,-1 0-1 0 0,0 0 1 0 0,0 0-1 0 0,1 0 1 0 0,-1 0-1 0 0,0 0 1 0 0,0 0 0 0 0,1 0-1 0 0,-1 1 1 0 0,0-1-1 0 0,1 0 1 0 0,-1 0-1 0 0,0 1 1 0 0,1-1-1 0 0,-1 0 1 0 0,0 1 0 0 0,1-1-1 0 0,-1 1 1 0 0,1-1-1 0 0,-1 2 1 0 0,-2 0 62 0 0,1 1-184 0 0,-5 10 108 0 0,5-10 24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 3276 0 0,'0'0'5637'0'0,"-2"3"-5108"0"0,-1 5-316 0 0,1 0 1 0 0,-1 0-1 0 0,2 1 1 0 0,-1-1-1 0 0,1 0 1 0 0,0 1-1 0 0,1-1 1 0 0,-1 1-1 0 0,2-1 1 0 0,-1 1-1 0 0,4 11 1 0 0,-2 3-113 0 0,1 23-16 0 0,0 4-349 0 0,-3-42 192 0 0,3 99-2015 0 0,-4-33-2991 0 0,-1-43 429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54 3268 0 0,'0'0'3030'0'0,"-2"-3"-2359"0"0,1 3-604 0 0,1-1-1 0 0,-1 0 1 0 0,1 0 0 0 0,-1 1 0 0 0,1-1 0 0 0,-1 0 0 0 0,1 0 0 0 0,0 0 0 0 0,-1 0 0 0 0,1 0 0 0 0,0 1 0 0 0,0-1 0 0 0,0 0 0 0 0,-1 0-1 0 0,1 0 1 0 0,0 0 0 0 0,0 0 0 0 0,0 0 0 0 0,1 0 0 0 0,-1 0 0 0 0,0 0 0 0 0,0 0 0 0 0,0 1 0 0 0,1-1 0 0 0,-1 0 0 0 0,0 0-1 0 0,1 0 1 0 0,-1 0 0 0 0,1 1 0 0 0,-1-1 0 0 0,1 0 0 0 0,-1 0 0 0 0,1 1 0 0 0,0-2 0 0 0,2-1 339 0 0,1 1-244 0 0,12-7-15 0 0,-12 7 100 0 0,1 1-168 0 0,16-2-23 0 0,-16 2 99 0 0,1 2-128 0 0,18 0 1 0 0,-19-1 47 0 0,16 11 192 0 0,-10 9 128 0 0,-11-15-245 0 0,-2 15-66 0 0,2-16 45 0 0,-7 16 175 0 0,5-17-162 0 0,1 1-14 0 0,-29 54 296 0 0,28-54-297 0 0,1 0-96 0 0,-4 12 7 0 0,4-12 315 0 0,14 13-105 0 0,-10-14-196 0 0,1-2-37 0 0,14 5-8 0 0,-14-5-5 0 0,0 0 10 0 0,43 13 109 0 0,-42-12-50 0 0,32 21 562 0 0,-34-20-274 0 0,2 6-212 0 0,-5-8-137 0 0,0-1 1 0 0,1 1 0 0 0,-1-1-1 0 0,0 0 1 0 0,1 1-1 0 0,-1-1 1 0 0,0 1-1 0 0,1-1 1 0 0,-1 1 0 0 0,0 0-1 0 0,0-1 1 0 0,0 1-1 0 0,1-1 1 0 0,-1 1 0 0 0,0-1-1 0 0,0 1 1 0 0,0 0-1 0 0,0-1 1 0 0,0 1 0 0 0,0-1-1 0 0,0 1 1 0 0,0-1-1 0 0,0 1 1 0 0,0 0-1 0 0,-1-1 1 0 0,1 1 0 0 0,0-1-1 0 0,0 1 1 0 0,-1 0-1 0 0,-1 3 10 0 0,0-1-1 0 0,0 0 1 0 0,0 0-1 0 0,-1 0 1 0 0,1 0-1 0 0,-1-1 1 0 0,0 1-1 0 0,1 0 1 0 0,-1-1-1 0 0,0 0 0 0 0,-1 0 1 0 0,1 0-1 0 0,-5 2 1 0 0,-49 16-141 0 0,54-20 98 0 0,-1 1-132 0 0,-3 0-19 0 0,-52-1-1489 0 0,53-1 1130 0 0,6 1-155 0 0,0-1 659 0 0,0 1 1 0 0,0 0 0 0 0,0-1-1 0 0,-1 1 1 0 0,1 0-1 0 0,0-1 1 0 0,0 1 0 0 0,0 0-1 0 0,0 0 1 0 0,-1-1 0 0 0,1 1-1 0 0,0 0 1 0 0,0 0 0 0 0,-1-1-1 0 0,1 1 1 0 0,0 0-1 0 0,0 0 1 0 0,-1 0 0 0 0,1-1-1 0 0,0 1 1 0 0,0 0 0 0 0,-1 0-1 0 0,1 0 1 0 0,0 0-1 0 0,-1 0 1 0 0,-7-6-543 0 0,8-3-2591 0 0,1 4 2706 0 0,-1 3 240 0 0,0 0-1 0 0,1 1 1 0 0,-1-1 0 0 0,0 0-1 0 0,1 1 1 0 0,-1-1-1 0 0,1 1 1 0 0,0-1-1 0 0,0 1 1 0 0,-1-1-1 0 0,1 1 1 0 0,0-1 0 0 0,0 1-1 0 0,2-2 1 0 0,13-18-3736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 2900 0 0,'0'0'1238'0'0,"3"-2"-181"0"0,-3 1-806 0 0,1 0-1 0 0,0 1 1 0 0,0-1-1 0 0,0 1 1 0 0,-1-1-1 0 0,1 1 0 0 0,0-1 1 0 0,0 1-1 0 0,0 0 1 0 0,0-1-1 0 0,0 1 1 0 0,0 0-1 0 0,0 0 1 0 0,0 0-1 0 0,0 0 1 0 0,0 0-1 0 0,0 0 1 0 0,0 0-1 0 0,0 0 1 0 0,0 0-1 0 0,0 0 1 0 0,-1 0-1 0 0,3 1 1 0 0,6 4-691 0 0,-6-3 1056 0 0,-1 2-434 0 0,27 63 1148 0 0,-27-63-1172 0 0,1-1-18 0 0,7 10-8 0 0,-7-9-6 0 0,0-1-12 0 0,26 28 307 0 0,-26-28-172 0 0,0 1 9 0 0,-2-3-229 0 0,1 1-1 0 0,-1 0 1 0 0,1 0-1 0 0,-1-1 1 0 0,0 1-1 0 0,0 0 1 0 0,1 0-1 0 0,-1 0 1 0 0,-1 1-1 0 0,1-1 1 0 0,0 0-1 0 0,0 0 1 0 0,-1 0-1 0 0,0 1 1 0 0,1-1-1 0 0,-1 0 1 0 0,0 1-1 0 0,0-1 1 0 0,0 0 0 0 0,0 1-1 0 0,0-1 1 0 0,-1 0-1 0 0,1 0 1 0 0,-2 4-1 0 0,0-2-62 0 0,-2-2-232 0 0,-32 14-961 0 0,32-14 662 0 0,-1-2-764 0 0,-17 3 530 0 0,16-3-205 0 0,1-1-1801 0 0,-15-5 175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0 125 3100 0 0,'0'0'1073'0'0,"4"-3"-148"0"0,8-8-308 0 0,1 0-1 0 0,0 1 1 0 0,0 0-1 0 0,1 1 0 0 0,1 1 1 0 0,20-9-1 0 0,33-9-1189 0 0,-1 6-4226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52 3092 0 0,'0'0'2034'0'0,"-1"-5"-1213"0"0,-3-11-123 0 0,3 12 1010 0 0,0 0-1229 0 0,-3-14-17 0 0,3 14 2104 0 0,3 7-2524 0 0,7 22-327 0 0,-2-1-1 0 0,0 1 0 0 0,-2 0 0 0 0,3 38 0 0 0,-2-24-830 0 0,8 76-4099 0 0,-11-71 1113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1 3244 0 0,'0'0'5205'0'0,"-5"2"-4967"0"0,-11 5-50 0 0,12-5-14 0 0,3 2-51 0 0,-6 43 255 0 0,6-42-226 0 0,0-2-92 0 0,1 1 1 0 0,-1 0 0 0 0,0-1 0 0 0,1 1-1 0 0,0-1 1 0 0,0 1 0 0 0,0 0-1 0 0,0-1 1 0 0,1 1 0 0 0,1 6 0 0 0,0 8 39 0 0,-1-16-80 0 0,-1 1 0 0 0,1 0 0 0 0,0-1 1 0 0,0 1-1 0 0,0 0 0 0 0,0-1 1 0 0,1 0-1 0 0,-1 1 0 0 0,0-1 0 0 0,1 0 1 0 0,0 1-1 0 0,0-1 0 0 0,0 0 1 0 0,2 2-1 0 0,-3-3-30 0 0,2 2 64 0 0,2-1-24 0 0,14 6-14 0 0,-15-6 19 0 0,2-2 6 0 0,0 2-40 0 0,2-1 4 0 0,27-7-77 0 0,-26 4 50 0 0,10-3 30 0 0,-18 4-4 0 0,1 1 0 0 0,-1 0 0 0 0,0-1 0 0 0,1 1 0 0 0,-1-1 0 0 0,0 0 0 0 0,1 1 0 0 0,-1-1 0 0 0,0 0 0 0 0,0 0 0 0 0,1 1-1 0 0,-1-1 1 0 0,0 0 0 0 0,1-2 0 0 0,1 0-5 0 0,1 0-21 0 0,0-1-6 0 0,11-10 11 0 0,-11 11-8 0 0,-4 1 22 0 0,0 1 0 0 0,1 0-1 0 0,-1 0 1 0 0,1-1-1 0 0,-1 1 1 0 0,1 0-1 0 0,-1 0 1 0 0,1 0 0 0 0,-1-1-1 0 0,1 1 1 0 0,0 0-1 0 0,1-1 1 0 0,0-1-2 0 0,0 0 8 0 0,0-2 9 0 0,3-14-5 0 0,-3 15 75 0 0,-2-1-40 0 0,1-16 8 0 0,0 16 241 0 0,-26 12-212 0 0,24-7-74 0 0,0 0 0 0 0,0 1-1 0 0,0-1 1 0 0,1 1 0 0 0,-1 0 0 0 0,0-1 0 0 0,0 1-1 0 0,1 0 1 0 0,-1-1 0 0 0,0 1 0 0 0,1 0 0 0 0,-1 0-1 0 0,1 0 1 0 0,-1-1 0 0 0,1 1 0 0 0,-1 0 0 0 0,1 0-1 0 0,-1 0 1 0 0,1 0 0 0 0,0 0 0 0 0,0 0 0 0 0,-1 0-1 0 0,1 0 1 0 0,0 1 0 0 0,-8 18-218 0 0,2 1-1 0 0,0-1 0 0 0,1 1 1 0 0,1 0-1 0 0,0 1 1 0 0,2-1-1 0 0,1 28 1 0 0,1-42-329 0 0,0 0 0 0 0,1 0-1 0 0,0 0 1 0 0,1 0 0 0 0,2 10 0 0 0,-3-15 417 0 0,0 2-1004 0 0,2 0-798 0 0,10 16-1354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33 2052 0 0,'0'0'1896'0'0,"0"-4"-1220"0"0,-2-19 1500 0 0,-2 22-1870 0 0,-13-2-101 0 0,12 2-155 0 0,2 3 170 0 0,-4 2-126 0 0,2 0-1 0 0,-1 1 1 0 0,0 0 0 0 0,1 0 0 0 0,0 0 0 0 0,0 0 0 0 0,-7 13-1 0 0,8-13-56 0 0,0 1 0 0 0,0 1 0 0 0,1-1 0 0 0,0 0 0 0 0,0 1 0 0 0,1-1-1 0 0,0 1 1 0 0,0 0 0 0 0,1 0 0 0 0,0 0 0 0 0,0 0 0 0 0,0 0 0 0 0,1 0 0 0 0,0 0-1 0 0,0 0 1 0 0,2 9 0 0 0,-1-11 28 0 0,1-5-64 0 0,-1 1 0 0 0,0-1 0 0 0,0 1 0 0 0,1-1 0 0 0,-1 1 0 0 0,0 0 0 0 0,0 0 0 0 0,0 0 0 0 0,0-1 0 0 0,1 1 0 0 0,-1 0 0 0 0,1 2 0 0 0,-1-2-1 0 0,2 1 18 0 0,3-2 2 0 0,17 0 24 0 0,-17 0-6 0 0,-2-1-35 0 0,29-28 186 0 0,-30 25-109 0 0,-3 3-76 0 0,0 1 1 0 0,0-1-1 0 0,0 0 1 0 0,0 0 0 0 0,0 1-1 0 0,0-1 1 0 0,0 0 0 0 0,1 1-1 0 0,-1-1 1 0 0,0 0-1 0 0,0 1 1 0 0,0-1 0 0 0,1 0-1 0 0,-1 1 1 0 0,0-1 0 0 0,1 0-1 0 0,-1 1 1 0 0,1-1-1 0 0,0 0 1 0 0,-1 0-15 0 0,1 0 1 0 0,0 0-1 0 0,0 0 0 0 0,-1 0 1 0 0,1 0-1 0 0,-1 0 0 0 0,1 0 0 0 0,-1-1 1 0 0,0 1-1 0 0,1 0 0 0 0,-1 0 1 0 0,0 0-1 0 0,0-1 0 0 0,0 1 0 0 0,0 0 1 0 0,0 0-1 0 0,0 0 0 0 0,0-2 1 0 0,0-4-222 0 0,0 0 1 0 0,-1 0 0 0 0,0 0 0 0 0,0 0 0 0 0,-3-9 0 0 0,3 13-126 0 0,0 0 0 0 0,0 0 1 0 0,-1 1-1 0 0,1-1 0 0 0,-1 0 1 0 0,0 0-1 0 0,0 1 0 0 0,0-1 0 0 0,0 1 1 0 0,0 0-1 0 0,-3-3 0 0 0,-14-10-3290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 85 2920 0 0,'-1'-5'1470'0'0,"-1"-16"-226"0"0,1 16 643 0 0,1 0-1111 0 0,-15-44 2456 0 0,-9 83-2289 0 0,14-14-745 0 0,2 1 0 0 0,0 0 0 0 0,1 0 0 0 0,1 0 1 0 0,-5 38-1 0 0,8-43-115 0 0,-2 18-7 0 0,1-1 0 0 0,1 1-1 0 0,2-1 1 0 0,2 1 0 0 0,1 0 0 0 0,1-1 0 0 0,8 36-1 0 0,-6-47-99 0 0,1-1-1 0 0,0 0 1 0 0,2 0-1 0 0,0-1 1 0 0,1 0-1 0 0,1-1 1 0 0,1 0-1 0 0,1 0 1 0 0,0-1-1 0 0,2-1 0 0 0,25 27 1 0 0,-34-39-235 0 0,1 0 0 0 0,-1 0 0 0 0,1 0 0 0 0,0-1 0 0 0,1 0 0 0 0,-1 0 0 0 0,1-1 0 0 0,-1 0 0 0 0,1 0 0 0 0,0 0 0 0 0,1-1 0 0 0,-1 0 0 0 0,7 1 0 0 0,-9-3 50 0 0,26 1-1468 0 0,-1-6-2544 0 0,-2-3-62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83 2480 0 0,'-5'-1'1176'0'0,"-16"-1"-186"0"0,15 1 2276 0 0,7-3-3009 0 0,-1 1-183 0 0,1 0 1 0 0,-1 0-1 0 0,1 0 0 0 0,0 0 1 0 0,0 0-1 0 0,0 1 1 0 0,0-1-1 0 0,0 0 1 0 0,1 1-1 0 0,0-1 1 0 0,-1 1-1 0 0,1-1 0 0 0,3-2 1 0 0,-2 1 70 0 0,1 2-37 0 0,34-17 154 0 0,-35 17-226 0 0,2 1-72 0 0,12-3 66 0 0,-12 3 142 0 0,-1 3-91 0 0,13 5-17 0 0,-12-5 55 0 0,-2 9-28 0 0,-2-11-82 0 0,0 1 1 0 0,-1 0 0 0 0,1-1 0 0 0,-1 1 0 0 0,1 0 0 0 0,-1 0 0 0 0,0-1 0 0 0,1 1 0 0 0,-1 0-1 0 0,0 0 1 0 0,0 0 0 0 0,1 0 0 0 0,-1-1 0 0 0,0 1 0 0 0,0 0 0 0 0,0 0 0 0 0,0 0 0 0 0,0 0 0 0 0,0 0-1 0 0,0 1 1 0 0,0 20 59 0 0,0-17 57 0 0,-5 18 3 0 0,4-18-128 0 0,0-1 127 0 0,-10 38 467 0 0,9-37-348 0 0,0-2-172 0 0,-15 36 245 0 0,15-36-278 0 0,7-3-83 0 0,15-2 32 0 0,-15 1 24 0 0,0 1-68 0 0,15-1 66 0 0,-15 0 9 0 0,-5 2-27 0 0,0-1 4 0 0,0 0-1 0 0,0 1 1 0 0,0-1 0 0 0,0 0 0 0 0,0 1 0 0 0,0-1-1 0 0,1 0 1 0 0,-1 1 0 0 0,0-1 0 0 0,0 0-1 0 0,0 0 1 0 0,1 1 0 0 0,-1-1 0 0 0,0 0 0 0 0,0 0-1 0 0,0 1 1 0 0,1-1 0 0 0,-1 0 0 0 0,0 0-1 0 0,1 0 1 0 0,-1 0 0 0 0,0 1 0 0 0,0-1 0 0 0,1 0-1 0 0,-1 0 1 0 0,0 0 0 0 0,1 0 0 0 0,-1 0-1 0 0,1 0 1 0 0,0 0 1 0 0,-1 1-1 0 0,1-1 0 0 0,0 0 1 0 0,0 1-1 0 0,0-1 1 0 0,-1 0-1 0 0,1 1 0 0 0,0-1 1 0 0,-1 1-1 0 0,1-1 1 0 0,0 1-1 0 0,-1 0 0 0 0,1-1 1 0 0,-1 1-1 0 0,1 0 1 0 0,-1-1-1 0 0,1 1 0 0 0,-1 0 1 0 0,1 1-1 0 0,11 40 83 0 0,-11-37 11 0 0,-2-4-82 0 0,1 1-1 0 0,-1 0 0 0 0,1-1 1 0 0,-1 1-1 0 0,1-1 0 0 0,0 1 1 0 0,-1 0-1 0 0,1-1 1 0 0,0 1-1 0 0,0 0 0 0 0,0-1 1 0 0,1 2-1 0 0,-1-2 3 0 0,-1 4 49 0 0,-3 4 15 0 0,4-8-71 0 0,0 0 0 0 0,0-1 0 0 0,0 1-1 0 0,0 0 1 0 0,0 0 0 0 0,0-1 0 0 0,-1 1 0 0 0,1 0-1 0 0,0 0 1 0 0,0-1 0 0 0,-1 1 0 0 0,1 0 0 0 0,-1-1 0 0 0,1 1-1 0 0,0-1 1 0 0,-1 1 0 0 0,1 0 0 0 0,-1-1 0 0 0,1 1 0 0 0,-1-1-1 0 0,0 1 1 0 0,-11 11 23 0 0,9-9-8 0 0,-1 0-6 0 0,0 1-10 0 0,-17 9 33 0 0,-27 8-88 0 0,43-19-41 0 0,0-3-315 0 0,-21-2-314 0 0,23 1-302 0 0,-10-6 587 0 0,10 4-3255 0 0,4-2 1337 0 0,5-23-1653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3524 0 0,'0'0'3115'0'0,"3"-2"-2400"0"0,6-9-180 0 0,-7 8 1740 0 0,0 7-2148 0 0,0-3-93 0 0,7 15 368 0 0,-8-12-318 0 0,2 0-47 0 0,0 0 1 0 0,0 0-1 0 0,0-1 0 0 0,1 1 1 0 0,6 5-1 0 0,-6-6 14 0 0,1-2-45 0 0,15 2-7 0 0,-15-2-4 0 0,-4-1 11 0 0,1 1 0 0 0,-1-1-1 0 0,1 1 1 0 0,-1-1 0 0 0,1 1-1 0 0,0-1 1 0 0,-1 0 0 0 0,1 0-1 0 0,0 0 1 0 0,-1 0 0 0 0,3 0-1 0 0,1-1 18 0 0,0 2 345 0 0,0-2-225 0 0,2 0 11 0 0,1 0 188 0 0,0 0-1 0 0,0 1 1 0 0,-1 0-1 0 0,13 1 1 0 0,-19-1-326 0 0,-1 1-1 0 0,1-1 1 0 0,-1 1 0 0 0,1 0 0 0 0,0-1-1 0 0,-1 1 1 0 0,1 0 0 0 0,-1 0 0 0 0,1-1-1 0 0,-1 1 1 0 0,0 0 0 0 0,1 0 0 0 0,-1-1-1 0 0,0 1 1 0 0,0 0 0 0 0,1 0 0 0 0,-1 0-1 0 0,0 0 1 0 0,0 0 0 0 0,0 0 0 0 0,0-1-1 0 0,0 1 1 0 0,0 0 0 0 0,0 0 0 0 0,-1 0-1 0 0,1 0 1 0 0,-1 1 0 0 0,-2 16 125 0 0,2-14-33 0 0,0-3-101 0 0,1-1 0 0 0,-1 0 0 0 0,1 1 0 0 0,-1-1 0 0 0,1 1 1 0 0,-1-1-1 0 0,1 0 0 0 0,-1 1 0 0 0,1-1 0 0 0,0 1 0 0 0,-1-1 0 0 0,1 1 0 0 0,0 0 0 0 0,-1-1 0 0 0,1 1 0 0 0,0-1 0 0 0,0 1 1 0 0,-1-1-1 0 0,1 1 0 0 0,0 1 0 0 0,-7 15 206 0 0,3-9-193 0 0,0-1 10 0 0,0-1 0 0 0,0 0 0 0 0,0 0 0 0 0,-1 0 0 0 0,0 0 1 0 0,-8 7-1 0 0,-6 5-206 0 0,15-15-44 0 0,-17 11-1509 0 0,17-14 1129 0 0,-13 4-59 0 0,12-4-90 0 0,1-1-1269 0 0,-11-4 805 0 0,11 3-109 0 0,2 0-939 0 0,-11-10-1585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0 104 3012 0 0,'2'-4'1278'0'0,"0"1"-805"0"0,0-1 0 0 0,1 1 0 0 0,-1 0 1 0 0,0-1-1 0 0,1 1 0 0 0,0 1 1 0 0,0-1-1 0 0,5-3 0 0 0,-1 1-325 0 0,0 1 0 0 0,1 0 0 0 0,0 0 0 0 0,0 1 0 0 0,0 0 0 0 0,8-2 0 0 0,57-16-844 0 0,-62 17 76 0 0,11-2-191 0 0,0 2-882 0 0,1 0-430 0 0,-18 3-1479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1 3468 0 0,'0'0'6707'0'0,"3"3"-6292"0"0,0 0-399 0 0,1 1 0 0 0,-1-1-1 0 0,0 1 1 0 0,-1 0 0 0 0,1 1 0 0 0,-1-1 0 0 0,1 0 0 0 0,-1 1 0 0 0,-1-1 0 0 0,1 1 0 0 0,-1-1 0 0 0,1 1 0 0 0,-1 0 0 0 0,-1 0 0 0 0,1-1 0 0 0,-1 1 0 0 0,0 0 0 0 0,0 0 0 0 0,0 0 0 0 0,0 0-1 0 0,-1-1 1 0 0,-2 8 0 0 0,-4 11-1106 0 0,-2-1 0 0 0,0 0 0 0 0,-1-1 0 0 0,-2 0 0 0 0,-19 28 0 0 0,7-18-3286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14 140 3084 0 0,'0'0'6462'0'0,"-3"-2"-6106"0"0,2 2-329 0 0,1 0-1 0 0,-1 0 1 0 0,1 0-1 0 0,0 0 1 0 0,-1 0 0 0 0,1 0-1 0 0,-1-1 1 0 0,1 1-1 0 0,0 0 1 0 0,-1 0-1 0 0,1 0 1 0 0,-1-1-1 0 0,1 1 1 0 0,0 0 0 0 0,-1 0-1 0 0,1-1 1 0 0,0 1-1 0 0,-1 0 1 0 0,1-1-1 0 0,0 1 1 0 0,0 0-1 0 0,-1-1 1 0 0,1 1 0 0 0,0-1-1 0 0,0 1 1 0 0,0 0-1 0 0,-1-1 1 0 0,1 1-1 0 0,0-1 1 0 0,0 1-1 0 0,0 0 1 0 0,0-1 0 0 0,13-7 416 0 0,-12 7-518 0 0,3-1 104 0 0,1 1 67 0 0,24-8 176 0 0,-1-2-1 0 0,0 0 0 0 0,-1-2 1 0 0,45-29-1 0 0,-69 39 11 0 0,2 0-154 0 0,0 0 1 0 0,0-1 0 0 0,0 0-1 0 0,6-7 1 0 0,-8 9 94 0 0,-3 7-197 0 0,-3 72 121 0 0,-2-17-98 0 0,4-13 7 0 0,-1 2-28 0 0,2-2-134 0 0,1-25-106 0 0,2 47-720 0 0,3-16-2636 0 0,-6-52 3063 0 0,0 14 476 0 0,4-5-4490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20 138 2720 0 0,'0'0'1201'0'0,"-3"-2"-167"0"0,2 1-710 0 0,-7-7-260 0 0,1 4 3078 0 0,7 4-3130 0 0,0 0 0 0 0,1 0 1 0 0,-1-1-1 0 0,1 1 0 0 0,-1 0 1 0 0,0-1-1 0 0,1 1 0 0 0,-1-1 0 0 0,0 1 1 0 0,1 0-1 0 0,-1-1 0 0 0,0 1 1 0 0,0-1-1 0 0,1 1 0 0 0,-1 0 0 0 0,0-1 1 0 0,0 1-1 0 0,0-1 0 0 0,0 1 1 0 0,1-1-1 0 0,-1 1 0 0 0,0-1 1 0 0,0 0-1 0 0,0 0-6 0 0,0 1 1 0 0,0-1-1 0 0,0 1 1 0 0,0-1-1 0 0,0 1 1 0 0,0-1-1 0 0,0 1 1 0 0,0-1-1 0 0,1 1 1 0 0,-1-1-1 0 0,0 1 1 0 0,0-1-1 0 0,0 1 1 0 0,1 0-1 0 0,-1-1 1 0 0,0 1-1 0 0,1-1 1 0 0,-1 1-1 0 0,0 0 1 0 0,1-1-1 0 0,-1 1 1 0 0,1 0-1 0 0,0-1 0 0 0,4-1 71 0 0,49-20 107 0 0,53-15-821 0 0,-24 9-4334 0 0,-48 16 1423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42 2436 0 0,'0'0'3540'0'0,"2"-3"-2701"0"0,8-12 3112 0 0,-11 11-3765 0 0,-6-12-46 0 0,5 13 424 0 0,-4 3-415 0 0,-16 1-12 0 0,17-1-3 0 0,1 2-4 0 0,-13 6-7 0 0,13-6 8 0 0,1 1-17 0 0,-34 31 195 0 0,34-30-267 0 0,0 0 5 0 0,-19 39 48 0 0,21-38-81 0 0,0 0 8 0 0,1 2-23 0 0,0-1 0 0 0,1 0 0 0 0,0 1 0 0 0,0-1 0 0 0,2 7 0 0 0,-2-9-11 0 0,0-2 1 0 0,0 0 0 0 0,0 0 0 0 0,0 0 0 0 0,1 0 0 0 0,-1 0 0 0 0,0 0 0 0 0,1 0 0 0 0,-1 0 1 0 0,1-1-1 0 0,-1 1 0 0 0,1 0 0 0 0,0-1 0 0 0,0 0 0 0 0,0 1 0 0 0,0-1 0 0 0,0 0 0 0 0,0 0 1 0 0,2 1-1 0 0,-3-2 22 0 0,3 2-35 0 0,1-1 22 0 0,12 2 16 0 0,-13-2-12 0 0,1-2-44 0 0,0-1 59 0 0,1-1-1 0 0,-1 0 1 0 0,0 0-1 0 0,1 0 0 0 0,-1 0 1 0 0,-1-1-1 0 0,1 0 1 0 0,-1 0-1 0 0,1 0 1 0 0,-1-1-1 0 0,0 0 1 0 0,4-6-1 0 0,-5 7 12 0 0,-1 0 6 0 0,6-13-4 0 0,-6 12-18 0 0,-1 2 33 0 0,14-34 218 0 0,-14 33-72 0 0,3-3-159 0 0,-4 6-26 0 0,0 0 0 0 0,0 1-1 0 0,0-1 1 0 0,0 0-1 0 0,0 1 1 0 0,1-1 0 0 0,-1 1-1 0 0,0-1 1 0 0,0 0 0 0 0,1 1-1 0 0,-1-1 1 0 0,0 1-1 0 0,1-1 1 0 0,-1 1 0 0 0,1-1-1 0 0,-1 1 1 0 0,1-1-1 0 0,-1 1 1 0 0,1-1 0 0 0,-1 1-1 0 0,2-1 1 0 0,0 4 4 0 0,-1 0 1 0 0,1 0 0 0 0,0 0-1 0 0,-1 0 1 0 0,0 0-1 0 0,0 0 1 0 0,0 0-1 0 0,0 0 1 0 0,0 0-1 0 0,-1 1 1 0 0,1 3 0 0 0,-1-2 19 0 0,1 2-3 0 0,7 161-126 0 0,-8-163-115 0 0,0 2-74 0 0,3 21-378 0 0,0 6-2007 0 0,-2-6-3821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 2484 0 0,'0'0'2730'0'0,"4"-3"-2031"0"0,-2 1-547 0 0,1 1 1 0 0,0 0 0 0 0,-1-1 0 0 0,1 1-1 0 0,0 0 1 0 0,0 0 0 0 0,0 0 0 0 0,0 1-1 0 0,0-1 1 0 0,0 1 0 0 0,0 0 0 0 0,0-1-1 0 0,0 1 1 0 0,0 1 0 0 0,0-1-1 0 0,0 0 1 0 0,0 1 0 0 0,0 0 0 0 0,4 0-1 0 0,7 4 35 0 0,-1 1-1 0 0,1 0 1 0 0,-1 1-1 0 0,0 0 0 0 0,-1 1 1 0 0,0 0-1 0 0,0 1 0 0 0,-1 0 1 0 0,0 1-1 0 0,0 1 1 0 0,-1-1-1 0 0,-1 2 0 0 0,0-1 1 0 0,0 1-1 0 0,-1 1 0 0 0,-1-1 1 0 0,8 17-1 0 0,-7-11-159 0 0,0 1 1 0 0,-1 0-1 0 0,0 0 0 0 0,-2 0 1 0 0,0 1-1 0 0,-2 0 0 0 0,0 0 1 0 0,-1 0-1 0 0,-1 0 0 0 0,0 1 1 0 0,-2-1-1 0 0,-4 25 0 0 0,-1-19-260 0 0,0 0 0 0 0,-2-1-1 0 0,-1 0 1 0 0,-1 0 0 0 0,-1-1 0 0 0,-26 40-1 0 0,9-24-1895 0 0,-1 0 0 0 0,-61 61-1 0 0,44-56-2486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12 3460 0 0,'-3'-3'1042'0'0,"1"2"-812"0"0,0 0 0 0 0,0 0-1 0 0,0 0 1 0 0,0 0 0 0 0,0 0 0 0 0,0 1-1 0 0,0-1 1 0 0,0 1 0 0 0,0-1-1 0 0,0 1 1 0 0,0 0 0 0 0,0 0-1 0 0,-1 0 1 0 0,1 0 0 0 0,0 0-1 0 0,0 1 1 0 0,0-1 0 0 0,0 0-1 0 0,-3 2 1 0 0,-1-1 230 0 0,4 4-9 0 0,-17 50 679 0 0,15-24-911 0 0,2 0-1 0 0,1 0 0 0 0,1 1 1 0 0,2-1-1 0 0,1 1 1 0 0,9 36-1 0 0,-11-59-191 0 0,5 23-18 0 0,1 1-1 0 0,1-1 1 0 0,2 0-1 0 0,1-1 1 0 0,1 0-1 0 0,2-1 1 0 0,34 56-1 0 0,-42-80-276 0 0,-1 0 1 0 0,1 0-1 0 0,0 0 0 0 0,1-1 0 0 0,-1 1 0 0 0,1-2 1 0 0,0 1-1 0 0,0-1 0 0 0,1 0 0 0 0,-1 0 0 0 0,1-1 1 0 0,0 0-1 0 0,0-1 0 0 0,9 3 0 0 0,-14-4-302 0 0,-1-1 434 0 0,0 1 0 0 0,-1-1 0 0 0,1 1 0 0 0,0-1-1 0 0,0 1 1 0 0,0-1 0 0 0,-1 0 0 0 0,1 0-1 0 0,0 0 1 0 0,0 0 0 0 0,-1 0 0 0 0,1 0 0 0 0,0-1-1 0 0,2 0 1 0 0,8-1-2137 0 0,17-4-1545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0 105 2116 0 0,'0'0'4782'0'0,"2"-4"-4337"0"0,2-2-111 0 0,0-1-1 0 0,1 1 0 0 0,0 0 1 0 0,0 0-1 0 0,0 0 1 0 0,1 0-1 0 0,0 1 0 0 0,0 0 1 0 0,12-7-1 0 0,-14 9-224 0 0,-3 3-101 0 0,-1 0 0 0 0,1 0 1 0 0,0 0-1 0 0,-1 0 0 0 0,1 0 1 0 0,0 0-1 0 0,-1-1 0 0 0,1 1 1 0 0,0 0-1 0 0,-1 0 0 0 0,1-1 0 0 0,-1 1 1 0 0,1 0-1 0 0,0-1 0 0 0,-1 1 1 0 0,1 0-1 0 0,-1-1 0 0 0,1 1 1 0 0,0-2-1 0 0,14-8 227 0 0,2 2-162 0 0,-13 6 48 0 0,0 1-110 0 0,18-5 112 0 0,-21 7-124 0 0,-1-1 0 0 0,1 0 1 0 0,0 1-1 0 0,-1-1 0 0 0,1 1 0 0 0,-1-1 0 0 0,1 1 0 0 0,0-1 1 0 0,-1 1-1 0 0,1-1 0 0 0,-1 1 0 0 0,1-1 0 0 0,-1 1 0 0 0,0 0 1 0 0,1-1-1 0 0,-1 1 0 0 0,0 0 0 0 0,1-1 0 0 0,-1 1 0 0 0,0 0 1 0 0,0-1-1 0 0,0 1 0 0 0,1 0 0 0 0,-1 0 0 0 0,0-1 0 0 0,0 1 1 0 0,0 0-1 0 0,0 0 0 0 0,0-1 0 0 0,-1 1 0 0 0,1 0 0 0 0,0 1 1 0 0,-2 16 24 0 0,1-13-19 0 0,0-2-2 0 0,-9 37 119 0 0,9-36 44 0 0,0 1-124 0 0,-1 13-5 0 0,1-13 340 0 0,10 18-484 0 0,2-19 162 0 0,3 5 2 0 0,47 18-209 0 0,-58-25 213 0 0,-2-1-55 0 0,0-1-1 0 0,0 1 0 0 0,0 0 0 0 0,0-1 0 0 0,0 1 0 0 0,-1 0 1 0 0,1-1-1 0 0,0 1 0 0 0,0 0 0 0 0,-1 0 0 0 0,1 0 0 0 0,0 0 0 0 0,-1 0 1 0 0,1 0-1 0 0,-1 0 0 0 0,1 0 0 0 0,-1 0 0 0 0,0 0 0 0 0,1 0 1 0 0,-1 2-1 0 0,6 15 20 0 0,-5-13 55 0 0,-1 1-47 0 0,-2 4 21 0 0,0 1 0 0 0,0 0 0 0 0,-1-1 0 0 0,-8 20-1 0 0,8-26-21 0 0,0 0 11 0 0,-33 31 1 0 0,32-32-42 0 0,3-2-8 0 0,0 0 0 0 0,0 0 0 0 0,-1 0 1 0 0,1 0-1 0 0,0 0 0 0 0,0 0 1 0 0,0 0-1 0 0,-1 0 0 0 0,1-1 1 0 0,0 1-1 0 0,-1 0 0 0 0,-2 0 0 0 0,2-1-9 0 0,-2 3-71 0 0,-1-2-217 0 0,-46-1-1297 0 0,46-1 1106 0 0,4 0 402 0 0,1 0 1 0 0,-1 0-1 0 0,0 0 1 0 0,0 0 0 0 0,0 0-1 0 0,0 0 1 0 0,0 1-1 0 0,0-1 1 0 0,0 0 0 0 0,0 1-1 0 0,-1-1 1 0 0,-1 0-1 0 0,1 0-138 0 0,-2-2-732 0 0,3 1 732 0 0,1 0-1 0 0,-1 1 0 0 0,0-1 0 0 0,0 0 0 0 0,0 1 0 0 0,-1-1 1 0 0,1 0-1 0 0,0 1 0 0 0,-3-3 0 0 0,1 0-1817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14 103 2220 0 0,'0'0'7668'0'0,"-2"-3"-7420"0"0,-8-9-33 0 0,8 9 277 0 0,4-1-434 0 0,15-31 167 0 0,-15 32-176 0 0,2 0-2 0 0,33-24 111 0 0,-33 24-140 0 0,1 1 3 0 0,11-4 10 0 0,-12 4 16 0 0,1 3-21 0 0,13 2 11 0 0,-13-2-2 0 0,-2 2-8 0 0,25 37 95 0 0,-26-35-99 0 0,-1 1-78 0 0,1 11 69 0 0,-1 0-1 0 0,-1 0 0 0 0,-1 0 1 0 0,-3 23-1 0 0,3-35 21 0 0,0 1 14 0 0,-5 15-3 0 0,4-15-27 0 0,0-2-8 0 0,-19 36 82 0 0,18-37-80 0 0,0 0-6 0 0,-1-1-16 0 0,-1 1 0 0 0,0-1 0 0 0,1 1 1 0 0,-1-1-1 0 0,-10 2 0 0 0,11-3-31 0 0,0-4-151 0 0,2 1 139 0 0,-1 0 0 0 0,0-1 0 0 0,1 1 0 0 0,-1-1 0 0 0,1 0 0 0 0,0 0 0 0 0,0 0-1 0 0,-3-6 1 0 0,3 6 36 0 0,3-2-100 0 0,0-13 59 0 0,-1 13 18 0 0,2 0-23 0 0,18-35-50 0 0,-18 36 103 0 0,2 2 13 0 0,10-4 5 0 0,-11 4 79 0 0,2 3-33 0 0,15 4-6 0 0,-15-4-8 0 0,11 12 15 0 0,-13-10-54 0 0,1 1-31 0 0,41 42 2 0 0,-43-44-22 0 0,1 2-93 0 0,0-1 250 0 0,21 24-1727 0 0,-22-26 1158 0 0,0 1 1 0 0,-1 0-1 0 0,1-1 1 0 0,0 1-1 0 0,0-1 1 0 0,0 0-1 0 0,0 1 1 0 0,0-1-1 0 0,0 0 1 0 0,1 0-1 0 0,-1 0 1 0 0,3 0-1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2228 0 0,'0'0'5929'0'0,"2"3"-5635"0"0,7 9-130 0 0,-6-9 72 0 0,-3 2-18 0 0,4 16-48 0 0,-3-16-47 0 0,0 1-15 0 0,2 18-29 0 0,-2-18-18 0 0,0-1-63 0 0,4 18-106 0 0,-4-17-86 0 0,0-1-102 0 0,3 6 247 0 0,8 29-5606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107 120 1828 0 0,'0'-26'1072'0'0,"0"20"1638"0"0,-3 3-2303 0 0,1 2-298 0 0,1 0 0 0 0,-1-1 1 0 0,0 1-1 0 0,0 0 0 0 0,0 0 1 0 0,0 0-1 0 0,0 0 0 0 0,0 0 1 0 0,0 0-1 0 0,0 0 0 0 0,0 1 1 0 0,0-1-1 0 0,-1 1 0 0 0,1 0 1 0 0,0-1-1 0 0,0 1 0 0 0,-1 0 1 0 0,-2 1-1 0 0,-1-1 246 0 0,2 2-167 0 0,-11 7 8 0 0,11-7 178 0 0,-13 12-65 0 0,13-11 3 0 0,4-3-305 0 0,0 0 1 0 0,-1 1 0 0 0,1-1 0 0 0,-1 0 0 0 0,1 1-1 0 0,-1-1 1 0 0,1 1 0 0 0,0-1 0 0 0,-1 1-1 0 0,1-1 1 0 0,0 1 0 0 0,0-1 0 0 0,-1 1 0 0 0,1-1-1 0 0,0 1 1 0 0,0-1 0 0 0,0 1 0 0 0,0 0 0 0 0,-1-1-1 0 0,1 2 1 0 0,0-2 5 0 0,0 1 0 0 0,0-1-1 0 0,0 0 1 0 0,0 1 0 0 0,0-1 0 0 0,0 1-1 0 0,0-1 1 0 0,0 1 0 0 0,0-1 0 0 0,0 0-1 0 0,-1 1 1 0 0,1-1 0 0 0,0 1 0 0 0,0-1 0 0 0,0 0-1 0 0,-1 1 1 0 0,1-1 0 0 0,0 0 0 0 0,-1 1-1 0 0,1-1 1 0 0,0 0 0 0 0,-1 1 0 0 0,1-1-1 0 0,0 0 1 0 0,-1 0 0 0 0,0 1 0 0 0,1 4 45 0 0,0 14-48 0 0,0-14 28 0 0,12 15 62 0 0,15 4-76 0 0,0 0-1 0 0,37 22 0 0 0,-25-18-49 0 0,-35-26 13 0 0,-3-2 13 0 0,-1 0 1 0 0,0 1-1 0 0,1-1 1 0 0,-1 0-1 0 0,1 0 1 0 0,-1 0-1 0 0,1 1 1 0 0,-1-1-1 0 0,0 0 1 0 0,1 0-1 0 0,-1 1 0 0 0,0-1 1 0 0,1 0-1 0 0,-1 1 1 0 0,0-1-1 0 0,1 0 1 0 0,-1 1-1 0 0,0-1 1 0 0,0 0-1 0 0,1 1 1 0 0,-1-1-1 0 0,0 1 1 0 0,0-1-1 0 0,0 1 0 0 0,1-1 1 0 0,-1 1-1 0 0,0 0 0 0 0,0-1-1 0 0,0 1 0 0 0,0-1 0 0 0,0 1 0 0 0,1-1 1 0 0,-1 0-1 0 0,0 1 0 0 0,0-1 0 0 0,0 1 0 0 0,1-1 1 0 0,-1 0-1 0 0,0 1 0 0 0,1-1 0 0 0,-1 0 0 0 0,0 1 0 0 0,1-1 1 0 0,-1 0-1 0 0,0 1 0 0 0,1-1 0 0 0,-1 0 0 0 0,1 0 1 0 0,-1 0-1 0 0,0 1 0 0 0,1-1 0 0 0,-1 0 0 0 0,2 0 1 0 0,-2 4 2 0 0,4 13 9 0 0,-3-13-6 0 0,-2-4-5 0 0,1 0 2 0 0,0 0 0 0 0,0 0 0 0 0,-1 0 1 0 0,1 0-1 0 0,0 0 0 0 0,0 0 0 0 0,-1 0 0 0 0,1 0 1 0 0,0 0-1 0 0,0 1 0 0 0,-1-1 0 0 0,1 0 0 0 0,0 0 1 0 0,0 0-1 0 0,0 0 0 0 0,-1 1 0 0 0,1-1 0 0 0,0 0 1 0 0,0 0-1 0 0,0 0 0 0 0,-1 1 0 0 0,1-1 0 0 0,0 0 0 0 0,0 0 1 0 0,0 1-1 0 0,0-1 0 0 0,0 0 0 0 0,0 0 0 0 0,0 1 1 0 0,-1-1-1 0 0,1 1 6 0 0,0 0-1 0 0,0 0 1 0 0,-1-1 0 0 0,1 1 0 0 0,0 0-1 0 0,-1-1 1 0 0,1 1 0 0 0,-1 0 0 0 0,1-1 0 0 0,-1 1-1 0 0,1-1 1 0 0,-1 1 0 0 0,1 0 0 0 0,-1-1-1 0 0,0 0 1 0 0,1 1 0 0 0,-1-1 0 0 0,0 1-1 0 0,1-1 1 0 0,-3 1 0 0 0,-14 3 171 0 0,-1 0 0 0 0,-27 1 0 0 0,39-5-76 0 0,1-1-72 0 0,-16-1-10 0 0,16 2-4 0 0,5-1-16 0 0,0 1-1 0 0,-1 0 1 0 0,1-1-1 0 0,0 1 1 0 0,0 0-1 0 0,0 0 0 0 0,0-1 1 0 0,0 1-1 0 0,0 0 1 0 0,-1 0-1 0 0,1-1 1 0 0,0 1-1 0 0,0 0 0 0 0,0 0 1 0 0,0 0-1 0 0,-1-1 1 0 0,1 1-1 0 0,0 0 1 0 0,0 0-1 0 0,-1 0 0 0 0,1-1 1 0 0,0 1-1 0 0,0 0 1 0 0,-1 0-1 0 0,1 0 1 0 0,0 0-1 0 0,-1 0 0 0 0,1 0 1 0 0,0 0-1 0 0,0 0 1 0 0,-1 0-1 0 0,1 0 1 0 0,0 0-1 0 0,-1 0 0 0 0,1 0-2 0 0,-1 0 0 0 0,0 0 0 0 0,1 0 0 0 0,-1-1-1 0 0,1 1 1 0 0,-1 0 0 0 0,1 0 0 0 0,-1 0 0 0 0,1 0-1 0 0,-1-1 1 0 0,1 1 0 0 0,-1 0 0 0 0,1 0 0 0 0,-1-1-1 0 0,1 1 1 0 0,0 0 0 0 0,-1-1 0 0 0,1 1 0 0 0,0-1-1 0 0,-1 1 1 0 0,1 0 0 0 0,0-1 0 0 0,-1 1 0 0 0,1-1-1 0 0,0 1 1 0 0,0-1 0 0 0,-1 1 0 0 0,1-1 0 0 0,0 1-1 0 0,0-1 1 0 0,0 1 0 0 0,0-1 0 0 0,0 1 0 0 0,0-2-1 0 0,-1-4-13 0 0,2 0-1 0 0,-1 0 0 0 0,1 0 1 0 0,0 0-1 0 0,0-1 0 0 0,1 1 1 0 0,-1 1-1 0 0,1-1 0 0 0,1 0 1 0 0,-1 0-1 0 0,1 1 0 0 0,5-8 1 0 0,59-108 81 0 0,-65 117-28 0 0,-2 3-33 0 0,0-1 0 0 0,1 1-1 0 0,-1 0 1 0 0,0 0-1 0 0,1-1 1 0 0,-1 1 0 0 0,1 0-1 0 0,0 0 1 0 0,-1-1-1 0 0,1 1 1 0 0,0 0 0 0 0,1-2-1 0 0,0 1 9 0 0,0-2 42 0 0,-1-1-48 0 0,4-12-59 0 0,-4 12 89 0 0,-2 1-182 0 0,-2-13 11 0 0,2 12-18 0 0,16 8-5516 0 0,-13-2 5547 0 0,-1-1-1 0 0,1 1 1 0 0,0-1-1 0 0,-1 0 0 0 0,1 1 1 0 0,-1-1-1 0 0,1 0 1 0 0,0 0-1 0 0,-1 0 0 0 0,1 0 1 0 0,0 0-1 0 0,-1-1 1 0 0,4 0-1 0 0,12-1-417 0 0,46-9 114 0 0,-48 7 1402 0 0,1-1 1 0 0,24-11 0 0 0,-23 8-303 0 0,-13 6-29 0 0,0 0-13 0 0,12-5-25 0 0,-12 5 436 0 0,0 0-634 0 0,11-3 245 0 0,-18 21 341 0 0,1-12-941 0 0,0 0-13 0 0,-9 20-18 0 0,-13 43-1 0 0,23-62 7 0 0,0 1-6 0 0,-3 18-47 0 0,4-18-114 0 0,0-1 164 0 0,0 17 32 0 0,0-17-21 0 0,1 0-9 0 0,3 13 9 0 0,-2-13 34 0 0,-1-4-67 0 0,0 1-1 0 0,1-1 1 0 0,-1 0-1 0 0,0 1 1 0 0,0-1-1 0 0,0 1 1 0 0,0-1-1 0 0,0 1 1 0 0,0-1-1 0 0,1 4 1 0 0,0-1 21 0 0,-1-4-24 0 0,-1 0 0 0 0,1 0 0 0 0,0 0 0 0 0,-1 0 0 0 0,1 0 0 0 0,-1 0 0 0 0,1 0 0 0 0,-1 0 0 0 0,1 1 0 0 0,-1-1 0 0 0,1 0 0 0 0,-1 0 0 0 0,1 0 0 0 0,-1 1 0 0 0,1-1 0 0 0,-1 0 0 0 0,1 1 0 0 0,-1-1-1 0 0,0 0 1 0 0,1 1 0 0 0,-1-1 0 0 0,1 1 0 0 0,0 0 1 0 0,-1-1 0 0 0,1 1 0 0 0,-1 0 0 0 0,1-1-1 0 0,-1 1 1 0 0,1-1 0 0 0,0 0 0 0 0,-1 1-1 0 0,1-1 1 0 0,0 0 0 0 0,-1 1 0 0 0,1-1 0 0 0,0 0-1 0 0,0 0 1 0 0,-1 1 0 0 0,1-1 0 0 0,0 0 0 0 0,0 0-1 0 0,-1 0 1 0 0,1 0 0 0 0,0 0 0 0 0,0 0 0 0 0,-1 0-1 0 0,1-1 1 0 0,0 1 0 0 0,0 0 0 0 0,19-2 8 0 0,-15 1 14 0 0,-1-2 44 0 0,2 1-5 0 0,9-8 66 0 0,12-28 109 0 0,-10-3-231 0 0,-16 37-106 0 0,-1-2-59 0 0,0 4 181 0 0,1-2-205 0 0,-1 0 0 0 0,0 1 0 0 0,0-1-1 0 0,0 0 1 0 0,0 0 0 0 0,0 0-1 0 0,-1 1 1 0 0,0-1 0 0 0,0 0 0 0 0,0 0-1 0 0,0 1 1 0 0,0-1 0 0 0,-1 1-1 0 0,0-1 1 0 0,-3-4 0 0 0,2 4-312 0 0,-3-3-72 0 0,-5-1-2697 0 0,-13-6-1437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3144 0 0,'6'0'1204'0'0,"14"0"-79"0"0,-1 2 0 0 0,0 1 1 0 0,35 8-1 0 0,-36-4-878 0 0,-1 0 0 0 0,0 1 0 0 0,-1 1 0 0 0,0 1 0 0 0,-1 0 0 0 0,1 1 0 0 0,-2 1 0 0 0,0 0 0 0 0,14 16 0 0 0,-12-11-177 0 0,0 2-1 0 0,-2-1 1 0 0,0 2 0 0 0,-1 0 0 0 0,-1 1-1 0 0,13 31 1 0 0,-19-35-207 0 0,-1 0 1 0 0,-1 0-1 0 0,0 1 0 0 0,-1-1 0 0 0,-1 1 1 0 0,-1 0-1 0 0,-1 0 0 0 0,0 0 0 0 0,-1 0 1 0 0,-1-1-1 0 0,0 1 0 0 0,-11 33 0 0 0,2-14-1131 0 0,-2 0-1 0 0,-2-2 1 0 0,-1 0-1 0 0,-41 65 0 0 0,23-50-2377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107 101 2908 0 0,'-3'-2'981'0'0,"-8"-12"2693"0"0,7 13-3406 0 0,2 0-177 0 0,0 1 1 0 0,-1-1 0 0 0,1 1 0 0 0,0-1-1 0 0,-1 1 1 0 0,1 0 0 0 0,0 0-1 0 0,0 0 1 0 0,-1 1 0 0 0,1-1 0 0 0,0 0-1 0 0,0 1 1 0 0,-1-1 0 0 0,1 1-1 0 0,-3 1 1 0 0,1 0 20 0 0,3-1-103 0 0,0-1 0 0 0,0 1 1 0 0,0 0-1 0 0,0-1 0 0 0,0 1 0 0 0,0 0 1 0 0,0 0-1 0 0,1 0 0 0 0,-1 0 1 0 0,0-1-1 0 0,1 1 0 0 0,-1 0 1 0 0,1 0-1 0 0,-1 0 0 0 0,1 0 1 0 0,-1 0-1 0 0,1 1 0 0 0,-1-1 1 0 0,1 0-1 0 0,0 2 0 0 0,-6 21 261 0 0,7-24-267 0 0,-1 0-1 0 0,0 1 1 0 0,1-1-1 0 0,-1 1 1 0 0,0-1 0 0 0,1 0-1 0 0,-1 1 1 0 0,0-1 0 0 0,1 0-1 0 0,-1 0 1 0 0,1 1 0 0 0,-1-1-1 0 0,0 0 1 0 0,1 0-1 0 0,-1 1 1 0 0,1-1 0 0 0,-1 0-1 0 0,1 0 1 0 0,-1 0 0 0 0,1 0-1 0 0,-1 0 1 0 0,1 0 0 0 0,0 0-1 0 0,-1 0 0 0 0,1 0 0 0 0,-1 0-1 0 0,1 0 1 0 0,-1 0 0 0 0,1 0-1 0 0,-1 1 1 0 0,1-1 0 0 0,-1 0-1 0 0,1 0 1 0 0,-1 0 0 0 0,1 0 0 0 0,-1 1-1 0 0,1-1 1 0 0,-1 0 0 0 0,0 1-1 0 0,1-1 1 0 0,-1 0 0 0 0,0 0-1 0 0,1 1 1 0 0,-1-1 0 0 0,0 1 0 0 0,1-1-1 0 0,-1 1 58 0 0,1-1-58 0 0,0 0 1 0 0,-1 1-1 0 0,1-1 1 0 0,0 0 0 0 0,-1 0-1 0 0,1 0 1 0 0,-1 0-1 0 0,1 0 1 0 0,0 0 0 0 0,-1 0-1 0 0,1 0 1 0 0,0-1-1 0 0,-1 1 1 0 0,1 0 0 0 0,0 0-1 0 0,-1 0 1 0 0,1-1-1 0 0,-1 1 1 0 0,1 0 0 0 0,-1-1-1 0 0,2 1 1 0 0,10-5 32 0 0,-9 4-20 0 0,1-1 0 0 0,-1-1 1 0 0,0 1-1 0 0,0 0 0 0 0,0-1 0 0 0,0 1 0 0 0,0-1 1 0 0,4-5-1 0 0,-5 6 1 0 0,0-1 127 0 0,1 0-80 0 0,-1-1-28 0 0,-1 0 1 0 0,1 0 0 0 0,-1 0-1 0 0,1 0 1 0 0,-1 0 0 0 0,0 0-1 0 0,-1-1 1 0 0,1 1 0 0 0,-1 0-1 0 0,1 0 1 0 0,-1-1 0 0 0,-1 1-1 0 0,1 0 1 0 0,-2-7 0 0 0,1 6 11 0 0,0 4-49 0 0,1 0 1 0 0,0 0 0 0 0,-1 0 0 0 0,1 0-1 0 0,-1 0 1 0 0,1 0 0 0 0,-1 0-1 0 0,0 0 1 0 0,1 0 0 0 0,-1 0-1 0 0,0 0 1 0 0,0 1 0 0 0,0-1 0 0 0,1 0-1 0 0,-1 0 1 0 0,0 1 0 0 0,0-1-1 0 0,0 0 1 0 0,0 1 0 0 0,-2-1 0 0 0,-13-8 12 0 0,12 7-26 0 0,-1 3-50 0 0,-34 18-20 0 0,36-16 94 0 0,0 0-6 0 0,-21 31-56 0 0,21-30 40 0 0,2 0-30 0 0,-4 14 24 0 0,4-14 2 0 0,7 14-79 0 0,-4-14 84 0 0,-1 0-29 0 0,18 6-86 0 0,-15-8 94 0 0,1-3-30 0 0,16-2 74 0 0,-16 2 14 0 0,-3 0-3 0 0,0 0 0 0 0,0 0 1 0 0,0 0-1 0 0,-1 0 0 0 0,1 0 1 0 0,0 0-1 0 0,-1 0 0 0 0,1 0 1 0 0,-1-1-1 0 0,1 1 0 0 0,-1-1 1 0 0,1 1-1 0 0,-1-1 0 0 0,0 0 1 0 0,0 1-1 0 0,2-4 1 0 0,2-3 31 0 0,-4 4-29 0 0,1-14-8 0 0,-1 14-22 0 0,-4 2-12 0 0,1 1 16 0 0,1 0 1 0 0,-1 1 0 0 0,1-1 0 0 0,-1 1 0 0 0,1-1 0 0 0,-1 1-1 0 0,0 0 1 0 0,1 0 0 0 0,-1-1 0 0 0,1 1 0 0 0,-1 0-1 0 0,0 0 1 0 0,1 1 0 0 0,-1-1 0 0 0,1 0 0 0 0,-1 0-1 0 0,0 1 1 0 0,1-1 0 0 0,-1 1 0 0 0,1 0 0 0 0,-1-1 0 0 0,-1 2-1 0 0,-2 0-8 0 0,3 5-15 0 0,-6-3 26 0 0,-5 20-39 0 0,12-21 108 0 0,1 2-218 0 0,2 20 245 0 0,-2-25-100 0 0,1 1 1 0 0,-1 0-1 0 0,0 0 0 0 0,1-1 1 0 0,0 1-1 0 0,-1 0 0 0 0,1-1 0 0 0,-1 1 1 0 0,1 0-1 0 0,0-1 0 0 0,-1 1 1 0 0,1-1-1 0 0,0 1 0 0 0,0-1 1 0 0,0 1-1 0 0,-1-1 0 0 0,1 0 0 0 0,0 1 1 0 0,0-1-1 0 0,0 0 0 0 0,0 0 1 0 0,0 0-1 0 0,-1 0 0 0 0,1 1 1 0 0,0-1-1 0 0,0 0 0 0 0,0-1 1 0 0,0 1-1 0 0,1 0 0 0 0,20-1 1 0 0,-17 0 118 0 0,-5 1-113 0 0,0 0-1 0 0,0-1 0 0 0,0 1 1 0 0,1 0-1 0 0,-1 0 1 0 0,0-1-1 0 0,0 1 0 0 0,0 0 1 0 0,0-1-1 0 0,0 1 0 0 0,0 0 1 0 0,1 0-1 0 0,-1-1 0 0 0,0 1 1 0 0,0 0-1 0 0,0 0 1 0 0,1 0-1 0 0,-1-1 0 0 0,0 1 1 0 0,0 0-1 0 0,1 0 0 0 0,-1 0 1 0 0,0 0-1 0 0,0-1 1 0 0,1 1-1 0 0,-1 0 0 0 0,0 0 1 0 0,1 0-1 0 0,-1 0 0 0 0,0 0 1 0 0,1 0-1 0 0,-1 0 0 0 0,1 0 1 0 0,-1 0 3 0 0,1 0 0 0 0,-1-1 0 0 0,1 1 0 0 0,0 0 0 0 0,-1 0 0 0 0,1 0 0 0 0,-1-1 0 0 0,1 1 1 0 0,0 0-1 0 0,-1-1 0 0 0,1 1 0 0 0,-1 0 0 0 0,1-1 0 0 0,-1 1 0 0 0,1-1 0 0 0,-1 1 0 0 0,0-1 0 0 0,1 1 0 0 0,-1-1 0 0 0,0 1 0 0 0,1-1 1 0 0,-1 1-1 0 0,0-1 0 0 0,1 1 0 0 0,-1-1 0 0 0,0 0 0 0 0,0 0 0 0 0,5-20-285 0 0,-8 19-1151 0 0,-5-8 907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30 2988 0 0,'0'0'3519'0'0,"0"-5"-3072"0"0,-1-15-40 0 0,0 15 1447 0 0,1 10-1716 0 0,-1 18 241 0 0,0-17-302 0 0,-1 20-41 0 0,1-20-94 0 0,0-1 103 0 0,-6 86 484 0 0,6-86-463 0 0,1 0-7 0 0,-1 16 2 0 0,1-16-8 0 0,0 0-30 0 0,1 5 62 0 0,1 0 0 0 0,0 1 0 0 0,1-2 0 0 0,0 1-1 0 0,6 12 1 0 0,-7-18-49 0 0,1-2 3 0 0,2 1-12 0 0,-2-1-24 0 0,-1 0-1 0 0,1-1 1 0 0,-1 1 0 0 0,1-1-1 0 0,0 1 1 0 0,-1-1 0 0 0,1 0 0 0 0,4 1-1 0 0,3-1 0 0 0,-1 0-1 0 0,0 0 0 0 0,1-1 1 0 0,-1 0-1 0 0,11-2 0 0 0,-15 1-7 0 0,-1 0-1 0 0,1 0 1 0 0,0-1-1 0 0,-1 1 0 0 0,1-1 1 0 0,-1 0-1 0 0,0 0 1 0 0,0 0-1 0 0,5-4 1 0 0,-4 3 0 0 0,-1 1 35 0 0,-3 0-25 0 0,0 0 1 0 0,0 1 0 0 0,0-1 0 0 0,0 1-1 0 0,0 0 1 0 0,1-1 0 0 0,-1 1 0 0 0,1 0-1 0 0,-1 0 1 0 0,3-2 0 0 0,-1 0 21 0 0,-1-1 0 0 0,3-12-17 0 0,-3 11 14 0 0,-1 1 10 0 0,2-15-68 0 0,-2 15-149 0 0,-1-1 234 0 0,1-15 67 0 0,0 15 106 0 0,-2-1-75 0 0,0-16-13 0 0,1 16 218 0 0,0 1-324 0 0,-1-15-5 0 0,0 15 139 0 0,-6 28-119 0 0,7-17-22 0 0,-3 23 23 0 0,-6 126 78 0 0,14-66-742 0 0,-5-85 368 0 0,1 2-47 0 0,14 40-1318 0 0,-13-42 1061 0 0,1-2-943 0 0,0-1 1155 0 0,-1 0 0 0 0,0 0-1 0 0,1 0 1 0 0,-1 0 0 0 0,1 0 0 0 0,-1-1 0 0 0,1 1 0 0 0,-1-1 0 0 0,1 0 0 0 0,-1 0 0 0 0,1 0 0 0 0,-1 0-1 0 0,1 0 1 0 0,4-1 0 0 0,-2-1-2283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56 2068 0 0,'1'-5'1085'0'0,"6"-41"2501"0"0,-7 41-1844 0 0,-5 6-1584 0 0,-14 1-51 0 0,14-2 53 0 0,2 4 12 0 0,-11 21 106 0 0,-15 35-1 0 0,28-55-217 0 0,-1 0 1 0 0,-2 53 59 0 0,4-53-60 0 0,2 1 52 0 0,5 14-89 0 0,-5-15-40 0 0,1-1 3 0 0,10 12-12 0 0,-10-13-20 0 0,-1-2 46 0 0,-1-1 0 0 0,0 1 0 0 0,1-1 0 0 0,-1 1 0 0 0,1 0 0 0 0,-1 0 0 0 0,0 0 0 0 0,1-1 0 0 0,-1 1 0 0 0,0 0 0 0 0,0 1 0 0 0,2 1 0 0 0,-2-2-3 0 0,3 2-71 0 0,1-2-9 0 0,17 6-91 0 0,-17-7 38 0 0,19-1 103 0 0,-18 0 8 0 0,-2-1-9 0 0,2-1 30 0 0,0 0 1 0 0,-1-1 0 0 0,1 0-1 0 0,-1 0 1 0 0,0-1 0 0 0,0 1-1 0 0,-1-1 1 0 0,1 0 0 0 0,-1 0-1 0 0,0-1 1 0 0,0 1 0 0 0,-1-1-1 0 0,0 0 1 0 0,0 0 0 0 0,0 0-1 0 0,0 0 1 0 0,-1-1 0 0 0,0 1-1 0 0,-1-1 1 0 0,2-8 0 0 0,-2 11 28 0 0,-1-2 31 0 0,-2-18-17 0 0,2 18 39 0 0,0 2-62 0 0,-1 0 1 0 0,1-1 0 0 0,-1 1 0 0 0,0 0 0 0 0,0 0 0 0 0,-1 0 0 0 0,1 0-1 0 0,-1 0 1 0 0,-3-5 0 0 0,3 6-16 0 0,-15-7-24 0 0,13 8-6 0 0,4 2-31 0 0,-1 0 53 0 0,1 0 0 0 0,-1 0 0 0 0,0 0 0 0 0,1 0 0 0 0,-1 0 0 0 0,0 0 0 0 0,1 0 0 0 0,-1 0 0 0 0,0 0 0 0 0,1 0 0 0 0,-1 0 0 0 0,1 0 0 0 0,-1 0 0 0 0,0 1 0 0 0,1-1 1 0 0,-1 0-1 0 0,1 0 0 0 0,-1 1 0 0 0,0-1 0 0 0,0 1 0 0 0,-11 3-230 0 0,9-2 90 0 0,-1 1 0 0 0,1-1 0 0 0,0 1 0 0 0,0 0-1 0 0,0 0 1 0 0,0 0 0 0 0,1 0 0 0 0,-1 0 0 0 0,1 1 0 0 0,-3 4-1 0 0,3-4-514 0 0,0 1-176 0 0,-7 23-2067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18 2760 0 0,'14'-18'4504'0'0,"-16"23"-4247"0"0,-38 205-1240 0 0,28-154-2571 0 0,12-52 610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196 43 2736 0 0,'0'0'1832'0'0,"-1"-5"-1148"0"0,-1-15-76 0 0,1 16 229 0 0,-2 1-533 0 0,0 2-184 0 0,0-1-1 0 0,-1 1 1 0 0,1-1-1 0 0,-1 1 0 0 0,1 0 1 0 0,-1 0-1 0 0,0 1 1 0 0,1-1-1 0 0,-1 1 0 0 0,-4-1 1 0 0,2 1 52 0 0,1 3-10 0 0,-4 3-82 0 0,-1 0 0 0 0,1 0-1 0 0,-1 1 1 0 0,2 1 0 0 0,-1 0 0 0 0,1 0 0 0 0,1 0 0 0 0,-1 1 0 0 0,1 0-1 0 0,1 0 1 0 0,0 1 0 0 0,0 0 0 0 0,-7 17 0 0 0,6-11-56 0 0,6-12 3 0 0,-1 2-11 0 0,-7 48 96 0 0,9-48-127 0 0,9 15 77 0 0,-8-20-62 0 0,1 0 0 0 0,-1 0-1 0 0,1 0 1 0 0,-1-1 0 0 0,1 1 0 0 0,-1 0 0 0 0,1-1-1 0 0,-1 1 1 0 0,1-1 0 0 0,0 1 0 0 0,-1-1-1 0 0,1 0 1 0 0,0 0 0 0 0,0 0 0 0 0,-1 0 0 0 0,1 0-1 0 0,0 0 1 0 0,-1 0 0 0 0,1 0 0 0 0,0-1 0 0 0,-1 1-1 0 0,1-1 1 0 0,0 1 0 0 0,1-2 0 0 0,-1 1 0 0 0,3 0-8 0 0,-2-2-2 0 0,5-3 22 0 0,0-1 0 0 0,0 0 0 0 0,-1 0 0 0 0,-1 0 0 0 0,12-16 0 0 0,4-15 150 0 0,-20 34-49 0 0,0-1 43 0 0,7-14-62 0 0,-6 14-10 0 0,13-34 440 0 0,-15 35-483 0 0,1 9-27 0 0,1 5 4 0 0,-1 1 0 0 0,0-1 1 0 0,0 1-1 0 0,-1-1 0 0 0,0 19 0 0 0,-6 62 97 0 0,3-52-135 0 0,2-13-937 0 0,1 0 0 0 0,10 51 0 0 0,-10-72-131 0 0,12 9-2489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2412 0 0,'0'0'4141'0'0,"2"-4"-3855"0"0,-1 2-201 0 0,6-14 464 0 0,-2 18-461 0 0,1 0-67 0 0,0 0 0 0 0,0 0 1 0 0,-1 1-1 0 0,1 0 0 0 0,-1 0 0 0 0,1 1 0 0 0,-1-1 0 0 0,0 1 0 0 0,8 8 0 0 0,0 3 1 0 0,-10-11 69 0 0,-1 1-25 0 0,8 16-12 0 0,-8-16 4 0 0,-1 1 1 0 0,2 14-10 0 0,-2-15 51 0 0,-2 1 10 0 0,0 6 40 0 0,-1-1 0 0 0,-1-1-1 0 0,1 1 1 0 0,-2 0-1 0 0,0-1 1 0 0,0 1-1 0 0,-1-1 1 0 0,-6 9 0 0 0,-9 16 570 0 0,18-32-182 0 0,0 1-342 0 0,2-4-183 0 0,-1 0 0 0 0,1 0 1 0 0,0 1-1 0 0,-1-1 0 0 0,1 0 1 0 0,0 0-1 0 0,0 1 0 0 0,-1-1 1 0 0,1 0-1 0 0,0 1 0 0 0,0-1 0 0 0,0 1 1 0 0,0-1-1 0 0,-1 0 0 0 0,1 1 1 0 0,0-1-1 0 0,0 0 0 0 0,0 1 1 0 0,0-1-1 0 0,0 1 0 0 0,0-1 1 0 0,0 0-1 0 0,0 1 0 0 0,0-1 1 0 0,0 1-1 0 0,0-1 0 0 0,0 0 0 0 0,0 1 1 0 0,1-1-1 0 0,-1 0 0 0 0,0 1 1 0 0,0-1-1 0 0,0 0 0 0 0,0 1 1 0 0,1-1-1 0 0,-1 0 0 0 0,0 1 1 0 0,0-1-1 0 0,1 0 0 0 0,-1 1 1 0 0,0-1-1 0 0,1 0 0 0 0,-1 0 0 0 0,0 1 1 0 0,1-1-1 0 0,-1 0 0 0 0,0 0 1 0 0,1 0-1 0 0,-1 0 0 0 0,0 1 1 0 0,1-1-1 0 0,0 0 0 0 0,30-2 30 0 0,27-13-383 0 0,-37 7-135 0 0,-1 1 0 0 0,-1-2 0 0 0,1-1 0 0 0,22-15 0 0 0,-29 16-868 0 0,0-1 0 0 0,-1-1-1 0 0,15-16 1 0 0,-12 11-2459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 1660 0 0,'0'0'4081'0'0,"4"1"-3470"0"0,2 1-398 0 0,0 1 1 0 0,-1-1-1 0 0,0 1 1 0 0,0 0-1 0 0,0 0 0 0 0,0 0 1 0 0,0 1-1 0 0,0 0 1 0 0,-1 0-1 0 0,0 0 0 0 0,0 0 1 0 0,6 8-1 0 0,0 5-169 0 0,-1-1 0 0 0,0 1 0 0 0,-1 0 0 0 0,-1 1 0 0 0,0 0 0 0 0,-2 0 0 0 0,0 1 0 0 0,-1-1 1 0 0,-1 1-1 0 0,0 0 0 0 0,-2 0 0 0 0,0 0 0 0 0,-1 0 0 0 0,-1 0 0 0 0,-1 0 0 0 0,-1 0 0 0 0,0 0 0 0 0,-12 35 0 0 0,7-30-810 0 0,-1-1 0 0 0,-1-1 0 0 0,-1 1 0 0 0,-1-2 0 0 0,-1 1 0 0 0,-1-2 1 0 0,-29 33-1 0 0,3-11-3030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09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1 1524 0 0,'-5'1'970'0'0,"-2"0"-713"0"0,1 1-1 0 0,-1 0 0 0 0,1 1 1 0 0,-1 0-1 0 0,1 0 1 0 0,0 0-1 0 0,0 1 1 0 0,0-1-1 0 0,1 1 0 0 0,-9 9 1 0 0,4-4 13 0 0,1 1-1 0 0,1 0 1 0 0,-1 1 0 0 0,2 0-1 0 0,-8 13 1 0 0,2 1 62 0 0,2 0 1 0 0,1 1-1 0 0,1 0 0 0 0,1 0 0 0 0,-5 28 1 0 0,9-28-171 0 0,0 1 0 0 0,2 0 1 0 0,1-1-1 0 0,1 1 0 0 0,2 0 0 0 0,0-1 0 0 0,2 1 1 0 0,1-1-1 0 0,0 0 0 0 0,3 0 0 0 0,10 26 1 0 0,-11-33-188 0 0,2-2 0 0 0,0 1 0 0 0,1-1 0 0 0,0 0 1 0 0,1-1-1 0 0,1-1 0 0 0,1 0 0 0 0,0 0 0 0 0,1-1 1 0 0,0-1-1 0 0,1 0 0 0 0,1-1 0 0 0,0-1 1 0 0,1 0-1 0 0,29 13 0 0 0,-24-14-818 0 0,1-2-1 0 0,-1-1 1 0 0,2 0 0 0 0,-1-2-1 0 0,1-1 1 0 0,-1 0 0 0 0,41-1-1 0 0,-26-3-2846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10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1496 0 0,'0'0'292'0'0,"21"10"-620"0"0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22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 3404 0 0,'0'0'9935'0'0,"0"5"-9573"0"0,-1 14-64 0 0,0-14-53 0 0,1 2-28 0 0,-11 204 924 0 0,2-124-992 0 0,-12 53-30 0 0,21-135-102 0 0,-2 1-18 0 0,-2 18-58 0 0,3-18-68 0 0,0-2-82 0 0,-2 44-3330 0 0,3-43 2447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23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320 0 1764 0 0,'0'0'6137'0'0,"-1"6"-5880"0"0,0 6-57 0 0,-2-1 0 0 0,0 1 0 0 0,0-1 0 0 0,-1 0 0 0 0,0-1 0 0 0,-8 16 0 0 0,0-3 20 0 0,-2 0 0 0 0,0-2 0 0 0,-1 1 0 0 0,-1-2 0 0 0,-1 0 0 0 0,-1-1 0 0 0,-1-1 0 0 0,-34 27 0 0 0,-13-13 524 0 0,62-30-566 0 0,-1-3-177 0 0,-15-4-20 0 0,15 4-13 0 0,3-3-62 0 0,-5-11 67 0 0,5 11-2 0 0,4 0-48 0 0,2-12 92 0 0,-3 12-23 0 0,0 4-19 0 0,-1-1 26 0 0,1 1 0 0 0,-1 0 0 0 0,1 0 0 0 0,-1-1 0 0 0,0 1 0 0 0,1 0 0 0 0,-1-1 0 0 0,0 1 0 0 0,1 0 0 0 0,-1-1 0 0 0,0 1 0 0 0,1-1 0 0 0,-1 1 0 0 0,0-1 0 0 0,0 1 0 0 0,1 0 0 0 0,-1-1 0 0 0,0 1 0 0 0,0-1 0 0 0,0 1 0 0 0,0-1 0 0 0,0 1 0 0 0,0-1 0 0 0,0 0 0 0 0,0 1-1 0 0,0-1 1 0 0,1 1-1 0 0,-1-1 0 0 0,0 1 1 0 0,0-1-1 0 0,0 1 0 0 0,0-1 1 0 0,0 1-1 0 0,0-1 0 0 0,1 1 1 0 0,-1-1-1 0 0,0 1 0 0 0,0 0 1 0 0,1-1-1 0 0,-1 1 1 0 0,0-1-1 0 0,1 1 0 0 0,-1 0 1 0 0,0-1-1 0 0,1 1 0 0 0,-1 0 1 0 0,1-1-1 0 0,-1 1 0 0 0,0 0 1 0 0,1-1-1 0 0,0 1 3 0 0,-1 0 0 0 0,1 0 1 0 0,-1 0-1 0 0,0 0 0 0 0,1 0 0 0 0,-1 0 0 0 0,1 0 0 0 0,-1 0 1 0 0,0 0-1 0 0,1-1 0 0 0,-1 1 0 0 0,0 0 0 0 0,1 0 0 0 0,-1-1 1 0 0,0 1-1 0 0,1 0 0 0 0,-1 0 0 0 0,0-1 0 0 0,0 1 0 0 0,1 0 1 0 0,-1-1-1 0 0,0 1 0 0 0,0 0 0 0 0,1-1 0 0 0,-1 0 0 0 0,13-11-22 0 0,-7 10 46 0 0,1-1-1 0 0,0 1 0 0 0,1 1 1 0 0,-1-1-1 0 0,0 1 0 0 0,0 0 1 0 0,0 1-1 0 0,9 0 0 0 0,-10 1 120 0 0,-5 0-132 0 0,0 0 0 0 0,0 0 0 0 0,1 0 0 0 0,-1 0 0 0 0,0 0 0 0 0,1 0 0 0 0,-1 0 0 0 0,0 0 0 0 0,1-1 0 0 0,-1 1 0 0 0,1 0 0 0 0,2 0 0 0 0,-2-1 12 0 0,2 3 70 0 0,-1 0-14 0 0,5 10-21 0 0,0 0 0 0 0,-1 0-1 0 0,-1 0 1 0 0,10 28 0 0 0,-15-37-49 0 0,1 0 24 0 0,-1 1-37 0 0,5 11 19 0 0,-5-12 13 0 0,2 0-18 0 0,20 39-291 0 0,-21-39 54 0 0,-1-4 207 0 0,-1 0 1 0 0,1 0-1 0 0,-1 0 1 0 0,1 1-1 0 0,-1-1 1 0 0,1 0-1 0 0,-1 0 1 0 0,0 1-1 0 0,1-1 1 0 0,-1 0-1 0 0,1 0 1 0 0,-1 1-1 0 0,0-1 0 0 0,1 1 1 0 0,-1-1-1 0 0,0 0 1 0 0,0 1-1 0 0,1-1 1 0 0,-1 1-1 0 0,0-1 1 0 0,0 0-1 0 0,0 1 1 0 0,1-1-1 0 0,-1 1 1 0 0,0-1-1 0 0,0 2 1 0 0,0-2-10 0 0,0 1 1 0 0,0-1-1 0 0,0 0 0 0 0,1 1 1 0 0,-1-1-1 0 0,0 1 1 0 0,0-1-1 0 0,0 1 0 0 0,1-1 1 0 0,-1 1-1 0 0,0-1 1 0 0,0 0-1 0 0,1 1 1 0 0,-1-1-1 0 0,0 0 0 0 0,1 1 1 0 0,-1-1-1 0 0,1 0 1 0 0,-1 1-1 0 0,0-1 1 0 0,1 0-1 0 0,-1 0 0 0 0,1 1 1 0 0,-1-1-1 0 0,1 0 1 0 0,0 0-1 0 0,0 1-59 0 0,1-1-1 0 0,-1 1 0 0 0,1-1 1 0 0,-1 1-1 0 0,1 0 1 0 0,-1-1-1 0 0,1 1 1 0 0,-1 0-1 0 0,0 0 1 0 0,1 0-1 0 0,-1 0 0 0 0,2 2 1 0 0,-1-1-124 0 0,2 1-814 0 0,2-2-29 0 0,-2 1 589 0 0,8 2 156 0 0,4-4-3362 0 0,9-2 123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23.6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1924 0 0,'0'0'7812'0'0,"4"2"-7568"0"0,9 0-125 0 0,1-1 0 0 0,-1 0 0 0 0,1-1 0 0 0,0 0-1 0 0,-1-1 1 0 0,16-4 0 0 0,-22 5-138 0 0,-1-1-56 0 0,0 0-49 0 0,33-2-801 0 0,-13 2-5270 0 0,-1-1 2761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24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53 2424 0 0,'0'0'3335'0'0,"-3"3"-2604"0"0,3-3-636 0 0,-1 0 1 0 0,1 0-1 0 0,0 0 0 0 0,-1 0 1 0 0,1 0-1 0 0,0 0 1 0 0,-1 1-1 0 0,1-1 0 0 0,0 0 1 0 0,-1 0-1 0 0,1 0 1 0 0,0 1-1 0 0,0-1 0 0 0,-1 0 1 0 0,1 0-1 0 0,0 1 1 0 0,0-1-1 0 0,0 0 0 0 0,-1 0 1 0 0,1 1-1 0 0,0-1 0 0 0,0 0 1 0 0,0 1-1 0 0,0-1 1 0 0,0 0-1 0 0,-1 1 0 0 0,1-1 1 0 0,0 0-1 0 0,0 1 1 0 0,0-1-1 0 0,0 1 0 0 0,0-1 1 0 0,0 0-1 0 0,0 1 1 0 0,0-1-1 0 0,0 0 0 0 0,0 1 1 0 0,1-1-1 0 0,13 2 2863 0 0,-10-2-3798 0 0,1 0 1241 0 0,0-1-233 0 0,15-4-20 0 0,-15 4-18 0 0,0 0-24 0 0,155-37 1040 0 0,-156 36-1122 0 0,48-9-46 0 0,-44 9-15 0 0,-4 1-124 0 0,12-1-106 0 0,-11 0-1261 0 0,4 1-5842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02:24.4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31 2888 0 0,'0'-5'1659'0'0,"0"-21"9311"0"0,-4 30-10761 0 0,0 0-120 0 0,0 2 1 0 0,0-1-1 0 0,1 0 0 0 0,-1 1 0 0 0,2-1 1 0 0,-1 1-1 0 0,0 0 0 0 0,1 0 0 0 0,0 0 1 0 0,1 0-1 0 0,-2 8 0 0 0,-9 76 526 0 0,11-74-449 0 0,-2 32-134 0 0,3 46 40 0 0,1-87-64 0 0,-2-2 14 0 0,1 34-1421 0 0,2-23-4259 0 0,-3-11 1726 0 0,-5 20-2751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17 2792 0 0,'0'0'4349'0'0,"-18"-16"-6054"0"0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186 61 3088 0 0,'0'0'1080'0'0,"-1"-5"-138"0"0,-3-15-125 0 0,3 15-85 0 0,-4-1 97 0 0,-5-8 603 0 0,-4 5-1195 0 0,10 7 74 0 0,-1 4-174 0 0,-1 0-70 0 0,0 0-1 0 0,0 0 1 0 0,0 1 0 0 0,0 0-1 0 0,1 0 1 0 0,-1 0 0 0 0,1 1-1 0 0,0 0 1 0 0,0 0 0 0 0,0 0-1 0 0,1 1 1 0 0,-8 8 0 0 0,-20 43 231 0 0,27-43-215 0 0,-1-1 0 0 0,2 1 0 0 0,-5 19 0 0 0,8-25-83 0 0,-5 10 66 0 0,4 7-10 0 0,3-14-9 0 0,6 50 37 0 0,-5-47-127 0 0,-1-11 35 0 0,-1 0 0 0 0,0-1 0 0 0,1 1-1 0 0,-1 0 1 0 0,1 0 0 0 0,0 0 0 0 0,-1 0 0 0 0,1 0 0 0 0,0-1 0 0 0,0 1 0 0 0,0 0 0 0 0,1-1 0 0 0,1 3 0 0 0,1 2-59 0 0,0-1-60 0 0,-1 0 1 0 0,2 1-1 0 0,-1-2 1 0 0,1 1-1 0 0,0 0 1 0 0,0-1-1 0 0,0 0 1 0 0,0 0-1 0 0,1 0 1 0 0,-1-1-1 0 0,1 0 1 0 0,0 0-1 0 0,11 3 1 0 0,44-2-1347 0 0,-43-5 1120 0 0,-1-2 0 0 0,1 0 0 0 0,-1-1 0 0 0,1 0 0 0 0,-1-2 1 0 0,0 0-1 0 0,-1-1 0 0 0,21-12 0 0 0,-24 11 257 0 0,-1-1 0 0 0,0 0 0 0 0,-1 0 0 0 0,0-2 0 0 0,14-15 0 0 0,-14 14 185 0 0,-9 10-47 0 0,0-1-1 0 0,0 1 0 0 0,0-1 0 0 0,-1 0 0 0 0,1 1 0 0 0,-1-1 0 0 0,0 0 0 0 0,2-4 0 0 0,-3 6-24 0 0,21-53 1051 0 0,-20 48-783 0 0,0 1-37 0 0,2-17 16 0 0,-2 17-22 0 0,-1 0-63 0 0,-3-12 36 0 0,3 12 185 0 0,-2 2-245 0 0,0 2-96 0 0,1 0-23 0 0,0 0 1 0 0,0 0-1 0 0,1 0 0 0 0,-1 0 0 0 0,0 0 1 0 0,0 0-1 0 0,0 0 0 0 0,1-1 1 0 0,-1 1-1 0 0,1 0 0 0 0,-1 0 0 0 0,0-3 1 0 0,-5 4 78 0 0,3-1-71 0 0,2 1-27 0 0,0 0 0 0 0,-1-1 0 0 0,1 1-1 0 0,-1 0 1 0 0,1 0 0 0 0,0-1 0 0 0,-1 1-1 0 0,1 0 1 0 0,-1 1 0 0 0,1-1 0 0 0,0 0-1 0 0,-1 0 1 0 0,1 0 0 0 0,0 1 0 0 0,-1-1-1 0 0,1 1 1 0 0,0-1 0 0 0,-1 1 0 0 0,1 0-1 0 0,-1 0 1 0 0,-8 6 80 0 0,0 1 0 0 0,0 0 1 0 0,1 0-1 0 0,0 1 0 0 0,1 0 0 0 0,0 1 0 0 0,1 0 1 0 0,0 0-1 0 0,0 0 0 0 0,1 1 0 0 0,-6 15 0 0 0,10-22-42 0 0,1 1-15 0 0,-3 18-11 0 0,4-17-6 0 0,1-1 1 0 0,2 1-67 0 0,0 1 1 0 0,0-1-1 0 0,0 0 0 0 0,1 0 1 0 0,0 0-1 0 0,0-1 0 0 0,1 0 1 0 0,5 6-1 0 0,-7-9-36 0 0,1 0 1 0 0,3 0 83 0 0,0-1 1 0 0,0 0 0 0 0,0 0 0 0 0,1-1-1 0 0,-1 0 1 0 0,0 0 0 0 0,0 0 0 0 0,13-4 0 0 0,-15 3 114 0 0,-3 0-71 0 0,1 0 0 0 0,0 0 0 0 0,-1 0 0 0 0,0 0 0 0 0,1-1 0 0 0,-1 1 0 0 0,0-1 1 0 0,1 0-1 0 0,-1 0 0 0 0,0 0 0 0 0,0 0 0 0 0,-1 0 0 0 0,1 0 0 0 0,0 0 0 0 0,-1-1 0 0 0,3-2 1 0 0,0-2 102 0 0,0 1 0 0 0,0-1 1 0 0,0 0-1 0 0,4-14 0 0 0,4-53 405 0 0,-11 69-511 0 0,-2-1-69 0 0,0-18 83 0 0,1 18 6 0 0,-1 2-1 0 0,-5-15-13 0 0,4 15-7 0 0,2 4-43 0 0,0 0 0 0 0,-1 0-1 0 0,1 0 1 0 0,0 0-1 0 0,-1 0 1 0 0,1 0 0 0 0,0 0-1 0 0,0-1 1 0 0,-1 1-1 0 0,1 0 1 0 0,0 0 0 0 0,-1 0-1 0 0,1 0 1 0 0,0 0-1 0 0,0 0 1 0 0,-1-1 0 0 0,1 1-1 0 0,0 0 1 0 0,0 0-1 0 0,-1 0 1 0 0,1-1 0 0 0,0 1-1 0 0,0 0 1 0 0,0 0-1 0 0,0 0 1 0 0,-1-1 0 0 0,1 1-1 0 0,0 0 1 0 0,0-1-1 0 0,0 1 1 0 0,0 0 0 0 0,0-1-1 0 0,-1 0-5 0 0,1 1 0 0 0,0-1-1 0 0,0 1 1 0 0,-1-1 0 0 0,1 1-1 0 0,0-1 1 0 0,-1 1 0 0 0,1-1-1 0 0,-1 1 1 0 0,1-1 0 0 0,-1 1-1 0 0,1-1 1 0 0,-1 1 0 0 0,1 0-1 0 0,-1-1 1 0 0,1 1 0 0 0,-1 0 0 0 0,1-1-1 0 0,-1 1 1 0 0,1 0 0 0 0,-1 0-1 0 0,0 0 1 0 0,1 0 0 0 0,-1-1-1 0 0,1 1 1 0 0,-1 0 0 0 0,0 0-1 0 0,1 0 1 0 0,-2 0 0 0 0,-20-2-26 0 0,17 2 19 0 0,0 2-72 0 0,-15 5-56 0 0,15-5-57 0 0,1 1-107 0 0,-11 10-197 0 0,11-9 111 0 0,2 0-52 0 0,-14 35-2010 0 0,15-35 1709 0 0,2 1-1164 0 0,2 12 124 0 0,-2-13-1271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1 111 2636 0 0,'38'-30'4093'0'0,"-35"28"-2832"0"0,1 0-937 0 0,15-6 534 0 0,-1 20-621 0 0,-15-9-147 0 0,4 16 126 0 0,-5-15-124 0 0,-1 0-17 0 0,4 13 1 0 0,-4-12 0 0 0,0-1-9 0 0,4 14 0 0 0,-4-14 8 0 0,0 0-7 0 0,2 12-12 0 0,-2-12 19 0 0,1 1-21 0 0,4 12 197 0 0,-5-16-189 0 0,-1 0 0 0 0,1 0 0 0 0,-1 0 0 0 0,1 0 1 0 0,-1 0-1 0 0,1 0 0 0 0,0 0 0 0 0,-1 0 0 0 0,1 0 0 0 0,0 0 1 0 0,0 0-1 0 0,0-1 0 0 0,-1 1 0 0 0,1 0 0 0 0,0-1 1 0 0,0 1-1 0 0,0 0 0 0 0,0-1 0 0 0,0 1 0 0 0,2 0 0 0 0,-1-2-40 0 0,-1 0 0 0 0,1 0 0 0 0,-1 0 0 0 0,1 0-1 0 0,-1 0 1 0 0,1 0 0 0 0,-1 0 0 0 0,0-1-1 0 0,0 1 1 0 0,1 0 0 0 0,0-2 0 0 0,1 0 104 0 0,-1-1-18 0 0,6-11-11 0 0,-6 11-7 0 0,0-1-25 0 0,32-97 75 0 0,-33 98-203 0 0,0-2-40 0 0,4-14-32 0 0,-4 14-54 0 0,0 2-339 0 0,4-13 201 0 0,-4 12-76 0 0,15-6-4213 0 0,-13 9 3917 0 0,22 9-5138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2480 0 0,'0'0'2113'0'0,"5"0"-1426"0"0,19-3 2029 0 0,-19 4-2139 0 0,12 4-58 0 0,-12-4 856 0 0,-2 2-1040 0 0,8 10 7 0 0,-8-10-95 0 0,-2 1-56 0 0,4 11-34 0 0,-4-11-8 0 0,2 22-68 0 0,0 1 0 0 0,11 35 0 0 0,-13-57-272 0 0,19 50-1627 0 0,-17-50 1082 0 0,13 9-2093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20 2244 0 0,'-2'-2'273'0'0,"-1"0"1"0"0,0 0-1 0 0,0 0 0 0 0,1 0 0 0 0,-1 1 0 0 0,0-1 1 0 0,-1 1-1 0 0,1 0 0 0 0,0 0 0 0 0,0 0 0 0 0,-5-1 1 0 0,3 2 575 0 0,0 1-572 0 0,-45 18 534 0 0,45-16-688 0 0,2-1 3 0 0,-28 26 194 0 0,29-26-271 0 0,0 2-69 0 0,2-3 61 0 0,-1 0-61 0 0,1-1 0 0 0,0 1 0 0 0,-1 0 0 0 0,1 0 0 0 0,0-1 0 0 0,-1 1 0 0 0,1 0-1 0 0,0 0 1 0 0,0-1 0 0 0,0 1 0 0 0,0 0 0 0 0,0 0 0 0 0,0-1 0 0 0,0 1 0 0 0,0 0 0 0 0,0 0 0 0 0,0-1 0 0 0,0 1 0 0 0,0 0 0 0 0,0 0 0 0 0,1-1 0 0 0,-1 1-1 0 0,0 0 1 0 0,1 0 0 0 0,-1-1 0 0 0,0 1 0 0 0,1 0 0 0 0,-1-1 0 0 0,1 1 0 0 0,-1-1 0 0 0,1 1 0 0 0,-1-1 0 0 0,1 1 0 0 0,0-1 0 0 0,-1 1 0 0 0,1-1 0 0 0,0 1 0 0 0,-1-1-1 0 0,1 0 1 0 0,0 1 0 0 0,-1-1 0 0 0,1 0 0 0 0,0 1 0 0 0,0-1 0 0 0,0 0 0 0 0,0 0 23 0 0,0 0-1 0 0,0 0 1 0 0,0 0-1 0 0,0 0 1 0 0,0 0 0 0 0,0 0-1 0 0,0-1 1 0 0,0 1 0 0 0,0 0-1 0 0,0-1 1 0 0,0 1 0 0 0,0 0-1 0 0,0-1 1 0 0,0 1-1 0 0,0-1 1 0 0,0 0 0 0 0,0 1-1 0 0,-1-1 1 0 0,1 0 0 0 0,0 1-1 0 0,0-1 1 0 0,0-1-1 0 0,0 1 28 0 0,0 0 0 0 0,0 0 0 0 0,1 0-1 0 0,-1 0 1 0 0,0 0 0 0 0,0 0 0 0 0,1 0 0 0 0,-1 0-1 0 0,0 1 1 0 0,1-1 0 0 0,-1 1 0 0 0,2-1-1 0 0,1-2 113 0 0,-1 1 0 0 0,0-1-1 0 0,1 0 1 0 0,-1 0 0 0 0,-1 0-1 0 0,1-1 1 0 0,0 1 0 0 0,3-7-1 0 0,-3 6 816 0 0,-4 0-880 0 0,-3-14-3 0 0,3 14 46 0 0,-1 4-132 0 0,0 1 0 0 0,0 0 0 0 0,-1 0 0 0 0,1-1 0 0 0,0 2 0 0 0,0-1 0 0 0,0 0 0 0 0,0 0 0 0 0,0 0 0 0 0,0 1 0 0 0,1-1 0 0 0,-1 1 0 0 0,0 0 0 0 0,1-1 0 0 0,-1 1 0 0 0,1 0 0 0 0,0 0 0 0 0,-2 2 1 0 0,2-2 0 0 0,-2 2-251 0 0,1 0-143 0 0,-4 13-131 0 0,4-12-138 0 0,1-1-148 0 0,0 0 409 0 0,-2 7 207 0 0,6 2-3132 0 0,4 10 146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127 413 3564 0 0,'0'0'3717'0'0,"-1"-5"-3102"0"0,-3-13-109 0 0,4 13 690 0 0,-10 1-781 0 0,9 3-394 0 0,1 1 1 0 0,-1 0-1 0 0,1-1 0 0 0,-1 1 1 0 0,1 0-1 0 0,-1-1 0 0 0,1 1 1 0 0,-1 0-1 0 0,1-1 1 0 0,-1 1-1 0 0,0 0 0 0 0,1 0 1 0 0,-1 0-1 0 0,0 0 0 0 0,1 0 1 0 0,-1 0-1 0 0,1-1 0 0 0,-1 2 1 0 0,0-1-1 0 0,1 0 0 0 0,-1 0 1 0 0,0 0-1 0 0,1 0 1 0 0,-1 0-1 0 0,1 0 0 0 0,-1 1 1 0 0,-1-1-1 0 0,-16 6 104 0 0,13-5-24 0 0,1 2 6 0 0,-4 4-36 0 0,0 0-1 0 0,1 1 0 0 0,0 0 0 0 0,-9 15 1 0 0,14-20-47 0 0,-1 2-4 0 0,-6 16 10 0 0,7-16-11 0 0,1 1-4 0 0,-2 48-46 0 0,3-48 4 0 0,2-2-26 0 0,17 34-350 0 0,-17-35 300 0 0,2-1-136 0 0,12 5 126 0 0,-12-6 8 0 0,1-2-73 0 0,0-1 181 0 0,-1 1 0 0 0,1-1 1 0 0,-1 0-1 0 0,1-1 1 0 0,-1 1-1 0 0,0-1 1 0 0,0 0-1 0 0,0 0 0 0 0,0 0 1 0 0,0 0-1 0 0,-1-1 1 0 0,1 0-1 0 0,5-7 1 0 0,18-44 131 0 0,-20 35-64 0 0,-1-1 0 0 0,-1 0 0 0 0,-1 0 0 0 0,0-1 0 0 0,-2 1 0 0 0,-1-1 1 0 0,-2-36-1 0 0,1 31 57 0 0,-1-33 696 0 0,-15-108 0 0 0,15 163-684 0 0,-3-18 77 0 0,3 19 344 0 0,-2 7-491 0 0,0 2-53 0 0,0-1 1 0 0,0 1-1 0 0,1 0 0 0 0,0 0 1 0 0,0 0-1 0 0,0 0 0 0 0,1 0 1 0 0,-1 0-1 0 0,1 0 1 0 0,0 1-1 0 0,0 9 0 0 0,3 71 151 0 0,-1-46-175 0 0,17 366-397 0 0,-5-151-2055 0 0,-7 2-4342 0 0,-6-203 2468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247 69 2984 0 0,'6'-20'1220'0'0,"-5"16"1212"0"0,-1 2-2370 0 0,1 0 0 0 0,-1 1 0 0 0,0-1 0 0 0,0 1 0 0 0,0-1 0 0 0,0 1 1 0 0,0-1-1 0 0,-1 0 0 0 0,1 1 0 0 0,0-1 0 0 0,-1 1 0 0 0,0-3 0 0 0,0 2 45 0 0,0-3 216 0 0,-2 3-55 0 0,-10-5-44 0 0,10 5-27 0 0,-2 1-32 0 0,-5 0-81 0 0,0 0 0 0 0,1 1 0 0 0,-1 0 0 0 0,0 0 0 0 0,1 1 0 0 0,-1 1 0 0 0,-12 3 1 0 0,5 0-20 0 0,1 1 0 0 0,0 1 1 0 0,0 1-1 0 0,1 0 0 0 0,-21 16 1 0 0,33-22-48 0 0,-13 18 17 0 0,16 6-60 0 0,0-21 22 0 0,3-2-30 0 0,60 38-319 0 0,-59-39 395 0 0,1 0-14 0 0,84 40 91 0 0,-86-41-127 0 0,-2 1 7 0 0,0-1 0 0 0,1 0 0 0 0,-1 0 0 0 0,0 0 0 0 0,0 0 0 0 0,0-1 0 0 0,0 1 0 0 0,1 0 0 0 0,-1 0 0 0 0,0-1 0 0 0,1 1 0 0 0,2 0 0 0 0,-2 0 1 0 0,2 1 15 0 0,-1 0-7 0 0,-1 0 0 0 0,1 0 0 0 0,-1 1 0 0 0,0-1 0 0 0,0 0 0 0 0,0 1 0 0 0,0 0 0 0 0,0-1 0 0 0,0 1 0 0 0,2 6 0 0 0,-4-9-8 0 0,2 3 128 0 0,-2 2-54 0 0,-2 15 13 0 0,2-15-22 0 0,-2-2-11 0 0,-26 34 17 0 0,25-33 51 0 0,-1-2-1 0 0,-14 9-8 0 0,14-8-12 0 0,-1-1-45 0 0,-12 4-123 0 0,13-4 111 0 0,-1-1 27 0 0,-15 2-18 0 0,15-2 0 0 0,0-2 6 0 0,-13-2-43 0 0,13 2-58 0 0,1-2-24 0 0,-1-1-56 0 0,0-1 0 0 0,0 1 0 0 0,0-1 0 0 0,1 0 0 0 0,-1-1 0 0 0,1 1 0 0 0,-5-10 0 0 0,8 11-249 0 0,0-2-92 0 0,0 0 0 0 0,1-1 0 0 0,0 0 0 0 0,0 1 0 0 0,0-1 0 0 0,1 0 0 0 0,0 1 0 0 0,0-1 0 0 0,1 1 0 0 0,0-1 0 0 0,0 1-1 0 0,0-1 1 0 0,6-9 0 0 0,10-9-2558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79 342 2916 0 0,'0'0'3401'0'0,"1"5"-2809"0"0,0 13-56 0 0,-1-13 1439 0 0,1-10-1895 0 0,4-21 22 0 0,-2-1-1 0 0,-1 1 1 0 0,-1-1-1 0 0,-1 0 0 0 0,-1 1 1 0 0,-6-31-1 0 0,-18-65 607 0 0,23 118-602 0 0,-3-15 50 0 0,3 15 221 0 0,2 5-370 0 0,0-1-1 0 0,0 0 1 0 0,0 1-1 0 0,0-1 1 0 0,0 0 0 0 0,0 0-1 0 0,0 1 1 0 0,0-1-1 0 0,0 0 1 0 0,0 1 0 0 0,-1-1-1 0 0,1 0 1 0 0,0 1-1 0 0,0-1 1 0 0,0 0-1 0 0,-1 0 1 0 0,1 0 0 0 0,0 1-1 0 0,0-1 1 0 0,-1 0-1 0 0,1 0 1 0 0,0 0 0 0 0,0 1-1 0 0,-1-1 1 0 0,1 0-1 0 0,0 0 1 0 0,-1 0-1 0 0,1 0 1 0 0,0 0 0 0 0,0 0-1 0 0,-1 1 1 0 0,1-1-1 0 0,-1 0 1 0 0,0 0-1 0 0,1 0 1 0 0,-1 0-1 0 0,1 0 1 0 0,-1 1-1 0 0,0-1 1 0 0,1 0-1 0 0,-1 0 1 0 0,1 1-1 0 0,-1-1 1 0 0,0 0-1 0 0,1 1 1 0 0,-1-1-1 0 0,1 1 1 0 0,-1-1-1 0 0,1 1 1 0 0,0-1-1 0 0,-1 1 1 0 0,1-1-1 0 0,-1 1 1 0 0,1 0-1 0 0,0-1 1 0 0,-1 1-1 0 0,1-1 1 0 0,0 1-1 0 0,0 0 0 0 0,0-1 1 0 0,-1 2-1 0 0,-5 29 212 0 0,-2 3-73 0 0,2 0 0 0 0,1 1 0 0 0,0 61 0 0 0,5-85-186 0 0,0-1-6 0 0,0 0-1 0 0,0-1 0 0 0,1 1 0 0 0,1 0 1 0 0,-1 0-1 0 0,1-1 0 0 0,1 1 1 0 0,0-1-1 0 0,0 0 0 0 0,1 1 1 0 0,6 9-1 0 0,17 11-963 0 0,-24-28 649 0 0,2-1-32 0 0,13 5-106 0 0,-13-5-68 0 0,1-2-823 0 0,17-2 478 0 0,-17 2-17 0 0,-2-2-147 0 0,11-10-753 0 0,-11 10-1301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55 2380 0 0,'0'0'4997'0'0,"4"-1"-4689"0"0,63-8 606 0 0,80-14-954 0 0,-12 2-5247 0 0,-130 21 2055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158 395 2588 0 0,'5'-7'505'0'0,"0"-1"0"0"0,-1 1 0 0 0,1-1-1 0 0,-2 0 1 0 0,1-1 0 0 0,-1 1 0 0 0,0-1-1 0 0,-1 1 1 0 0,0-1 0 0 0,0 0 0 0 0,-1 0-1 0 0,0-17 1 0 0,-1 20-123 0 0,-1 1-71 0 0,-20-38 543 0 0,19 39-738 0 0,1 3-110 0 0,1 1 0 0 0,0 0 0 0 0,0-1 0 0 0,-1 1-1 0 0,1 0 1 0 0,0-1 0 0 0,-1 1 0 0 0,1 0 0 0 0,-1-1 0 0 0,1 1 0 0 0,0 0 0 0 0,-1 0 0 0 0,1-1-1 0 0,-1 1 1 0 0,1 0 0 0 0,0 0 0 0 0,-1 0 0 0 0,1-1 0 0 0,-1 1 0 0 0,1 0 0 0 0,-1 0 0 0 0,1 0-1 0 0,-1 0 1 0 0,0 0 0 0 0,1 0 6 0 0,-1 0 0 0 0,1 0-1 0 0,-1 0 1 0 0,1 0 0 0 0,-1 0 0 0 0,1 0-1 0 0,-1 0 1 0 0,1 0 0 0 0,-1-1 0 0 0,1 1-1 0 0,-1 0 1 0 0,1 0 0 0 0,0-1-1 0 0,-1 1 1 0 0,1 0 0 0 0,-1 0 0 0 0,1-1-1 0 0,0 1 1 0 0,-1 0 0 0 0,1-1 0 0 0,0 1-1 0 0,-1-1 1 0 0,1 0 0 0 0,-6 1 35 0 0,-16-1-40 0 0,17 1-49 0 0,0 2 52 0 0,-4 3 1 0 0,1 0 0 0 0,0 1 0 0 0,0 0 0 0 0,0 1 0 0 0,1 0 0 0 0,0 0 0 0 0,0 0 0 0 0,1 1 0 0 0,0 0 1 0 0,1 0-1 0 0,-1 0 0 0 0,1 1 0 0 0,1 0 0 0 0,0 0 0 0 0,-6 18 0 0 0,9-23-22 0 0,0 1 3 0 0,-2 15 0 0 0,2-15-9 0 0,1-1-6 0 0,3 15-15 0 0,-3-15-18 0 0,1-4 10 0 0,-1 0 42 0 0,0 1 1 0 0,0-1-1 0 0,1 0 1 0 0,-1 0-1 0 0,0 0 1 0 0,0 0-1 0 0,1 0 1 0 0,-1 0-1 0 0,0 0 1 0 0,0 1-1 0 0,0-1 1 0 0,1 0-1 0 0,-1 0 1 0 0,0 0-1 0 0,0 0 1 0 0,0 1-1 0 0,0-1 1 0 0,1 0-1 0 0,-1 0 1 0 0,0 1-1 0 0,0-1 1 0 0,0 0-1 0 0,0 0 1 0 0,0 1-1 0 0,0-1 1 0 0,0 0 0 0 0,1 0-1 0 0,-1 1 1 0 0,0-1-1 0 0,0 0 1 0 0,0 0-1 0 0,0 1 1 0 0,0-1-1 0 0,0 1-6 0 0,0 0-1 0 0,0-1 1 0 0,0 1 0 0 0,0-1-1 0 0,0 1 1 0 0,0 0-1 0 0,1-1 1 0 0,-1 1 0 0 0,0-1-1 0 0,0 1 1 0 0,1 0-1 0 0,-1-1 1 0 0,0 1 0 0 0,1-1-1 0 0,-1 1 1 0 0,1-1-1 0 0,-1 0 1 0 0,1 1 0 0 0,-1-1-1 0 0,1 1 1 0 0,-1-1-1 0 0,1 0 1 0 0,-1 1 0 0 0,1-1-1 0 0,-1 0 1 0 0,1 1-1 0 0,0-1 1 0 0,0 0 0 0 0,18 4-56 0 0,-15-2 20 0 0,1-4 22 0 0,3 0 42 0 0,0-2 0 0 0,0 1 0 0 0,0-1 0 0 0,0-1 1 0 0,-1 1-1 0 0,0-1 0 0 0,0-1 0 0 0,0 1 0 0 0,7-8 1 0 0,-12 10 11 0 0,1-1-10 0 0,21-35 102 0 0,-23 36-62 0 0,1 0-2 0 0,17-30-68 0 0,-17 30 269 0 0,-1 7-226 0 0,2 12 7 0 0,-2-12-20 0 0,1 28-6 0 0,-2-26 6 0 0,1-1-10 0 0,17 38-188 0 0,-16-39 44 0 0,0-3 107 0 0,-1 0 0 0 0,1 0 0 0 0,-1 0 0 0 0,1 0 1 0 0,-1 1-1 0 0,0-1 0 0 0,1 0 0 0 0,-1 0 0 0 0,0 1 0 0 0,0-1 0 0 0,1 3 0 0 0,-2-4 20 0 0,4 3-179 0 0,-4-3 172 0 0,1 0 0 0 0,-1 0 0 0 0,1-1 0 0 0,-1 1 0 0 0,1 0 0 0 0,-1 0 1 0 0,1 0-1 0 0,-1 0 0 0 0,0 0 0 0 0,1 0 0 0 0,-1 0 0 0 0,1 0 0 0 0,-1 0 0 0 0,1 1 0 0 0,-1-1 0 0 0,1 0 0 0 0,-1 0 0 0 0,0 0 0 0 0,1 0 0 0 0,-1 1 0 0 0,1-1 0 0 0,-1 0 0 0 0,0 0 0 0 0,1 1 0 0 0,-1-1 0 0 0,1 1 0 0 0,0-1-8 0 0,-1 1-1 0 0,1-1 1 0 0,0 1 0 0 0,0-1 0 0 0,0 1-1 0 0,0-1 1 0 0,0 1 0 0 0,-1-1 0 0 0,1 0-1 0 0,0 1 1 0 0,0-1 0 0 0,0 0-1 0 0,0 0 1 0 0,0 0 0 0 0,0 0 0 0 0,0 0-1 0 0,0 0 1 0 0,0 0 0 0 0,1 0 0 0 0,3 1-19 0 0,-4-1 26 0 0,1 0 0 0 0,-1 0 1 0 0,1 1-1 0 0,0-1 0 0 0,-1 0 1 0 0,1 0-1 0 0,-1-1 1 0 0,1 1-1 0 0,-1 0 0 0 0,1 0 1 0 0,-1-1-1 0 0,0 1 1 0 0,1-1-1 0 0,-1 1 0 0 0,1-1 1 0 0,1-1-1 0 0,34-16-33 0 0,-31 13 52 0 0,-1 0-2 0 0,1-1 19 0 0,0 1 1 0 0,0 0 0 0 0,0-1 0 0 0,-1 0 0 0 0,1-1-1 0 0,-2 1 1 0 0,1-1 0 0 0,-1 0 0 0 0,7-14 0 0 0,-4 2 29 0 0,0 0 0 0 0,5-29 1 0 0,-9 35-48 0 0,1-2 64 0 0,-1-5-15 0 0,-3-3 70 0 0,1-5 158 0 0,-2 0 0 0 0,-7-53 0 0 0,4 58 284 0 0,0 26-500 0 0,2-1-57 0 0,-1 0 0 0 0,1 0-1 0 0,0 0 1 0 0,0 0 0 0 0,0 0 0 0 0,1 0 0 0 0,-1 1-1 0 0,0-1 1 0 0,1 1 0 0 0,-1 0 0 0 0,1-1-1 0 0,0 1 1 0 0,0 0 0 0 0,0 0 0 0 0,1-1 0 0 0,-1 1-1 0 0,0 6 1 0 0,-9 55 65 0 0,5-11-13 0 0,4-42-146 0 0,1 1-1 0 0,0-1 0 0 0,1 1 0 0 0,0-1 0 0 0,1 1 1 0 0,0-1-1 0 0,1 0 0 0 0,0 1 0 0 0,1-1 1 0 0,0-1-1 0 0,6 12 0 0 0,-7-18-72 0 0,-1-1 0 0 0,0 0 1 0 0,1 0-1 0 0,0-1 0 0 0,0 1 0 0 0,-1 0 1 0 0,1-1-1 0 0,1 0 0 0 0,4 3 0 0 0,-3-2-139 0 0,-2 0-326 0 0,3-2-172 0 0,17 4-151 0 0,-17-3-72 0 0,-1-3-12 0 0,16-2-634 0 0,-16 2-1206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66 2324 0 0,'0'0'2714'0'0,"4"-1"-2021"0"0,141-37 2367 0 0,-93 26-3323 0 0,15 2-1526 0 0,-62 9 968 0 0,22-2-2007 0 0,-21 3-222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 1840 0 0,'0'0'8632'0'0,"-3"2"-8458"0"0,-9 8 3 0 0,10-7 129 0 0,0 1-198 0 0,-5 76 420 0 0,7-74-486 0 0,1-1-21 0 0,13 37 9 0 0,-12-39-53 0 0,2-1-83 0 0,11 6 15 0 0,-11-6 33 0 0,1-3-50 0 0,13-1 6 0 0,-13 2 87 0 0,-1-2 28 0 0,2 0 0 0 0,-1 0 1 0 0,0-1-1 0 0,0 0 1 0 0,0 1 0 0 0,0-2-1 0 0,0 1 1 0 0,0-1-1 0 0,-1 1 1 0 0,0-1-1 0 0,6-7 1 0 0,28-53 349 0 0,-36 59-232 0 0,8-16 935 0 0,-2 2-776 0 0,-7 15 532 0 0,-2 8-812 0 0,-4 13 21 0 0,4-13-6 0 0,0 0 3 0 0,-1 14 2 0 0,2-14-10 0 0,0 1 5 0 0,-1 3-84 0 0,1 0 1 0 0,1 0-1 0 0,-1 0 0 0 0,1-1 1 0 0,1 1-1 0 0,-1 0 1 0 0,1-1-1 0 0,1 1 0 0 0,-1-1 1 0 0,1 1-1 0 0,1-1 0 0 0,-1 0 1 0 0,8 10-1 0 0,-7-14-180 0 0,-1 0-1 0 0,1 0 0 0 0,0 0 0 0 0,0-1 1 0 0,1 1-1 0 0,-1-1 0 0 0,0 0 1 0 0,1-1-1 0 0,-1 1 0 0 0,1-1 1 0 0,-1 0-1 0 0,1 0 0 0 0,7 1 1 0 0,-7-2-729 0 0,2 0-27 0 0,-2 0 782 0 0,2 0-307 0 0,-1 0 0 0 0,1 0 0 0 0,-1-1 0 0 0,0 0 0 0 0,0 0-1 0 0,1-1 1 0 0,-1 1 0 0 0,8-5 0 0 0,9-4-2765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43 2228 0 0,'0'0'2138'0'0,"-1"-5"-1360"0"0,0 0-494 0 0,-2-15 1947 0 0,3 20-2212 0 0,0-1 0 0 0,-1 1 0 0 0,1-1 0 0 0,0 1 0 0 0,-1 0 0 0 0,1-1 0 0 0,0 1 0 0 0,-1 0 0 0 0,1-1 0 0 0,-1 1 0 0 0,1 0 0 0 0,0-1 0 0 0,-1 1 0 0 0,1 0 0 0 0,-1 0-1 0 0,1-1 1 0 0,-1 1 0 0 0,1 0 0 0 0,-1 0 0 0 0,1 0 0 0 0,-1 0 0 0 0,1 0 0 0 0,-2 0 0 0 0,2 0 18 0 0,-1 0 1 0 0,1 0-1 0 0,0 0 0 0 0,-1 0 1 0 0,1-1-1 0 0,-1 1 0 0 0,1 0 1 0 0,-1 0-1 0 0,1 0 0 0 0,-1 0 1 0 0,1 0-1 0 0,0-1 0 0 0,-1 1 1 0 0,1 0-1 0 0,0 0 0 0 0,-1-1 1 0 0,1 1-1 0 0,0 0 0 0 0,-1-1 1 0 0,1 1-1 0 0,0 0 0 0 0,-1-1 1 0 0,1 1-1 0 0,0 0 0 0 0,0-1 1 0 0,-1 0-1 0 0,-3 3 187 0 0,-31 24 405 0 0,32-23-512 0 0,1 2-9 0 0,-6 12-11 0 0,6-13 42 0 0,2 2-101 0 0,0 0-25 0 0,1-1 1 0 0,0 1-1 0 0,0 0 1 0 0,0-1 0 0 0,1 1-1 0 0,0-1 1 0 0,0 0-1 0 0,0 1 1 0 0,1-1 0 0 0,0 0-1 0 0,0 0 1 0 0,0-1-1 0 0,0 1 1 0 0,5 5 0 0 0,17 14 22 0 0,0 0 1 0 0,38 26-1 0 0,-59-48-35 0 0,-1 1 0 0 0,0 1 0 0 0,1-1-1 0 0,-1 0 1 0 0,-1 1 0 0 0,1 0 0 0 0,-1-1 0 0 0,4 7 0 0 0,-5-7-8 0 0,2 1-47 0 0,-5 1-66 0 0,1-1 39 0 0,-1-1 0 0 0,1 1-1 0 0,-1-1 1 0 0,0 1 0 0 0,0-1-1 0 0,0 0 1 0 0,0 0 0 0 0,-1 0 0 0 0,1 0-1 0 0,-1 0 1 0 0,0-1 0 0 0,0 1-1 0 0,0-1 1 0 0,0 0 0 0 0,0 1-1 0 0,0-1 1 0 0,-1-1 0 0 0,1 1-1 0 0,-1 0 1 0 0,-6 1 0 0 0,-55 17-1627 0 0,35-13 322 0 0,7-6-1129 0 0,-8 1-743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37 2440 0 0,'-2'-3'1061'0'0,"-20"-27"1225"0"0,20 27-1226 0 0,-4 3-515 0 0,-16-1-68 0 0,12 4-27 0 0,-4 9-258 0 0,0 1 0 0 0,1 0 0 0 0,1 1-1 0 0,0 0 1 0 0,1 1 0 0 0,1 0 0 0 0,0 1 0 0 0,1 0 0 0 0,0 0 0 0 0,2 1 0 0 0,0 0 0 0 0,1 0 0 0 0,0 1 0 0 0,2 0 0 0 0,0 0 0 0 0,-2 31-1 0 0,3-20-135 0 0,2 0-1 0 0,1 0 0 0 0,2 0 0 0 0,0 0 0 0 0,2 0 1 0 0,2 0-1 0 0,0-1 0 0 0,2 0 0 0 0,1 0 0 0 0,14 30 0 0 0,-19-49-264 0 0,0 0 0 0 0,1 0 0 0 0,0 0 0 0 0,0-1-1 0 0,1 0 1 0 0,0 0 0 0 0,1 0 0 0 0,0-1-1 0 0,0 0 1 0 0,11 9 0 0 0,30 7-3277 0 0,-43-21 1131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26 2484 0 0,'0'0'2428'0'0,"0"-4"-1523"0"0,-3-13-180 0 0,3 12 2694 0 0,-1 7-3384 0 0,1-1-1 0 0,-1 1 1 0 0,1-1 0 0 0,-1 0-1 0 0,1 1 1 0 0,-1-1-1 0 0,0 0 1 0 0,0 1 0 0 0,0-1-1 0 0,0 0 1 0 0,0 0 0 0 0,-2 2-1 0 0,2-1 29 0 0,-2 2 143 0 0,3 2-23 0 0,0-1-156 0 0,0 12 200 0 0,0-1 0 0 0,1 0-1 0 0,7 31 1 0 0,-6-37-206 0 0,1-1 1 0 0,0 0-1 0 0,0 0 0 0 0,1 0 1 0 0,1-1-1 0 0,-1 1 0 0 0,1-1 1 0 0,1 0-1 0 0,0 0 0 0 0,0-1 1 0 0,0 0-1 0 0,14 13 0 0 0,-1-10-29 0 0,-14-9 0 0 0,-1 0 8 0 0,2 0 40 0 0,16 4-45 0 0,-17-4-12 0 0,2-2 7 0 0,-1 0 4 0 0,1 0-1 0 0,0-1 1 0 0,0 0-1 0 0,0 0 0 0 0,-1 0 1 0 0,1-1-1 0 0,-1 0 1 0 0,0 0-1 0 0,0-1 0 0 0,0 0 1 0 0,8-6-1 0 0,-8 4 19 0 0,0-1 1 0 0,-1 0-1 0 0,0 0 0 0 0,0 0 1 0 0,0 0-1 0 0,-1-1 0 0 0,0 0 1 0 0,0 1-1 0 0,4-16 0 0 0,-3 6 281 0 0,0 1 0 0 0,-1-1 0 0 0,2-34 0 0 0,-6 46 148 0 0,2-18-275 0 0,-2 18 202 0 0,-6 33-262 0 0,5-23-69 0 0,1 2-8 0 0,3 38 9 0 0,17 111 15 0 0,0-12-86 0 0,2 149 0 0 0,-23-286 22 0 0,1-1 1 0 0,-1 0-1 0 0,0 0 1 0 0,0 0-1 0 0,-3 10 1 0 0,2-12 6 0 0,1 0 4 0 0,0-3 0 0 0,-1 0 0 0 0,1 0 1 0 0,-1 0-1 0 0,1 0 0 0 0,-1 0 0 0 0,1 1 1 0 0,0-1-1 0 0,0 0 0 0 0,0 0 1 0 0,-2 3-1 0 0,0-1 26 0 0,-2-2 5 0 0,0-1 5 0 0,1 0 0 0 0,-1 0-1 0 0,0 0 1 0 0,0-1 0 0 0,1 1 0 0 0,-1-1-1 0 0,0 0 1 0 0,1-1 0 0 0,-1 1 0 0 0,1-1-1 0 0,-1 0 1 0 0,1 0 0 0 0,-5-3-1 0 0,2 0-4 0 0,1 0-1 0 0,-1 0 0 0 0,1 0 0 0 0,0-1 0 0 0,0 0 0 0 0,1 0 0 0 0,0 0 0 0 0,0-1 1 0 0,-6-10-1 0 0,7 11-85 0 0,0 0-1 0 0,1-1 1 0 0,0 0 0 0 0,0 0 0 0 0,0 0 0 0 0,1 0 0 0 0,0 0-1 0 0,0-1 1 0 0,1 1 0 0 0,0 0 0 0 0,0-1 0 0 0,0 1-1 0 0,1-1 1 0 0,1 1 0 0 0,-1-1 0 0 0,1 1 0 0 0,0-1 0 0 0,1 1-1 0 0,2-8 1 0 0,-2 9-115 0 0,1 0-1 0 0,0 0 1 0 0,0 1-1 0 0,0-1 1 0 0,1 1 0 0 0,0-1-1 0 0,0 1 1 0 0,9-8-1 0 0,40-32-1337 0 0,-37 33 863 0 0,84-66-5551 0 0,-78 60 1974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0 3088 0 0,'0'0'6490'0'0,"3"4"-5982"0"0,23 28 105 0 0,0 1 0 0 0,-2 1-1 0 0,-2 1 1 0 0,-1 1 0 0 0,22 54 0 0 0,-38-77-587 0 0,-1 1 1 0 0,0-1-1 0 0,-1 1 1 0 0,-1 0-1 0 0,0-1 1 0 0,0 1-1 0 0,-2 0 1 0 0,0 0 0 0 0,0 0-1 0 0,-4 23 1 0 0,0-19-170 0 0,-1 0 0 0 0,0 0 0 0 0,-2 0 0 0 0,0-1 0 0 0,-1 0 0 0 0,0 0 0 0 0,-13 18 0 0 0,-4-2-1053 0 0,0 0 0 0 0,-2-2 1 0 0,-2-1-1 0 0,-1-2 0 0 0,-1 0 0 0 0,-54 36 0 0 0,28-26-3304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26 2908 0 0,'0'0'5400'0'0,"-1"-4"-4478"0"0,-1-13-105 0 0,2 12 2985 0 0,0 10-3383 0 0,26 216 1905 0 0,-23-146-1697 0 0,-1-16-3510 0 0,1-16-6649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0 151 2116 0 0,'13'-57'3679'0'0,"-12"52"-2985"0"0,0 1-480 0 0,1 0 0 0 0,-1-1 0 0 0,0 1 0 0 0,1 0 0 0 0,0 0-1 0 0,0 1 1 0 0,0-1 0 0 0,1 0 0 0 0,-1 1 0 0 0,4-5 0 0 0,-5 7-258 0 0,2-2 140 0 0,-1 0 0 0 0,1 0 0 0 0,0 1 0 0 0,-1 0 0 0 0,1-1 0 0 0,0 1 0 0 0,1 0 0 0 0,5-3 0 0 0,-2 1 36 0 0,-4 3 62 0 0,2-1-28 0 0,3-1-82 0 0,0 1 0 0 0,1 1 0 0 0,-1 0 0 0 0,11-1 0 0 0,-13 3-32 0 0,-1 1-2 0 0,1 1-35 0 0,0 1 1 0 0,1 0-1 0 0,-1 0 1 0 0,9 10-1 0 0,-12-11 14 0 0,-1 2-15 0 0,8 47 175 0 0,-9-47-58 0 0,-2 2-5 0 0,-3 18 2 0 0,3-19-9 0 0,-1-1-14 0 0,-6 14-81 0 0,6-14 71 0 0,0 0 11 0 0,-6 14-1 0 0,6-15-15 0 0,0-1-4 0 0,-18 30 311 0 0,18-30 879 0 0,8-3-1342 0 0,87 3 196 0 0,-88-2-134 0 0,1 1-28 0 0,3 2 11 0 0,1 1 0 0 0,-1 0 0 0 0,-1 0 0 0 0,1 1 0 0 0,-1 1 0 0 0,0-1 0 0 0,10 11 0 0 0,-15-14 26 0 0,-1 2 10 0 0,9 13-17 0 0,-3 4-12 0 0,-6-17 14 0 0,-1-1 4 0 0,-2 1-1 0 0,-1 12-6 0 0,1-13 1 0 0,0-1 1 0 0,0 1-1 0 0,-1-1 1 0 0,1 1-1 0 0,-1-1 1 0 0,0 0-1 0 0,0 1 1 0 0,0-1-1 0 0,-1 0 1 0 0,1-1-1 0 0,-1 1 1 0 0,1 0-1 0 0,-5 2 1 0 0,6-3-2 0 0,-9 6-31 0 0,0-1-1 0 0,0 0 1 0 0,-1-1 0 0 0,0 0 0 0 0,0-1 0 0 0,0 0 0 0 0,-22 6 0 0 0,24-8-50 0 0,0 0 1 0 0,-1-1-1 0 0,1-1 0 0 0,-1 1 1 0 0,1-2-1 0 0,-1 1 1 0 0,1-1-1 0 0,-1-1 0 0 0,-13-1 1 0 0,15-1-195 0 0,1 0 1 0 0,-1 0 0 0 0,1 0-1 0 0,0-1 1 0 0,1 0-1 0 0,-1 0 1 0 0,1-1-1 0 0,-1 0 1 0 0,1 0 0 0 0,-6-7-1 0 0,10 8-302 0 0,0-1-114 0 0,-7-14-282 0 0,7 14-18 0 0,2-1-106 0 0,0-17-771 0 0,0 18-1330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 3260 0 0,'0'0'3430'0'0,"2"-3"-2574"0"0,-2 3-780 0 0,0 0-1 0 0,0 0 1 0 0,0 1 0 0 0,0-1-1 0 0,0 0 1 0 0,0 0 0 0 0,0 0-1 0 0,0 1 1 0 0,1-1 0 0 0,-1 0-1 0 0,0 0 1 0 0,0 0 0 0 0,0 1-1 0 0,0-1 1 0 0,0 0 0 0 0,1 0-1 0 0,-1 0 1 0 0,0 0 0 0 0,0 1-1 0 0,0-1 1 0 0,0 0-1 0 0,1 0 1 0 0,-1 0 0 0 0,0 0-1 0 0,0 0 1 0 0,0 0 0 0 0,1 0-1 0 0,-1 1 1 0 0,0-1 0 0 0,0 0-1 0 0,1 0 1 0 0,-1 0 0 0 0,0 0-1 0 0,0 0 1 0 0,0 0 0 0 0,1 0-1 0 0,-1 0 1 0 0,0 0 0 0 0,0 0-1 0 0,1 0 1 0 0,-1-1 0 0 0,0 1-1 0 0,0 0 1 0 0,0 0 0 0 0,1 0-1 0 0,-1 0 1 0 0,0 0 0 0 0,0 0-1 0 0,0 0 1 0 0,1-1 0 0 0,-1 1-1 0 0,0 0 1 0 0,0 0 0 0 0,0 0-1 0 0,0 0 1 0 0,1-1 0 0 0,-1 1-1 0 0,0 0 1 0 0,0 0-1 0 0,0 0 1 0 0,0-1 0 0 0,0 1-1 0 0,0 0 1 0 0,0 0 0 0 0,1-1-1 0 0,2 36 1112 0 0,-5 45-1060 0 0,2-31 49 0 0,-1-35-157 0 0,2 74 7 0 0,2-29-1655 0 0,-3-54 1080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76 2928 0 0,'0'0'2703'0'0,"-3"-1"-2093"0"0,-11-6-72 0 0,10 5 1456 0 0,10 1-1691 0 0,52-8 408 0 0,69-7-217 0 0,33-5-326 0 0,-59 4-3964 0 0,-95 16 1354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14 128 2532 0 0,'0'0'3308'0'0,"-2"-3"-2522"0"0,-10-12 2984 0 0,12 10-3542 0 0,2-17-26 0 0,-2 16 212 0 0,2 5-397 0 0,-1 0 1 0 0,1 0-1 0 0,-1 0 1 0 0,1 0-1 0 0,-1-1 1 0 0,0 1-1 0 0,0-1 1 0 0,1 1-1 0 0,-1-1 1 0 0,1-1-1 0 0,1 0 134 0 0,2 1-140 0 0,15-3-151 0 0,-15 3 246 0 0,0 3-32 0 0,17 1-8 0 0,-16-1-12 0 0,-2 0-10 0 0,37 23-4 0 0,-37-21-8 0 0,-2 1-10 0 0,1 2-14 0 0,0 0-1 0 0,-1 0 1 0 0,0 0-1 0 0,0 1 1 0 0,0-1-1 0 0,-1 1 0 0 0,0-1 1 0 0,0 1-1 0 0,-1 0 1 0 0,1-1-1 0 0,-1 1 1 0 0,-1-1-1 0 0,0 1 1 0 0,0 0-1 0 0,0-1 0 0 0,0 1 1 0 0,-1-1-1 0 0,-5 11 1 0 0,6-14-11 0 0,-1 2-2 0 0,-6 15 5 0 0,6-15-10 0 0,-7 12-25 0 0,7-13 29 0 0,-6 15 19 0 0,6-15-16 0 0,4-5-336 0 0,1 0 315 0 0,-1 1 0 0 0,0-1 1 0 0,1 0-1 0 0,-1-1 0 0 0,0 1 0 0 0,0 0 1 0 0,0-1-1 0 0,0 1 0 0 0,0-1 0 0 0,0 0 0 0 0,0 0 1 0 0,0 1-1 0 0,1-3 0 0 0,26-34-286 0 0,22-40 27 0 0,0-24 85 0 0,-49 98 174 0 0,-2 3 21 0 0,0-1 1 0 0,1 1 0 0 0,-1-1 0 0 0,1 1 0 0 0,-1 0-1 0 0,1-1 1 0 0,-1 1 0 0 0,1 0 0 0 0,0-1 0 0 0,0 1-1 0 0,0 0 1 0 0,1-2 0 0 0,0 0-1 0 0,1-1 52 0 0,-2 0-26 0 0,6-13 1 0 0,-5 13 22 0 0,-3 10-91 0 0,-2 44 150 0 0,4-45-91 0 0,0 0-6 0 0,0 4-9 0 0,-1-3 4 0 0,1 0 0 0 0,1 0 0 0 0,-1 0 0 0 0,1 0 0 0 0,0 0 0 0 0,1 0 0 0 0,-1 0 0 0 0,5 7 0 0 0,8 12-5 0 0,-12-20-7 0 0,-3-5 8 0 0,1 0-1 0 0,-1 0 1 0 0,1 0-1 0 0,-1 0 1 0 0,0 0-1 0 0,1 0 1 0 0,-1 0-1 0 0,1 1 1 0 0,-1-1 0 0 0,0 0-1 0 0,1 0 1 0 0,-1 1-1 0 0,1-1 1 0 0,-1 0-1 0 0,0 0 1 0 0,1 1-1 0 0,-1-1 1 0 0,0 0 0 0 0,0 1-1 0 0,1-1 1 0 0,-1 0-1 0 0,0 1 1 0 0,0-1-1 0 0,1 1 1 0 0,-1-1-1 0 0,0 1 1 0 0,1 0-8 0 0,-1 0-1 0 0,1 0 1 0 0,-1 0 0 0 0,1 0-1 0 0,0 0 1 0 0,0 0 0 0 0,-1 0-1 0 0,1 0 1 0 0,0 0 0 0 0,0 0 0 0 0,0-1-1 0 0,0 1 1 0 0,0 0 0 0 0,1 0-1 0 0,4 0-48 0 0,0 1 0 0 0,-1-1 0 0 0,1 0 0 0 0,0-1 0 0 0,0 0 0 0 0,0 0 0 0 0,-1 0 0 0 0,1 0 0 0 0,0-1 0 0 0,7-2 0 0 0,-8 2-30 0 0,-2-1 24 0 0,12-7-8 0 0,-11 7 12 0 0,3-7 8 0 0,6-2-29 0 0,-5-1 55 0 0,-6 9-11 0 0,7-13-27 0 0,-8 15 57 0 0,1-3-2 0 0,0 0 9 0 0,3-12 62 0 0,-3 12 17 0 0,-2-1-34 0 0,3-12 11 0 0,-3 12 1142 0 0,0 11-1046 0 0,-1 16 6 0 0,1-17-12 0 0,-1 2-6 0 0,-12 148 802 0 0,13-150-896 0 0,0 2-10 0 0,0 19-6 0 0,0-20-5 0 0,0 0-20 0 0,1 17 6 0 0,-1-17-22 0 0,1-1-326 0 0,-1 1 56 0 0,1 4 171 0 0,2 4-6810 0 0,1 6 2160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13 2300 0 0,'-5'-2'519'0'0,"0"0"0"0"0,0 0 0 0 0,0 0 0 0 0,0 1 0 0 0,-1 0 0 0 0,1 0 0 0 0,0 0 0 0 0,-9 0 0 0 0,10 2-383 0 0,1 0 1 0 0,0 0 0 0 0,-1 0-1 0 0,1 1 1 0 0,0-1 0 0 0,0 1-1 0 0,-1 0 1 0 0,2 0 0 0 0,-1 0 0 0 0,0 0-1 0 0,0 0 1 0 0,0 1 0 0 0,1-1-1 0 0,0 1 1 0 0,-1 0 0 0 0,-2 4-1 0 0,2-3-90 0 0,-7 7 180 0 0,1 1 0 0 0,1 0 0 0 0,0 1 0 0 0,1-1 0 0 0,0 1 0 0 0,1 1 0 0 0,0-1 0 0 0,1 1 1 0 0,1 0-1 0 0,-6 28 0 0 0,7-21-72 0 0,1 0-1 0 0,0 0 1 0 0,2 0 0 0 0,0 0 0 0 0,1 0-1 0 0,8 38 1 0 0,-5-40-101 0 0,2-1 1 0 0,0 0-1 0 0,0 0 0 0 0,2-1 0 0 0,0 0 0 0 0,1 0 0 0 0,1-1 0 0 0,0 0 1 0 0,25 27-1 0 0,-25-31-198 0 0,1-1 1 0 0,1 0-1 0 0,0-1 1 0 0,1-1-1 0 0,0 1 1 0 0,0-2-1 0 0,1 0 1 0 0,0-1 0 0 0,0 0-1 0 0,1-1 1 0 0,28 8-1 0 0,-26-10-687 0 0,10-2-53 0 0,-12-3-214 0 0,-6 2 599 0 0,5-1-109 0 0,7-3-2533 0 0,17-4-1452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2744 0 0,'19'12'892'0'0,"0"0"0"0"0,-1 1 0 0 0,0 0 0 0 0,-1 2 0 0 0,0 0 0 0 0,24 30 0 0 0,-12-10-409 0 0,-1 2 0 0 0,29 53-1 0 0,-47-73-511 0 0,-2 0 0 0 0,0 1-1 0 0,0 0 1 0 0,-2 0 0 0 0,0 1 0 0 0,-1 0-1 0 0,-1 0 1 0 0,2 25 0 0 0,-5-28-557 0 0,-1 0 0 0 0,-1 0 1 0 0,0 0-1 0 0,-1 0 0 0 0,-1 0 1 0 0,0 0-1 0 0,-1-1 0 0 0,-1 1 1 0 0,0-1-1 0 0,-10 20 0 0 0,-3-2-3104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192 156 1896 0 0,'3'-4'1096'0'0,"9"-14"-171"0"0,-9 14-174 0 0,-1-1-151 0 0,5-16 140 0 0,-6 16-43 0 0,1 0-73 0 0,2-16-37 0 0,-3 16 441 0 0,-1-1-579 0 0,-1-17-57 0 0,1 17 291 0 0,-3 3-463 0 0,-6-13-18 0 0,7 13 141 0 0,-2 1-217 0 0,-13-5 30 0 0,13 6 33 0 0,0 2-103 0 0,-14 3-23 0 0,14-3-4 0 0,-1 1-67 0 0,-3 2 41 0 0,0-1 1 0 0,0 2 0 0 0,0-1-1 0 0,1 1 1 0 0,0 0-1 0 0,0 1 1 0 0,0-1 0 0 0,0 1-1 0 0,1 1 1 0 0,0-1-1 0 0,0 1 1 0 0,1 0 0 0 0,0 1-1 0 0,0-1 1 0 0,0 1 0 0 0,-3 9-1 0 0,-20 42 88 0 0,26-52-114 0 0,-1 0 0 0 0,1 1 0 0 0,0-1 0 0 0,1 1 0 0 0,-1 8 0 0 0,0-3-15 0 0,1-8 18 0 0,2 2 9 0 0,5 32 33 0 0,10 4-84 0 0,-4-29-51 0 0,-8-10 57 0 0,12 8-137 0 0,-13-10 124 0 0,1 0-96 0 0,1 0 8 0 0,1-1 82 0 0,1 1-1 0 0,-1-1 1 0 0,1 0 0 0 0,-1-1 0 0 0,1 1-1 0 0,-1-1 1 0 0,1-1 0 0 0,0 1 0 0 0,-1-1-1 0 0,1 0 1 0 0,-1-1 0 0 0,11-3 0 0 0,-8 3 73 0 0,-1-2 1 0 0,0 1 0 0 0,0-1 0 0 0,-1 0-1 0 0,1 0 1 0 0,-1-1 0 0 0,0 0 0 0 0,0 0-1 0 0,0-1 1 0 0,-1 0 0 0 0,0 0 0 0 0,0-1-1 0 0,0 1 1 0 0,-1-1 0 0 0,0-1 0 0 0,0 1-1 0 0,-1-1 1 0 0,4-8 0 0 0,-3 1 27 0 0,0-1 1 0 0,-1 0 0 0 0,0 1-1 0 0,-2-1 1 0 0,2-26 0 0 0,-4 37 37 0 0,-4-24 80 0 0,3 23-118 0 0,-2 2-15 0 0,-6-11-17 0 0,7 11 10 0 0,-2 2-7 0 0,0 0-28 0 0,1 1 1 0 0,-1-1-1 0 0,0 1 1 0 0,-1 0-1 0 0,1 0 1 0 0,0 1-1 0 0,0-1 1 0 0,0 1-1 0 0,-6 0 1 0 0,4 0 31 0 0,1 2-24 0 0,-2 2-63 0 0,-1 1 0 0 0,1 0 0 0 0,0 0-1 0 0,0 0 1 0 0,1 1 0 0 0,0 0 0 0 0,-11 13 0 0 0,11-9-342 0 0,1 1 0 0 0,0 0 0 0 0,0 1 0 0 0,-3 12 0 0 0,7-20-386 0 0,3 2-226 0 0,2 15-190 0 0,-3-15-121 0 0,2-2-934 0 0,12 15-1583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7 3536 0 0,'0'0'3035'0'0,"1"-4"-2367"0"0,3 1 1555 0 0,-5 14-925 0 0,-8 33-438 0 0,-3 14-361 0 0,-7 130 377 0 0,18-183-789 0 0,1 60 1150 0 0,1-63-1209 0 0,0-1 0 0 0,0 1 0 0 0,1-1 0 0 0,-1 0 1 0 0,1 0-1 0 0,-1 0 0 0 0,0 0 0 0 0,1 0 0 0 0,0 0 0 0 0,1 1 1 0 0,1 1 89 0 0,3-3-19 0 0,1 1-77 0 0,26-1-9 0 0,36-10-1289 0 0,73-21 1 0 0,1-9-6044 0 0,-114 30 2348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45 2124 0 0,'0'0'1327'0'0,"-5"0"-172"0"0,-20-3 6253 0 0,31 3-7346 0 0,-1-1-52 0 0,1 1 3 0 0,0 0 0 0 0,0 0 0 0 0,0 0 0 0 0,0 0 0 0 0,0 1 0 0 0,0 0 1 0 0,0 0-1 0 0,0 1 0 0 0,0 0 0 0 0,-1 0 0 0 0,1 0 0 0 0,-1 1 0 0 0,1-1 0 0 0,-1 1 0 0 0,0 1 0 0 0,0-1 1 0 0,0 1-1 0 0,-1 0 0 0 0,6 5 0 0 0,-8-7-13 0 0,1 1 0 0 0,-1 0 0 0 0,0 0 0 0 0,0 0 0 0 0,0 0 0 0 0,-1 0 0 0 0,1 1 0 0 0,-1-1 1 0 0,1 0-1 0 0,-1 1 0 0 0,0-1 0 0 0,0 1 0 0 0,-1-1 0 0 0,1 1 0 0 0,-1 0 0 0 0,0 3 0 0 0,-2 7 22 0 0,-2 0 0 0 0,1-1 0 0 0,-2 1 0 0 0,0-1 0 0 0,0 0 0 0 0,-1 0-1 0 0,-8 11 1 0 0,12-20-10 0 0,-1 0-13 0 0,1-1 10 0 0,-6 9 7 0 0,6-9-10 0 0,6-5-425 0 0,6-6 219 0 0,0-1-1 0 0,-1 0 1 0 0,0 0 0 0 0,-1-1-1 0 0,0 0 1 0 0,0 0 0 0 0,8-17-1 0 0,46-96-659 0 0,-50 97 892 0 0,-11 22 41 0 0,1 0 4 0 0,5-12 17 0 0,-5 12 99 0 0,6-12 1102 0 0,-11 35-1143 0 0,2 0-1 0 0,1 38 0 0 0,1-43-270 0 0,2 0-1 0 0,-1 0 1 0 0,2 0-1 0 0,0 0 0 0 0,0-1 1 0 0,9 17-1 0 0,-8-21-499 0 0,0-1 0 0 0,0 1 1 0 0,1-1-1 0 0,0 0 0 0 0,0-1 0 0 0,9 8 0 0 0,6-1-3140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31 2568 0 0,'0'0'906'0'0,"2"-3"-202"0"0,29-25 3189 0 0,-13 36-3675 0 0,-14-6-177 0 0,0-1 93 0 0,-4 0-122 0 0,0-1 1 0 0,0 1-1 0 0,0-1 0 0 0,0 1 0 0 0,0-1 1 0 0,0 1-1 0 0,0-1 0 0 0,0 1 0 0 0,1-1 1 0 0,-1 1-1 0 0,0-1 0 0 0,0 0 0 0 0,0 1 1 0 0,1-1-1 0 0,-1 1 0 0 0,0-1 0 0 0,0 0 1 0 0,1 1-1 0 0,-1-1 0 0 0,0 0 0 0 0,1 1 1 0 0,-1-1-1 0 0,1 1 0 0 0,10 14 245 0 0,-4 4-220 0 0,-6-14 8 0 0,0 0-11 0 0,0 17 2 0 0,-1-17-2 0 0,-1 1 11 0 0,0 5 15 0 0,-1 0-1 0 0,-1 0 1 0 0,0-1-1 0 0,0 1 1 0 0,-7 14 0 0 0,-34 27 254 0 0,41-50-257 0 0,-1 1 0 0 0,3-2-72 0 0,-3 3 56 0 0,0-1 0 0 0,0 0 0 0 0,0-1-1 0 0,0 1 1 0 0,0-1 0 0 0,0 0-1 0 0,-1 0 1 0 0,-7 3 63 0 0,8-4-48 0 0,-13 3 1 0 0,13-3 143 0 0,0-2-172 0 0,-12-4-6 0 0,12 3 108 0 0,9 2-116 0 0,15-3 2 0 0,-15 3-6 0 0,-1 2-12 0 0,69 24-296 0 0,-68-25 69 0 0,0 1-142 0 0,17 5-105 0 0,-16-6-98 0 0,-1 0-34 0 0,2 0 268 0 0,3 0 13 0 0,7-1-4020 0 0,14 0 979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0 2988 0 0,'-9'2'299'0'0,"0"1"0"0"0,0-1 1 0 0,1 2-1 0 0,-1-1 0 0 0,1 1 0 0 0,0 0 0 0 0,0 1 0 0 0,1-1 0 0 0,-1 2 0 0 0,1-1 0 0 0,-7 7 0 0 0,6-3-101 0 0,0 0 0 0 0,1 1 0 0 0,0 0 0 0 0,0 0 0 0 0,1 0-1 0 0,0 1 1 0 0,-7 21 0 0 0,6-12-76 0 0,2 1-1 0 0,0-1 0 0 0,1 1 1 0 0,1 0-1 0 0,1 1 1 0 0,1-1-1 0 0,1 0 1 0 0,1 1-1 0 0,0-1 1 0 0,2 0-1 0 0,0 0 1 0 0,2 0-1 0 0,0 0 1 0 0,1-1-1 0 0,1 0 1 0 0,1 0-1 0 0,16 27 0 0 0,-14-29-143 0 0,1 0-1 0 0,1-1 0 0 0,0 0 0 0 0,2-1 0 0 0,0 0 0 0 0,0-1 0 0 0,31 24 0 0 0,-32-30-161 0 0,0 0 0 0 0,1 0 0 0 0,0-1 0 0 0,1-1 0 0 0,0 0 1 0 0,0-2-1 0 0,0 1 0 0 0,1-2 0 0 0,0 0 0 0 0,24 3 0 0 0,-15-4-1168 0 0,-21-2 931 0 0,1-1 0 0 0,0 0 0 0 0,-1 0 1 0 0,1 0-1 0 0,0 0 0 0 0,8-3 0 0 0,-12 3 346 0 0,42-5-3652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2956 0 0,'7'0'874'0'0,"6"1"-370"0"0,0 1-1 0 0,-1 0 0 0 0,1 1 0 0 0,0 0 0 0 0,-1 1 1 0 0,0 1-1 0 0,22 10 0 0 0,-18-5-346 0 0,0 1 1 0 0,-1 0-1 0 0,0 1 1 0 0,0 0-1 0 0,-2 1 1 0 0,1 1-1 0 0,-2 0 1 0 0,0 1-1 0 0,-1 1 0 0 0,0-1 1 0 0,-1 2-1 0 0,-1-1 1 0 0,0 1-1 0 0,-2 1 1 0 0,0-1-1 0 0,-1 1 1 0 0,6 28-1 0 0,-8-26-363 0 0,-1 1 1 0 0,-1-1-1 0 0,-1 1 1 0 0,-1 0-1 0 0,0-1 0 0 0,-7 40 1 0 0,3-41-466 0 0,-1 1 0 0 0,-1 0 1 0 0,0-1-1 0 0,-2 0 1 0 0,0-1-1 0 0,-1 0 0 0 0,-15 23 1 0 0,-11 8-3176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17 3572 0 0,'-1'-17'6894'0'0,"-1"44"-2106"0"0,0-6-4745 0 0,1-13-1077 0 0,-4 60 1698 0 0,3-8-138 0 0,-10 133 435 0 0,12-188-943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17 3276 0 0,'0'0'2054'0'0,"2"-3"-1226"0"0,12-11 3876 0 0,-17 18-4572 0 0,-13 27 290 0 0,0 1 1 0 0,3 0 0 0 0,-15 51-1 0 0,27-78-355 0 0,-2 9-15 0 0,2-12-40 0 0,1-1 1 0 0,-1 0-1 0 0,1 1 0 0 0,-1-1 0 0 0,1 1 0 0 0,0-1 1 0 0,0 1-1 0 0,0-1 0 0 0,0 0 0 0 0,0 1 1 0 0,0-1-1 0 0,0 1 0 0 0,0-1 0 0 0,1 1 0 0 0,-1 1 1 0 0,0-2 1 0 0,0 2-27 0 0,0 0 0 0 0,1-1 0 0 0,-1 1 0 0 0,0 0 0 0 0,1-1 0 0 0,-1 1 0 0 0,1-1 0 0 0,0 1 0 0 0,0-1 0 0 0,0 1 0 0 0,0-1-1 0 0,0 1 1 0 0,1-1 0 0 0,-1 0 0 0 0,1 0 0 0 0,-1 0 0 0 0,1 0 0 0 0,0 0 0 0 0,4 4 0 0 0,-1-5-26 0 0,1 1 0 0 0,-1-1 1 0 0,0 0-1 0 0,1 0 0 0 0,-1-1 0 0 0,8 0 0 0 0,-7 0-15 0 0,-2-2 4 0 0,-1 2 41 0 0,2-2 4 0 0,-1 1-1 0 0,1-1 1 0 0,0 0 0 0 0,-1 0-1 0 0,1 0 1 0 0,-1-1-1 0 0,1 1 1 0 0,-1-1-1 0 0,0 0 1 0 0,0-1-1 0 0,-1 1 1 0 0,1-1-1 0 0,-1 1 1 0 0,1-1-1 0 0,-1 0 1 0 0,4-8-1 0 0,1-3-10 0 0,-6 11 11 0 0,0-2 21 0 0,4-18-41 0 0,-5 18-22 0 0,-1 0-12 0 0,0 4 56 0 0,0-5-14 0 0,0 0-1 0 0,0 0 1 0 0,0 0-1 0 0,-1 0 1 0 0,0 0-1 0 0,-1 0 1 0 0,1 0-1 0 0,-2 1 1 0 0,1-1-1 0 0,0 1 1 0 0,-1-1-1 0 0,-1 1 0 0 0,1 0 1 0 0,-7-9-1 0 0,4 10 8 0 0,-1 0-1 0 0,0 0 0 0 0,0 1 0 0 0,0 0 1 0 0,0 0-1 0 0,-9-2 0 0 0,11 4 4 0 0,-1 2-101 0 0,-21-2-238 0 0,23 5-414 0 0,-10 7 479 0 0,11-8-77 0 0,14 16-1337 0 0,-8-15 1121 0 0,2 0-11 0 0,6 1-230 0 0,1 0 0 0 0,0-1 0 0 0,1 0 0 0 0,-1-1 0 0 0,13 1 0 0 0,2-2-1338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2200 0 0,'4'-2'809'0'0,"15"-3"-137"0"0,-15 4 475 0 0,-2 0-1077 0 0,-1 1 0 0 0,1 0 0 0 0,-1-1 0 0 0,0 1 0 0 0,0-1 0 0 0,1 1 0 0 0,-1-1 0 0 0,0 1 0 0 0,0-1 0 0 0,0 0 0 0 0,1 0 0 0 0,1-1 0 0 0,-1 0 74 0 0,2 0 795 0 0,15-13 1135 0 0,-15 12-1815 0 0,0 0 0 0 0,0 0 0 0 0,0 0 0 0 0,-1-1 0 0 0,9-10 4718 0 0,-29 1-20104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353 133 1904 0 0,'0'0'3681'0'0,"0"-5"-3047"0"0,0-1 135 0 0,-1 0 1 0 0,1 0-1 0 0,-1-1 0 0 0,-3-10 0 0 0,3 13 348 0 0,-1 1-1032 0 0,0 0 0 0 0,0 0-1 0 0,0 0 1 0 0,0 0 0 0 0,0 0 0 0 0,-1 1 0 0 0,1-1 0 0 0,-1 1 0 0 0,0-1 0 0 0,-4-2 0 0 0,3 2 10 0 0,4 3-91 0 0,0-1-1 0 0,0 1 0 0 0,-1 0 1 0 0,1-1-1 0 0,0 1 1 0 0,0-1-1 0 0,-1 1 0 0 0,1 0 1 0 0,0-1-1 0 0,-1 1 1 0 0,1 0-1 0 0,-1-1 1 0 0,1 1-1 0 0,0 0 0 0 0,-1 0 1 0 0,1 0-1 0 0,-1-1 1 0 0,1 1-1 0 0,-1 0 0 0 0,1 0 1 0 0,-1 0-1 0 0,1 0 1 0 0,-1 0-1 0 0,0 0 0 0 0,0 0 2 0 0,1 0-1 0 0,0 0 1 0 0,-1 0 0 0 0,1-1-1 0 0,-1 1 1 0 0,1 0-1 0 0,-1 0 1 0 0,1 0-1 0 0,-1 0 1 0 0,1 0-1 0 0,-1-1 1 0 0,1 1-1 0 0,-1 0 1 0 0,1 0-1 0 0,0-1 1 0 0,-1 1-1 0 0,1 0 1 0 0,0-1-1 0 0,-1 1 1 0 0,1 0-1 0 0,0-1 1 0 0,-1 1-1 0 0,1-1 1 0 0,0 0-1 0 0,-19-8 61 0 0,15 7 1 0 0,-1 0-31 0 0,-12-5 15 0 0,13 6-28 0 0,-1-1-14 0 0,-15-3 3 0 0,15 4-10 0 0,0 0 1 0 0,-13-1-9 0 0,13 1 13 0 0,0 2 3 0 0,-15 1-3 0 0,15-1-41 0 0,1-1-93 0 0,-41 13 124 0 0,40-12 30 0 0,2 1-1 0 0,-31 18-166 0 0,31-17 189 0 0,0 0 3 0 0,-10 9-4 0 0,10-9-21 0 0,0 0-17 0 0,-22 27 52 0 0,23-27-40 0 0,0 2-14 0 0,-4 13-13 0 0,4-13 36 0 0,1-1-11 0 0,0 15-14 0 0,1-14-3 0 0,7 17 25 0 0,-6-17-21 0 0,5 11 3 0 0,-4-12-2 0 0,0 1 0 0 0,1-1 0 0 0,-1 0 0 0 0,1 0 0 0 0,-1 0 0 0 0,1-1 0 0 0,0 1 0 0 0,7 6 0 0 0,-7-7-9 0 0,1 0 10 0 0,-1 0-10 0 0,11 9 2 0 0,-10-9 6 0 0,0-1-7 0 0,12 7 18 0 0,-12-7-11 0 0,1 0-19 0 0,13 3-9 0 0,-13-4 21 0 0,0 0-1 0 0,46 0-9 0 0,-46-1 10 0 0,0-1-11 0 0,15-5-24 0 0,-15 5-85 0 0,-1-1 139 0 0,14-6 8 0 0,-14 6-60 0 0,0 0 76 0 0,12-9 5 0 0,-12 8-21 0 0,0 0-32 0 0,8-10-4 0 0,-8 9 0 0 0,-2 1-12 0 0,39-54-95 0 0,-39 54 97 0 0,0-1 16 0 0,10-15-21 0 0,-8 12-26 0 0,-4 7 69 0 0,0-1-1 0 0,0 1 1 0 0,1-1-1 0 0,-1 1 1 0 0,0-1 0 0 0,0 1-1 0 0,0-1 1 0 0,1 1 0 0 0,-1 0-1 0 0,0-1 1 0 0,0 1 0 0 0,1-1-1 0 0,-1 1 1 0 0,0-1 0 0 0,1 1-1 0 0,-1 0 1 0 0,1-1 0 0 0,-1 1-1 0 0,0 0 1 0 0,1-1 0 0 0,-1 1-1 0 0,1 0 1 0 0,-1 0 0 0 0,1 0-1 0 0,-1-1 1 0 0,1 1 0 0 0,-1 0-1 0 0,2 0 1 0 0,11 13 255 0 0,-13-8-179 0 0,3 15 30 0 0,-3-15 134 0 0,1 1-160 0 0,0 18-15 0 0,-1-18-34 0 0,0-1 32 0 0,1 17 10 0 0,0-16-26 0 0,-1 0 29 0 0,0 86 355 0 0,0-87-413 0 0,0 1 10 0 0,-5 151 409 0 0,5-152-438 0 0,-1 0-31 0 0,-1 13 22 0 0,1-13 14 0 0,1-5-20 0 0,-1 1 0 0 0,1-1 1 0 0,-1 0-1 0 0,1 0 0 0 0,0 1 0 0 0,-1-1 1 0 0,1 1-1 0 0,0-1 0 0 0,-1 0 0 0 0,1 1 1 0 0,0-1-1 0 0,-1 1 0 0 0,1-1 1 0 0,0 0-1 0 0,0 1 0 0 0,0-1 0 0 0,-1 1 1 0 0,1-1-1 0 0,0 1 0 0 0,0-1 0 0 0,0 1 1 0 0,0-1-1 0 0,0 2 0 0 0,0-2 0 0 0,0 1 0 0 0,0-1 0 0 0,0 1 0 0 0,0-1 0 0 0,0 1 0 0 0,0-1 0 0 0,-1 1 0 0 0,1-1 0 0 0,0 1 0 0 0,0-1 0 0 0,0 1 0 0 0,-1-1 0 0 0,1 0 0 0 0,0 1 0 0 0,0-1-1 0 0,-1 1 1 0 0,1-1 0 0 0,0 0 0 0 0,-1 1 0 0 0,1-1 0 0 0,-1 0 0 0 0,1 1 0 0 0,-1-1 0 0 0,-8 4 41 0 0,-6 5 183 0 0,-2-5-195 0 0,12-3 2 0 0,0 0-27 0 0,-16 0-24 0 0,16-1 27 0 0,0-1-52 0 0,-52-5 5 0 0,51 5 19 0 0,1 1-4 0 0,-15-2 10 0 0,15 2 31 0 0,0-1-314 0 0,-5-1 659 0 0,-20-11-5693 0 0,26 11 3511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70 1888 0 0,'0'5'654'0'0,"-3"18"996"0"0,-17-12 533 0 0,19-10-2126 0 0,-1 0 0 0 0,0 0 0 0 0,1 0 0 0 0,-1 0 0 0 0,0-1 0 0 0,0 1 0 0 0,0-1 0 0 0,1 1 0 0 0,-1-1 0 0 0,-2 0 0 0 0,-1 2 1200 0 0,0-3-1051 0 0,-16 0-19 0 0,16 1 230 0 0,4-1-404 0 0,0 0 0 0 0,0-1 0 0 0,0 1 0 0 0,0 0 0 0 0,0-1 0 0 0,0 1 0 0 0,0-1 0 0 0,0 1 0 0 0,1-1 0 0 0,-1 1 0 0 0,1-1 0 0 0,-1 1 0 0 0,1-1 0 0 0,0 0 0 0 0,-1 1 0 0 0,1-1 0 0 0,0 0 0 0 0,0 1 0 0 0,0-1 0 0 0,1 0 0 0 0,-1 1 0 0 0,0-1 0 0 0,0 1 0 0 0,1-1 0 0 0,0-2 0 0 0,1-8 32 0 0,1 8-39 0 0,8-12 32 0 0,-8 11-4 0 0,1 2 21 0 0,11-11 13 0 0,-11 10-29 0 0,-2 4-36 0 0,-1 0 1 0 0,1 0-1 0 0,-1-1 1 0 0,1 1-1 0 0,0-1 1 0 0,-1 1-1 0 0,1-1 1 0 0,-1 0 0 0 0,0 1-1 0 0,1-1 1 0 0,-1 0-1 0 0,2-1 1 0 0,1-1 6 0 0,1 1 32 0 0,0 1-22 0 0,-2 1-7 0 0,0-1 0 0 0,1 1 0 0 0,-1-1-1 0 0,1 1 1 0 0,-1 0 0 0 0,1 1 0 0 0,-1-1-1 0 0,1 1 1 0 0,-1-1 0 0 0,1 1 0 0 0,-1 0 0 0 0,0 0-1 0 0,0 0 1 0 0,1 1 0 0 0,4 2 0 0 0,-5-1 14 0 0,0-1 1 0 0,0 1 0 0 0,-1 0-1 0 0,1 0 1 0 0,-1 0 0 0 0,1 0-1 0 0,-1 0 1 0 0,0 1 0 0 0,0-1-1 0 0,0 1 1 0 0,-1-1 0 0 0,1 1-1 0 0,-1 0 1 0 0,0 0 0 0 0,0 0-1 0 0,0 4 1 0 0,3 9 36 0 0,-3-12-5 0 0,-2 2-24 0 0,1-6-35 0 0,0 13 4 0 0,-1-1 0 0 0,0 1 0 0 0,-1-1 0 0 0,-1 1 0 0 0,0-1 0 0 0,-1 0 0 0 0,-1 0-1 0 0,-5 13 1 0 0,8-21 9 0 0,-25 39 61 0 0,22-37-55 0 0,0 0-1 0 0,-1 0 1 0 0,1-1-1 0 0,-14 11 1 0 0,15-13-27 0 0,0-2 13 0 0,-6 4-13 0 0,10-6-1 0 0,0 1-1 0 0,-1-1 1 0 0,1 1-1 0 0,-1-1 1 0 0,1 0-1 0 0,0 1 0 0 0,-1-1 1 0 0,1 1-1 0 0,-1-1 1 0 0,1 0-1 0 0,-1 0 1 0 0,1 1-1 0 0,-1-1 1 0 0,1 0-1 0 0,-1 0 0 0 0,0 0 1 0 0,1 1-1 0 0,-1-1 1 0 0,1 0-1 0 0,-1 0 1 0 0,1 0-1 0 0,-1 0 1 0 0,0 0-1 0 0,1 0 0 0 0,-1 0 1 0 0,1 0-1 0 0,-1-1 1 0 0,1 1-1 0 0,-1 0 1 0 0,1 0-1 0 0,-2-1 1 0 0,-15-4-65 0 0,12 4 6 0 0,-2-19-162 0 0,6 17 136 0 0,1-2-66 0 0,1-15 114 0 0,-1 15 20 0 0,6-14-46 0 0,-5 15 54 0 0,1 2 27 0 0,-1 0 1 0 0,0 0 0 0 0,1 0-1 0 0,0-1 1 0 0,0 2 0 0 0,-1-1-1 0 0,1 0 1 0 0,0 0 0 0 0,0 1-1 0 0,0-1 1 0 0,1 1 0 0 0,-1-1-1 0 0,0 1 1 0 0,1 0 0 0 0,-1 0 0 0 0,4-1-1 0 0,14 7 140 0 0,-16-4-57 0 0,1 2 30 0 0,77 59 199 0 0,-61-45-753 0 0,1 0 0 0 0,44 25 0 0 0,-63-40-103 0 0,3-1-149 0 0,52 5-4137 0 0,-52-7 1595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30 2292 0 0,'0'0'934'0'0,"-3"-3"-172"0"0,1 2-548 0 0,-1-1 0 0 0,1 1 0 0 0,-1 0 0 0 0,0-1 0 0 0,0 1 0 0 0,0 0 0 0 0,1 0 0 0 0,-1 1 0 0 0,0-1 0 0 0,0 1-1 0 0,0-1 1 0 0,-4 1 0 0 0,1 0 92 0 0,3 2-45 0 0,-33 22 770 0 0,32-20-787 0 0,4-4-230 0 0,0 1 1 0 0,0 0 0 0 0,0-1-1 0 0,0 1 1 0 0,0 0 0 0 0,-1-1-1 0 0,1 1 1 0 0,0 0 0 0 0,0-1-1 0 0,-1 1 1 0 0,1-1 0 0 0,0 1-1 0 0,-1-1 1 0 0,1 1 0 0 0,0 0-1 0 0,-1-1 1 0 0,1 1-1 0 0,-1-1 1 0 0,1 1 0 0 0,-1-1-1 0 0,0 1 1 0 0,-11 15 256 0 0,0 28 328 0 0,11-39-384 0 0,3 0-115 0 0,-1 2-73 0 0,1-1 0 0 0,0 0 0 0 0,0 0 0 0 0,1 0 0 0 0,0 0 0 0 0,0-1 0 0 0,0 1 0 0 0,1-1 0 0 0,-1 1 0 0 0,8 6 0 0 0,12 8-11 0 0,0-1 0 0 0,1-2 0 0 0,42 24 0 0 0,15 11 19 0 0,-78-49-133 0 0,-2-2 105 0 0,0 1 1 0 0,0-1 0 0 0,0 1 0 0 0,0-1-1 0 0,1 0 1 0 0,-1 0 0 0 0,1 1-1 0 0,-1-1 1 0 0,4 2 0 0 0,-2 0 45 0 0,4 13 12 0 0,-5-13-55 0 0,-1 1 48 0 0,-9 17 35 0 0,-12-6 14 0 0,16-13-84 0 0,-2 1-3 0 0,0-1-1 0 0,0 0 1 0 0,0 0 0 0 0,-1 0 0 0 0,1 0 0 0 0,-1-1 0 0 0,1 0 0 0 0,0-1 0 0 0,-1 1 0 0 0,0-1 0 0 0,1 0-1 0 0,-9-2 1 0 0,-2-3-11 0 0,13 3-15 0 0,3 1-9 0 0,1 0 16 0 0,-1-1 1 0 0,0 1-1 0 0,0 0 0 0 0,1-1 0 0 0,-1 1 1 0 0,0 0-1 0 0,0 0 0 0 0,0 0 0 0 0,0-1 0 0 0,0 1 1 0 0,-2-1-1 0 0,2 2-3 0 0,-1-4-32 0 0,2-1-61 0 0,0-4 68 0 0,1 0 0 0 0,0 0 0 0 0,0 0 0 0 0,1 1 0 0 0,0-1 1 0 0,1 0-1 0 0,6-14 0 0 0,15-21 27 0 0,-10 22 97 0 0,-2-1 0 0 0,0 0 1 0 0,-2-1-1 0 0,-1 0 0 0 0,7-26 0 0 0,-15 46-51 0 0,-4-52-164 0 0,2 51-30 0 0,-2 1-50 0 0,-10-11-43 0 0,10 11-54 0 0,1 4 233 0 0,1 0 0 0 0,-1-1-1 0 0,1 1 1 0 0,-1-1 0 0 0,1 0-1 0 0,-1 0 1 0 0,1 1 0 0 0,-1-1-1 0 0,1 0 1 0 0,0 0 0 0 0,-1 0-1 0 0,-1-2 1 0 0,1 1-102 0 0,-3-1-629 0 0,-1 1-253 0 0,0-1 622 0 0,4 2 131 0 0,1 0 1 0 0,-1 0-1 0 0,0 1 0 0 0,0-1 1 0 0,0 0-1 0 0,-1 1 0 0 0,1-1 1 0 0,0 1-1 0 0,0 0 0 0 0,-2-1 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64 3252 0 0,'0'0'6962'0'0,"-5"0"-6232"0"0,-16-1-68 0 0,16 1 2813 0 0,5-5-3397 0 0,1-13-62 0 0,-1 13-9 0 0,4 3 0 0 0,33-19-12 0 0,-32 19-34 0 0,-1 1-9 0 0,15-6 20 0 0,-14 6 8 0 0,0 1-95 0 0,19 1 106 0 0,-18-1 11 0 0,-5 1-6 0 0,1 0 0 0 0,0 0 0 0 0,-1 1 0 0 0,1-1-1 0 0,0 0 1 0 0,-1 1 0 0 0,1-1 0 0 0,-1 1 0 0 0,0-1-1 0 0,1 1 1 0 0,-1 0 0 0 0,0-1 0 0 0,0 1 0 0 0,0 0-1 0 0,0 0 1 0 0,-1 0 0 0 0,1 0 0 0 0,0 2 0 0 0,-1-4 6 0 0,2 4-15 0 0,-2 1-21 0 0,1 3 12 0 0,0 0-1 0 0,-1 0 0 0 0,0 1 0 0 0,0-1 0 0 0,-1 0 0 0 0,0 0 1 0 0,0 0-1 0 0,-1 0 0 0 0,0 0 0 0 0,-1 0 0 0 0,-4 9 0 0 0,6-13 5 0 0,-1 0 2 0 0,-20 40-58 0 0,20-40 80 0 0,-7 12 3 0 0,8-14-9 0 0,-1 1-11 0 0,29-3-1829 0 0,-21 0 1730 0 0,-1-1 0 0 0,46-8-129 0 0,-46 8 219 0 0,1 0 22 0 0,18-2 20 0 0,-18 2 15 0 0,0 1 32 0 0,45 9 365 0 0,-46-8-330 0 0,-2 1-1 0 0,12 8-21 0 0,-11-7-16 0 0,-4-3-63 0 0,0 1 0 0 0,0-1 0 0 0,0 0 0 0 0,0 1 0 0 0,0-1 0 0 0,1 1 0 0 0,-1-1 0 0 0,0 1 0 0 0,0-1 0 0 0,0 1 1 0 0,0-1-1 0 0,0 0 0 0 0,1 1 0 0 0,-1-1 0 0 0,0 1 0 0 0,0-1 0 0 0,1 0 0 0 0,-1 1 0 0 0,0-1 0 0 0,1 0 1 0 0,-1 1-1 0 0,0-1 0 0 0,1 0 0 0 0,-1 0 0 0 0,1 1 0 0 0,0 0 2 0 0,0-1-1 0 0,0 1 1 0 0,0 0-1 0 0,0 0 1 0 0,-1-1-1 0 0,1 1 1 0 0,0 0-1 0 0,0 0 1 0 0,-1 0-1 0 0,1 0 1 0 0,0 0-1 0 0,-1 0 1 0 0,1 0-1 0 0,-1 2 1 0 0,6 13 17 0 0,-4-12 4 0 0,-3 3 2 0 0,0 18 2 0 0,1-19 4 0 0,-1-1-12 0 0,0 0-17 0 0,0 1 1 0 0,0-1-1 0 0,-1 0 1 0 0,0 0 0 0 0,0 0-1 0 0,0 0 1 0 0,0 0 0 0 0,-1 0-1 0 0,0 0 1 0 0,0-1 0 0 0,0 1-1 0 0,0-1 1 0 0,-1 0 0 0 0,1 0-1 0 0,-1 0 1 0 0,0-1-1 0 0,-1 1 1 0 0,1-1 0 0 0,-1 0-1 0 0,1 0 1 0 0,-1 0 0 0 0,0-1-1 0 0,-7 3 1 0 0,-2 0-124 0 0,-1-1 0 0 0,0 0 1 0 0,0-1-1 0 0,-18 2 0 0 0,23-4-144 0 0,1-1-1 0 0,-1-1 0 0 0,1 1 1 0 0,-19-5-1 0 0,25 5 76 0 0,0-1 0 0 0,0 0 1 0 0,0 0-1 0 0,0 0 0 0 0,0-1 1 0 0,0 1-1 0 0,0-1 0 0 0,1 0 0 0 0,-1 1 1 0 0,0-1-1 0 0,1 0 0 0 0,0 0 1 0 0,-1-1-1 0 0,1 1 0 0 0,0 0 0 0 0,0-1 1 0 0,0 0-1 0 0,0 1 0 0 0,1-1 0 0 0,-1 0 1 0 0,0-3-1 0 0,0 2-223 0 0,-4-13-2742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2336 0 0,'0'0'5025'0'0,"3"3"-4679"0"0,-2 0-231 0 0,1 0-1 0 0,-1 1 0 0 0,0-1 1 0 0,0 0-1 0 0,0 0 1 0 0,0 1-1 0 0,0-1 0 0 0,-1 1 1 0 0,1-1-1 0 0,-1 7 0 0 0,-1-6 237 0 0,1-2-334 0 0,0 0 1 0 0,0-1-1 0 0,0 1 0 0 0,0 0 0 0 0,0-1 0 0 0,0 1 0 0 0,0-1 1 0 0,0 1-1 0 0,1 0 0 0 0,-1-1 0 0 0,1 3 0 0 0,0 0 17 0 0,0 2 187 0 0,0-5-209 0 0,-1 1-1 0 0,1-1 1 0 0,0 1 0 0 0,0-1 0 0 0,-1 0 0 0 0,1 1-1 0 0,0-1 1 0 0,1 0 0 0 0,-1 1 0 0 0,0-1-1 0 0,0 0 1 0 0,2 1 0 0 0,-2-1 2 0 0,1 2 16 0 0,9 2 52 0 0,-10-5-77 0 0,0 1 0 0 0,-1 0 0 0 0,1 0 1 0 0,0-1-1 0 0,0 1 0 0 0,0 0 0 0 0,0-1 1 0 0,0 1-1 0 0,0-1 0 0 0,0 0 0 0 0,0 1 1 0 0,1-1-1 0 0,-1 0 0 0 0,0 1 0 0 0,1-1 1 0 0,19 4 18 0 0,-15-3-29 0 0,-1 0 30 0 0,19 1 1 0 0,-19-1-8 0 0,1-1 26 0 0,18 0 6 0 0,-19 0 98 0 0,1 0-34 0 0,19 2 15 0 0,-19-1 141 0 0,-1 0-107 0 0,1 0-18 0 0,-1 1 0 0 0,1 0 0 0 0,-1 0 0 0 0,0 0 0 0 0,0 1 0 0 0,0 0 0 0 0,0 0 0 0 0,0 0 0 0 0,0 0 0 0 0,7 8 0 0 0,-9-8 19 0 0,-1 1 25 0 0,12 39 444 0 0,-13-39-499 0 0,-1 1 0 0 0,-9 45 338 0 0,8-44-364 0 0,-12 12 46 0 0,11-14-129 0 0,0-1 0 0 0,0 1 0 0 0,-1-1 0 0 0,1 0 0 0 0,-1 0 0 0 0,0 0 0 0 0,-4 4 0 0 0,-3 0-391 0 0,-1-1-1 0 0,1 0 1 0 0,-20 7-1 0 0,25-12-167 0 0,0-1-79 0 0,-43-9-2894 0 0,43 7 2315 0 0,1-2-148 0 0,-9-10-971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8 169 2504 0 0,'0'0'4872'0'0,"-2"-3"-4291"0"0,1 2-518 0 0,1 0-1 0 0,-1 0 0 0 0,1 0 0 0 0,-1 0 0 0 0,1 0 0 0 0,-1 0 0 0 0,1 0 0 0 0,0 0 0 0 0,-1-1 1 0 0,1 1-1 0 0,0 0 0 0 0,0 0 0 0 0,0 0 0 0 0,0 0 0 0 0,0 0 0 0 0,0-1 0 0 0,0 1 1 0 0,0 0-1 0 0,0 0 0 0 0,1 0 0 0 0,-1 0 0 0 0,1 0 0 0 0,-1 0 0 0 0,0 0 0 0 0,1 0 1 0 0,0 0-1 0 0,-1 0 0 0 0,1 0 0 0 0,-1 0 0 0 0,1 0 0 0 0,0 0 0 0 0,0 0 0 0 0,0 0 1 0 0,0 1-1 0 0,-1-1 0 0 0,1 0 0 0 0,0 1 0 0 0,0-1 0 0 0,2 0 0 0 0,23-14 227 0 0,2 2 0 0 0,54-19 0 0 0,65-10-263 0 0,-97 28-413 0 0,-45 13 34 0 0,23-6-820 0 0,-23 6 236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37 3112 0 0,'0'0'2090'0'0,"-5"0"-1293"0"0,-16 0-114 0 0,16 0 2076 0 0,2 3-2461 0 0,3-3-270 0 0,-1 1 0 0 0,1-1 1 0 0,-1 1-1 0 0,1-1 0 0 0,-1 1 0 0 0,1-1 0 0 0,-1 1 1 0 0,1-1-1 0 0,0 1 0 0 0,-1 0 0 0 0,1-1 1 0 0,0 1-1 0 0,-1-1 0 0 0,1 1 0 0 0,0 0 0 0 0,0 0 1 0 0,0-1-1 0 0,0 1 0 0 0,0 0 0 0 0,0-1 1 0 0,0 1-1 0 0,0 0 0 0 0,0-1 0 0 0,0 1 0 0 0,0 0 1 0 0,0 0-1 0 0,0-1 0 0 0,0 1 0 0 0,1 0 0 0 0,-1-1 1 0 0,0 1-1 0 0,0 0 0 0 0,1-1 0 0 0,-1 1 1 0 0,1-1-1 0 0,-1 1 0 0 0,0-1 0 0 0,1 1 0 0 0,-1-1 1 0 0,1 1-1 0 0,-1-1 0 0 0,1 1 0 0 0,0-1 1 0 0,-1 1-1 0 0,1-1 0 0 0,-1 0 0 0 0,1 1 0 0 0,1-1 1 0 0,1 3 117 0 0,2-2-24 0 0,12 4-16 0 0,-13-4-10 0 0,2 0-22 0 0,15 2-6 0 0,-16-2-14 0 0,0-1-6 0 0,55-4 84 0 0,-54 3-139 0 0,-4 1 1 0 0,0 0-1 0 0,0 0 0 0 0,0 0 1 0 0,0 0-1 0 0,-1 0 1 0 0,1 0-1 0 0,0 0 1 0 0,0-1-1 0 0,0 1 0 0 0,0-1 1 0 0,-1 1-1 0 0,3-2 1 0 0,1 0 12 0 0,1 1 42 0 0,-1 0-2 0 0,45-18 94 0 0,-46 16-93 0 0,-1 2 17 0 0,0-1 0 0 0,0 1-1 0 0,0-1 1 0 0,0 0 0 0 0,-1 0-1 0 0,1 0 1 0 0,-1-1 0 0 0,0 1-1 0 0,1-1 1 0 0,2-4 0 0 0,-4 6-103 0 0,1-2 418 0 0,11-14 838 0 0,-54 144-796 0 0,-45 238 0 0 0,85-360-744 0 0,0 0-84 0 0,-1 17-91 0 0,2-17-64 0 0,-1 0-712 0 0,0 1 876 0 0,-1 3 152 0 0,2 1-7843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74 2340 0 0,'0'0'2273'0'0,"-2"-2"-1405"0"0,-11-12 2395 0 0,15 10-3091 0 0,-1 3-145 0 0,0-1 0 0 0,1 1-1 0 0,-1-1 1 0 0,1 1 0 0 0,-1-1 0 0 0,1 1-1 0 0,-1 0 1 0 0,1 0 0 0 0,0 0 0 0 0,-1 0-1 0 0,1 0 1 0 0,0 0 0 0 0,0 0 0 0 0,0 0-1 0 0,0 1 1 0 0,0-1 0 0 0,-1 1-1 0 0,5-1 1 0 0,-1 0 79 0 0,1 1 10 0 0,236-25-2695 0 0,-191 20-1324 0 0,-20 3 779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70 1772 0 0,'0'0'972'0'0,"2"-4"-93"0"0,13-37 3647 0 0,-14 37-3015 0 0,-2 4-1496 0 0,1 0 0 0 0,0 0 0 0 0,-1-1-1 0 0,1 1 1 0 0,0 0 0 0 0,0 0 0 0 0,-1 0 0 0 0,1 0 0 0 0,0 0-1 0 0,-1 0 1 0 0,1 0 0 0 0,0 0 0 0 0,0-1 0 0 0,-1 1-1 0 0,1 0 1 0 0,0 0 0 0 0,0 0 0 0 0,-1-1 0 0 0,1 1 0 0 0,0 0-1 0 0,0 0 1 0 0,0-1 0 0 0,0 1 0 0 0,-1 0 0 0 0,1 0-1 0 0,0-1 1 0 0,0 1 0 0 0,0 0 0 0 0,0-1 0 0 0,0 1 0 0 0,0 0-1 0 0,0 0 1 0 0,0-1 0 0 0,-1 0 22 0 0,1 1-1 0 0,0-1 1 0 0,0 0-1 0 0,0 1 1 0 0,-1-1-1 0 0,1 1 0 0 0,0-1 1 0 0,0 0-1 0 0,-1 1 1 0 0,1-1-1 0 0,-1 1 1 0 0,1-1-1 0 0,0 1 1 0 0,-1 0-1 0 0,1-1 1 0 0,-1 1-1 0 0,1-1 1 0 0,-1 1-1 0 0,1 0 1 0 0,-1-1-1 0 0,0 1 1 0 0,1 0-1 0 0,-1 0 1 0 0,1-1-1 0 0,-1 1 1 0 0,0 0-1 0 0,1 0 1 0 0,-1 0-1 0 0,-6-1 86 0 0,1 1-1 0 0,-1-1 1 0 0,0 1-1 0 0,1 1 0 0 0,-1-1 1 0 0,1 1-1 0 0,0 1 1 0 0,-1-1-1 0 0,1 1 0 0 0,-10 4 1 0 0,7-2-63 0 0,0 0 1 0 0,0 1 0 0 0,1 0-1 0 0,-1 0 1 0 0,1 1-1 0 0,0 0 1 0 0,1 0 0 0 0,-1 1-1 0 0,-7 10 1 0 0,11-12-43 0 0,0 0 0 0 0,1 0 0 0 0,-1 0 0 0 0,1 1 1 0 0,-4 10-1 0 0,4-11-12 0 0,2-1-7 0 0,0 11-24 0 0,2 19-48 0 0,0-29-34 0 0,2-2-133 0 0,0 0 197 0 0,0 0 0 0 0,0-1 1 0 0,0 1-1 0 0,0-1 0 0 0,0 0 1 0 0,1 0-1 0 0,-1 0 1 0 0,1 0-1 0 0,5 2 0 0 0,-4-3-68 0 0,1-1-78 0 0,49-10-20 0 0,-50 9 190 0 0,0-2 26 0 0,13-9 240 0 0,0-1 1 0 0,29-29-1 0 0,-8-3 2110 0 0,-37 42-1078 0 0,0 7-1087 0 0,2 20-98 0 0,-1-1 1 0 0,-2 0-1 0 0,0 1 1 0 0,-1-1 0 0 0,-4 33-1 0 0,2-37-58 0 0,-25 299-3167 0 0,-5-108-5286 0 0,23-165 3000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242 68 3460 0 0,'0'0'1093'0'0,"1"-5"-187"0"0,-1-1-495 0 0,1 0-1 0 0,-1 0 1 0 0,-1 0-1 0 0,1 1 1 0 0,-1-1-1 0 0,-1-7 1 0 0,0 8 23 0 0,-17-1-58 0 0,15 4-301 0 0,-1 0 146 0 0,-1 3-12 0 0,-1-1-140 0 0,5 0-45 0 0,0-1 1 0 0,0 1 0 0 0,0 0-1 0 0,0 1 1 0 0,0-1-1 0 0,0 0 1 0 0,0 0 0 0 0,0 1-1 0 0,0-1 1 0 0,0 1 0 0 0,0 0-1 0 0,1-1 1 0 0,-1 1 0 0 0,0 0-1 0 0,-1 1 1 0 0,-15 7 198 0 0,9-5-169 0 0,1-1-1 0 0,-1 1 0 0 0,1 1 0 0 0,0 0 1 0 0,0 0-1 0 0,0 1 0 0 0,1 0 1 0 0,0 0-1 0 0,0 0 0 0 0,0 1 1 0 0,1 0-1 0 0,0 1 0 0 0,1-1 0 0 0,-1 1 1 0 0,-7 17-1 0 0,-10 53 184 0 0,22-73-208 0 0,1 1 8 0 0,1 48 69 0 0,0-49-76 0 0,1-1-8 0 0,4 11-6 0 0,-4-11 8 0 0,1-1-16 0 0,10 9-4 0 0,-10-9 42 0 0,2-2 69 0 0,15 3-99 0 0,-15-3-19 0 0,0-2-8 0 0,16-7 1 0 0,-14 5 6 0 0,0 0 0 0 0,-1-1 0 0 0,1 0-1 0 0,-1 0 1 0 0,0-1 0 0 0,-1 1 0 0 0,1-1 0 0 0,-1 0-1 0 0,0-1 1 0 0,0 0 0 0 0,0 1 0 0 0,-1-1 0 0 0,0-1 0 0 0,0 1-1 0 0,5-11 1 0 0,-4 8 2 0 0,30-64 204 0 0,-33 70-130 0 0,-1-1 2 0 0,4-12-7 0 0,-4 13 759 0 0,1 6-633 0 0,1 2-128 0 0,-1 1 1 0 0,0 0 0 0 0,0 0-1 0 0,0 1 1 0 0,-1-1-1 0 0,0 0 1 0 0,0 1 0 0 0,-1-1-1 0 0,0 0 1 0 0,-1 13-1 0 0,1 1 9 0 0,6 272 226 0 0,2-227-1283 0 0,-7-61 550 0 0,0 1-72 0 0,20 33-3080 0 0,-19-35 2021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2920 0 0,'12'-51'4655'0'0,"-11"46"-3777"0"0,15-8-87 0 0,-12 10-452 0 0,0 1-18 0 0,14-4-21 0 0,-14 4-58 0 0,3 2-66 0 0,-2 0-145 0 0,1-1 39 0 0,1 1-1 0 0,-1-1 1 0 0,1 2-1 0 0,-1-1 1 0 0,1 1-1 0 0,-1 0 1 0 0,0 0-1 0 0,1 0 1 0 0,-1 1-1 0 0,0 0 1 0 0,0 1-1 0 0,0-1 1 0 0,0 1 0 0 0,-1 0-1 0 0,1 1 1 0 0,6 4-1 0 0,-8-5-32 0 0,1 1 0 0 0,-1 0-1 0 0,0 0 1 0 0,0 0 0 0 0,0 0 0 0 0,0 1-1 0 0,-1 0 1 0 0,1-1 0 0 0,-1 1 0 0 0,-1 0-1 0 0,1 1 1 0 0,-1-1 0 0 0,1 0 0 0 0,-2 1-1 0 0,1-1 1 0 0,-1 1 0 0 0,1 0 0 0 0,-2 0-1 0 0,1-1 1 0 0,0 1 0 0 0,-1 0 0 0 0,0 0-1 0 0,-1 0 1 0 0,1-1 0 0 0,-3 7 0 0 0,-15 48 361 0 0,13-48-247 0 0,-5 6-13 0 0,-1-4 73 0 0,-64 73 689 0 0,72-84-821 0 0,-5 6-43 0 0,-4 1 232 0 0,12-10-261 0 0,0 1-1 0 0,-1-1 1 0 0,1 0-1 0 0,0 0 1 0 0,-1 1-1 0 0,1-1 1 0 0,0 0-1 0 0,0 1 1 0 0,-1-1-1 0 0,1 0 1 0 0,0 0 0 0 0,0 1-1 0 0,0-1 1 0 0,0 1-1 0 0,-1-1 1 0 0,1 0-1 0 0,0 1 1 0 0,0-1-1 0 0,0 0 1 0 0,0 1-1 0 0,0-1 1 0 0,0 1 0 0 0,0-1-1 0 0,0 0 1 0 0,0 1-1 0 0,0-1 1 0 0,0 0-1 0 0,0 1 1 0 0,0-1-1 0 0,0 1 1 0 0,0-1-1 0 0,1 1 1 0 0,13-1 24 0 0,33-14-212 0 0,-32 9 130 0 0,70-21-942 0 0,145-45-2346 0 0,-78 20-2888 0 0,-113 38 1839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86 2680 0 0,'0'0'9531'0'0,"-2"-3"-9344"0"0,0-2-54 0 0,1 0 0 0 0,-1 0 0 0 0,1 0 0 0 0,0 0 0 0 0,0 0 0 0 0,1-8 0 0 0,0 8 142 0 0,12-16-201 0 0,-8 19-37 0 0,11-7 51 0 0,-12 7-72 0 0,3 2-31 0 0,30 5 13 0 0,-30-1 5 0 0,-3 0-3 0 0,1-1-2 0 0,0 0-1 0 0,0 0 0 0 0,0 0 0 0 0,0 1 1 0 0,-1-1-1 0 0,1 1 0 0 0,-1 0 0 0 0,0 0 1 0 0,0 0-1 0 0,-1 1 0 0 0,1-1 1 0 0,-1 1-1 0 0,3 7 0 0 0,10 46-39 0 0,-15-58 46 0 0,2 10 1 0 0,-1 0-1 0 0,0 0 0 0 0,-1 0 0 0 0,-1 0 1 0 0,-1 12-1 0 0,1-15-2 0 0,-1 6 4 0 0,-6 21-14 0 0,-7 5-6 0 0,-7 3 30 0 0,4-15-4 0 0,-16 18-5 0 0,28-41-8 0 0,-30 26-117 0 0,32-27 103 0 0,1-1-48 0 0,-20 9-537 0 0,18-11 401 0 0,-15-1 22 0 0,15 1-1 0 0,5-1-11 0 0,0 1 182 0 0,0 0 1 0 0,0-1-1 0 0,0 1 0 0 0,0 0 0 0 0,0-1 0 0 0,0 1 0 0 0,0 0 0 0 0,0-1 1 0 0,0 1-1 0 0,0 0 0 0 0,0-1 0 0 0,-1 1 0 0 0,1 0 0 0 0,0-1 1 0 0,0 1-1 0 0,0 0 0 0 0,-1 0 0 0 0,1-1 0 0 0,0 1 0 0 0,0 0 0 0 0,-1 0 1 0 0,1-1-1 0 0,0 1 0 0 0,0 0 0 0 0,-1 0 0 0 0,1 0 0 0 0,0 0 1 0 0,-1-1-1 0 0,1 1 0 0 0,0 0 0 0 0,-1 0 0 0 0,0 0-14 0 0,1 0-1 0 0,-1-1 1 0 0,1 1 0 0 0,-1 0-1 0 0,1-1 1 0 0,-1 1 0 0 0,0-1-1 0 0,1 1 1 0 0,-1 0 0 0 0,1-1-1 0 0,0 1 1 0 0,-1-1 0 0 0,1 1-1 0 0,-1-1 1 0 0,1 1 0 0 0,0-1-1 0 0,-1 0 1 0 0,1 1 0 0 0,0-1-1 0 0,0 1 1 0 0,-1-1 0 0 0,1 0-1 0 0,0 1 1 0 0,0-1 0 0 0,0 0-1 0 0,0 1 1 0 0,0-1 0 0 0,0 0-1 0 0,0 1 1 0 0,0-2 0 0 0,5-55-341 0 0,-4 51 292 0 0,0 2-2 0 0,21-40-78 0 0,-19 40 162 0 0,1 2 27 0 0,12-7 20 0 0,-12 7 74 0 0,2 2-48 0 0,19 0 0 0 0,-19 0 21 0 0,-1 2-1 0 0,49 25 43 0 0,66 29-760 0 0,-116-54 332 0 0,2-1-68 0 0,16 4-145 0 0,-17-3 21 0 0,1-2-64 0 0,15 1-56 0 0,-16-1-133 0 0,-4-1-366 0 0,1 1 896 0 0,0-1 0 0 0,-1 0 0 0 0,1 0 0 0 0,0 1 0 0 0,0-1 0 0 0,-1 1 0 0 0,1-1 0 0 0,0 1 0 0 0,0 0 0 0 0,0 0 0 0 0,3 0 0 0 0,-2 0-382 0 0,3-2-2791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0 2676 0 0,'0'0'3539'0'0,"-6"1"-2903"0"0,-15 2-64 0 0,16-2 498 0 0,5 0-1011 0 0,-1 1-1 0 0,1-1 1 0 0,0 0-1 0 0,-1 1 0 0 0,0-1 1 0 0,1 0-1 0 0,-1 0 0 0 0,0 0 1 0 0,1 1-1 0 0,-1-1 0 0 0,0 0 1 0 0,-2 1-1 0 0,2 0 44 0 0,-2 2 470 0 0,2 1-314 0 0,-5 13-36 0 0,4-13 314 0 0,2 0-441 0 0,0 17 48 0 0,0-17 169 0 0,2-1-170 0 0,0 1-17 0 0,1 0 0 0 0,0 0-1 0 0,0-1 1 0 0,0 1 0 0 0,6 5-1 0 0,-6-7 172 0 0,2-1-159 0 0,12 6-6 0 0,-12-6 2 0 0,-1-1-1 0 0,12 6-19 0 0,-12-5 6 0 0,19 4-11 0 0,-18-4 12 0 0,0-1 40 0 0,13 6 6 0 0,-13-5-14 0 0,-1 0 12 0 0,37 21 626 0 0,-37-21-628 0 0,-4 0-137 0 0,1 0 1 0 0,0-1-1 0 0,0 1 0 0 0,0-1 0 0 0,0 0 0 0 0,0 1 0 0 0,0-1 0 0 0,0 0 0 0 0,1 0 0 0 0,-1 1 0 0 0,2 0 0 0 0,-3-2-13 0 0,3 4 60 0 0,-1 0 71 0 0,3 11 7 0 0,-3-11-26 0 0,-2 0-47 0 0,0 42 256 0 0,0-41-271 0 0,-2 0 5 0 0,-1 2-145 0 0,-1 0 1 0 0,1 0 0 0 0,-1-1 0 0 0,0 0 0 0 0,-1 1 0 0 0,0-1 0 0 0,0-1-1 0 0,0 1 1 0 0,0-1 0 0 0,-1 0 0 0 0,0 0 0 0 0,0-1 0 0 0,-1 1 0 0 0,1-1 0 0 0,-1-1-1 0 0,0 1 1 0 0,1-1 0 0 0,-11 3 0 0 0,13-5-556 0 0,-2-1-67 0 0,6 0 697 0 0,-6 1-380 0 0,1-1 0 0 0,-1 0 1 0 0,0 0-1 0 0,1 0 0 0 0,-1 0 0 0 0,1-1 1 0 0,-1 0-1 0 0,-7-3 0 0 0,10 3-46 0 0,0 0-1 0 0,0-1 1 0 0,0 1 0 0 0,0-1 0 0 0,1 0-1 0 0,-1 0 1 0 0,0 0 0 0 0,1 0-1 0 0,0 0 1 0 0,-1-1 0 0 0,1 1 0 0 0,0-1-1 0 0,0 1 1 0 0,-2-5 0 0 0,-7-13-3451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0 152 3524 0 0,'24'-40'4421'0'0,"-21"36"-3757"0"0,1 1-55 0 0,9-7-301 0 0,1 1 0 0 0,1 1 0 0 0,-1 0 0 0 0,1 1 0 0 0,1 0 0 0 0,-1 1 0 0 0,19-4 0 0 0,83-18-1312 0 0,-83 18-142 0 0,-8 8-3752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93 4624 0 0,'0'0'7470'0'0,"-5"-1"-6976"0"0,-12-3-69 0 0,13 2 845 0 0,5-2-1111 0 0,6-12 15 0 0,-5 12 83 0 0,2 1-179 0 0,79-42-63 0 0,-79 44-23 0 0,1-1-14 0 0,2 0-11 0 0,-2 0 30 0 0,0 1 0 0 0,1-1 0 0 0,-1 1-1 0 0,1 0 1 0 0,-1 0 0 0 0,7 0 0 0 0,-10 1-12 0 0,0 1 0 0 0,1-1 0 0 0,-1 0 0 0 0,0 1 0 0 0,0 0 0 0 0,0-1 0 0 0,0 1 0 0 0,0 0 0 0 0,0 0 0 0 0,0 0 0 0 0,0 0 0 0 0,0 0 0 0 0,0 0 1 0 0,-1 1-1 0 0,1-1 0 0 0,0 1 0 0 0,-1-1 0 0 0,1 1 0 0 0,-1 0 0 0 0,0-1 0 0 0,0 1 0 0 0,2 2 0 0 0,-1 0-32 0 0,-2 2-17 0 0,-1 16 45 0 0,0-16-5 0 0,-1 0 8 0 0,-4 11 7 0 0,-2 0 1 0 0,0-1 0 0 0,-1 0-1 0 0,0 0 1 0 0,-16 18 0 0 0,23-30 0 0 0,-1-1-22 0 0,2-2 31 0 0,0 0 1 0 0,0 0 0 0 0,0 0 0 0 0,0 0 0 0 0,1 0 0 0 0,-1 0 0 0 0,0 0 0 0 0,0 0 0 0 0,0 0 0 0 0,1 0 0 0 0,-1 0 0 0 0,1 1 0 0 0,-1 1 0 0 0,12 11-80 0 0,-7-10 86 0 0,2-4-50 0 0,17 1 50 0 0,-17-1-1 0 0,-1 1-11 0 0,16 1 21 0 0,-1 0-1 0 0,1 1 1 0 0,-1 2-1 0 0,23 7 1 0 0,-37-10 9 0 0,1 1 1 0 0,-1 0-1 0 0,0 0 1 0 0,0 0-1 0 0,0 1 1 0 0,-1-1-1 0 0,1 1 1 0 0,-1 1-1 0 0,0-1 1 0 0,0 1-1 0 0,0 0 1 0 0,-1 0-1 0 0,0 1 1 0 0,0-1-1 0 0,0 1 1 0 0,6 11-1 0 0,-9-13 7 0 0,1 1-5 0 0,2 17 6 0 0,-3-17 0 0 0,0 0-9 0 0,-6 43 244 0 0,4-43-281 0 0,-2-1 14 0 0,0 1-1 0 0,-1 0 1 0 0,0 0-1 0 0,0 0 1 0 0,0 0 0 0 0,-1-1-1 0 0,0 0 1 0 0,0 0-1 0 0,0 0 1 0 0,0-1-1 0 0,-9 5 1 0 0,-38 10-53 0 0,33-14-9 0 0,-4-2-57 0 0,19-2 86 0 0,2 0 32 0 0,-7 0-179 0 0,1 0 0 0 0,0 0 0 0 0,-1-1 0 0 0,1 0 0 0 0,-1-1 0 0 0,1 1 0 0 0,0-2-1 0 0,0 1 1 0 0,-15-8 0 0 0,17 6-59 0 0,0 0 1 0 0,1 0-1 0 0,0-1 0 0 0,0 0 1 0 0,0 0-1 0 0,0 0 0 0 0,1 0 1 0 0,-7-11-1 0 0,10 12 1 0 0,-1 0 1 0 0,0 0 0 0 0,1 0-1 0 0,0 0 1 0 0,0-1 0 0 0,0 1-1 0 0,0 0 1 0 0,1 0-1 0 0,0-1 1 0 0,0 1 0 0 0,0 0-1 0 0,0-1 1 0 0,1 1-1 0 0,-1 0 1 0 0,1-1 0 0 0,0 1-1 0 0,3-7 1 0 0,24-45-3553 0 0,-25 50 854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63 3276 0 0,'0'0'3782'0'0,"4"-1"-3171"0"0,1-1-349 0 0,3-1-132 0 0,1 2 3023 0 0,4-21-2463 0 0,19-2-512 0 0,-28 23-160 0 0,0 0-3 0 0,45-6 58 0 0,-43 7-83 0 0,-1 2 9 0 0,-1-1 17 0 0,0 1 0 0 0,0 0 0 0 0,0 1-1 0 0,0-1 1 0 0,0 1 0 0 0,0 0 0 0 0,-1 0 0 0 0,0 0 0 0 0,1 0 0 0 0,-1 0-1 0 0,0 1 1 0 0,-1 0 0 0 0,1-1 0 0 0,-1 1 0 0 0,1 0 0 0 0,2 9-1 0 0,-2-4 56 0 0,-1 0-1 0 0,-1 0 0 0 0,0 1 0 0 0,0-1 0 0 0,-1 1 0 0 0,0-1 0 0 0,-1 1 0 0 0,0-1 0 0 0,0 1 0 0 0,-1-1 0 0 0,0 0 0 0 0,-1 1 0 0 0,-3 8 0 0 0,-7 12 521 0 0,0-1 1 0 0,-33 50-1 0 0,38-66-389 0 0,6-10 11 0 0,0 1-17 0 0,2-4-173 0 0,-1 0 0 0 0,1 1 0 0 0,-1-1-1 0 0,1 1 1 0 0,0-1 0 0 0,-1 1 0 0 0,1-1 0 0 0,0 1 0 0 0,0 0 0 0 0,-1-1-1 0 0,1 1 1 0 0,0-1 0 0 0,0 1 0 0 0,0-1 0 0 0,0 1 0 0 0,-1 0-1 0 0,1-1 1 0 0,0 1 0 0 0,0-1 0 0 0,0 1 0 0 0,0 0 0 0 0,1-1-1 0 0,-1 1 1 0 0,0 0 0 0 0,0-1 0 0 0,0 1 0 0 0,0-1 0 0 0,1 1 0 0 0,-1-1-1 0 0,0 1 1 0 0,0-1 0 0 0,1 1 0 0 0,-1-1 0 0 0,1 1 0 0 0,-1-1-1 0 0,0 1 1 0 0,1-1 0 0 0,-1 1 0 0 0,1-1 0 0 0,-1 1 0 0 0,1-1-1 0 0,-1 0 1 0 0,1 0 0 0 0,-1 1 0 0 0,1-1 0 0 0,-1 0 0 0 0,1 0-1 0 0,0 1 1 0 0,-1-1 0 0 0,1 0 0 0 0,-1 0 0 0 0,1 0 0 0 0,0 0 0 0 0,-1 0-1 0 0,1 0 1 0 0,-1 0 0 0 0,1 0 0 0 0,1 0 0 0 0,41-6-103 0 0,381-109-5272 0 0,-318 71-926 0 0,-77 31 868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229 144 3088 0 0,'4'-5'516'0'0,"0"-1"0"0"0,0 0 0 0 0,0 0 0 0 0,-1 0-1 0 0,0 0 1 0 0,0-1 0 0 0,0 1 0 0 0,-1-1 0 0 0,0 0-1 0 0,-1 0 1 0 0,1 1 0 0 0,-1-1 0 0 0,-1 0 0 0 0,1 0-1 0 0,-1 0 1 0 0,-1-13 0 0 0,0 16-378 0 0,0 3-124 0 0,1 0-1 0 0,-1 0 1 0 0,1 0-1 0 0,-1 0 1 0 0,0 1-1 0 0,1-1 1 0 0,-1 0-1 0 0,0 0 1 0 0,0 1 0 0 0,1-1-1 0 0,-1 1 1 0 0,0-1-1 0 0,0 1 1 0 0,0-1-1 0 0,0 1 1 0 0,0-1-1 0 0,0 1 1 0 0,0 0 0 0 0,0-1-1 0 0,0 1 1 0 0,0 0-1 0 0,0 0 1 0 0,-1 0-1 0 0,-23-4 303 0 0,11 5-198 0 0,-1 0 1 0 0,0 1 0 0 0,1 0-1 0 0,0 1 1 0 0,-1 1-1 0 0,1 0 1 0 0,0 1 0 0 0,-20 11-1 0 0,30-15-113 0 0,0 1-1 0 0,0-1 0 0 0,0 1 0 0 0,1 0 1 0 0,-1 0-1 0 0,0 1 0 0 0,1-1 0 0 0,0 1 1 0 0,-1 0-1 0 0,1 0 0 0 0,0 0 0 0 0,1 0 1 0 0,-1 0-1 0 0,0 1 0 0 0,1-1 0 0 0,0 1 1 0 0,0 0-1 0 0,0-1 0 0 0,0 1 0 0 0,1 0 1 0 0,-1 0-1 0 0,1 0 0 0 0,0 0 0 0 0,0 1 1 0 0,0-1-1 0 0,1 0 0 0 0,0 0 0 0 0,0 1 1 0 0,0-1-1 0 0,0 5 0 0 0,2 0 6 0 0,0-4-10 0 0,-1-1 0 0 0,1 1 0 0 0,0 0 1 0 0,0-1-1 0 0,1 0 0 0 0,-1 1 0 0 0,1-1 1 0 0,0 0-1 0 0,0 0 0 0 0,0-1 0 0 0,1 1 0 0 0,-1 0 1 0 0,7 3-1 0 0,-4-2 2 0 0,18 16-68 0 0,47 32 0 0 0,-40-31 89 0 0,27 18 63 0 0,-34-21-82 0 0,20 17-24 0 0,-41-33 2 0 0,-2-1 16 0 0,0-1 0 0 0,-1 1 0 0 0,1-1 0 0 0,0 1 0 0 0,0-1 0 0 0,0 1 0 0 0,0-1 0 0 0,0 0 0 0 0,0 0 0 0 0,0 1 0 0 0,1-1 0 0 0,0 1 0 0 0,-1-2 0 0 0,2 4-3 0 0,0 7 46 0 0,-2-11-38 0 0,-1 0 0 0 0,0 1 1 0 0,1-1-1 0 0,-1 0 0 0 0,0 1 1 0 0,1-1-1 0 0,-1 1 0 0 0,0-1 1 0 0,0 1-1 0 0,1-1 0 0 0,-1 1 1 0 0,0-1-1 0 0,0 1 0 0 0,0-1 1 0 0,0 1-1 0 0,0-1 0 0 0,0 1 1 0 0,0-1-1 0 0,0 1 0 0 0,0-1 1 0 0,0 1-1 0 0,0-1 0 0 0,0 1 1 0 0,0-1-1 0 0,0 1 0 0 0,0-1 1 0 0,0 1-1 0 0,-1-1 0 0 0,1 1 1 0 0,0-1-1 0 0,0 0 0 0 0,-1 1 1 0 0,-1 2 3 0 0,0 0 0 0 0,0 0 0 0 0,0-1 0 0 0,0 1 0 0 0,-1-1 0 0 0,1 0 0 0 0,-1 0 0 0 0,1 0 0 0 0,-4 2 0 0 0,2-2-1 0 0,-1 0-6 0 0,-14 3 5 0 0,14-4 10 0 0,-1 0 24 0 0,-16 0 80 0 0,17-1-101 0 0,-1-1-39 0 0,-18-1-1 0 0,19 2 2 0 0,-1-2 19 0 0,-31-10-29 0 0,32 9 19 0 0,-3-4-25 0 0,5 4 4 0 0,0 0 0 0 0,-1 0-1 0 0,1 0 1 0 0,0-1 0 0 0,0 1 0 0 0,1-1 0 0 0,-1 0-1 0 0,1 0 1 0 0,0 0 0 0 0,0 0 0 0 0,0 0 0 0 0,1 0 0 0 0,-1 0-1 0 0,1-1 1 0 0,0 1 0 0 0,0 0 0 0 0,0-8 0 0 0,1 7-49 0 0,1-1-1 0 0,-1 0 1 0 0,1 1 0 0 0,0-1 0 0 0,1 1 0 0 0,-1-1-1 0 0,1 1 1 0 0,0 0 0 0 0,1-1 0 0 0,-1 1 0 0 0,1 0 0 0 0,0 0-1 0 0,0 1 1 0 0,1-1 0 0 0,6-6 0 0 0,11-11-584 0 0,2 1 0 0 0,0 0 0 0 0,1 2 0 0 0,54-31 0 0 0,-23 19-246 0 0,88-34 1 0 0,-139 63 881 0 0,1 0 28 0 0,41-15 153 0 0,-41 15 555 0 0,0 2-526 0 0,19-2 744 0 0,-23 7-812 0 0,0 16-45 0 0,-1-16 76 0 0,-2 1 38 0 0,-43 123 1106 0 0,42-117-1204 0 0,-1 0 0 0 0,2 0 0 0 0,-2 14 0 0 0,3-21-31 0 0,1 1-16 0 0,1 19-4 0 0,0-19-6 0 0,0-4-23 0 0,0 0-1 0 0,0-1 1 0 0,0 1 0 0 0,0 0 0 0 0,0 0 0 0 0,-1-1-1 0 0,1 1 1 0 0,-1 0 0 0 0,1 0 0 0 0,-1 3 0 0 0,2 0 20 0 0,-1-5-22 0 0,-1 0-1 0 0,1 0 1 0 0,-1 0-1 0 0,1 0 1 0 0,-1 1-1 0 0,1-1 1 0 0,-1 0-1 0 0,1 0 1 0 0,-1 0-1 0 0,1 1 1 0 0,-1-1-1 0 0,1 0 1 0 0,-1 0-1 0 0,0 1 1 0 0,1-1-1 0 0,-1 0 1 0 0,0 1-1 0 0,1-1 1 0 0,-1 0-1 0 0,0 1 1 0 0,1-1-1 0 0,-1 1 1 0 0,0-1-1 0 0,1 1 1 0 0,13 12 57 0 0,1-5-56 0 0,-11-6 17 0 0,2-2 74 0 0,-2 0-62 0 0,1 0 0 0 0,0 0 0 0 0,0 0 0 0 0,0-1 0 0 0,-1 1 0 0 0,1-1 0 0 0,0 0 0 0 0,-1-1 0 0 0,1 1 0 0 0,-1-1 0 0 0,1 0 0 0 0,-1 0 0 0 0,0 0 0 0 0,1-1 0 0 0,-1 1 0 0 0,-1-1 0 0 0,1 0 0 0 0,0 0 0 0 0,-1-1-1 0 0,1 1 1 0 0,-1-1 0 0 0,0 1 0 0 0,0-1 0 0 0,0 0 0 0 0,-1 0 0 0 0,0 0 0 0 0,4-9 0 0 0,15-44 33 0 0,-16 38-209 0 0,-2 0 3 0 0,-2 3-81 0 0,-4-47-793 0 0,2 59 793 0 0,0-1 0 0 0,-1 0-1 0 0,1 0 1 0 0,-1 0-1 0 0,0 1 1 0 0,0-1 0 0 0,0 1-1 0 0,-1 0 1 0 0,1 0 0 0 0,-7-7-1 0 0,7 7 22 0 0,1 2 85 0 0,0 1 1 0 0,0 0-1 0 0,0-1 1 0 0,0 1-1 0 0,-1 0 1 0 0,1-1-1 0 0,0 1 1 0 0,0 0-1 0 0,-1 0 0 0 0,1 0 1 0 0,-1 0-1 0 0,1 0 1 0 0,-1 0-1 0 0,1 1 1 0 0,-1-1-1 0 0,-2 0 1 0 0,-1-1-312 0 0,-6-3-1750 0 0,-20-5-1520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0 3632 0 0,'0'0'6662'0'0,"0"5"-6360"0"0,0 13-75 0 0,-1-1 0 0 0,-1 0 0 0 0,0 1-1 0 0,-2-1 1 0 0,0 0 0 0 0,-11 29 0 0 0,11-32-182 0 0,-69 175 400 0 0,70-181-422 0 0,-3 6 11 0 0,-15 32 15 0 0,19-43-14 0 0,6 0-27 0 0,-1-2-7 0 0,0 1 0 0 0,0 0-1 0 0,1-1 1 0 0,-1 1 0 0 0,1-1 0 0 0,-1 0-1 0 0,1 0 1 0 0,0-1 0 0 0,-1 1 0 0 0,1-1-1 0 0,0 1 1 0 0,-1-1 0 0 0,1-1 0 0 0,0 1-1 0 0,-1 0 1 0 0,1-1 0 0 0,4-1 0 0 0,211-35-222 0 0,-173 28 211 0 0,-37 6 8 0 0,1 1 3 0 0,-1-1 0 0 0,0 0 0 0 0,0 0 0 0 0,0-1 0 0 0,-1 0 0 0 0,1-1 0 0 0,-1 0 0 0 0,0 0 0 0 0,0 0 0 0 0,8-9 0 0 0,-12 11 55 0 0,-3-2-42 0 0,6-12-5 0 0,-5 13 5 0 0,-2-2 1 0 0,-1-16 23 0 0,0 17 8 0 0,0 1 5 0 0,-4-14-13 0 0,4 14-3 0 0,0 0 27 0 0,-5-13 20 0 0,5 13 103 0 0,-1 0-119 0 0,2 4-60 0 0,0-1 1 0 0,-1-1-1 0 0,1 1 1 0 0,-1-1 0 0 0,1 1-1 0 0,-1-1 1 0 0,1 1 0 0 0,-1-1-1 0 0,0 1 1 0 0,1 0 0 0 0,-1 0-1 0 0,-2-3 105 0 0,1 5-104 0 0,0-1 1 0 0,0 0-1 0 0,0 1 1 0 0,0-1-1 0 0,1 1 0 0 0,-1 0 1 0 0,0 0-1 0 0,0-1 1 0 0,-3 3-1 0 0,5-2-6 0 0,0-1-1 0 0,-1 0 1 0 0,1 0 0 0 0,0 0 0 0 0,-1 0-1 0 0,1 0 1 0 0,0 0 0 0 0,0 0 0 0 0,-1 1-1 0 0,1-1 1 0 0,0 0 0 0 0,0 0 0 0 0,-1 0-1 0 0,1 1 1 0 0,0-1 0 0 0,0 0 0 0 0,0 0 0 0 0,-1 1-1 0 0,1-1 1 0 0,0 0 0 0 0,0 0 0 0 0,0 1-1 0 0,0-1 1 0 0,0 0 0 0 0,-1 1 0 0 0,1-1-1 0 0,0 0 1 0 0,0 1 0 0 0,0-1 0 0 0,-26 96-94 0 0,-25 183 0 0 0,28-134-870 0 0,20-127 505 0 0,0 2 204 0 0,2-1-226 0 0,0 4-18 0 0,1-18-136 0 0,0 2-196 0 0,1 19-229 0 0,0-19-163 0 0,11 14-5767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123 104 3608 0 0,'0'0'1324'0'0,"1"-4"-193"0"0,5-14-195 0 0,-5 14 1802 0 0,-1-1-2237 0 0,0 1-301 0 0,0 0-1 0 0,0 0 1 0 0,-1 0-1 0 0,0 1 1 0 0,0-1 0 0 0,0 0-1 0 0,0 1 1 0 0,0-1-1 0 0,-3-3 1 0 0,2 4 240 0 0,-2 5-296 0 0,-3 1-25 0 0,1 1 1 0 0,0 0 0 0 0,0 0-1 0 0,0 1 1 0 0,1-1 0 0 0,-1 1-1 0 0,1 1 1 0 0,0-1 0 0 0,1 1-1 0 0,-6 8 1 0 0,2-2-6 0 0,2 1 0 0 0,0 0 0 0 0,0 0 0 0 0,1 0-1 0 0,1 1 1 0 0,0-1 0 0 0,1 1 0 0 0,1 0 0 0 0,0 0 0 0 0,0 20 0 0 0,2-22-88 0 0,1-1 0 0 0,0 1 0 0 0,1-1 0 0 0,1 1-1 0 0,0-1 1 0 0,0 0 0 0 0,1 0 0 0 0,1 0 0 0 0,-1-1 0 0 0,11 16 0 0 0,-13-23-32 0 0,1 0 0 0 0,-1 0-1 0 0,1 0 1 0 0,0 0 0 0 0,0-1 0 0 0,0 1-1 0 0,0-1 1 0 0,6 4 0 0 0,-3-3 0 0 0,-2 0-3 0 0,1-1 18 0 0,17 5-17 0 0,-16-5 11 0 0,0-2 3 0 0,3 0 10 0 0,-1 0 0 0 0,0 0 0 0 0,1-1 0 0 0,-1 0-1 0 0,0-1 1 0 0,0 0 0 0 0,0 0 0 0 0,0-1 0 0 0,9-4 0 0 0,31-27 147 0 0,-40 27-145 0 0,-1-1-1 0 0,0 0 0 0 0,0 0 1 0 0,-1 0-1 0 0,0-1 0 0 0,0 0 0 0 0,-1 0 1 0 0,0-1-1 0 0,-1 1 0 0 0,0-1 1 0 0,-1 0-1 0 0,0 0 0 0 0,0 0 0 0 0,2-20 1 0 0,-4 23-21 0 0,1-2-34 0 0,-1-1 0 0 0,0 1-1 0 0,-1-1 1 0 0,0 0 0 0 0,0 1-1 0 0,-3-11 1 0 0,2 12-3 0 0,0-6-178 0 0,-2-6 55 0 0,-4 2-205 0 0,5 12 191 0 0,0-2-39 0 0,-1 1 1 0 0,0-1-1 0 0,0 1 0 0 0,-5-9 1 0 0,6 13-25 0 0,0 1 1 0 0,1-1-1 0 0,-1 1 1 0 0,0 0-1 0 0,0-1 0 0 0,0 1 1 0 0,0 0-1 0 0,0 1 1 0 0,-1-1-1 0 0,1 0 1 0 0,-1 1-1 0 0,1-1 1 0 0,-1 1-1 0 0,0 0 1 0 0,1-1-1 0 0,-1 1 1 0 0,0 1-1 0 0,0-1 1 0 0,-3 0-1 0 0,0-1-300 0 0,-4 0-64 0 0,-7 4-2628 0 0,-15 2-1446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263 136 2760 0 0,'3'-7'745'0'0,"0"0"0"0"0,0 0-1 0 0,-1 0 1 0 0,0 0 0 0 0,0-1 0 0 0,0 1-1 0 0,-1-1 1 0 0,0-10 0 0 0,-1 13 184 0 0,-2 0-543 0 0,-5-14-29 0 0,5 15-34 0 0,2 4-310 0 0,0 0 1 0 0,-1 0-1 0 0,1 0 0 0 0,0 0 1 0 0,-1-1-1 0 0,1 1 1 0 0,-1 0-1 0 0,1 0 1 0 0,0 0-1 0 0,-1 0 0 0 0,1 0 1 0 0,0-1-1 0 0,0 1 1 0 0,-1 0-1 0 0,1 0 1 0 0,0 0-1 0 0,-1-1 0 0 0,1 1 1 0 0,0 0-1 0 0,0-1 1 0 0,-1 1-1 0 0,1 0 0 0 0,0 0 1 0 0,0-1-1 0 0,0 1 1 0 0,0 0-1 0 0,-1-1 1 0 0,1 1-1 0 0,0-1 0 0 0,0 0 15 0 0,-1 0 0 0 0,1 0 0 0 0,-1 1 0 0 0,1-1 0 0 0,-1 0 0 0 0,1 0 0 0 0,-1 0 0 0 0,0 1-1 0 0,1-1 1 0 0,-1 0 0 0 0,0 1 0 0 0,0-1 0 0 0,1 1 0 0 0,-1-1 0 0 0,0 1 0 0 0,0-1 0 0 0,-1 0-1 0 0,-5-1 23 0 0,-1 1 0 0 0,1-1 0 0 0,0 1 0 0 0,0 1 0 0 0,-1-1 0 0 0,1 1 0 0 0,0 1 0 0 0,-1-1 0 0 0,1 1 0 0 0,0 0 0 0 0,-1 1 0 0 0,1 0-1 0 0,0 0 1 0 0,0 0 0 0 0,1 1 0 0 0,-1 0 0 0 0,0 1 0 0 0,1-1 0 0 0,0 1 0 0 0,0 1 0 0 0,0-1 0 0 0,0 1 0 0 0,-5 5 0 0 0,-14 14-21 0 0,9-6 0 0 0,1 7-9 0 0,6-4-6 0 0,7-16 1 0 0,0 0-24 0 0,-9 31 19 0 0,11-29-15 0 0,1-1 1 0 0,-1-2-5 0 0,1 2-40 0 0,0 0 29 0 0,1-1 0 0 0,-1 1 0 0 0,2 0 0 0 0,-1 0 0 0 0,5 7 1 0 0,-5-10-21 0 0,2-1-58 0 0,11 4 35 0 0,-11-4-2 0 0,1-3-74 0 0,19-1 116 0 0,-18 2 8 0 0,2-6-15 0 0,-1 6 24 0 0,28-23-69 0 0,-24 14 102 0 0,0 0 0 0 0,-1-1 0 0 0,0 0 1 0 0,13-18-1 0 0,-6 8 75 0 0,-15 17-41 0 0,1-1 11 0 0,9-13 3 0 0,-10 13 73 0 0,1 1-100 0 0,10-15 630 0 0,-8 20-516 0 0,12 4 6 0 0,-13-4-7 0 0,-2 4-4 0 0,5 46 130 0 0,-3-1 0 0 0,-2 97 1 0 0,-3-96-458 0 0,3 10-1142 0 0,-2-55 692 0 0,1-2-84 0 0,2 14-91 0 0,-2-14-83 0 0,2-1-1498 0 0,4 9 1373 0 0,-3-8-2260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93 2080 0 0,'1'-5'1250'0'0,"14"-40"2057"0"0,-14 41-2723 0 0,10-17 807 0 0,5 6-7 0 0,-12 15-1108 0 0,-1-1-214 0 0,0 0 1 0 0,0 1-1 0 0,0 0 0 0 0,0-1 0 0 0,0 1 0 0 0,0 1 1 0 0,1-1-1 0 0,-1 0 0 0 0,0 1 0 0 0,0-1 0 0 0,0 1 1 0 0,-1 0-1 0 0,1 0 0 0 0,0 0 0 0 0,0 1 0 0 0,0-1 0 0 0,-1 1 1 0 0,1-1-1 0 0,-1 1 0 0 0,1 0 0 0 0,-1 0 0 0 0,0 0 1 0 0,1 0-1 0 0,-1 0 0 0 0,2 4 0 0 0,1 2-1 0 0,-2 0 0 0 0,1 0 0 0 0,-1 1 0 0 0,0-1 0 0 0,-1 1 0 0 0,0 0 0 0 0,-1 0 0 0 0,1 0-1 0 0,-2-1 1 0 0,1 1 0 0 0,-1 0 0 0 0,-1 0 0 0 0,1 0 0 0 0,-2 0 0 0 0,1 0 0 0 0,-1 0 0 0 0,-6 16 0 0 0,-17 39 430 0 0,17-46-304 0 0,1-5-114 0 0,-3 2 101 0 0,-38 49 534 0 0,45-61-625 0 0,2-3-55 0 0,1 1-1 0 0,-1-1 1 0 0,0 1-1 0 0,1-1 1 0 0,-1 1-1 0 0,0 0 1 0 0,1-1-1 0 0,-1 1 1 0 0,1 0-1 0 0,-1-1 1 0 0,1 1-1 0 0,-1 0 1 0 0,1 0-1 0 0,0-1 1 0 0,-1 1-1 0 0,1 0 1 0 0,0 0-1 0 0,0 0 1 0 0,0-1-1 0 0,-1 1 1 0 0,1 0 0 0 0,0 0-1 0 0,0 0 1 0 0,0 1-1 0 0,16-4-233 0 0,-1-1 0 0 0,-1 0 0 0 0,1-2 0 0 0,0 0 0 0 0,-1 0 0 0 0,0-1 0 0 0,16-10 0 0 0,13-4-586 0 0,214-82-7592 0 0,-212 88 3858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71 1600 0 0,'0'0'10558'0'0,"6"-1"-10434"0"0,64-6 427 0 0,229-41 331 0 0,-274 41-1344 0 0,-21 6 229 0 0,1 0-351 0 0,15-4 218 0 0,-15 4-44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10 2660 0 0,'0'0'2623'0'0,"-3"-2"-1930"0"0,3 1-503 0 0,-1 1 0 0 0,1-1 0 0 0,-1 1-1 0 0,1-1 1 0 0,-1 1 0 0 0,0-1 0 0 0,1 1 0 0 0,-1 0 0 0 0,1-1 0 0 0,-1 1 0 0 0,0-1-1 0 0,1 1 1 0 0,-1 0 0 0 0,0 0 0 0 0,1 0 0 0 0,-1-1 0 0 0,0 1 0 0 0,0 0 0 0 0,1 0 0 0 0,-1 0-1 0 0,0 0 1 0 0,0 0 0 0 0,1 0 0 0 0,-1 0 0 0 0,0 0 0 0 0,1 0 0 0 0,-1 1 0 0 0,0-1-1 0 0,-1 1 1 0 0,-6 4-617 0 0,5-3 645 0 0,3 4-25 0 0,8 171 798 0 0,-1-77-866 0 0,-5-81-412 0 0,0 1 0 0 0,10 36 0 0 0,-7-36-68 0 0,4-7-1827 0 0,-9-12 1954 0 0,1-1 0 0 0,-1 0 0 0 0,1 1 0 0 0,-1-1 0 0 0,1 0 0 0 0,-1 1 0 0 0,1-1 0 0 0,-1 0 0 0 0,1 0 0 0 0,-1 1 1 0 0,1-1-1 0 0,-1 0 0 0 0,1 0 0 0 0,-1 0 0 0 0,1 0 0 0 0,-1 0 0 0 0,1 0 0 0 0,-1 0 0 0 0,1 0 0 0 0,0 0 0 0 0,-1 0 0 0 0,1 0 1 0 0,-1 0-1 0 0,1-1 0 0 0,23-7-3408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80 2620 0 0,'0'0'3989'0'0,"-1"-4"-3319"0"0,-1-13-86 0 0,1 12 1934 0 0,1 7-2474 0 0,1-1 0 0 0,-1 1 0 0 0,0-1 0 0 0,1 0 0 0 0,-1 1 0 0 0,1-1 0 0 0,-1 0 0 0 0,1 1 0 0 0,0-1 0 0 0,-1 0 0 0 0,1 0 0 0 0,1 2 0 0 0,0 0 52 0 0,0 1 182 0 0,0 2-33 0 0,46 165 1398 0 0,-47-168-1571 0 0,6 19 72 0 0,-5-18-112 0 0,0 2 88 0 0,-1-2-2 0 0,3 12 16 0 0,-2-12 393 0 0,-1 0-318 0 0,0-4-128 0 0,-1 1 4 0 0,1 1 0 0 0,0-1 1 0 0,0 0-1 0 0,0 0 1 0 0,0 1-1 0 0,-1-1 1 0 0,1 1-1 0 0,-1-1 0 0 0,1 0 1 0 0,-1 1-1 0 0,1 2 1 0 0,3-6 9 0 0,0 1-70 0 0,-1-1 1 0 0,0 0-1 0 0,0 0 0 0 0,0 0 0 0 0,0 0 1 0 0,0 0-1 0 0,-1-1 0 0 0,1 1 0 0 0,-1-1 1 0 0,0 0-1 0 0,1 0 0 0 0,-1 0 0 0 0,0 0 1 0 0,-1 0-1 0 0,3-3 0 0 0,25-46 41 0 0,36-67-615 0 0,-25 42-1944 0 0,-38 73 1799 0 0,1-1-26 0 0,7-13-480 0 0,-10 17 792 0 0,1-1 0 0 0,0 1 1 0 0,-1 0-1 0 0,1-1 0 0 0,0 1 0 0 0,0 0 1 0 0,0 0-1 0 0,0 0 0 0 0,0 0 0 0 0,0-1 0 0 0,0 2 1 0 0,0-1-1 0 0,0 0 0 0 0,1 0 0 0 0,-1 0 0 0 0,3-1 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76 2872 0 0,'0'0'2002'0'0,"1"5"-1169"0"0,2 13-132 0 0,-2-13 440 0 0,0-1-666 0 0,4 15-115 0 0,-4-14 151 0 0,0-1-178 0 0,14 35 875 0 0,-13-35-871 0 0,1-2-144 0 0,8 8-68 0 0,-8-7 186 0 0,3-4-264 0 0,0 1-40 0 0,-1-1 0 0 0,1 0 1 0 0,-1 0-1 0 0,1-1 0 0 0,-1 1 0 0 0,0-1 0 0 0,1 0 0 0 0,-1-1 0 0 0,0 1 1 0 0,-1-1-1 0 0,1 0 0 0 0,0 0 0 0 0,-1-1 0 0 0,1 1 0 0 0,-1-1 1 0 0,0 0-1 0 0,-1 0 0 0 0,7-8 0 0 0,24-51-239 0 0,-32 59 163 0 0,-1-1 12 0 0,4-17 14 0 0,-4 16 15 0 0,-2 1-101 0 0,-1-16-74 0 0,1 16 204 0 0,-3 3 25 0 0,1 1-20 0 0,0 0 0 0 0,0 0 0 0 0,0 1 1 0 0,-1-1-1 0 0,1 1 0 0 0,0-1 0 0 0,0 1 0 0 0,0 0 0 0 0,0 0 0 0 0,-1 1 1 0 0,1-1-1 0 0,0 1 0 0 0,0-1 0 0 0,0 1 0 0 0,0 0 0 0 0,0 0 0 0 0,0 0 1 0 0,0 1-1 0 0,0-1 0 0 0,0 1 0 0 0,1 0 0 0 0,-6 3 0 0 0,-2 4 111 0 0,0-1 0 0 0,0 1 0 0 0,1 0 0 0 0,0 1 0 0 0,1 0-1 0 0,0 1 1 0 0,1 0 0 0 0,0 0 0 0 0,1 0 0 0 0,0 1 0 0 0,-9 24-1 0 0,14-32 53 0 0,0 1-132 0 0,1-1 0 0 0,-1 0 0 0 0,1 1 1 0 0,0-1-1 0 0,0 1 0 0 0,1-1 0 0 0,-1 0 0 0 0,1 1 0 0 0,0-1 0 0 0,0 0 0 0 0,1 0 0 0 0,-1 1 0 0 0,1-1 1 0 0,0 0-1 0 0,0 0 0 0 0,0-1 0 0 0,0 1 0 0 0,1 0 0 0 0,4 5 0 0 0,1-3-56 0 0,0 0-1 0 0,0 0 0 0 0,1-1 1 0 0,0 0-1 0 0,0-1 1 0 0,0 0-1 0 0,0 0 0 0 0,1-1 1 0 0,-1 0-1 0 0,1 0 1 0 0,0-1-1 0 0,0-1 0 0 0,0 0 1 0 0,0 0-1 0 0,0-1 0 0 0,14-1 1 0 0,40-7-1036 0 0,-43 4 315 0 0,0-3 59 0 0,-11 3 27 0 0,35-19-4703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36 3188 0 0,'0'0'1181'0'0,"-5"1"-112"0"0,-20 0 4793 0 0,30-2-5733 0 0,34-4 244 0 0,62-2 0 0 0,20 0 193 0 0,21-7-98 0 0,-136 14-520 0 0,-1-1-1088 0 0,14-1 428 0 0,-14 1-38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1 114 3592 0 0,'0'0'7106'0'0,"4"2"-6716"0"0,-1-1-301 0 0,-1 0 1 0 0,1 0 0 0 0,-1 0 0 0 0,1 1-1 0 0,-1-1 1 0 0,0 1 0 0 0,1-1 0 0 0,-1 1 0 0 0,0 0-1 0 0,0 0 1 0 0,0 0 0 0 0,0 0 0 0 0,-1 1-1 0 0,1-1 1 0 0,0 0 0 0 0,-1 1 0 0 0,0-1-1 0 0,2 5 1 0 0,70 146 2491 0 0,-72-149-2420 0 0,1 2 11 0 0,-1 0 0 0 0,1 0-1 0 0,0-1 1 0 0,6 12 0 0 0,-3-7 64 0 0,-4-6 1172 0 0,3 2-1079 0 0,-4-6-313 0 0,0 1 1 0 0,1-1-1 0 0,-1 0 1 0 0,0 1-1 0 0,0-1 1 0 0,0 1-1 0 0,0-1 1 0 0,0 0-1 0 0,1 1 1 0 0,-1-1-1 0 0,0 0 1 0 0,0 1-1 0 0,1-1 1 0 0,-1 1-1 0 0,0-1 1 0 0,0 0-1 0 0,1 0 1 0 0,-1 1-1 0 0,0-1 1 0 0,1 0-1 0 0,-1 0 1 0 0,0 1-1 0 0,1-1 1 0 0,-1 0-1 0 0,1 0 1 0 0,-1 0-1 0 0,0 0 1 0 0,1 1-1 0 0,-1-1 1 0 0,1 0-1 0 0,-1 0 1 0 0,1 0-1 0 0,-1 0 1 0 0,0 0-1 0 0,1 0 1 0 0,0 0-1 0 0,15-22 41 0 0,0-1 0 0 0,-2 0 1 0 0,0-1-1 0 0,12-33 0 0 0,22-38-421 0 0,-28 62-31 0 0,30-53-5131 0 0,-48 82 3911 0 0,10-9-3821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19 102 3060 0 0,'1'5'1171'0'0,"2"13"-96"0"0,-2-13 1294 0 0,0-1-1670 0 0,3 15-78 0 0,-3-14 924 0 0,1-2-1148 0 0,0 1-175 0 0,0 0 1 0 0,1-1-1 0 0,0 1 0 0 0,0-1 0 0 0,0 0 1 0 0,0 0-1 0 0,5 3 0 0 0,-4-3 396 0 0,1-3-343 0 0,16 2-15 0 0,-16-1-23 0 0,0-2-13 0 0,15-2-21 0 0,-15 2-22 0 0,0-1 6 0 0,4-2-125 0 0,0 0 0 0 0,-1 0 1 0 0,1-1-1 0 0,-1 0 0 0 0,0-1 0 0 0,0 0 0 0 0,-1 0 1 0 0,0-1-1 0 0,0 1 0 0 0,0-2 0 0 0,-1 1 0 0 0,0-1 0 0 0,0 0 1 0 0,4-9-1 0 0,-8 14-20 0 0,0-2-16 0 0,6-18 2 0 0,-7 22-31 0 0,-1-1 1 0 0,1 0-1 0 0,-1 1 0 0 0,1-1 1 0 0,-1 0-1 0 0,0 1 1 0 0,0-1-1 0 0,0 0 1 0 0,0 0-1 0 0,0 1 1 0 0,0-1-1 0 0,0 0 0 0 0,-1 1 1 0 0,1-1-1 0 0,0 0 1 0 0,-1 1-1 0 0,0-1 1 0 0,1 0-1 0 0,-3-2 0 0 0,2 3 4 0 0,0-1-7 0 0,0 0 0 0 0,-1 1 0 0 0,0-1 1 0 0,1 1-1 0 0,-1-1 0 0 0,0 1 1 0 0,0 0-1 0 0,0 0 0 0 0,0-1 1 0 0,0 1-1 0 0,0 1 0 0 0,0-1 0 0 0,0 0 1 0 0,-1 0-1 0 0,1 1 0 0 0,0-1 1 0 0,0 1-1 0 0,-1 0 0 0 0,1 0 1 0 0,0 0-1 0 0,-1 0 0 0 0,1 0 0 0 0,-3 1 1 0 0,0-1-3 0 0,-1 1 1 0 0,0 0 0 0 0,0 0 0 0 0,1 0-1 0 0,-1 1 1 0 0,0-1 0 0 0,1 2 0 0 0,0-1-1 0 0,-1 0 1 0 0,-6 6 0 0 0,-2 1 37 0 0,0 0 0 0 0,1 2 0 0 0,-16 15 0 0 0,24-19-9 0 0,-1 0 0 0 0,1 1 0 0 0,0-1 0 0 0,-5 14 0 0 0,8-18-36 0 0,-2 5 18 0 0,0-1 0 0 0,0 0 0 0 0,1 1 0 0 0,0-1 0 0 0,1 1 0 0 0,0 0 1 0 0,0-1-1 0 0,-1 16 0 0 0,2-21 1 0 0,0 1 0 0 0,1-1 0 0 0,0 0 0 0 0,-1 1 0 0 0,1-1 0 0 0,0 0 0 0 0,0 1 0 0 0,1-1 0 0 0,-1 1 0 0 0,1 1 0 0 0,0 3 4 0 0,-1-6-7 0 0,0 0 0 0 0,0 0 0 0 0,0 0 0 0 0,0 1 1 0 0,1-1-1 0 0,-1 0 0 0 0,0 0 0 0 0,1 0 0 0 0,-1 0 1 0 0,0 0-1 0 0,1 0 0 0 0,-1 0 0 0 0,1 0 0 0 0,0 0 0 0 0,-1 0 1 0 0,1 0-1 0 0,0 0 0 0 0,0 0 0 0 0,-1 0 0 0 0,1-1 0 0 0,1 2 1 0 0,0 0 2 0 0,2 2 0 0 0,0 0-1 0 0,-1-1 1 0 0,1 1 0 0 0,1-1 0 0 0,-1 0 0 0 0,0 0 0 0 0,1 0-1 0 0,-1-1 1 0 0,1 0 0 0 0,9 4 0 0 0,-10-5-2 0 0,4 3-7 0 0,1-1-1 0 0,0 0 0 0 0,0-1 0 0 0,0 0 0 0 0,0 0 0 0 0,1-1 0 0 0,12 0 0 0 0,-14 0-15 0 0,16 2-135 0 0,-3-3 76 0 0,2-1-166 0 0,-14 1 145 0 0,30-4-613 0 0,-31 3 568 0 0,1 0-377 0 0,-1 0 1 0 0,1 0-1 0 0,0-1 0 0 0,-1 0 0 0 0,1 0 1 0 0,13-7-1 0 0,-17 7-67 0 0,3-2-113 0 0,2-4-3188 0 0,5-4-1740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42 3148 0 0,'0'0'1370'0'0,"-4"1"-199"0"0,-5 5 2908 0 0,14-3-1678 0 0,30-2-1056 0 0,40-7-1486 0 0,220-35 805 0 0,-291 41-861 0 0,21-5-440 0 0,-20 5 217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8 3100 0 0,'0'0'3434'0'0,"-2"-2"-2595"0"0,1 1-728 0 0,0 1 0 0 0,1-1 0 0 0,-1 1 0 0 0,0-1 0 0 0,0 1 0 0 0,1 0 0 0 0,-1-1 0 0 0,0 1 0 0 0,0 0 0 0 0,0-1 0 0 0,1 1 0 0 0,-1 0 0 0 0,0 0 0 0 0,0 0 0 0 0,0 0 0 0 0,0 0 0 0 0,0 0 0 0 0,1 0 0 0 0,-1 0 0 0 0,0 0 0 0 0,0 0 0 0 0,0 0 0 0 0,0 1 1 0 0,1-1-1 0 0,-1 0 0 0 0,0 1 0 0 0,0-1 0 0 0,1 0 0 0 0,-1 1 0 0 0,0-1 0 0 0,0 1 0 0 0,1-1 0 0 0,-1 1 0 0 0,1 0 0 0 0,-1-1 0 0 0,0 1 0 0 0,1 0 0 0 0,-1-1 0 0 0,1 1 0 0 0,-1 0 0 0 0,-2 3 392 0 0,1 1-16 0 0,-2 18-183 0 0,0 1-1 0 0,1 0 1 0 0,1-1 0 0 0,2 1-1 0 0,0 0 1 0 0,2 0-1 0 0,7 39 1 0 0,20 59-1855 0 0,-28-118 967 0 0,5 15-566 0 0,-3-15 905 0 0,-2 0-635 0 0,1 0-214 0 0,7 10-239 0 0,-7-10-184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76 3000 0 0,'0'0'3807'0'0,"4"-2"-2831"0"0,13-7 1402 0 0,-12 12-2110 0 0,0 0 0 0 0,0 0 0 0 0,-1 1 0 0 0,0 0 0 0 0,0 0 0 0 0,0 0 1 0 0,0 1-1 0 0,-1-1 0 0 0,1 1 0 0 0,3 8 0 0 0,26 54 1106 0 0,-25-48-1135 0 0,26 58 751 0 0,-32-73-861 0 0,0 0-4 0 0,5 12-7 0 0,-5-12 156 0 0,-1 0-97 0 0,6 15 1391 0 0,18-24-1430 0 0,-20 4-102 0 0,-5-1-34 0 0,1 0 1 0 0,-1 1-1 0 0,1-1 1 0 0,0 0-1 0 0,-1 1 0 0 0,1-1 1 0 0,0 1-1 0 0,0-1 1 0 0,0 1-1 0 0,0-1 1 0 0,0 1-1 0 0,3-3 1 0 0,-3 2 1 0 0,60-118-82 0 0,14-37-5603 0 0,-73 153 4290 0 0,7-9-1270 0 0,-6 8-878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0 157 2680 0 0,'0'0'2201'0'0,"2"3"-1286"0"0,-1-2-858 0 0,-1 0 120 0 0,1 1 0 0 0,0-1 1 0 0,0 0-1 0 0,0 1 0 0 0,0-1 1 0 0,0 0-1 0 0,0 0 1 0 0,0 0-1 0 0,0 0 0 0 0,0 0 1 0 0,1 0-1 0 0,-1 0 0 0 0,0 0 1 0 0,1 0-1 0 0,-1-1 0 0 0,1 1 1 0 0,-1-1-1 0 0,1 1 1 0 0,-1-1-1 0 0,1 1 0 0 0,-1-1 1 0 0,1 0-1 0 0,-1 0 0 0 0,1 0 1 0 0,-1 0-1 0 0,1 0 1 0 0,0 0-1 0 0,1 0 0 0 0,10-5 28 0 0,0 0 0 0 0,-1-1 1 0 0,0 0-1 0 0,0-1 0 0 0,0-1 0 0 0,-1 0 0 0 0,0 0 0 0 0,0-1 0 0 0,-1 0 0 0 0,-1-1 0 0 0,13-15 0 0 0,-20 22-117 0 0,-2 3-83 0 0,0-1-1 0 0,0 1 0 0 0,0-1 1 0 0,0 1-1 0 0,0-1 0 0 0,0 1 1 0 0,0-1-1 0 0,0 1 0 0 0,0-1 1 0 0,1 1-1 0 0,-1 0 0 0 0,0-1 1 0 0,0 1-1 0 0,0-1 0 0 0,1 1 1 0 0,-1-1-1 0 0,0 1 0 0 0,0 0 1 0 0,1-1-1 0 0,-1 1 0 0 0,0-1 1 0 0,1 1-1 0 0,-1 0 0 0 0,1-1 1 0 0,0 1 3 0 0,-1-1 0 0 0,1 0 0 0 0,0 1 0 0 0,-1-1 0 0 0,1 0 0 0 0,-1 1 0 0 0,1-1 0 0 0,-1 0 0 0 0,1 1 0 0 0,-1-1 0 0 0,0 0 0 0 0,1 0 0 0 0,-1 0 0 0 0,0 1 0 0 0,0-1 0 0 0,0 0 0 0 0,1 0 0 0 0,-1 0 0 0 0,0 0 0 0 0,0 0 0 0 0,0-1 0 0 0,1-16 6 0 0,-1 13-11 0 0,-5-3-20 0 0,5 7 17 0 0,-1 0 0 0 0,1 1 0 0 0,0-1 0 0 0,0 1 1 0 0,0-1-1 0 0,0 1 0 0 0,-1-1 0 0 0,1 1 0 0 0,0-1 1 0 0,0 1-1 0 0,-1-1 0 0 0,1 1 0 0 0,0 0 0 0 0,-1-1 1 0 0,1 1-1 0 0,-1-1 0 0 0,1 1 0 0 0,0 0 0 0 0,-1-1 1 0 0,1 1-1 0 0,-1 0 0 0 0,1 0 0 0 0,-1-1 0 0 0,1 1 1 0 0,-1 0-1 0 0,1 0 0 0 0,-1 0 0 0 0,1 0 0 0 0,-1-1 1 0 0,1 1-1 0 0,-1 0 0 0 0,0 0 0 0 0,1 0 0 0 0,-1 0 1 0 0,-22 0 10 0 0,18 0 16 0 0,-13 12 36 0 0,15-10-40 0 0,-1 0 1 0 0,1 0-1 0 0,0 0 0 0 0,-1 1 1 0 0,1-1-1 0 0,0 1 0 0 0,0-1 1 0 0,1 1-1 0 0,-4 5 0 0 0,-26 42 189 0 0,27-40-109 0 0,1-1 0 0 0,1 0 1 0 0,-1 1-1 0 0,-2 18 0 0 0,5-25-68 0 0,0 2 1 0 0,1 0 1 0 0,-1 0-1 0 0,1-1 0 0 0,0 1 0 0 0,0 0 1 0 0,1 0-1 0 0,0-1 0 0 0,0 1 0 0 0,0 0 1 0 0,2 5-1 0 0,-2-7-21 0 0,1 2-5 0 0,0-1 0 0 0,0 1-1 0 0,0-1 1 0 0,0 0 0 0 0,1 0 0 0 0,0 0 0 0 0,0 0 0 0 0,0 0-1 0 0,0-1 1 0 0,8 7 0 0 0,-8-8-31 0 0,2 3 41 0 0,0-1-1 0 0,0-1 0 0 0,0 1 0 0 0,0-1 0 0 0,1 0 1 0 0,-1 0-1 0 0,1 0 0 0 0,8 2 0 0 0,-8-3-18 0 0,0 0-8 0 0,0 0 1 0 0,1 0 0 0 0,0 0 0 0 0,-1-1-1 0 0,1 0 1 0 0,0 0 0 0 0,11-1 0 0 0,-11 1-25 0 0,7-1-496 0 0,1 1 0 0 0,0-2 0 0 0,0 0-1 0 0,0 0 1 0 0,-1-2 0 0 0,21-5 0 0 0,16-12-5791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34 3576 0 0,'0'0'2375'0'0,"-4"0"-1451"0"0,-16 4-32 0 0,15-3 1281 0 0,0-1-1559 0 0,-15 1-79 0 0,15-1 3499 0 0,11-1-3984 0 0,16-5-2 0 0,-17 5-13 0 0,2 0 7 0 0,63-6 195 0 0,-24 1-17 0 0,51-7 227 0 0,-43 9-6229 0 0,-48 4 3932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1 114 2664 0 0,'0'0'9873'0'0,"3"2"-9582"0"0,6 11 120 0 0,0 1 0 0 0,0-1 0 0 0,-1 1 0 0 0,-1 1 1 0 0,11 29-1 0 0,-10-23-193 0 0,-6-17-29 0 0,-2-2-163 0 0,0 0 0 0 0,1-1 0 0 0,-1 1 0 0 0,0-1 0 0 0,1 1 0 0 0,-1-1 0 0 0,1 1 0 0 0,0-1 0 0 0,-1 1 0 0 0,1-1 0 0 0,2 3 0 0 0,-1 0 30 0 0,0 1 131 0 0,0 0 10 0 0,-1 1 0 0 0,1-1 0 0 0,0 1 0 0 0,1-1 0 0 0,3 7 0 0 0,-4-9 2113 0 0,19-9-2189 0 0,-16 4-100 0 0,-2 0-4 0 0,1-1-1 0 0,-1 0 1 0 0,1 0-1 0 0,-1 0 1 0 0,0-1-1 0 0,-1 1 1 0 0,1 0-1 0 0,-1-1 1 0 0,1 0-1 0 0,-1 0 1 0 0,3-6-1 0 0,103-151-925 0 0,-46 67-4615 0 0,-60 91 4215 0 0,1 0-158 0 0,4-7 556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30 3040 0 0,'0'0'2161'0'0,"1"5"-1241"0"0,10 43 2437 0 0,-9-44-2305 0 0,-1-2-1021 0 0,-1-1-1 0 0,1 1 0 0 0,-1-1 1 0 0,1 0-1 0 0,0 1 1 0 0,0-1-1 0 0,0 0 0 0 0,0 0 1 0 0,0 0-1 0 0,0 0 0 0 0,0 0 1 0 0,2 2-1 0 0,-3-3 24 0 0,3 4 717 0 0,2-3-542 0 0,0 1-110 0 0,1-1 0 0 0,0 1-1 0 0,0-2 1 0 0,0 1 0 0 0,0-1-1 0 0,-1 1 1 0 0,1-2 0 0 0,0 1 0 0 0,0-1-1 0 0,0 1 1 0 0,0-2 0 0 0,0 1-1 0 0,-1-1 1 0 0,1 0 0 0 0,8-4 0 0 0,-10 5-17 0 0,-1-3-30 0 0,25-27 10 0 0,-26 28-36 0 0,-1-1-210 0 0,5-17-46 0 0,-7 17-202 0 0,-5-15 286 0 0,4 15 8 0 0,2 4 10 0 0,-1 0 104 0 0,1 0 0 0 0,-1 0 0 0 0,1 0 0 0 0,0 0 0 0 0,-1 0 0 0 0,1 0 0 0 0,-1 0 0 0 0,1 0 0 0 0,-1 0 0 0 0,1 0 0 0 0,-1 0 0 0 0,1 0 0 0 0,0-1 0 0 0,-1 1 0 0 0,1 0 0 0 0,-1 0 0 0 0,1 0 0 0 0,-1-1 0 0 0,1 1 0 0 0,0 0 0 0 0,-1 0 0 0 0,1-1 0 0 0,0 1 0 0 0,-1 0 0 0 0,1-1 0 0 0,-1 0-4 0 0,0 1 1 0 0,1-1-1 0 0,-1 0 0 0 0,0 1 0 0 0,1-1 1 0 0,-1 1-1 0 0,0 0 0 0 0,0-1 0 0 0,0 1 1 0 0,1-1-1 0 0,-1 1 0 0 0,0 0 0 0 0,0 0 1 0 0,0 0-1 0 0,0-1 0 0 0,0 1 0 0 0,1 0 0 0 0,-1 0 1 0 0,0 0-1 0 0,0 0 0 0 0,0 0 0 0 0,0 1 1 0 0,0-1-1 0 0,-1 0 0 0 0,-28 4-15 0 0,24-2 38 0 0,1 0 0 0 0,0 0-1 0 0,0 0 1 0 0,0 0 0 0 0,0 1 0 0 0,0 0 0 0 0,0 0 0 0 0,0 0 0 0 0,1 1 0 0 0,0-1-1 0 0,-6 7 1 0 0,-1 3 143 0 0,1 0-1 0 0,-12 19 0 0 0,17-25-89 0 0,1 2 39 0 0,0 0 0 0 0,0 1 1 0 0,1 0-1 0 0,0-1 0 0 0,0 1 1 0 0,1 0-1 0 0,1 0 0 0 0,0 1 0 0 0,0-1 1 0 0,1 10-1 0 0,1-14 28 0 0,-1-4-120 0 0,0-1-1 0 0,1 1 0 0 0,-1-1 0 0 0,1 1 0 0 0,-1-1 1 0 0,1 1-1 0 0,0-1 0 0 0,0 1 0 0 0,0-1 0 0 0,-1 0 1 0 0,1 1-1 0 0,3 1 0 0 0,-2-1 15 0 0,0 1-17 0 0,0-1 0 0 0,0 1 0 0 0,1-1 1 0 0,-1 0-1 0 0,1 0 0 0 0,-1 0 0 0 0,1-1 1 0 0,0 1-1 0 0,0 0 0 0 0,0-1 0 0 0,0 0 1 0 0,0 0-1 0 0,0 0 0 0 0,3 1 0 0 0,-4-1-20 0 0,5 1-54 0 0,-1 0 0 0 0,1-1 0 0 0,0 1 0 0 0,0-1 0 0 0,0 0 0 0 0,0-1 0 0 0,10 0 0 0 0,-11 0-12 0 0,10 1-374 0 0,-1-1 0 0 0,0-1 1 0 0,22-3-1 0 0,-27 3 283 0 0,5-1-648 0 0,42-7-496 0 0,-15-9-4143 0 0,-12 2 448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122 58 2640 0 0,'0'0'3743'0'0,"-4"-1"-3191"0"0,-15-2-37 0 0,14 2 816 0 0,0 1-938 0 0,-14-2-31 0 0,14 1 616 0 0,0 1-760 0 0,-49 1 1094 0 0,48 0 293 0 0,13-2-1524 0 0,139-11 584 0 0,-85 4-201 0 0,49-7-14 0 0,-104 15-406 0 0,1-1-25 0 0,52-6-866 0 0,-53 6 473 0 0,-2 0-2098 0 0,13-3 1681 0 0,-12 3-292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64 2440 0 0,'0'0'8470'0'0,"3"2"-8044"0"0,0-1-317 0 0,-1 1 1 0 0,1 0-1 0 0,0-1 1 0 0,-1 1 0 0 0,0 0-1 0 0,1 0 1 0 0,-1 1-1 0 0,0-1 1 0 0,0 0-1 0 0,0 1 1 0 0,-1-1 0 0 0,1 1-1 0 0,-1 0 1 0 0,1 0-1 0 0,-1-1 1 0 0,1 5 0 0 0,51 118 1738 0 0,-52-120-1698 0 0,8 19 53 0 0,-8-22 154 0 0,1 1-1 0 0,-1 0 1 0 0,0 0-1 0 0,0 0 1 0 0,0-1-1 0 0,0 1 1 0 0,0 0 0 0 0,0 6-1 0 0,4-11-282 0 0,14-7-17 0 0,-19 9-54 0 0,1 0-1 0 0,0-1 0 0 0,0 1 1 0 0,-1 0-1 0 0,1-1 1 0 0,0 1-1 0 0,-1-1 0 0 0,1 1 1 0 0,0-1-1 0 0,-1 0 0 0 0,1 1 1 0 0,-1-1-1 0 0,1 1 0 0 0,-1-1 1 0 0,1 0-1 0 0,-1 1 0 0 0,1-1 1 0 0,-1 0-1 0 0,0 0 0 0 0,0 1 1 0 0,1-1-1 0 0,-1 0 1 0 0,0 0-1 0 0,0-1 0 0 0,5-11 28 0 0,64-136-767 0 0,-39 91-939 0 0,-8 16-3113 0 0,-20 38 3352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6.2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28 146 3400 0 0,'0'0'1046'0'0,"2"4"-62"0"0,4 14-121 0 0,-5-14 535 0 0,6 19 551 0 0,-5-20-1553 0 0,-1 0-293 0 0,1-1 0 0 0,-1 0 0 0 0,1 0 0 0 0,0 0 0 0 0,0 0-1 0 0,0-1 1 0 0,0 1 0 0 0,0-1 0 0 0,0 1 0 0 0,0-1 0 0 0,1 1 0 0 0,-1-1 0 0 0,3 1-1 0 0,0 0 40 0 0,0-3 8 0 0,14 0-68 0 0,-14 1 46 0 0,1-1 13 0 0,1 0-111 0 0,1 0 0 0 0,-1 0 0 0 0,0-1 0 0 0,0 0 0 0 0,0 0 0 0 0,-1-1 1 0 0,1 0-1 0 0,0 0 0 0 0,-1-1 0 0 0,0 1 0 0 0,0-1 0 0 0,0-1 0 0 0,0 1 0 0 0,-1-1 0 0 0,0 0 0 0 0,0 0 0 0 0,0-1 0 0 0,0 1 0 0 0,-1-1 0 0 0,0 0 0 0 0,6-11 1 0 0,-6 3-52 0 0,-1 1 0 0 0,0-1 0 0 0,1-20 0 0 0,-4 28-16 0 0,-2 1-20 0 0,-4-15 31 0 0,5 15-34 0 0,-2 2 6 0 0,-9-9 15 0 0,10 9 14 0 0,-5 3-16 0 0,0 0 38 0 0,0 1 0 0 0,-1 0 0 0 0,1 0 0 0 0,0 1 0 0 0,0 0 0 0 0,0 0-1 0 0,0 0 1 0 0,1 1 0 0 0,-1 0 0 0 0,1 0 0 0 0,-1 1 0 0 0,1 0 0 0 0,-6 4 0 0 0,0 2 11 0 0,0 0 0 0 0,1 0 0 0 0,0 1 0 0 0,0 1 0 0 0,-15 22 0 0 0,20-26 35 0 0,1 0-1 0 0,-1 1 1 0 0,1 0-1 0 0,1 0 1 0 0,0 0 0 0 0,0 0-1 0 0,1 1 1 0 0,0-1-1 0 0,0 1 1 0 0,1 0-1 0 0,1 0 1 0 0,-2 14 0 0 0,3-22-33 0 0,0-1 1 0 0,0 1 0 0 0,0 0 0 0 0,0-1 0 0 0,1 1 0 0 0,-1-1 0 0 0,0 1 0 0 0,1 0 0 0 0,-1-1 0 0 0,1 1 0 0 0,-1-1 0 0 0,1 1 0 0 0,0-1 0 0 0,0 1 0 0 0,1 1 0 0 0,1 1 20 0 0,-1 1-14 0 0,0-1 1 0 0,1 1-1 0 0,0-1 1 0 0,0 0 0 0 0,0 0-1 0 0,0 0 1 0 0,1-1 0 0 0,0 1-1 0 0,-1-1 1 0 0,1 0 0 0 0,1 0-1 0 0,5 4 1 0 0,3 0 19 0 0,1 0-1 0 0,22 8 1 0 0,-14-8-408 0 0,0-2 0 0 0,0 0 1 0 0,1-1-1 0 0,0-1 0 0 0,0-1 0 0 0,0-2 1 0 0,0 0-1 0 0,-1-1 0 0 0,26-5 0 0 0,-21-1-3122 0 0,-21 4 2340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1:17.2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 3492 0 0,'0'0'4425'0'0,"-26"4"-5321"0"0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07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10 2404 0 0,'0'0'6704'0'0,"-1"-3"-6018"0"0,-1-4 1677 0 0,1 10-746 0 0,3 21-100 0 0,9 59-1696 0 0,-6-50 566 0 0,38 365 645 0 0,-38-344-940 0 0,-3-34-421 0 0,2 29-253 0 0,-3-35-3364 0 0,-2-3-3453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07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623 0 2668 0 0,'0'0'3971'0'0,"-3"4"-3479"0"0,-51 83 1274 0 0,18-25-957 0 0,-3-3-1 0 0,-79 92 1 0 0,78-109-347 0 0,-62 51-1 0 0,80-76-349 0 0,-2 0-1 0 0,0-1 1 0 0,-1-2-1 0 0,-45 20 1 0 0,45-26-111 0 0,20-6-47 0 0,1-3-77 0 0,1 0 91 0 0,2 2 11 0 0,-1-1 0 0 0,1-1-1 0 0,-1 1 1 0 0,1 0 0 0 0,-1 0-1 0 0,1 0 1 0 0,0-1-1 0 0,-1 1 1 0 0,1-1 0 0 0,-1 1-1 0 0,1-1 1 0 0,-3-1-1 0 0,1-8-174 0 0,2 9 182 0 0,1 1 0 0 0,-1-1 0 0 0,1 1 1 0 0,0-1-1 0 0,-1 0 0 0 0,1 1 0 0 0,0-1 1 0 0,0 1-1 0 0,-1-1 0 0 0,1 0 0 0 0,0 1 0 0 0,0-1 1 0 0,0 0-1 0 0,0 0 0 0 0,0 1 0 0 0,0-1 1 0 0,0 0-1 0 0,0 1 0 0 0,0-1 0 0 0,0 0 0 0 0,0 1 1 0 0,0-1-1 0 0,1-1 0 0 0,3-14-105 0 0,-3 12-63 0 0,1-1-166 0 0,0 3 329 0 0,1-5-36 0 0,2 0 1 0 0,-1 0-1 0 0,1 1 1 0 0,0 0-1 0 0,0 0 0 0 0,0 0 1 0 0,1 0-1 0 0,7-4 1 0 0,-4 4 38 0 0,0 2 1 0 0,1-1 0 0 0,0 1 0 0 0,0 1-1 0 0,0-1 1 0 0,0 2 0 0 0,1-1 0 0 0,-1 2-1 0 0,1-1 1 0 0,0 1 0 0 0,-1 1 0 0 0,1 0 0 0 0,13 2-1 0 0,-13 0 23 0 0,0 0 0 0 0,0 1 0 0 0,0 0-1 0 0,0 1 1 0 0,0 0 0 0 0,-1 1-1 0 0,20 11 1 0 0,-6 1 52 0 0,37 31-1 0 0,13 22 95 0 0,-53-48-127 0 0,0-1 0 0 0,2-1 0 0 0,46 31 0 0 0,-48-40-161 0 0,-17-10-42 0 0,1 0-95 0 0,17 4-106 0 0,-16-4-107 0 0,1-2-177 0 0,-3 1 518 0 0,1-1-243 0 0,-1 1 0 0 0,1-1 1 0 0,-1 0-1 0 0,1 0 0 0 0,-1 0 1 0 0,1 0-1 0 0,-1-1 1 0 0,0 0-1 0 0,0 1 0 0 0,0-2 1 0 0,0 1-1 0 0,5-4 0 0 0,13-12-3147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09.1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1916 0 0,'0'0'7126'0'0,"6"1"-6914"0"0,55-1 411 0 0,38-11-303 0 0,-94 10-399 0 0,3 0-77 0 0,16-1-140 0 0,35-4-1372 0 0,-13-3-2945 0 0,-24 4 1268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09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23 3324 0 0,'-4'-8'416'0'0,"-4"-7"6930"0"0,5 19-6987 0 0,-11 13-44 0 0,10-6-63 0 0,1 77 275 0 0,11 187 20 0 0,-3-171-1575 0 0,-4-70-92 0 0,-1-28 322 0 0,0-1-269 0 0,0 17-217 0 0,0-17-106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09.9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 1872 0 0,'3'-3'1248'0'0,"6"-8"-140"0"0,-7 8 694 0 0,3 6-1111 0 0,13 10-210 0 0,-1 1-1 0 0,-1 0 1 0 0,0 1-1 0 0,-2 1 0 0 0,1 1 1 0 0,13 21-1 0 0,16 16 8 0 0,-20-26-370 0 0,71 74 378 0 0,-85-92-614 0 0,0-1 0 0 0,1-1 1 0 0,1 0-1 0 0,-1 0 1 0 0,1-1-1 0 0,0-1 1 0 0,22 9-1 0 0,-29-14-309 0 0,1 0-136 0 0,18 1-157 0 0,-18-1-166 0 0,0-4-124 0 0,-1 2 633 0 0,-3 1 212 0 0,0 0 1 0 0,-1-1-1 0 0,1 1 0 0 0,0 0 1 0 0,-1-1-1 0 0,1 0 1 0 0,-1 1-1 0 0,1-1 0 0 0,0 0 1 0 0,-1 0-1 0 0,0 0 0 0 0,1 0 1 0 0,-1 0-1 0 0,1 0 0 0 0,-1 0 1 0 0,2-3-1 0 0,14-15-3258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0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108 107 2764 0 0,'-16'-101'4948'0'0,"15"96"-3388"0"0,-3 7-1063 0 0,-13 7 14 0 0,11 0-153 0 0,-9 49-20 0 0,2 1 1 0 0,2 1-1 0 0,-2 61 1 0 0,2 191 30 0 0,10-286-377 0 0,8 242 83 0 0,-2-206-1145 0 0,3-1 0 0 0,19 73 0 0 0,-17-113-234 0 0,-6-9-2865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0.7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0 118 2072 0 0,'0'0'3744'0'0,"0"4"-3342"0"0,2 16-99 0 0,-2-15 200 0 0,2-1-286 0 0,5 14-15 0 0,-6-14 70 0 0,3 0-158 0 0,1 0-20 0 0,1 1-1 0 0,-1-1 1 0 0,1 0-1 0 0,10 5 1 0 0,-12-8-160 0 0,2-2 171 0 0,1 0-87 0 0,0-1 0 0 0,0 0 0 0 0,-1 0 0 0 0,1-1 0 0 0,0 0 0 0 0,-1 0 0 0 0,1 0 0 0 0,-1-1 0 0 0,10-8-1 0 0,-9 4-23 0 0,1-1-1 0 0,-2 0 1 0 0,1 0-1 0 0,-2 0 1 0 0,1-1-1 0 0,-1 0 0 0 0,7-19 1 0 0,-11 24 38 0 0,0 0 23 0 0,0-17 18 0 0,-1 16-16 0 0,-1 3-13 0 0,-6-14-32 0 0,7 16 7 0 0,-1 0-1 0 0,1 0 0 0 0,-1 0 1 0 0,1 0-1 0 0,-1 0 0 0 0,1 0 1 0 0,-1 0-1 0 0,0 1 0 0 0,0-1 0 0 0,1 0 1 0 0,-1 0-1 0 0,0 1 0 0 0,0-1 1 0 0,0 1-1 0 0,1-1 0 0 0,-1 0 1 0 0,0 1-1 0 0,0 0 0 0 0,0-1 0 0 0,0 1 1 0 0,0 0-1 0 0,0-1 0 0 0,0 1 1 0 0,0 0-1 0 0,0 0 0 0 0,0 0 1 0 0,-2 0-1 0 0,-3 1 38 0 0,1 1-1 0 0,-1 0 1 0 0,1 0 0 0 0,0 0-1 0 0,0 1 1 0 0,0 0 0 0 0,0 0-1 0 0,0 0 1 0 0,0 0 0 0 0,1 1-1 0 0,-1 0 1 0 0,1 0 0 0 0,0 0-1 0 0,1 0 1 0 0,-1 1 0 0 0,1 0-1 0 0,-1 0 1 0 0,1-1 0 0 0,-2 7-1 0 0,-5 10 94 0 0,2 0-1 0 0,0 1 1 0 0,-7 29-1 0 0,14-48-119 0 0,-3 13 152 0 0,3-13-162 0 0,0 0 0 0 0,0 0 0 0 0,1 0-1 0 0,0 0 1 0 0,-1 0 0 0 0,1 0 0 0 0,0 0 0 0 0,0 0-1 0 0,1 0 1 0 0,-1 0 0 0 0,2 4 0 0 0,-2 2 13 0 0,6 26 102 0 0,-5-28-109 0 0,-1-4-16 0 0,1-1 1 0 0,-1 1-1 0 0,1-1 0 0 0,-1 0 0 0 0,1 1 0 0 0,0-1 0 0 0,0 0 1 0 0,0 1-1 0 0,0-1 0 0 0,0 0 0 0 0,1 0 0 0 0,2 3 0 0 0,-1 2 6 0 0,-1-4-9 0 0,-1 1 0 0 0,1-1 0 0 0,0 1 0 0 0,0-1-1 0 0,1 0 1 0 0,-1 0 0 0 0,1 0 0 0 0,0 0 0 0 0,-1-1 0 0 0,1 1 0 0 0,0-1-1 0 0,0 1 1 0 0,7 2 0 0 0,-3-1-20 0 0,1 0-67 0 0,0 1-1 0 0,0-1 1 0 0,1-1-1 0 0,-1 0 0 0 0,1 0 1 0 0,0-1-1 0 0,0 0 1 0 0,0 0-1 0 0,19 0 1 0 0,-9-3-342 0 0,1-1 1 0 0,-1 0 0 0 0,19-7 0 0 0,-25 6-451 0 0,0-1 1 0 0,0-1-1 0 0,0 0 1 0 0,0-1-1 0 0,21-14 1 0 0,-6-1-3134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1.4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66 2392 0 0,'0'-5'1266'0'0,"0"-17"-178"0"0,0 17 681 0 0,-2 1-1114 0 0,1 1-496 0 0,0 1 1 0 0,-1 0-1 0 0,1-1 0 0 0,-1 1 1 0 0,1 0-1 0 0,-1 0 0 0 0,0 0 1 0 0,0 0-1 0 0,0 0 0 0 0,0 0 1 0 0,-3-1-1 0 0,2 1 338 0 0,-4 2-334 0 0,3 1-132 0 0,0-2 8 0 0,0 2-1 0 0,0-1 0 0 0,0 0 0 0 0,1 1 0 0 0,-1 0 1 0 0,0 0-1 0 0,0 0 0 0 0,1 0 0 0 0,-1 1 0 0 0,1-1 1 0 0,-1 1-1 0 0,1 0 0 0 0,-5 3 0 0 0,-1 2 2 0 0,0 1 0 0 0,1 0-1 0 0,-1 1 1 0 0,2 0 0 0 0,-1 0-1 0 0,1 0 1 0 0,1 1 0 0 0,0 0-1 0 0,0 1 1 0 0,1-1 0 0 0,0 1-1 0 0,1 0 1 0 0,-5 21 0 0 0,0 18 87 0 0,8-45-97 0 0,2 2-5 0 0,3 18-11 0 0,-3-19-5 0 0,1-1-2 0 0,9 13-11 0 0,-9-13-22 0 0,0-5 21 0 0,0 1 0 0 0,-1-1 0 0 0,1 1-1 0 0,-1 0 1 0 0,1 0 0 0 0,-1 0-1 0 0,1 0 1 0 0,-1 0 0 0 0,0 0 0 0 0,1 0-1 0 0,-1 0 1 0 0,2 2 0 0 0,-2-1-5 0 0,4 1-38 0 0,-1-2-38 0 0,16 3-15 0 0,-15-3 32 0 0,0-2 19 0 0,1 0 40 0 0,0 0-1 0 0,-1-1 1 0 0,1 1-1 0 0,-1-1 1 0 0,0 0 0 0 0,0-1-1 0 0,1 0 1 0 0,-2 1-1 0 0,1-2 1 0 0,0 1-1 0 0,0 0 1 0 0,5-7-1 0 0,16-28 86 0 0,-23 31-52 0 0,0 1-10 0 0,0-1-1 0 0,0 1 1 0 0,-1-1 0 0 0,0 0 0 0 0,0 0 0 0 0,1-11 0 0 0,-2 11 9 0 0,6-23 198 0 0,-5 25-84 0 0,-2-1 14 0 0,2-18 12 0 0,-1 18 188 0 0,-1 1-170 0 0,2-17-16 0 0,-2 16 739 0 0,-2 7-893 0 0,1 0 0 0 0,-1-1 0 0 0,1 1 0 0 0,-1 0 0 0 0,1 0 0 0 0,-1 0 0 0 0,1 0-1 0 0,0 1 1 0 0,-1-1 0 0 0,1 0 0 0 0,-2 3 0 0 0,3-4-1 0 0,-4 3 27 0 0,4 3 6 0 0,-1-4-41 0 0,0 12-8 0 0,0-1-1 0 0,1 1 0 0 0,0 0 1 0 0,1 0-1 0 0,3 15 1 0 0,12 29-535 0 0,-13-47-187 0 0,1 0 0 0 0,0 0 0 0 0,1-1 1 0 0,1 1-1 0 0,-1-1 0 0 0,2-1 0 0 0,10 15 0 0 0,-14-21-472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1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73 1832 0 0,'9'-26'987'0'0,"-8"21"-142"0"0,2 1-141 0 0,0-1-374 0 0,1 0 0 0 0,0 1 0 0 0,0 0 0 0 0,1 0 0 0 0,8-7 0 0 0,-9 8 12 0 0,1 3-20 0 0,0-1-214 0 0,0 1 1 0 0,-1 0 0 0 0,1 0-1 0 0,0 0 1 0 0,-1 1-1 0 0,1 0 1 0 0,0 0-1 0 0,-1 0 1 0 0,1 0-1 0 0,-1 1 1 0 0,0-1-1 0 0,1 1 1 0 0,-1 0-1 0 0,0 0 1 0 0,7 6-1 0 0,32 34 464 0 0,-34-32-431 0 0,-1 0 1 0 0,0 0 0 0 0,0 1 0 0 0,-1 0-1 0 0,-1 1 1 0 0,0 0 0 0 0,-1 0 0 0 0,0 0 0 0 0,-1 0-1 0 0,0 1 1 0 0,3 16 0 0 0,-6-25 81 0 0,-1 2 17 0 0,0 18 24 0 0,0-18-12 0 0,-2-1-30 0 0,-2 15 100 0 0,3-15 110 0 0,-2-2-97 0 0,0 1-126 0 0,0 0 1 0 0,0-1-1 0 0,0 0 1 0 0,-1 1 0 0 0,1-1-1 0 0,-7 4 1 0 0,7-6 155 0 0,-18-12-28 0 0,21 9-328 0 0,-1 1 0 0 0,1-1 0 0 0,0 1 0 0 0,-1-1 0 0 0,1 1 0 0 0,-1 0 0 0 0,1-1 0 0 0,-1 1 0 0 0,0-1 0 0 0,1 1 0 0 0,-1 0 0 0 0,-1-2 0 0 0,0 0 8 0 0,0-2 25 0 0,1-1-41 0 0,0-1-10 0 0,0 4-1 0 0,1 1 1 0 0,0-1-1 0 0,-1 1 0 0 0,1 0 0 0 0,0-1 0 0 0,0 1 1 0 0,0-1-1 0 0,1 1 0 0 0,-1-1 0 0 0,1 1 1 0 0,0-4-1 0 0,0-2-36 0 0,8-25-240 0 0,0 11-97 0 0,0 0 0 0 0,1 1-1 0 0,1 0 1 0 0,17-23 0 0 0,-24 39 151 0 0,1 0-1 0 0,0 0 0 0 0,0 1 1 0 0,0-1-1 0 0,0 1 0 0 0,10-5 1 0 0,-7 4-89 0 0,12-5-609 0 0,-15 9 733 0 0,-1 0-485 0 0,1 0-56 0 0,46 5-2434 0 0,-46-3 2382 0 0,-1 1 466 0 0,1 0-1 0 0,-1 0 0 0 0,1 0 1 0 0,-1 1-1 0 0,0-1 1 0 0,0 1-1 0 0,6 6 1 0 0,-6-7-124 0 0,-1 1-1293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2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1 131 1980 0 0,'0'0'274'0'0,"2"4"50"0"0,39 71 4165 0 0,-39-72-4039 0 0,3-4-430 0 0,1 0 5 0 0,0-1 0 0 0,0 0 0 0 0,0 0 0 0 0,0 0 0 0 0,-1-1 0 0 0,1 1 0 0 0,-1-1 0 0 0,1-1 0 0 0,-1 1 0 0 0,0-1 1 0 0,-1 0-1 0 0,8-7 0 0 0,-6 4-1 0 0,0 0 1 0 0,0-1-1 0 0,0 1 0 0 0,-1-1 1 0 0,-1-1-1 0 0,1 1 1 0 0,-1-1-1 0 0,5-15 1 0 0,1-25 84 0 0,-9 44 65 0 0,-2 0-61 0 0,-4-13 52 0 0,4 13 437 0 0,-5 6-383 0 0,1 0-144 0 0,0 0 1 0 0,-1 0-1 0 0,1 1 0 0 0,0-1 1 0 0,0 1-1 0 0,0 1 1 0 0,0-1-1 0 0,1 1 0 0 0,-1 0 1 0 0,1 0-1 0 0,-1 0 0 0 0,1 0 1 0 0,0 1-1 0 0,0 0 1 0 0,-5 6-1 0 0,-26 39 311 0 0,31-43-373 0 0,1 0-1 0 0,0 0 1 0 0,0 0-1 0 0,1 0 1 0 0,-1 0 0 0 0,1 1-1 0 0,0-1 1 0 0,1 1-1 0 0,0-1 1 0 0,0 1-1 0 0,0 0 1 0 0,1-1 0 0 0,0 1-1 0 0,0 0 1 0 0,1-1-1 0 0,1 8 1 0 0,-1-11-46 0 0,0 1 1 0 0,1-1-1 0 0,0 1 0 0 0,0-1 0 0 0,0 0 1 0 0,0 0-1 0 0,0 0 0 0 0,0 0 1 0 0,1 0-1 0 0,-1 0 0 0 0,1-1 0 0 0,0 1 1 0 0,6 3-1 0 0,-7-4 2 0 0,3 1-79 0 0,-1 0 0 0 0,1 0 1 0 0,-1 0-1 0 0,1-1 0 0 0,0 0 0 0 0,0 0 0 0 0,0 0 0 0 0,1 0 0 0 0,-1-1 0 0 0,0 0 0 0 0,9 1 0 0 0,-9-1 45 0 0,7 0-344 0 0,1 0 1 0 0,-1 0-1 0 0,1-1 1 0 0,-1-1 0 0 0,1 0-1 0 0,-1-1 1 0 0,1 0-1 0 0,-1-1 1 0 0,0 0 0 0 0,20-9-1 0 0,-7 0-1384 0 0,-2 0-1279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2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4 1680 0 0,'0'0'2725'0'0,"-5"-1"-2027"0"0,-16-1-90 0 0,16 1 334 0 0,0 4-603 0 0,-11 9-69 0 0,12-9-83 0 0,1 1-25 0 0,-22 33 216 0 0,23-33-295 0 0,2 1-25 0 0,-2 17-15 0 0,1-17-5 0 0,1-4-39 0 0,1-1 1 0 0,-1 1 0 0 0,1-1 0 0 0,-1 0-1 0 0,0 1 1 0 0,1-1 0 0 0,-1 1-1 0 0,0-1 1 0 0,0 1 0 0 0,1 0-1 0 0,-1-1 1 0 0,0 1 0 0 0,0-1-1 0 0,0 1 1 0 0,0-1 0 0 0,1 1-1 0 0,-1 0 1 0 0,0-1 0 0 0,0 1 0 0 0,0-1-1 0 0,0 1 1 0 0,-1 0 0 0 0,1-1-1 0 0,0 2 1 0 0,0-1-6 0 0,-1 1-1 0 0,1-1 1 0 0,0 0 0 0 0,0 1 0 0 0,0-1-1 0 0,0 0 1 0 0,0 1 0 0 0,1-1-1 0 0,-1 0 1 0 0,0 1 0 0 0,1-1 0 0 0,-1 0-1 0 0,1 1 1 0 0,0 1 0 0 0,5 8-78 0 0,0-1 0 0 0,1 0 0 0 0,0 0 0 0 0,0-1 0 0 0,1 0 0 0 0,14 12 0 0 0,62 45 231 0 0,-59-48-19 0 0,-9-6 37 0 0,-12-9 40 0 0,-4-2-194 0 0,0-1-1 0 0,0 1 1 0 0,0-1-1 0 0,0 1 1 0 0,0-1-1 0 0,0 0 1 0 0,0 1-1 0 0,1-1 1 0 0,-1 1-1 0 0,0-1 1 0 0,0 1-1 0 0,0-1 1 0 0,1 0-1 0 0,-1 1 1 0 0,0-1-1 0 0,1 0 1 0 0,-1 1-1 0 0,0-1 1 0 0,0 0-1 0 0,1 1 1 0 0,-1-1-1 0 0,1 0 1 0 0,-1 0-1 0 0,0 1 1 0 0,1-1-1 0 0,-1 0 1 0 0,1 0-1 0 0,0 1 66 0 0,0 0-1 0 0,0-1 0 0 0,0 1 1 0 0,0 0-1 0 0,0-1 1 0 0,0 1-1 0 0,0 0 1 0 0,0 0-1 0 0,-1 0 0 0 0,1 0 1 0 0,0 0-1 0 0,-1 0 1 0 0,1 0-1 0 0,0 0 0 0 0,0 2 1 0 0,1 0 22 0 0,5 16 389 0 0,-8-17-431 0 0,0 0 0 0 0,1 0 1 0 0,-1 0-1 0 0,0-1 0 0 0,0 1 1 0 0,0 0-1 0 0,0 0 0 0 0,0 0 1 0 0,-1-1-1 0 0,1 1 0 0 0,0-1 1 0 0,-1 1-1 0 0,1-1 0 0 0,-1 1 1 0 0,0-1-1 0 0,1 0 1 0 0,-4 2-1 0 0,-41 20 343 0 0,26-17-513 0 0,-1 0 0 0 0,0-2 0 0 0,1 0 0 0 0,-30 0 0 0 0,45-4-183 0 0,-1-1-81 0 0,-44-15-1381 0 0,47 14 891 0 0,0-4-181 0 0,1 3 664 0 0,1 2 235 0 0,0 0 0 0 0,0 0 0 0 0,0-1 1 0 0,0 1-1 0 0,1 0 0 0 0,-1-1 1 0 0,0 1-1 0 0,1 0 0 0 0,-1-1 1 0 0,1 1-1 0 0,-1-1 0 0 0,1 1 1 0 0,0-1-1 0 0,0 1 0 0 0,0-1 0 0 0,0 1 1 0 0,0-1-1 0 0,0-1 0 0 0,1-26-3324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2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2452 0 0,'3'-3'1245'0'0,"-3"2"-1141"0"0,0 1 0 0 0,1-1-1 0 0,-1 0 1 0 0,1 1 0 0 0,-1-1 0 0 0,1 1 0 0 0,-1-1-1 0 0,1 1 1 0 0,-1 0 0 0 0,1-1 0 0 0,0 1 0 0 0,-1-1-1 0 0,1 1 1 0 0,0 0 0 0 0,-1-1 0 0 0,1 1 0 0 0,0 0-1 0 0,-1 0 1 0 0,1 0 0 0 0,0 0 0 0 0,0 0 0 0 0,-1-1-1 0 0,1 1 1 0 0,0 0 0 0 0,-1 1 0 0 0,1-1 0 0 0,0 0-1 0 0,0 0 1 0 0,-1 0 0 0 0,1 0 0 0 0,0 0 0 0 0,-1 1-1 0 0,1-1 1 0 0,0 0 0 0 0,-1 1 0 0 0,1-1 0 0 0,0 0-1 0 0,-1 1 1 0 0,1-1 0 0 0,-1 1 0 0 0,1-1 0 0 0,-1 1-1 0 0,1-1 1 0 0,-1 1 0 0 0,1-1 0 0 0,-1 1 0 0 0,0 0-1 0 0,1-1 1 0 0,-1 1 0 0 0,0 0 0 0 0,1-1 0 0 0,-1 1-1 0 0,0 0 1 0 0,0-1 0 0 0,0 1 0 0 0,1 0 0 0 0,-1 0-1 0 0,0-1 1 0 0,0 1 0 0 0,0 0 0 0 0,0-1 0 0 0,0 1-1 0 0,-1 1 1 0 0,4 69 1860 0 0,-2-19-1175 0 0,36 449 1103 0 0,-36-485-2134 0 0,2 5 53 0 0,2 2-457 0 0,7 27-1509 0 0,-11-46 1039 0 0,10 10-4799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3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0 131 2156 0 0,'0'0'2612'0'0,"26"-14"-799"0"0,6 6-605 0 0,10-4-808 0 0,-15 4-92 0 0,3 1-48 0 0,2-1-92 0 0,1 0-136 0 0,9 0-196 0 0,-2-2-8 0 0,2 0-816 0 0,1-3-204 0 0,-3 2-901 0 0,1-2-2215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7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28 4232 0 0,'0'0'1191'0'0,"-1"-5"-247"0"0,-4-13-198 0 0,4 13 1012 0 0,0 5-1714 0 0,0 1 0 0 0,0-1 0 0 0,0 1 0 0 0,0 0-1 0 0,0-1 1 0 0,0 1 0 0 0,0 0 0 0 0,1-1 0 0 0,-1 1-1 0 0,0 0 1 0 0,0 0 0 0 0,1 0 0 0 0,-1-1 0 0 0,0 1-1 0 0,1 0 1 0 0,-1 0 0 0 0,1 0 0 0 0,-1 0 0 0 0,1 0-1 0 0,0 0 1 0 0,-1 1 0 0 0,1 1 0 0 0,-5 17 186 0 0,0 8-131 0 0,2 1 1 0 0,2 0-1 0 0,0 0 0 0 0,2 0 1 0 0,7 46-1 0 0,43 297-1265 0 0,-50-366 624 0 0,0 11-414 0 0,0 1-3277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8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2696 0 0,'0'0'4385'0'0,"5"2"-3802"0"0,16 5-112 0 0,-12 1-67 0 0,30 40-42 0 0,1-2-1 0 0,3-2 1 0 0,1-2 0 0 0,56 42 0 0 0,-74-66-687 0 0,1-1 0 0 0,1-1 0 0 0,0-1 0 0 0,1-2 0 0 0,61 19 0 0 0,-86-31 4 0 0,1 0 0 0 0,-1 0-1 0 0,1-1 1 0 0,-1 0 0 0 0,1 1 0 0 0,0-2-1 0 0,-1 1 1 0 0,1-1 0 0 0,-1 1 0 0 0,1-1-1 0 0,-1 0 1 0 0,8-3 0 0 0,-7 2-271 0 0,0 0-2998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8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50 2000 0 0,'-3'-7'818'0'0,"-1"0"0"0"0,1 1 0 0 0,-1 0 0 0 0,0-1-1 0 0,-10-9 1 0 0,-5 24 4 0 0,13 0-498 0 0,-3 19-110 0 0,2 0 0 0 0,1 0-1 0 0,1 1 1 0 0,1 0-1 0 0,1 45 1 0 0,10 150 321 0 0,-5-206-497 0 0,22 220 309 0 0,-15-184-595 0 0,2-1 1 0 0,26 73-1 0 0,-32-110-46 0 0,-2-7-483 0 0,-1 0 1 0 0,1-1 0 0 0,1 1 0 0 0,-1-1 0 0 0,1 0 0 0 0,10 14-1 0 0,-1-6-2967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8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1 234 2508 0 0,'0'0'4463'0'0,"4"0"-4345"0"0,14 4-67 0 0,-14-3-16 0 0,1-2-1 0 0,3 1-11 0 0,-1-1 0 0 0,1-1 0 0 0,-1 1 0 0 0,0-1 0 0 0,1 0 0 0 0,-1-1 0 0 0,0 0 0 0 0,-1 0 0 0 0,1 0 0 0 0,0-1 0 0 0,-1 0 0 0 0,0 0 1 0 0,0-1-1 0 0,11-10 0 0 0,-14 11-35 0 0,0 1 0 0 0,-1-1 1 0 0,1 0-1 0 0,-1 0 1 0 0,1 0-1 0 0,-1 0 0 0 0,-1-1 1 0 0,1 1-1 0 0,1-7 1 0 0,-2 7 29 0 0,2-5 127 0 0,-1-1 1 0 0,0 1 0 0 0,-1-1 0 0 0,0 1-1 0 0,-1-1 1 0 0,0 0 0 0 0,0 0-1 0 0,-2-10 1 0 0,1 14-21 0 0,-8-17 430 0 0,1 19-299 0 0,8 4-243 0 0,-1-1 1 0 0,1 1 0 0 0,0 0 0 0 0,-1-1 0 0 0,1 1 0 0 0,-1 0-1 0 0,1-1 1 0 0,0 1 0 0 0,-1 0 0 0 0,1-1 0 0 0,-1 1 0 0 0,1 0-1 0 0,-1 0 1 0 0,1 0 0 0 0,-1 0 0 0 0,1-1 0 0 0,-1 1 0 0 0,1 0-1 0 0,-1 0 1 0 0,1 0 0 0 0,-1 0 0 0 0,0 0 0 0 0,1 0 0 0 0,-1 0-1 0 0,1 1 1 0 0,-1-1 0 0 0,1 0 0 0 0,-1 0 0 0 0,1 0 0 0 0,-1 0-1 0 0,0 1 1 0 0,-3 3 21 0 0,-1 1 0 0 0,1 0 0 0 0,0 0 0 0 0,0 0 0 0 0,0 1-1 0 0,1-1 1 0 0,0 1 0 0 0,0 0 0 0 0,0 0 0 0 0,1 0 0 0 0,0 0 0 0 0,0 0 0 0 0,1 1-1 0 0,-1-1 1 0 0,1 0 0 0 0,0 9 0 0 0,3 49 15 0 0,-1-54-66 0 0,2-1 0 0 0,-1 0 1 0 0,1 0-1 0 0,1 0 0 0 0,0-1 0 0 0,0 1 1 0 0,0-1-1 0 0,1 0 0 0 0,1 0 0 0 0,-1 0 1 0 0,1-1-1 0 0,0 1 0 0 0,1-2 0 0 0,0 1 0 0 0,0-1 1 0 0,0 0-1 0 0,1 0 0 0 0,0-1 0 0 0,9 5 1 0 0,-12-7-34 0 0,1 0-1 0 0,0 0 1 0 0,1-1 0 0 0,-1 1 0 0 0,0-2 0 0 0,1 1 0 0 0,-1 0 0 0 0,1-1 0 0 0,8 0 0 0 0,-9 0 28 0 0,0 0-22 0 0,0-1 1 0 0,1 0-1 0 0,-1 0 1 0 0,0 0 0 0 0,1-1-1 0 0,-1 1 1 0 0,0-2-1 0 0,7-1 1 0 0,-7 2 20 0 0,6-1-55 0 0,-10 1 73 0 0,0 1 0 0 0,1 0 0 0 0,-1-1 0 0 0,0 0 0 0 0,0 1 0 0 0,0-1 0 0 0,0 0 0 0 0,0 0 0 0 0,0 0 0 0 0,0 0 0 0 0,0 0 0 0 0,0-1 0 0 0,2-2 0 0 0,0 1-9 0 0,43-38 25 0 0,-34 28 17 0 0,-12 12-25 0 0,1-1 1 0 0,0 0-1 0 0,-1 0 0 0 0,1 1 1 0 0,-1-1-1 0 0,0 0 1 0 0,0-1-1 0 0,0 1 0 0 0,0 0 1 0 0,2-4-1 0 0,-1-1 17 0 0,33-78 580 0 0,-34 80-420 0 0,0 0-16 0 0,4-16 0 0 0,-4 16 155 0 0,0 0-196 0 0,4-13-15 0 0,-4 13 622 0 0,-2 10-713 0 0,-5 13 4 0 0,4-13-32 0 0,2 0-25 0 0,-1 14 12 0 0,1-14 7 0 0,0 1-7 0 0,1-2-10 0 0,0 6-79 0 0,1 1 1 0 0,0-1 0 0 0,1 0-1 0 0,5 13 1 0 0,-6-18-82 0 0,0-1 0 0 0,0 0 0 0 0,0 0 1 0 0,1 0-1 0 0,0-1 0 0 0,0 1 0 0 0,0-1 0 0 0,0 1 1 0 0,1-1-1 0 0,-1 0 0 0 0,1 0 0 0 0,0-1 0 0 0,-1 1 1 0 0,7 2-1 0 0,-3-2-363 0 0,-1-1-1 0 0,0 0 1 0 0,1 0 0 0 0,-1-1 0 0 0,1 0 0 0 0,0 0-1 0 0,-1 0 1 0 0,1-1 0 0 0,10-1 0 0 0,-11 0-2211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19.4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218 72 2936 0 0,'-56'-12'2529'0'0,"51"11"-1941"0"0,-2 1-272 0 0,-8 2-53 0 0,0 0 0 0 0,1 0-1 0 0,-1 2 1 0 0,1 0 0 0 0,0 0-1 0 0,-14 7 1 0 0,25-9-221 0 0,0 0 1 0 0,0 1-1 0 0,0-1 1 0 0,1 1-1 0 0,-1-1 0 0 0,0 1 1 0 0,1 0-1 0 0,0 0 0 0 0,0 0 1 0 0,-3 5-1 0 0,4-5-46 0 0,-2 1 14 0 0,3-1-94 0 0,1 0 97 0 0,-1 0 0 0 0,1 0-1 0 0,-1-1 1 0 0,1 1 0 0 0,0 0 0 0 0,0 0-1 0 0,0-1 1 0 0,0 1 0 0 0,1 0-1 0 0,-1-1 1 0 0,1 0 0 0 0,0 1 0 0 0,-1-1-1 0 0,1 0 1 0 0,0 0 0 0 0,0 0 0 0 0,1 0-1 0 0,-1 0 1 0 0,0 0 0 0 0,1 0-1 0 0,2 1 1 0 0,-1-1 108 0 0,2-1-121 0 0,1-1-5 0 0,0 0 1 0 0,1 0-1 0 0,-1 0 1 0 0,0-1-1 0 0,11-2 0 0 0,-13 1 60 0 0,-3 1-36 0 0,-1 1-1 0 0,1-1 1 0 0,0 0 0 0 0,-1 0-1 0 0,1 0 1 0 0,-1-1-1 0 0,1 1 1 0 0,-1 0 0 0 0,0 0-1 0 0,1-1 1 0 0,1-2 0 0 0,-3 4-2 0 0,4-4 63 0 0,0 1-1 0 0,0-1 1 0 0,0 1 0 0 0,-1-1 0 0 0,0 0 0 0 0,0-1 0 0 0,0 1-1 0 0,0 0 1 0 0,0-1 0 0 0,-1 0 0 0 0,0 1 0 0 0,0-1-1 0 0,0 0 1 0 0,-1 0 0 0 0,2-10 0 0 0,1-2 156 0 0,-3 13-30 0 0,0-1 31 0 0,3-16 6 0 0,-3 16 169 0 0,-1 0-272 0 0,0-15-63 0 0,0 15 192 0 0,-4 3-235 0 0,4 2-33 0 0,-1-1 0 0 0,0 1-1 0 0,0 0 1 0 0,0-1 0 0 0,0 1-1 0 0,0-1 1 0 0,0 1 0 0 0,0 0-1 0 0,1 0 1 0 0,-1 0 0 0 0,0-1-1 0 0,0 1 1 0 0,0 0 0 0 0,0 0-1 0 0,0 0 1 0 0,0 1 0 0 0,0-1-1 0 0,0 0 1 0 0,0 0 0 0 0,0 0-1 0 0,0 1 1 0 0,0-1 0 0 0,0 0-1 0 0,0 1 1 0 0,1-1 0 0 0,-1 1-1 0 0,0-1 1 0 0,0 1 0 0 0,0 0-1 0 0,1-1 1 0 0,-1 1 0 0 0,0-1-1 0 0,1 1 1 0 0,-1 0 0 0 0,-1 1-1 0 0,-1 2 30 0 0,3-3-34 0 0,0 1-1 0 0,0-1 1 0 0,-1 1 0 0 0,1-1 0 0 0,-1 1-1 0 0,1-1 1 0 0,-1 0 0 0 0,1 1 0 0 0,-1-1 0 0 0,0 0-1 0 0,0 1 1 0 0,-1 0 0 0 0,0 2-13 0 0,0 0-61 0 0,1 2-52 0 0,0 1-194 0 0,0 1 1 0 0,0-1 0 0 0,1 0-1 0 0,-1 0 1 0 0,2 1-1 0 0,-1-1 1 0 0,1 0 0 0 0,0 0-1 0 0,1 1 1 0 0,-1-1-1 0 0,2 0 1 0 0,-1 0 0 0 0,1-1-1 0 0,0 1 1 0 0,0 0-1 0 0,0-1 1 0 0,1 0 0 0 0,6 7-1 0 0,-9-11 165 0 0,-1-1 0 0 0,1 0 0 0 0,0 0 0 0 0,0 1 0 0 0,1-1 0 0 0,-1 0 0 0 0,0 0 0 0 0,0 0 0 0 0,0 0 0 0 0,1 0-1 0 0,-1-1 1 0 0,1 1 0 0 0,2 1 0 0 0,0 0-513 0 0,0 1-2414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0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207 116 1972 0 0,'5'-3'1290'0'0,"12"-9"-124"0"0,-13 9-123 0 0,0 0-167 0 0,25-31 1756 0 0,-27 30-1533 0 0,-1-1-597 0 0,0 3-360 0 0,-1 1-69 0 0,0-1-1 0 0,0 1 0 0 0,0-1 0 0 0,0 1 1 0 0,0-1-1 0 0,1 1 0 0 0,-1-1 0 0 0,0 1 1 0 0,1 0-1 0 0,0-1 0 0 0,-1 1 0 0 0,2-3 1 0 0,-4 1 186 0 0,2 3-255 0 0,-1-2 29 0 0,0 0 1 0 0,0 0-1 0 0,0 1 1 0 0,0-1-1 0 0,0 1 0 0 0,-1-1 1 0 0,1 1-1 0 0,0 0 0 0 0,-1-1 1 0 0,1 1-1 0 0,-1 0 1 0 0,1 0-1 0 0,-1 0 0 0 0,0 0 1 0 0,1 0-1 0 0,-1 1 1 0 0,0-1-1 0 0,0 0 0 0 0,0 1 1 0 0,0-1-1 0 0,1 1 1 0 0,-1 0-1 0 0,0-1 0 0 0,0 1 1 0 0,-3 0-1 0 0,-7 3 3 0 0,-1-1 0 0 0,1 2 0 0 0,0 0 0 0 0,-1 0 0 0 0,2 1 0 0 0,-1 0-1 0 0,0 1 1 0 0,1 1 0 0 0,0 0 0 0 0,1 0 0 0 0,0 1 0 0 0,0 0 0 0 0,0 1 0 0 0,1 0 0 0 0,0 0-1 0 0,1 1 1 0 0,-13 20 0 0 0,18-26-66 0 0,1-1 0 0 0,-1 1 0 0 0,1 0 0 0 0,0 0 0 0 0,0 0-1 0 0,0 0 1 0 0,0 1 0 0 0,1-1 0 0 0,0 0 0 0 0,0 1 0 0 0,0-1 0 0 0,0 1 0 0 0,1-1-1 0 0,0 1 1 0 0,-1-1 0 0 0,2 1 0 0 0,-1-1 0 0 0,1 1 0 0 0,-1-1 0 0 0,1 1-1 0 0,0-1 1 0 0,1 0 0 0 0,-1 1 0 0 0,1-1 0 0 0,0 0 0 0 0,0 0 0 0 0,0 0 0 0 0,0 0-1 0 0,1 0 1 0 0,4 4 0 0 0,-5-6-14 0 0,1 0 0 0 0,0 0 0 0 0,0 0 0 0 0,0 0 0 0 0,0-1 0 0 0,0 1 0 0 0,0-1 0 0 0,1 0 0 0 0,-1 0-1 0 0,0 0 1 0 0,5 0 0 0 0,-2 1-12 0 0,-2-1-17 0 0,2-2 24 0 0,-3 1 48 0 0,5 0 13 0 0,-1 0 0 0 0,0 0 0 0 0,0-1 0 0 0,0-1 1 0 0,1 1-1 0 0,-1-1 0 0 0,0 0 0 0 0,-1 0 0 0 0,1-1 0 0 0,0 0 0 0 0,-1-1 0 0 0,0 1 0 0 0,1-1 0 0 0,6-6 0 0 0,53-64 1898 0 0,-64 78-1887 0 0,0-2-22 0 0,-1 1 1 0 0,1-1 0 0 0,-1 1 0 0 0,0-1 0 0 0,0 1 0 0 0,0 0 0 0 0,0-1-1 0 0,0 1 1 0 0,-1 0 0 0 0,1 0 0 0 0,-1 0 0 0 0,0-1 0 0 0,0 1-1 0 0,0 4 1 0 0,1 7 27 0 0,94 662 231 0 0,-92-664-240 0 0,0 6-6 0 0,-2 8-18 0 0,-1-12 7 0 0,0-12 6 0 0,-5 38-56 0 0,5-38 44 0 0,0-1-1 0 0,-1 1 0 0 0,1 0 0 0 0,-1-1 0 0 0,1 1 0 0 0,-1 0 0 0 0,1-1 0 0 0,-1 1 0 0 0,0-1 0 0 0,0 1 0 0 0,0-1 0 0 0,0 0 0 0 0,0 1 0 0 0,0-1 0 0 0,0 0 0 0 0,-1 1 0 0 0,1-1 0 0 0,0 0 0 0 0,-1 0 0 0 0,1 0 0 0 0,0 0 0 0 0,-1-1 0 0 0,-3 3 0 0 0,0-2-8 0 0,4 0 1 0 0,-1 0 0 0 0,1 0 0 0 0,-1-1-1 0 0,0 1 1 0 0,0-1 0 0 0,1 0 0 0 0,-1 1-1 0 0,0-1 1 0 0,0 0 0 0 0,1 0 0 0 0,-1 0 0 0 0,0 0-1 0 0,0-1 1 0 0,1 1 0 0 0,-1 0 0 0 0,-2-1 0 0 0,-11-4-20 0 0,1 1 1 0 0,0-2 0 0 0,1 0 0 0 0,-1 0 0 0 0,1-1-1 0 0,0-1 1 0 0,1 0 0 0 0,-1-1 0 0 0,2 0 0 0 0,-1-1-1 0 0,2 0 1 0 0,-1-1 0 0 0,1 0 0 0 0,1-1 0 0 0,0 0-1 0 0,0 0 1 0 0,-8-19 0 0 0,10 18-118 0 0,0-1 0 0 0,1 0 0 0 0,0 0-1 0 0,2-1 1 0 0,-1 1 0 0 0,2-1 0 0 0,0 0 0 0 0,1 0 0 0 0,0 0-1 0 0,1 0 1 0 0,1-1 0 0 0,0 1 0 0 0,1 0 0 0 0,1 0 0 0 0,1 0 0 0 0,0 0-1 0 0,6-20 1 0 0,1 11-403 0 0,1 0 0 0 0,1 1-1 0 0,1 1 1 0 0,24-31 0 0 0,72-78-3197 0 0,-82 101 2590 0 0,12-15-1854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0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58 3224 0 0,'-24'-45'3632'0'0,"21"41"-2471"0"0,0 2-699 0 0,-16-5 293 0 0,15 11-425 0 0,-1 5-223 0 0,0-1-1 0 0,0 1 0 0 0,1 0 0 0 0,0 1 1 0 0,0-1-1 0 0,1 1 0 0 0,0-1 1 0 0,1 1-1 0 0,0 0 0 0 0,-1 15 0 0 0,-2 112 341 0 0,5-126-425 0 0,2 64 219 0 0,3 0 0 0 0,25 120-1 0 0,-14-153-168 0 0,-12-32-114 0 0,-2-6 182 0 0,-1-3-131 0 0,0 0-1 0 0,0 0 0 0 0,0 0 0 0 0,0-1 0 0 0,0 1 0 0 0,0 0 0 0 0,0-1 1 0 0,0 1-1 0 0,0-1 0 0 0,0 1 0 0 0,0-1 0 0 0,0 0 0 0 0,1 1 0 0 0,-1-1 0 0 0,0 0 1 0 0,0 0-1 0 0,0 0 0 0 0,1 0 0 0 0,1 0 0 0 0,15-13 28 0 0,0-1 0 0 0,22-24-1 0 0,11-18-186 0 0,-48 54 138 0 0,18-8-19 0 0,-17 10 38 0 0,15 3 4 0 0,-14-3 3 0 0,-5 1-10 0 0,0-1-1 0 0,0 1 1 0 0,0 0 0 0 0,0-1-1 0 0,1 1 1 0 0,-1-1 0 0 0,0 1-1 0 0,1 0 1 0 0,-1-1 0 0 0,0 1-1 0 0,1-1 1 0 0,-1 1 0 0 0,1-1-1 0 0,-1 1 1 0 0,0-1 0 0 0,1 0-1 0 0,-1 1 1 0 0,1-1 0 0 0,0 1-1 0 0,0-1 1 0 0,14 15 60 0 0,15 33-11 0 0,-23-34-124 0 0,1-1 0 0 0,0 0 0 0 0,1 0 0 0 0,0-1-1 0 0,1 0 1 0 0,21 19 0 0 0,-22-24-148 0 0,-1 0-1 0 0,1-1 1 0 0,1 0-1 0 0,-1 0 1 0 0,1-1-1 0 0,0-1 1 0 0,13 5 0 0 0,-14-7-194 0 0,0 0 1 0 0,-1-1-1 0 0,1 0 1 0 0,0 0-1 0 0,0-1 0 0 0,0 0 1 0 0,-1-1-1 0 0,1 0 1 0 0,0 0-1 0 0,0-1 1 0 0,-1 0-1 0 0,1 0 1 0 0,-1-1-1 0 0,0 0 1 0 0,1-1-1 0 0,-2 0 1 0 0,12-6-1 0 0,3-6-2202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1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74 1588 0 0,'0'-6'811'0'0,"0"-26"1138"0"0,0 32-1932 0 0,0-1 0 0 0,0 0 0 0 0,0 1 1 0 0,0-1-1 0 0,0 1 0 0 0,0-1 0 0 0,-1 1 1 0 0,1-1-1 0 0,0 0 0 0 0,0 1 0 0 0,-1-1 1 0 0,1 1-1 0 0,0-1 0 0 0,-1 1 0 0 0,1-1 1 0 0,0 1-1 0 0,-1-1 0 0 0,1 1 0 0 0,-1 0 1 0 0,1-1-1 0 0,0 1 0 0 0,-1 0 0 0 0,0-1 1 0 0,1 1 44 0 0,-1-1 0 0 0,1 1 0 0 0,-1 0 0 0 0,1-1 0 0 0,-1 1 0 0 0,1-1 0 0 0,-1 1 0 0 0,1 0 0 0 0,0-1 0 0 0,-1 1 0 0 0,1-1 0 0 0,0 1 0 0 0,-1-1 0 0 0,1 0 0 0 0,0 1 0 0 0,0-1 0 0 0,0 1 0 0 0,-1-1 0 0 0,1 1 0 0 0,0-1 0 0 0,0 0 0 0 0,0 1 0 0 0,0-1 0 0 0,-4-1 396 0 0,-12-6-96 0 0,12 6 195 0 0,-2 3-263 0 0,-2 0-170 0 0,1 1 0 0 0,0 0 1 0 0,0 0-1 0 0,0 1 0 0 0,0 0 0 0 0,0 0 1 0 0,1 0-1 0 0,0 1 0 0 0,-1 0 0 0 0,1 0 1 0 0,0 1-1 0 0,1 0 0 0 0,-1 0 0 0 0,1 0 1 0 0,0 1-1 0 0,0 0 0 0 0,1-1 1 0 0,0 2-1 0 0,0-1 0 0 0,-4 9 0 0 0,-10 22-54 0 0,17-33-44 0 0,0 1 27 0 0,1-1-46 0 0,0 1 0 0 0,0-1 0 0 0,0 1 0 0 0,1-1 0 0 0,0 1 0 0 0,0-1 0 0 0,0 1 0 0 0,0-1 0 0 0,1 0 0 0 0,-1 1 0 0 0,1-1 0 0 0,0 0 0 0 0,1 0 0 0 0,4 7 0 0 0,-4-8-81 0 0,2-1-26 0 0,16 5-2 0 0,-15-5 12 0 0,-1-1-8 0 0,17 2 0 0 0,-16-2 24 0 0,-1-2 22 0 0,2-1 81 0 0,0 0 0 0 0,-1-1 0 0 0,1 0 0 0 0,-1 0-1 0 0,0 0 1 0 0,0-1 0 0 0,0 0 0 0 0,0 0 0 0 0,-1-1 0 0 0,1 0-1 0 0,-1 0 1 0 0,0 0 0 0 0,-1 0 0 0 0,1-1 0 0 0,-1 0 0 0 0,0 1-1 0 0,0-2 1 0 0,-1 1 0 0 0,5-12 0 0 0,-6 14 177 0 0,4-25 208 0 0,-5 23 17 0 0,-1 1-272 0 0,0-17-43 0 0,0 17-30 0 0,-3 1-9 0 0,-1 0-86 0 0,0 1 1 0 0,0-1-1 0 0,0 1 1 0 0,-1 0-1 0 0,1 0 1 0 0,-1 1-1 0 0,1-1 1 0 0,-1 1-1 0 0,0 0 1 0 0,0 0-1 0 0,-10-2 1 0 0,10 3-186 0 0,0 1-381 0 0,-16-2 203 0 0,16 1-51 0 0,-5 7-2726 0 0,3-2 2200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1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3360 0 0,'0'0'7857'0'0,"-4"2"-7699"0"0,3-2-136 0 0,-1 1 0 0 0,1 0 0 0 0,-1 0-1 0 0,1 0 1 0 0,-1 0 0 0 0,1 0 0 0 0,-1 1 0 0 0,1-1 0 0 0,0 0-1 0 0,0 1 1 0 0,-1-1 0 0 0,1 1 0 0 0,0-1 0 0 0,0 1-1 0 0,1-1 1 0 0,-1 1 0 0 0,0 0 0 0 0,0-1 0 0 0,1 1 0 0 0,-1 0-1 0 0,1 0 1 0 0,0-1 0 0 0,-1 1 0 0 0,1 0 0 0 0,0 0 0 0 0,0 2-1 0 0,-3 12 27 0 0,1 0-1 0 0,0 1 0 0 0,1-1 1 0 0,1 0-1 0 0,3 27 0 0 0,-1-34-30 0 0,-1 0 0 0 0,2 0-1 0 0,-1 0 1 0 0,1-1-1 0 0,5 11 1 0 0,-6-14-17 0 0,4 4-6 0 0,9 8-12 0 0,2-2-2 0 0,-3-9 18 0 0,-6-3-38 0 0,1-1 0 0 0,0 1 1 0 0,16 1-1 0 0,-19-3-143 0 0,0-3 159 0 0,36-8 29 0 0,-35 7-5 0 0,-3-2-1 0 0,0 3 0 0 0,-1 0 0 0 0,1-1 0 0 0,-1 0 0 0 0,1 1 0 0 0,-1-1 0 0 0,0-1-1 0 0,0 1 1 0 0,0 0 0 0 0,-1-1 0 0 0,1 0 0 0 0,-1 1 0 0 0,0-1 0 0 0,0 0-1 0 0,3-6 1 0 0,-1-3 18 0 0,-1 0-1 0 0,0 0 1 0 0,2-14-1 0 0,-4 18 13 0 0,2-21 169 0 0,-3 25-80 0 0,0-1 6 0 0,-2-18 23 0 0,2 18 191 0 0,0 1-178 0 0,-2-22 1396 0 0,2 27-1555 0 0,0 0 1 0 0,0 0-1 0 0,0 1 1 0 0,0-1-1 0 0,0 0 1 0 0,0 0-1 0 0,0 1 1 0 0,0-1-1 0 0,0 0 1 0 0,0 0-1 0 0,-1 1 1 0 0,1-1-1 0 0,0 0 0 0 0,0 0 1 0 0,0 0-1 0 0,0 1 1 0 0,-1-1-1 0 0,1 0 1 0 0,0 0-1 0 0,0 0 1 0 0,-1 0-1 0 0,1 1 1 0 0,0-1-1 0 0,0 0 1 0 0,0 0-1 0 0,-1 0 1 0 0,1 0-1 0 0,0 0 1 0 0,0 0-1 0 0,-1 0 1 0 0,1 0-1 0 0,0 0 1 0 0,-1 0-1 0 0,1 0 1 0 0,0 0-1 0 0,-1 0 1 0 0,1 0-1 0 0,-1 0 1 0 0,1 0 0 0 0,-1 0 0 0 0,1 0-1 0 0,-1 1 1 0 0,1-1 0 0 0,-1 0 0 0 0,0 0 0 0 0,1 0-1 0 0,-1 1 1 0 0,1-1 0 0 0,-1 0 0 0 0,1 1-1 0 0,0-1 1 0 0,-1 0 0 0 0,1 1 0 0 0,-1-1-1 0 0,1 0 1 0 0,0 1 0 0 0,-1-1 0 0 0,1 1-1 0 0,0-1 1 0 0,-1 1 0 0 0,1-1 0 0 0,0 1 0 0 0,0-1-1 0 0,-1 1 1 0 0,1-1 0 0 0,0 1 0 0 0,0-1-1 0 0,0 1 1 0 0,0-1 0 0 0,0 1 0 0 0,0 0-1 0 0,-1 9 11 0 0,0-1 0 0 0,1 0 0 0 0,0 0 0 0 0,1 1 0 0 0,0-1-1 0 0,1 0 1 0 0,0 0 0 0 0,4 12 0 0 0,-2-10-71 0 0,0-1-56 0 0,1 0 1 0 0,0 0-1 0 0,0-1 0 0 0,1 0 1 0 0,0 0-1 0 0,8 9 1 0 0,31 30-1427 0 0,-39-43 714 0 0,1 0 0 0 0,0 0 1 0 0,0 0-1 0 0,0-1 0 0 0,1 0 0 0 0,-1 0 1 0 0,1-1-1 0 0,0 0 0 0 0,9 2 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2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92 1564 0 0,'2'-5'415'0'0,"2"0"-1"0"0,-1 1 1 0 0,0-1-1 0 0,1 1 0 0 0,0 0 1 0 0,0 0-1 0 0,0 0 1 0 0,0 1-1 0 0,7-5 1 0 0,-8 6-323 0 0,1 1 1 0 0,-1 0-1 0 0,0-1 0 0 0,1 1 1 0 0,-1 1-1 0 0,0-1 1 0 0,1 0-1 0 0,-1 1 0 0 0,1 0 1 0 0,-1 0-1 0 0,1 0 1 0 0,-1 0-1 0 0,1 0 0 0 0,-1 1 1 0 0,1-1-1 0 0,-1 1 1 0 0,1 0-1 0 0,-1 0 1 0 0,0 1-1 0 0,4 1 0 0 0,6 3 36 0 0,0 1-1 0 0,0 1 1 0 0,-1 0-1 0 0,0 1 1 0 0,0 0-1 0 0,-1 1 1 0 0,0 1-1 0 0,12 15 1 0 0,-8-9 48 0 0,-2 1 1 0 0,-1 1 0 0 0,0 0 0 0 0,-1 0 0 0 0,9 24 0 0 0,-17-32-91 0 0,0-1 1 0 0,-1 1 0 0 0,0 0 0 0 0,-1 0 0 0 0,0 0 0 0 0,-1 16 0 0 0,0-22 58 0 0,-1 1 25 0 0,-1 0-71 0 0,0-1 0 0 0,-1 1 0 0 0,1 0 0 0 0,-1-1 0 0 0,-6 10 0 0 0,7-12 128 0 0,-20 11 278 0 0,17-11-214 0 0,0-3-9 0 0,0 0-203 0 0,1 0 1 0 0,-1 0-1 0 0,1-1 0 0 0,-1 1 1 0 0,0-1-1 0 0,1 0 0 0 0,-1 0 1 0 0,1-1-1 0 0,0 1 1 0 0,-1-1-1 0 0,1 0 0 0 0,0 0 1 0 0,0-1-1 0 0,0 1 1 0 0,0-1-1 0 0,-5-4 0 0 0,-23-48 267 0 0,30 48-372 0 0,-1-1 1 0 0,2 0-1 0 0,-1 1 0 0 0,1-1 0 0 0,0 0 0 0 0,0 0 0 0 0,1 0 0 0 0,0 0 1 0 0,1 0-1 0 0,0 0 0 0 0,0 0 0 0 0,4-12 0 0 0,-1 6-90 0 0,0 0 0 0 0,1 1-1 0 0,1 0 1 0 0,0 0 0 0 0,12-19 0 0 0,-9 20-89 0 0,0 0 1 0 0,1 1-1 0 0,0 0 1 0 0,0 1 0 0 0,1 0-1 0 0,1 1 1 0 0,0 0-1 0 0,0 1 1 0 0,0 0-1 0 0,1 1 1 0 0,0 0-1 0 0,1 1 1 0 0,-1 1-1 0 0,1 0 1 0 0,0 1-1 0 0,1 0 1 0 0,17-2 0 0 0,-23 5-207 0 0,0 1 1 0 0,0 1 0 0 0,0-1 0 0 0,0 2 0 0 0,-1-1 0 0 0,1 1 0 0 0,0 0-1 0 0,-1 1 1 0 0,0 0 0 0 0,1 0 0 0 0,-1 1 0 0 0,0 0 0 0 0,9 6 0 0 0,3 4-3470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3.3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2308 0 0,'0'0'7233'0'0,"6"1"-6922"0"0,53 9 386 0 0,101 0 20 0 0,-72-3-1748 0 0,115-5 1 0 0,-185-3-519 0 0,4-5 67 0 0,-11 2-524 0 0,12-6-2122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3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2352 0 0,'0'0'1047'0'0,"-4"2"-142"0"0,-14 3-143 0 0,14-4 425 0 0,2 3-725 0 0,-5 9-78 0 0,5-10 213 0 0,2 2-350 0 0,0 15-22 0 0,0-16-35 0 0,3 2-9 0 0,0 1-94 0 0,1 0-1 0 0,0 0 1 0 0,0 0-1 0 0,0-1 0 0 0,1 0 1 0 0,0 1-1 0 0,1-2 1 0 0,-1 1-1 0 0,11 7 1 0 0,35 17 110 0 0,-49-28-185 0 0,25 8 66 0 0,-6-6 29 0 0,37 5-226 0 0,-52-8 115 0 0,0-1 33 0 0,20 1-5 0 0,-20 0 8 0 0,-2-2-1 0 0,14-2-52 0 0,-14 2-117 0 0,14-14 388 0 0,-21 11-148 0 0,-7-11-94 0 0,7 11-53 0 0,-2 3 190 0 0,-1 0-90 0 0,1 1 1 0 0,-1-1 0 0 0,1 1 0 0 0,-1 0 0 0 0,1 0 0 0 0,-1 1-1 0 0,1 0 1 0 0,0 0 0 0 0,-1 0 0 0 0,1 1 0 0 0,0-1 0 0 0,0 1-1 0 0,0 0 1 0 0,0 1 0 0 0,-5 2 0 0 0,4 0-42 0 0,0-1 0 0 0,0 1 0 0 0,0 0 0 0 0,1 1 0 0 0,0-1-1 0 0,0 1 1 0 0,0 0 0 0 0,1 0 0 0 0,0 1 0 0 0,0-1 0 0 0,0 1 0 0 0,1 0 0 0 0,0 0 0 0 0,-4 14 0 0 0,3 7-55 0 0,4-22 26 0 0,-1-4 7 0 0,1-1-1 0 0,0 1 0 0 0,0-1 1 0 0,0 1-1 0 0,0 0 0 0 0,0-1 1 0 0,0 1-1 0 0,1-1 0 0 0,-1 1 1 0 0,0 0-1 0 0,1-1 0 0 0,-1 1 1 0 0,1-1-1 0 0,-1 1 0 0 0,1-1 1 0 0,2 3-1 0 0,-1 0-36 0 0,0 2-48 0 0,1 0 1 0 0,0 0-1 0 0,0-1 1 0 0,0 1-1 0 0,1-1 1 0 0,-1 0 0 0 0,2 0-1 0 0,-1 0 1 0 0,0 0-1 0 0,1-1 1 0 0,0 0-1 0 0,0 0 1 0 0,0 0-1 0 0,0-1 1 0 0,1 1-1 0 0,-1-1 1 0 0,8 3 0 0 0,3 0-944 0 0,0 0 0 0 0,1-1 1 0 0,-1 0-1 0 0,32 3 1 0 0,-12-4-3029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4.3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2920 0 0,'1'-4'1359'0'0,"3"-18"4824"0"0,-3 29-5847 0 0,0 80 378 0 0,6 448-382 0 0,7-428-1503 0 0,-6-49-2534 0 0,-7-54 1150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4.9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333 163 1980 0 0,'8'-12'233'0'0,"0"0"1"0"0,1 0-1 0 0,0 0 0 0 0,0 1 0 0 0,2 0 0 0 0,-1 1 0 0 0,1 1 1 0 0,0-1-1 0 0,1 2 0 0 0,0-1 0 0 0,1 2 0 0 0,0-1 1 0 0,0 2-1 0 0,0 0 0 0 0,22-6 0 0 0,-32 10-150 0 0,1 1 0 0 0,0 0 0 0 0,-1 1 0 0 0,1-1 0 0 0,0 0 1 0 0,0 1-1 0 0,6 0 0 0 0,-1 0 61 0 0,-6 0-93 0 0,0-1 1 0 0,1 1-1 0 0,-1 0 1 0 0,0 0-1 0 0,0 0 0 0 0,1 0 1 0 0,-1 1-1 0 0,0-1 1 0 0,0 1-1 0 0,0 0 0 0 0,1 0 1 0 0,2 1-1 0 0,5 2 62 0 0,-1-1-51 0 0,0 0 0 0 0,-1 1 0 0 0,1 0 0 0 0,-1 0 1 0 0,0 1-1 0 0,0 0 0 0 0,-1 1 0 0 0,1 0 0 0 0,-1 0 0 0 0,-1 1 0 0 0,1 0 0 0 0,-1 0 0 0 0,0 1 0 0 0,-1 0 0 0 0,0 0 0 0 0,0 0 0 0 0,0 1 0 0 0,-1 0 0 0 0,-1 0 0 0 0,0 1 0 0 0,0-1 0 0 0,3 14 0 0 0,-2-5-36 0 0,0 1-1 0 0,-2-1 1 0 0,0 1 0 0 0,-2 0-1 0 0,0 0 1 0 0,0 0-1 0 0,-2-1 1 0 0,-1 1 0 0 0,0 0-1 0 0,-1 0 1 0 0,-6 18-1 0 0,2-15-1 0 0,-1-2-1 0 0,-2 1 1 0 0,1-1-1 0 0,-2-1 0 0 0,-1 0 1 0 0,0 0-1 0 0,-2-1 1 0 0,0-1-1 0 0,0 0 0 0 0,-2-1 1 0 0,0-1-1 0 0,-1 0 1 0 0,0-1-1 0 0,-33 19 0 0 0,22-16 41 0 0,0-2 0 0 0,-1-1 0 0 0,-1-2 0 0 0,-1 0 0 0 0,1-2-1 0 0,-1-2 1 0 0,-1 0 0 0 0,0-2 0 0 0,-50 2 0 0 0,70-7-47 0 0,0 0 0 0 0,0-2 0 0 0,0 1 0 0 0,1-2 0 0 0,-1 1 0 0 0,1-1 0 0 0,-1-1 0 0 0,1 0 1 0 0,0-1-1 0 0,-1 0 0 0 0,2-1 0 0 0,-1 0 0 0 0,1-1 0 0 0,-14-9 0 0 0,20 11-8 0 0,0 0 1 0 0,1-1-1 0 0,-1 1 1 0 0,1-1-1 0 0,0 0 1 0 0,0 0-1 0 0,1 0 1 0 0,0 0-1 0 0,0-1 1 0 0,-2-7-1 0 0,3 9-11 0 0,0 0-1 0 0,0 0 1 0 0,1 0 0 0 0,-1-1 0 0 0,1 1-1 0 0,1 0 1 0 0,-1 0 0 0 0,0-1 0 0 0,1 1-1 0 0,0 0 1 0 0,0 0 0 0 0,3-8 0 0 0,-3 9 2 0 0,1-2-11 0 0,0 1 0 0 0,0-1 1 0 0,0 1-1 0 0,1-1 0 0 0,-1 1 1 0 0,1 0-1 0 0,0 0 0 0 0,0 1 0 0 0,1-1 1 0 0,-1 0-1 0 0,7-4 0 0 0,-6 5-25 0 0,0 0 41 0 0,0-1 0 0 0,0 1 1 0 0,1 0-1 0 0,-1 0 0 0 0,1 1 0 0 0,0-1 0 0 0,0 1 1 0 0,0 0-1 0 0,9-2 0 0 0,-7 2 1 0 0,-2 1 4 0 0,0 0 0 0 0,1 0 1 0 0,-1 1-1 0 0,1 0 0 0 0,-1-1 1 0 0,1 2-1 0 0,-1-1 0 0 0,1 1 0 0 0,-1 0 1 0 0,8 2-1 0 0,-8-2-14 0 0,10 2 14 0 0,1 1 1 0 0,0 1-1 0 0,-1 0 0 0 0,0 1 0 0 0,0 1 1 0 0,-1 0-1 0 0,15 10 0 0 0,9 10 80 0 0,35 31-1 0 0,-65-52-59 0 0,54 47 91 0 0,108 83 148 0 0,-148-121-300 0 0,1 0 1 0 0,0-2-1 0 0,1-1 0 0 0,0 0 0 0 0,48 14 0 0 0,-59-24-521 0 0,0 1-1 0 0,0-2 1 0 0,0 0-1 0 0,20-1 0 0 0,-26 0 398 0 0,-5 1-4 0 0,1-1 1 0 0,0 0-1 0 0,0 0 0 0 0,-1 0 1 0 0,1-1-1 0 0,0 1 0 0 0,-1-1 0 0 0,1 1 1 0 0,0-1-1 0 0,-1 0 0 0 0,3-1 1 0 0,2-1-275 0 0,6-2-1629 0 0,16-11-1435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5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120 130 2280 0 0,'-2'-2'477'0'0,"0"1"0"0"0,-1-1 0 0 0,0 1-1 0 0,1-1 1 0 0,-1 1 0 0 0,0 0 0 0 0,0 0 0 0 0,0 0 0 0 0,0 0-1 0 0,-4 0 1 0 0,-4 0-719 0 0,6 1 1074 0 0,-2 6-582 0 0,7-6-227 0 0,-1 0-1 0 0,1 0 0 0 0,-1 0 1 0 0,1 0-1 0 0,-1 0 1 0 0,1 0-1 0 0,0 1 0 0 0,-1-1 1 0 0,1 0-1 0 0,0 0 0 0 0,-1 0 1 0 0,1 0-1 0 0,0 1 0 0 0,-1-1 1 0 0,1 0-1 0 0,0 1 0 0 0,-1-1 1 0 0,1 0-1 0 0,0 0 0 0 0,0 1 1 0 0,-1-1-1 0 0,1 0 1 0 0,0 1-1 0 0,0-1 0 0 0,0 1 1 0 0,-1-1-1 0 0,1 0 0 0 0,0 1 1 0 0,0-1-1 0 0,0 1 0 0 0,0-1 1 0 0,0 0-1 0 0,0 1 0 0 0,0-1 1 0 0,0 1-1 0 0,0-1 0 0 0,0 0 1 0 0,0 1-1 0 0,0 0 1 0 0,2 2 6 0 0,5 16 68 0 0,-3-18-50 0 0,12 3 6 0 0,-12-3 62 0 0,3-1-21 0 0,54-8 441 0 0,-55 6-408 0 0,-1 0 4 0 0,38-30 335 0 0,-39 29-377 0 0,-2-2-19 0 0,6-15-9 0 0,-6 15-12 0 0,-1 0-11 0 0,1-14 0 0 0,-1 14 3 0 0,-3 0-17 0 0,-5-13 10 0 0,5 13 18 0 0,-2 2-17 0 0,-2-1-3 0 0,0 0 0 0 0,-1 1 0 0 0,0 0 0 0 0,-13-5 0 0 0,14 7 41 0 0,-1 2-5 0 0,-1 1-31 0 0,-1 0 0 0 0,1 0-1 0 0,0 1 1 0 0,-1 0 0 0 0,1 1 0 0 0,1-1 0 0 0,-1 1 0 0 0,0 1 0 0 0,1 0 0 0 0,0 0 0 0 0,0 0-1 0 0,0 1 1 0 0,1 0 0 0 0,0 0 0 0 0,0 1 0 0 0,1-1 0 0 0,-9 14 0 0 0,12-16-43 0 0,0 0 0 0 0,-1 1 0 0 0,2-1-1 0 0,-1 1 1 0 0,0-1 0 0 0,1 1 0 0 0,0 0 0 0 0,0 0 0 0 0,0 6 0 0 0,1-6-3 0 0,0-1-7 0 0,0-1 1 0 0,0 1 0 0 0,1-1-1 0 0,0 1 1 0 0,0-1 0 0 0,0 0-1 0 0,0 1 1 0 0,0-1 0 0 0,0 0-1 0 0,1 0 1 0 0,0 0-1 0 0,0 0 1 0 0,-1 0 0 0 0,2 0-1 0 0,2 3 1 0 0,-4-4-10 0 0,1 0-7 0 0,-1 0-1 0 0,1 1 1 0 0,-1-1-1 0 0,1 0 1 0 0,0-1-1 0 0,0 1 1 0 0,0 0 0 0 0,0 0-1 0 0,0-1 1 0 0,0 1-1 0 0,0-1 1 0 0,0 0-1 0 0,5 2 1 0 0,2 2-80 0 0,3 2-185 0 0,1 0 1 0 0,0-1-1 0 0,0 0 0 0 0,1-1 1 0 0,-1-1-1 0 0,1 0 1 0 0,0-1-1 0 0,20 3 0 0 0,-2-3-783 0 0,0-1 0 0 0,49-4 0 0 0,-49 0-67 0 0,0-2 0 0 0,48-12 0 0 0,-42 5-1005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5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435 130 1460 0 0,'3'-6'824'0'0,"16"-42"1373"0"0,-18 45-1989 0 0,0-1 0 0 0,-1 0 1 0 0,1 1-1 0 0,-1-1 0 0 0,0 0 0 0 0,0 0 0 0 0,0 1 0 0 0,0-1 0 0 0,-1 0 0 0 0,1 1 0 0 0,-1-1 0 0 0,0 0 1 0 0,0 1-1 0 0,-2-4 0 0 0,1 3 117 0 0,-2 1-30 0 0,0 2-218 0 0,1-1 1 0 0,-1 1-1 0 0,0-1 1 0 0,1 1-1 0 0,-1 0 0 0 0,0 0 1 0 0,0 1-1 0 0,1-1 1 0 0,-1 1-1 0 0,0 0 1 0 0,0 0-1 0 0,0 0 1 0 0,0 0-1 0 0,1 1 1 0 0,-1 0-1 0 0,0-1 0 0 0,-4 3 1 0 0,-7 2 4 0 0,1 1 1 0 0,0 0 0 0 0,0 1-1 0 0,1 1 1 0 0,-1 0-1 0 0,2 0 1 0 0,-1 2-1 0 0,1-1 1 0 0,1 2-1 0 0,0-1 1 0 0,0 2-1 0 0,1-1 1 0 0,1 1-1 0 0,0 1 1 0 0,0 0 0 0 0,2 0-1 0 0,-1 1 1 0 0,2 0-1 0 0,-9 25 1 0 0,13-33-102 0 0,0 0 0 0 0,1 0 0 0 0,0 0 0 0 0,1 0 0 0 0,0 0 0 0 0,-1 0 0 0 0,2 0 0 0 0,0 9 0 0 0,0-12-17 0 0,0 0 1 0 0,0 0-1 0 0,0 0 1 0 0,0 0-1 0 0,0 0 1 0 0,0 0-1 0 0,1 0 0 0 0,0 0 1 0 0,-1-1-1 0 0,1 1 1 0 0,0-1-1 0 0,0 1 1 0 0,0-1-1 0 0,1 0 1 0 0,-1 0-1 0 0,1 0 0 0 0,-1 0 1 0 0,1 0-1 0 0,-1 0 1 0 0,6 1-1 0 0,-4-1 5 0 0,1 0-1 0 0,-1-1 1 0 0,1 0-1 0 0,0 0 1 0 0,0 0-1 0 0,0 0 1 0 0,-1-1-1 0 0,1 0 1 0 0,0 0-1 0 0,0 0 1 0 0,0-1-1 0 0,0 1 1 0 0,-1-1-1 0 0,1-1 1 0 0,0 1-1 0 0,-1 0 1 0 0,1-1-1 0 0,5-3 1 0 0,0 0 28 0 0,-1 0 0 0 0,0-1 0 0 0,0 0 0 0 0,-1 0 0 0 0,0-1 1 0 0,0 0-1 0 0,11-13 0 0 0,-10 9 181 0 0,-1-1 1 0 0,-1 0-1 0 0,0 0 1 0 0,-1 0 0 0 0,0-1-1 0 0,-1 0 1 0 0,0 0-1 0 0,3-16 1 0 0,-7 24 86 0 0,0 4-228 0 0,-1-1 0 0 0,1 0 1 0 0,-1 1-1 0 0,1-1 0 0 0,-1 0 0 0 0,1 1 0 0 0,-1-1 0 0 0,0 0 1 0 0,0 1-1 0 0,0-1 0 0 0,0-3 0 0 0,-1-3 448 0 0,1 4-411 0 0,-2-14-12 0 0,1 14 254 0 0,0 4-312 0 0,-1 1 0 0 0,1-1 0 0 0,-1 1 0 0 0,1-1 1 0 0,0 1-1 0 0,-1 0 0 0 0,1-1 0 0 0,0 1 0 0 0,0 0 0 0 0,0 0 1 0 0,-1 0-1 0 0,-1 2 0 0 0,2-2 3 0 0,0 0-6 0 0,0-1 0 0 0,0 1 0 0 0,0 0 0 0 0,0-1 0 0 0,1 1 0 0 0,-1 0 0 0 0,0-1 0 0 0,0 1 0 0 0,1 0-1 0 0,-1 0 1 0 0,1 0 0 0 0,-1 0 0 0 0,1 0 0 0 0,-1 0 0 0 0,1-1 0 0 0,-1 1 0 0 0,1 0 0 0 0,0 0 0 0 0,0 0 0 0 0,-1 0 0 0 0,1 2 0 0 0,0-1 2 0 0,-4 11 33 0 0,0 1 1 0 0,1 0 0 0 0,0-1 0 0 0,1 1 0 0 0,1 0-1 0 0,0 1 1 0 0,3 25 0 0 0,-2-24-12 0 0,21 355 377 0 0,-2-33-256 0 0,-17-282-155 0 0,1 87-37 0 0,-4-119 0 0 0,-1 0 0 0 0,-1 0 1 0 0,-12 42-1 0 0,14-61 43 0 0,0 0 0 0 0,-1-1-1 0 0,0 1 1 0 0,0-1 0 0 0,0 1 0 0 0,0-1 0 0 0,-1 0-1 0 0,1 0 1 0 0,-1 0 0 0 0,0 0 0 0 0,0-1 0 0 0,-1 1-1 0 0,1-1 1 0 0,-1 1 0 0 0,0-1 0 0 0,0-1 0 0 0,0 1-1 0 0,0 0 1 0 0,0-1 0 0 0,-1 0 0 0 0,1 0 0 0 0,-1 0-1 0 0,1-1 1 0 0,-1 1 0 0 0,0-1 0 0 0,1 0 0 0 0,-1 0-1 0 0,0-1 1 0 0,-9 0 0 0 0,10 1 2 0 0,1-1 1 0 0,0 0-1 0 0,0-1 1 0 0,0 1-1 0 0,0 0 0 0 0,0-1 1 0 0,0 0-1 0 0,0 0 1 0 0,0 0-1 0 0,1 0 0 0 0,-1 0 1 0 0,-3-2-1 0 0,-4-2 1 0 0,-3 0 8 0 0,1-1 1 0 0,0-1-1 0 0,1 0 1 0 0,-1-1-1 0 0,1 0 1 0 0,0 0-1 0 0,1-1 1 0 0,0-1-1 0 0,1 0 1 0 0,0 0-1 0 0,0-1 1 0 0,1 0-1 0 0,-10-17 1 0 0,6 5-71 0 0,0 0 1 0 0,1 0-1 0 0,2-1 1 0 0,0-1-1 0 0,2 0 0 0 0,-5-26 1 0 0,10 31-130 0 0,0 0 0 0 0,0-1 0 0 0,2 1 0 0 0,1 0 0 0 0,0-1 0 0 0,2 1 1 0 0,0 0-1 0 0,1 0 0 0 0,2 0 0 0 0,-1 1 0 0 0,2 0 0 0 0,1 0 0 0 0,10-18 0 0 0,4-3-1232 0 0,2 0 0 0 0,2 3 0 0 0,1 0 0 0 0,55-56 0 0 0,-48 58-2031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6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98 2364 0 0,'0'0'823'0'0,"2"-3"-69"0"0,7-11-79 0 0,-6 11-5 0 0,-2 3-587 0 0,1-1 0 0 0,-1 1 0 0 0,0-1-1 0 0,1 0 1 0 0,-1 0 0 0 0,0 0-1 0 0,1 1 1 0 0,-1-1 0 0 0,0 0-1 0 0,0-1 1 0 0,0 1 0 0 0,2-2-1 0 0,-2 3 40 0 0,2-3 283 0 0,2 1-66 0 0,3-2-200 0 0,0 1 0 0 0,0 0 0 0 0,0 1-1 0 0,0 0 1 0 0,1 0 0 0 0,-1 1 0 0 0,0 0 0 0 0,1 0-1 0 0,0 1 1 0 0,-1 0 0 0 0,1 0 0 0 0,9 2-1 0 0,-12-1-111 0 0,1 1-1 0 0,-1 0 1 0 0,1 0-1 0 0,-1 0 0 0 0,0 0 1 0 0,0 1-1 0 0,0 0 1 0 0,8 6-1 0 0,-9-6-15 0 0,11 6 43 0 0,-14-8-51 0 0,0 0 1 0 0,0 0-1 0 0,0 0 0 0 0,0 0 1 0 0,0 1-1 0 0,0-1 1 0 0,-1 1-1 0 0,1-1 0 0 0,2 4 1 0 0,4 4 25 0 0,0 1 11 0 0,0-1 0 0 0,-1 2 0 0 0,0-1 1 0 0,0 1-1 0 0,-1 0 0 0 0,-1 0 0 0 0,8 21 0 0 0,-12-27 58 0 0,-1 1 25 0 0,0 19-12 0 0,0-19 16 0 0,-2-1 21 0 0,-3 13 4 0 0,3-13 5 0 0,-10 13 283 0 0,10-15-71 0 0,-15 10 36 0 0,13-11 649 0 0,-25-12-566 0 0,27 5-315 0 0,1-3-148 0 0,0 1-1 0 0,1 0 1 0 0,0-1 0 0 0,0 1 0 0 0,1-1 0 0 0,-1 1 0 0 0,2 0 0 0 0,-1-1 0 0 0,1 1 0 0 0,0 0 0 0 0,0 0 0 0 0,1 0 0 0 0,0 0 0 0 0,6-8 0 0 0,2-5-349 0 0,2 1 0 0 0,1 1 1 0 0,18-20-1 0 0,-25 30-65 0 0,-6 6 347 0 0,1 1 0 0 0,-1-1 0 0 0,0 1 0 0 0,0-1 0 0 0,1 1 0 0 0,-1 0 0 0 0,1 0 0 0 0,-1 0 0 0 0,1 0 0 0 0,3-2 0 0 0,8-4-563 0 0,35-15-1431 0 0,-43 21 1221 0 0,1 0 4 0 0,18-4 48 0 0,-18 4 75 0 0,1 2-677 0 0,18 1 827 0 0,-18-2 108 0 0,-3 2 120 0 0,12 3 123 0 0,-12-3 107 0 0,0 0 275 0 0,-3-1-311 0 0,1 0 263 0 0,0 1 0 0 0,0-1 1 0 0,0 1-1 0 0,-1-1 0 0 0,1 1 0 0 0,0 0 1 0 0,-1-1-1 0 0,1 1 0 0 0,-1 0 0 0 0,0 0 0 0 0,1 0 1 0 0,-1 0-1 0 0,0 1 0 0 0,0-1 0 0 0,-1 0 0 0 0,2 3 604 0 0,-1 0-511 0 0,1 16 739 0 0,-2-15-928 0 0,1 16 86 0 0,-1-21-117 0 0,0 0-1 0 0,0 0 1 0 0,0 0 0 0 0,0 0-1 0 0,0 0 1 0 0,0 0 0 0 0,1 0-1 0 0,-1 0 1 0 0,0 0 0 0 0,1 0-1 0 0,-1-1 1 0 0,1 1 0 0 0,-1 0-1 0 0,1 0 1 0 0,-1 0 0 0 0,1 0-1 0 0,-1 0 1 0 0,1-1 0 0 0,0 1-1 0 0,-1 0 1 0 0,1-1 0 0 0,0 1-1 0 0,0 0 1 0 0,0-1 0 0 0,-1 1-1 0 0,1-1 1 0 0,0 1 0 0 0,0-1-1 0 0,0 0 1 0 0,0 1 0 0 0,0-1-1 0 0,2 0 1 0 0,4 0-21 0 0,0-1 0 0 0,0-1-1 0 0,0 1 1 0 0,0-1 0 0 0,8-4 0 0 0,-11 4 21 0 0,0-1 30 0 0,8-9 20 0 0,-2 0-1 0 0,14-20 0 0 0,-21 27-47 0 0,-2 0-24 0 0,5-45 279 0 0,-6 45-172 0 0,-3 2-62 0 0,2 1-18 0 0,0 1 0 0 0,0 0 0 0 0,0 0 0 0 0,0 0-1 0 0,0 0 1 0 0,0 0 0 0 0,0 0 0 0 0,0 1 0 0 0,-1-1 0 0 0,1 0-1 0 0,0 1 1 0 0,-1-1 0 0 0,1 1 0 0 0,0-1 0 0 0,-1 1 0 0 0,1-1 0 0 0,-1 1-1 0 0,1 0 1 0 0,-1 0 0 0 0,1 0 0 0 0,-1 0 0 0 0,1 0 0 0 0,0 0-1 0 0,-1 0 1 0 0,1 0 0 0 0,-1 1 0 0 0,1-1 0 0 0,-1 0 0 0 0,1 1 0 0 0,0-1-1 0 0,-1 1 1 0 0,1 0 0 0 0,-2 0 0 0 0,-4 4 6 0 0,0 0 0 0 0,1 0 0 0 0,-1 0 0 0 0,1 1 0 0 0,0 0 1 0 0,1 0-1 0 0,0 0 0 0 0,0 1 0 0 0,0 0 0 0 0,0 0 0 0 0,1 0 0 0 0,0 0 0 0 0,1 1 1 0 0,0-1-1 0 0,0 1 0 0 0,1 0 0 0 0,-3 15 0 0 0,4-19-30 0 0,1 1 1 0 0,-1-1-1 0 0,2 0 0 0 0,-1 0 1 0 0,0 1-1 0 0,1-1 1 0 0,0 0-1 0 0,0 0 0 0 0,0 1 1 0 0,0-1-1 0 0,0 0 0 0 0,1 0 1 0 0,0 0-1 0 0,0-1 0 0 0,0 1 1 0 0,1 0-1 0 0,2 3 1 0 0,0-2-109 0 0,0 1 1 0 0,0-1-1 0 0,1-1 1 0 0,0 1-1 0 0,0-1 1 0 0,0 0-1 0 0,12 6 1 0 0,-12-8-113 0 0,0 0 0 0 0,0 0 1 0 0,0 0-1 0 0,0-1 1 0 0,0 0-1 0 0,0 0 1 0 0,0-1-1 0 0,1 0 1 0 0,7 0-1 0 0,-8-1 71 0 0,5 1-348 0 0,1 0 0 0 0,0-2 0 0 0,0 1 0 0 0,-1-1 0 0 0,1-1 0 0 0,-1 0 0 0 0,17-7 0 0 0,-21 7-78 0 0,21-7-2208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7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150 102 1580 0 0,'1'-9'784'0'0,"0"-1"0"0"0,0 1 0 0 0,-2-17 0 0 0,1 21-17 0 0,-2 1-237 0 0,-6-11-140 0 0,6 11-106 0 0,-2 2 18 0 0,-8-8 28 0 0,8 7 126 0 0,-1 2-161 0 0,-17-2 33 0 0,16 2-11 0 0,6 2-301 0 0,-1-1 0 0 0,1 1 0 0 0,0-1 0 0 0,-1 1 0 0 0,1-1 0 0 0,-1 0 0 0 0,1 1 0 0 0,-1-1 0 0 0,1 0 0 0 0,-1 0 0 0 0,0 1 0 0 0,1-1 0 0 0,-1 0 0 0 0,1 0 0 0 0,-1 0 0 0 0,0 1 0 0 0,1-1 0 0 0,-1 0 0 0 0,1 0 0 0 0,-1 0 0 0 0,0 0 0 0 0,0-1 0 0 0,0 1 1 0 0,-1 0 0 0 0,1 0 0 0 0,0 0 0 0 0,0 0 0 0 0,-1 1 1 0 0,1-1-1 0 0,0 0 0 0 0,0 0 0 0 0,0 1 0 0 0,-1-1 0 0 0,1 1 0 0 0,0-1 0 0 0,0 1 0 0 0,-2 0 1 0 0,0 1 21 0 0,-1 0 0 0 0,0 1 0 0 0,1-1 0 0 0,0 0 0 0 0,-1 1 0 0 0,1 0 1 0 0,0 0-1 0 0,0 0 0 0 0,0 0 0 0 0,1 0 0 0 0,-1 1 0 0 0,1-1 0 0 0,0 1 1 0 0,0-1-1 0 0,0 1 0 0 0,0 0 0 0 0,1 0 0 0 0,0 0 0 0 0,-1 0 0 0 0,0 8 1 0 0,2-5-31 0 0,0 1 1 0 0,1-1-1 0 0,0 0 1 0 0,0 1-1 0 0,1-1 1 0 0,0 0-1 0 0,0 0 1 0 0,1 0-1 0 0,0 0 1 0 0,6 11-1 0 0,1-3-13 0 0,10 11-4 0 0,-3-11 6 0 0,27 23 7 0 0,-26-23-4 0 0,0 0 0 0 0,29 35 0 0 0,-39-38 26 0 0,1-3 53 0 0,-12-5-43 0 0,-6 11-3 0 0,7-11 3 0 0,-3-3-7 0 0,-15 4-3 0 0,15-4-9 0 0,-25 0-40 0 0,23-1-29 0 0,2 0 34 0 0,-17-2-9 0 0,16 1-92 0 0,2-1-422 0 0,-14-6 205 0 0,14 7 5 0 0,4-1-681 0 0,0 0 917 0 0,0 1 0 0 0,0-1 0 0 0,0 1 0 0 0,1-1 0 0 0,-1 1 0 0 0,1-1 0 0 0,-1 1 0 0 0,1-1 1 0 0,-1 1-1 0 0,1-1 0 0 0,1-2 0 0 0,-1 2-128 0 0,0 1 139 0 0,-1-1 0 0 0,1 1 0 0 0,-1 0 0 0 0,1-1 0 0 0,-1 1 0 0 0,1 0 0 0 0,0 0 1 0 0,0-1-1 0 0,0 1 0 0 0,0 0 0 0 0,0 0 0 0 0,0 0 0 0 0,0 0 0 0 0,0 0 0 0 0,0 0 1 0 0,0 1-1 0 0,0-1 0 0 0,1 0 0 0 0,0 0 0 0 0,1-1-238 0 0,7-6-1419 0 0,19-16-1252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7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74 1960 0 0,'0'0'1065'0'0,"4"-3"-112"0"0,8-11-101 0 0,-8 10-72 0 0,-4 3-659 0 0,1 0 1 0 0,0 0-1 0 0,0 0 0 0 0,0 0 1 0 0,-1 0-1 0 0,1 0 1 0 0,-1 0-1 0 0,1 0 0 0 0,-1-1 1 0 0,1 1-1 0 0,-1 0 0 0 0,0 0 1 0 0,0-1-1 0 0,1 1 1 0 0,-1 0-1 0 0,0 0 0 0 0,0-1 1 0 0,0 1-1 0 0,0 0 1 0 0,0 0-1 0 0,-1-1 0 0 0,1 1 1 0 0,0 0-1 0 0,-1-2 0 0 0,0-13 976 0 0,-4 15-948 0 0,-16-3 275 0 0,18 7-332 0 0,0 0-70 0 0,1 0 1 0 0,0 0-1 0 0,0 1 1 0 0,0-1-1 0 0,0 1 1 0 0,1-1-1 0 0,-1 1 1 0 0,1 0-1 0 0,-1 4 1 0 0,1-3 4 0 0,2 0-9 0 0,3 4-29 0 0,-1 0 1 0 0,2 0 0 0 0,-1-1-1 0 0,1 1 1 0 0,0-1 0 0 0,13 15-1 0 0,45 42-46 0 0,-6-8 83 0 0,-54-54-14 0 0,-1 1-8 0 0,19 34 240 0 0,-20-34-125 0 0,-1-4-116 0 0,-1 0-1 0 0,1 0 1 0 0,0 0-1 0 0,-1 0 1 0 0,1 0-1 0 0,0 0 1 0 0,0 0-1 0 0,-1 0 1 0 0,1 0-1 0 0,0 0 1 0 0,-1 0-1 0 0,1 0 1 0 0,0 1-1 0 0,0-1 1 0 0,-1 0-1 0 0,1 0 1 0 0,0 0-1 0 0,0 0 1 0 0,-1 1-1 0 0,1-1 1 0 0,0 0-1 0 0,0 0 1 0 0,0 1-1 0 0,-1-1 1 0 0,1 0-1 0 0,0 0 1 0 0,0 1-1 0 0,0-1 1 0 0,0 0-1 0 0,0 1 1 0 0,-1-1-1 0 0,1 0 1 0 0,0 1-1 0 0,0 0 1 0 0,0-1 0 0 0,-1 1-1 0 0,1 0 1 0 0,0 0 0 0 0,-1-1-1 0 0,1 1 1 0 0,0 0 0 0 0,-1-1-1 0 0,1 1 1 0 0,-1-1 0 0 0,1 1-1 0 0,-1-1 1 0 0,0 1 0 0 0,1-1-1 0 0,-1 1 1 0 0,1-1 0 0 0,-1 1-1 0 0,0-1 1 0 0,1 0 0 0 0,-1 1-1 0 0,0-1 1 0 0,0 0 0 0 0,1 0-1 0 0,-1 1 1 0 0,-1-1 0 0 0,-83 14-413 0 0,80-13 160 0 0,-2-2-96 0 0,-43-9-3215 0 0,45 8 2687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7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41 2096 0 0,'4'-2'1012'0'0,"54"-35"3231"0"0,-54 35-2102 0 0,-3 3-2102 0 0,1-1 1 0 0,-1 1 0 0 0,1-1 0 0 0,-1 0 0 0 0,1 1 0 0 0,-1-1 0 0 0,1 0-1 0 0,-1 0 1 0 0,1 0 0 0 0,-1 0 0 0 0,1 0 0 0 0,1-1 0 0 0,1 1 49 0 0,1 0 396 0 0,-1 20-144 0 0,-3-16-217 0 0,0 2-13 0 0,13 88 14 0 0,-11-80-397 0 0,0-1 0 0 0,1 0 1 0 0,1 0-1 0 0,0 0 0 0 0,12 19 0 0 0,-15-28-558 0 0,15 9-1570 0 0,-13-10 39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8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74 2200 0 0,'-19'-14'706'0'0,"15"12"826"0"0,-1 1-709 0 0,-16-4-241 0 0,16 4-135 0 0,0 2-108 0 0,-40 10 633 0 0,41-10-759 0 0,0 1-54 0 0,0 0-110 0 0,0 0 0 0 0,0 0 0 0 0,0 1-1 0 0,1-1 1 0 0,-1 1 0 0 0,1-1 0 0 0,-1 1-1 0 0,-3 4 154 0 0,9-2-146 0 0,4 15 22 0 0,-5-15-32 0 0,0-6-45 0 0,-1 1 1 0 0,1 0-1 0 0,-1 0 1 0 0,0 0-1 0 0,1 0 0 0 0,-1 0 1 0 0,1 0-1 0 0,-1 0 1 0 0,1 0-1 0 0,-1 0 1 0 0,1 0-1 0 0,-1 0 0 0 0,1 0 1 0 0,-1 0-1 0 0,0 1 1 0 0,1-1-1 0 0,-1 0 1 0 0,1 0-1 0 0,-1 0 0 0 0,1 1 1 0 0,-1-1-1 0 0,0 0 1 0 0,1 1-1 0 0,-1-1 1 0 0,0 0-1 0 0,1 0 0 0 0,-1 1 1 0 0,0-1-1 0 0,1 1 1 0 0,-1 0 6 0 0,1 0 0 0 0,0-1-1 0 0,0 1 1 0 0,-1 0 0 0 0,1-1 0 0 0,0 1 0 0 0,0-1 0 0 0,0 1 0 0 0,0-1 0 0 0,0 1 0 0 0,0-1 0 0 0,-1 1 0 0 0,1-1 0 0 0,0 0 0 0 0,0 0 0 0 0,0 1-1 0 0,0-1 1 0 0,0 0 0 0 0,0 0 0 0 0,2 0 0 0 0,18 0 134 0 0,-15 0 52 0 0,-3-2 22 0 0,29-21 701 0 0,-29 20-784 0 0,-2-2-21 0 0,5-15-2 0 0,-4 15-46 0 0,-3 0-19 0 0,-9-42 40 0 0,8 42-157 0 0,-15-15-1722 0 0,13 22 1397 0 0,-14 6-115 0 0,14-6-96 0 0,2 2-54 0 0,-5 14-78 0 0,5-14-170 0 0,3 2-56 0 0,0 17-609 0 0,-1-18-1121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8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217 56 2024 0 0,'0'0'3246'0'0,"-1"-4"-2651"0"0,1 1-470 0 0,-1 1 1 0 0,1 0-1 0 0,-1-1 0 0 0,0 1 0 0 0,0 0 0 0 0,0 0 1 0 0,0 0-1 0 0,0 0 0 0 0,0 0 0 0 0,-1 0 1 0 0,1 0-1 0 0,0 0 0 0 0,-1 0 0 0 0,0 0 0 0 0,1 1 1 0 0,-1-1-1 0 0,0 1 0 0 0,0-1 0 0 0,-4-1 0 0 0,2 1-37 0 0,-1 0 0 0 0,0 1-1 0 0,0-1 1 0 0,0 1 0 0 0,0 0-1 0 0,-10 0 1 0 0,9 0 21 0 0,1 3-41 0 0,-3 1-47 0 0,1 0 0 0 0,-1 0 0 0 0,1 1 0 0 0,0-1 0 0 0,1 1 0 0 0,-1 1 0 0 0,1-1 0 0 0,-1 1 0 0 0,2 1 0 0 0,-1-1 0 0 0,0 1 0 0 0,1 0 0 0 0,0 0 0 0 0,0 0 0 0 0,1 1 0 0 0,0 0 0 0 0,-5 11 0 0 0,-9 26-22 0 0,17-40-34 0 0,1 2-57 0 0,0-2 84 0 0,0 1-1 0 0,0-1 1 0 0,1 0-1 0 0,-1 1 0 0 0,1-1 1 0 0,0 0-1 0 0,1 0 1 0 0,-1 1-1 0 0,1-1 1 0 0,-1 0-1 0 0,1-1 1 0 0,1 1-1 0 0,-1 0 0 0 0,0 0 1 0 0,1-1-1 0 0,0 1 1 0 0,5 4-1 0 0,-8-8 9 0 0,7 6 13 0 0,0-1-1 0 0,0-1 1 0 0,1 1-1 0 0,-1-1 1 0 0,15 5 0 0 0,23 3 35 0 0,-38-12-34 0 0,0 1 40 0 0,-1-1 0 0 0,1 1 0 0 0,-1-2 0 0 0,1 1 0 0 0,-1-1 1 0 0,13-2-1 0 0,-13 1-24 0 0,0 1 74 0 0,0-1-1 0 0,1 0 1 0 0,-1 0-1 0 0,0-1 1 0 0,0 1 0 0 0,7-6-1 0 0,-5 4 10 0 0,-4 1-3 0 0,0 0 0 0 0,0 0 1 0 0,0 0-1 0 0,0 0 0 0 0,-1-1 0 0 0,0 1 0 0 0,1-1 0 0 0,3-7 1 0 0,-2 5 14 0 0,-3 2-15 0 0,1 0 0 0 0,-1 0-1 0 0,0 0 1 0 0,0 0 0 0 0,-1-1 0 0 0,1 1-1 0 0,-1 0 1 0 0,0-1 0 0 0,1-8-1 0 0,-1 9-136 0 0,0-2 181 0 0,-2 0-32 0 0,1 2-135 0 0,-1 0 0 0 0,0-1 0 0 0,1 1 0 0 0,-2-1 0 0 0,1 1-1 0 0,0 0 1 0 0,-1 0 0 0 0,0 0 0 0 0,0 0 0 0 0,0 0 0 0 0,-1 0 0 0 0,1 0 0 0 0,-1 1 0 0 0,0-1 0 0 0,0 1 0 0 0,0 0 0 0 0,0 0 0 0 0,-1 0 0 0 0,1 0 0 0 0,-1 1-1 0 0,0-1 1 0 0,1 1 0 0 0,-1 0 0 0 0,0 0 0 0 0,0 0 0 0 0,-1 1 0 0 0,1-1 0 0 0,0 1 0 0 0,-9-1 0 0 0,-9-1-1235 0 0,0 1 0 0 0,-23 1 0 0 0,38 2-69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29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38 2280 0 0,'7'0'1425'0'0,"1"0"-1310"0"0,5 0 989 0 0,0 1-1 0 0,0 0 1 0 0,21 4-1 0 0,-26-2-915 0 0,-1 0-1 0 0,0 1 1 0 0,0-1-1 0 0,0 1 1 0 0,0 1-1 0 0,0-1 1 0 0,-1 1-1 0 0,0 0 1 0 0,0 1-1 0 0,0 0 1 0 0,-1 0-1 0 0,0 0 1 0 0,0 0-1 0 0,0 1 1 0 0,-1-1-1 0 0,7 15 1 0 0,-9-17-84 0 0,-1 2 18 0 0,0 4-19 0 0,0 0-1 0 0,-1 1 1 0 0,-1 13 0 0 0,1-18 16 0 0,-14 16 445 0 0,1-13-452 0 0,10-7-28 0 0,-2-1 24 0 0,-43-1 814 0 0,43-1-648 0 0,0-1-17 0 0,-14-7 7 0 0,14 7 12 0 0,1-1-45 0 0,-10-11 54 0 0,11 11 127 0 0,1-1-259 0 0,1-1-142 0 0,0 1-1 0 0,0 0 1 0 0,1-1-1 0 0,-1 1 1 0 0,1-1-1 0 0,0 1 1 0 0,1-1-1 0 0,-1 1 0 0 0,1 0 1 0 0,-1-1-1 0 0,1 1 1 0 0,1 0-1 0 0,-1 0 1 0 0,1-1-1 0 0,-1 1 1 0 0,1 0-1 0 0,3-3 1 0 0,2-4-11 0 0,0 1 1 0 0,1 0-1 0 0,0 1 0 0 0,1 0 1 0 0,0 0-1 0 0,0 1 0 0 0,1 0 1 0 0,0 1-1 0 0,1 0 0 0 0,0 1 1 0 0,0 0-1 0 0,0 0 0 0 0,0 1 1 0 0,1 1-1 0 0,0 0 0 0 0,16-3 1 0 0,-24 5-2 0 0,0 2 1 0 0,-1-1 0 0 0,1 0-1 0 0,0 1 1 0 0,0 0 0 0 0,0 0-1 0 0,0 0 1 0 0,4 0-1 0 0,1 1-5 0 0,1-1-42 0 0,-1 1-1 0 0,1-1 1 0 0,-1 2-1 0 0,1-1 0 0 0,-1 1 1 0 0,0 1-1 0 0,0 0 1 0 0,0 0-1 0 0,0 0 0 0 0,-1 1 1 0 0,1 1-1 0 0,-1-1 1 0 0,0 2-1 0 0,0-1 0 0 0,-1 1 1 0 0,1 0-1 0 0,-1 0 1 0 0,-1 1-1 0 0,1 0 0 0 0,-1 0 1 0 0,0 1-1 0 0,-1 0 1 0 0,0 0-1 0 0,0 0 0 0 0,-1 0 1 0 0,0 1-1 0 0,0 0 1 0 0,-1-1-1 0 0,0 1 0 0 0,0 1 1 0 0,-1-1-1 0 0,-1 0 1 0 0,0 1-1 0 0,0-1 0 0 0,0 1 1 0 0,-1-1-1 0 0,-2 16 1 0 0,-2-1-303 0 0,-2 1 0 0 0,0 0 0 0 0,-2-1 0 0 0,-1-1 0 0 0,0 1 0 0 0,-2-1 0 0 0,-23 37 0 0 0,7-19-1187 0 0,-1-2-1 0 0,-3-1 1 0 0,-37 38 0 0 0,5-15-3920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34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5 636 2100 0 0,'0'0'1604'0'0,"0"4"-1022"0"0,-4 12-53 0 0,3-12 433 0 0,4 0-594 0 0,3 1-263 0 0,-1 0 0 0 0,1-1 0 0 0,-1 1 0 0 0,1-1 0 0 0,0 0 0 0 0,1 0 0 0 0,-1-1 0 0 0,1 0 0 0 0,0 0 0 0 0,-1-1 0 0 0,1 0 0 0 0,0 0 0 0 0,1 0 0 0 0,-1-1 0 0 0,14 1 0 0 0,-11 0-73 0 0,31 0 220 0 0,13-6-177 0 0,0-2 1 0 0,-1-3-1 0 0,0-2 1 0 0,0-2-1 0 0,-1-2 1 0 0,-1-3-1 0 0,-1-2 1 0 0,0-2-1 0 0,56-34 0 0 0,-102 53 50 0 0,0 0-72 0 0,14-9-27 0 0,-14 9 20 0 0,-1 1-57 0 0,0 1 13 0 0,0-1 1 0 0,0 1 0 0 0,0 0 0 0 0,0 0 0 0 0,0 0 0 0 0,1 1 0 0 0,-1-1 0 0 0,0 1 0 0 0,0 0 0 0 0,0 0 0 0 0,6 0 0 0 0,-4 0-31 0 0,-1 6 31 0 0,1-2 1 0 0,0 1-1 0 0,1 0 0 0 0,-1-1 1 0 0,7 4-1 0 0,-1-1-10 0 0,-1-1-1 0 0,1 1 1 0 0,1-2 0 0 0,-1 1-1 0 0,1-1 1 0 0,0-1 0 0 0,0-1 0 0 0,0 1-1 0 0,1-2 1 0 0,-1 0 0 0 0,22 1-1 0 0,22 0 40 0 0,0-3 0 0 0,1-3 0 0 0,-1-2 0 0 0,-1-2 0 0 0,1-3 0 0 0,-1-2-1 0 0,-1-3 1 0 0,62-25 0 0 0,-112 39 9 0 0,13-7-2 0 0,-15 6-36 0 0,0 1 1 0 0,0 0-1 0 0,0 0 1 0 0,1 0-1 0 0,-1 0 1 0 0,0 0-1 0 0,0 0 1 0 0,1 0-1 0 0,-1 1 1 0 0,1-1-1 0 0,-1 1 1 0 0,1 0-1 0 0,-1-1 1 0 0,0 1-1 0 0,4 1 1 0 0,13 2 5 0 0,-15-2 6 0 0,-1 1-41 0 0,9 7 5 0 0,-9-7 10 0 0,2 0 21 0 0,27 11-10 0 0,0-2 1 0 0,1-1 0 0 0,0-1 0 0 0,0-2 0 0 0,1-2 0 0 0,0-1 0 0 0,0-1 0 0 0,44-3 0 0 0,14-5-39 0 0,172-31 0 0 0,-93-4 26 0 0,-127 29 3 0 0,-40 9-2 0 0,1 1 2 0 0,3-2-47 0 0,0 1 0 0 0,0 1 0 0 0,1-1 0 0 0,-1 1 0 0 0,0 0 0 0 0,16 2 0 0 0,-20 0 53 0 0,0 1 8 0 0,11 9-15 0 0,-11-8 8 0 0,0-1 17 0 0,9 4-9 0 0,0-1 1 0 0,1 0-1 0 0,-1-1 0 0 0,1-1 0 0 0,0 0 0 0 0,26 2 1 0 0,-1-4-2 0 0,57-4 1 0 0,-13-6-4 0 0,0-4 0 0 0,-1-4 1 0 0,84-27-1 0 0,-161 42-13 0 0,0 1-1 0 0,3-1-8 0 0,0 0 1 0 0,0 0-1 0 0,1 1 1 0 0,-1 0-1 0 0,0 1 1 0 0,17 1-1 0 0,-20 0 89 0 0,-2 2-81 0 0,38 25 36 0 0,-19-20 34 0 0,-2-3-86 0 0,37 8 9 0 0,1-2 0 0 0,1-3 0 0 0,-1-2 0 0 0,1-3 1 0 0,0-2-1 0 0,0-3 0 0 0,98-16 0 0 0,-105 7 92 0 0,0-1-1 0 0,65-25 0 0 0,-113 35 5 0 0,1 0-40 0 0,12-4-42 0 0,-12 4-83 0 0,-1 1 92 0 0,12-5-173 0 0,-12 5 352 0 0,1 2-131 0 0,6 1-28 0 0,1 1 0 0 0,-1 1 0 0 0,18 9 0 0 0,42 14 42 0 0,-20-15-58 0 0,1-1-1 0 0,0-3 0 0 0,0-2 1 0 0,0-3-1 0 0,1-1 1 0 0,81-9-1 0 0,3-10-16 0 0,180-45 1 0 0,-172 22 3 0 0,-140 39 19 0 0,0 0-31 0 0,14-4 31 0 0,-14 3-15 0 0,0 2-5 0 0,15 2 34 0 0,-15-2-32 0 0,-2 3-144 0 0,4 4 236 0 0,-1 0-87 0 0,0-1-1 0 0,0 1 0 0 0,1-1 1 0 0,0-1-1 0 0,0 0 0 0 0,1 0 1 0 0,-1 0-1 0 0,1-1 0 0 0,9 4 1 0 0,20 5 7 0 0,0-2 1 0 0,1-1-1 0 0,0-2 1 0 0,1-2 0 0 0,0-1-1 0 0,72-2 1 0 0,-9-6 78 0 0,151-26 0 0 0,-176 13 149 0 0,137-49 0 0 0,-175 52-76 0 0,-35 12-60 0 0,1-1-89 0 0,40-13 92 0 0,-41 14-51 0 0,19 10 3 0 0,-19-6-24 0 0,0 1-22 0 0,42 16-27 0 0,-4-4 25 0 0,0-3 0 0 0,2-1 0 0 0,-1-3-1 0 0,1-1 1 0 0,0-2 0 0 0,62 1 0 0 0,8-8-29 0 0,147-19-1 0 0,-120-1 118 0 0,254-71-1 0 0,-390 91-79 0 0,40-9 4 0 0,-37 7-24 0 0,-3 3 27 0 0,14 6-22 0 0,-16-4-10 0 0,3-1 9 0 0,-1 1 1 0 0,0 0-1 0 0,0 0 0 0 0,0 1 0 0 0,7 4 0 0 0,-10-6 2 0 0,44 14-22 0 0,20 1 23 0 0,-53-15-5 0 0,43 5-4 0 0,-1-2 1 0 0,1-3 0 0 0,0-2 0 0 0,-1-2-1 0 0,67-14 1 0 0,-42 1 54 0 0,0-3 0 0 0,137-55 0 0 0,-151 45-8 0 0,-25 11-1 0 0,-37 16-17 0 0,0 1-59 0 0,12-3 44 0 0,-12 3-10 0 0,-1 3-29 0 0,10 8 10 0 0,-10-8-9 0 0,2 1 16 0 0,10 7 17 0 0,0-1 1 0 0,1-1-1 0 0,0 0 1 0 0,1-1-1 0 0,0-1 1 0 0,0 0-1 0 0,30 5 0 0 0,135 12 13 0 0,-139-19-7 0 0,57 3-46 0 0,0-5 1 0 0,0-4 0 0 0,165-25-1 0 0,-93-7 71 0 0,-2-8-1 0 0,196-76 0 0 0,-362 116-61 0 0,18-3 12 0 0,-16 3 18 0 0,-1 1-3 0 0,1 1-13 0 0,18 0 7 0 0,-19 0 4 0 0,0 2 13 0 0,156 53-41 0 0,-102-41 33 0 0,1-3 0 0 0,0-2 0 0 0,0-3 0 0 0,1-3 0 0 0,117-8 0 0 0,-61-8-18 0 0,0-5-1 0 0,122-36 0 0 0,-46-4 44 0 0,-132 39-78 0 0,-56 17 140 0 0,6-1-117 0 0,-10 2 20 0 0,0 1 0 0 0,0-1 0 0 0,-1 1 0 0 0,1 0 0 0 0,0-1 0 0 0,0 1 0 0 0,0 0-1 0 0,0 0 1 0 0,0-1 0 0 0,-1 1 0 0 0,1 0 0 0 0,0 0 0 0 0,0 0 0 0 0,0 0 0 0 0,0 0 0 0 0,0 0 0 0 0,0 0 0 0 0,-1 1 0 0 0,1-1 0 0 0,2 1 0 0 0,20 3 47 0 0,-21-1-52 0 0,9 11 5 0 0,-1-2 12 0 0,1 0 1 0 0,0-1-1 0 0,0-1 1 0 0,1 0-1 0 0,1 0 0 0 0,0-1 1 0 0,0-1-1 0 0,1 0 1 0 0,0-1-1 0 0,0 0 0 0 0,0-1 1 0 0,28 7-1 0 0,8-1 10 0 0,1-2 0 0 0,74 6 0 0 0,-28-10-53 0 0,1-3-1 0 0,-1-5 0 0 0,153-23 0 0 0,-117 2 113 0 0,256-82 1 0 0,-328 84-91 0 0,-57 19 8 0 0,1 1-6 0 0,3 0 15 0 0,-1 1 0 0 0,0-1 1 0 0,1 1-1 0 0,9 1 0 0 0,-13 0-15 0 0,0 1 2 0 0,40 34 89 0 0,-23-18-37 0 0,29 19 0 0 0,-20-20-20 0 0,1-1 1 0 0,0-1-1 0 0,1-2 1 0 0,1-2-1 0 0,0 0 0 0 0,1-3 1 0 0,-1 0-1 0 0,55 4 0 0 0,-9-7 7 0 0,1-3 0 0 0,128-14-1 0 0,-126 3-28 0 0,0-4 0 0 0,-1-4 0 0 0,136-46 0 0 0,-188 54 87 0 0,-24 8-37 0 0,-1-1-10 0 0,0 2-27 0 0,-1-1 0 0 0,0 1 0 0 0,1 0 0 0 0,-1 0 0 0 0,0 0 0 0 0,1 0 0 0 0,-1 0 0 0 0,0 1 0 0 0,1 0 0 0 0,4 1 0 0 0,-4 0 9 0 0,7 17 64 0 0,-11-17-80 0 0,0 0-1 0 0,1 0 1 0 0,-1-1-1 0 0,1 1 0 0 0,0 0 1 0 0,0-1-1 0 0,-1 1 1 0 0,1 0-1 0 0,0-1 0 0 0,0 0 1 0 0,1 1-1 0 0,1 2 1 0 0,-1-2-1 0 0,3 6 15 0 0,0-1 1 0 0,0 0-1 0 0,1 0 1 0 0,0 0-1 0 0,0-1 1 0 0,0 0-1 0 0,1 0 1 0 0,0-1-1 0 0,0 1 0 0 0,12 5 1 0 0,4 1 10 0 0,1-1-1 0 0,25 7 1 0 0,-42-15-24 0 0,40 12 26 0 0,0-2 0 0 0,1-2-1 0 0,1-3 1 0 0,-1-1 0 0 0,81 1 0 0 0,-56-10-33 0 0,1-2 0 0 0,-1-3 1 0 0,79-19-1 0 0,-109 16 70 0 0,-1-1 0 0 0,0-1 0 0 0,68-33 0 0 0,-105 43 28 0 0,14-4 25 0 0,-15 4-103 0 0,1 0 58 0 0,-2 0-37 0 0,-2 2-36 0 0,0-1 0 0 0,0 1-1 0 0,-1 0 1 0 0,1-1-1 0 0,0 1 1 0 0,0 0 0 0 0,0 0-1 0 0,0-1 1 0 0,0 1-1 0 0,0 0 1 0 0,-1 0 0 0 0,1 0-1 0 0,0 0 1 0 0,0 0-1 0 0,0 0 1 0 0,0 0 0 0 0,0 0-1 0 0,0 1 1 0 0,0-1-1 0 0,-1 0 1 0 0,1 1 0 0 0,0-1-1 0 0,0 0 1 0 0,0 1-1 0 0,0-1 1 0 0,-1 1 0 0 0,1-1-1 0 0,0 1 1 0 0,-1-1-1 0 0,1 1 1 0 0,0 0 0 0 0,-1-1-1 0 0,1 1 1 0 0,-1 0-1 0 0,1-1 1 0 0,-1 1 0 0 0,1 0-1 0 0,0 1 1 0 0,1 1-15 0 0,2 2-46 0 0,4 4 77 0 0,1 0-1 0 0,0-1 1 0 0,1 1-1 0 0,0-2 1 0 0,0 0-1 0 0,0 0 1 0 0,1-1-1 0 0,0 0 1 0 0,1 0-1 0 0,-1-2 1 0 0,19 6-1 0 0,21 5-8 0 0,72 11 0 0 0,6-6 24 0 0,253 4-1 0 0,131-53-71 0 0,-270-7-1979 0 0,-88 0-4302 0 0,-150 35 2270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37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1 2560 0 0,'0'0'1976'0'0,"-5"1"-1106"0"0,-12 3-127 0 0,16-4-724 0 0,1 0 0 0 0,0 1 0 0 0,0-1 0 0 0,-1 0 0 0 0,1 0 0 0 0,0 0 0 0 0,-1 0 0 0 0,1 0 0 0 0,0 0 0 0 0,0 1 1 0 0,-1-1-1 0 0,1 0 0 0 0,0 0 0 0 0,0 0 0 0 0,-1 1 0 0 0,1-1 0 0 0,0 0 0 0 0,0 0 0 0 0,0 1 0 0 0,-1-1 0 0 0,1 0 0 0 0,0 0 1 0 0,0 1-1 0 0,0-1 0 0 0,0 0 0 0 0,0 1 0 0 0,-1-1 0 0 0,1 0 0 0 0,0 0 0 0 0,0 1 0 0 0,0-1 0 0 0,0 0 0 0 0,0 1 1 0 0,0 0-1 0 0,-20 81 1296 0 0,3 0-1 0 0,-7 103 1 0 0,3 180-283 0 0,14-208-836 0 0,-27 875-1471 0 0,37-908-507 0 0,0-46-3482 0 0,-2-72 1636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6:39.7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1 752 1528 0 0,'4'-2'644'0'0,"15"-7"-101"0"0,-14 7-69 0 0,0 1-92 0 0,50-8 571 0 0,270-38 970 0 0,-87 9-1427 0 0,1684-189 934 0 0,-1678 199-1423 0 0,990-125-70 0 0,-492 69 310 0 0,-393 47-302 0 0,87 4 55 0 0,-352 29 0 0 0,939-25 23 0 0,-395 88-9 0 0,-239-13-221 0 0,1011-8 385 0 0,-437-25-447 0 0,-709-2 139 0 0,1290 38 204 0 0,166-65 106 0 0,-697-2-157 0 0,-548 10-81 0 0,294 0 168 0 0,-1-10-49 0 0,-626 13-58 0 0,-108 4-2 0 0,729-44 36 0 0,-258-36 25 0 0,-222 31 106 0 0,-260 48-176 0 0,41-5 26 0 0,-34 4-30 0 0,0 1 1 0 0,35 2-1 0 0,-36 0 15 0 0,15 1 21 0 0,-28-1-8 0 0,-1 1-8 0 0,16 2-43 0 0,-16-2 56 0 0,-1 1 28 0 0,34 17 271 0 0,-34-17-238 0 0,-1 2 38 0 0,6 13 25 0 0,-1 0 1 0 0,0 0 0 0 0,-1 0 0 0 0,-1 1 0 0 0,-1 0 0 0 0,0 1 0 0 0,2 20 0 0 0,45 312 2065 0 0,-21-117-1202 0 0,105 539 787 0 0,-93-545-1470 0 0,-42-223-277 0 0,0 1 6 0 0,2 16 44 0 0,-2-17 40 0 0,0-1-11 0 0,3 13-2 0 0,-4-13 372 0 0,1 0-287 0 0,3 14-97 0 0,-3-14 170 0 0,0 0-304 0 0,7 40-2392 0 0,-7-40 2201 0 0,-1 1-419 0 0,2 13 576 0 0,-2-13 1 0 0,0 0-121 0 0,0 16 152 0 0,0-16-41 0 0,-1 0 105 0 0,-1 16 16 0 0,1-16 61 0 0,1 0-31 0 0,-4 16 9 0 0,3-16 10 0 0,0 0 14 0 0,-2 14-17 0 0,2-15-6 0 0,0 1-18 0 0,-1 15-1 0 0,1-15 26 0 0,0 0 1 0 0,-3 16-28 0 0,2-16-14 0 0,2 0 21 0 0,-4 17 4 0 0,3-17 34 0 0,0 1-4 0 0,-6 47 358 0 0,6-48-320 0 0,1 0-80 0 0,-1 15-31 0 0,1-15 498 0 0,-1 0-387 0 0,0 14 21 0 0,1-14 461 0 0,-13-20-12329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17 2792 0 0,'0'0'4349'0'0,"-18"-16"-6054"0"0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26 2908 0 0,'0'0'5400'0'0,"-1"-4"-4478"0"0,-1-13-105 0 0,2 12 2985 0 0,0 10-3383 0 0,26 216 1905 0 0,-23-146-1697 0 0,-1-16-3510 0 0,1-16-6649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0 151 2116 0 0,'13'-57'3679'0'0,"-12"52"-2985"0"0,0 1-480 0 0,1 0 0 0 0,-1-1 0 0 0,0 1 0 0 0,1 0 0 0 0,0 0-1 0 0,0 1 1 0 0,0-1 0 0 0,1 0 0 0 0,-1 1 0 0 0,4-5 0 0 0,-5 7-258 0 0,2-2 140 0 0,-1 0 0 0 0,1 0 0 0 0,0 1 0 0 0,-1 0 0 0 0,1-1 0 0 0,0 1 0 0 0,1 0 0 0 0,5-3 0 0 0,-2 1 36 0 0,-4 3 62 0 0,2-1-28 0 0,3-1-82 0 0,0 1 0 0 0,1 1 0 0 0,-1 0 0 0 0,11-1 0 0 0,-13 3-32 0 0,-1 1-2 0 0,1 1-35 0 0,0 1 1 0 0,1 0-1 0 0,-1 0 1 0 0,9 10-1 0 0,-12-11 14 0 0,-1 2-15 0 0,8 47 175 0 0,-9-47-58 0 0,-2 2-5 0 0,-3 18 2 0 0,3-19-9 0 0,-1-1-14 0 0,-6 14-81 0 0,6-14 71 0 0,0 0 11 0 0,-6 14-1 0 0,6-15-15 0 0,0-1-4 0 0,-18 30 311 0 0,18-30 879 0 0,8-3-1342 0 0,87 3 196 0 0,-88-2-134 0 0,1 1-28 0 0,3 2 11 0 0,1 1 0 0 0,-1 0 0 0 0,-1 0 0 0 0,1 1 0 0 0,-1 1 0 0 0,0-1 0 0 0,10 11 0 0 0,-15-14 26 0 0,-1 2 10 0 0,9 13-17 0 0,-3 4-12 0 0,-6-17 14 0 0,-1-1 4 0 0,-2 1-1 0 0,-1 12-6 0 0,1-13 1 0 0,0-1 1 0 0,0 1-1 0 0,-1-1 1 0 0,1 1-1 0 0,-1-1 1 0 0,0 0-1 0 0,0 1 1 0 0,0-1-1 0 0,-1 0 1 0 0,1-1-1 0 0,-1 1 1 0 0,1 0-1 0 0,-5 2 1 0 0,6-3-2 0 0,-9 6-31 0 0,0-1-1 0 0,0 0 1 0 0,-1-1 0 0 0,0 0 0 0 0,0-1 0 0 0,0 0 0 0 0,-22 6 0 0 0,24-8-50 0 0,0 0 1 0 0,-1-1-1 0 0,1-1 0 0 0,-1 1 1 0 0,1-2-1 0 0,-1 1 1 0 0,1-1-1 0 0,-1-1 0 0 0,-13-1 1 0 0,15-1-195 0 0,1 0 1 0 0,-1 0 0 0 0,1 0-1 0 0,0-1 1 0 0,1 0-1 0 0,-1 0 1 0 0,1-1-1 0 0,-1 0 1 0 0,1 0 0 0 0,-6-7-1 0 0,10 8-302 0 0,0-1-114 0 0,-7-14-282 0 0,7 14-18 0 0,2-1-106 0 0,0-17-771 0 0,0 18-1330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 3260 0 0,'0'0'3430'0'0,"2"-3"-2574"0"0,-2 3-780 0 0,0 0-1 0 0,0 0 1 0 0,0 1 0 0 0,0-1-1 0 0,0 0 1 0 0,0 0 0 0 0,0 0-1 0 0,0 1 1 0 0,1-1 0 0 0,-1 0-1 0 0,0 0 1 0 0,0 0 0 0 0,0 1-1 0 0,0-1 1 0 0,0 0 0 0 0,1 0-1 0 0,-1 0 1 0 0,0 0 0 0 0,0 1-1 0 0,0-1 1 0 0,0 0-1 0 0,1 0 1 0 0,-1 0 0 0 0,0 0-1 0 0,0 0 1 0 0,0 0 0 0 0,1 0-1 0 0,-1 1 1 0 0,0-1 0 0 0,0 0-1 0 0,1 0 1 0 0,-1 0 0 0 0,0 0-1 0 0,0 0 1 0 0,0 0 0 0 0,1 0-1 0 0,-1 0 1 0 0,0 0 0 0 0,0 0-1 0 0,1 0 1 0 0,-1-1 0 0 0,0 1-1 0 0,0 0 1 0 0,0 0 0 0 0,1 0-1 0 0,-1 0 1 0 0,0 0 0 0 0,0 0-1 0 0,0 0 1 0 0,1-1 0 0 0,-1 1-1 0 0,0 0 1 0 0,0 0 0 0 0,0 0-1 0 0,0 0 1 0 0,1-1 0 0 0,-1 1-1 0 0,0 0 1 0 0,0 0-1 0 0,0 0 1 0 0,0-1 0 0 0,0 1-1 0 0,0 0 1 0 0,0 0 0 0 0,1-1-1 0 0,2 36 1112 0 0,-5 45-1060 0 0,2-31 49 0 0,-1-35-157 0 0,2 74 7 0 0,2-29-1655 0 0,-3-54 1080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76 2928 0 0,'0'0'2703'0'0,"-3"-1"-2093"0"0,-11-6-72 0 0,10 5 1456 0 0,10 1-1691 0 0,52-8 408 0 0,69-7-217 0 0,33-5-326 0 0,-59 4-3964 0 0,-95 16 1354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14 128 2532 0 0,'0'0'3308'0'0,"-2"-3"-2522"0"0,-10-12 2984 0 0,12 10-3542 0 0,2-17-26 0 0,-2 16 212 0 0,2 5-397 0 0,-1 0 1 0 0,1 0-1 0 0,-1 0 1 0 0,1 0-1 0 0,-1-1 1 0 0,0 1-1 0 0,0-1 1 0 0,1 1-1 0 0,-1-1 1 0 0,1-1-1 0 0,1 0 134 0 0,2 1-140 0 0,15-3-151 0 0,-15 3 246 0 0,0 3-32 0 0,17 1-8 0 0,-16-1-12 0 0,-2 0-10 0 0,37 23-4 0 0,-37-21-8 0 0,-2 1-10 0 0,1 2-14 0 0,0 0-1 0 0,-1 0 1 0 0,0 0-1 0 0,0 1 1 0 0,0-1-1 0 0,-1 1 0 0 0,0-1 1 0 0,0 1-1 0 0,-1 0 1 0 0,1-1-1 0 0,-1 1 1 0 0,-1-1-1 0 0,0 1 1 0 0,0 0-1 0 0,0-1 0 0 0,0 1 1 0 0,-1-1-1 0 0,-5 11 1 0 0,6-14-11 0 0,-1 2-2 0 0,-6 15 5 0 0,6-15-10 0 0,-7 12-25 0 0,7-13 29 0 0,-6 15 19 0 0,6-15-16 0 0,4-5-336 0 0,1 0 315 0 0,-1 1 0 0 0,0-1 1 0 0,1 0-1 0 0,-1-1 0 0 0,0 1 0 0 0,0 0 1 0 0,0-1-1 0 0,0 1 0 0 0,0-1 0 0 0,0 0 0 0 0,0 0 1 0 0,0 1-1 0 0,1-3 0 0 0,26-34-286 0 0,22-40 27 0 0,0-24 85 0 0,-49 98 174 0 0,-2 3 21 0 0,0-1 1 0 0,1 1 0 0 0,-1-1 0 0 0,1 1 0 0 0,-1 0-1 0 0,1-1 1 0 0,-1 1 0 0 0,1 0 0 0 0,0-1 0 0 0,0 1-1 0 0,0 0 1 0 0,1-2 0 0 0,0 0-1 0 0,1-1 52 0 0,-2 0-26 0 0,6-13 1 0 0,-5 13 22 0 0,-3 10-91 0 0,-2 44 150 0 0,4-45-91 0 0,0 0-6 0 0,0 4-9 0 0,-1-3 4 0 0,1 0 0 0 0,1 0 0 0 0,-1 0 0 0 0,1 0 0 0 0,0 0 0 0 0,1 0 0 0 0,-1 0 0 0 0,5 7 0 0 0,8 12-5 0 0,-12-20-7 0 0,-3-5 8 0 0,1 0-1 0 0,-1 0 1 0 0,1 0-1 0 0,-1 0 1 0 0,0 0-1 0 0,1 0 1 0 0,-1 0-1 0 0,1 1 1 0 0,-1-1 0 0 0,0 0-1 0 0,1 0 1 0 0,-1 1-1 0 0,1-1 1 0 0,-1 0-1 0 0,0 0 1 0 0,1 1-1 0 0,-1-1 1 0 0,0 0 0 0 0,0 1-1 0 0,1-1 1 0 0,-1 0-1 0 0,0 1 1 0 0,0-1-1 0 0,1 1 1 0 0,-1-1-1 0 0,0 1 1 0 0,1 0-8 0 0,-1 0-1 0 0,1 0 1 0 0,-1 0 0 0 0,1 0-1 0 0,0 0 1 0 0,0 0 0 0 0,-1 0-1 0 0,1 0 1 0 0,0 0 0 0 0,0 0 0 0 0,0-1-1 0 0,0 1 1 0 0,0 0 0 0 0,1 0-1 0 0,4 0-48 0 0,0 1 0 0 0,-1-1 0 0 0,1 0 0 0 0,0-1 0 0 0,0 0 0 0 0,0 0 0 0 0,-1 0 0 0 0,1 0 0 0 0,0-1 0 0 0,7-2 0 0 0,-8 2-30 0 0,-2-1 24 0 0,12-7-8 0 0,-11 7 12 0 0,3-7 8 0 0,6-2-29 0 0,-5-1 55 0 0,-6 9-11 0 0,7-13-27 0 0,-8 15 57 0 0,1-3-2 0 0,0 0 9 0 0,3-12 62 0 0,-3 12 17 0 0,-2-1-34 0 0,3-12 11 0 0,-3 12 1142 0 0,0 11-1046 0 0,-1 16 6 0 0,1-17-12 0 0,-1 2-6 0 0,-12 148 802 0 0,13-150-896 0 0,0 2-10 0 0,0 19-6 0 0,0-20-5 0 0,0 0-20 0 0,1 17 6 0 0,-1-17-22 0 0,1-1-326 0 0,-1 1 56 0 0,1 4 171 0 0,2 4-6810 0 0,1 6 2160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13 2300 0 0,'-5'-2'519'0'0,"0"0"0"0"0,0 0 0 0 0,0 0 0 0 0,0 1 0 0 0,-1 0 0 0 0,1 0 0 0 0,0 0 0 0 0,-9 0 0 0 0,10 2-383 0 0,1 0 1 0 0,0 0 0 0 0,-1 0-1 0 0,1 1 1 0 0,0-1 0 0 0,0 1-1 0 0,-1 0 1 0 0,2 0 0 0 0,-1 0 0 0 0,0 0-1 0 0,0 0 1 0 0,0 1 0 0 0,1-1-1 0 0,0 1 1 0 0,-1 0 0 0 0,-2 4-1 0 0,2-3-90 0 0,-7 7 180 0 0,1 1 0 0 0,1 0 0 0 0,0 1 0 0 0,1-1 0 0 0,0 1 0 0 0,1 1 0 0 0,0-1 0 0 0,1 1 1 0 0,1 0-1 0 0,-6 28 0 0 0,7-21-72 0 0,1 0-1 0 0,0 0 1 0 0,2 0 0 0 0,0 0 0 0 0,1 0-1 0 0,8 38 1 0 0,-5-40-101 0 0,2-1 1 0 0,0 0-1 0 0,0 0 0 0 0,2-1 0 0 0,0 0 0 0 0,1 0 0 0 0,1-1 0 0 0,0 0 1 0 0,25 27-1 0 0,-25-31-198 0 0,1-1 1 0 0,1 0-1 0 0,0-1 1 0 0,1-1-1 0 0,0 1 1 0 0,0-2-1 0 0,1 0 1 0 0,0-1 0 0 0,0 0-1 0 0,1-1 1 0 0,28 8-1 0 0,-26-10-687 0 0,10-2-53 0 0,-12-3-214 0 0,-6 2 599 0 0,5-1-109 0 0,7-3-2533 0 0,17-4-1452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2744 0 0,'19'12'892'0'0,"0"0"0"0"0,-1 1 0 0 0,0 0 0 0 0,-1 2 0 0 0,0 0 0 0 0,24 30 0 0 0,-12-10-409 0 0,-1 2 0 0 0,29 53-1 0 0,-47-73-511 0 0,-2 0 0 0 0,0 1-1 0 0,0 0 1 0 0,-2 0 0 0 0,0 1 0 0 0,-1 0-1 0 0,-1 0 1 0 0,2 25 0 0 0,-5-28-557 0 0,-1 0 0 0 0,-1 0 1 0 0,0 0-1 0 0,-1 0 0 0 0,-1 0 1 0 0,0 0-1 0 0,-1-1 0 0 0,-1 1 1 0 0,0-1-1 0 0,-10 20 0 0 0,-3-2-3104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192 156 1896 0 0,'3'-4'1096'0'0,"9"-14"-171"0"0,-9 14-174 0 0,-1-1-151 0 0,5-16 140 0 0,-6 16-43 0 0,1 0-73 0 0,2-16-37 0 0,-3 16 441 0 0,-1-1-579 0 0,-1-17-57 0 0,1 17 291 0 0,-3 3-463 0 0,-6-13-18 0 0,7 13 141 0 0,-2 1-217 0 0,-13-5 30 0 0,13 6 33 0 0,0 2-103 0 0,-14 3-23 0 0,14-3-4 0 0,-1 1-67 0 0,-3 2 41 0 0,0-1 1 0 0,0 2 0 0 0,0-1-1 0 0,1 1 1 0 0,0 0-1 0 0,0 1 1 0 0,0-1 0 0 0,0 1-1 0 0,1 1 1 0 0,0-1-1 0 0,0 1 1 0 0,1 0 0 0 0,0 1-1 0 0,0-1 1 0 0,0 1 0 0 0,-3 9-1 0 0,-20 42 88 0 0,26-52-114 0 0,-1 0 0 0 0,1 1 0 0 0,0-1 0 0 0,1 1 0 0 0,-1 8 0 0 0,0-3-15 0 0,1-8 18 0 0,2 2 9 0 0,5 32 33 0 0,10 4-84 0 0,-4-29-51 0 0,-8-10 57 0 0,12 8-137 0 0,-13-10 124 0 0,1 0-96 0 0,1 0 8 0 0,1-1 82 0 0,1 1-1 0 0,-1-1 1 0 0,1 0 0 0 0,-1-1 0 0 0,1 1-1 0 0,-1-1 1 0 0,1-1 0 0 0,0 1 0 0 0,-1-1-1 0 0,1 0 1 0 0,-1-1 0 0 0,11-3 0 0 0,-8 3 73 0 0,-1-2 1 0 0,0 1 0 0 0,0-1 0 0 0,-1 0-1 0 0,1 0 1 0 0,-1-1 0 0 0,0 0 0 0 0,0 0-1 0 0,0-1 1 0 0,-1 0 0 0 0,0 0 0 0 0,0-1-1 0 0,0 1 1 0 0,-1-1 0 0 0,0-1 0 0 0,0 1-1 0 0,-1-1 1 0 0,4-8 0 0 0,-3 1 27 0 0,0-1 1 0 0,-1 0 0 0 0,0 1-1 0 0,-2-1 1 0 0,2-26 0 0 0,-4 37 37 0 0,-4-24 80 0 0,3 23-118 0 0,-2 2-15 0 0,-6-11-17 0 0,7 11 10 0 0,-2 2-7 0 0,0 0-28 0 0,1 1 1 0 0,-1-1-1 0 0,0 1 1 0 0,-1 0-1 0 0,1 0 1 0 0,0 1-1 0 0,0-1 1 0 0,0 1-1 0 0,-6 0 1 0 0,4 0 31 0 0,1 2-24 0 0,-2 2-63 0 0,-1 1 0 0 0,1 0 0 0 0,0 0-1 0 0,0 0 1 0 0,1 1 0 0 0,0 0 0 0 0,-11 13 0 0 0,11-9-342 0 0,1 1 0 0 0,0 0 0 0 0,0 1 0 0 0,-3 12 0 0 0,7-20-386 0 0,3 2-226 0 0,2 15-190 0 0,-3-15-121 0 0,2-2-934 0 0,12 15-1583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7 3536 0 0,'0'0'3035'0'0,"1"-4"-2367"0"0,3 1 1555 0 0,-5 14-925 0 0,-8 33-438 0 0,-3 14-361 0 0,-7 130 377 0 0,18-183-789 0 0,1 60 1150 0 0,1-63-1209 0 0,0-1 0 0 0,0 1 0 0 0,1-1 0 0 0,-1 0 1 0 0,1 0-1 0 0,-1 0 0 0 0,0 0 0 0 0,1 0 0 0 0,0 0 0 0 0,1 1 1 0 0,1 1 89 0 0,3-3-19 0 0,1 1-77 0 0,26-1-9 0 0,36-10-1289 0 0,73-21 1 0 0,1-9-6044 0 0,-114 30 2348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45 2124 0 0,'0'0'1327'0'0,"-5"0"-172"0"0,-20-3 6253 0 0,31 3-7346 0 0,-1-1-52 0 0,1 1 3 0 0,0 0 0 0 0,0 0 0 0 0,0 0 0 0 0,0 0 0 0 0,0 1 0 0 0,0 0 1 0 0,0 0-1 0 0,0 1 0 0 0,0 0 0 0 0,-1 0 0 0 0,1 0 0 0 0,-1 1 0 0 0,1-1 0 0 0,-1 1 0 0 0,0 1 0 0 0,0-1 1 0 0,0 1-1 0 0,-1 0 0 0 0,6 5 0 0 0,-8-7-13 0 0,1 1 0 0 0,-1 0 0 0 0,0 0 0 0 0,0 0 0 0 0,0 0 0 0 0,-1 0 0 0 0,1 1 0 0 0,-1-1 1 0 0,1 0-1 0 0,-1 1 0 0 0,0-1 0 0 0,0 1 0 0 0,-1-1 0 0 0,1 1 0 0 0,-1 0 0 0 0,0 3 0 0 0,-2 7 22 0 0,-2 0 0 0 0,1-1 0 0 0,-2 1 0 0 0,0-1 0 0 0,0 0 0 0 0,-1 0-1 0 0,-8 11 1 0 0,12-20-10 0 0,-1 0-13 0 0,1-1 10 0 0,-6 9 7 0 0,6-9-10 0 0,6-5-425 0 0,6-6 219 0 0,0-1-1 0 0,-1 0 1 0 0,0 0 0 0 0,-1-1-1 0 0,0 0 1 0 0,0 0 0 0 0,8-17-1 0 0,46-96-659 0 0,-50 97 892 0 0,-11 22 41 0 0,1 0 4 0 0,5-12 17 0 0,-5 12 99 0 0,6-12 1102 0 0,-11 35-1143 0 0,2 0-1 0 0,1 38 0 0 0,1-43-270 0 0,2 0-1 0 0,-1 0 1 0 0,2 0-1 0 0,0 0 0 0 0,0-1 1 0 0,9 17-1 0 0,-8-21-499 0 0,0-1 0 0 0,0 1 1 0 0,1-1-1 0 0,0 0 0 0 0,0-1 0 0 0,9 8 0 0 0,6-1-3140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31 2568 0 0,'0'0'906'0'0,"2"-3"-202"0"0,29-25 3189 0 0,-13 36-3675 0 0,-14-6-177 0 0,0-1 93 0 0,-4 0-122 0 0,0-1 1 0 0,0 1-1 0 0,0-1 0 0 0,0 1 0 0 0,0-1 1 0 0,0 1-1 0 0,0-1 0 0 0,0 1 0 0 0,1-1 1 0 0,-1 1-1 0 0,0-1 0 0 0,0 0 0 0 0,0 1 1 0 0,1-1-1 0 0,-1 1 0 0 0,0-1 0 0 0,0 0 1 0 0,1 1-1 0 0,-1-1 0 0 0,0 0 0 0 0,1 1 1 0 0,-1-1-1 0 0,1 1 0 0 0,10 14 245 0 0,-4 4-220 0 0,-6-14 8 0 0,0 0-11 0 0,0 17 2 0 0,-1-17-2 0 0,-1 1 11 0 0,0 5 15 0 0,-1 0-1 0 0,-1 0 1 0 0,0-1-1 0 0,0 1 1 0 0,-7 14 0 0 0,-34 27 254 0 0,41-50-257 0 0,-1 1 0 0 0,3-2-72 0 0,-3 3 56 0 0,0-1 0 0 0,0 0 0 0 0,0-1-1 0 0,0 1 1 0 0,0-1 0 0 0,0 0-1 0 0,-1 0 1 0 0,-7 3 63 0 0,8-4-48 0 0,-13 3 1 0 0,13-3 143 0 0,0-2-172 0 0,-12-4-6 0 0,12 3 108 0 0,9 2-116 0 0,15-3 2 0 0,-15 3-6 0 0,-1 2-12 0 0,69 24-296 0 0,-68-25 69 0 0,0 1-142 0 0,17 5-105 0 0,-16-6-98 0 0,-1 0-34 0 0,2 0 268 0 0,3 0 13 0 0,7-1-4020 0 0,14 0 979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0 2988 0 0,'-9'2'299'0'0,"0"1"0"0"0,0-1 1 0 0,1 2-1 0 0,-1-1 0 0 0,1 1 0 0 0,0 0 0 0 0,0 1 0 0 0,1-1 0 0 0,-1 2 0 0 0,1-1 0 0 0,-7 7 0 0 0,6-3-101 0 0,0 0 0 0 0,1 1 0 0 0,0 0 0 0 0,0 0 0 0 0,1 0-1 0 0,0 1 1 0 0,-7 21 0 0 0,6-12-76 0 0,2 1-1 0 0,0-1 0 0 0,1 1 1 0 0,1 0-1 0 0,1 1 1 0 0,1-1-1 0 0,1 0 1 0 0,1 1-1 0 0,0-1 1 0 0,2 0-1 0 0,0 0 1 0 0,2 0-1 0 0,0 0 1 0 0,1-1-1 0 0,1 0 1 0 0,1 0-1 0 0,16 27 0 0 0,-14-29-143 0 0,1 0-1 0 0,1-1 0 0 0,0 0 0 0 0,2-1 0 0 0,0 0 0 0 0,0-1 0 0 0,31 24 0 0 0,-32-30-161 0 0,0 0 0 0 0,1 0 0 0 0,0-1 0 0 0,1-1 0 0 0,0 0 1 0 0,0-2-1 0 0,0 1 0 0 0,1-2 0 0 0,0 0 0 0 0,24 3 0 0 0,-15-4-1168 0 0,-21-2 931 0 0,1-1 0 0 0,0 0 0 0 0,-1 0 1 0 0,1 0-1 0 0,0 0 0 0 0,8-3 0 0 0,-12 3 346 0 0,42-5-3652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2956 0 0,'7'0'874'0'0,"6"1"-370"0"0,0 1-1 0 0,-1 0 0 0 0,1 1 0 0 0,0 0 0 0 0,-1 1 1 0 0,0 1-1 0 0,22 10 0 0 0,-18-5-346 0 0,0 1 1 0 0,-1 0-1 0 0,0 1 1 0 0,0 0-1 0 0,-2 1 1 0 0,1 1-1 0 0,-2 0 1 0 0,0 1-1 0 0,-1 1 0 0 0,0-1 1 0 0,-1 2-1 0 0,-1-1 1 0 0,0 1-1 0 0,-2 1 1 0 0,0-1-1 0 0,-1 1 1 0 0,6 28-1 0 0,-8-26-363 0 0,-1 1 1 0 0,-1-1-1 0 0,-1 1 1 0 0,-1 0-1 0 0,0-1 0 0 0,-7 40 1 0 0,3-41-466 0 0,-1 1 0 0 0,-1 0 1 0 0,0-1-1 0 0,-2 0 1 0 0,0-1-1 0 0,-1 0 0 0 0,-15 23 1 0 0,-11 8-3176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17 3572 0 0,'-1'-17'6894'0'0,"-1"44"-2106"0"0,0-6-4745 0 0,1-13-1077 0 0,-4 60 1698 0 0,3-8-138 0 0,-10 133 435 0 0,12-188-943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17 3276 0 0,'0'0'2054'0'0,"2"-3"-1226"0"0,12-11 3876 0 0,-17 18-4572 0 0,-13 27 290 0 0,0 1 1 0 0,3 0 0 0 0,-15 51-1 0 0,27-78-355 0 0,-2 9-15 0 0,2-12-40 0 0,1-1 1 0 0,-1 0-1 0 0,1 1 0 0 0,-1-1 0 0 0,1 1 0 0 0,0-1 1 0 0,0 1-1 0 0,0-1 0 0 0,0 0 0 0 0,0 1 1 0 0,0-1-1 0 0,0 1 0 0 0,0-1 0 0 0,1 1 0 0 0,-1 1 1 0 0,0-2 1 0 0,0 2-27 0 0,0 0 0 0 0,1-1 0 0 0,-1 1 0 0 0,0 0 0 0 0,1-1 0 0 0,-1 1 0 0 0,1-1 0 0 0,0 1 0 0 0,0-1 0 0 0,0 1 0 0 0,0-1-1 0 0,0 1 1 0 0,1-1 0 0 0,-1 0 0 0 0,1 0 0 0 0,-1 0 0 0 0,1 0 0 0 0,0 0 0 0 0,4 4 0 0 0,-1-5-26 0 0,1 1 0 0 0,-1-1 1 0 0,0 0-1 0 0,1 0 0 0 0,-1-1 0 0 0,8 0 0 0 0,-7 0-15 0 0,-2-2 4 0 0,-1 2 41 0 0,2-2 4 0 0,-1 1-1 0 0,1-1 1 0 0,0 0 0 0 0,-1 0-1 0 0,1 0 1 0 0,-1-1-1 0 0,1 1 1 0 0,-1-1-1 0 0,0 0 1 0 0,0-1-1 0 0,-1 1 1 0 0,1-1-1 0 0,-1 1 1 0 0,1-1-1 0 0,-1 0 1 0 0,4-8-1 0 0,1-3-10 0 0,-6 11 11 0 0,0-2 21 0 0,4-18-41 0 0,-5 18-22 0 0,-1 0-12 0 0,0 4 56 0 0,0-5-14 0 0,0 0-1 0 0,0 0 1 0 0,0 0-1 0 0,-1 0 1 0 0,0 0-1 0 0,-1 0 1 0 0,1 0-1 0 0,-2 1 1 0 0,1-1-1 0 0,0 1 1 0 0,-1-1-1 0 0,-1 1 0 0 0,1 0 1 0 0,-7-9-1 0 0,4 10 8 0 0,-1 0-1 0 0,0 0 0 0 0,0 1 0 0 0,0 0 1 0 0,0 0-1 0 0,-9-2 0 0 0,11 4 4 0 0,-1 2-101 0 0,-21-2-238 0 0,23 5-414 0 0,-10 7 479 0 0,11-8-77 0 0,14 16-1337 0 0,-8-15 1121 0 0,2 0-11 0 0,6 1-230 0 0,1 0 0 0 0,0-1 0 0 0,1 0 0 0 0,-1-1 0 0 0,13 1 0 0 0,2-2-1338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2200 0 0,'4'-2'809'0'0,"15"-3"-137"0"0,-15 4 475 0 0,-2 0-1077 0 0,-1 1 0 0 0,1 0 0 0 0,-1-1 0 0 0,0 1 0 0 0,0-1 0 0 0,1 1 0 0 0,-1-1 0 0 0,0 1 0 0 0,0-1 0 0 0,0 0 0 0 0,1 0 0 0 0,1-1 0 0 0,-1 0 74 0 0,2 0 795 0 0,15-13 1135 0 0,-15 12-1815 0 0,0 0 0 0 0,0 0 0 0 0,0 0 0 0 0,-1-1 0 0 0,9-10 4718 0 0,-29 1-20104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353 133 1904 0 0,'0'0'3681'0'0,"0"-5"-3047"0"0,0-1 135 0 0,-1 0 1 0 0,1 0-1 0 0,-1-1 0 0 0,-3-10 0 0 0,3 13 348 0 0,-1 1-1032 0 0,0 0 0 0 0,0 0-1 0 0,0 0 1 0 0,0 0 0 0 0,0 0 0 0 0,-1 1 0 0 0,1-1 0 0 0,-1 1 0 0 0,0-1 0 0 0,-4-2 0 0 0,3 2 10 0 0,4 3-91 0 0,0-1-1 0 0,0 1 0 0 0,-1 0 1 0 0,1-1-1 0 0,0 1 1 0 0,0-1-1 0 0,-1 1 0 0 0,1 0 1 0 0,0-1-1 0 0,-1 1 1 0 0,1 0-1 0 0,-1-1 1 0 0,1 1-1 0 0,0 0 0 0 0,-1 0 1 0 0,1 0-1 0 0,-1-1 1 0 0,1 1-1 0 0,-1 0 0 0 0,1 0 1 0 0,-1 0-1 0 0,1 0 1 0 0,-1 0-1 0 0,0 0 0 0 0,0 0 2 0 0,1 0-1 0 0,0 0 1 0 0,-1 0 0 0 0,1-1-1 0 0,-1 1 1 0 0,1 0-1 0 0,-1 0 1 0 0,1 0-1 0 0,-1 0 1 0 0,1 0-1 0 0,-1-1 1 0 0,1 1-1 0 0,-1 0 1 0 0,1 0-1 0 0,0-1 1 0 0,-1 1-1 0 0,1 0 1 0 0,0-1-1 0 0,-1 1 1 0 0,1 0-1 0 0,0-1 1 0 0,-1 1-1 0 0,1-1 1 0 0,0 0-1 0 0,-19-8 61 0 0,15 7 1 0 0,-1 0-31 0 0,-12-5 15 0 0,13 6-28 0 0,-1-1-14 0 0,-15-3 3 0 0,15 4-10 0 0,0 0 1 0 0,-13-1-9 0 0,13 1 13 0 0,0 2 3 0 0,-15 1-3 0 0,15-1-41 0 0,1-1-93 0 0,-41 13 124 0 0,40-12 30 0 0,2 1-1 0 0,-31 18-166 0 0,31-17 189 0 0,0 0 3 0 0,-10 9-4 0 0,10-9-21 0 0,0 0-17 0 0,-22 27 52 0 0,23-27-40 0 0,0 2-14 0 0,-4 13-13 0 0,4-13 36 0 0,1-1-11 0 0,0 15-14 0 0,1-14-3 0 0,7 17 25 0 0,-6-17-21 0 0,5 11 3 0 0,-4-12-2 0 0,0 1 0 0 0,1-1 0 0 0,-1 0 0 0 0,1 0 0 0 0,-1 0 0 0 0,1-1 0 0 0,0 1 0 0 0,7 6 0 0 0,-7-7-9 0 0,1 0 10 0 0,-1 0-10 0 0,11 9 2 0 0,-10-9 6 0 0,0-1-7 0 0,12 7 18 0 0,-12-7-11 0 0,1 0-19 0 0,13 3-9 0 0,-13-4 21 0 0,0 0-1 0 0,46 0-9 0 0,-46-1 10 0 0,0-1-11 0 0,15-5-24 0 0,-15 5-85 0 0,-1-1 139 0 0,14-6 8 0 0,-14 6-60 0 0,0 0 76 0 0,12-9 5 0 0,-12 8-21 0 0,0 0-32 0 0,8-10-4 0 0,-8 9 0 0 0,-2 1-12 0 0,39-54-95 0 0,-39 54 97 0 0,0-1 16 0 0,10-15-21 0 0,-8 12-26 0 0,-4 7 69 0 0,0-1-1 0 0,0 1 1 0 0,1-1-1 0 0,-1 1 1 0 0,0-1 0 0 0,0 1-1 0 0,0-1 1 0 0,1 1 0 0 0,-1 0-1 0 0,0-1 1 0 0,0 1 0 0 0,1-1-1 0 0,-1 1 1 0 0,0-1 0 0 0,1 1-1 0 0,-1 0 1 0 0,1-1 0 0 0,-1 1-1 0 0,0 0 1 0 0,1-1 0 0 0,-1 1-1 0 0,1 0 1 0 0,-1 0 0 0 0,1 0-1 0 0,-1-1 1 0 0,1 1 0 0 0,-1 0-1 0 0,2 0 1 0 0,11 13 255 0 0,-13-8-179 0 0,3 15 30 0 0,-3-15 134 0 0,1 1-160 0 0,0 18-15 0 0,-1-18-34 0 0,0-1 32 0 0,1 17 10 0 0,0-16-26 0 0,-1 0 29 0 0,0 86 355 0 0,0-87-413 0 0,0 1 10 0 0,-5 151 409 0 0,5-152-438 0 0,-1 0-31 0 0,-1 13 22 0 0,1-13 14 0 0,1-5-20 0 0,-1 1 0 0 0,1-1 1 0 0,-1 0-1 0 0,1 0 0 0 0,0 1 0 0 0,-1-1 1 0 0,1 1-1 0 0,0-1 0 0 0,-1 0 0 0 0,1 1 1 0 0,0-1-1 0 0,-1 1 0 0 0,1-1 1 0 0,0 0-1 0 0,0 1 0 0 0,0-1 0 0 0,-1 1 1 0 0,1-1-1 0 0,0 1 0 0 0,0-1 0 0 0,0 1 1 0 0,0-1-1 0 0,0 2 0 0 0,0-2 0 0 0,0 1 0 0 0,0-1 0 0 0,0 1 0 0 0,0-1 0 0 0,0 1 0 0 0,0-1 0 0 0,-1 1 0 0 0,1-1 0 0 0,0 1 0 0 0,0-1 0 0 0,0 1 0 0 0,-1-1 0 0 0,1 0 0 0 0,0 1 0 0 0,0-1-1 0 0,-1 1 1 0 0,1-1 0 0 0,0 0 0 0 0,-1 1 0 0 0,1-1 0 0 0,-1 0 0 0 0,1 1 0 0 0,-1-1 0 0 0,-8 4 41 0 0,-6 5 183 0 0,-2-5-195 0 0,12-3 2 0 0,0 0-27 0 0,-16 0-24 0 0,16-1 27 0 0,0-1-52 0 0,-52-5 5 0 0,51 5 19 0 0,1 1-4 0 0,-15-2 10 0 0,15 2 31 0 0,0-1-314 0 0,-5-1 659 0 0,-20-11-5693 0 0,26 11 3511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70 1888 0 0,'0'5'654'0'0,"-3"18"996"0"0,-17-12 533 0 0,19-10-2126 0 0,-1 0 0 0 0,0 0 0 0 0,1 0 0 0 0,-1 0 0 0 0,0-1 0 0 0,0 1 0 0 0,0-1 0 0 0,1 1 0 0 0,-1-1 0 0 0,-2 0 0 0 0,-1 2 1200 0 0,0-3-1051 0 0,-16 0-19 0 0,16 1 230 0 0,4-1-404 0 0,0 0 0 0 0,0-1 0 0 0,0 1 0 0 0,0 0 0 0 0,0-1 0 0 0,0 1 0 0 0,0-1 0 0 0,0 1 0 0 0,1-1 0 0 0,-1 1 0 0 0,1-1 0 0 0,-1 1 0 0 0,1-1 0 0 0,0 0 0 0 0,-1 1 0 0 0,1-1 0 0 0,0 0 0 0 0,0 1 0 0 0,0-1 0 0 0,1 0 0 0 0,-1 1 0 0 0,0-1 0 0 0,0 1 0 0 0,1-1 0 0 0,0-2 0 0 0,1-8 32 0 0,1 8-39 0 0,8-12 32 0 0,-8 11-4 0 0,1 2 21 0 0,11-11 13 0 0,-11 10-29 0 0,-2 4-36 0 0,-1 0 1 0 0,1 0-1 0 0,-1-1 1 0 0,1 1-1 0 0,0-1 1 0 0,-1 1-1 0 0,1-1 1 0 0,-1 0 0 0 0,0 1-1 0 0,1-1 1 0 0,-1 0-1 0 0,2-1 1 0 0,1-1 6 0 0,1 1 32 0 0,0 1-22 0 0,-2 1-7 0 0,0-1 0 0 0,1 1 0 0 0,-1-1-1 0 0,1 1 1 0 0,-1 0 0 0 0,1 1 0 0 0,-1-1-1 0 0,1 1 1 0 0,-1-1 0 0 0,1 1 0 0 0,-1 0 0 0 0,0 0-1 0 0,0 0 1 0 0,1 1 0 0 0,4 2 0 0 0,-5-1 14 0 0,0-1 1 0 0,0 1 0 0 0,-1 0-1 0 0,1 0 1 0 0,-1 0 0 0 0,1 0-1 0 0,-1 0 1 0 0,0 1 0 0 0,0-1-1 0 0,0 1 1 0 0,-1-1 0 0 0,1 1-1 0 0,-1 0 1 0 0,0 0 0 0 0,0 0-1 0 0,0 4 1 0 0,3 9 36 0 0,-3-12-5 0 0,-2 2-24 0 0,1-6-35 0 0,0 13 4 0 0,-1-1 0 0 0,0 1 0 0 0,-1-1 0 0 0,-1 1 0 0 0,0-1 0 0 0,-1 0 0 0 0,-1 0-1 0 0,-5 13 1 0 0,8-21 9 0 0,-25 39 61 0 0,22-37-55 0 0,0 0-1 0 0,-1 0 1 0 0,1-1-1 0 0,-14 11 1 0 0,15-13-27 0 0,0-2 13 0 0,-6 4-13 0 0,10-6-1 0 0,0 1-1 0 0,-1-1 1 0 0,1 1-1 0 0,-1-1 1 0 0,1 0-1 0 0,0 1 0 0 0,-1-1 1 0 0,1 1-1 0 0,-1-1 1 0 0,1 0-1 0 0,-1 0 1 0 0,1 1-1 0 0,-1-1 1 0 0,1 0-1 0 0,-1 0 0 0 0,0 0 1 0 0,1 1-1 0 0,-1-1 1 0 0,1 0-1 0 0,-1 0 1 0 0,1 0-1 0 0,-1 0 1 0 0,0 0-1 0 0,1 0 0 0 0,-1 0 1 0 0,1 0-1 0 0,-1-1 1 0 0,1 1-1 0 0,-1 0 1 0 0,1 0-1 0 0,-2-1 1 0 0,-15-4-65 0 0,12 4 6 0 0,-2-19-162 0 0,6 17 136 0 0,1-2-66 0 0,1-15 114 0 0,-1 15 20 0 0,6-14-46 0 0,-5 15 54 0 0,1 2 27 0 0,-1 0 1 0 0,0 0 0 0 0,1 0-1 0 0,0-1 1 0 0,0 2 0 0 0,-1-1-1 0 0,1 0 1 0 0,0 0 0 0 0,0 1-1 0 0,0-1 1 0 0,1 1 0 0 0,-1-1-1 0 0,0 1 1 0 0,1 0 0 0 0,-1 0 0 0 0,4-1-1 0 0,14 7 140 0 0,-16-4-57 0 0,1 2 30 0 0,77 59 199 0 0,-61-45-753 0 0,1 0 0 0 0,44 25 0 0 0,-63-40-103 0 0,3-1-149 0 0,52 5-4137 0 0,-52-7 1595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30 2292 0 0,'0'0'934'0'0,"-3"-3"-172"0"0,1 2-548 0 0,-1-1 0 0 0,1 1 0 0 0,-1 0 0 0 0,0-1 0 0 0,0 1 0 0 0,0 0 0 0 0,1 0 0 0 0,-1 1 0 0 0,0-1 0 0 0,0 1-1 0 0,0-1 1 0 0,-4 1 0 0 0,1 0 92 0 0,3 2-45 0 0,-33 22 770 0 0,32-20-787 0 0,4-4-230 0 0,0 1 1 0 0,0 0 0 0 0,0-1-1 0 0,0 1 1 0 0,0 0 0 0 0,-1-1-1 0 0,1 1 1 0 0,0 0 0 0 0,0-1-1 0 0,-1 1 1 0 0,1-1 0 0 0,0 1-1 0 0,-1-1 1 0 0,1 1 0 0 0,0 0-1 0 0,-1-1 1 0 0,1 1-1 0 0,-1-1 1 0 0,1 1 0 0 0,-1-1-1 0 0,0 1 1 0 0,-11 15 256 0 0,0 28 328 0 0,11-39-384 0 0,3 0-115 0 0,-1 2-73 0 0,1-1 0 0 0,0 0 0 0 0,0 0 0 0 0,1 0 0 0 0,0 0 0 0 0,0-1 0 0 0,0 1 0 0 0,1-1 0 0 0,-1 1 0 0 0,8 6 0 0 0,12 8-11 0 0,0-1 0 0 0,1-2 0 0 0,42 24 0 0 0,15 11 19 0 0,-78-49-133 0 0,-2-2 105 0 0,0 1 1 0 0,0-1 0 0 0,0 1 0 0 0,0-1-1 0 0,1 0 1 0 0,-1 0 0 0 0,1 1-1 0 0,-1-1 1 0 0,4 2 0 0 0,-2 0 45 0 0,4 13 12 0 0,-5-13-55 0 0,-1 1 48 0 0,-9 17 35 0 0,-12-6 14 0 0,16-13-84 0 0,-2 1-3 0 0,0-1-1 0 0,0 0 1 0 0,0 0 0 0 0,-1 0 0 0 0,1 0 0 0 0,-1-1 0 0 0,1 0 0 0 0,0-1 0 0 0,-1 1 0 0 0,0-1 0 0 0,1 0-1 0 0,-9-2 1 0 0,-2-3-11 0 0,13 3-15 0 0,3 1-9 0 0,1 0 16 0 0,-1-1 1 0 0,0 1-1 0 0,0 0 0 0 0,1-1 0 0 0,-1 1 1 0 0,0 0-1 0 0,0 0 0 0 0,0 0 0 0 0,0-1 0 0 0,0 1 1 0 0,-2-1-1 0 0,2 2-3 0 0,-1-4-32 0 0,2-1-61 0 0,0-4 68 0 0,1 0 0 0 0,0 0 0 0 0,0 0 0 0 0,1 1 0 0 0,0-1 1 0 0,1 0-1 0 0,6-14 0 0 0,15-21 27 0 0,-10 22 97 0 0,-2-1 0 0 0,0 0 1 0 0,-2-1-1 0 0,-1 0 0 0 0,7-26 0 0 0,-15 46-51 0 0,-4-52-164 0 0,2 51-30 0 0,-2 1-50 0 0,-10-11-43 0 0,10 11-54 0 0,1 4 233 0 0,1 0 0 0 0,-1-1-1 0 0,1 1 1 0 0,-1-1 0 0 0,1 0-1 0 0,-1 0 1 0 0,1 1 0 0 0,-1-1-1 0 0,1 0 1 0 0,0 0 0 0 0,-1 0-1 0 0,-1-2 1 0 0,1 1-102 0 0,-3-1-629 0 0,-1 1-253 0 0,0-1 622 0 0,4 2 131 0 0,1 0 1 0 0,-1 0-1 0 0,0 1 0 0 0,0-1 1 0 0,0 0-1 0 0,-1 1 0 0 0,1-1 1 0 0,0 1-1 0 0,0 0 0 0 0,-2-1 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64 3252 0 0,'0'0'6962'0'0,"-5"0"-6232"0"0,-16-1-68 0 0,16 1 2813 0 0,5-5-3397 0 0,1-13-62 0 0,-1 13-9 0 0,4 3 0 0 0,33-19-12 0 0,-32 19-34 0 0,-1 1-9 0 0,15-6 20 0 0,-14 6 8 0 0,0 1-95 0 0,19 1 106 0 0,-18-1 11 0 0,-5 1-6 0 0,1 0 0 0 0,0 0 0 0 0,-1 1 0 0 0,1-1-1 0 0,0 0 1 0 0,-1 1 0 0 0,1-1 0 0 0,-1 1 0 0 0,0-1-1 0 0,1 1 1 0 0,-1 0 0 0 0,0-1 0 0 0,0 1 0 0 0,0 0-1 0 0,0 0 1 0 0,-1 0 0 0 0,1 0 0 0 0,0 2 0 0 0,-1-4 6 0 0,2 4-15 0 0,-2 1-21 0 0,1 3 12 0 0,0 0-1 0 0,-1 0 0 0 0,0 1 0 0 0,0-1 0 0 0,-1 0 0 0 0,0 0 1 0 0,0 0-1 0 0,-1 0 0 0 0,0 0 0 0 0,-1 0 0 0 0,-4 9 0 0 0,6-13 5 0 0,-1 0 2 0 0,-20 40-58 0 0,20-40 80 0 0,-7 12 3 0 0,8-14-9 0 0,-1 1-11 0 0,29-3-1829 0 0,-21 0 1730 0 0,-1-1 0 0 0,46-8-129 0 0,-46 8 219 0 0,1 0 22 0 0,18-2 20 0 0,-18 2 15 0 0,0 1 32 0 0,45 9 365 0 0,-46-8-330 0 0,-2 1-1 0 0,12 8-21 0 0,-11-7-16 0 0,-4-3-63 0 0,0 1 0 0 0,0-1 0 0 0,0 0 0 0 0,0 1 0 0 0,0-1 0 0 0,1 1 0 0 0,-1-1 0 0 0,0 1 0 0 0,0-1 0 0 0,0 1 1 0 0,0-1-1 0 0,0 0 0 0 0,1 1 0 0 0,-1-1 0 0 0,0 1 0 0 0,0-1 0 0 0,1 0 0 0 0,-1 1 0 0 0,0-1 0 0 0,1 0 1 0 0,-1 1-1 0 0,0-1 0 0 0,1 0 0 0 0,-1 0 0 0 0,1 1 0 0 0,0 0 2 0 0,0-1-1 0 0,0 1 1 0 0,0 0-1 0 0,0 0 1 0 0,-1-1-1 0 0,1 1 1 0 0,0 0-1 0 0,0 0 1 0 0,-1 0-1 0 0,1 0 1 0 0,0 0-1 0 0,-1 0 1 0 0,1 0-1 0 0,-1 2 1 0 0,6 13 17 0 0,-4-12 4 0 0,-3 3 2 0 0,0 18 2 0 0,1-19 4 0 0,-1-1-12 0 0,0 0-17 0 0,0 1 1 0 0,0-1-1 0 0,-1 0 1 0 0,0 0 0 0 0,0 0-1 0 0,0 0 1 0 0,0 0 0 0 0,-1 0-1 0 0,0 0 1 0 0,0-1 0 0 0,0 1-1 0 0,0-1 1 0 0,-1 0 0 0 0,1 0-1 0 0,-1 0 1 0 0,0-1-1 0 0,-1 1 1 0 0,1-1 0 0 0,-1 0-1 0 0,1 0 1 0 0,-1 0 0 0 0,0-1-1 0 0,-7 3 1 0 0,-2 0-124 0 0,-1-1 0 0 0,0 0 1 0 0,0-1-1 0 0,-18 2 0 0 0,23-4-144 0 0,1-1-1 0 0,-1-1 0 0 0,1 1 1 0 0,-19-5-1 0 0,25 5 76 0 0,0-1 0 0 0,0 0 1 0 0,0 0-1 0 0,0 0 0 0 0,0-1 1 0 0,0 1-1 0 0,0-1 0 0 0,1 0 0 0 0,-1 1 1 0 0,0-1-1 0 0,1 0 0 0 0,0 0 1 0 0,-1-1-1 0 0,1 1 0 0 0,0 0 0 0 0,0-1 1 0 0,0 0-1 0 0,0 1 0 0 0,1-1 0 0 0,-1 0 1 0 0,0-3-1 0 0,0 2-223 0 0,-4-13-2742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2336 0 0,'0'0'5025'0'0,"3"3"-4679"0"0,-2 0-231 0 0,1 0-1 0 0,-1 1 0 0 0,0-1 1 0 0,0 0-1 0 0,0 0 1 0 0,0 1-1 0 0,0-1 0 0 0,-1 1 1 0 0,1-1-1 0 0,-1 7 0 0 0,-1-6 237 0 0,1-2-334 0 0,0 0 1 0 0,0-1-1 0 0,0 1 0 0 0,0 0 0 0 0,0-1 0 0 0,0 1 0 0 0,0-1 1 0 0,0 1-1 0 0,1 0 0 0 0,-1-1 0 0 0,1 3 0 0 0,0 0 17 0 0,0 2 187 0 0,0-5-209 0 0,-1 1-1 0 0,1-1 1 0 0,0 1 0 0 0,0-1 0 0 0,-1 0 0 0 0,1 1-1 0 0,0-1 1 0 0,1 0 0 0 0,-1 1 0 0 0,0-1-1 0 0,0 0 1 0 0,2 1 0 0 0,-2-1 2 0 0,1 2 16 0 0,9 2 52 0 0,-10-5-77 0 0,0 1 0 0 0,-1 0 0 0 0,1 0 1 0 0,0-1-1 0 0,0 1 0 0 0,0 0 0 0 0,0-1 1 0 0,0 1-1 0 0,0-1 0 0 0,0 0 0 0 0,0 1 1 0 0,1-1-1 0 0,-1 0 0 0 0,0 1 0 0 0,1-1 1 0 0,19 4 18 0 0,-15-3-29 0 0,-1 0 30 0 0,19 1 1 0 0,-19-1-8 0 0,1-1 26 0 0,18 0 6 0 0,-19 0 98 0 0,1 0-34 0 0,19 2 15 0 0,-19-1 141 0 0,-1 0-107 0 0,1 0-18 0 0,-1 1 0 0 0,1 0 0 0 0,-1 0 0 0 0,0 0 0 0 0,0 1 0 0 0,0 0 0 0 0,0 0 0 0 0,0 0 0 0 0,0 0 0 0 0,7 8 0 0 0,-9-8 19 0 0,-1 1 25 0 0,12 39 444 0 0,-13-39-499 0 0,-1 1 0 0 0,-9 45 338 0 0,8-44-364 0 0,-12 12 46 0 0,11-14-129 0 0,0-1 0 0 0,0 1 0 0 0,-1-1 0 0 0,1 0 0 0 0,-1 0 0 0 0,0 0 0 0 0,-4 4 0 0 0,-3 0-391 0 0,-1-1-1 0 0,1 0 1 0 0,-20 7-1 0 0,25-12-167 0 0,0-1-79 0 0,-43-9-2894 0 0,43 7 2315 0 0,1-2-148 0 0,-9-10-971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8 169 2504 0 0,'0'0'4872'0'0,"-2"-3"-4291"0"0,1 2-518 0 0,1 0-1 0 0,-1 0 0 0 0,1 0 0 0 0,-1 0 0 0 0,1 0 0 0 0,-1 0 0 0 0,1 0 0 0 0,0 0 0 0 0,-1-1 1 0 0,1 1-1 0 0,0 0 0 0 0,0 0 0 0 0,0 0 0 0 0,0 0 0 0 0,0 0 0 0 0,0-1 0 0 0,0 1 1 0 0,0 0-1 0 0,0 0 0 0 0,1 0 0 0 0,-1 0 0 0 0,1 0 0 0 0,-1 0 0 0 0,0 0 0 0 0,1 0 1 0 0,0 0-1 0 0,-1 0 0 0 0,1 0 0 0 0,-1 0 0 0 0,1 0 0 0 0,0 0 0 0 0,0 0 0 0 0,0 0 1 0 0,0 1-1 0 0,-1-1 0 0 0,1 0 0 0 0,0 1 0 0 0,0-1 0 0 0,2 0 0 0 0,23-14 227 0 0,2 2 0 0 0,54-19 0 0 0,65-10-263 0 0,-97 28-413 0 0,-45 13 34 0 0,23-6-820 0 0,-23 6 236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37 3112 0 0,'0'0'2090'0'0,"-5"0"-1293"0"0,-16 0-114 0 0,16 0 2076 0 0,2 3-2461 0 0,3-3-270 0 0,-1 1 0 0 0,1-1 1 0 0,-1 1-1 0 0,1-1 0 0 0,-1 1 0 0 0,1-1 0 0 0,-1 1 1 0 0,1-1-1 0 0,0 1 0 0 0,-1 0 0 0 0,1-1 1 0 0,0 1-1 0 0,-1-1 0 0 0,1 1 0 0 0,0 0 0 0 0,0 0 1 0 0,0-1-1 0 0,0 1 0 0 0,0 0 0 0 0,0-1 1 0 0,0 1-1 0 0,0 0 0 0 0,0-1 0 0 0,0 1 0 0 0,0 0 1 0 0,0 0-1 0 0,0-1 0 0 0,0 1 0 0 0,1 0 0 0 0,-1-1 1 0 0,0 1-1 0 0,0 0 0 0 0,1-1 0 0 0,-1 1 1 0 0,1-1-1 0 0,-1 1 0 0 0,0-1 0 0 0,1 1 0 0 0,-1-1 1 0 0,1 1-1 0 0,-1-1 0 0 0,1 1 0 0 0,0-1 1 0 0,-1 1-1 0 0,1-1 0 0 0,-1 0 0 0 0,1 1 0 0 0,1-1 1 0 0,1 3 117 0 0,2-2-24 0 0,12 4-16 0 0,-13-4-10 0 0,2 0-22 0 0,15 2-6 0 0,-16-2-14 0 0,0-1-6 0 0,55-4 84 0 0,-54 3-139 0 0,-4 1 1 0 0,0 0-1 0 0,0 0 0 0 0,0 0 1 0 0,0 0-1 0 0,-1 0 1 0 0,1 0-1 0 0,0 0 1 0 0,0-1-1 0 0,0 1 0 0 0,0-1 1 0 0,-1 1-1 0 0,3-2 1 0 0,1 0 12 0 0,1 1 42 0 0,-1 0-2 0 0,45-18 94 0 0,-46 16-93 0 0,-1 2 17 0 0,0-1 0 0 0,0 1-1 0 0,0-1 1 0 0,0 0 0 0 0,-1 0-1 0 0,1 0 1 0 0,-1-1 0 0 0,0 1-1 0 0,1-1 1 0 0,2-4 0 0 0,-4 6-103 0 0,1-2 418 0 0,11-14 838 0 0,-54 144-796 0 0,-45 238 0 0 0,85-360-744 0 0,0 0-84 0 0,-1 17-91 0 0,2-17-64 0 0,-1 0-712 0 0,0 1 876 0 0,-1 3 152 0 0,2 1-7843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74 2340 0 0,'0'0'2273'0'0,"-2"-2"-1405"0"0,-11-12 2395 0 0,15 10-3091 0 0,-1 3-145 0 0,0-1 0 0 0,1 1-1 0 0,-1-1 1 0 0,1 1 0 0 0,-1-1 0 0 0,1 1-1 0 0,-1 0 1 0 0,1 0 0 0 0,0 0 0 0 0,-1 0-1 0 0,1 0 1 0 0,0 0 0 0 0,0 0 0 0 0,0 0-1 0 0,0 1 1 0 0,0-1 0 0 0,-1 1-1 0 0,5-1 1 0 0,-1 0 79 0 0,1 1 10 0 0,236-25-2695 0 0,-191 20-1324 0 0,-20 3 779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70 1772 0 0,'0'0'972'0'0,"2"-4"-93"0"0,13-37 3647 0 0,-14 37-3015 0 0,-2 4-1496 0 0,1 0 0 0 0,0 0 0 0 0,-1-1-1 0 0,1 1 1 0 0,0 0 0 0 0,0 0 0 0 0,-1 0 0 0 0,1 0 0 0 0,0 0-1 0 0,-1 0 1 0 0,1 0 0 0 0,0 0 0 0 0,0-1 0 0 0,-1 1-1 0 0,1 0 1 0 0,0 0 0 0 0,0 0 0 0 0,-1-1 0 0 0,1 1 0 0 0,0 0-1 0 0,0 0 1 0 0,0-1 0 0 0,0 1 0 0 0,-1 0 0 0 0,1 0-1 0 0,0-1 1 0 0,0 1 0 0 0,0 0 0 0 0,0-1 0 0 0,0 1 0 0 0,0 0-1 0 0,0 0 1 0 0,0-1 0 0 0,-1 0 22 0 0,1 1-1 0 0,0-1 1 0 0,0 0-1 0 0,0 1 1 0 0,-1-1-1 0 0,1 1 0 0 0,0-1 1 0 0,0 0-1 0 0,-1 1 1 0 0,1-1-1 0 0,-1 1 1 0 0,1-1-1 0 0,0 1 1 0 0,-1 0-1 0 0,1-1 1 0 0,-1 1-1 0 0,1-1 1 0 0,-1 1-1 0 0,1 0 1 0 0,-1-1-1 0 0,0 1 1 0 0,1 0-1 0 0,-1 0 1 0 0,1-1-1 0 0,-1 1 1 0 0,0 0-1 0 0,1 0 1 0 0,-1 0-1 0 0,-6-1 86 0 0,1 1-1 0 0,-1-1 1 0 0,0 1-1 0 0,1 1 0 0 0,-1-1 1 0 0,1 1-1 0 0,0 1 1 0 0,-1-1-1 0 0,1 1 0 0 0,-10 4 1 0 0,7-2-63 0 0,0 0 1 0 0,0 1 0 0 0,1 0-1 0 0,-1 0 1 0 0,1 1-1 0 0,0 0 1 0 0,1 0 0 0 0,-1 1-1 0 0,-7 10 1 0 0,11-12-43 0 0,0 0 0 0 0,1 0 0 0 0,-1 0 0 0 0,1 1 1 0 0,-4 10-1 0 0,4-11-12 0 0,2-1-7 0 0,0 11-24 0 0,2 19-48 0 0,0-29-34 0 0,2-2-133 0 0,0 0 197 0 0,0 0 0 0 0,0-1 1 0 0,0 1-1 0 0,0-1 0 0 0,0 0 1 0 0,1 0-1 0 0,-1 0 1 0 0,1 0-1 0 0,5 2 0 0 0,-4-3-68 0 0,1-1-78 0 0,49-10-20 0 0,-50 9 190 0 0,0-2 26 0 0,13-9 240 0 0,0-1 1 0 0,29-29-1 0 0,-8-3 2110 0 0,-37 42-1078 0 0,0 7-1087 0 0,2 20-98 0 0,-1-1 1 0 0,-2 0-1 0 0,0 1 1 0 0,-1-1 0 0 0,-4 33-1 0 0,2-37-58 0 0,-25 299-3167 0 0,-5-108-5286 0 0,23-165 3000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242 68 3460 0 0,'0'0'1093'0'0,"1"-5"-187"0"0,-1-1-495 0 0,1 0-1 0 0,-1 0 1 0 0,-1 0-1 0 0,1 1 1 0 0,-1-1-1 0 0,-1-7 1 0 0,0 8 23 0 0,-17-1-58 0 0,15 4-301 0 0,-1 0 146 0 0,-1 3-12 0 0,-1-1-140 0 0,5 0-45 0 0,0-1 1 0 0,0 1 0 0 0,0 0-1 0 0,0 1 1 0 0,0-1-1 0 0,0 0 1 0 0,0 0 0 0 0,0 1-1 0 0,0-1 1 0 0,0 1 0 0 0,0 0-1 0 0,1-1 1 0 0,-1 1 0 0 0,0 0-1 0 0,-1 1 1 0 0,-15 7 198 0 0,9-5-169 0 0,1-1-1 0 0,-1 1 0 0 0,1 1 0 0 0,0 0 1 0 0,0 0-1 0 0,0 1 0 0 0,1 0 1 0 0,0 0-1 0 0,0 0 0 0 0,0 1 1 0 0,1 0-1 0 0,0 1 0 0 0,1-1 0 0 0,-1 1 1 0 0,-7 17-1 0 0,-10 53 184 0 0,22-73-208 0 0,1 1 8 0 0,1 48 69 0 0,0-49-76 0 0,1-1-8 0 0,4 11-6 0 0,-4-11 8 0 0,1-1-16 0 0,10 9-4 0 0,-10-9 42 0 0,2-2 69 0 0,15 3-99 0 0,-15-3-19 0 0,0-2-8 0 0,16-7 1 0 0,-14 5 6 0 0,0 0 0 0 0,-1-1 0 0 0,1 0-1 0 0,-1 0 1 0 0,0-1 0 0 0,-1 1 0 0 0,1-1 0 0 0,-1 0-1 0 0,0-1 1 0 0,0 0 0 0 0,0 1 0 0 0,-1-1 0 0 0,0-1 0 0 0,0 1-1 0 0,5-11 1 0 0,-4 8 2 0 0,30-64 204 0 0,-33 70-130 0 0,-1-1 2 0 0,4-12-7 0 0,-4 13 759 0 0,1 6-633 0 0,1 2-128 0 0,-1 1 1 0 0,0 0 0 0 0,0 0-1 0 0,0 1 1 0 0,-1-1-1 0 0,0 0 1 0 0,0 1 0 0 0,-1-1-1 0 0,0 0 1 0 0,-1 13-1 0 0,1 1 9 0 0,6 272 226 0 0,2-227-1283 0 0,-7-61 550 0 0,0 1-72 0 0,20 33-3080 0 0,-19-35 2021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2920 0 0,'12'-51'4655'0'0,"-11"46"-3777"0"0,15-8-87 0 0,-12 10-452 0 0,0 1-18 0 0,14-4-21 0 0,-14 4-58 0 0,3 2-66 0 0,-2 0-145 0 0,1-1 39 0 0,1 1-1 0 0,-1-1 1 0 0,1 2-1 0 0,-1-1 1 0 0,1 1-1 0 0,-1 0 1 0 0,0 0-1 0 0,1 0 1 0 0,-1 1-1 0 0,0 0 1 0 0,0 1-1 0 0,0-1 1 0 0,0 1 0 0 0,-1 0-1 0 0,1 1 1 0 0,6 4-1 0 0,-8-5-32 0 0,1 1 0 0 0,-1 0-1 0 0,0 0 1 0 0,0 0 0 0 0,0 0 0 0 0,0 1-1 0 0,-1 0 1 0 0,1-1 0 0 0,-1 1 0 0 0,-1 0-1 0 0,1 1 1 0 0,-1-1 0 0 0,1 0 0 0 0,-2 1-1 0 0,1-1 1 0 0,-1 1 0 0 0,1 0 0 0 0,-2 0-1 0 0,1-1 1 0 0,0 1 0 0 0,-1 0 0 0 0,0 0-1 0 0,-1 0 1 0 0,1-1 0 0 0,-3 7 0 0 0,-15 48 361 0 0,13-48-247 0 0,-5 6-13 0 0,-1-4 73 0 0,-64 73 689 0 0,72-84-821 0 0,-5 6-43 0 0,-4 1 232 0 0,12-10-261 0 0,0 1-1 0 0,-1-1 1 0 0,1 0-1 0 0,0 0 1 0 0,-1 1-1 0 0,1-1 1 0 0,0 0-1 0 0,0 1 1 0 0,-1-1-1 0 0,1 0 1 0 0,0 0 0 0 0,0 1-1 0 0,0-1 1 0 0,0 1-1 0 0,-1-1 1 0 0,1 0-1 0 0,0 1 1 0 0,0-1-1 0 0,0 0 1 0 0,0 1-1 0 0,0-1 1 0 0,0 1 0 0 0,0-1-1 0 0,0 0 1 0 0,0 1-1 0 0,0-1 1 0 0,0 0-1 0 0,0 1 1 0 0,0-1-1 0 0,0 1 1 0 0,0-1-1 0 0,1 1 1 0 0,13-1 24 0 0,33-14-212 0 0,-32 9 130 0 0,70-21-942 0 0,145-45-2346 0 0,-78 20-2888 0 0,-113 38 1839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86 2680 0 0,'0'0'9531'0'0,"-2"-3"-9344"0"0,0-2-54 0 0,1 0 0 0 0,-1 0 0 0 0,1 0 0 0 0,0 0 0 0 0,0 0 0 0 0,1-8 0 0 0,0 8 142 0 0,12-16-201 0 0,-8 19-37 0 0,11-7 51 0 0,-12 7-72 0 0,3 2-31 0 0,30 5 13 0 0,-30-1 5 0 0,-3 0-3 0 0,1-1-2 0 0,0 0-1 0 0,0 0 0 0 0,0 0 0 0 0,0 1 1 0 0,-1-1-1 0 0,1 1 0 0 0,-1 0 0 0 0,0 0 1 0 0,0 0-1 0 0,-1 1 0 0 0,1-1 1 0 0,-1 1-1 0 0,3 7 0 0 0,10 46-39 0 0,-15-58 46 0 0,2 10 1 0 0,-1 0-1 0 0,0 0 0 0 0,-1 0 0 0 0,-1 0 1 0 0,-1 12-1 0 0,1-15-2 0 0,-1 6 4 0 0,-6 21-14 0 0,-7 5-6 0 0,-7 3 30 0 0,4-15-4 0 0,-16 18-5 0 0,28-41-8 0 0,-30 26-117 0 0,32-27 103 0 0,1-1-48 0 0,-20 9-537 0 0,18-11 401 0 0,-15-1 22 0 0,15 1-1 0 0,5-1-11 0 0,0 1 182 0 0,0 0 1 0 0,0-1-1 0 0,0 1 0 0 0,0 0 0 0 0,0-1 0 0 0,0 1 0 0 0,0 0 0 0 0,0-1 1 0 0,0 1-1 0 0,0 0 0 0 0,0-1 0 0 0,-1 1 0 0 0,1 0 0 0 0,0-1 1 0 0,0 1-1 0 0,0 0 0 0 0,-1 0 0 0 0,1-1 0 0 0,0 1 0 0 0,0 0 0 0 0,-1 0 1 0 0,1-1-1 0 0,0 1 0 0 0,0 0 0 0 0,-1 0 0 0 0,1 0 0 0 0,0 0 1 0 0,-1-1-1 0 0,1 1 0 0 0,0 0 0 0 0,-1 0 0 0 0,0 0-14 0 0,1 0-1 0 0,-1-1 1 0 0,1 1 0 0 0,-1 0-1 0 0,1-1 1 0 0,-1 1 0 0 0,0-1-1 0 0,1 1 1 0 0,-1 0 0 0 0,1-1-1 0 0,0 1 1 0 0,-1-1 0 0 0,1 1-1 0 0,-1-1 1 0 0,1 1 0 0 0,0-1-1 0 0,-1 0 1 0 0,1 1 0 0 0,0-1-1 0 0,0 1 1 0 0,-1-1 0 0 0,1 0-1 0 0,0 1 1 0 0,0-1 0 0 0,0 0-1 0 0,0 1 1 0 0,0-1 0 0 0,0 0-1 0 0,0 1 1 0 0,0-2 0 0 0,5-55-341 0 0,-4 51 292 0 0,0 2-2 0 0,21-40-78 0 0,-19 40 162 0 0,1 2 27 0 0,12-7 20 0 0,-12 7 74 0 0,2 2-48 0 0,19 0 0 0 0,-19 0 21 0 0,-1 2-1 0 0,49 25 43 0 0,66 29-760 0 0,-116-54 332 0 0,2-1-68 0 0,16 4-145 0 0,-17-3 21 0 0,1-2-64 0 0,15 1-56 0 0,-16-1-133 0 0,-4-1-366 0 0,1 1 896 0 0,0-1 0 0 0,-1 0 0 0 0,1 0 0 0 0,0 1 0 0 0,0-1 0 0 0,-1 1 0 0 0,1-1 0 0 0,0 1 0 0 0,0 0 0 0 0,0 0 0 0 0,3 0 0 0 0,-2 0-382 0 0,3-2-2791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0 2676 0 0,'0'0'3539'0'0,"-6"1"-2903"0"0,-15 2-64 0 0,16-2 498 0 0,5 0-1011 0 0,-1 1-1 0 0,1-1 1 0 0,0 0-1 0 0,-1 1 0 0 0,0-1 1 0 0,1 0-1 0 0,-1 0 0 0 0,0 0 1 0 0,1 1-1 0 0,-1-1 0 0 0,0 0 1 0 0,-2 1-1 0 0,2 0 44 0 0,-2 2 470 0 0,2 1-314 0 0,-5 13-36 0 0,4-13 314 0 0,2 0-441 0 0,0 17 48 0 0,0-17 169 0 0,2-1-170 0 0,0 1-17 0 0,1 0 0 0 0,0 0-1 0 0,0-1 1 0 0,0 1 0 0 0,6 5-1 0 0,-6-7 172 0 0,2-1-159 0 0,12 6-6 0 0,-12-6 2 0 0,-1-1-1 0 0,12 6-19 0 0,-12-5 6 0 0,19 4-11 0 0,-18-4 12 0 0,0-1 40 0 0,13 6 6 0 0,-13-5-14 0 0,-1 0 12 0 0,37 21 626 0 0,-37-21-628 0 0,-4 0-137 0 0,1 0 1 0 0,0-1-1 0 0,0 1 0 0 0,0-1 0 0 0,0 0 0 0 0,0 1 0 0 0,0-1 0 0 0,0 0 0 0 0,1 0 0 0 0,-1 1 0 0 0,2 0 0 0 0,-3-2-13 0 0,3 4 60 0 0,-1 0 71 0 0,3 11 7 0 0,-3-11-26 0 0,-2 0-47 0 0,0 42 256 0 0,0-41-271 0 0,-2 0 5 0 0,-1 2-145 0 0,-1 0 1 0 0,1 0 0 0 0,-1-1 0 0 0,0 0 0 0 0,-1 1 0 0 0,0-1 0 0 0,0-1-1 0 0,0 1 1 0 0,0-1 0 0 0,-1 0 0 0 0,0 0 0 0 0,0-1 0 0 0,-1 1 0 0 0,1-1 0 0 0,-1-1-1 0 0,0 1 1 0 0,1-1 0 0 0,-11 3 0 0 0,13-5-556 0 0,-2-1-67 0 0,6 0 697 0 0,-6 1-380 0 0,1-1 0 0 0,-1 0 1 0 0,0 0-1 0 0,1 0 0 0 0,-1 0 0 0 0,1-1 1 0 0,-1 0-1 0 0,-7-3 0 0 0,10 3-46 0 0,0 0-1 0 0,0-1 1 0 0,0 1 0 0 0,0-1 0 0 0,1 0-1 0 0,-1 0 1 0 0,0 0 0 0 0,1 0-1 0 0,0 0 1 0 0,-1-1 0 0 0,1 1 0 0 0,0-1-1 0 0,0 1 1 0 0,-2-5 0 0 0,-7-13-3451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0 152 3524 0 0,'24'-40'4421'0'0,"-21"36"-3757"0"0,1 1-55 0 0,9-7-301 0 0,1 1 0 0 0,1 1 0 0 0,-1 0 0 0 0,1 1 0 0 0,1 0 0 0 0,-1 1 0 0 0,19-4 0 0 0,83-18-1312 0 0,-83 18-142 0 0,-8 8-3752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93 4624 0 0,'0'0'7470'0'0,"-5"-1"-6976"0"0,-12-3-69 0 0,13 2 845 0 0,5-2-1111 0 0,6-12 15 0 0,-5 12 83 0 0,2 1-179 0 0,79-42-63 0 0,-79 44-23 0 0,1-1-14 0 0,2 0-11 0 0,-2 0 30 0 0,0 1 0 0 0,1-1 0 0 0,-1 1-1 0 0,1 0 1 0 0,-1 0 0 0 0,7 0 0 0 0,-10 1-12 0 0,0 1 0 0 0,1-1 0 0 0,-1 0 0 0 0,0 1 0 0 0,0 0 0 0 0,0-1 0 0 0,0 1 0 0 0,0 0 0 0 0,0 0 0 0 0,0 0 0 0 0,0 0 0 0 0,0 0 0 0 0,0 0 1 0 0,-1 1-1 0 0,1-1 0 0 0,0 1 0 0 0,-1-1 0 0 0,1 1 0 0 0,-1 0 0 0 0,0-1 0 0 0,0 1 0 0 0,2 2 0 0 0,-1 0-32 0 0,-2 2-17 0 0,-1 16 45 0 0,0-16-5 0 0,-1 0 8 0 0,-4 11 7 0 0,-2 0 1 0 0,0-1 0 0 0,-1 0-1 0 0,0 0 1 0 0,-16 18 0 0 0,23-30 0 0 0,-1-1-22 0 0,2-2 31 0 0,0 0 1 0 0,0 0 0 0 0,0 0 0 0 0,0 0 0 0 0,1 0 0 0 0,-1 0 0 0 0,0 0 0 0 0,0 0 0 0 0,0 0 0 0 0,1 0 0 0 0,-1 0 0 0 0,1 1 0 0 0,-1 1 0 0 0,12 11-80 0 0,-7-10 86 0 0,2-4-50 0 0,17 1 50 0 0,-17-1-1 0 0,-1 1-11 0 0,16 1 21 0 0,-1 0-1 0 0,1 1 1 0 0,-1 2-1 0 0,23 7 1 0 0,-37-10 9 0 0,1 1 1 0 0,-1 0-1 0 0,0 0 1 0 0,0 0-1 0 0,0 1 1 0 0,-1-1-1 0 0,1 1 1 0 0,-1 1-1 0 0,0-1 1 0 0,0 1-1 0 0,0 0 1 0 0,-1 0-1 0 0,0 1 1 0 0,0-1-1 0 0,0 1 1 0 0,6 11-1 0 0,-9-13 7 0 0,1 1-5 0 0,2 17 6 0 0,-3-17 0 0 0,0 0-9 0 0,-6 43 244 0 0,4-43-281 0 0,-2-1 14 0 0,0 1-1 0 0,-1 0 1 0 0,0 0-1 0 0,0 0 1 0 0,0 0 0 0 0,-1-1-1 0 0,0 0 1 0 0,0 0-1 0 0,0 0 1 0 0,0-1-1 0 0,-9 5 1 0 0,-38 10-53 0 0,33-14-9 0 0,-4-2-57 0 0,19-2 86 0 0,2 0 32 0 0,-7 0-179 0 0,1 0 0 0 0,0 0 0 0 0,-1-1 0 0 0,1 0 0 0 0,-1-1 0 0 0,1 1 0 0 0,0-2-1 0 0,0 1 1 0 0,-15-8 0 0 0,17 6-59 0 0,0 0 1 0 0,1 0-1 0 0,0-1 0 0 0,0 0 1 0 0,0 0-1 0 0,0 0 0 0 0,1 0 1 0 0,-7-11-1 0 0,10 12 1 0 0,-1 0 1 0 0,0 0 0 0 0,1 0-1 0 0,0 0 1 0 0,0-1 0 0 0,0 1-1 0 0,0 0 1 0 0,1 0-1 0 0,0-1 1 0 0,0 1 0 0 0,0 0-1 0 0,0-1 1 0 0,1 1-1 0 0,-1 0 1 0 0,1-1 0 0 0,0 1-1 0 0,3-7 1 0 0,24-45-3553 0 0,-25 50 854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63 3276 0 0,'0'0'3782'0'0,"4"-1"-3171"0"0,1-1-349 0 0,3-1-132 0 0,1 2 3023 0 0,4-21-2463 0 0,19-2-512 0 0,-28 23-160 0 0,0 0-3 0 0,45-6 58 0 0,-43 7-83 0 0,-1 2 9 0 0,-1-1 17 0 0,0 1 0 0 0,0 0 0 0 0,0 1-1 0 0,0-1 1 0 0,0 1 0 0 0,0 0 0 0 0,-1 0 0 0 0,0 0 0 0 0,1 0 0 0 0,-1 0-1 0 0,0 1 1 0 0,-1 0 0 0 0,1-1 0 0 0,-1 1 0 0 0,1 0 0 0 0,2 9-1 0 0,-2-4 56 0 0,-1 0-1 0 0,-1 0 0 0 0,0 1 0 0 0,0-1 0 0 0,-1 1 0 0 0,0-1 0 0 0,-1 1 0 0 0,0-1 0 0 0,0 1 0 0 0,-1-1 0 0 0,0 0 0 0 0,-1 1 0 0 0,-3 8 0 0 0,-7 12 521 0 0,0-1 1 0 0,-33 50-1 0 0,38-66-389 0 0,6-10 11 0 0,0 1-17 0 0,2-4-173 0 0,-1 0 0 0 0,1 1 0 0 0,-1-1-1 0 0,1 1 1 0 0,0-1 0 0 0,-1 1 0 0 0,1-1 0 0 0,0 1 0 0 0,0 0 0 0 0,-1-1-1 0 0,1 1 1 0 0,0-1 0 0 0,0 1 0 0 0,0-1 0 0 0,0 1 0 0 0,-1 0-1 0 0,1-1 1 0 0,0 1 0 0 0,0-1 0 0 0,0 1 0 0 0,0 0 0 0 0,1-1-1 0 0,-1 1 1 0 0,0 0 0 0 0,0-1 0 0 0,0 1 0 0 0,0-1 0 0 0,1 1 0 0 0,-1-1-1 0 0,0 1 1 0 0,0-1 0 0 0,1 1 0 0 0,-1-1 0 0 0,1 1 0 0 0,-1-1-1 0 0,0 1 1 0 0,1-1 0 0 0,-1 1 0 0 0,1-1 0 0 0,-1 1 0 0 0,1-1-1 0 0,-1 0 1 0 0,1 0 0 0 0,-1 1 0 0 0,1-1 0 0 0,-1 0 0 0 0,1 0-1 0 0,0 1 1 0 0,-1-1 0 0 0,1 0 0 0 0,-1 0 0 0 0,1 0 0 0 0,0 0 0 0 0,-1 0-1 0 0,1 0 1 0 0,-1 0 0 0 0,1 0 0 0 0,1 0 0 0 0,41-6-103 0 0,381-109-5272 0 0,-318 71-926 0 0,-77 31 868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229 144 3088 0 0,'4'-5'516'0'0,"0"-1"0"0"0,0 0 0 0 0,0 0 0 0 0,-1 0-1 0 0,0 0 1 0 0,0-1 0 0 0,0 1 0 0 0,-1-1 0 0 0,0 0-1 0 0,-1 0 1 0 0,1 1 0 0 0,-1-1 0 0 0,-1 0 0 0 0,1 0-1 0 0,-1 0 1 0 0,-1-13 0 0 0,0 16-378 0 0,0 3-124 0 0,1 0-1 0 0,-1 0 1 0 0,1 0-1 0 0,-1 0 1 0 0,0 1-1 0 0,1-1 1 0 0,-1 0-1 0 0,0 0 1 0 0,0 1 0 0 0,1-1-1 0 0,-1 1 1 0 0,0-1-1 0 0,0 1 1 0 0,0-1-1 0 0,0 1 1 0 0,0-1-1 0 0,0 1 1 0 0,0 0 0 0 0,0-1-1 0 0,0 1 1 0 0,0 0-1 0 0,0 0 1 0 0,-1 0-1 0 0,-23-4 303 0 0,11 5-198 0 0,-1 0 1 0 0,0 1 0 0 0,1 0-1 0 0,0 1 1 0 0,-1 1-1 0 0,1 0 1 0 0,0 1 0 0 0,-20 11-1 0 0,30-15-113 0 0,0 1-1 0 0,0-1 0 0 0,0 1 0 0 0,1 0 1 0 0,-1 0-1 0 0,0 1 0 0 0,1-1 0 0 0,0 1 1 0 0,-1 0-1 0 0,1 0 0 0 0,0 0 0 0 0,1 0 1 0 0,-1 0-1 0 0,0 1 0 0 0,1-1 0 0 0,0 1 1 0 0,0 0-1 0 0,0-1 0 0 0,0 1 0 0 0,1 0 1 0 0,-1 0-1 0 0,1 0 0 0 0,0 0 0 0 0,0 1 1 0 0,0-1-1 0 0,1 0 0 0 0,0 0 0 0 0,0 1 1 0 0,0-1-1 0 0,0 5 0 0 0,2 0 6 0 0,0-4-10 0 0,-1-1 0 0 0,1 1 0 0 0,0 0 1 0 0,0-1-1 0 0,1 0 0 0 0,-1 1 0 0 0,1-1 1 0 0,0 0-1 0 0,0 0 0 0 0,0-1 0 0 0,1 1 0 0 0,-1 0 1 0 0,7 3-1 0 0,-4-2 2 0 0,18 16-68 0 0,47 32 0 0 0,-40-31 89 0 0,27 18 63 0 0,-34-21-82 0 0,20 17-24 0 0,-41-33 2 0 0,-2-1 16 0 0,0-1 0 0 0,-1 1 0 0 0,1-1 0 0 0,0 1 0 0 0,0-1 0 0 0,0 1 0 0 0,0-1 0 0 0,0 0 0 0 0,0 0 0 0 0,0 1 0 0 0,1-1 0 0 0,0 1 0 0 0,-1-2 0 0 0,2 4-3 0 0,0 7 46 0 0,-2-11-38 0 0,-1 0 0 0 0,0 1 1 0 0,1-1-1 0 0,-1 0 0 0 0,0 1 1 0 0,1-1-1 0 0,-1 1 0 0 0,0-1 1 0 0,0 1-1 0 0,1-1 0 0 0,-1 1 1 0 0,0-1-1 0 0,0 1 0 0 0,0-1 1 0 0,0 1-1 0 0,0-1 0 0 0,0 1 1 0 0,0-1-1 0 0,0 1 0 0 0,0-1 1 0 0,0 1-1 0 0,0-1 0 0 0,0 1 1 0 0,0-1-1 0 0,0 1 0 0 0,0-1 1 0 0,0 1-1 0 0,-1-1 0 0 0,1 1 1 0 0,0-1-1 0 0,0 0 0 0 0,-1 1 1 0 0,-1 2 3 0 0,0 0 0 0 0,0 0 0 0 0,0-1 0 0 0,0 1 0 0 0,-1-1 0 0 0,1 0 0 0 0,-1 0 0 0 0,1 0 0 0 0,-4 2 0 0 0,2-2-1 0 0,-1 0-6 0 0,-14 3 5 0 0,14-4 10 0 0,-1 0 24 0 0,-16 0 80 0 0,17-1-101 0 0,-1-1-39 0 0,-18-1-1 0 0,19 2 2 0 0,-1-2 19 0 0,-31-10-29 0 0,32 9 19 0 0,-3-4-25 0 0,5 4 4 0 0,0 0 0 0 0,-1 0-1 0 0,1 0 1 0 0,0-1 0 0 0,0 1 0 0 0,1-1 0 0 0,-1 0-1 0 0,1 0 1 0 0,0 0 0 0 0,0 0 0 0 0,0 0 0 0 0,1 0 0 0 0,-1 0-1 0 0,1-1 1 0 0,0 1 0 0 0,0 0 0 0 0,0-8 0 0 0,1 7-49 0 0,1-1-1 0 0,-1 0 1 0 0,1 1 0 0 0,0-1 0 0 0,1 1 0 0 0,-1-1-1 0 0,1 1 1 0 0,0 0 0 0 0,1-1 0 0 0,-1 1 0 0 0,1 0 0 0 0,0 0-1 0 0,0 1 1 0 0,1-1 0 0 0,6-6 0 0 0,11-11-584 0 0,2 1 0 0 0,0 0 0 0 0,1 2 0 0 0,54-31 0 0 0,-23 19-246 0 0,88-34 1 0 0,-139 63 881 0 0,1 0 28 0 0,41-15 153 0 0,-41 15 555 0 0,0 2-526 0 0,19-2 744 0 0,-23 7-812 0 0,0 16-45 0 0,-1-16 76 0 0,-2 1 38 0 0,-43 123 1106 0 0,42-117-1204 0 0,-1 0 0 0 0,2 0 0 0 0,-2 14 0 0 0,3-21-31 0 0,1 1-16 0 0,1 19-4 0 0,0-19-6 0 0,0-4-23 0 0,0 0-1 0 0,0-1 1 0 0,0 1 0 0 0,0 0 0 0 0,0 0 0 0 0,-1-1-1 0 0,1 1 1 0 0,-1 0 0 0 0,1 0 0 0 0,-1 3 0 0 0,2 0 20 0 0,-1-5-22 0 0,-1 0-1 0 0,1 0 1 0 0,-1 0-1 0 0,1 0 1 0 0,-1 1-1 0 0,1-1 1 0 0,-1 0-1 0 0,1 0 1 0 0,-1 0-1 0 0,1 1 1 0 0,-1-1-1 0 0,1 0 1 0 0,-1 0-1 0 0,0 1 1 0 0,1-1-1 0 0,-1 0 1 0 0,0 1-1 0 0,1-1 1 0 0,-1 0-1 0 0,0 1 1 0 0,1-1-1 0 0,-1 1 1 0 0,0-1-1 0 0,1 1 1 0 0,13 12 57 0 0,1-5-56 0 0,-11-6 17 0 0,2-2 74 0 0,-2 0-62 0 0,1 0 0 0 0,0 0 0 0 0,0 0 0 0 0,0-1 0 0 0,-1 1 0 0 0,1-1 0 0 0,0 0 0 0 0,-1-1 0 0 0,1 1 0 0 0,-1-1 0 0 0,1 0 0 0 0,-1 0 0 0 0,0 0 0 0 0,1-1 0 0 0,-1 1 0 0 0,-1-1 0 0 0,1 0 0 0 0,0 0 0 0 0,-1-1-1 0 0,1 1 1 0 0,-1-1 0 0 0,0 1 0 0 0,0-1 0 0 0,0 0 0 0 0,-1 0 0 0 0,0 0 0 0 0,4-9 0 0 0,15-44 33 0 0,-16 38-209 0 0,-2 0 3 0 0,-2 3-81 0 0,-4-47-793 0 0,2 59 793 0 0,0-1 0 0 0,-1 0-1 0 0,1 0 1 0 0,-1 0-1 0 0,0 1 1 0 0,0-1 0 0 0,0 1-1 0 0,-1 0 1 0 0,1 0 0 0 0,-7-7-1 0 0,7 7 22 0 0,1 2 85 0 0,0 1 1 0 0,0 0-1 0 0,0-1 1 0 0,0 1-1 0 0,-1 0 1 0 0,1-1-1 0 0,0 1 1 0 0,0 0-1 0 0,-1 0 0 0 0,1 0 1 0 0,-1 0-1 0 0,1 0 1 0 0,-1 0-1 0 0,1 1 1 0 0,-1-1-1 0 0,-2 0 1 0 0,-1-1-312 0 0,-6-3-1750 0 0,-20-5-1520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0 3632 0 0,'0'0'6662'0'0,"0"5"-6360"0"0,0 13-75 0 0,-1-1 0 0 0,-1 0 0 0 0,0 1-1 0 0,-2-1 1 0 0,0 0 0 0 0,-11 29 0 0 0,11-32-182 0 0,-69 175 400 0 0,70-181-422 0 0,-3 6 11 0 0,-15 32 15 0 0,19-43-14 0 0,6 0-27 0 0,-1-2-7 0 0,0 1 0 0 0,0 0-1 0 0,1-1 1 0 0,-1 1 0 0 0,1-1 0 0 0,-1 0-1 0 0,1 0 1 0 0,0-1 0 0 0,-1 1 0 0 0,1-1-1 0 0,0 1 1 0 0,-1-1 0 0 0,1-1 0 0 0,0 1-1 0 0,-1 0 1 0 0,1-1 0 0 0,4-1 0 0 0,211-35-222 0 0,-173 28 211 0 0,-37 6 8 0 0,1 1 3 0 0,-1-1 0 0 0,0 0 0 0 0,0 0 0 0 0,0-1 0 0 0,-1 0 0 0 0,1-1 0 0 0,-1 0 0 0 0,0 0 0 0 0,0 0 0 0 0,8-9 0 0 0,-12 11 55 0 0,-3-2-42 0 0,6-12-5 0 0,-5 13 5 0 0,-2-2 1 0 0,-1-16 23 0 0,0 17 8 0 0,0 1 5 0 0,-4-14-13 0 0,4 14-3 0 0,0 0 27 0 0,-5-13 20 0 0,5 13 103 0 0,-1 0-119 0 0,2 4-60 0 0,0-1 1 0 0,-1-1-1 0 0,1 1 1 0 0,-1-1 0 0 0,1 1-1 0 0,-1-1 1 0 0,1 1 0 0 0,-1-1-1 0 0,0 1 1 0 0,1 0 0 0 0,-1 0-1 0 0,-2-3 105 0 0,1 5-104 0 0,0-1 1 0 0,0 0-1 0 0,0 1 1 0 0,0-1-1 0 0,1 1 0 0 0,-1 0 1 0 0,0 0-1 0 0,0-1 1 0 0,-3 3-1 0 0,5-2-6 0 0,0-1-1 0 0,-1 0 1 0 0,1 0 0 0 0,0 0 0 0 0,-1 0-1 0 0,1 0 1 0 0,0 0 0 0 0,0 0 0 0 0,-1 1-1 0 0,1-1 1 0 0,0 0 0 0 0,0 0 0 0 0,-1 0-1 0 0,1 1 1 0 0,0-1 0 0 0,0 0 0 0 0,0 0 0 0 0,-1 1-1 0 0,1-1 1 0 0,0 0 0 0 0,0 0 0 0 0,0 1-1 0 0,0-1 1 0 0,0 0 0 0 0,-1 1 0 0 0,1-1-1 0 0,0 0 1 0 0,0 1 0 0 0,0-1 0 0 0,-26 96-94 0 0,-25 183 0 0 0,28-134-870 0 0,20-127 505 0 0,0 2 204 0 0,2-1-226 0 0,0 4-18 0 0,1-18-136 0 0,0 2-196 0 0,1 19-229 0 0,0-19-163 0 0,11 14-5767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123 104 3608 0 0,'0'0'1324'0'0,"1"-4"-193"0"0,5-14-195 0 0,-5 14 1802 0 0,-1-1-2237 0 0,0 1-301 0 0,0 0-1 0 0,0 0 1 0 0,-1 0-1 0 0,0 1 1 0 0,0-1 0 0 0,0 0-1 0 0,0 1 1 0 0,0-1-1 0 0,-3-3 1 0 0,2 4 240 0 0,-2 5-296 0 0,-3 1-25 0 0,1 1 1 0 0,0 0 0 0 0,0 0-1 0 0,0 1 1 0 0,1-1 0 0 0,-1 1-1 0 0,1 1 1 0 0,0-1 0 0 0,1 1-1 0 0,-6 8 1 0 0,2-2-6 0 0,2 1 0 0 0,0 0 0 0 0,0 0 0 0 0,1 0-1 0 0,1 1 1 0 0,0-1 0 0 0,1 1 0 0 0,1 0 0 0 0,0 0 0 0 0,0 20 0 0 0,2-22-88 0 0,1-1 0 0 0,0 1 0 0 0,1-1 0 0 0,1 1-1 0 0,0-1 1 0 0,0 0 0 0 0,1 0 0 0 0,1 0 0 0 0,-1-1 0 0 0,11 16 0 0 0,-13-23-32 0 0,1 0 0 0 0,-1 0-1 0 0,1 0 1 0 0,0 0 0 0 0,0-1 0 0 0,0 1-1 0 0,0-1 1 0 0,6 4 0 0 0,-3-3 0 0 0,-2 0-3 0 0,1-1 18 0 0,17 5-17 0 0,-16-5 11 0 0,0-2 3 0 0,3 0 10 0 0,-1 0 0 0 0,0 0 0 0 0,1-1 0 0 0,-1 0-1 0 0,0-1 1 0 0,0 0 0 0 0,0 0 0 0 0,0-1 0 0 0,9-4 0 0 0,31-27 147 0 0,-40 27-145 0 0,-1-1-1 0 0,0 0 0 0 0,0 0 1 0 0,-1 0-1 0 0,0-1 0 0 0,0 0 0 0 0,-1 0 1 0 0,0-1-1 0 0,-1 1 0 0 0,0-1 1 0 0,-1 0-1 0 0,0 0 0 0 0,0 0 0 0 0,2-20 1 0 0,-4 23-21 0 0,1-2-34 0 0,-1-1 0 0 0,0 1-1 0 0,-1-1 1 0 0,0 0 0 0 0,0 1-1 0 0,-3-11 1 0 0,2 12-3 0 0,0-6-178 0 0,-2-6 55 0 0,-4 2-205 0 0,5 12 191 0 0,0-2-39 0 0,-1 1 1 0 0,0-1-1 0 0,0 1 0 0 0,-5-9 1 0 0,6 13-25 0 0,0 1 1 0 0,1-1-1 0 0,-1 1 1 0 0,0 0-1 0 0,0-1 0 0 0,0 1 1 0 0,0 0-1 0 0,0 1 1 0 0,-1-1-1 0 0,1 0 1 0 0,-1 1-1 0 0,1-1 1 0 0,-1 1-1 0 0,0 0 1 0 0,1-1-1 0 0,-1 1 1 0 0,0 1-1 0 0,0-1 1 0 0,-3 0-1 0 0,0-1-300 0 0,-4 0-64 0 0,-7 4-2628 0 0,-15 2-1446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263 136 2760 0 0,'3'-7'745'0'0,"0"0"0"0"0,0 0-1 0 0,-1 0 1 0 0,0 0 0 0 0,0-1 0 0 0,0 1-1 0 0,-1-1 1 0 0,0-10 0 0 0,-1 13 184 0 0,-2 0-543 0 0,-5-14-29 0 0,5 15-34 0 0,2 4-310 0 0,0 0 1 0 0,-1 0-1 0 0,1 0 0 0 0,0 0 1 0 0,-1-1-1 0 0,1 1 1 0 0,-1 0-1 0 0,1 0 1 0 0,0 0-1 0 0,-1 0 0 0 0,1 0 1 0 0,0-1-1 0 0,0 1 1 0 0,-1 0-1 0 0,1 0 1 0 0,0 0-1 0 0,-1-1 0 0 0,1 1 1 0 0,0 0-1 0 0,0-1 1 0 0,-1 1-1 0 0,1 0 0 0 0,0 0 1 0 0,0-1-1 0 0,0 1 1 0 0,0 0-1 0 0,-1-1 1 0 0,1 1-1 0 0,0-1 0 0 0,0 0 15 0 0,-1 0 0 0 0,1 0 0 0 0,-1 1 0 0 0,1-1 0 0 0,-1 0 0 0 0,1 0 0 0 0,-1 0 0 0 0,0 1-1 0 0,1-1 1 0 0,-1 0 0 0 0,0 1 0 0 0,0-1 0 0 0,1 1 0 0 0,-1-1 0 0 0,0 1 0 0 0,0-1 0 0 0,-1 0-1 0 0,-5-1 23 0 0,-1 1 0 0 0,1-1 0 0 0,0 1 0 0 0,0 1 0 0 0,-1-1 0 0 0,1 1 0 0 0,0 1 0 0 0,-1-1 0 0 0,1 1 0 0 0,0 0 0 0 0,-1 1 0 0 0,1 0-1 0 0,0 0 1 0 0,0 0 0 0 0,1 1 0 0 0,-1 0 0 0 0,0 1 0 0 0,1-1 0 0 0,0 1 0 0 0,0 1 0 0 0,0-1 0 0 0,0 1 0 0 0,-5 5 0 0 0,-14 14-21 0 0,9-6 0 0 0,1 7-9 0 0,6-4-6 0 0,7-16 1 0 0,0 0-24 0 0,-9 31 19 0 0,11-29-15 0 0,1-1 1 0 0,-1-2-5 0 0,1 2-40 0 0,0 0 29 0 0,1-1 0 0 0,-1 1 0 0 0,2 0 0 0 0,-1 0 0 0 0,5 7 1 0 0,-5-10-21 0 0,2-1-58 0 0,11 4 35 0 0,-11-4-2 0 0,1-3-74 0 0,19-1 116 0 0,-18 2 8 0 0,2-6-15 0 0,-1 6 24 0 0,28-23-69 0 0,-24 14 102 0 0,0 0 0 0 0,-1-1 0 0 0,0 0 1 0 0,13-18-1 0 0,-6 8 75 0 0,-15 17-41 0 0,1-1 11 0 0,9-13 3 0 0,-10 13 73 0 0,1 1-100 0 0,10-15 630 0 0,-8 20-516 0 0,12 4 6 0 0,-13-4-7 0 0,-2 4-4 0 0,5 46 130 0 0,-3-1 0 0 0,-2 97 1 0 0,-3-96-458 0 0,3 10-1142 0 0,-2-55 692 0 0,1-2-84 0 0,2 14-91 0 0,-2-14-83 0 0,2-1-1498 0 0,4 9 1373 0 0,-3-8-2260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93 2080 0 0,'1'-5'1250'0'0,"14"-40"2057"0"0,-14 41-2723 0 0,10-17 807 0 0,5 6-7 0 0,-12 15-1108 0 0,-1-1-214 0 0,0 0 1 0 0,0 1-1 0 0,0 0 0 0 0,0-1 0 0 0,0 1 0 0 0,0 1 1 0 0,1-1-1 0 0,-1 0 0 0 0,0 1 0 0 0,0-1 0 0 0,0 1 1 0 0,-1 0-1 0 0,1 0 0 0 0,0 0 0 0 0,0 1 0 0 0,0-1 0 0 0,-1 1 1 0 0,1-1-1 0 0,-1 1 0 0 0,1 0 0 0 0,-1 0 0 0 0,0 0 1 0 0,1 0-1 0 0,-1 0 0 0 0,2 4 0 0 0,1 2-1 0 0,-2 0 0 0 0,1 0 0 0 0,-1 1 0 0 0,0-1 0 0 0,-1 1 0 0 0,0 0 0 0 0,-1 0 0 0 0,1 0-1 0 0,-2-1 1 0 0,1 1 0 0 0,-1 0 0 0 0,-1 0 0 0 0,1 0 0 0 0,-2 0 0 0 0,1 0 0 0 0,-1 0 0 0 0,-6 16 0 0 0,-17 39 430 0 0,17-46-304 0 0,1-5-114 0 0,-3 2 101 0 0,-38 49 534 0 0,45-61-625 0 0,2-3-55 0 0,1 1-1 0 0,-1-1 1 0 0,0 1-1 0 0,1-1 1 0 0,-1 1-1 0 0,0 0 1 0 0,1-1-1 0 0,-1 1 1 0 0,1 0-1 0 0,-1-1 1 0 0,1 1-1 0 0,-1 0 1 0 0,1 0-1 0 0,0-1 1 0 0,-1 1-1 0 0,1 0 1 0 0,0 0-1 0 0,0 0 1 0 0,0-1-1 0 0,-1 1 1 0 0,1 0 0 0 0,0 0-1 0 0,0 0 1 0 0,0 1-1 0 0,16-4-233 0 0,-1-1 0 0 0,-1 0 0 0 0,1-2 0 0 0,0 0 0 0 0,-1 0 0 0 0,0-1 0 0 0,16-10 0 0 0,13-4-586 0 0,214-82-7592 0 0,-212 88 3858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0.5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 3492 0 0,'0'0'4425'0'0,"-26"4"-5321"0"0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7:45.8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 2580 0 0,'0'0'1510'0'0,"4"0"-296"0"0,14 4-286 0 0,-14-3 2318 0 0,-8 0-3311 0 0,2 1-2 0 0,-15 6-536 0 0,13-7-2493 0 0,-13 3 1011 0 0,12-2-1437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8:01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1368 0 0,'0'0'772'0'0,"-11"20"-108"0"0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0:18:28.2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84 3556 0 0,'0'0'3372'0'0,"0"-5"-2533"0"0,-2-20 4587 0 0,2 30-5124 0 0,-1 9-173 0 0,2 1-1 0 0,0-1 1 0 0,0 0 0 0 0,1 0-1 0 0,1 0 1 0 0,0 0 0 0 0,1-1-1 0 0,0 1 1 0 0,1-1 0 0 0,1 0-1 0 0,0 0 1 0 0,15 21-1 0 0,30 17-126 0 0,-48-49-5 0 0,2 0 29 0 0,15 7-37 0 0,-15-7-27 0 0,1-1 81 0 0,-2-1-38 0 0,0 0 1 0 0,0 0-1 0 0,0 0 0 0 0,0 0 0 0 0,0-1 1 0 0,0 1-1 0 0,0-1 0 0 0,0 0 1 0 0,0-1-1 0 0,0 1 0 0 0,0 0 0 0 0,-1-1 1 0 0,1 0-1 0 0,3-3 0 0 0,-2 2-4 0 0,-1-2-1 0 0,0 1 1 0 0,0 0-1 0 0,-1-1 1 0 0,1 0-1 0 0,-1 1 1 0 0,0-1-1 0 0,0-1 1 0 0,-1 1-1 0 0,1 0 1 0 0,1-8-1 0 0,4-14-82 0 0,-1 0 0 0 0,5-36 0 0 0,-11 58 44 0 0,-1-1 18 0 0,1-19 8 0 0,-1 18-4 0 0,0 2 4 0 0,-1-15 12 0 0,1 14 54 0 0,-1 1-39 0 0,-1-14 7 0 0,1 14 43 0 0,0 1-157 0 0,-2-13 144 0 0,2 13 37 0 0,0 9-64 0 0,0 15-12 0 0,0-1-1 0 0,1 1 0 0 0,2 0 0 0 0,0-1 0 0 0,1 1 0 0 0,7 27 0 0 0,0 3-56 0 0,19 63 104 0 0,2 16-37 0 0,-28-109-17 0 0,-1-1 0 0 0,-1 1 0 0 0,0 0 1 0 0,-2-1-1 0 0,-3 23 0 0 0,4-42-6 0 0,-1 12-1 0 0,-1 0 0 0 0,-1 0 0 0 0,0 0 0 0 0,-5 11 0 0 0,7-19 16 0 0,-1 0-1 0 0,0 0 1 0 0,-1 0 0 0 0,1 0 0 0 0,-1-1 0 0 0,1 1-1 0 0,-1-1 1 0 0,0 0 0 0 0,0 0 0 0 0,-1 0 0 0 0,1 0 0 0 0,0 0-1 0 0,-1-1 1 0 0,0 0 0 0 0,0 1 0 0 0,-4 0 0 0 0,-7 4 86 0 0,11-5-2 0 0,-2-2-17 0 0,-51 0 132 0 0,52 0-168 0 0,-1-1 8 0 0,2 0-46 0 0,-1 1 0 0 0,0-1 1 0 0,1 0-1 0 0,-1-1 0 0 0,1 1 1 0 0,0-1-1 0 0,-1 0 0 0 0,1 0 1 0 0,0 0-1 0 0,0-1 0 0 0,0 1 0 0 0,1-1 1 0 0,-1 0-1 0 0,0 0 0 0 0,1 0 1 0 0,0-1-1 0 0,0 1 0 0 0,0-1 1 0 0,-3-4-1 0 0,4 5-88 0 0,1-3 19 0 0,0 2 4 0 0,0-1-1 0 0,1 1 1 0 0,-1 0-1 0 0,1-1 1 0 0,0 1-1 0 0,0-1 0 0 0,1 1 1 0 0,-1-1-1 0 0,1 1 1 0 0,0-1-1 0 0,0 1 1 0 0,0 0-1 0 0,1 0 1 0 0,-1-1-1 0 0,1 1 1 0 0,0 0-1 0 0,5-6 1 0 0,-1 2-235 0 0,1 0 0 0 0,1 1 0 0 0,-1 0 1 0 0,1 0-1 0 0,0 1 0 0 0,1 0 0 0 0,0 0 0 0 0,9-4 0 0 0,-17 10 266 0 0,43-15-1935 0 0,3 3-4180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4:10.4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3032 0 0,'0'0'1196'0'0,"28"-3"-1188"0"0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4:39.9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30 2580 0 0,'0'0'1400'0'0,"-2"-3"-186"0"0,-1-1-945 0 0,-9-11 2190 0 0,4 7 3850 0 0,9 27-6178 0 0,1 1-1 0 0,7 30 1 0 0,4 38 11 0 0,-3-7-139 0 0,-10-77 14 0 0,1 2 1 0 0,5 43 0 0 0,-6-45 126 0 0,4-6-271 0 0,0-1 82 0 0,0-1 0 0 0,-1 0 0 0 0,1 0-1 0 0,-1 0 1 0 0,0 0 0 0 0,0-1 0 0 0,0 1 0 0 0,-1-1 0 0 0,1 0-1 0 0,2-8 1 0 0,-4 10-11 0 0,1-2 10 0 0,15-36-88 0 0,-15 38 89 0 0,-1 3-3 0 0,-1 0 46 0 0,0 0 1 0 0,1 0-1 0 0,-1-1 0 0 0,0 1 0 0 0,1 0 0 0 0,-1 0 1 0 0,0 0-1 0 0,0 0 0 0 0,1 0 0 0 0,-1 0 1 0 0,0-1-1 0 0,1 1 0 0 0,-1 0 0 0 0,0 0 0 0 0,0-1 1 0 0,1 1-1 0 0,-1 0 0 0 0,0 0 0 0 0,0-1 1 0 0,1 1-1 0 0,-1 0 0 0 0,0 0 0 0 0,0-1 0 0 0,0 1 1 0 0,0 0-1 0 0,0-1 0 0 0,1 1 0 0 0,-1 0 1 0 0,0-1-1 0 0,0 0 0 0 0,0 1 0 0 0,0-1 0 0 0,0 1 1 0 0,1-1-1 0 0,-1 1 0 0 0,0-1 0 0 0,0 1 1 0 0,1 0-1 0 0,-1-1 0 0 0,0 1 0 0 0,1-1 1 0 0,-1 1-1 0 0,0 0 0 0 0,1-1 0 0 0,-1 1 0 0 0,0 0 1 0 0,1-1-1 0 0,-1 1 0 0 0,1 0 0 0 0,-1 0 1 0 0,1-1-1 0 0,-1 1 0 0 0,1 0 0 0 0,-1 0 0 0 0,1 0 1 0 0,-1 0-1 0 0,1-1 0 0 0,-1 1 0 0 0,1 0 1 0 0,-1 0-1 0 0,1 0 0 0 0,-1 0 0 0 0,1 0 1 0 0,-1 0-1 0 0,1 1 0 0 0,0-1 0 0 0,2-1 2 0 0,-2 1 0 0 0,1 0 0 0 0,-1 0 1 0 0,0 0-1 0 0,1 0 0 0 0,-1 0 0 0 0,0 0 0 0 0,1 0 0 0 0,-1 0 1 0 0,0 0-1 0 0,1 0 0 0 0,-1 1 0 0 0,0-1 0 0 0,1 1 1 0 0,-1-1-1 0 0,0 1 0 0 0,0-1 0 0 0,0 1 0 0 0,1 0 0 0 0,0 1 1 0 0,99 76-100 0 0,-83-62 70 0 0,-15-14-9 0 0,-3-2 35 0 0,1 0 0 0 0,0 0 0 0 0,-1 1 0 0 0,1-1-1 0 0,0 0 1 0 0,-1 0 0 0 0,1 0 0 0 0,-1 0 0 0 0,1 1 0 0 0,0-1-1 0 0,-1 0 1 0 0,1 0 0 0 0,-1 1 0 0 0,1-1 0 0 0,-1 0 0 0 0,1 1-1 0 0,-1-1 1 0 0,1 1 0 0 0,-1-1 0 0 0,1 1 0 0 0,-1 0-1 0 0,16 11-192 0 0,1-5 112 0 0,-13-5 2 0 0,0 0-123 0 0,15 3 138 0 0,-14-4 18 0 0,18-7-114 0 0,-19 4 21 0 0,0 0 65 0 0,24-28-55 0 0,-26 26 108 0 0,-1 0-12 0 0,5-15 4 0 0,-5 14 2 0 0,0-1 7 0 0,1-19 9 0 0,-1 19 3 0 0,-2-1 6 0 0,1 6 4 0 0,-1-14-12 0 0,-1-1 0 0 0,0 0-1 0 0,-2 1 1 0 0,1 0-1 0 0,-2 0 1 0 0,-7-17-1 0 0,5 17 1 0 0,5 11-85 0 0,0 0-67 0 0,-9-12-49 0 0,9 12-39 0 0,-9-2-400 0 0,11 6 598 0 0,0-1 0 0 0,-1 1 0 0 0,1-1 0 0 0,-1 1 0 0 0,1-1 0 0 0,-1 1-1 0 0,1 0 1 0 0,-1-1 0 0 0,1 1 0 0 0,-1 0 0 0 0,0-1 0 0 0,1 1 0 0 0,-1 0 0 0 0,0 0 0 0 0,1 0 0 0 0,-1-1-1 0 0,1 1 1 0 0,-1 0 0 0 0,0 0 0 0 0,1 0 0 0 0,-1 0 0 0 0,0 0 0 0 0,1 0 0 0 0,-1 0 0 0 0,0 1 0 0 0,1-1 0 0 0,-1 0-1 0 0,0 0 1 0 0,1 0 0 0 0,-1 1 0 0 0,-4 1-376 0 0,1 0 0 0 0,0 0 0 0 0,-1 0 0 0 0,1 1 0 0 0,1 0 0 0 0,-1 0 0 0 0,-4 3 0 0 0,6-3-1648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4:40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0 3376 0 0,'0'0'7874'0'0,"-1"4"-7525"0"0,-5 14-39 0 0,5-14-41 0 0,1 2-24 0 0,18 94 669 0 0,-6-33-817 0 0,2-5-157 0 0,6 5-1734 0 0,-18-63 1230 0 0,8 17-6241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4:40.6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11 150 3576 0 0,'0'0'2309'0'0,"-3"-2"-1454"0"0,2 2-761 0 0,1 0 0 0 0,0 0 1 0 0,-1 0-1 0 0,1 0 0 0 0,0-1 1 0 0,-1 1-1 0 0,1 0 0 0 0,0 0 0 0 0,-1 0 1 0 0,1 0-1 0 0,0 0 0 0 0,-1-1 0 0 0,1 1 1 0 0,0 0-1 0 0,0 0 0 0 0,-1-1 0 0 0,1 1 1 0 0,0 0-1 0 0,0 0 0 0 0,-1-1 1 0 0,1 1-1 0 0,0 0 0 0 0,0 0 0 0 0,0-1 1 0 0,0 1-1 0 0,0 0 0 0 0,-1-1 0 0 0,1 1 1 0 0,0 0-1 0 0,0-1 0 0 0,0 1 0 0 0,0 0 1 0 0,0-1-1 0 0,0 1 0 0 0,0 0 1 0 0,0-1-1 0 0,0 1 0 0 0,0 0 0 0 0,0-1 1 0 0,0 1-1 0 0,1-1 0 0 0,15-10 1072 0 0,42-9-1908 0 0,-43 16 1015 0 0,57-25-115 0 0,-25 7-314 0 0,34-17-340 0 0,-77 37-21 0 0,0 1-368 0 0,1-1 405 0 0,2-1-89 0 0,1 0-3670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04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22 2848 0 0,'0'0'5228'0'0,"0"-5"-4321"0"0,0-12 367 0 0,2 27 1167 0 0,-1 42-914 0 0,-7 16-1169 0 0,-22 85 180 0 0,27-148-492 0 0,0 1 9 0 0,-3 18-39 0 0,3-22-13 0 0,1 0 1 0 0,0 0 0 0 0,0 0 0 0 0,-1 0-1 0 0,2 0 1 0 0,-1 0 0 0 0,0 0 0 0 0,0 0-1 0 0,1 0 1 0 0,-1 0 0 0 0,1 0 0 0 0,-1 0-1 0 0,1-1 1 0 0,0 1 0 0 0,0 0 0 0 0,1 2-1 0 0,0-2-13 0 0,0 0 1 0 0,0 0-1 0 0,0 0 0 0 0,0 0 0 0 0,0-1 0 0 0,1 1 0 0 0,-1-1 0 0 0,0 0 0 0 0,1 0 0 0 0,-1 0 0 0 0,1 0 0 0 0,-1 0 0 0 0,1 0 0 0 0,-1-1 0 0 0,1 1 0 0 0,0-1 0 0 0,-1 1 1 0 0,1-1-1 0 0,0 0 0 0 0,4-1 0 0 0,16-3-75 0 0,-1-1 1 0 0,0-1 0 0 0,-1 0 0 0 0,1-2-1 0 0,-1-1 1 0 0,-1 0 0 0 0,1-2-1 0 0,-2 0 1 0 0,0-1 0 0 0,0-1-1 0 0,-1-1 1 0 0,0-1 0 0 0,17-19 0 0 0,-22 14 105 0 0,-11 15-16 0 0,1 1 40 0 0,-2-1 27 0 0,3-16 29 0 0,-2 16 7 0 0,-3 0 20 0 0,-3-14 15 0 0,3 14-17 0 0,-1 1-5 0 0,-9-11-21 0 0,9 11-30 0 0,0 4-57 0 0,1-1 1 0 0,0 1-1 0 0,0 0 1 0 0,-1-1 0 0 0,1 1-1 0 0,0-1 1 0 0,0 0-1 0 0,0 1 1 0 0,-1-1 0 0 0,1 0-1 0 0,0 0 1 0 0,-1-1-1 0 0,0 0 16 0 0,-2 0 194 0 0,-2 2-103 0 0,-17 1-2 0 0,20 0-99 0 0,1 0 0 0 0,-1 1 0 0 0,0-1-1 0 0,1 1 1 0 0,-1-1 0 0 0,1 1 0 0 0,0 0 0 0 0,-1 0 0 0 0,1 0 0 0 0,0 0 0 0 0,0 0 0 0 0,1 0 0 0 0,-1 0 0 0 0,0 1 0 0 0,1-1 0 0 0,-1 1 0 0 0,0 2-1 0 0,-4 3 14 0 0,5-7-30 0 0,-1 1 1 0 0,1-1-1 0 0,0 1 0 0 0,0 0 1 0 0,0-1-1 0 0,0 1 1 0 0,0 0-1 0 0,1 0 0 0 0,-1 0 1 0 0,0 0-1 0 0,1 0 1 0 0,-1 2-1 0 0,-2 8 20 0 0,-7 57 131 0 0,10-54-253 0 0,0-1 1 0 0,0 0-1 0 0,1 1 1 0 0,1-1-1 0 0,1 0 1 0 0,7 24-1 0 0,-5-15-551 0 0,6 6-179 0 0,-6-18 129 0 0,1-1 0 0 0,0 0-1 0 0,14 18 1 0 0,-15-22-373 0 0,0 0 1 0 0,0-1-1 0 0,0 0 0 0 0,1-1 0 0 0,7 6 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05.5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88 2720 0 0,'0'0'5007'0'0,"1"-4"-4226"0"0,5-17 6482 0 0,-9 18-7147 0 0,2 2-101 0 0,1 0-1 0 0,-1 0 0 0 0,0 0 0 0 0,1 0 1 0 0,-1-1-1 0 0,0 1 0 0 0,1 0 1 0 0,-1 0-1 0 0,1-1 0 0 0,0 1 0 0 0,0 0 1 0 0,-1-1-1 0 0,1 1 0 0 0,0-1 0 0 0,0 1 1 0 0,0 0-1 0 0,0-1 0 0 0,0 1 0 0 0,1 0 1 0 0,-1-1-1 0 0,0 1 0 0 0,1 0 0 0 0,-1-1 1 0 0,1 1-1 0 0,0-2 0 0 0,1-1 31 0 0,1 1-17 0 0,-1 1-24 0 0,0 0-1 0 0,0 1 1 0 0,0-1-1 0 0,0 1 1 0 0,1-1-1 0 0,-1 1 1 0 0,0 0-1 0 0,1 0 0 0 0,-1 0 1 0 0,1 0-1 0 0,-1 0 1 0 0,1 1-1 0 0,0-1 1 0 0,-1 1-1 0 0,1 0 1 0 0,0-1-1 0 0,-1 1 0 0 0,1 1 1 0 0,0-1-1 0 0,0 0 1 0 0,-1 0-1 0 0,1 1 1 0 0,-1 0-1 0 0,1-1 1 0 0,0 1-1 0 0,-1 0 0 0 0,0 0 1 0 0,1 1-1 0 0,-1-1 1 0 0,0 0-1 0 0,1 1 1 0 0,-1 0-1 0 0,0-1 1 0 0,0 1-1 0 0,0 0 0 0 0,1 2 1 0 0,6 4-11 0 0,-1 1 0 0 0,0 0 0 0 0,-1 1 0 0 0,0 0 0 0 0,0 0 0 0 0,-1 0 0 0 0,-1 1 0 0 0,6 14 0 0 0,-7-17 19 0 0,5 26 54 0 0,-6-22-57 0 0,0-1 11 0 0,-1 1-1 0 0,0-1 1 0 0,-1 0-1 0 0,0 1 1 0 0,-1-1 0 0 0,0 1-1 0 0,-2 14 1 0 0,-12 36 2 0 0,10-53-19 0 0,0 7 4 0 0,-5 3 0 0 0,-1-3-6 0 0,6-7 5 0 0,-1-1-1 0 0,-1 0 1 0 0,0 0 0 0 0,0 0-1 0 0,-1-1 1 0 0,1 0-1 0 0,-2 0 1 0 0,1 0 0 0 0,-1-1-1 0 0,0-1 1 0 0,0 1-1 0 0,-17 7 1 0 0,21-11-31 0 0,-1-1-69 0 0,2-1 43 0 0,0 1 1 0 0,0-1 0 0 0,0 0 0 0 0,0 0 0 0 0,0 0-1 0 0,0-1 1 0 0,0 1 0 0 0,0 0 0 0 0,0-1 0 0 0,0 0-1 0 0,0 0 1 0 0,1 0 0 0 0,-1 0 0 0 0,0 0 0 0 0,0-1-1 0 0,1 1 1 0 0,-1-1 0 0 0,1 0 0 0 0,0 1 0 0 0,-1-1 0 0 0,1 0-1 0 0,0-1 1 0 0,0 1 0 0 0,-3-4 0 0 0,2 1-33 0 0,1 0-1 0 0,0 0 1 0 0,0 0 0 0 0,1-1 0 0 0,0 1 0 0 0,0 0 0 0 0,0-1 0 0 0,0 1 0 0 0,1-1-1 0 0,0 1 1 0 0,0-1 0 0 0,0 1 0 0 0,1-1 0 0 0,-1 1 0 0 0,1 0 0 0 0,1-1 0 0 0,-1 1-1 0 0,5-9 1 0 0,-5 11 60 0 0,0 1 1 0 0,0 0-1 0 0,0 0 0 0 0,0 0 0 0 0,0 0 0 0 0,1 0 1 0 0,-1 0-1 0 0,1 1 0 0 0,-1-1 0 0 0,1 0 0 0 0,0 1 1 0 0,0-1-1 0 0,0 1 0 0 0,0 0 0 0 0,3-3 0 0 0,-3 3 16 0 0,2-1-55 0 0,11-2-12 0 0,-15 3 72 0 0,1 1 0 0 0,0-1-1 0 0,0 1 1 0 0,0-1 0 0 0,0 1 0 0 0,0 0 0 0 0,0-1-1 0 0,0 1 1 0 0,0 0 0 0 0,0 0 0 0 0,0-1-1 0 0,0 1 1 0 0,0 0 0 0 0,1 0 0 0 0,-1 0 0 0 0,0 1-1 0 0,0-1 1 0 0,0 0 0 0 0,0 0 0 0 0,1 1 0 0 0,18 5 13 0 0,0 1 0 0 0,0 1 1 0 0,-1 0-1 0 0,0 2 1 0 0,-1 0-1 0 0,0 1 0 0 0,19 15 1 0 0,60 35 58 0 0,-75-51-723 0 0,0 0 0 0 0,1-2 0 0 0,27 7 1 0 0,29-2-5636 0 0,-72-12 1821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09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19 3020 0 0,'0'0'2494'0'0,"-3"-3"-1643"0"0,-9-9-209 0 0,9 9 665 0 0,-2 4-1000 0 0,1 0-199 0 0,0 0 0 0 0,-1 1 0 0 0,1-1-1 0 0,0 1 1 0 0,0 0 0 0 0,0 1 0 0 0,0-1-1 0 0,0 1 1 0 0,1-1 0 0 0,-1 1 0 0 0,1 0-1 0 0,0 1 1 0 0,0-1 0 0 0,0 0 0 0 0,0 1-1 0 0,0 0 1 0 0,-4 7 0 0 0,-13 47 671 0 0,14-28-431 0 0,4-7-48 0 0,2-22-293 0 0,-1 15 189 0 0,0-1-1 0 0,1 1 0 0 0,1 16 1 0 0,0-27-156 0 0,0 0 0 0 0,0 1 1 0 0,0-1-1 0 0,1 0 0 0 0,0 0 1 0 0,0 0-1 0 0,0 0 0 0 0,0 0 0 0 0,1-1 1 0 0,0 1-1 0 0,0-1 0 0 0,0 1 1 0 0,0-1-1 0 0,5 4 0 0 0,2-1 42 0 0,0 0 0 0 0,0 0-1 0 0,20 8 1 0 0,-26-13-47 0 0,3-1 3 0 0,81 10 94 0 0,-83-10-117 0 0,0-1-1 0 0,16 2 10 0 0,-16-1 84 0 0,0 0-55 0 0,12 3 51 0 0,-12-3 215 0 0,16 14 213 0 0,-19-11-419 0 0,0 1 0 0 0,0 0 0 0 0,0 0 1 0 0,0 0-1 0 0,1 9 0 0 0,-3-9-35 0 0,-1-1-9 0 0,-4 5-36 0 0,1 0 0 0 0,-1 0 0 0 0,0 0 0 0 0,-1-1 0 0 0,0 0 0 0 0,-1 0 0 0 0,0-1 1 0 0,-9 9-1 0 0,1-3-149 0 0,-1-1 1 0 0,-33 21 0 0 0,45-31-184 0 0,-1-1-117 0 0,-15 3-127 0 0,15-2-130 0 0,0-4-1142 0 0,0-1 1504 0 0,4 2 169 0 0,-1 0 0 0 0,1 1 0 0 0,-1-1 0 0 0,1 0-1 0 0,-1 0 1 0 0,0 1 0 0 0,1-1 0 0 0,-1 1 0 0 0,0 0 0 0 0,1-1 0 0 0,-3 1 0 0 0,1-5-1144 0 0,-1 0 788 0 0,-1-5-78 0 0,0-7-2567 0 0,-3-11-1412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09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1 145 3832 0 0,'0'0'3519'0'0,"1"-5"-3022"0"0,5-12-102 0 0,-5 12-78 0 0,3 2-58 0 0,14-11-698 0 0,1 1 1 0 0,0 1-1 0 0,1 0 1 0 0,30-12-1 0 0,-40 19 46 0 0,39-18-2605 0 0,-25 12-197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10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43 2948 0 0,'0'0'7608'0'0,"3"-2"-7478"0"0,51-36 551 0 0,-50 36-418 0 0,1 3-82 0 0,-1-1-162 0 0,-1 0 17 0 0,1 1 0 0 0,-1 0 0 0 0,0-1 0 0 0,1 1 0 0 0,-1 0 0 0 0,0 1 1 0 0,1-1-1 0 0,-1 1 0 0 0,0-1 0 0 0,0 1 0 0 0,0 0 0 0 0,0 0 0 0 0,-1 0 0 0 0,4 3 0 0 0,2 4 47 0 0,0 0-1 0 0,-1 1 1 0 0,0 0 0 0 0,-1 0 0 0 0,0 0-1 0 0,0 1 1 0 0,-1 0 0 0 0,-1 0-1 0 0,0 0 1 0 0,0 0 0 0 0,-1 1-1 0 0,3 20 1 0 0,-5-23-36 0 0,0-1-1 0 0,-1 1 1 0 0,0-1 0 0 0,-1 1 0 0 0,0-1-1 0 0,0 0 1 0 0,0 1 0 0 0,-4 8 0 0 0,3-8-33 0 0,-3 9 55 0 0,-1-1 0 0 0,0 0-1 0 0,-1 0 1 0 0,-1-1 0 0 0,0 0 0 0 0,-2 0-1 0 0,1-1 1 0 0,-2 0 0 0 0,0-1-1 0 0,-1 0 1 0 0,0-1 0 0 0,-1 0 0 0 0,-1-1-1 0 0,0 0 1 0 0,-25 15 0 0 0,20-18-34 0 0,15-8-36 0 0,0 0-19 0 0,-1 0-15 0 0,-14 1-32 0 0,14-2-45 0 0,0-2-43 0 0,1-1 73 0 0,0 1-1 0 0,0-1 1 0 0,0 0 0 0 0,0 0 0 0 0,1-1-1 0 0,-1 1 1 0 0,1-1 0 0 0,0 0 0 0 0,0 1-1 0 0,0-1 1 0 0,0-1 0 0 0,1 1 0 0 0,0 0-1 0 0,0-1 1 0 0,-2-5 0 0 0,-1-9-103 0 0,4 14 21 0 0,0-1 22 0 0,1-3 54 0 0,0 0 1 0 0,1-1-1 0 0,3-16 1 0 0,-3 21 44 0 0,2 1 15 0 0,10-10-4 0 0,-10 11 19 0 0,21-4-86 0 0,-20 5 159 0 0,2 4 46 0 0,7 3 1 0 0,0 0 0 0 0,-1 1 0 0 0,0 0-1 0 0,0 1 1 0 0,16 12 0 0 0,55 50 526 0 0,-59-47-527 0 0,1-1 0 0 0,1-1 1 0 0,31 18-1 0 0,-47-33-192 0 0,-4-1-69 0 0,0-1 0 0 0,0 0 0 0 0,1 0 0 0 0,-1 0 0 0 0,1-1 0 0 0,11 2 0 0 0,34 4-1730 0 0,-43-8 804 0 0,0 1 0 0 0,0-1 0 0 0,0-1 0 0 0,-1 0 0 0 0,15-2 0 0 0,12-7-3456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11.2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244 61 3960 0 0,'-26'-45'3386'0'0,"24"41"-2922"0"0,-2 2-89 0 0,-13-6-71 0 0,13 6-49 0 0,0 3-40 0 0,-2 1-136 0 0,1-1 0 0 0,-1 1-1 0 0,1 1 1 0 0,-1-1 0 0 0,1 1-1 0 0,0 0 1 0 0,0 0 0 0 0,1 0-1 0 0,-1 1 1 0 0,1 0 0 0 0,-1 0-1 0 0,1 0 1 0 0,0 0 0 0 0,-6 10-1 0 0,-3 5 192 0 0,1 1-1 0 0,-17 36 1 0 0,19-35-123 0 0,1 1 0 0 0,1 0 0 0 0,2 0 0 0 0,0 1 0 0 0,1-1 0 0 0,1 1 0 0 0,1 0 0 0 0,1 32 0 0 0,3-49-122 0 0,-1 1-1 0 0,2-1 1 0 0,-1 0-1 0 0,1 1 1 0 0,0-1-1 0 0,5 11 1 0 0,-3-9-10 0 0,-1-2-11 0 0,0-1 1 0 0,0 0 0 0 0,1-1-1 0 0,-1 1 1 0 0,1 0 0 0 0,0-1-1 0 0,1 0 1 0 0,-1 0 0 0 0,1 0-1 0 0,0-1 1 0 0,8 5 0 0 0,-9-6-45 0 0,2-1 1 0 0,17 4 13 0 0,-17-4-39 0 0,0-1 5 0 0,-4 0 58 0 0,4 0-11 0 0,1 0-1 0 0,-1-1 1 0 0,0 1 0 0 0,0-1 0 0 0,0 0 0 0 0,-1-1-1 0 0,1 1 1 0 0,0-1 0 0 0,0 0 0 0 0,-1-1-1 0 0,1 0 1 0 0,-1 1 0 0 0,0-1 0 0 0,0-1 0 0 0,0 1-1 0 0,8-8 1 0 0,-9 6 44 0 0,0 0 1 0 0,0 0-1 0 0,-1 0 0 0 0,0-1 1 0 0,0 1-1 0 0,0-1 0 0 0,-1 1 1 0 0,0-1-1 0 0,0 0 0 0 0,0 0 0 0 0,-1 0 1 0 0,0 0-1 0 0,0 0 0 0 0,-1-1 1 0 0,1 1-1 0 0,-1 0 0 0 0,0 0 1 0 0,-3-12-1 0 0,2 13 29 0 0,1 3-54 0 0,0 1 0 0 0,0-1 1 0 0,-1 1-1 0 0,1-1 0 0 0,0 1 1 0 0,-1-1-1 0 0,0 1 0 0 0,1-1 1 0 0,-1 1-1 0 0,0 0 0 0 0,0 0 1 0 0,-1-2-1 0 0,0-1 7 0 0,0 0 20 0 0,-1 1 5 0 0,-1 0-33 0 0,1 1 1 0 0,0 0-1 0 0,-1 0 1 0 0,0 1-1 0 0,1-1 1 0 0,-1 1-1 0 0,0-1 1 0 0,0 1-1 0 0,-7-1 1 0 0,6 2 3 0 0,0 2 4 0 0,5-2-13 0 0,-31 15-1 0 0,25-10-2 0 0,-2 6-57 0 0,-29 44-779 0 0,35-50 412 0 0,1-4-213 0 0,1 1 534 0 0,0-1-1 0 0,-1 1 1 0 0,1-1 0 0 0,0 1 0 0 0,0-1-1 0 0,0 1 1 0 0,0 0 0 0 0,0-1 0 0 0,0 1-1 0 0,0-1 1 0 0,1 3 0 0 0,0 0-197 0 0,-1 1-954 0 0,19 10-6853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12.1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37 151 3224 0 0,'0'0'2700'0'0,"0"-5"-2068"0"0,-3-18 4058 0 0,2 19-4555 0 0,-1-14-1 0 0,1 14 2113 0 0,-23 3-1871 0 0,19 0 721 0 0,6-3-910 0 0,2-13-162 0 0,-2 12-29 0 0,-1 5 3 0 0,1 0 0 0 0,-1 0 1 0 0,1 0-1 0 0,-1 0 0 0 0,1 0 0 0 0,-1-1 1 0 0,1 1-1 0 0,-1 0 0 0 0,0 0 0 0 0,1 0 1 0 0,-1-1-1 0 0,0 1 0 0 0,1 0 1 0 0,-1-1-1 0 0,0 1 0 0 0,1 0 0 0 0,-1-1 1 0 0,0 1-1 0 0,1 0 0 0 0,-1-1 0 0 0,0 1 1 0 0,0 0-1 0 0,1-2 0 0 0,12-12-7 0 0,50-23-28 0 0,-59 35 40 0 0,1 0-14 0 0,16-3-1 0 0,-16 3-6 0 0,2 3-22 0 0,-4-1 39 0 0,0 0 0 0 0,1 1 0 0 0,-1-1 0 0 0,0 1 0 0 0,1-1 0 0 0,-1 1 0 0 0,0 0 0 0 0,0 0-1 0 0,0 1 1 0 0,0-1 0 0 0,0 1 0 0 0,0-1 0 0 0,0 1 0 0 0,0 0 0 0 0,-1 0 0 0 0,1 0 0 0 0,-1 1 0 0 0,1-1 0 0 0,-1 1 0 0 0,4 4 0 0 0,-4-4-8 0 0,-1-1 5 0 0,0-1 0 0 0,0 1 0 0 0,-1-1 0 0 0,1 1 0 0 0,0 0 0 0 0,-1 0 0 0 0,1-1 0 0 0,-1 1 0 0 0,0 0 0 0 0,1 0 0 0 0,-1 0 0 0 0,0 3 0 0 0,0-2-1 0 0,2 2 9 0 0,-2 2 11 0 0,1 19-28 0 0,-1-19 6 0 0,0 0 5 0 0,-3 20-10 0 0,3-20 3 0 0,-1-2-9 0 0,-3 18-12 0 0,4-17-39 0 0,-1-1 35 0 0,-3 13 22 0 0,3-13 3 0 0,0-1-43 0 0,-3 20-821 0 0,9-26 801 0 0,55-24-146 0 0,-37 15 126 0 0,37-11 1 0 0,-56 20 78 0 0,2 2 22 0 0,-1-1-8 0 0,1 0 1 0 0,-1 1 0 0 0,1 0-1 0 0,-1 0 1 0 0,1 0 0 0 0,-1 1 0 0 0,1 0-1 0 0,-1 0 1 0 0,1 0 0 0 0,-1 1-1 0 0,0-1 1 0 0,10 6 0 0 0,-12-5 2 0 0,1 1-12 0 0,2 5-11 0 0,0 0 0 0 0,0 0 0 0 0,-1 0 0 0 0,0 0 0 0 0,4 10 0 0 0,-8-14 57 0 0,-1 2-21 0 0,0 2-26 0 0,0 0 1 0 0,-1 0 0 0 0,0 0-1 0 0,-1 0 1 0 0,1 0 0 0 0,-1 0-1 0 0,-1-1 1 0 0,1 1 0 0 0,-7 10-1 0 0,-25 31-14 0 0,24-39-15 0 0,0 0 0 0 0,-1 0 0 0 0,0-1 0 0 0,0-1 0 0 0,-1 0 0 0 0,0 0 0 0 0,0-2 0 0 0,-1 1 0 0 0,0-1-1 0 0,0-1 1 0 0,0 0 0 0 0,-15 2 0 0 0,20-4-148 0 0,6-2 155 0 0,0 0 0 0 0,-1-1 0 0 0,1 1-1 0 0,0 0 1 0 0,0-1 0 0 0,-1 1 0 0 0,1-1-1 0 0,0 0 1 0 0,-5 0 0 0 0,-13-1-454 0 0,-48-7-1304 0 0,60 6 1221 0 0,0 0 1 0 0,0-1 0 0 0,1 0 0 0 0,-1 0-1 0 0,1-1 1 0 0,0 0 0 0 0,0-1 0 0 0,0 1 0 0 0,1-1-1 0 0,-12-11 1 0 0,0-2-3489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12.9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2 181 2404 0 0,'0'0'1216'0'0,"0"-6"-173"0"0,-1-14-168 0 0,1 15 466 0 0,0-1-792 0 0,1-14-73 0 0,-1 14 305 0 0,2 1-464 0 0,-2 1-151 0 0,1-1 0 0 0,1 0 0 0 0,-1 1 0 0 0,1-1 0 0 0,0 1-1 0 0,0 0 1 0 0,0-1 0 0 0,0 1 0 0 0,1 0 0 0 0,0 0 0 0 0,0 1 0 0 0,0-1 0 0 0,0 1 0 0 0,7-7-1 0 0,-1 5 34 0 0,-1-1 0 0 0,1 1 0 0 0,0 0 0 0 0,1 1-1 0 0,-1 0 1 0 0,1 1 0 0 0,0 0 0 0 0,0 0 0 0 0,0 1-1 0 0,0 0 1 0 0,11 0 0 0 0,-15 3-128 0 0,1 0 0 0 0,-1 1 0 0 0,1 0-1 0 0,-1 0 1 0 0,0 0 0 0 0,0 1 0 0 0,0 0 0 0 0,0 0 0 0 0,-1 0 0 0 0,1 1-1 0 0,-1 0 1 0 0,0 0 0 0 0,6 6 0 0 0,1 2-7 0 0,-1 0 0 0 0,-1 0 0 0 0,0 1 0 0 0,-1 1 0 0 0,0-1 0 0 0,-1 1 0 0 0,9 21 0 0 0,-4-4-50 0 0,-2 0-1 0 0,9 41 1 0 0,-14-49-318 0 0,-3-3-5 0 0,-3-9-12 0 0,0 39-1756 0 0,0-40 648 0 0,-1 1 1 0 0,0 0 0 0 0,-5 14 0 0 0,5-21-1035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13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16 317 3484 0 0,'0'0'2687'0'0,"-3"-3"-1771"0"0,-7-8-198 0 0,7 8 376 0 0,5 0-701 0 0,5-6-246 0 0,0 0 0 0 0,0 0-1 0 0,1 0 1 0 0,1 1 0 0 0,-1 1 0 0 0,15-11-1 0 0,67-39-842 0 0,-60 39 212 0 0,196-118-5747 0 0,-200 120 3363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13.5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81 2808 0 0,'0'0'3928'0'0,"-4"-1"-3325"0"0,-16-5 1483 0 0,20 6-2082 0 0,0 0 0 0 0,0 0 0 0 0,1 0 0 0 0,-1 0 0 0 0,0 0 0 0 0,0 0 0 0 0,1 0 0 0 0,-1 0 0 0 0,0 0 0 0 0,0 0 0 0 0,0-1 0 0 0,1 1 0 0 0,-1 0 0 0 0,0 0 0 0 0,0 0-1 0 0,0 0 1 0 0,1 0 0 0 0,-1-1 0 0 0,0 1 0 0 0,0 0 0 0 0,0 0 0 0 0,0 0 0 0 0,0-1 0 0 0,1 1 0 0 0,-1 0 0 0 0,0 0 0 0 0,0 0 0 0 0,0-1 0 0 0,0 1 0 0 0,0 0 0 0 0,0 0 0 0 0,0-1 0 0 0,0 1 0 0 0,0 0 0 0 0,0 0 0 0 0,0-1 0 0 0,0 0 2 0 0,0 1 1 0 0,0-1-1 0 0,0 1 0 0 0,0-1 0 0 0,1 1 1 0 0,-1-1-1 0 0,0 0 0 0 0,0 1 0 0 0,1-1 1 0 0,-1 1-1 0 0,0-1 0 0 0,0 1 1 0 0,1-1-1 0 0,-1 1 0 0 0,1 0 0 0 0,-1-1 1 0 0,0 1-1 0 0,1-1 0 0 0,-1 1 1 0 0,1 0-1 0 0,-1-1 0 0 0,1 1 0 0 0,-1 0 1 0 0,1-1-1 0 0,-1 1 0 0 0,1 0 1 0 0,-1 0-1 0 0,1 0 0 0 0,0-1 0 0 0,-1 1 1 0 0,2 0-1 0 0,20-4 5 0 0,-17 3 88 0 0,1 2 11 0 0,-1-1-63 0 0,0 1 0 0 0,0 0 1 0 0,0 0-1 0 0,0 0 0 0 0,0 1 0 0 0,0 0 0 0 0,0 0 1 0 0,0 0-1 0 0,-1 1 0 0 0,1-1 0 0 0,-1 1 1 0 0,0 0-1 0 0,0 0 0 0 0,0 1 0 0 0,0-1 0 0 0,4 6 1 0 0,24 48 140 0 0,-30-50-138 0 0,1 1 0 0 0,-1 0 0 0 0,-1-1-1 0 0,1 1 1 0 0,-1 0 0 0 0,-1 0 0 0 0,0 16-1 0 0,0-17-29 0 0,1 14 86 0 0,-3 1-53 0 0,-2-4 50 0 0,-44 133 1862 0 0,47-147-918 0 0,6-6-984 0 0,19-11-101 0 0,-1 0 0 0 0,-1-2 0 0 0,0 0 1 0 0,-1-2-1 0 0,30-29 0 0 0,-1 2-528 0 0,158-138-4068 0 0,-120 104-484 0 0,-59 53 964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14.4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88 112 3708 0 0,'0'0'1714'0'0,"-7"1"-348"0"0,-19 2-200 0 0,24-2-1013 0 0,0-1 0 0 0,-1 0 0 0 0,1 0 0 0 0,0 0-1 0 0,-1 0 1 0 0,1-1 0 0 0,0 1 0 0 0,0 0 0 0 0,-1-1 0 0 0,1 0-1 0 0,0 0 1 0 0,0 1 0 0 0,0-1 0 0 0,0 0 0 0 0,-4-3 0 0 0,5 3-126 0 0,-1 0 0 0 0,1 0 0 0 0,-1 0 0 0 0,1 0 0 0 0,0-1 1 0 0,-1 1-1 0 0,1 0 0 0 0,0-1 0 0 0,0 1 0 0 0,-2-3 0 0 0,8-21 53 0 0,-4 20-39 0 0,2 1-6 0 0,31-30-11 0 0,-31 32-12 0 0,2-1 4 0 0,1 0-10 0 0,1 0 1 0 0,0 0 0 0 0,0 1 0 0 0,11-3-1 0 0,-15 4-5 0 0,-1 1 0 0 0,1-1 0 0 0,0 1-1 0 0,0 0 1 0 0,0 0 0 0 0,0 0 0 0 0,0 1-1 0 0,-1-1 1 0 0,1 1 0 0 0,0 0 0 0 0,0-1-1 0 0,0 1 1 0 0,-1 0 0 0 0,1 0 0 0 0,-1 1-1 0 0,1-1 1 0 0,3 3 0 0 0,-3-1 16 0 0,-1 1 4 0 0,5 15-20 0 0,-5-15 49 0 0,-2 1 23 0 0,1 15 12 0 0,-1-15 9 0 0,0 0-14 0 0,-1 17-10 0 0,1-16 4 0 0,-1-1-8 0 0,0 46 174 0 0,1-45-198 0 0,1-2-20 0 0,0-2-21 0 0,0 1 0 0 0,1-1 0 0 0,-1 1 0 0 0,1-1 0 0 0,-1 1 0 0 0,1-1 0 0 0,0 0 0 0 0,0 0 0 0 0,0 0 0 0 0,0 0 0 0 0,0 0 0 0 0,0 0 0 0 0,1-1 0 0 0,-1 1 0 0 0,1-1 0 0 0,-1 1 0 0 0,1-1 0 0 0,-1 0 0 0 0,5 1 0 0 0,-3-1 9 0 0,2 0 0 0 0,21 4-22 0 0,112 25 462 0 0,-135-28-318 0 0,1-1 48 0 0,39 17 610 0 0,-40-16-586 0 0,-3 0-140 0 0,1 0 0 0 0,0 0 0 0 0,-1 1 1 0 0,1-1-1 0 0,-1 0 0 0 0,0 1 0 0 0,0-1 0 0 0,0 1 1 0 0,0-1-1 0 0,0 1 0 0 0,0 0 0 0 0,-1-1 0 0 0,1 1 1 0 0,-1 0-1 0 0,0 4 0 0 0,0-7-98 0 0,1 5 180 0 0,-3-1-20 0 0,0 2-68 0 0,0-1 1 0 0,-1 1-1 0 0,1-1 1 0 0,-1 0-1 0 0,-1 0 1 0 0,1 0 0 0 0,-1-1-1 0 0,1 1 1 0 0,-1-1-1 0 0,-8 7 1 0 0,6-8-4 0 0,-3 4-42 0 0,-1 0 1 0 0,0-1 0 0 0,0 0 0 0 0,-1-1 0 0 0,1 0 0 0 0,-1-1-1 0 0,0 0 1 0 0,-1-1 0 0 0,1 0 0 0 0,0-1 0 0 0,-1 0 0 0 0,0-1 0 0 0,-12 0-1 0 0,-43-7-601 0 0,61 4 429 0 0,1 1 0 0 0,0 0 0 0 0,-1-1 0 0 0,1 0 0 0 0,0 0 0 0 0,0-1 0 0 0,0 1 0 0 0,1-1 0 0 0,-1 0 0 0 0,1 0 0 0 0,-1-1 0 0 0,1 1 0 0 0,0-1 0 0 0,0 0 0 0 0,1 0 0 0 0,-6-9 0 0 0,4 6-389 0 0,2 0 0 0 0,-1 0 1 0 0,1-1-1 0 0,0 1 0 0 0,1-1 0 0 0,0 0 1 0 0,0 1-1 0 0,1-1 0 0 0,-1-11 1 0 0,3 3-2042 0 0,9-26-1843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15.1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 2864 0 0,'0'0'6151'0'0,"4"2"-5383"0"0,-2-1-545 0 0,-1 0 0 0 0,1 0 0 0 0,0 0 1 0 0,-1 0-1 0 0,1 0 0 0 0,0-1 0 0 0,0 1 0 0 0,0-1 0 0 0,2 1 0 0 0,-10 9 76 0 0,0 5 1579 0 0,-1-6-1433 0 0,14-21-308 0 0,-5 8-144 0 0,0 1 12 0 0,0-1 0 0 0,0 1 0 0 0,1 0 1 0 0,-1-1-1 0 0,1 1 0 0 0,0 0 0 0 0,0 1 0 0 0,4-4 0 0 0,-5 4-2 0 0,3-3 9 0 0,7-4-4 0 0,-11 8-7 0 0,1 0 0 0 0,-1 0 0 0 0,1 0 0 0 0,-1 0 0 0 0,1 0 0 0 0,0 0 0 0 0,-1 1 0 0 0,1-1 1 0 0,0 0-1 0 0,0 1 0 0 0,2-1 0 0 0,2 0 0 0 0,-1-1 5 0 0,0 2 8 0 0,1 0-7 0 0,0 1-1 0 0,0 0 1 0 0,-1 0 0 0 0,1 0-1 0 0,0 1 1 0 0,0 0-1 0 0,-1 0 1 0 0,1 0-1 0 0,-1 0 1 0 0,0 1 0 0 0,8 5-1 0 0,-5-1 17 0 0,0 0-1 0 0,-1 0 1 0 0,0 0-1 0 0,0 1 0 0 0,-1 0 1 0 0,10 15-1 0 0,-10-14 20 0 0,-1 1-1 0 0,0 0 1 0 0,0 0-1 0 0,-1 0 1 0 0,0 0-1 0 0,-1 1 1 0 0,0-1-1 0 0,-1 1 1 0 0,0 0-1 0 0,0 0 1 0 0,-1 12-1 0 0,0-14-19 0 0,-1-5-18 0 0,1-1 1 0 0,-1 1-1 0 0,0 0 0 0 0,0 0 0 0 0,0 0 1 0 0,-1-1-1 0 0,0 1 0 0 0,0 3 0 0 0,-2 9-12 0 0,-1-1-1 0 0,0-1 1 0 0,-1 1-1 0 0,0-1 1 0 0,-2 1-1 0 0,1-2 1 0 0,-2 1-1 0 0,0-1 1 0 0,0 0-1 0 0,-1 0 0 0 0,-1-1 1 0 0,0-1-1 0 0,0 0 1 0 0,-1 0-1 0 0,-24 18 1 0 0,31-27-122 0 0,-1 0-33 0 0,2-1 123 0 0,0-1 0 0 0,0 1-1 0 0,0-1 1 0 0,0 1 0 0 0,0-1 0 0 0,0 0-1 0 0,0 0 1 0 0,0 0 0 0 0,0-1 0 0 0,0 1 0 0 0,0-1-1 0 0,0 1 1 0 0,0-1 0 0 0,0 0 0 0 0,1 0-1 0 0,-1-1 1 0 0,0 1 0 0 0,1 0 0 0 0,-1-1 0 0 0,1 0-1 0 0,-1 1 1 0 0,1-1 0 0 0,0 0 0 0 0,-1 0-1 0 0,1 0 1 0 0,-3-5 0 0 0,1 1-18 0 0,-1-1 1 0 0,1 1 0 0 0,1-1-1 0 0,-1 0 1 0 0,1-1-1 0 0,0 1 1 0 0,1 0-1 0 0,0-1 1 0 0,0 0-1 0 0,1 1 1 0 0,-1-1-1 0 0,2 0 1 0 0,-1 0-1 0 0,1 0 1 0 0,0 1-1 0 0,1-1 1 0 0,3-14-1 0 0,-3 17 24 0 0,2 1 9 0 0,9-13 7 0 0,-10 13 14 0 0,0 4 7 0 0,0 0 0 0 0,-1 0-1 0 0,1-1 1 0 0,0 1 0 0 0,-1-1 0 0 0,1 1 0 0 0,-1-1 0 0 0,1 1 0 0 0,-1-1-1 0 0,1 0 1 0 0,1-1 0 0 0,1 0 12 0 0,1 0 65 0 0,2 2-14 0 0,13 4 16 0 0,-1 0 0 0 0,0 1 1 0 0,0 1-1 0 0,0 1 0 0 0,22 11 0 0 0,97 57 206 0 0,-50-26-395 0 0,-78-44-30 0 0,46 20-1295 0 0,-33-18-2256 0 0,47 5 0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2652 0 0,'0'0'12481'0'0,"0"5"-12245"0"0,0 14 47 0 0,0-14 489 0 0,1 0-534 0 0,4 15-91 0 0,-4-15-28 0 0,0-1-96 0 0,4 12 98 0 0,-4-12 29 0 0,0 0 0 0 0,5 14 6 0 0,-4-14-10 0 0,-1 0-19 0 0,22 89 664 0 0,-21-88-735 0 0,-1-1-36 0 0,4 14 4 0 0,-4-14 29 0 0,0 0 2 0 0,2 14-9 0 0,-2-14-6 0 0,0 0-16 0 0,4 13 1 0 0,-4-13 12 0 0,0 1 15 0 0,11 44-143 0 0,-11-44 154 0 0,6 14 83 0 0,-5-16-162 0 0,-2 3 16 0 0,2-1 0 0 0,-1 0 0 0 0,0-1 0 0 0,1 1 0 0 0,0 0 0 0 0,4 8 0 0 0,-5-11 3 0 0,1 3-8 0 0,0-2 0 0 0,3 13 8 0 0,-3-13-33 0 0,0 1 18 0 0,5 12 29 0 0,-6-13 4 0 0,1 1 1 0 0,5 13-8 0 0,-5-13-14 0 0,5 19 57 0 0,0 0-22 0 0,-6-19-5 0 0,17 71 731 0 0,-14-52-685 0 0,-3-19 8 0 0,7 49 354 0 0,-7-49-314 0 0,-1 2-34 0 0,1 0-73 0 0,3 26 222 0 0,-2 42-1 0 0,-2-69-204 0 0,0 1-11 0 0,5 45 72 0 0,-5-46-94 0 0,1 0 18 0 0,1 15 4 0 0,-1-15 16 0 0,-1 0-23 0 0,1 18-16 0 0,-1-17 13 0 0,1-1-17 0 0,0 16-1 0 0,-1-16 33 0 0,1 1-26 0 0,1 15-1 0 0,-1-15-6 0 0,-1-2 3 0 0,11 77 243 0 0,-10-76-214 0 0,-1 0-16 0 0,10 74 67 0 0,-10-75-72 0 0,1 2 21 0 0,5 48-51 0 0,-6-48 27 0 0,1-1 1 0 0,1 18-1 0 0,-1-17-6 0 0,-1 0 3 0 0,6 60 7 0 0,1 21-12 0 0,25 183-16 0 0,-22-190 22 0 0,-1-24 12 0 0,0 14-17 0 0,15 101-21 0 0,-23-167-42 0 0,0 25 91 0 0,-1-24-22 0 0,1 1 16 0 0,3 18 0 0 0,-4-18 27 0 0,1 0 58 0 0,3 17-100 0 0,-3-17-16 0 0,-1-1 0 0 0,4 32-17 0 0,21 160 37 0 0,-14-132 18 0 0,33 171-112 0 0,-26-144 151 0 0,-17-86 19 0 0,-1 1-95 0 0,0-1-1 0 0,0 1 1 0 0,1 0-1 0 0,0-1 1 0 0,1 1 0 0 0,-1-1-1 0 0,4 8 1 0 0,-4-11 20 0 0,7 30-38 0 0,-6-28 14 0 0,-1 1 0 0 0,29 109 71 0 0,-28-111-69 0 0,-1 1 3 0 0,21 72-30 0 0,20 66 22 0 0,-23-96 85 0 0,-18-43-51 0 0,1 1 2 0 0,16 42 7 0 0,-17-43-8 0 0,1 1-20 0 0,34 96 84 0 0,-34-96-84 0 0,-1 0 5 0 0,-1-1 0 0 0,1 1 0 0 0,0-1 1 0 0,0 1-1 0 0,0-1 0 0 0,1 1 0 0 0,0-1 1 0 0,-1 0-1 0 0,4 5 0 0 0,17 42 15 0 0,-6-5-20 0 0,3-1 12 0 0,-9-22 2 0 0,30 82 34 0 0,-20-48-82 0 0,32 152 107 0 0,-40-166-130 0 0,25 118 183 0 0,-22-105-118 0 0,-2-5 0 0 0,56 238-132 0 0,17 77 131 0 0,-65-291-27 0 0,-4 13-3 0 0,-1-26 27 0 0,9 56 10 0 0,-11-51 10 0 0,10 41 82 0 0,-10-54-82 0 0,7 29-7 0 0,22 128 8 0 0,-31-157-44 0 0,-10-41 16 0 0,3 13 5 0 0,16 76-20 0 0,-20-96 26 0 0,0 0 6 0 0,34 177-8 0 0,-13-85 66 0 0,-11-56-137 0 0,-10-37 57 0 0,2 11 521 0 0,-1 0 0 0 0,2 27 1 0 0,-5-38-464 0 0,2 0-62 0 0,0 15 24 0 0,-1-16-11 0 0,1 1-27 0 0,9 46-21 0 0,-4-30 47 0 0,-5-17-2 0 0,0 1-2 0 0,10 43-12 0 0,-9-44 26 0 0,-1 1 40 0 0,3 13-49 0 0,-2-13-12 0 0,-1 0 7 0 0,12 45 100 0 0,-12-45-94 0 0,0 0-12 0 0,4 16-6 0 0,-4-16 7 0 0,1 1 4 0 0,4 16 0 0 0,-5-17 6 0 0,0 1-12 0 0,11 48-26 0 0,-11-48 25 0 0,0-1 8 0 0,11 50 14 0 0,-11-50-6 0 0,0 0-2 0 0,2 17 9 0 0,-2-16 14 0 0,0-1 40 0 0,4 17-60 0 0,-4-17-15 0 0,0 1 2 0 0,1 16 1 0 0,-1-17 3 0 0,0 1 3 0 0,1 1 4 0 0,5 42 8 0 0,-4 17 2 0 0,-2-61-4 0 0,-1 0-1 0 0,1 18-1 0 0,1 13 16 0 0,-2-30-11 0 0,0-1-10 0 0,2 13-2 0 0,-2-13-1 0 0,0 0 4 0 0,3 39-15 0 0,10 60-1 0 0,-9-81-4 0 0,-3-17 35 0 0,2 19 23 0 0,-3-19-15 0 0,1-1-17 0 0,3 16-8 0 0,-2-11 9 0 0,15 63 9 0 0,-16-68-21 0 0,0 0 51 0 0,9 46-111 0 0,-9-46 46 0 0,0-1-9 0 0,8 43-21 0 0,-9-43 59 0 0,1 1-25 0 0,1 12 9 0 0,-1-12-13 0 0,-1-1 22 0 0,3 15-5 0 0,-3-15 4 0 0,1 1 8 0 0,3 14 18 0 0,-3-15 39 0 0,-1 2-122 0 0,3 15 37 0 0,-3-15 6 0 0,1-2-3 0 0,13 71 5 0 0,-13-69 8 0 0,0 0-5 0 0,8 45-5 0 0,-9-46-1 0 0,2 1 5 0 0,13 64-13 0 0,-4-19-19 0 0,17 71 7 0 0,-22-98 42 0 0,-5-14-2 0 0,1 8-6 0 0,4 36-12 0 0,-5-49 28 0 0,-1 0-6 0 0,1 13-4 0 0,0-13 14 0 0,-1 1-18 0 0,3 52-10 0 0,-3-52 14 0 0,0 0-6 0 0,2 16 1 0 0,-2-17-8 0 0,0 0-13 0 0,3 16 17 0 0,5 37-138 0 0,-7-54 154 0 0,3 4-61 0 0,-4-7 47 0 0,0-1 1 0 0,-1 1 0 0 0,1-1-1 0 0,0 1 1 0 0,0-1-1 0 0,0 0 1 0 0,1 1 0 0 0,-1-1-1 0 0,0 1 1 0 0,0-1-1 0 0,0 1 1 0 0,0-1 0 0 0,0 1-1 0 0,0-1 1 0 0,1 0-1 0 0,-1 1 1 0 0,0-1 0 0 0,0 1-1 0 0,1-1 1 0 0,-1 0-1 0 0,0 1 1 0 0,0-1 0 0 0,1 0-1 0 0,-1 1 1 0 0,1-1-1 0 0,-1 0 1 0 0,0 0 0 0 0,1 1-1 0 0,-1-1 1 0 0,0 0-1 0 0,1 0 1 0 0,-1 0 0 0 0,1 1-1 0 0,-1-1 1 0 0,1 0-1 0 0,-1 0 1 0 0,1 0 0 0 0,-1 0-1 0 0,55-8-26 0 0,-37 6 29 0 0,-13 1-6 0 0,1 1-2 0 0,97-6 36 0 0,-18 4-85 0 0,-5 0-2 0 0,-10 2 9 0 0,-17 0 17 0 0,3 1 2 0 0,395 22-230 0 0,-121-4-47 0 0,1071-24-1673 0 0,-1074-14 1745 0 0,385-26-187 0 0,-588 35 457 0 0,-72 5-37 0 0,77-7-40 0 0,-85 9 29 0 0,8-1 11 0 0,9-2-16 0 0,-8 1-5 0 0,-1 2 35 0 0,25-3-26 0 0,-22 0-23 0 0,22-1 10 0 0,205-20-138 0 0,-213 21 182 0 0,-16 2-188 0 0,0-1 288 0 0,2-1-134 0 0,-3 1-30 0 0,173-14-234 0 0,-169 15 378 0 0,72-5-222 0 0,-30 2 125 0 0,-43 2-62 0 0,-2 0 20 0 0,181-22-138 0 0,-13 4 243 0 0,78-11-186 0 0,881-141 174 0 0,-627 89 1 0 0,-195 32-95 0 0,-144 20 25 0 0,462-58 42 0 0,-194 35 8 0 0,-329 36 30 0 0,38-5-96 0 0,549-61 237 0 0,-616 78-173 0 0,353-37-63 0 0,-430 39 51 0 0,-2 1-65 0 0,47-7 28 0 0,15-4 74 0 0,45-10-70 0 0,-146 26 13 0 0,49-8-123 0 0,-49 8 159 0 0,-1 0 9 0 0,1-1-20 0 0,15-3-14 0 0,-16 3 5 0 0,0 1 16 0 0,72-15 45 0 0,-72 15-71 0 0,0 0 8 0 0,68-13-34 0 0,-69 13 16 0 0,-2-3-477 0 0,-1 2 440 0 0,0 0-1 0 0,-1 0 1 0 0,1 0 0 0 0,0 0 0 0 0,-1 0 0 0 0,0-1 0 0 0,1 1 0 0 0,-1 0-1 0 0,0 0 1 0 0,0-1 0 0 0,0 1 0 0 0,0 0 0 0 0,-1 0 0 0 0,0-4 0 0 0,0 2-68 0 0,0 4 106 0 0,1-1-1 0 0,-1 1 0 0 0,1 0 0 0 0,0 0 1 0 0,-1-1-1 0 0,1 1 0 0 0,0 0 1 0 0,-1-1-1 0 0,1 1 0 0 0,0 0 0 0 0,0-1 1 0 0,-1 1-1 0 0,1 0 0 0 0,0-1 1 0 0,0 1-1 0 0,-1-1 0 0 0,1 1 1 0 0,0-1-1 0 0,0 1 0 0 0,0 0 0 0 0,0-1 1 0 0,0 1-1 0 0,0-1 0 0 0,0 0 0 0 0,0 1 2 0 0,0-1 0 0 0,0 1 0 0 0,-1-1-1 0 0,1 1 1 0 0,0-1 0 0 0,0 1-1 0 0,0-1 1 0 0,0 1 0 0 0,0 0-1 0 0,0-1 1 0 0,-1 1 0 0 0,1-1-1 0 0,0 1 1 0 0,0 0 0 0 0,-1-1-1 0 0,1 1 1 0 0,0-1 0 0 0,-1 1 0 0 0,1 0-1 0 0,0 0 1 0 0,-1-1 0 0 0,1 1-1 0 0,0 0 1 0 0,-2-1 0 0 0,-1-2-111 0 0,-4-6 114 0 0,5 6 13 0 0,-1-1 1 0 0,0 1-1 0 0,0 0 1 0 0,0 1-1 0 0,0-1 1 0 0,0 1-1 0 0,-4-3 0 0 0,-15-7-49 0 0,-44-17-1 0 0,8 8 24 0 0,53 20 10 0 0,0 1-21 0 0,-16 0 16 0 0,16 0-7 0 0,5 1-34 0 0,0 0 49 0 0,0-1-1 0 0,0 1 0 0 0,0 0 0 0 0,0-1 1 0 0,0 1-1 0 0,0 0 0 0 0,0-1 0 0 0,1 1 1 0 0,-1-1-1 0 0,0 1 0 0 0,0 0 0 0 0,1-1 1 0 0,-1 1-1 0 0,1-1 0 0 0,-1 1 1 0 0,0-1-1 0 0,1 1 0 0 0,-1-1 0 0 0,2 1 1 0 0,-2 0-1 0 0,1-1 0 0 0,-1 1 0 0 0,1-1 0 0 0,-1 1 0 0 0,1-1 0 0 0,-1 1 0 0 0,0-1 0 0 0,1 1 0 0 0,-1-1 0 0 0,0 1 0 0 0,1 0 0 0 0,-1-1 0 0 0,0 1 0 0 0,0-1 0 0 0,0 1 0 0 0,1 0 0 0 0,-1-1 0 0 0,0 1 0 0 0,0 0 0 0 0,0 1 0 0 0,4 0 7 0 0,60 30-37 0 0,-61-30 31 0 0,2 0-4 0 0,46 21 61 0 0,-46-21-83 0 0,-1 0-83 0 0,35 13 288 0 0,-34-14 110 0 0,-2 1-61 0 0,-1 0-177 0 0,0-1 0 0 0,0 1 1 0 0,0-1-1 0 0,0 1 1 0 0,0 0-1 0 0,0-1 0 0 0,-1 1 1 0 0,1 0-1 0 0,-1 0 1 0 0,1 1-1 0 0,-1-1 0 0 0,0 0 1 0 0,2 4-1 0 0,-2-2 133 0 0,-1 2-131 0 0,0 18-3 0 0,0-18-26 0 0,0 0-9 0 0,0 8-389 0 0,-1 1 1 0 0,-1-1-1 0 0,0 0 0 0 0,-1-1 0 0 0,0 1 1 0 0,-1 0-1 0 0,0-1 0 0 0,-1 0 0 0 0,-1 0 1 0 0,0 0-1 0 0,-10 15 0 0 0,2-11-1812 0 0,1 0-1 0 0,-2-1 1 0 0,-33 28 0 0 0,19-21-3885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64 3576 0 0,'0'0'8167'0'0,"-2"5"-7623"0"0,-33 52 1304 0 0,18-30-1439 0 0,1 1 1 0 0,1 0-1 0 0,-12 34 1 0 0,26-58-340 0 0,-5 15 73 0 0,4-14-135 0 0,1-1-2 0 0,0 1-14 0 0,-1 10 585 0 0,3-15-552 0 0,-1 0 0 0 0,1 0 0 0 0,0 1 0 0 0,-1-1 0 0 0,1 0 0 0 0,0-1 0 0 0,-1 1 0 0 0,1 0 0 0 0,0 0 0 0 0,-1 0 0 0 0,1 0 0 0 0,0 0 0 0 0,-1-1 0 0 0,1 1 0 0 0,0 0 0 0 0,-1-1 0 0 0,1 1 0 0 0,-1 0 0 0 0,1-1 0 0 0,-1 1 0 0 0,1-1 0 0 0,0 0 0 0 0,3-1-25 0 0,-4 1-1 0 0,0 1 1 0 0,0-1 0 0 0,0 0 0 0 0,0 0 0 0 0,0 0 0 0 0,0 0 0 0 0,0 1-1 0 0,0-1 1 0 0,1 0 0 0 0,-1 0 0 0 0,0 0 0 0 0,1 1 0 0 0,-1-1 0 0 0,1 0-1 0 0,-1 0 1 0 0,0 1 0 0 0,1-1 0 0 0,1-1 0 0 0,9-18 15 0 0,47-142 247 0 0,-20 64 679 0 0,-36 95-713 0 0,-2 3-225 0 0,1 0-1 0 0,-1 0 1 0 0,0 0-1 0 0,1-1 1 0 0,-1 1-1 0 0,0 0 1 0 0,1 0-1 0 0,-1 0 1 0 0,0 0-1 0 0,0-1 1 0 0,1 1-1 0 0,-1 0 1 0 0,0 0-1 0 0,1 0 1 0 0,-1-1-1 0 0,0 1 1 0 0,0 0-1 0 0,0-1 1 0 0,1 1-1 0 0,-1 0 1 0 0,0 0-1 0 0,0-1 1 0 0,0 1-1 0 0,0 0 1 0 0,0-1-1 0 0,1 1 1 0 0,-1 0-1 0 0,0-1 1 0 0,0 0 9 0 0,0 1-1 0 0,0-1 1 0 0,0 1 0 0 0,0 0-1 0 0,0-1 1 0 0,1 1 0 0 0,-1-1-1 0 0,0 1 1 0 0,0 0 0 0 0,1-1-1 0 0,-1 1 1 0 0,0 0 0 0 0,0-1-1 0 0,1 1 1 0 0,-1 0 0 0 0,0-1-1 0 0,1 1 1 0 0,-1 0 0 0 0,1-1 0 0 0,-1 1-1 0 0,0 0 1 0 0,1 0 0 0 0,-1 0-1 0 0,1-1 1 0 0,-1 1 0 0 0,0 0-1 0 0,1 0 1 0 0,-1 0 0 0 0,1 0-1 0 0,-1 0 1 0 0,1 0 0 0 0,-1 0-1 0 0,1 0 1 0 0,-1 0 0 0 0,0 0-1 0 0,1 0 1 0 0,0 0 0 0 0,3 1 5 0 0,-1 0 1 0 0,1 1-1 0 0,-1-1 1 0 0,1 1 0 0 0,-1-1-1 0 0,0 1 1 0 0,0 0-1 0 0,0 0 1 0 0,0 0-1 0 0,0 1 1 0 0,0-1 0 0 0,0 1-1 0 0,4 5 1 0 0,28 46-86 0 0,-27-40-115 0 0,14 32-1101 0 0,7 8-2151 0 0,-20-36 863 0 0,-1-4 492 0 0,-2-4-1087 0 0,10 16-3354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0 3984 0 0,'0'0'9037'0'0,"-3"2"-8292"0"0,1 0-626 0 0,0-1 1 0 0,0 1-1 0 0,1 0 1 0 0,-1 0-1 0 0,1 0 0 0 0,0 0 1 0 0,0 1-1 0 0,0-1 1 0 0,0 0-1 0 0,0 0 0 0 0,0 1 1 0 0,0-1-1 0 0,1 0 1 0 0,-1 1-1 0 0,1-1 0 0 0,0 1 1 0 0,-1-1-1 0 0,1 1 1 0 0,0-1-1 0 0,1 4 1 0 0,6 69 485 0 0,-2-39-378 0 0,12 100 261 0 0,2 27-2546 0 0,-18-159 1318 0 0,-1 1-91 0 0,1 1 352 0 0,1 3 150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8 168 2888 0 0,'0'0'1308'0'0,"1"-6"-190"0"0,0-20-179 0 0,-1 20-181 0 0,1 0-105 0 0,0 4-616 0 0,0-4 124 0 0,0 0 0 0 0,1 0 0 0 0,0 0 0 0 0,0 0 0 0 0,1 1-1 0 0,-1-1 1 0 0,1 1 0 0 0,0-1 0 0 0,1 1 0 0 0,-1 0 0 0 0,1 0-1 0 0,0 0 1 0 0,0 1 0 0 0,1-1 0 0 0,-1 1 0 0 0,8-5 0 0 0,-6 5-84 0 0,0 1 1 0 0,0-1-1 0 0,0 2 1 0 0,1-1-1 0 0,-1 0 1 0 0,0 1-1 0 0,1 1 1 0 0,0-1-1 0 0,-1 1 1 0 0,1 0-1 0 0,0 0 1 0 0,0 1-1 0 0,0 0 1 0 0,0 0-1 0 0,-1 0 1 0 0,1 1-1 0 0,0 0 1 0 0,10 4-1 0 0,-14-4-33 0 0,0 1-1 0 0,0-1 1 0 0,0 1-1 0 0,-1 0 0 0 0,1 0 1 0 0,0 0-1 0 0,-1 0 0 0 0,0 0 1 0 0,1 0-1 0 0,-1 1 0 0 0,0-1 1 0 0,0 1-1 0 0,-1 0 1 0 0,1 0-1 0 0,0-1 0 0 0,-1 1 1 0 0,0 0-1 0 0,1 0 0 0 0,-1 1 1 0 0,0-1-1 0 0,0 5 1 0 0,1-3 85 0 0,-3 1 16 0 0,-1 4-35 0 0,0 0 1 0 0,-1 0-1 0 0,0 0 1 0 0,0 0 0 0 0,-1-1-1 0 0,-1 0 1 0 0,1 0 0 0 0,-2 0-1 0 0,1 0 1 0 0,-1-1-1 0 0,0 0 1 0 0,-1 0 0 0 0,-9 9-1 0 0,14-15-27 0 0,-13 13 66 0 0,12-12-111 0 0,1 0-25 0 0,1-3-17 0 0,1 1-1 0 0,0-1 1 0 0,-1 0-1 0 0,1 1 1 0 0,-1-1-1 0 0,1 0 1 0 0,0 1 0 0 0,-1-1-1 0 0,1 1 1 0 0,0-1-1 0 0,0 1 1 0 0,-1-1 0 0 0,1 1-1 0 0,0-1 1 0 0,0 1-1 0 0,0-1 1 0 0,0 1-1 0 0,0-1 1 0 0,-1 1 0 0 0,1-1-1 0 0,0 1 1 0 0,0-1-1 0 0,0 1 1 0 0,0-1-1 0 0,1 1 1 0 0,-1-1 0 0 0,0 1-1 0 0,0 0 1 0 0,1 0-4 0 0,1 0 1 0 0,-1-1 0 0 0,1 1 0 0 0,-1 0-1 0 0,1-1 1 0 0,-1 1 0 0 0,1-1 0 0 0,0 1-1 0 0,-1-1 1 0 0,1 0 0 0 0,0 1-1 0 0,-1-1 1 0 0,1 0 0 0 0,2-1 0 0 0,16 3-52 0 0,-15-2 9 0 0,0 1 23 0 0,14 2-14 0 0,0 1 1 0 0,28 9-1 0 0,-26-3 207 0 0,-17-8-14 0 0,0 1 33 0 0,14 9 8 0 0,-14-9 23 0 0,-1 0-2 0 0,12 29 595 0 0,-15-29-768 0 0,1-1-1 0 0,-1 0 1 0 0,0 0-1 0 0,1 0 0 0 0,-1 0 1 0 0,0 0-1 0 0,0 0 1 0 0,0 0-1 0 0,-1 1 0 0 0,1-1 1 0 0,0 0-1 0 0,-1 0 1 0 0,0 0-1 0 0,1 0 0 0 0,-1 0 1 0 0,0 0-1 0 0,0 0 1 0 0,0 0-1 0 0,0-1 1 0 0,-2 3-1 0 0,-5 5 9 0 0,0-1 0 0 0,-1 1 0 0 0,0-2 0 0 0,0 1 0 0 0,-1-1 1 0 0,0-1-1 0 0,0 0 0 0 0,-1 0 0 0 0,0-1 0 0 0,-16 6 0 0 0,1-3-323 0 0,0-1 0 0 0,0-2-1 0 0,-46 5 1 0 0,66-9-121 0 0,0-2-102 0 0,-47-10-1434 0 0,50 10 1091 0 0,3 0 777 0 0,-1 0 0 0 0,1 1 0 0 0,0-1 0 0 0,0 0 0 0 0,0 1 0 0 0,0-1 0 0 0,0 0 0 0 0,-1 1 0 0 0,1-1 0 0 0,0 0 0 0 0,0 1 0 0 0,-1-1 0 0 0,1 1 0 0 0,-1-1 0 0 0,1 1 0 0 0,0-1 0 0 0,-1 1 0 0 0,1-1-1 0 0,-2 0 1 0 0,2 1 6 0 0,-1-1-1 0 0,1 1 1 0 0,-1-1-1 0 0,1 1 1 0 0,-1-1-1 0 0,1 1 1 0 0,0-1-1 0 0,-1 0 1 0 0,1 1-1 0 0,-1-1 0 0 0,1 0 1 0 0,0 1-1 0 0,0-1 1 0 0,0 0-1 0 0,-1 1 1 0 0,1-1-1 0 0,0 0 1 0 0,0 1-1 0 0,0-1 1 0 0,0 0-1 0 0,0 0 0 0 0,0 1 1 0 0,0-1-1 0 0,0 0 1 0 0,0 1-1 0 0,1-1 1 0 0,-1 0-1 0 0,0-1 1 0 0,23-57-5543 0 0,-7 34 1132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3364 0 0,'0'0'1610'0'0,"4"-2"-201"0"0,18-6 4433 0 0,-13 24-4839 0 0,-8-14-850 0 0,1 2 331 0 0,-1 1-56 0 0,25 227 1524 0 0,-25-226-2040 0 0,0 0-57 0 0,4 14 92 0 0,12 34-5648 0 0,-15-50 4406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11 220 3536 0 0,'-3'-4'1360'0'0,"2"2"-1202"0"0,1 1 0 0 0,-1-1 0 0 0,0 1 0 0 0,0-1 0 0 0,0 1 0 0 0,1-1 0 0 0,-1 0 0 0 0,1 1-1 0 0,-1-1 1 0 0,1 0 0 0 0,0 0 0 0 0,0 1 0 0 0,0-1 0 0 0,0 0 0 0 0,0 0 0 0 0,0 1 0 0 0,0-1 0 0 0,0 0 0 0 0,1 1 0 0 0,-1-1 0 0 0,1 0 0 0 0,-1 1 0 0 0,1-1 0 0 0,0 0 0 0 0,-1 1 0 0 0,1-1 0 0 0,0 1 0 0 0,2-3 0 0 0,6-4 37 0 0,1 1-1 0 0,0 0 1 0 0,0 1 0 0 0,0 0-1 0 0,1 1 1 0 0,14-6 0 0 0,77-23 134 0 0,-44 16-494 0 0,-11 4-366 0 0,12-5-1024 0 0,-15 1-3079 0 0,-18 5 390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20 3692 0 0,'-4'-2'1612'0'0,"-41"-10"2728"0"0,38 11-4119 0 0,0 1 1 0 0,0 0 0 0 0,1 0 0 0 0,-1 1-1 0 0,0-1 1 0 0,0 2 0 0 0,0-1 0 0 0,0 1-1 0 0,1 0 1 0 0,-1 0 0 0 0,1 1 0 0 0,-1-1-1 0 0,1 2 1 0 0,0-1 0 0 0,0 1-1 0 0,-7 5 1 0 0,4-3-63 0 0,1 1 0 0 0,0 0-1 0 0,0 0 1 0 0,0 1 0 0 0,1 0-1 0 0,0 0 1 0 0,-11 18 0 0 0,-8 34 190 0 0,23-50-289 0 0,2-8-57 0 0,0 0 1 0 0,1-1-1 0 0,-1 1 0 0 0,1 0 0 0 0,-1 0 1 0 0,1-1-1 0 0,0 1 0 0 0,0 0 1 0 0,0 0-1 0 0,0 0 0 0 0,0-1 0 0 0,1 4 1 0 0,0 7-14 0 0,0 0-4 0 0,1 0 1 0 0,0 0-1 0 0,1-1 1 0 0,5 17 0 0 0,-6-24-34 0 0,0 0 1 0 0,0 0 0 0 0,0 0-1 0 0,0 0 1 0 0,1 0 0 0 0,-1 0 0 0 0,1 0-1 0 0,0-1 1 0 0,0 0 0 0 0,1 1-1 0 0,-1-1 1 0 0,1-1 0 0 0,-1 1 0 0 0,1 0-1 0 0,0-1 1 0 0,5 3 0 0 0,-4-3 25 0 0,0 0 0 0 0,0-1 0 0 0,1 0 0 0 0,-1 0 1 0 0,0 0-1 0 0,0 0 0 0 0,1-1 0 0 0,-1 0 0 0 0,0 0 0 0 0,0 0 1 0 0,1-1-1 0 0,-1 0 0 0 0,0 0 0 0 0,0 0 0 0 0,0-1 0 0 0,0 0 1 0 0,0 1-1 0 0,0-2 0 0 0,0 1 0 0 0,6-5 0 0 0,1-1 145 0 0,1-1-1 0 0,-1 0 0 0 0,-1-1 0 0 0,0 0 1 0 0,-1-1-1 0 0,1 0 0 0 0,-2 0 0 0 0,9-15 1 0 0,-12 17-1 0 0,-4 8-110 0 0,-1-1 1 0 0,0 0-1 0 0,1 1 0 0 0,-1-1 1 0 0,0 0-1 0 0,0 0 0 0 0,0 0 1 0 0,-1 0-1 0 0,1 0 1 0 0,0 0-1 0 0,-1 0 0 0 0,0-1 1 0 0,1-1-1 0 0,1-7 118 0 0,0 3-57 0 0,1-6 71 0 0,-1 0 0 0 0,0-1 0 0 0,-1-17 0 0 0,-1 27-105 0 0,0-1 1 0 0,-1 0-1 0 0,0 0 1 0 0,0 1-1 0 0,-1-1 1 0 0,1 0 0 0 0,-1 1-1 0 0,-1 0 1 0 0,1-1-1 0 0,-1 1 1 0 0,0 0-1 0 0,-4-6 1 0 0,-26-20 116 0 0,29 28-143 0 0,-1 4-56 0 0,-2 0-114 0 0,1 0-1 0 0,0 1 0 0 0,0 0 1 0 0,0 0-1 0 0,1 0 0 0 0,-1 1 1 0 0,0 0-1 0 0,1 0 1 0 0,0 0-1 0 0,-1 1 0 0 0,-6 6 1 0 0,5-2-644 0 0,1 0 1 0 0,0 1-1 0 0,0 0 1 0 0,-8 18-1 0 0,13-23-535 0 0,1 0-346 0 0,-1 15-1174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4088 0 0,'0'0'1316'0'0,"2"-4"-213"0"0,-2 3-897 0 0,0 1 1 0 0,0-1-1 0 0,1 0 0 0 0,-1 0 0 0 0,0 1 0 0 0,0-1 0 0 0,1 0 0 0 0,-1 1 0 0 0,1-1 1 0 0,-1 1-1 0 0,0-1 0 0 0,1 0 0 0 0,-1 1 0 0 0,1-1 0 0 0,0 1 0 0 0,-1-1 1 0 0,1 1-1 0 0,-1-1 0 0 0,1 1 0 0 0,0 0 0 0 0,-1-1 0 0 0,1 1 0 0 0,0 0 1 0 0,-1 0-1 0 0,1-1 0 0 0,0 1 0 0 0,0 0 0 0 0,-1 0 0 0 0,1 0 0 0 0,1 0 0 0 0,8 2-586 0 0,-6-1 722 0 0,-2 11-85 0 0,-1 0 0 0 0,2 1 0 0 0,3 13 0 0 0,5 17 198 0 0,2 21-73 0 0,0-14 101 0 0,-8-35-249 0 0,1-1 0 0 0,0 1-1 0 0,1-1 1 0 0,14 22 0 0 0,-19-33-44 0 0,2 1 14 0 0,10 9-20 0 0,-11-10-35 0 0,2-1-14 0 0,15 4-40 0 0,-15-4-3 0 0,1-3-19 0 0,14-1-350 0 0,-2-2 0 0 0,1 0 0 0 0,0-1 0 0 0,-1-1 0 0 0,0 0 0 0 0,0-2 0 0 0,-1 0 0 0 0,0-1 0 0 0,0-1 0 0 0,21-16 0 0 0,6-8-2451 0 0,-5 5-2836 0 0,-21 15-555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0 3780 0 0,'0'0'8148'0'0,"-2"4"-7756"0"0,1 0-314 0 0,-1 0 1 0 0,1 0-1 0 0,0 0 1 0 0,0 0-1 0 0,1 0 1 0 0,-1 0-1 0 0,1 1 1 0 0,0-1-1 0 0,0 0 1 0 0,0 0-1 0 0,0 0 1 0 0,1 1-1 0 0,0-1 1 0 0,2 8 0 0 0,1 9 118 0 0,-1 1-136 0 0,29 248-1700 0 0,-29-214-1227 0 0,-2 0 0 0 0,-11 100 1 0 0,6-124-615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5 3044 0 0,'0'0'2603'0'0,"-5"0"-1709"0"0,-14-4-149 0 0,14 3-79 0 0,-15 16 776 0 0,20-15-1422 0 0,-1 0 0 0 0,1 0-1 0 0,-1 1 1 0 0,1-1 0 0 0,0 0 0 0 0,-1 0-1 0 0,1 0 1 0 0,-1 1 0 0 0,1-1-1 0 0,-1 0 1 0 0,1 0 0 0 0,0 1 0 0 0,-1-1-1 0 0,1 0 1 0 0,0 1 0 0 0,-1-1-1 0 0,1 0 1 0 0,0 1 0 0 0,-1-1 0 0 0,1 1-1 0 0,0-1 1 0 0,0 1 0 0 0,-1-1-1 0 0,1 0 1 0 0,0 1 0 0 0,0 0 0 0 0,0 0-5 0 0,0-1 1 0 0,-1 1 0 0 0,1-1-1 0 0,0 0 1 0 0,0 1-1 0 0,0-1 1 0 0,-1 1 0 0 0,1-1-1 0 0,0 1 1 0 0,0-1 0 0 0,-1 0-1 0 0,1 1 1 0 0,0-1 0 0 0,-1 0-1 0 0,1 1 1 0 0,-1-1 0 0 0,1 0-1 0 0,0 1 1 0 0,-1-1-1 0 0,1 0 1 0 0,-1 0 0 0 0,1 0-1 0 0,-1 1 1 0 0,1-1 0 0 0,-1 0-1 0 0,0 0 1 0 0,-2 4 217 0 0,-1 4-27 0 0,0 0 0 0 0,1 0 0 0 0,0 0 0 0 0,0 0-1 0 0,0 0 1 0 0,-1 17 0 0 0,3-20-46 0 0,2-5-151 0 0,-1 0-1 0 0,1 1 0 0 0,-1-1 1 0 0,0 0-1 0 0,1 1 1 0 0,-1-1-1 0 0,0 0 1 0 0,1 1-1 0 0,-1-1 0 0 0,0 1 1 0 0,1-1-1 0 0,-1 0 1 0 0,0 1-1 0 0,0-1 1 0 0,1 1-1 0 0,-1-1 1 0 0,0 1-1 0 0,0-1 0 0 0,0 1 1 0 0,0-1-1 0 0,0 1 1 0 0,0-1-1 0 0,0 2 1 0 0,0-2-1 0 0,0 1 0 0 0,0-1 0 0 0,0 1 1 0 0,1-1-1 0 0,-1 1 0 0 0,0-1 0 0 0,0 1 0 0 0,0-1 1 0 0,0 0-1 0 0,0 1 0 0 0,1-1 0 0 0,-1 1 1 0 0,0-1-1 0 0,0 1 0 0 0,1-1 0 0 0,-1 0 1 0 0,0 1-1 0 0,1-1 0 0 0,-1 1 0 0 0,0-1 0 0 0,1 0 1 0 0,-1 0-1 0 0,1 1 0 0 0,1 0 12 0 0,0 0-1 0 0,-1 0 0 0 0,1 0 1 0 0,-1 1-1 0 0,1-1 1 0 0,-1 0-1 0 0,1 0 0 0 0,-1 1 1 0 0,0-1-1 0 0,2 4 1 0 0,0-2 82 0 0,2 0-10 0 0,12 8-16 0 0,-12-9-17 0 0,0 0-10 0 0,43 16 115 0 0,-44-16-141 0 0,2-1 25 0 0,16 4-7 0 0,-17-3-41 0 0,0-1-80 0 0,40 18 427 0 0,-41-16-222 0 0,-1-2-78 0 0,-1 1 1 0 0,0 0 0 0 0,0 0 0 0 0,-1 0-1 0 0,1 0 1 0 0,0 0 0 0 0,-1 1 0 0 0,1-1-1 0 0,-1 0 1 0 0,0 1 0 0 0,1-1 0 0 0,-1 1 0 0 0,0 3-1 0 0,1-3 273 0 0,-3-1-300 0 0,1-1-1 0 0,-1 1 1 0 0,1-1-1 0 0,0 1 1 0 0,-1-1-1 0 0,1 1 0 0 0,0-1 1 0 0,0 1-1 0 0,0 0 1 0 0,0-1-1 0 0,0 1 1 0 0,1 1-1 0 0,-1 1 24 0 0,0 1 83 0 0,-2 0 6 0 0,-1 3-130 0 0,-1-1 0 0 0,0 1-1 0 0,0-1 1 0 0,-1 0 0 0 0,0 0-1 0 0,0-1 1 0 0,0 0-1 0 0,-1 1 1 0 0,0-2 0 0 0,-1 1-1 0 0,1-1 1 0 0,-1 0 0 0 0,0 0-1 0 0,0-1 1 0 0,-9 5-1 0 0,12-8-359 0 0,-2 1-118 0 0,-58 4-2227 0 0,59-5 2121 0 0,0-1 1 0 0,0-1 0 0 0,0 1-1 0 0,0-1 1 0 0,0 0-1 0 0,1 0 1 0 0,-1 0 0 0 0,0-1-1 0 0,0 1 1 0 0,1-1 0 0 0,-1 0-1 0 0,-4-3 1 0 0,-11-6-3695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0 159 3716 0 0,'3'-3'1172'0'0,"4"-6"-445"0"0,2 0-1 0 0,-1 1 1 0 0,1 0-1 0 0,0 1 0 0 0,1 0 1 0 0,19-11-1 0 0,25-4-1324 0 0,0 3-1 0 0,57-11 1 0 0,-49 13-4050 0 0,-57 16 1158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28 2620 0 0,'3'-3'1440'0'0,"15"-9"4340"0"0,-8-1-4006 0 0,-18 14-109 0 0,-7 1-1607 0 0,12 2 88 0 0,-7 11-56 0 0,0 1-1 0 0,1-1 1 0 0,0 1-1 0 0,-11 33 1 0 0,16-39-81 0 0,1 1 1 0 0,0 0 0 0 0,1 0-1 0 0,0 0 1 0 0,1 0 0 0 0,0 0-1 0 0,1 1 1 0 0,0-1 0 0 0,3 17-1 0 0,-2-24-51 0 0,0 1 0 0 0,0-1 1 0 0,1 0-1 0 0,-1 0 0 0 0,1 0 0 0 0,0 0 0 0 0,0 0 0 0 0,1 0 0 0 0,-1 0 0 0 0,1-1 0 0 0,0 1 0 0 0,-1-1 0 0 0,8 6 1 0 0,-7-7-97 0 0,2 0-10 0 0,1 0 124 0 0,0 0 0 0 0,0-1 0 0 0,1 0 1 0 0,-1 0-1 0 0,1 0 0 0 0,-1-1 0 0 0,0 0 0 0 0,1 0 0 0 0,-1-1 0 0 0,0 1 0 0 0,1-2 0 0 0,-1 1 0 0 0,10-4 1 0 0,-9 3 48 0 0,-1-1 0 0 0,1 0 0 0 0,0 0 0 0 0,-1-1 0 0 0,0 0 0 0 0,0 0 0 0 0,0 0 0 0 0,0-1 0 0 0,-1 0 0 0 0,1 0 0 0 0,-1 0 1 0 0,-1-1-1 0 0,1 1 0 0 0,-1-1 0 0 0,5-8 0 0 0,-6 7-93 0 0,0 1 0 0 0,0-1 0 0 0,0 0 0 0 0,-1 0 0 0 0,0-1 0 0 0,0 1 1 0 0,-1 0-1 0 0,0-1 0 0 0,0 1 0 0 0,-1-1 0 0 0,0 1 0 0 0,0-1 0 0 0,-1 0 0 0 0,0 1 0 0 0,0 0 0 0 0,0-1 0 0 0,-1 1 1 0 0,-1 0-1 0 0,-3-10 0 0 0,4 12-200 0 0,0 0 1 0 0,-1-1 0 0 0,0 2-1 0 0,0-1 1 0 0,0 0 0 0 0,0 0-1 0 0,-6-5 1 0 0,8 9 195 0 0,-1-2-678 0 0,0 3 628 0 0,0-1 0 0 0,1 1 0 0 0,-1-1 0 0 0,1 1 0 0 0,-1-1 0 0 0,1 1 0 0 0,-1-1 0 0 0,1 0 0 0 0,0 0-1 0 0,-1 0 1 0 0,1 1 0 0 0,-2-3 0 0 0,0 1-167 0 0,-1-1-923 0 0,-1 3-931 0 0,-20-3-1489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48 2772 0 0,'-2'-4'1708'0'0,"-6"-12"-251"0"0,6 12 701 0 0,0 0-1297 0 0,-6-11-137 0 0,6 11 2286 0 0,0 13-2926 0 0,0-1 0 0 0,1 1 0 0 0,0 0 0 0 0,1 0-1 0 0,0 0 1 0 0,2 17 0 0 0,-2-15-57 0 0,-17 619-9132 0 0,15-602 8810 0 0,-1 24-3569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64 4348 0 0,'0'-5'1597'0'0,"-1"-13"-454"0"0,0-23 5498 0 0,1 42-6627 0 0,0-1 1 0 0,0 1 0 0 0,0-1 0 0 0,0 0 0 0 0,1 1 0 0 0,-1-1-1 0 0,0 1 1 0 0,0-1 0 0 0,0 0 0 0 0,0 1 0 0 0,0-1 0 0 0,0 0-1 0 0,1 1 1 0 0,-1-1 0 0 0,0 0 0 0 0,0 1 0 0 0,1-1 0 0 0,-1 0-1 0 0,0 0 1 0 0,0 1 0 0 0,1-1 0 0 0,-1 0 0 0 0,0 0-1 0 0,1 1 1 0 0,-1-1 0 0 0,0 0 0 0 0,1 0 0 0 0,0 1 0 0 0,0-1-3 0 0,-1 1 1 0 0,1-1 0 0 0,0 1 0 0 0,0-1 0 0 0,0 1 0 0 0,0 0 0 0 0,-1-1 0 0 0,1 1 0 0 0,0 0 0 0 0,0 0-1 0 0,-1 0 1 0 0,1 0 0 0 0,-1-1 0 0 0,1 1 0 0 0,-1 0 0 0 0,1 0 0 0 0,0 2 0 0 0,16 56 296 0 0,32 151-4185 0 0,-45-192 3228 0 0,6 19-5035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21 4172 0 0,'0'0'1370'0'0,"1"-4"-244"0"0,-1 4-1017 0 0,0-1 0 0 0,1 1-1 0 0,-1-1 1 0 0,0 1 0 0 0,0-1 0 0 0,0 1-1 0 0,1-1 1 0 0,-1 1 0 0 0,0-1 0 0 0,0 1 0 0 0,0-1-1 0 0,0 1 1 0 0,0-1 0 0 0,0 1 0 0 0,0-1 0 0 0,0 1-1 0 0,0-1 1 0 0,0 1 0 0 0,0-1 0 0 0,-1 1 0 0 0,1-1-1 0 0,0 1 1 0 0,0-1 0 0 0,0 1 0 0 0,-1-1 0 0 0,1 1-1 0 0,0-1 1 0 0,-1 1 0 0 0,1 0 0 0 0,0-1-1 0 0,-1 0 1 0 0,-16 1 2000 0 0,14 0-2605 0 0,0 1 548 0 0,1 0-1 0 0,-1 1 1 0 0,1-1-1 0 0,-1 1 1 0 0,1-1-1 0 0,0 1 0 0 0,0 0 1 0 0,0 0-1 0 0,0 0 1 0 0,0 0-1 0 0,0 0 0 0 0,0 0 1 0 0,1 1-1 0 0,-1-1 1 0 0,-2 5-1 0 0,-3 3 12 0 0,1 0 0 0 0,0 1 1 0 0,0-1-1 0 0,1 1 0 0 0,1 1 0 0 0,0-1 0 0 0,-5 22 1 0 0,8-29-39 0 0,1 2 92 0 0,7 50-714 0 0,-5-51 393 0 0,1-1 6 0 0,1 0 112 0 0,0 0 0 0 0,1 0-1 0 0,0 0 1 0 0,-1 0 0 0 0,9 3-1 0 0,-9-5 15 0 0,1-2 38 0 0,14 1 32 0 0,-14 0-21 0 0,0-3-101 0 0,1 1 183 0 0,-1 0-1 0 0,0-1 1 0 0,1 0-1 0 0,-1 0 1 0 0,0-1-1 0 0,0 0 1 0 0,0 0 0 0 0,0 0-1 0 0,-1 0 1 0 0,1 0-1 0 0,-1-1 1 0 0,4-5-1 0 0,0-2 84 0 0,-2-2-1 0 0,1 1 0 0 0,6-21 1 0 0,-12 28 5 0 0,0-1-13 0 0,0-3-54 0 0,-1-1 0 0 0,0 1-1 0 0,-1-1 1 0 0,0 1 0 0 0,0 0 0 0 0,-5-15-1 0 0,5 20-76 0 0,-17-12-1824 0 0,15 17 1464 0 0,-13 6 1 0 0,13-6-12 0 0,6 3-468 0 0,4 0 619 0 0,-1 0-1 0 0,0 0 1 0 0,1 0-1 0 0,0-1 0 0 0,0 0 1 0 0,0-1-1 0 0,0 1 1 0 0,0-1-1 0 0,1-1 1 0 0,-1 1-1 0 0,9-1 0 0 0,12 2-69 0 0,45-3-1 0 0,-59 0 454 0 0,9-3-14 0 0,0-2 215 0 0,63-18 1399 0 0,-81 21-1349 0 0,-4 2-361 0 0,1 0 1 0 0,-1-1-1 0 0,1 1 1 0 0,-1-1-1 0 0,1 1 1 0 0,-1-1-1 0 0,0 1 1 0 0,1-1-1 0 0,-1 0 1 0 0,0 0-1 0 0,0 0 1 0 0,3-1-1 0 0,-2 0 64 0 0,2 0 610 0 0,-1 0-406 0 0,6-8 156 0 0,-21 13 460 0 0,6-1-809 0 0,0 1 0 0 0,1 0 0 0 0,-1 0 0 0 0,1 1 0 0 0,-7 5 0 0 0,3 0-50 0 0,1 1 1 0 0,0 0 0 0 0,1 1-1 0 0,0 0 1 0 0,0 0-1 0 0,1 0 1 0 0,1 1-1 0 0,0 0 1 0 0,-5 17-1 0 0,9-24-14 0 0,1 1-82 0 0,0-3-32 0 0,0 1-1 0 0,0 0 1 0 0,0-1-1 0 0,0 1 1 0 0,1 0-1 0 0,0-1 1 0 0,0 1-1 0 0,0 0 1 0 0,0-1-1 0 0,0 1 1 0 0,1-1-1 0 0,-1 0 1 0 0,1 1-1 0 0,0-1 1 0 0,0 0-1 0 0,0 0 1 0 0,1 0-1 0 0,-1 0 1 0 0,1-1-1 0 0,-1 1 1 0 0,1-1-1 0 0,0 1 1 0 0,0-1-1 0 0,0 0 1 0 0,0 0-1 0 0,0 0 1 0 0,1-1-1 0 0,5 3 1 0 0,-2-2 27 0 0,0 0 0 0 0,-1-1 0 0 0,2 0 0 0 0,-1 0 0 0 0,0 0 1 0 0,0-1-1 0 0,0 0 0 0 0,0-1 0 0 0,0 1 0 0 0,0-1 0 0 0,0-1 0 0 0,0 1 0 0 0,0-1 0 0 0,0 0 1 0 0,-1-1-1 0 0,1 0 0 0 0,-1 0 0 0 0,0 0 0 0 0,0-1 0 0 0,0 0 0 0 0,0 0 0 0 0,0 0 0 0 0,6-7 0 0 0,21-38-542 0 0,-31 44 387 0 0,0 1 0 0 0,-1-1-1 0 0,0 0 1 0 0,0 1 0 0 0,0-1-1 0 0,0 0 1 0 0,-1 0 0 0 0,0 0-1 0 0,0 0 1 0 0,0 0 0 0 0,-1 0 0 0 0,1 0-1 0 0,-3-5 1 0 0,1 1-651 0 0,0 0 0 0 0,-1 1 0 0 0,-1-1 1 0 0,0 1-1 0 0,-9-16 0 0 0,-7-3-3863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25 182 3736 0 0,'0'0'1144'0'0,"-4"-1"-191"0"0,-13-4-225 0 0,13 4 376 0 0,8-1-715 0 0,33-16-111 0 0,0 2 1 0 0,1 1-1 0 0,64-15 0 0 0,-23 6-457 0 0,133-37-5085 0 0,-180 52 1580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 3504 0 0,'0'0'4572'0'0,"-3"2"-3957"0"0,-25 27 1172 0 0,26-26-1479 0 0,0 1-47 0 0,-8 12-56 0 0,8-11 7 0 0,1-1-9 0 0,-2 5 34 0 0,2 0 0 0 0,-1 0 0 0 0,1 0 0 0 0,1 0 0 0 0,0 17 0 0 0,1-21-107 0 0,15 13 288 0 0,-12-16-306 0 0,11 8-20 0 0,-12-8-20 0 0,2 1-9 0 0,15 5-20 0 0,-15-5-1 0 0,0-2-17 0 0,16 6-14 0 0,-15-6 9 0 0,-2 1-9 0 0,15 6 4 0 0,-15-6-15 0 0,1-1-32 0 0,11 5 44 0 0,-12-5 23 0 0,-1 1 17 0 0,31 24 331 0 0,-31-23-224 0 0,-1 1-28 0 0,5 11 15 0 0,-5-11 177 0 0,-2 2-166 0 0,0-1-116 0 0,0 0 1 0 0,0 0-1 0 0,0 0 1 0 0,-1 0-1 0 0,0 0 1 0 0,1 0-1 0 0,-2 0 1 0 0,1 0-1 0 0,-1 0 0 0 0,0-1 1 0 0,0 1-1 0 0,0 0 1 0 0,0-1-1 0 0,-6 8 1 0 0,-6 4-249 0 0,0-1 0 0 0,-30 24 0 0 0,41-36-234 0 0,1-3 357 0 0,1 1 1 0 0,0-1-1 0 0,0 1 0 0 0,-1-1 1 0 0,1 1-1 0 0,0 0 1 0 0,0 0-1 0 0,0-1 1 0 0,0 1-1 0 0,0 0 0 0 0,0 0 1 0 0,-2 2-1 0 0,2-2-73 0 0,-2 1-601 0 0,-2-1-919 0 0,-16 5-441 0 0,17-8-571 0 0,-13-4 273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1 232 2664 0 0,'0'0'1329'0'0,"1"-4"-209"0"0,2-13-157 0 0,-2 12-155 0 0,0 3-661 0 0,-1 0 0 0 0,1 0 1 0 0,0 0-1 0 0,0 1 0 0 0,0-1 0 0 0,0 0 0 0 0,0 0 1 0 0,1 1-1 0 0,-1-1 0 0 0,0 1 0 0 0,1-1 0 0 0,-1 1 1 0 0,1-1-1 0 0,0 1 0 0 0,-1 0 0 0 0,4-2 0 0 0,38-21 1650 0 0,173-62 1955 0 0,-95 39-2488 0 0,-116 45-1124 0 0,-1 0-11 0 0,13-4-3 0 0,-12 4 258 0 0,-1 1-286 0 0,12-5 4 0 0,-12 5 418 0 0,-5 7-466 0 0,-4 15-18 0 0,4-15 2 0 0,-1-1 1 0 0,-7 22-9 0 0,0 1 1 0 0,-9 48-1 0 0,18-71-22 0 0,0 1 2 0 0,3 47 145 0 0,-3-49-185 0 0,3 1-42 0 0,6 12 62 0 0,-7-13 43 0 0,0-3-17 0 0,0 0-1 0 0,-1 0 0 0 0,1 0 0 0 0,0 0 1 0 0,-1 0-1 0 0,1 0 0 0 0,-1 1 1 0 0,0-1-1 0 0,1 0 0 0 0,1 3 0 0 0,1-1 12 0 0,1-1-45 0 0,13 3 1 0 0,-13-3-2 0 0,0-3-3 0 0,0 1 24 0 0,1 0-1 0 0,-1 0 1 0 0,1-1-1 0 0,-1 0 1 0 0,1 0 0 0 0,-1-1-1 0 0,0 1 1 0 0,0-1 0 0 0,0 0-1 0 0,0 0 1 0 0,0-1-1 0 0,0 0 1 0 0,0 0 0 0 0,-1 0-1 0 0,1 0 1 0 0,-1-1-1 0 0,0 1 1 0 0,0-1 0 0 0,0 0-1 0 0,-1-1 1 0 0,0 1-1 0 0,1 0 1 0 0,4-10 0 0 0,6-28-243 0 0,-13 38 123 0 0,-1-3-254 0 0,0 3 315 0 0,1-1-170 0 0,-1 1 1 0 0,0 0 0 0 0,0 0 0 0 0,0 0 0 0 0,0 0 0 0 0,-1 0 0 0 0,1 0-1 0 0,-1-1 1 0 0,0 1 0 0 0,0 0 0 0 0,-1 1 0 0 0,1-1 0 0 0,-1 0-1 0 0,-3-4 1 0 0,-38-42-4826 0 0,33 41 1758 0 0,-17-7-2347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70 175 3296 0 0,'-64'9'4055'0'0,"58"-8"-750"0"0,11-4-3144 0 0,16-8-104 0 0,1 1 1 0 0,0 1-1 0 0,0 2 0 0 0,1 0 1 0 0,32-6-1 0 0,8-2-34 0 0,-19 2-314 0 0,126-35-190 0 0,-59 9-5257 0 0,-87 29 1104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28 4352 0 0,'0'-4'1546'0'0,"-3"-20"5584"0"0,3 30-6927 0 0,9 56 213 0 0,23 190-790 0 0,-32-250 308 0 0,0 1 0 0 0,0 0 0 0 0,1 0-1 0 0,-1 0 1 0 0,1-1 0 0 0,0 1 0 0 0,0 0 0 0 0,0-1-1 0 0,1 4 1 0 0,10 19-801 0 0,-12-23 729 0 0,18 40-1786 0 0,1-13-3196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49 3016 0 0,'0'0'2195'0'0,"-2"-3"-1373"0"0,1 2-711 0 0,1 0 0 0 0,-1 0 1 0 0,0 0-1 0 0,1 1 0 0 0,-1-1 1 0 0,0 0-1 0 0,0 0 1 0 0,0 1-1 0 0,0-1 0 0 0,0 1 1 0 0,1-1-1 0 0,-1 0 1 0 0,0 1-1 0 0,0 0 0 0 0,0-1 1 0 0,0 1-1 0 0,0 0 0 0 0,-1-1 1 0 0,1 1-1 0 0,0 0 1 0 0,0 0-1 0 0,0 0 0 0 0,0 0 1 0 0,0 0-1 0 0,0 0 0 0 0,0 0 1 0 0,0 0-1 0 0,0 0 1 0 0,0 1-1 0 0,0-1 0 0 0,0 0 1 0 0,0 1-1 0 0,0-1 1 0 0,-2 2-1 0 0,-2-1 151 0 0,-14 78 704 0 0,19-74-860 0 0,0 1-22 0 0,0 3-53 0 0,1-1 0 0 0,0 0 0 0 0,0 0-1 0 0,1 0 1 0 0,0 0 0 0 0,0 0 0 0 0,1-1 0 0 0,0 1 0 0 0,0-1 0 0 0,6 10-1 0 0,-7-14-10 0 0,-2-3-17 0 0,1 1 0 0 0,-1-1 1 0 0,0 1-1 0 0,0-1 0 0 0,0 1 0 0 0,0-1 1 0 0,1 0-1 0 0,-1 1 0 0 0,0-1 1 0 0,1 1-1 0 0,-1-1 0 0 0,0 1 0 0 0,0-1 1 0 0,1 0-1 0 0,-1 1 0 0 0,1-1 1 0 0,-1 0-1 0 0,0 1 0 0 0,1-1 0 0 0,-1 0 1 0 0,1 0-1 0 0,-1 1 0 0 0,1-1 1 0 0,-1 0-1 0 0,1 0 0 0 0,0 0 0 0 0,-1 0 0 0 0,1 1-1 0 0,-1-1 0 0 0,1 0 0 0 0,-1 0 0 0 0,1 0 1 0 0,-1 1-1 0 0,1-1 0 0 0,-1 0 0 0 0,1 0 0 0 0,-1 1 0 0 0,1-1 1 0 0,-1 0-1 0 0,0 1 0 0 0,1-1 0 0 0,-1 0 0 0 0,0 1 0 0 0,1-1 1 0 0,-1 1-1 0 0,0-1 0 0 0,0 1 0 0 0,1-1 0 0 0,-1 0 0 0 0,0 1 1 0 0,0-1-1 0 0,0 1 0 0 0,1 0 0 0 0,20 9 152 0 0,9-11 51 0 0,-24 0-46 0 0,-2-1 82 0 0,2-3-145 0 0,-1 0 0 0 0,1-1 0 0 0,-1 0 0 0 0,0 0-1 0 0,0-1 1 0 0,-1 1 0 0 0,5-10 0 0 0,-7 12-6 0 0,-1-2-2 0 0,2-17-20 0 0,-2 17-20 0 0,-2 1 7 0 0,-1-17-28 0 0,2 16-19 0 0,-1 6-7 0 0,1 0 1 0 0,-1-1-1 0 0,1 1 1 0 0,-1 0 0 0 0,1-1-1 0 0,0 1 1 0 0,-1-1 0 0 0,1 1-1 0 0,0-1 1 0 0,0 1-1 0 0,-1-1 1 0 0,1 1 0 0 0,0-1-1 0 0,0 0 1 0 0,0 1-1 0 0,0-1 1 0 0,-1 1 0 0 0,1-1-1 0 0,0 1 1 0 0,0-1 0 0 0,0 0-1 0 0,0 0 1 0 0,1 0-3 0 0,-1 0 0 0 0,-1 0 0 0 0,1-1 0 0 0,0 1 0 0 0,0 0 0 0 0,0 0 0 0 0,0 0 0 0 0,-1 0 0 0 0,1 0 0 0 0,-1 0 0 0 0,1-1 0 0 0,-1 1 0 0 0,1 0 1 0 0,-1 0-1 0 0,-1-1 0 0 0,-9-12 370 0 0,2 1-2379 0 0,10 12 1963 0 0,-1 1 0 0 0,0-1 1 0 0,0 1-1 0 0,1-1 0 0 0,-1 1 0 0 0,0-1 1 0 0,1 1-1 0 0,-1-1 0 0 0,1 1 1 0 0,-1-1-1 0 0,1 1 0 0 0,-1 0 1 0 0,1-1-1 0 0,-1 1 0 0 0,1 0 1 0 0,-1-1-1 0 0,1 1 0 0 0,-1 0 1 0 0,1 0-1 0 0,-1-1 0 0 0,1 1 0 0 0,0 0 1 0 0,-1 0-1 0 0,1 0 0 0 0,-1 0 1 0 0,1 0-1 0 0,1 0 0 0 0,2-1-173 0 0,3 0 61 0 0,4 0 124 0 0,10-1-74 0 0,1-2-1 0 0,-1 0 1 0 0,32-10 0 0 0,-11-2 713 0 0,-37 14-196 0 0,-5 2-393 0 0,1 0 0 0 0,-1 0 0 0 0,1 0 0 0 0,0 0 0 0 0,-1 0-1 0 0,1 0 1 0 0,-1 0 0 0 0,1-1 0 0 0,-1 1 0 0 0,1 0 0 0 0,-1 0 0 0 0,1 0 0 0 0,-1-1 0 0 0,1 1 0 0 0,-1 0 0 0 0,1 0 0 0 0,-1-1-1 0 0,1 1 1 0 0,-1 0 0 0 0,0-1 0 0 0,1 1 0 0 0,-1 0 0 0 0,1-2 0 0 0,0 2 65 0 0,-1-1 0 0 0,0 1 1 0 0,1-1-1 0 0,-1 1 0 0 0,1-1 1 0 0,-1 1-1 0 0,1 0 0 0 0,-1-1 0 0 0,1 1 1 0 0,0 0-1 0 0,-1-1 0 0 0,1 1 1 0 0,-1 0-1 0 0,1 0 0 0 0,0 0 0 0 0,-1-1 1 0 0,1 1-1 0 0,-1 0 0 0 0,2 0 1 0 0,-1 4-27 0 0,0 1-41 0 0,-1-1 1 0 0,0 1-1 0 0,0 0 1 0 0,0-1 0 0 0,0 1-1 0 0,-1-1 1 0 0,0 1 0 0 0,0-1-1 0 0,0 1 1 0 0,-1-1 0 0 0,1 0-1 0 0,-4 7 1 0 0,1-2 11 0 0,0 0 0 0 0,1 0 0 0 0,1 1 0 0 0,0-1 0 0 0,0 1 0 0 0,-1 12 0 0 0,2-14-30 0 0,1 0-1 0 0,-1 0 0 0 0,2 0 0 0 0,-1 0 1 0 0,1 0-1 0 0,0 0 0 0 0,0 0 1 0 0,1-1-1 0 0,0 1 0 0 0,1 0 1 0 0,0-1-1 0 0,0 1 0 0 0,0-1 1 0 0,9 12-1 0 0,-10-16-63 0 0,2 0-4 0 0,0 0 51 0 0,-3-2 16 0 0,0 0 0 0 0,0-1 0 0 0,0 1 0 0 0,0 0 0 0 0,0 0 0 0 0,1 0 0 0 0,-1-1 0 0 0,0 1 0 0 0,0-1 0 0 0,1 1 0 0 0,-1-1 0 0 0,1 1 0 0 0,-1-1 0 0 0,0 0 0 0 0,1 0 0 0 0,1 1 0 0 0,15 1-20 0 0,-14-2 30 0 0,0-1 1 0 0,0 1-1 0 0,-1-1 0 0 0,1 0 1 0 0,0 0-1 0 0,-1 0 0 0 0,1 0 1 0 0,-1 0-1 0 0,1-1 0 0 0,-1 0 1 0 0,6-3-1 0 0,-4 2 18 0 0,1-1 35 0 0,-1-1 1 0 0,1 0-1 0 0,-1 0 1 0 0,0 0-1 0 0,0-1 1 0 0,-1 1 0 0 0,1-1-1 0 0,-1 0 1 0 0,-1 0-1 0 0,1-1 1 0 0,-1 1-1 0 0,0-1 1 0 0,2-9-1 0 0,-3 13-51 0 0,5-28-2 0 0,-6 26-122 0 0,-1-2-130 0 0,1 4 212 0 0,-1-1-97 0 0,0 0 0 0 0,0 1 0 0 0,0-1 1 0 0,0 1-1 0 0,0-1 0 0 0,-1 0 0 0 0,1 1 1 0 0,-1-1-1 0 0,0 1 0 0 0,0 0 0 0 0,0-1 0 0 0,-1 1 1 0 0,1 0-1 0 0,-1-1 0 0 0,0 1 0 0 0,-2-4 1 0 0,-4 1-1062 0 0,0 0 0 0 0,-1 0 1 0 0,1 0-1 0 0,-13-5 0 0 0,14 8-4019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38 3452 0 0,'0'0'5085'0'0,"-1"-5"-4237"0"0,-3-16 4410 0 0,2 17-4994 0 0,-3-4 390 0 0,4 20-334 0 0,6 39-460 0 0,-2-14-424 0 0,12 102-2249 0 0,-2-39-2877 0 0,-12-88 4597 0 0,5 28-4448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126 144 2632 0 0,'2'-1'443'0'0,"1"-1"0"0"0,-1 0 0 0 0,0 0 0 0 0,1 0 0 0 0,-1 0 0 0 0,0-1 0 0 0,0 1 0 0 0,-1-1 0 0 0,1 1 0 0 0,0-1 0 0 0,-1 1 0 0 0,0-1 0 0 0,1 0 0 0 0,-1 0 0 0 0,0 0 0 0 0,0 0 0 0 0,0-4 0 0 0,2-6-640 0 0,-2 7 862 0 0,-1 2-505 0 0,0-1 0 0 0,0 1 1 0 0,-1 0-1 0 0,1-1 0 0 0,-1 1 0 0 0,0 0 0 0 0,0-1 0 0 0,0 1 0 0 0,-3-6 0 0 0,4 8-125 0 0,-2-2 310 0 0,2 4-340 0 0,-1 0 0 0 0,1 0 0 0 0,0-1 0 0 0,0 1 0 0 0,-1 0 0 0 0,1 0 0 0 0,0 0 0 0 0,0 0 0 0 0,-1 0 0 0 0,1 0 0 0 0,0-1 0 0 0,0 1 0 0 0,-1 0 0 0 0,1 0 0 0 0,0 0 0 0 0,0-1 0 0 0,-1 1 0 0 0,1 0 0 0 0,0 0 0 0 0,0 0 0 0 0,0-1 0 0 0,0 1 0 0 0,-1 0 0 0 0,1 0 0 0 0,0-1 0 0 0,0 1 0 0 0,0 0 0 0 0,0-1 0 0 0,0 1 0 0 0,0 0 0 0 0,0 0 0 0 0,0-1 0 0 0,0 1 0 0 0,0-1 0 0 0,0 1 9 0 0,0-1 0 0 0,0 0-1 0 0,0 1 1 0 0,-1-1-1 0 0,1 1 1 0 0,0-1-1 0 0,0 1 1 0 0,0-1-1 0 0,-1 0 1 0 0,1 1-1 0 0,0-1 1 0 0,-1 1-1 0 0,1-1 1 0 0,-1 1 0 0 0,1-1-1 0 0,0 1 1 0 0,-1 0-1 0 0,1-1 1 0 0,-1 1-1 0 0,1-1 1 0 0,-1 1-1 0 0,1 0 1 0 0,-1 0-1 0 0,1-1 1 0 0,-1 1-1 0 0,0 0 1 0 0,1 0 0 0 0,-1-1-1 0 0,0 1 1 0 0,-2 0 0 0 0,0 0 0 0 0,0-1 0 0 0,0 1 0 0 0,0 1 1 0 0,0-1-1 0 0,0 0 0 0 0,0 1 0 0 0,0-1 0 0 0,0 1 1 0 0,0 0-1 0 0,0 0 0 0 0,1 0 0 0 0,-1 0 0 0 0,0 1 1 0 0,1-1-1 0 0,-1 1 0 0 0,1 0 0 0 0,-1-1 0 0 0,1 1 1 0 0,0 0-1 0 0,0 1 0 0 0,-3 2 0 0 0,-4 7 12 0 0,0 1-1 0 0,1 0 1 0 0,0 1-1 0 0,1-1 0 0 0,0 2 1 0 0,-7 25-1 0 0,12-36-98 0 0,2 2 50 0 0,-2 1 24 0 0,2 40-5 0 0,1-42-4 0 0,0 0 32 0 0,4 14 51 0 0,-5-18-89 0 0,1 0 1 0 0,-1 0 0 0 0,0 0-1 0 0,1 0 1 0 0,-1 0-1 0 0,1 0 1 0 0,-1 0-1 0 0,1 0 1 0 0,0-1-1 0 0,-1 1 1 0 0,1 0-1 0 0,0 0 1 0 0,-1-1-1 0 0,1 1 1 0 0,0 0-1 0 0,0-1 1 0 0,0 1-1 0 0,0-1 1 0 0,0 1-1 0 0,0-1 1 0 0,0 1-1 0 0,-1-1 1 0 0,1 0-1 0 0,0 1 1 0 0,1-1-1 0 0,-1 0 1 0 0,0 0-1 0 0,1 0 1 0 0,18-2 2 0 0,-15 2-5 0 0,-4-2 2 0 0,-1 1 11 0 0,1 0 0 0 0,0 0 1 0 0,0 0-1 0 0,0 0 1 0 0,0 0-1 0 0,1 0 0 0 0,-1 0 1 0 0,0 0-1 0 0,0 1 1 0 0,0-1-1 0 0,3-1 0 0 0,-1 1-2 0 0,1-2-6 0 0,-2-1 2 0 0,40-54 8 0 0,-39 54 15 0 0,5-12 50 0 0,-6 14-51 0 0,0-1 130 0 0,8-18 184 0 0,5 9-148 0 0,-4 18-30 0 0,-8-3-172 0 0,0 0 46 0 0,-1 21 1 0 0,3-6-4 0 0,-2 1-1 0 0,3 33 1 0 0,-1-1-190 0 0,6 88-2168 0 0,-10-133 1757 0 0,4 20-937 0 0,2 7-5102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77 122 2780 0 0,'0'0'3649'0'0,"0"-5"-3223"0"0,0-15-94 0 0,0 15 1505 0 0,-5 6-1604 0 0,-16 2-50 0 0,16-2 41 0 0,2 3-4 0 0,-2 4-109 0 0,0 1 1 0 0,1 0 0 0 0,0 0 0 0 0,1 0-1 0 0,0 1 1 0 0,0-1 0 0 0,1 1 0 0 0,0 0-1 0 0,-1 11 1 0 0,3-16-41 0 0,0 1-18 0 0,0 19-5 0 0,0-18 1 0 0,1-2-4 0 0,15 43 56 0 0,-14-44-78 0 0,16 11 32 0 0,-14-14-45 0 0,15 3-7 0 0,-15-3 4 0 0,2-2-21 0 0,15-5-75 0 0,-16 5 116 0 0,-1-2 12 0 0,1-2-29 0 0,0 0 1 0 0,0 0-1 0 0,0 0 0 0 0,-1 0 0 0 0,0-1 1 0 0,0 0-1 0 0,0 0 0 0 0,0 0 0 0 0,2-9 1 0 0,-3 10-3 0 0,-1-1 0 0 0,1 1 0 0 0,-2-1 1 0 0,1 0-1 0 0,0 1 0 0 0,-1-1 0 0 0,0 0 1 0 0,-1 0-1 0 0,1 0 0 0 0,-1 0 0 0 0,-1-8 1 0 0,0 5 14 0 0,2-6-42 0 0,-3-6-8 0 0,-2 6-33 0 0,4 15 59 0 0,-1-10-112 0 0,-2 0 1 0 0,1 1-1 0 0,-2 0 0 0 0,1-1 1 0 0,-9-15-1 0 0,10 22-47 0 0,-1 0-1 0 0,1 0 1 0 0,0 1-1 0 0,-1-1 1 0 0,0 0-1 0 0,1 1 1 0 0,-1-1-1 0 0,0 1 0 0 0,0 0 1 0 0,-1 0-1 0 0,1 0 1 0 0,0 1-1 0 0,-1-1 1 0 0,1 1-1 0 0,-1 0 1 0 0,1 0-1 0 0,-1 0 1 0 0,0 0-1 0 0,1 1 0 0 0,-1-1 1 0 0,-4 1-1 0 0,2-1-235 0 0,-22 1-2711 0 0,-4 1-689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0 197 2300 0 0,'0'0'8814'0'0,"6"-3"-8768"0"0,157-61-818 0 0,99-43-5974 0 0,-218 84 3144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65 120 2404 0 0,'0'0'3458'0'0,"-5"-1"-2663"0"0,-15-3-92 0 0,15 2 494 0 0,2 0-681 0 0,0 1-281 0 0,0-1-1 0 0,0 0 0 0 0,0-1 1 0 0,1 1-1 0 0,-1 0 0 0 0,1-1 0 0 0,-1 1 1 0 0,1-1-1 0 0,0 0 0 0 0,-4-6 0 0 0,6 4-125 0 0,1 1 0 0 0,-1-1 0 0 0,1 0 0 0 0,0 1-1 0 0,0-1 1 0 0,0 1 0 0 0,1-1 0 0 0,-1 1 0 0 0,3-5 0 0 0,-2 5-41 0 0,2 1-26 0 0,8-7 4 0 0,-8 7-5 0 0,-1 1-13 0 0,13-3-22 0 0,-13 4 28 0 0,3 2 46 0 0,-2-1-85 0 0,-1 1 0 0 0,1 0 0 0 0,-1 0 1 0 0,1 0-1 0 0,-1 1 0 0 0,1-1 0 0 0,-1 1 0 0 0,0 0 1 0 0,1 0-1 0 0,-1 0 0 0 0,0 1 0 0 0,0-1 0 0 0,-1 0 1 0 0,1 1-1 0 0,-1 0 0 0 0,1 0 0 0 0,-1 0 0 0 0,0 0 1 0 0,3 4-1 0 0,-1 1 6 0 0,-1 0 1 0 0,0 0-1 0 0,0 0 1 0 0,0 0-1 0 0,-1 1 1 0 0,0-1-1 0 0,-1 1 1 0 0,0-1-1 0 0,0 1 0 0 0,-1 0 1 0 0,0 0-1 0 0,-1-1 1 0 0,0 1-1 0 0,0 0 1 0 0,-3 10-1 0 0,-3 13-10 0 0,3-22 3 0 0,-4 3-24 0 0,0 2 12 0 0,6-11 8 0 0,0 0-14 0 0,-9 12-15 0 0,8-12 1 0 0,3-3 36 0 0,0-1 0 0 0,0 1 1 0 0,0-1-1 0 0,0 0 1 0 0,0 1-1 0 0,0-1 0 0 0,0 1 1 0 0,-1-1-1 0 0,1 0 1 0 0,0 1-1 0 0,0-1 0 0 0,-1 1 1 0 0,1-1-1 0 0,0 0 1 0 0,0 1-1 0 0,-1-1 0 0 0,1 0 1 0 0,0 0-1 0 0,-1 1 1 0 0,1-1-1 0 0,0 0 1 0 0,-1 0-1 0 0,1 1 0 0 0,-1-1 1 0 0,0 0-1 0 0,-7 9-294 0 0,7-8 294 0 0,1-1 0 0 0,0 1 0 0 0,-1-1 0 0 0,1 0 0 0 0,0 1 0 0 0,-1-1 0 0 0,1 1 0 0 0,-1-1 0 0 0,1 0 0 0 0,0 1 0 0 0,-1-1 0 0 0,1 0 0 0 0,-1 1 0 0 0,1-1 0 0 0,-1 0 0 0 0,1 0 0 0 0,-1 0 0 0 0,0 0 0 0 0,1 1 0 0 0,-1-1 0 0 0,1 0 0 0 0,-1 0 0 0 0,0 0 0 0 0,1 0-5 0 0,-1 0 0 0 0,1 0 0 0 0,-1 0-1 0 0,1 0 1 0 0,-1 0 0 0 0,1 0-1 0 0,-1 0 1 0 0,1 0 0 0 0,-1 0 0 0 0,1 1-1 0 0,-1-1 1 0 0,1 0 0 0 0,0 0 0 0 0,-1 1-1 0 0,1-1 1 0 0,-1 0 0 0 0,1 0 0 0 0,0 1-1 0 0,-1-1 1 0 0,1 0 0 0 0,0 1-1 0 0,-1-1 1 0 0,1 1 0 0 0,0-1 0 0 0,-1 0-1 0 0,1 1 1 0 0,0-1 5 0 0,0 0-1 0 0,0-1 1 0 0,0 1-1 0 0,0 0 1 0 0,0 0-1 0 0,0-1 1 0 0,0 1-1 0 0,0 0 1 0 0,0 0-1 0 0,-1-1 1 0 0,1 1-1 0 0,0 0 1 0 0,0 0-1 0 0,0-1 1 0 0,0 1-1 0 0,0 0 1 0 0,-1 0-1 0 0,1 0 1 0 0,0-1-1 0 0,0 1 1 0 0,0 0-1 0 0,-1 0 1 0 0,1 0-1 0 0,0 0 1 0 0,0-1-1 0 0,-1 1 1 0 0,1 0-1 0 0,0 0 1 0 0,0 0-1 0 0,-1 0 1 0 0,1 0-1 0 0,0 0 1 0 0,-1-1-8 0 0,0 1 0 0 0,0 0 1 0 0,1 0-1 0 0,-1-1 1 0 0,1 1-1 0 0,-1-1 1 0 0,0 1-1 0 0,1 0 0 0 0,-1-1 1 0 0,1 1-1 0 0,-1-1 1 0 0,1 1-1 0 0,-1-1 1 0 0,1 0-1 0 0,-1 1 0 0 0,1-1 1 0 0,0 0-1 0 0,-1 1 1 0 0,1-1-1 0 0,0 0 1 0 0,-1 1-1 0 0,1-2 0 0 0,-6-46-107 0 0,6 43 112 0 0,2 1 11 0 0,-2 4-9 0 0,1-2 9 0 0,-1 0 0 0 0,1 0 1 0 0,0 0-1 0 0,0 0 1 0 0,0 0-1 0 0,0 0 0 0 0,0 0 1 0 0,1 0-1 0 0,-1 1 1 0 0,0-1-1 0 0,1 0 1 0 0,-1 1-1 0 0,1-1 0 0 0,0 1 1 0 0,-1 0-1 0 0,1-1 1 0 0,0 1-1 0 0,3-1 31 0 0,0 2-24 0 0,43 9 60 0 0,-43-7-40 0 0,-1 0-12 0 0,46 17-12 0 0,-45-17-48 0 0,1-1-54 0 0,58 3-979 0 0,-57-4 703 0 0,4-1-10 0 0,-1-1-1 0 0,1 0 1 0 0,0 0 0 0 0,-1-1-1 0 0,0-1 1 0 0,0 1 0 0 0,0-2 0 0 0,0 1-1 0 0,11-9 1 0 0,-17 11 89 0 0,0-1 1 0 0,0 0-1 0 0,0-1 0 0 0,-1 1 1 0 0,0-1-1 0 0,0 0 1 0 0,5-6-1 0 0,-5 5 118 0 0,-1 4 31 0 0,-1-1 0 0 0,1 1 0 0 0,-1-1 0 0 0,0 0 0 0 0,0 1 0 0 0,1-1 1 0 0,-1 0-1 0 0,0 0 0 0 0,-1 0 0 0 0,2-3 0 0 0,0-1-355 0 0,1 1-1697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38 2440 0 0,'0'0'912'0'0,"-2"-5"6"0"0,-4-12-326 0 0,5 13 553 0 0,-3 2-832 0 0,-11-6-183 0 0,11 6 734 0 0,-1 4-621 0 0,-16 3-20 0 0,16-4 123 0 0,1 2-179 0 0,-11 8 13 0 0,11-8 31 0 0,2 0-13 0 0,-3 4-11 0 0,1 1-1 0 0,0 0 1 0 0,1 0-1 0 0,0 0 0 0 0,-3 12 1 0 0,5-15-98 0 0,8 18 9 0 0,-5-22-88 0 0,-1 0 0 0 0,1 0 1 0 0,-1 0-1 0 0,1 0 0 0 0,-1 1 1 0 0,1-1-1 0 0,-1 0 1 0 0,0 1-1 0 0,0 0 0 0 0,1 1 1 0 0,9 7 9 0 0,1-1 1 0 0,0 0 0 0 0,0-1-1 0 0,1 0 1 0 0,25 11 0 0 0,-5-2-191 0 0,-30-15 222 0 0,-1-2-48 0 0,-1 1 0 0 0,1-1 0 0 0,-1 1 0 0 0,1 0-1 0 0,-1-1 1 0 0,0 1 0 0 0,1 0 0 0 0,-1 0 0 0 0,0 0 0 0 0,0 0 0 0 0,1 0 0 0 0,0 2 0 0 0,0-2 4 0 0,2 2 26 0 0,9 14-6 0 0,-10-14-11 0 0,-1 1-14 0 0,6 11 12 0 0,-6-11 20 0 0,-3 0-18 0 0,-4 14 8 0 0,4-16-38 0 0,0 0 0 0 0,0 0 0 0 0,0 0 0 0 0,0 0 1 0 0,-1 0-1 0 0,1 0 0 0 0,-1 0 0 0 0,1 0 0 0 0,-1-1 0 0 0,1 1 0 0 0,-1 0 1 0 0,0-1-1 0 0,0 1 0 0 0,0-1 0 0 0,0 0 0 0 0,0 0 0 0 0,-4 2 0 0 0,4-2 62 0 0,-2 1 13 0 0,0 0-6 0 0,-14 4-2 0 0,14-4 34 0 0,-1-2-49 0 0,-15 3 6 0 0,15-3 103 0 0,1-2-126 0 0,-14-4 4 0 0,14 4-10 0 0,0-8-2 0 0,4 10-13 0 0,0-1 0 0 0,-1 1 0 0 0,1-1 0 0 0,-1 0 0 0 0,1 1 0 0 0,0-1 0 0 0,0 0 0 0 0,-1 1 1 0 0,1-1-1 0 0,0 0 0 0 0,0 1 0 0 0,0-1 0 0 0,0 0 0 0 0,0 1 0 0 0,0-1 0 0 0,0 0 0 0 0,0 1 0 0 0,0-1 0 0 0,0 0 0 0 0,0 1 0 0 0,0-1 0 0 0,0 0 0 0 0,1-1 0 0 0,19-62-2 0 0,-13 43-40 0 0,0 0 1 0 0,-1-1-1 0 0,6-42 1 0 0,-11 46-54 0 0,-1 13-51 0 0,0 0-106 0 0,-1-16-30 0 0,0 16-101 0 0,-7-13-1038 0 0,6 15 272 0 0,-2 1-102 0 0,-12-6-893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48 2024 0 0,'0'0'3332'0'0,"-5"1"-2534"0"0,-8 6 1192 0 0,14-6-1836 0 0,-1-1-1 0 0,0 1 1 0 0,0-1-1 0 0,1 1 1 0 0,-1-1 0 0 0,0 1-1 0 0,1-1 1 0 0,-1 0 0 0 0,0 1-1 0 0,1-1 1 0 0,-1 0 0 0 0,1 1-1 0 0,-1-1 1 0 0,0 0-1 0 0,1 1 1 0 0,-1-1 0 0 0,1 0-1 0 0,-1 0 1 0 0,1 1 0 0 0,-1-1-1 0 0,1 0 1 0 0,-1 0 0 0 0,1 0-1 0 0,-1 0 1 0 0,2 0-1 0 0,2 2-128 0 0,0-4-42 0 0,87-22-1333 0 0,12-6-4822 0 0,-73 20 1588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31 2312 0 0,'0'0'1280'0'0,"-4"2"-206"0"0,-18 8 4514 0 0,26-12-5546 0 0,18-6 244 0 0,-18 6-118 0 0,14-6 21 0 0,-14 6 227 0 0,17-7 1136 0 0,-21 9-1544 0 0,1 0 0 0 0,-1 0 0 0 0,0 0 1 0 0,0 0-1 0 0,1 0 0 0 0,-1 0 1 0 0,0 0-1 0 0,1 0 0 0 0,-1 0 1 0 0,0 0-1 0 0,0 0 0 0 0,1 0 1 0 0,-1 0-1 0 0,0-1 0 0 0,0 1 1 0 0,1 0-1 0 0,-1 0 0 0 0,0 0 1 0 0,0 0-1 0 0,1 0 0 0 0,-1 0 1 0 0,0-1-1 0 0,0 1 0 0 0,0 0 1 0 0,1 0-1 0 0,-1 0 0 0 0,0-1 1 0 0,0 1-1 0 0,0 0 0 0 0,0 0 1 0 0,1-1-1 0 0,-1 1 0 0 0,0 0 1 0 0,0-1-1 0 0,0 1 40 0 0,0 0-1 0 0,1-1 1 0 0,-1 1-1 0 0,0-1 1 0 0,1 1 0 0 0,-1-1-1 0 0,0 1 1 0 0,1 0 0 0 0,-1-1-1 0 0,0 1 1 0 0,1 0 0 0 0,-1 0-1 0 0,1-1 1 0 0,-1 1 0 0 0,1 0-1 0 0,-1 0 1 0 0,0-1-1 0 0,1 1 1 0 0,-1 0 0 0 0,1 0-1 0 0,-1 0 1 0 0,1 0 0 0 0,-1 0-1 0 0,1 0 1 0 0,-1 0 0 0 0,1 0-1 0 0,-1 0 1 0 0,1 0 0 0 0,-1 0-1 0 0,1 0 1 0 0,-1 0-1 0 0,1 0 1 0 0,-1 0 0 0 0,1 1-1 0 0,16 5 109 0 0,-13-4 2 0 0,-3 3-20 0 0,46 212 410 0 0,-20-98-3487 0 0,-25-113 2119 0 0,-1-1-1135 0 0,1 1 1475 0 0,1 3-6 0 0,1 0-4784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29 161 2632 0 0,'-4'-3'1326'0'0,"-12"-9"2942"0"0,15 8-3797 0 0,-5-10-95 0 0,5 11-91 0 0,3 0-66 0 0,8-5-190 0 0,1 0 1 0 0,0 1-1 0 0,0 0 1 0 0,0 0-1 0 0,21-7 0 0 0,74-25-2727 0 0,-51 20 411 0 0,-28 9 548 0 0,-21 7-1250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79 2052 0 0,'0'0'710'0'0,"1"-4"-64"0"0,2-12-94 0 0,-2 12 827 0 0,-2 0-1023 0 0,-2-13-119 0 0,2 13 584 0 0,-2 1-531 0 0,-29-22 1007 0 0,28 24-650 0 0,-1 1-426 0 0,-17 0-12 0 0,16 0-7 0 0,2 1-9 0 0,-14 4-21 0 0,14-3-44 0 0,-1 1 29 0 0,-5 3-66 0 0,1 1-1 0 0,0 0 1 0 0,0 0-1 0 0,1 1 1 0 0,-1 0 0 0 0,2 1-1 0 0,-1 0 1 0 0,1 0 0 0 0,1 0-1 0 0,0 1 1 0 0,-8 15-1 0 0,13-21-56 0 0,0 0-69 0 0,0 0 49 0 0,1 0-1 0 0,-1 1 1 0 0,1-1 0 0 0,0 0 0 0 0,1 0-1 0 0,-1 1 1 0 0,1-1 0 0 0,0 0-1 0 0,0 0 1 0 0,0 0 0 0 0,0 0 0 0 0,1 0-1 0 0,3 7 1 0 0,-3-8 57 0 0,3-2-35 0 0,13 3-48 0 0,-13-3-110 0 0,0-1 193 0 0,40-18 260 0 0,-41 15-236 0 0,-1 0 8 0 0,18-27 301 0 0,-19 27-325 0 0,7-18 469 0 0,-8 16-388 0 0,4-13-4 0 0,-4 13 554 0 0,3-15-582 0 0,-3 16 538 0 0,1 5-654 0 0,-1 0 1 0 0,1 1 0 0 0,-1-1 0 0 0,1 1-1 0 0,-1-1 1 0 0,0 1 0 0 0,1 0 0 0 0,-1-1-1 0 0,1 3 1 0 0,1 0 45 0 0,-1 0-16 0 0,10 21 39 0 0,8 13-28 0 0,-1 2 0 0 0,17 56 0 0 0,-35-91-26 0 0,-1 1-25 0 0,0-3-18 0 0,0 1-64 0 0,0 0 0 0 0,0 0 1 0 0,-1 0-1 0 0,1 0 0 0 0,-1 0 0 0 0,0 0 0 0 0,0 0 0 0 0,0 0 0 0 0,-1 0 1 0 0,1-1-1 0 0,-1 1 0 0 0,0-1 0 0 0,0 1 0 0 0,-4 5 0 0 0,-7 5-825 0 0,-1-1-1 0 0,-1-1 0 0 0,-31 21 1 0 0,-26 7-4343 0 0,34-23-95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38 3264 0 0,'0'0'3750'0'0,"-2"-4"-2855"0"0,-20-27 2644 0 0,20 28-2917 0 0,-2 5-510 0 0,-13 3 4 0 0,13-4 127 0 0,1 3-122 0 0,-10 12-15 0 0,10-13-9 0 0,1 1-3 0 0,-8 11-18 0 0,8-11-21 0 0,0 0 10 0 0,-13 40 101 0 0,15-39-231 0 0,0 0 130 0 0,0 16-18 0 0,0-16 8 0 0,1-1-59 0 0,21 34 44 0 0,-19-34-6 0 0,2-4-43 0 0,14 1 52 0 0,-14-1 23 0 0,-4 0-65 0 0,-1 0 0 0 0,0-1 0 0 0,0 1 0 0 0,0 0 0 0 0,0-1 0 0 0,1 1 0 0 0,-1 0 0 0 0,0 0-1 0 0,0-1 1 0 0,1 1 0 0 0,-1 0 0 0 0,0 0 0 0 0,0-1 0 0 0,1 1 0 0 0,-1 0 0 0 0,0 0 0 0 0,1 0 0 0 0,-1 0 0 0 0,0-1-1 0 0,1 1 1 0 0,-1 0 0 0 0,0 0 0 0 0,1 0 0 0 0,-1 0 0 0 0,0 0 0 0 0,1 0 0 0 0,-1 0 0 0 0,1 0 0 0 0,0 0 12 0 0,0 0 0 0 0,0 0 0 0 0,0 0 0 0 0,0-1 1 0 0,0 1-1 0 0,0 0 0 0 0,0-1 0 0 0,0 1 0 0 0,0-1 1 0 0,0 1-1 0 0,0-1 0 0 0,0 1 0 0 0,0-1 0 0 0,0 0 0 0 0,1-1 1 0 0,1-3 24 0 0,0-1 0 0 0,0 1 0 0 0,0-1 0 0 0,-1 0 1 0 0,0 0-1 0 0,0 0 0 0 0,0 0 0 0 0,-1 0 0 0 0,0-1 0 0 0,0-8 1 0 0,-1 9-14 0 0,-1 1 7 0 0,-11-40-29 0 0,11 41-31 0 0,-1 0-75 0 0,-6-13 98 0 0,6 13 23 0 0,0 4-53 0 0,1-1 23 0 0,-1 1 1 0 0,0-1 0 0 0,1 0-1 0 0,-1 0 1 0 0,0 0-1 0 0,1 0 1 0 0,-1 0-1 0 0,1 0 1 0 0,0 0-1 0 0,-3-3 32 0 0,4 5-20 0 0,0-1 1 0 0,-1 0-1 0 0,1 1 0 0 0,0-1 0 0 0,-1 0 1 0 0,1 0-1 0 0,0 1 0 0 0,-1-1 0 0 0,1 0 0 0 0,-1 0 1 0 0,1 0-1 0 0,0 1 0 0 0,-1-1 0 0 0,1 0 0 0 0,-1 0 1 0 0,1 0-1 0 0,-1 0 0 0 0,1 0 0 0 0,-1 0 1 0 0,1 0-1 0 0,0 0 0 0 0,-1 0 0 0 0,1 0 0 0 0,-1 0 1 0 0,1 0-1 0 0,-1 0 0 0 0,1 0 0 0 0,-1-1 1 0 0,0 1-1 0 0,0 0 1 0 0,1 0-1 0 0,-1 0 1 0 0,0 0-1 0 0,1 0 1 0 0,-1 0 0 0 0,0 0-1 0 0,0 0 1 0 0,1 0-1 0 0,-1 1 1 0 0,0-1-1 0 0,1 0 1 0 0,-1 0-1 0 0,0 1 1 0 0,1-1-1 0 0,-1 0 1 0 0,0 1-1 0 0,1-1 1 0 0,-1 0 0 0 0,1 1-1 0 0,-1-1 1 0 0,1 1-1 0 0,-1-1 1 0 0,0 2-1 0 0,-12 10-8 0 0,10-9 4 0 0,1 0-16 0 0,-10 38-24 0 0,12-36-11 0 0,1 0-79 0 0,5 13 62 0 0,-4-13-13 0 0,0-2-4 0 0,28 25-304 0 0,-26-25 356 0 0,1-2 10 0 0,13 1 24 0 0,-13-2-3 0 0,-1-2-168 0 0,12-5 175 0 0,-11 5 68 0 0,-5 2-68 0 0,0-1 0 0 0,-1 1 1 0 0,1 0-1 0 0,1-1 0 0 0,-1 1 1 0 0,0 0-1 0 0,0 0 0 0 0,0-1 1 0 0,0 1-1 0 0,0 0 0 0 0,0 0 0 0 0,0-1 1 0 0,0 1-1 0 0,0 0 0 0 0,1 0 1 0 0,-1-1-1 0 0,0 1 0 0 0,0 0 1 0 0,0 0-1 0 0,0-1 0 0 0,1 1 0 0 0,-1 0 1 0 0,0 0-1 0 0,0 0 0 0 0,1-1 1 0 0,-1 1-1 0 0,0 0 0 0 0,0 0 1 0 0,1 0-1 0 0,-1 0 0 0 0,0 0 0 0 0,1 0 1 0 0,-1-1-3 0 0,1 1 0 0 0,-1 0 0 0 0,1-1 1 0 0,0 1-1 0 0,-1 0 0 0 0,1-1 0 0 0,-1 1 1 0 0,1 0-1 0 0,-1-1 0 0 0,1 1 0 0 0,-1-1 0 0 0,0 1 1 0 0,1-1-1 0 0,-1 1 0 0 0,0-1 0 0 0,1 0 1 0 0,-1 1-1 0 0,0-1 0 0 0,1 1 0 0 0,-1-1 0 0 0,0 0 1 0 0,0 1-1 0 0,0-1 0 0 0,0 0 0 0 0,0 0 1 0 0,1-5 8 0 0,-1 1 0 0 0,1-1 0 0 0,-1 1 0 0 0,-1-1 0 0 0,-1-10 0 0 0,1 12-24 0 0,-4 6-144 0 0,3-2 159 0 0,0 2 0 0 0,0-1 0 0 0,-1 0 0 0 0,1 0 1 0 0,0 1-1 0 0,0-1 0 0 0,0 1 0 0 0,0-1 1 0 0,1 1-1 0 0,-1 0 0 0 0,0 0 0 0 0,1 0 0 0 0,-1 0 1 0 0,1 0-1 0 0,0 0 0 0 0,-1 0 0 0 0,1 1 1 0 0,0-1-1 0 0,1 0 0 0 0,-1 1 0 0 0,0-1 1 0 0,1 1-1 0 0,-1-1 0 0 0,0 3 0 0 0,1 0 17 0 0,16 13-1128 0 0,-11-18 397 0 0,14-2-432 0 0,-14 2-579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0 1544 0 0,'0'0'9933'0'0,"-4"1"-9882"0"0,-14 3 6 0 0,14-2 32 0 0,4-1-83 0 0,-1 1 0 0 0,1-1-1 0 0,-1 0 1 0 0,1 1-1 0 0,-1-1 1 0 0,1 1-1 0 0,-1-1 1 0 0,0 0 0 0 0,1 0-1 0 0,-1 1 1 0 0,0-1-1 0 0,-2 2 1 0 0,1-1 7 0 0,0 3 48 0 0,0-1-7 0 0,-5 11 3 0 0,5-11 29 0 0,1 1-42 0 0,-3 47 109 0 0,4-47-129 0 0,2-2 11 0 0,-1-1-40 0 0,1-1-1 0 0,-1 1 0 0 0,0 0 1 0 0,1-1-1 0 0,0 0 0 0 0,-1 1 1 0 0,1-1-1 0 0,-1 0 0 0 0,1 0 1 0 0,0 0-1 0 0,0 0 0 0 0,0 0 1 0 0,0 0-1 0 0,0-1 0 0 0,0 1 1 0 0,0-1-1 0 0,0 1 0 0 0,0-1 1 0 0,0 0-1 0 0,0 1 0 0 0,0-1 1 0 0,0 0-1 0 0,0 0 0 0 0,0-1 0 0 0,0 1 1 0 0,0 0-1 0 0,0-1 0 0 0,2 0 1 0 0,0-1-31 0 0,-2 2 0 0 0,-1-1 34 0 0,1 1-1 0 0,-1-1 1 0 0,0 0 0 0 0,1 0-1 0 0,-1 0 1 0 0,0 0-1 0 0,0 0 1 0 0,0 0 0 0 0,0 0-1 0 0,2-3 1 0 0,-2 4 4 0 0,2-3 62 0 0,-2 2-68 0 0,-1 0 0 0 0,0-1 0 0 0,1 1 0 0 0,0 0-1 0 0,-1 0 1 0 0,1-1 0 0 0,0 1 0 0 0,-1 0 0 0 0,1 0 0 0 0,0 0-1 0 0,0 0 1 0 0,2-1 0 0 0,-2 0-4 0 0,1-1-24 0 0,1-8-16 0 0,4-6-6 0 0,-5-35 101 0 0,-2 51-47 0 0,0 0-1 0 0,0 1 1 0 0,0-1-1 0 0,0 1 1 0 0,-1-1-1 0 0,1 0 1 0 0,0 1-1 0 0,-1-1 1 0 0,1 1-1 0 0,0-1 1 0 0,-1 1-1 0 0,1-1 1 0 0,0 1-1 0 0,-1-1 1 0 0,1 1-1 0 0,-1 0 1 0 0,1-1-1 0 0,-1 1 1 0 0,1-1-1 0 0,-1 1 1 0 0,0 0 0 0 0,1 0-1 0 0,-1-1 1 0 0,1 1-1 0 0,-1 0 1 0 0,0 0-1 0 0,1 0 1 0 0,-1-1-1 0 0,1 1 1 0 0,-1 0-1 0 0,0 0 1 0 0,1 0-1 0 0,-1 0 1 0 0,0 0-1 0 0,1 0 1 0 0,-1 1-1 0 0,0-1 1 0 0,-17 2-11 0 0,14-1 18 0 0,1 2 7 0 0,-11 8 53 0 0,10-8-71 0 0,2 1-1 0 0,-7 11-13 0 0,6-11 9 0 0,4-3-23 0 0,-1 1 29 0 0,0 0 1 0 0,0 0-1 0 0,0-1 1 0 0,-1 1-1 0 0,1 0 1 0 0,0-1-1 0 0,0 1 1 0 0,-1 0-1 0 0,1-1 1 0 0,-1 1-1 0 0,-1 1 0 0 0,2-2-1 0 0,-1 4-25 0 0,2 0-184 0 0,-1-5 215 0 0,7 19-84 0 0,-7-18 77 0 0,1 0 1 0 0,-1 0-1 0 0,0 0 1 0 0,1-1 0 0 0,-1 1-1 0 0,1 0 1 0 0,0 0-1 0 0,-1 0 1 0 0,1-1 0 0 0,0 1-1 0 0,-1 0 1 0 0,1 0-1 0 0,0-1 1 0 0,0 1 0 0 0,0-1-1 0 0,-1 1 1 0 0,1-1-1 0 0,0 1 1 0 0,0-1 0 0 0,0 0-1 0 0,0 1 1 0 0,0-1-1 0 0,1 0 1 0 0,3 0-48 0 0,14-4 39 0 0,-15 4-11 0 0,-1-4 26 0 0,-2 3-20 0 0,1-1 22 0 0,0 0 1 0 0,0 0 0 0 0,0 0-1 0 0,-1 0 1 0 0,1 0 0 0 0,-1 0-1 0 0,1 0 1 0 0,-1-1-1 0 0,0 1 1 0 0,0 0 0 0 0,0-1-1 0 0,0 0 1 0 0,0 1 0 0 0,-1-1-1 0 0,1 1 1 0 0,-1-1-1 0 0,1 0 1 0 0,-1 1 0 0 0,0-1-1 0 0,0 0 1 0 0,0 1 0 0 0,-1-1-1 0 0,1 0 1 0 0,-1 1-1 0 0,1-1 1 0 0,-1 1 0 0 0,0-1-1 0 0,0 1 1 0 0,0-1 0 0 0,0 1-1 0 0,-1 0 1 0 0,-2-5-1 0 0,2 4-62 0 0,-3 4 83 0 0,-20 4 78 0 0,22-2-92 0 0,-11 9 47 0 0,12-9-71 0 0,-5 11 5 0 0,5-11 2 0 0,0 3 25 0 0,2-4-24 0 0,-1-1 0 0 0,1 1 0 0 0,-1-1 0 0 0,1 1 0 0 0,0 0 0 0 0,0-1 0 0 0,0 1 0 0 0,0-1 0 0 0,0 1 0 0 0,0-1-1 0 0,1 4 1 0 0,-1-4 7 0 0,1 0 0 0 0,-1 0-1 0 0,1 0 1 0 0,0 0-1 0 0,0 1 1 0 0,0-1-1 0 0,0 0 1 0 0,0 0-1 0 0,0-1 1 0 0,0 1 0 0 0,0 0-1 0 0,0 0 1 0 0,0 0-1 0 0,0-1 1 0 0,0 1-1 0 0,0-1 1 0 0,1 1 0 0 0,-1-1-1 0 0,0 1 1 0 0,1-1-1 0 0,-1 0 1 0 0,0 1-1 0 0,1-1 1 0 0,-1 0 0 0 0,0 0-1 0 0,1 0 1 0 0,-1 0-1 0 0,0 0 1 0 0,1 0-1 0 0,-1-1 1 0 0,3 0-1 0 0,3 1 33 0 0,-7 0-34 0 0,1 0 1 0 0,-1 0 0 0 0,1 0 0 0 0,-1-1 0 0 0,1 1-1 0 0,-1 0 1 0 0,0 0 0 0 0,1 0 0 0 0,-1-1-1 0 0,1 1 1 0 0,-1 0 0 0 0,0-1 0 0 0,1 1-1 0 0,-1 0 1 0 0,0-1 0 0 0,1 1 0 0 0,-1 0-1 0 0,0-1 1 0 0,0 1 0 0 0,1-1 0 0 0,-1 1-1 0 0,0 0 1 0 0,0-1 0 0 0,0 1 0 0 0,0-1-1 0 0,1 0 1 0 0,-1 1 0 0 0,0-1 0 0 0,0 1 0 0 0,0-1 0 0 0,0 1 0 0 0,0-1 0 0 0,1 1 0 0 0,-1 0 1 0 0,0-1-1 0 0,0 1 0 0 0,1-1 0 0 0,-1 1 0 0 0,0 0 0 0 0,0-1 0 0 0,1 1 0 0 0,-1 0 0 0 0,1-1 0 0 0,-1 1 0 0 0,0 0 0 0 0,1-1 0 0 0,-1 1 0 0 0,0 0 0 0 0,1 0 0 0 0,-1 0 0 0 0,1-1 0 0 0,-1 1 0 0 0,1 0 0 0 0,6-23 228 0 0,-7 18-240 0 0,-1-16 13 0 0,1 16 33 0 0,-5 6-74 0 0,-14 1 53 0 0,12 1-14 0 0,-3 7 2 0 0,5-4-4 0 0,-3 10 7 0 0,6-11 3 0 0,1-1-3 0 0,-4 16-13 0 0,4-15 15 0 0,1 0-35 0 0,3 18 11 0 0,-2-22 16 0 0,0 0-1 0 0,1-1 1 0 0,-1 1-1 0 0,0 0 1 0 0,0-1-1 0 0,0 1 1 0 0,1 0-1 0 0,-1-1 1 0 0,0 0-1 0 0,1 1 1 0 0,-1-1-1 0 0,0 0 1 0 0,1 0-1 0 0,-1 1 0 0 0,1-1 1 0 0,1-1-1 0 0,10-7 2 0 0,-10 6 20 0 0,8-20-84 0 0,-8 11 73 0 0,-3 10-15 0 0,0 1 1 0 0,1-1 0 0 0,-1 0 0 0 0,0 0 0 0 0,0 1 0 0 0,0-1 0 0 0,0 0 0 0 0,1 1 0 0 0,-1-1 0 0 0,0 0 0 0 0,0 0 0 0 0,0 1 0 0 0,0-1 0 0 0,0 0 0 0 0,-1 0 0 0 0,1 1 0 0 0,0-1-1 0 0,-1-1 1 0 0,-2 4-2 0 0,-12 4-7 0 0,11-4 15 0 0,7 16-292 0 0,-2-16 271 0 0,0 2-45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80 220 2340 0 0,'2'-4'973'0'0,"10"-23"5564"0"0,-9 19-7055 0 0,-2 4 2032 0 0,-2 0-1496 0 0,0 1-17 0 0,0 1 1 0 0,-1-1-1 0 0,1 0 1 0 0,0 1-1 0 0,-1-1 1 0 0,0 1-1 0 0,1 0 1 0 0,-1-1-1 0 0,0 1 1 0 0,-4-3-1 0 0,3 3-5 0 0,-2 2-36 0 0,-16 1 62 0 0,16 0 97 0 0,1 0-167 0 0,1 1 51 0 0,0 0 0 0 0,0 0-1 0 0,0 0 1 0 0,0 1 0 0 0,0-1 0 0 0,1 1-1 0 0,-5 4 1 0 0,5-4-10 0 0,0 2 13 0 0,-3 11-4 0 0,3-12-1 0 0,2 1-31 0 0,2 18 37 0 0,-1-19 60 0 0,4 12-90 0 0,-4-12-25 0 0,7 2-260 0 0,-8-5 299 0 0,0-1 1 0 0,0 0-1 0 0,1 1 0 0 0,-1-1 1 0 0,0 1-1 0 0,1-1 0 0 0,-1 0 1 0 0,0 1-1 0 0,1-1 0 0 0,-1 0 1 0 0,0 1-1 0 0,1-1 0 0 0,-1 0 1 0 0,1 0-1 0 0,-1 1 0 0 0,0-1 1 0 0,1 0-1 0 0,-1 0 0 0 0,1 0 1 0 0,-1 0-1 0 0,1 0 0 0 0,-1 1 1 0 0,1-1-1 0 0,-1 0 0 0 0,1 0 1 0 0,-1 0-1 0 0,1 0 1 0 0,-1 0-1 0 0,1 0 0 0 0,-1-1 1 0 0,1 1-1 0 0,-1 0 0 0 0,0 0 1 0 0,1 0-1 0 0,0 0 0 0 0,14-8 19 0 0,-11 6 1 0 0,-2-2-10 0 0,9-10 3 0 0,-7 7-14 0 0,3-10 1 0 0,-4 9 2 0 0,3-11 2 0 0,-3-4 1 0 0,-3 18 5 0 0,0 1 23 0 0,1-1 1 0 0,0-14-4 0 0,-1 15 45 0 0,0-1-46 0 0,-1-15-2 0 0,0 15 27 0 0,0 1-92 0 0,-2-12 31 0 0,2 12 76 0 0,-2 1-86 0 0,2 2 22 0 0,0 0 0 0 0,0 1 0 0 0,0-1 0 0 0,0 0 0 0 0,0 0 0 0 0,-1 1 0 0 0,1-1 0 0 0,0 1 0 0 0,0-1 0 0 0,-1 1 0 0 0,1-1 0 0 0,0 1 0 0 0,-1 0 0 0 0,1 0 0 0 0,-1-1 0 0 0,1 1 0 0 0,0 0 0 0 0,-1 0 0 0 0,1 1 0 0 0,-1-1 0 0 0,1 0 0 0 0,0 0 0 0 0,-3 1 0 0 0,0 1-6 0 0,2 1-6 0 0,-12 34 8 0 0,13-33 6 0 0,1 1-78 0 0,0 14 48 0 0,0-14 30 0 0,1-1-347 0 0,0-3 320 0 0,0 1 0 0 0,-1 0 0 0 0,1-1 0 0 0,0 1 0 0 0,1 0 0 0 0,-1-1 0 0 0,0 0 0 0 0,0 1 0 0 0,1-1 0 0 0,-1 0 0 0 0,1 1 0 0 0,-1-1 0 0 0,1 0 0 0 0,-1 0 0 0 0,1 0 0 0 0,0-1 0 0 0,2 2 0 0 0,0 0-11 0 0,3-10-77 0 0,6-3-34 0 0,-9 6 110 0 0,10-23 298 0 0,-12 22-227 0 0,-1-1 0 0 0,0 0-1 0 0,-1 1 1 0 0,1-1-1 0 0,-1 1 1 0 0,-1-1 0 0 0,0-7-1 0 0,0 9 27 0 0,-11-14-308 0 0,7 19 299 0 0,-13 3-28 0 0,13-3 37 0 0,5 0-56 0 0,0 1 0 0 0,0-1 0 0 0,0 0 0 0 0,0 1 0 0 0,0-1 0 0 0,0 0 0 0 0,0 1 0 0 0,0-1 0 0 0,-1 0 0 0 0,1 1 0 0 0,0-1 0 0 0,0 0 0 0 0,0 0 0 0 0,0 1 0 0 0,0-1 0 0 0,-1 0 0 0 0,1 0 0 0 0,0 1 0 0 0,0-1 0 0 0,0 0 0 0 0,-1 0 0 0 0,1 1 0 0 0,0-1 0 0 0,0 0 0 0 0,-1 0 0 0 0,1 0 0 0 0,0 0 0 0 0,-1 1 0 0 0,0-1-3 0 0,0 0-1 0 0,1 1 0 0 0,-1-1 0 0 0,0 1 0 0 0,1-1 0 0 0,-1 1 0 0 0,1-1 0 0 0,-1 1 0 0 0,1-1 0 0 0,-1 1 0 0 0,1 0 0 0 0,-1-1 1 0 0,1 1-1 0 0,-1 0 0 0 0,1-1 0 0 0,0 1 0 0 0,-1 0 0 0 0,1 0 0 0 0,0 0 0 0 0,-4 48 57 0 0,4-48-61 0 0,1 0-1 0 0,-1 0 1 0 0,1 0-1 0 0,-1 0 1 0 0,1-1 0 0 0,0 1-1 0 0,-1 0 1 0 0,1 0 0 0 0,0 0-1 0 0,0-1 1 0 0,0 1 0 0 0,-1 0-1 0 0,1-1 1 0 0,0 1 0 0 0,0-1-1 0 0,0 1 1 0 0,0-1 0 0 0,0 1-1 0 0,0-1 1 0 0,2 1 0 0 0,19-8-48 0 0,-20 3-61 0 0,5-10 105 0 0,-6 11-2 0 0,0-2-182 0 0,-3-40 116 0 0,2 41 138 0 0,-3 1-66 0 0,2 2 8 0 0,0 0 1 0 0,0 0-1 0 0,0 0 1 0 0,0 0-1 0 0,0 0 1 0 0,0 0-1 0 0,0 1 1 0 0,0-1-1 0 0,0 0 1 0 0,0 1-1 0 0,-1-1 1 0 0,1 1-1 0 0,0-1 0 0 0,0 1 1 0 0,-1 0-1 0 0,1 0 1 0 0,0-1-1 0 0,-1 1 1 0 0,1 0-1 0 0,0 0 1 0 0,-1 0-1 0 0,1 0 1 0 0,0 0-1 0 0,-1 1 1 0 0,1-1-1 0 0,0 0 1 0 0,-2 1-1 0 0,-1 0 5 0 0,-3 8 22 0 0,6-8-28 0 0,1-1-1 0 0,-1 0 1 0 0,0 1-1 0 0,1-1 1 0 0,-1 1 0 0 0,0-1-1 0 0,1 1 1 0 0,-1-1-1 0 0,1 1 1 0 0,-1 0-1 0 0,1-1 1 0 0,-1 1 0 0 0,1 0-1 0 0,0-1 1 0 0,-1 1-1 0 0,1 0 1 0 0,0-1 0 0 0,0 1-1 0 0,-1 0 1 0 0,1 0-1 0 0,0-1 1 0 0,0 2-1 0 0,-1 3 15 0 0,0-1-1 0 0,1 0 0 0 0,0 0 1 0 0,0 1-1 0 0,0-1 0 0 0,0 0 1 0 0,2 9-1 0 0,-1-9 123 0 0,4-5-162 0 0,16 0 30 0 0,-16 1 18 0 0,-3-8-140 0 0,3 3 83 0 0,2-26 154 0 0,-7 26-136 0 0,0-21-77 0 0,0 21 114 0 0,-4 4-31 0 0,-16-5-115 0 0,5 21 187 0 0,12-12-47 0 0,1 4-17 0 0,0-1 8 0 0,0 0 0 0 0,-1 0 0 0 0,-5 8 0 0 0,6-10 58 0 0,23-10-127 0 0,-17 5 34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0.9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0 1600 0 0,'0'0'2247'0'0,"-2"3"-1631"0"0,-1 0-359 0 0,0 0 0 0 0,1 0 0 0 0,0 0 0 0 0,0 1 0 0 0,0-1 0 0 0,0 1 0 0 0,-1 4 0 0 0,1-4 304 0 0,2 0-408 0 0,0 3-28 0 0,0 0 0 0 0,0 0 0 0 0,1 0 0 0 0,0 0 0 0 0,0 0 0 0 0,1 0 0 0 0,4 10 0 0 0,-4-13 397 0 0,2-6-450 0 0,-1 1-34 0 0,0 0 1 0 0,-1-1-1 0 0,1 1 1 0 0,0-1-1 0 0,-1 0 1 0 0,1 0-1 0 0,-1 0 1 0 0,0 0-1 0 0,0 0 1 0 0,0 0-1 0 0,0-1 1 0 0,0 1-1 0 0,0-1 1 0 0,-1 1-1 0 0,1-1 1 0 0,-1 0-1 0 0,1 0 1 0 0,-1 0-1 0 0,1-3 1 0 0,-1 2 57 0 0,-2 1-84 0 0,-4-13-1 0 0,4 12 59 0 0,-3 7-90 0 0,3-2 19 0 0,0 0 0 0 0,0 0 1 0 0,0 0 0 0 0,0-1 0 0 0,0 1 0 0 0,0 0 0 0 0,0 0 0 0 0,0-1 0 0 0,0 1-1 0 0,0 0 1 0 0,0-1 0 0 0,-1 1 0 0 0,-1 0 0 0 0,1 2-31 0 0,-1 0 31 0 0,1-1 3 0 0,0 0 0 0 0,0 1 0 0 0,1-1-1 0 0,-1 0 1 0 0,1 1 0 0 0,-1-1-1 0 0,1 1 1 0 0,0 0 0 0 0,0-1-1 0 0,0 1 1 0 0,0 0 0 0 0,0 4 0 0 0,0 12-6 0 0,0-14 30 0 0,5 2-22 0 0,-4-7-5 0 0,0 1 0 0 0,0-1 1 0 0,0 1-1 0 0,0-1 1 0 0,0 1-1 0 0,0-1 1 0 0,0 1-1 0 0,0-1 0 0 0,0 0 1 0 0,0 1-1 0 0,1-1 1 0 0,-1 1-1 0 0,0-1 1 0 0,0 1-1 0 0,0-1 0 0 0,1 1 1 0 0,-1-1-1 0 0,0 0 1 0 0,1 1-1 0 0,-1-1 1 0 0,0 0-1 0 0,1 1 0 0 0,-1-1 1 0 0,1 0-1 0 0,-1 1 1 0 0,0-1-1 0 0,1 0 1 0 0,-1 0-1 0 0,1 0 0 0 0,-1 1 1 0 0,2-1-1 0 0,0-1-4 0 0,0-1 0 0 0,0 1 0 0 0,0-1 0 0 0,0 0 0 0 0,0 1 0 0 0,-1-1 0 0 0,1 0-1 0 0,0 0 1 0 0,-1 0 0 0 0,1 0 0 0 0,-1-1 0 0 0,0 1 0 0 0,1-3 0 0 0,0 2 79 0 0,-5-4-145 0 0,3 6 71 0 0,0 1 0 0 0,0-1 0 0 0,0 1 0 0 0,0-1 0 0 0,0 1 0 0 0,-1-1 1 0 0,1 1-1 0 0,0-1 0 0 0,0 1 0 0 0,0-1 0 0 0,0 1 0 0 0,-1-1 0 0 0,1 1 0 0 0,0-1 0 0 0,0 1 0 0 0,-1-1 0 0 0,1 1 0 0 0,0 0 0 0 0,-1-1 0 0 0,1 1 0 0 0,-1-1 0 0 0,1 1 0 0 0,0 0 0 0 0,-1 0 0 0 0,1-1 0 0 0,-1 1 0 0 0,1 0 0 0 0,-1 0 1 0 0,0-1-1 0 0,-12 9-1 0 0,10-6 6 0 0,2 2-232 0 0,-3 10 143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1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63 1708 0 0,'0'0'1269'0'0,"-1"-5"-756"0"0,-1-12-73 0 0,1 13 2529 0 0,-2 1-2765 0 0,-1 1-78 0 0,-1 0 0 0 0,0 0 0 0 0,1 0 0 0 0,-1 1 1 0 0,0 0-1 0 0,0 0 0 0 0,0 0 0 0 0,0 0 0 0 0,0 1 0 0 0,0-1 1 0 0,-9 2-1 0 0,9 0 49 0 0,-12 14 38 0 0,6 6-114 0 0,12-16-66 0 0,0 14-6 0 0,-1-14-10 0 0,7 3-22 0 0,3 6 12 0 0,-7-12-2 0 0,0-1 0 0 0,-1 0 1 0 0,1 1-1 0 0,0-1 0 0 0,0 0 0 0 0,0-1 0 0 0,0 1 1 0 0,0 0-1 0 0,0-1 0 0 0,1 0 0 0 0,-1 0 1 0 0,0 0-1 0 0,0 0 0 0 0,0 0 0 0 0,0 0 0 0 0,0-1 1 0 0,0 0-1 0 0,5-1 0 0 0,-5 0 162 0 0,-1-1-139 0 0,0 0 0 0 0,0-1 0 0 0,-1 0 0 0 0,1 1 0 0 0,-1-1 0 0 0,0 0 0 0 0,0 0 0 0 0,0 0 0 0 0,-1 0 0 0 0,1-6 33 0 0,-2 5-34 0 0,-15-36 206 0 0,14 38-237 0 0,-1 0-21 0 0,2 2 22 0 0,0-1 1 0 0,-1 1-1 0 0,1 0 0 0 0,0 0 1 0 0,-1 0-1 0 0,1 0 0 0 0,-1 0 1 0 0,0 1-1 0 0,1-1 0 0 0,-1 0 1 0 0,0 1-1 0 0,1-1 0 0 0,-1 1 1 0 0,0-1-1 0 0,1 1 0 0 0,-1 0 1 0 0,0 0-1 0 0,0 0 0 0 0,1 0 1 0 0,-1 0-1 0 0,-3 1 0 0 0,0-1 35 0 0,3 3-22 0 0,-21 34 182 0 0,21-33-144 0 0,1 1-51 0 0,-1 12 36 0 0,1-12 42 0 0,2-1-86 0 0,8 29-2 0 0,-5-29 10 0 0,-1-1-1 0 0,-1 0-16 0 0,1-1-11 0 0,32 18-95 0 0,-31-19 131 0 0,1-2 12 0 0,13-2 39 0 0,-13 2-71 0 0,15-16-74 0 0,-12 0 96 0 0,-6 13 9 0 0,-3 3-11 0 0,1-1 1 0 0,-1 1-1 0 0,1-1 1 0 0,0 0 0 0 0,0 1-1 0 0,0-1 1 0 0,0 1 0 0 0,0-1-1 0 0,0 0 1 0 0,0 1-1 0 0,0-1 1 0 0,1-2 0 0 0,0 0-9 0 0,-1-1-24 0 0,-1 5-14 0 0,1-1 40 0 0,0 1 0 0 0,0 0 1 0 0,-1 0-1 0 0,1 0 1 0 0,0-1-1 0 0,-1 1 0 0 0,1 0 1 0 0,0 0-1 0 0,0-1 0 0 0,0 1 1 0 0,-1 0-1 0 0,1 0 1 0 0,0-1-1 0 0,0 1 0 0 0,0 0 1 0 0,0-1-1 0 0,-1 1 0 0 0,1 0 1 0 0,0-1-1 0 0,0 1 1 0 0,0 0-1 0 0,0-1 0 0 0,0 1 1 0 0,0 0-1 0 0,0-1 0 0 0,0 1 1 0 0,0 0-1 0 0,0-1 1 0 0,0 0-6 0 0,0 0 0 0 0,0 0 0 0 0,0 0 0 0 0,0 0 1 0 0,0 0-1 0 0,-1 0 0 0 0,1 0 0 0 0,0 1 1 0 0,-1-1-1 0 0,1 0 0 0 0,0 0 0 0 0,-1 0 0 0 0,1 0 1 0 0,-1 1-1 0 0,1-1 0 0 0,-1 0 0 0 0,-1-1 1 0 0,1 1 3 0 0,0 0 1 0 0,0 0-1 0 0,0 1 1 0 0,0-1-1 0 0,0 0 1 0 0,0 0-1 0 0,0 1 1 0 0,0-1-1 0 0,-1 0 1 0 0,1 1-1 0 0,0-1 1 0 0,0 1-1 0 0,-1 0 1 0 0,1-1-1 0 0,0 1 1 0 0,-1 0-1 0 0,1 0 0 0 0,0 0 1 0 0,-1 0-1 0 0,1 0 1 0 0,0 0-1 0 0,-1 0 1 0 0,1 0-1 0 0,0 1 1 0 0,-1-1-1 0 0,1 0 1 0 0,0 1-1 0 0,0-1 1 0 0,-1 1-1 0 0,1-1 1 0 0,0 1-1 0 0,0 0 1 0 0,0 0-1 0 0,-2 1 1 0 0,2-2 1 0 0,0 1 0 0 0,-1 0 1 0 0,1 0-1 0 0,0 1 0 0 0,-1-1 0 0 0,1 0 1 0 0,0 0-1 0 0,0 1 0 0 0,0-1 0 0 0,-1 3 13 0 0,1 0-17 0 0,-4 12 27 0 0,4-12 14 0 0,2 0-39 0 0,4 13 4 0 0,-4-13 10 0 0,2-2 0 0 0,1 1-2 0 0,0 0 1 0 0,1 0 0 0 0,0 0 0 0 0,-1-1-1 0 0,8 3 1 0 0,-7-3 13 0 0,-1-4 20 0 0,-1 1-22 0 0,0-1 0 0 0,0 1 0 0 0,0-1 0 0 0,0 0 0 0 0,0 0 0 0 0,0 0 0 0 0,-1 0 0 0 0,1 0 0 0 0,3-5 0 0 0,-4 4 117 0 0,-2-2-123 0 0,-1-13 5 0 0,0 13-3 0 0,1 5-133 0 0,0 0 114 0 0,0 0 1 0 0,-1 0-1 0 0,1 0 0 0 0,0-1 1 0 0,-1 1-1 0 0,1 0 0 0 0,0 0 1 0 0,0 0-1 0 0,-1 0 0 0 0,1 0 1 0 0,0-1-1 0 0,0 1 0 0 0,-1 0 1 0 0,1 0-1 0 0,0 0 0 0 0,0-1 1 0 0,0 1-1 0 0,-1 0 0 0 0,1 0 1 0 0,0-1-1 0 0,0 1 0 0 0,0 0 1 0 0,0 0-1 0 0,0-1 0 0 0,-1 1 1 0 0,1 0-1 0 0,0-1 0 0 0,0 1 1 0 0,0 0-1 0 0,0-1 0 0 0,0 0 5 0 0,0 0 0 0 0,0 0 0 0 0,-1 1 0 0 0,1-1 0 0 0,0 0 0 0 0,-1 0 0 0 0,1 1 0 0 0,-1-1 0 0 0,1 0 0 0 0,-1 1 0 0 0,1-1 0 0 0,-1 0 0 0 0,1 1 0 0 0,-1-1 0 0 0,1 1 0 0 0,-1-1 0 0 0,0 1 0 0 0,1-1 0 0 0,-1 1 0 0 0,0-1 0 0 0,-1 1 0 0 0,0-2-4 0 0,2 1-1 0 0,-1 1 1 0 0,0-1 0 0 0,0 1-1 0 0,0-1 1 0 0,0 0-1 0 0,0 1 1 0 0,0-1-1 0 0,0 1 1 0 0,0 0 0 0 0,0-1-1 0 0,0 1 1 0 0,0 0-1 0 0,0 0 1 0 0,0 0 0 0 0,-1 0-1 0 0,1 0 1 0 0,0 0-1 0 0,0 0 1 0 0,0 0-1 0 0,-2 0 1 0 0,-15 4-2 0 0,13-4-24 0 0,-11 20 41 0 0,16-15-10 0 0,-2 15 9 0 0,1-16-35 0 0,8 19 44 0 0,-4-20-13 0 0,-2-1 11 0 0,0-1-1 0 0,1 0 1 0 0,-1 1 0 0 0,1-1-1 0 0,-1 0 1 0 0,1 0 0 0 0,-1 0-1 0 0,1-1 1 0 0,0 1 0 0 0,0 0-1 0 0,-1 0 1 0 0,1-1 0 0 0,0 1-1 0 0,0-1 1 0 0,0 0 0 0 0,0 0-1 0 0,0 1 1 0 0,0-1 0 0 0,-1 0-1 0 0,1-1 1 0 0,3 1 0 0 0,-3 0 205 0 0,0-4-286 0 0,0 0 115 0 0,0 0 0 0 0,0-1 1 0 0,0 0-1 0 0,-1 1 0 0 0,0-1 0 0 0,1-7 0 0 0,-2 7-9 0 0,-1 1-40 0 0,-3-18-7 0 0,-3 16-32 0 0,7 5 32 0 0,0 1 0 0 0,0-1-1 0 0,0 1 1 0 0,0 0 0 0 0,-1-1-1 0 0,1 1 1 0 0,0 0-1 0 0,0-1 1 0 0,-1 1 0 0 0,1-1-1 0 0,0 1 1 0 0,0 0 0 0 0,-1-1-1 0 0,1 1 1 0 0,0 0 0 0 0,-1 0-1 0 0,1-1 1 0 0,0 1 0 0 0,-1 0-1 0 0,1 0 1 0 0,-1 0 0 0 0,1-1-1 0 0,0 1 1 0 0,-1 0 0 0 0,1 0-1 0 0,-1 0 1 0 0,1 0 0 0 0,0 0-1 0 0,-1 0 1 0 0,1 0-1 0 0,-1 0 1 0 0,1 0 0 0 0,-1 0-1 0 0,1 0 1 0 0,-1 0 0 0 0,1 0-1 0 0,-1 0 1 0 0,-1 1 2 0 0,0-1 1 0 0,0 1-1 0 0,1 0 0 0 0,-1 0 1 0 0,0-1-1 0 0,0 1 1 0 0,1 0-1 0 0,-1 0 0 0 0,1 1 1 0 0,-1-1-1 0 0,1 0 0 0 0,-1 0 1 0 0,1 1-1 0 0,0-1 0 0 0,-1 1 1 0 0,1-1-1 0 0,0 1 0 0 0,0 0 1 0 0,0-1-1 0 0,0 1 0 0 0,1 0 1 0 0,-1 0-1 0 0,0 0 1 0 0,1-1-1 0 0,-1 1 0 0 0,1 0 1 0 0,0 0-1 0 0,0 0 0 0 0,-1 0 1 0 0,1 0-1 0 0,1 3 0 0 0,-1-1 25 0 0,0-2-21 0 0,0-1-1 0 0,1 0 0 0 0,-1 0 0 0 0,0 1 1 0 0,1-1-1 0 0,-1 0 0 0 0,1 0 0 0 0,0 0 1 0 0,-1 0-1 0 0,1 0 0 0 0,0 0 0 0 0,0 0 1 0 0,-1 0-1 0 0,1 0 0 0 0,0 0 0 0 0,0 0 1 0 0,0 0-1 0 0,2 1 0 0 0,11 4 11 0 0,-11-4 5 0 0,3-8-88 0 0,-5 6 54 0 0,-1 0 0 0 0,1 0 0 0 0,-1 0 0 0 0,1 0 0 0 0,-1 0 1 0 0,0-1-1 0 0,1 1 0 0 0,-1 0 0 0 0,1 0 0 0 0,-1-1 0 0 0,0 1 1 0 0,1 0-1 0 0,-1-1 0 0 0,0 1 0 0 0,1 0 0 0 0,-1-1 0 0 0,0 1 1 0 0,1-1-1 0 0,-1 1 0 0 0,0 0 0 0 0,0-1 0 0 0,0 1 0 0 0,1-1 1 0 0,-1 1-1 0 0,0-1 0 0 0,0 1 0 0 0,0-1 0 0 0,0 1 0 0 0,0-1 1 0 0,0 1-1 0 0,0-1 0 0 0,0 0 0 0 0,0 1 16 0 0,-1-1-1 0 0,1 1 1 0 0,0-1-1 0 0,-1 0 1 0 0,1 1-1 0 0,-1-1 1 0 0,1 1-1 0 0,-1-1 1 0 0,0 1 0 0 0,1-1-1 0 0,-1 1 1 0 0,1 0-1 0 0,-1-1 1 0 0,0 1-1 0 0,1 0 1 0 0,-1 0-1 0 0,0-1 1 0 0,0 1-1 0 0,1 0 1 0 0,-1 0 0 0 0,0 0-1 0 0,1 0 1 0 0,-1 0-1 0 0,0 0 1 0 0,0 0-1 0 0,1 0 1 0 0,-1 0-1 0 0,0 0 1 0 0,0 0 0 0 0,1 0-1 0 0,-1 1 1 0 0,0-1-1 0 0,1 0 1 0 0,-1 0-1 0 0,0 1 1 0 0,1-1-1 0 0,-1 0 1 0 0,0 1 0 0 0,1-1-1 0 0,-1 1 1 0 0,1-1-1 0 0,-1 2 1 0 0,-2 0 62 0 0,1 1-184 0 0,-5 10 108 0 0,5-10 24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1.0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 3276 0 0,'0'0'5637'0'0,"-2"3"-5108"0"0,-1 5-316 0 0,1 0 1 0 0,-1 0-1 0 0,2 1 1 0 0,-1-1-1 0 0,1 0 1 0 0,0 1-1 0 0,1-1 1 0 0,-1 1-1 0 0,2-1 1 0 0,-1 1-1 0 0,4 11 1 0 0,-2 3-113 0 0,1 23-16 0 0,0 4-349 0 0,-3-42 192 0 0,3 99-2015 0 0,-4-33-2991 0 0,-1-43 429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1.0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54 3268 0 0,'0'0'3030'0'0,"-2"-3"-2359"0"0,1 3-604 0 0,1-1-1 0 0,-1 0 1 0 0,1 0 0 0 0,-1 1 0 0 0,1-1 0 0 0,-1 0 0 0 0,1 0 0 0 0,0 0 0 0 0,-1 0 0 0 0,1 0 0 0 0,0 1 0 0 0,0-1 0 0 0,0 0 0 0 0,-1 0-1 0 0,1 0 1 0 0,0 0 0 0 0,0 0 0 0 0,0 0 0 0 0,1 0 0 0 0,-1 0 0 0 0,0 0 0 0 0,0 0 0 0 0,0 1 0 0 0,1-1 0 0 0,-1 0 0 0 0,0 0-1 0 0,1 0 1 0 0,-1 0 0 0 0,1 1 0 0 0,-1-1 0 0 0,1 0 0 0 0,-1 0 0 0 0,1 1 0 0 0,0-2 0 0 0,2-1 339 0 0,1 1-244 0 0,12-7-15 0 0,-12 7 100 0 0,1 1-168 0 0,16-2-23 0 0,-16 2 99 0 0,1 2-128 0 0,18 0 1 0 0,-19-1 47 0 0,16 11 192 0 0,-10 9 128 0 0,-11-15-245 0 0,-2 15-66 0 0,2-16 45 0 0,-7 16 175 0 0,5-17-162 0 0,1 1-14 0 0,-29 54 296 0 0,28-54-297 0 0,1 0-96 0 0,-4 12 7 0 0,4-12 315 0 0,14 13-105 0 0,-10-14-196 0 0,1-2-37 0 0,14 5-8 0 0,-14-5-5 0 0,0 0 10 0 0,43 13 109 0 0,-42-12-50 0 0,32 21 562 0 0,-34-20-274 0 0,2 6-212 0 0,-5-8-137 0 0,0-1 1 0 0,1 1 0 0 0,-1-1-1 0 0,0 0 1 0 0,1 1-1 0 0,-1-1 1 0 0,0 1-1 0 0,1-1 1 0 0,-1 1 0 0 0,0 0-1 0 0,0-1 1 0 0,0 1-1 0 0,1-1 1 0 0,-1 1 0 0 0,0-1-1 0 0,0 1 1 0 0,0 0-1 0 0,0-1 1 0 0,0 1 0 0 0,0-1-1 0 0,0 1 1 0 0,0-1-1 0 0,0 1 1 0 0,0 0-1 0 0,-1-1 1 0 0,1 1 0 0 0,0-1-1 0 0,0 1 1 0 0,-1 0-1 0 0,-1 3 10 0 0,0-1-1 0 0,0 0 1 0 0,0 0-1 0 0,-1 0 1 0 0,1 0-1 0 0,-1-1 1 0 0,0 1-1 0 0,1 0 1 0 0,-1-1-1 0 0,0 0 0 0 0,-1 0 1 0 0,1 0-1 0 0,-5 2 1 0 0,-49 16-141 0 0,54-20 98 0 0,-1 1-132 0 0,-3 0-19 0 0,-52-1-1489 0 0,53-1 1130 0 0,6 1-155 0 0,0-1 659 0 0,0 1 1 0 0,0 0 0 0 0,0-1-1 0 0,-1 1 1 0 0,1 0-1 0 0,0-1 1 0 0,0 1 0 0 0,0 0-1 0 0,0 0 1 0 0,-1-1 0 0 0,1 1-1 0 0,0 0 1 0 0,0 0 0 0 0,-1-1-1 0 0,1 1 1 0 0,0 0-1 0 0,0 0 1 0 0,-1 0 0 0 0,1-1-1 0 0,0 1 1 0 0,0 0 0 0 0,-1 0-1 0 0,1 0 1 0 0,0 0-1 0 0,-1 0 1 0 0,-7-6-543 0 0,8-3-2591 0 0,1 4 2706 0 0,-1 3 240 0 0,0 0-1 0 0,1 1 1 0 0,-1-1 0 0 0,0 0-1 0 0,1 1 1 0 0,-1-1-1 0 0,1 1 1 0 0,0-1-1 0 0,0 1 1 0 0,-1-1-1 0 0,1 1 1 0 0,0-1 0 0 0,0 1-1 0 0,2-2 1 0 0,13-18-3736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1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 2900 0 0,'0'0'1238'0'0,"3"-2"-181"0"0,-3 1-806 0 0,1 0-1 0 0,0 1 1 0 0,0-1-1 0 0,0 1 1 0 0,-1-1-1 0 0,1 1 0 0 0,0-1 1 0 0,0 1-1 0 0,0 0 1 0 0,0-1-1 0 0,0 1 1 0 0,0 0-1 0 0,0 0 1 0 0,0 0-1 0 0,0 0 1 0 0,0 0-1 0 0,0 0 1 0 0,0 0-1 0 0,0 0 1 0 0,0 0-1 0 0,0 0 1 0 0,-1 0-1 0 0,3 1 1 0 0,6 4-691 0 0,-6-3 1056 0 0,-1 2-434 0 0,27 63 1148 0 0,-27-63-1172 0 0,1-1-18 0 0,7 10-8 0 0,-7-9-6 0 0,0-1-12 0 0,26 28 307 0 0,-26-28-172 0 0,0 1 9 0 0,-2-3-229 0 0,1 1-1 0 0,-1 0 1 0 0,1 0-1 0 0,-1-1 1 0 0,0 1-1 0 0,0 0 1 0 0,1 0-1 0 0,-1 0 1 0 0,-1 1-1 0 0,1-1 1 0 0,0 0-1 0 0,0 0 1 0 0,-1 0-1 0 0,0 1 1 0 0,1-1-1 0 0,-1 0 1 0 0,0 1-1 0 0,0-1 1 0 0,0 0 0 0 0,0 1-1 0 0,0-1 1 0 0,-1 0-1 0 0,1 0 1 0 0,-2 4-1 0 0,0-2-62 0 0,-2-2-232 0 0,-32 14-961 0 0,32-14 662 0 0,-1-2-764 0 0,-17 3 530 0 0,16-3-205 0 0,1-1-1801 0 0,-15-5 175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1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0 125 3100 0 0,'0'0'1073'0'0,"4"-3"-148"0"0,8-8-308 0 0,1 0-1 0 0,0 1 1 0 0,0 0-1 0 0,1 1 0 0 0,1 1 1 0 0,20-9-1 0 0,33-9-1189 0 0,-1 6-4226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1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52 3092 0 0,'0'0'2034'0'0,"-1"-5"-1213"0"0,-3-11-123 0 0,3 12 1010 0 0,0 0-1229 0 0,-3-14-17 0 0,3 14 2104 0 0,3 7-2524 0 0,7 22-327 0 0,-2-1-1 0 0,0 1 0 0 0,-2 0 0 0 0,3 38 0 0 0,-2-24-830 0 0,8 76-4099 0 0,-11-71 1113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1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1 3244 0 0,'0'0'5205'0'0,"-5"2"-4967"0"0,-11 5-50 0 0,12-5-14 0 0,3 2-51 0 0,-6 43 255 0 0,6-42-226 0 0,0-2-92 0 0,1 1 1 0 0,-1 0 0 0 0,0-1 0 0 0,1 1-1 0 0,0-1 1 0 0,0 1 0 0 0,0 0-1 0 0,0-1 1 0 0,1 1 0 0 0,1 6 0 0 0,0 8 39 0 0,-1-16-80 0 0,-1 1 0 0 0,1 0 0 0 0,0-1 1 0 0,0 1-1 0 0,0 0 0 0 0,0-1 1 0 0,1 0-1 0 0,-1 1 0 0 0,0-1 0 0 0,1 0 1 0 0,0 1-1 0 0,0-1 0 0 0,0 0 1 0 0,2 2-1 0 0,-3-3-30 0 0,2 2 64 0 0,2-1-24 0 0,14 6-14 0 0,-15-6 19 0 0,2-2 6 0 0,0 2-40 0 0,2-1 4 0 0,27-7-77 0 0,-26 4 50 0 0,10-3 30 0 0,-18 4-4 0 0,1 1 0 0 0,-1 0 0 0 0,0-1 0 0 0,1 1 0 0 0,-1-1 0 0 0,0 0 0 0 0,1 1 0 0 0,-1-1 0 0 0,0 0 0 0 0,0 0 0 0 0,1 1-1 0 0,-1-1 1 0 0,0 0 0 0 0,1-2 0 0 0,1 0-5 0 0,1 0-21 0 0,0-1-6 0 0,11-10 11 0 0,-11 11-8 0 0,-4 1 22 0 0,0 1 0 0 0,1 0-1 0 0,-1 0 1 0 0,1-1-1 0 0,-1 1 1 0 0,1 0-1 0 0,-1 0 1 0 0,1 0 0 0 0,-1-1-1 0 0,1 1 1 0 0,0 0-1 0 0,1-1 1 0 0,0-1-2 0 0,0 0 8 0 0,0-2 9 0 0,3-14-5 0 0,-3 15 75 0 0,-2-1-40 0 0,1-16 8 0 0,0 16 241 0 0,-26 12-212 0 0,24-7-74 0 0,0 0 0 0 0,0 1-1 0 0,0-1 1 0 0,1 1 0 0 0,-1 0 0 0 0,0-1 0 0 0,0 1-1 0 0,1 0 1 0 0,-1-1 0 0 0,0 1 0 0 0,1 0 0 0 0,-1 0-1 0 0,1 0 1 0 0,-1-1 0 0 0,1 1 0 0 0,-1 0 0 0 0,1 0-1 0 0,-1 0 1 0 0,1 0 0 0 0,0 0 0 0 0,0 0 0 0 0,-1 0-1 0 0,1 0 1 0 0,0 1 0 0 0,-8 18-218 0 0,2 1-1 0 0,0-1 0 0 0,1 1 1 0 0,1 0-1 0 0,0 1 1 0 0,2-1-1 0 0,1 28 1 0 0,1-42-329 0 0,0 0 0 0 0,1 0-1 0 0,0 0 1 0 0,1 0 0 0 0,2 10 0 0 0,-3-15 417 0 0,0 2-1004 0 0,2 0-798 0 0,10 16-1354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1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33 2052 0 0,'0'0'1896'0'0,"0"-4"-1220"0"0,-2-19 1500 0 0,-2 22-1870 0 0,-13-2-101 0 0,12 2-155 0 0,2 3 170 0 0,-4 2-126 0 0,2 0-1 0 0,-1 1 1 0 0,0 0 0 0 0,1 0 0 0 0,0 0 0 0 0,0 0 0 0 0,-7 13-1 0 0,8-13-56 0 0,0 1 0 0 0,0 1 0 0 0,1-1 0 0 0,0 0 0 0 0,0 1 0 0 0,1-1-1 0 0,0 1 1 0 0,0 0 0 0 0,1 0 0 0 0,0 0 0 0 0,0 0 0 0 0,0 0 0 0 0,1 0 0 0 0,0 0-1 0 0,0 0 1 0 0,2 9 0 0 0,-1-11 28 0 0,1-5-64 0 0,-1 1 0 0 0,0-1 0 0 0,0 1 0 0 0,1-1 0 0 0,-1 1 0 0 0,0 0 0 0 0,0 0 0 0 0,0 0 0 0 0,0-1 0 0 0,1 1 0 0 0,-1 0 0 0 0,1 2 0 0 0,-1-2-1 0 0,2 1 18 0 0,3-2 2 0 0,17 0 24 0 0,-17 0-6 0 0,-2-1-35 0 0,29-28 186 0 0,-30 25-109 0 0,-3 3-76 0 0,0 1 1 0 0,0-1-1 0 0,0 0 1 0 0,0 0 0 0 0,0 1-1 0 0,0-1 1 0 0,0 0 0 0 0,1 1-1 0 0,-1-1 1 0 0,0 0-1 0 0,0 1 1 0 0,0-1 0 0 0,1 0-1 0 0,-1 1 1 0 0,0-1 0 0 0,1 0-1 0 0,-1 1 1 0 0,1-1-1 0 0,0 0 1 0 0,-1 0-15 0 0,1 0 1 0 0,0 0-1 0 0,0 0 0 0 0,-1 0 1 0 0,1 0-1 0 0,-1 0 0 0 0,1 0 0 0 0,-1-1 1 0 0,0 1-1 0 0,1 0 0 0 0,-1 0 1 0 0,0 0-1 0 0,0-1 0 0 0,0 1 0 0 0,0 0 1 0 0,0 0-1 0 0,0 0 0 0 0,0-2 1 0 0,0-4-222 0 0,0 0 1 0 0,-1 0 0 0 0,0 0 0 0 0,0 0 0 0 0,-3-9 0 0 0,3 13-126 0 0,0 0 0 0 0,0 0 1 0 0,-1 1-1 0 0,1-1 0 0 0,-1 0 1 0 0,0 0-1 0 0,0 1 0 0 0,0-1 0 0 0,0 1 1 0 0,0 0-1 0 0,-3-3 0 0 0,-14-10-3290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1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107 101 2908 0 0,'-3'-2'981'0'0,"-8"-12"2693"0"0,7 13-3406 0 0,2 0-177 0 0,0 1 1 0 0,-1-1 0 0 0,1 1 0 0 0,0-1-1 0 0,-1 1 1 0 0,1 0 0 0 0,0 0-1 0 0,0 0 1 0 0,-1 1 0 0 0,1-1 0 0 0,0 0-1 0 0,0 1 1 0 0,-1-1 0 0 0,1 1-1 0 0,-3 1 1 0 0,1 0 20 0 0,3-1-103 0 0,0-1 0 0 0,0 1 1 0 0,0 0-1 0 0,0-1 0 0 0,0 1 0 0 0,0 0 1 0 0,0 0-1 0 0,1 0 0 0 0,-1 0 1 0 0,0-1-1 0 0,1 1 0 0 0,-1 0 1 0 0,1 0-1 0 0,-1 0 0 0 0,1 0 1 0 0,-1 0-1 0 0,1 1 0 0 0,-1-1 1 0 0,1 0-1 0 0,0 2 0 0 0,-6 21 261 0 0,7-24-267 0 0,-1 0-1 0 0,0 1 1 0 0,1-1-1 0 0,-1 1 1 0 0,0-1 0 0 0,1 0-1 0 0,-1 1 1 0 0,0-1 0 0 0,1 0-1 0 0,-1 0 1 0 0,1 1 0 0 0,-1-1-1 0 0,0 0 1 0 0,1 0-1 0 0,-1 1 1 0 0,1-1 0 0 0,-1 0-1 0 0,1 0 1 0 0,-1 0 0 0 0,1 0-1 0 0,-1 0 1 0 0,1 0 0 0 0,0 0-1 0 0,-1 0 0 0 0,1 0 0 0 0,-1 0-1 0 0,1 0 1 0 0,-1 0 0 0 0,1 0-1 0 0,-1 1 1 0 0,1-1 0 0 0,-1 0-1 0 0,1 0 1 0 0,-1 0 0 0 0,1 0 0 0 0,-1 1-1 0 0,1-1 1 0 0,-1 0 0 0 0,0 1-1 0 0,1-1 1 0 0,-1 0 0 0 0,0 0-1 0 0,1 1 1 0 0,-1-1 0 0 0,0 1 0 0 0,1-1-1 0 0,-1 1 58 0 0,1-1-58 0 0,0 0 1 0 0,-1 1-1 0 0,1-1 1 0 0,0 0 0 0 0,-1 0-1 0 0,1 0 1 0 0,-1 0-1 0 0,1 0 1 0 0,0 0 0 0 0,-1 0-1 0 0,1 0 1 0 0,0-1-1 0 0,-1 1 1 0 0,1 0 0 0 0,0 0-1 0 0,-1 0 1 0 0,1-1-1 0 0,-1 1 1 0 0,1 0 0 0 0,-1-1-1 0 0,2 1 1 0 0,10-5 32 0 0,-9 4-20 0 0,1-1 0 0 0,-1-1 1 0 0,0 1-1 0 0,0 0 0 0 0,0-1 0 0 0,0 1 0 0 0,0-1 1 0 0,4-5-1 0 0,-5 6 1 0 0,0-1 127 0 0,1 0-80 0 0,-1-1-28 0 0,-1 0 1 0 0,1 0 0 0 0,-1 0-1 0 0,1 0 1 0 0,-1 0 0 0 0,0 0-1 0 0,-1-1 1 0 0,1 1 0 0 0,-1 0-1 0 0,1 0 1 0 0,-1-1 0 0 0,-1 1-1 0 0,1 0 1 0 0,-2-7 0 0 0,1 6 11 0 0,0 4-49 0 0,1 0 1 0 0,0 0 0 0 0,-1 0 0 0 0,1 0-1 0 0,-1 0 1 0 0,1 0 0 0 0,-1 0-1 0 0,0 0 1 0 0,1 0 0 0 0,-1 0-1 0 0,0 0 1 0 0,0 1 0 0 0,0-1 0 0 0,1 0-1 0 0,-1 0 1 0 0,0 1 0 0 0,0-1-1 0 0,0 0 1 0 0,0 1 0 0 0,-2-1 0 0 0,-13-8 12 0 0,12 7-26 0 0,-1 3-50 0 0,-34 18-20 0 0,36-16 94 0 0,0 0-6 0 0,-21 31-56 0 0,21-30 40 0 0,2 0-30 0 0,-4 14 24 0 0,4-14 2 0 0,7 14-79 0 0,-4-14 84 0 0,-1 0-29 0 0,18 6-86 0 0,-15-8 94 0 0,1-3-30 0 0,16-2 74 0 0,-16 2 14 0 0,-3 0-3 0 0,0 0 0 0 0,0 0 1 0 0,0 0-1 0 0,-1 0 0 0 0,1 0 1 0 0,0 0-1 0 0,-1 0 0 0 0,1 0 1 0 0,-1-1-1 0 0,1 1 0 0 0,-1-1 1 0 0,1 1-1 0 0,-1-1 0 0 0,0 0 1 0 0,0 1-1 0 0,2-4 1 0 0,2-3 31 0 0,-4 4-29 0 0,1-14-8 0 0,-1 14-22 0 0,-4 2-12 0 0,1 1 16 0 0,1 0 1 0 0,-1 1 0 0 0,1-1 0 0 0,-1 1 0 0 0,1-1 0 0 0,-1 1-1 0 0,0 0 1 0 0,1 0 0 0 0,-1-1 0 0 0,1 1 0 0 0,-1 0-1 0 0,0 0 1 0 0,1 1 0 0 0,-1-1 0 0 0,1 0 0 0 0,-1 0-1 0 0,0 1 1 0 0,1-1 0 0 0,-1 1 0 0 0,1 0 0 0 0,-1-1 0 0 0,-1 2-1 0 0,-2 0-8 0 0,3 5-15 0 0,-6-3 26 0 0,-5 20-39 0 0,12-21 108 0 0,1 2-218 0 0,2 20 245 0 0,-2-25-100 0 0,1 1 1 0 0,-1 0-1 0 0,0 0 0 0 0,1-1 1 0 0,0 1-1 0 0,-1 0 0 0 0,1-1 0 0 0,-1 1 1 0 0,1 0-1 0 0,0-1 0 0 0,-1 1 1 0 0,1-1-1 0 0,0 1 0 0 0,0-1 1 0 0,0 1-1 0 0,-1-1 0 0 0,1 0 0 0 0,0 1 1 0 0,0-1-1 0 0,0 0 0 0 0,0 0 1 0 0,0 0-1 0 0,-1 0 0 0 0,1 1 1 0 0,0-1-1 0 0,0 0 0 0 0,0-1 1 0 0,0 1-1 0 0,1 0 0 0 0,20-1 1 0 0,-17 0 118 0 0,-5 1-113 0 0,0 0-1 0 0,0-1 0 0 0,0 1 1 0 0,1 0-1 0 0,-1 0 1 0 0,0-1-1 0 0,0 1 0 0 0,0 0 1 0 0,0-1-1 0 0,0 1 0 0 0,0 0 1 0 0,1 0-1 0 0,-1-1 0 0 0,0 1 1 0 0,0 0-1 0 0,0 0 1 0 0,1 0-1 0 0,-1-1 0 0 0,0 1 1 0 0,0 0-1 0 0,1 0 0 0 0,-1 0 1 0 0,0 0-1 0 0,0-1 1 0 0,1 1-1 0 0,-1 0 0 0 0,0 0 1 0 0,1 0-1 0 0,-1 0 0 0 0,0 0 1 0 0,1 0-1 0 0,-1 0 0 0 0,1 0 1 0 0,-1 0 3 0 0,1 0 0 0 0,-1-1 0 0 0,1 1 0 0 0,0 0 0 0 0,-1 0 0 0 0,1 0 0 0 0,-1-1 0 0 0,1 1 1 0 0,0 0-1 0 0,-1-1 0 0 0,1 1 0 0 0,-1 0 0 0 0,1-1 0 0 0,-1 1 0 0 0,1-1 0 0 0,-1 1 0 0 0,0-1 0 0 0,1 1 0 0 0,-1-1 0 0 0,0 1 0 0 0,1-1 1 0 0,-1 1-1 0 0,0-1 0 0 0,1 1 0 0 0,-1-1 0 0 0,0 0 0 0 0,0 0 0 0 0,5-20-285 0 0,-8 19-1151 0 0,-5-8 907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5:42.2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 4600 0 0,'-5'2'1561'0'0,"-13"8"-338"0"0,13-8-272 0 0,0 0-36 0 0,-1 0-1380 0 0,-19 6 3092 0 0,7 0-9487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6:34.7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44 148 3088 0 0,'0'0'2869'0'0,"-4"-1"-1760"0"0,-29-20 4379 0 0,30 19-4290 0 0,2-2-783 0 0,0 0-348 0 0,1 1-1 0 0,-1 0 0 0 0,1 0 1 0 0,0 0-1 0 0,0-1 1 0 0,0 1-1 0 0,1 0 0 0 0,-1 0 1 0 0,1 0-1 0 0,-1 0 1 0 0,3-5-1 0 0,-2 4 54 0 0,2 0 40 0 0,8-11-111 0 0,4-1-28 0 0,-10 13-24 0 0,-2 0-15 0 0,1 0-2 0 0,11-9 16 0 0,-13 10-1 0 0,1 0 1 0 0,-1 1-1 0 0,1-1 0 0 0,0 1 1 0 0,0-1-1 0 0,-1 1 1 0 0,1 0-1 0 0,0 0 1 0 0,0 0-1 0 0,0 1 0 0 0,0-1 1 0 0,0 1-1 0 0,0-1 1 0 0,4 1-1 0 0,-4 0 11 0 0,2 0-15 0 0,-5 0 6 0 0,0 1-1 0 0,1-1 1 0 0,-1 1-1 0 0,0-1 1 0 0,0 1-1 0 0,0-1 1 0 0,0 0-1 0 0,0 1 1 0 0,1-1-1 0 0,-1 1 1 0 0,0-1-1 0 0,0 0 1 0 0,1 1-1 0 0,-1-1 1 0 0,0 0-1 0 0,0 1 1 0 0,1-1-1 0 0,-1 0 1 0 0,0 1-1 0 0,1-1 0 0 0,-1 0 1 0 0,1 0-1 0 0,-1 0 1 0 0,1 1-1 0 0,12 11-120 0 0,-2 33 188 0 0,-10-39-103 0 0,-1-1-17 0 0,-2 13-67 0 0,2-13 85 0 0,-1 0 49 0 0,-1 14-9 0 0,2-14 11 0 0,-1-1-1 0 0,-3 13 3 0 0,3-13 17 0 0,0 0-47 0 0,1 1-10 0 0,0 1 0 0 0,-1-1 0 0 0,0 0 1 0 0,0 0-1 0 0,0 1 0 0 0,-4 7 0 0 0,9-15 11 0 0,35-14-203 0 0,-35 14 168 0 0,25-8-175 0 0,-26 10 224 0 0,1 0 1 0 0,-1 0-1 0 0,0 0 0 0 0,1 0 0 0 0,-1 1 0 0 0,0 0 0 0 0,1-1 1 0 0,-1 1-1 0 0,0 0 0 0 0,0 1 0 0 0,5 1 0 0 0,-4 0-1 0 0,0 6 16 0 0,-4-8-12 0 0,1-1 0 0 0,0 1 0 0 0,-1-1 0 0 0,1 1 1 0 0,-1 0-1 0 0,1 0 0 0 0,-1-1 0 0 0,1 1 0 0 0,-1 0 1 0 0,0 0-1 0 0,1 0 0 0 0,-1 0 0 0 0,0-1 0 0 0,1 1 0 0 0,-1 0 1 0 0,0 0-1 0 0,0 1 0 0 0,2 14 67 0 0,0 0 1 0 0,-1 0-1 0 0,-1-1 0 0 0,-3 30 0 0 0,2-40-27 0 0,-1 0-30 0 0,-17 37 87 0 0,17-38-56 0 0,2-4-44 0 0,-1 0-1 0 0,1 0 1 0 0,0 0 0 0 0,-1 0 0 0 0,1 0 0 0 0,-1 1 0 0 0,1-1 0 0 0,0 0-1 0 0,-1 0 1 0 0,1 0 0 0 0,-1 1 0 0 0,1-1 0 0 0,0 0 0 0 0,-1 0 0 0 0,1 1 0 0 0,0-1-1 0 0,-1 0 1 0 0,1 1 0 0 0,0-1 0 0 0,0 0 0 0 0,-1 1 0 0 0,1-1 0 0 0,0 0-1 0 0,0 1 1 0 0,-13 12-62 0 0,-2-5-4 0 0,11-6-27 0 0,-1 0-16 0 0,-3-1-121 0 0,0 0 0 0 0,-1 0 0 0 0,1-1-1 0 0,-1 0 1 0 0,1 0 0 0 0,-1-1 0 0 0,1 0-1 0 0,0 0 1 0 0,-1-1 0 0 0,1 0 0 0 0,0-1-1 0 0,0 0 1 0 0,1 0 0 0 0,-12-6 0 0 0,16 7-9 0 0,1 0 0 0 0,-1 0 0 0 0,0 0 0 0 0,0 0 0 0 0,1-1 0 0 0,0 1 0 0 0,-1-1 0 0 0,1 1 0 0 0,0-1 0 0 0,0 0 0 0 0,-2-4 0 0 0,2 3-59 0 0,0 1-712 0 0,2 1 815 0 0,0 1-1 0 0,0-1 1 0 0,-1 1-1 0 0,1-1 1 0 0,0 1 0 0 0,0-1-1 0 0,-1 1 1 0 0,1-1-1 0 0,-1 1 1 0 0,0-1 0 0 0,1 1-1 0 0,-2-2 1 0 0,0-1-536 0 0,1-1-2804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6:39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131 158 2408 0 0,'0'0'3137'0'0,"0"-5"-2511"0"0,4-41 3463 0 0,-3 41-2577 0 0,-4 8-1459 0 0,-36 21 1407 0 0,35-26-1304 0 0,-12-5-82 0 0,12 6 36 0 0,2-3-86 0 0,-1-1-4 0 0,0 0-1 0 0,1 0 1 0 0,0-1-1 0 0,0 1 0 0 0,-1-10 1 0 0,2 11-36 0 0,2 2-7 0 0,0 1 19 0 0,-1-1 0 0 0,1 0 0 0 0,-1 1 0 0 0,0-1 0 0 0,1 1 0 0 0,-1-1 0 0 0,0 0 0 0 0,0 1 0 0 0,0-1 0 0 0,0 0 0 0 0,-1-1-1 0 0,1 3 1 0 0,1-5-5 0 0,13-18-42 0 0,-11 21 46 0 0,0 0-1 0 0,1 0 1 0 0,-1 0 0 0 0,1 0 0 0 0,0 0-1 0 0,-1 1 1 0 0,1 0 0 0 0,0 0 0 0 0,6-1-1 0 0,-5 1-10 0 0,13 7-94 0 0,-14-4 85 0 0,0 0-6 0 0,0 2 20 0 0,29 29-25 0 0,-29-27 33 0 0,1 3-3 0 0,-1-1 3 0 0,0 1 1 0 0,0 0 0 0 0,-1 0 0 0 0,0 0-1 0 0,0 0 1 0 0,-1 0 0 0 0,0 0 0 0 0,-1 1-1 0 0,0-1 1 0 0,-1 1 0 0 0,0-1-1 0 0,-2 17 1 0 0,-7 43-92 0 0,7-52 71 0 0,-2 0 10 0 0,-3 1-21 0 0,5-13 32 0 0,-1 5-21 0 0,-1 0-1 0 0,0 0 1 0 0,0-1 0 0 0,-1 1-1 0 0,0-1 1 0 0,-1 0 0 0 0,0 0-1 0 0,-12 12 1 0 0,-12 3-247 0 0,26-21 181 0 0,-1-2-119 0 0,-14 4 128 0 0,14-3-35 0 0,0-3-143 0 0,-15-4 137 0 0,15 4 11 0 0,-2-6-49 0 0,-6-3-118 0 0,-6-25 45 0 0,18 32 164 0 0,1-2 32 0 0,-2-14 16 0 0,2 15-20 0 0,0 4-12 0 0,1 0 53 0 0,-1 0 0 0 0,0 0 0 0 0,1 0 0 0 0,-1 0 0 0 0,0 0 0 0 0,1 0 0 0 0,-1-1 0 0 0,0 1 0 0 0,1 0 0 0 0,-1 0 0 0 0,0 0 0 0 0,0 0 0 0 0,1 0 0 0 0,-1-1 0 0 0,0 1 0 0 0,0 0 0 0 0,1 0 0 0 0,-1 0 0 0 0,0-1 0 0 0,0 1 0 0 0,0 0 0 0 0,1 0 0 0 0,-1-1 0 0 0,0 1 0 0 0,0 0 0 0 0,0 0 0 0 0,0-1 0 0 0,0 1 0 0 0,1 0 1 0 0,-1-1-1 0 0,0 0 3 0 0,0 1 1 0 0,0-1 0 0 0,1 1 0 0 0,-1-1 0 0 0,0 1 0 0 0,0-1 0 0 0,1 1-1 0 0,-1 0 1 0 0,0-1 0 0 0,1 1 0 0 0,-1-1 0 0 0,0 1 0 0 0,1 0 0 0 0,-1-1-1 0 0,1 1 1 0 0,-1 0 0 0 0,1-1 0 0 0,-1 1 0 0 0,1 0 0 0 0,-1 0 0 0 0,1 0-1 0 0,-1-1 1 0 0,1 1 0 0 0,-1 0 0 0 0,1 0 0 0 0,-1 0 0 0 0,1 0 0 0 0,-1 0 0 0 0,1 0-1 0 0,-1 0 1 0 0,1 0 0 0 0,-1 0 0 0 0,1 0 0 0 0,0 0 0 0 0,21 1 73 0 0,-16 0-10 0 0,0 0 1 0 0,241 30 74 0 0,-147-26-1287 0 0,-42-1-1583 0 0,-50-4 2306 0 0,22 2-2740 0 0,2-1-688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6:52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0 110 2084 0 0,'0'0'5737'0'0,"4"2"-5583"0"0,1-1-70 0 0,1 1 0 0 0,-1-1 0 0 0,1 0 0 0 0,0 0 0 0 0,0-1 0 0 0,6 0 0 0 0,-6 0 70 0 0,-1-1-76 0 0,107-33 529 0 0,-107 31-499 0 0,14-9 110 0 0,-15 10-113 0 0,-4 1-99 0 0,0 1 0 0 0,0 0 0 0 0,0-1 0 0 0,0 1 0 0 0,0-1 0 0 0,0 1 0 0 0,1 0 0 0 0,-1-1 0 0 0,0 1 0 0 0,0 0 0 0 0,0-1-1 0 0,1 1 1 0 0,-1 0 0 0 0,0-1 0 0 0,0 1 0 0 0,1 0 0 0 0,-1 0 0 0 0,0-1 0 0 0,1 1 0 0 0,-1 0 0 0 0,0 0 0 0 0,1-1 0 0 0,-1 1 0 0 0,0 0 0 0 0,1 0 0 0 0,12-12 340 0 0,-5-2-234 0 0,-6 10 299 0 0,-1 0-352 0 0,1-15-15 0 0,-1 14 538 0 0,-8 28-304 0 0,9 42-2 0 0,11 77 0 0 0,-8-100-438 0 0,0-17-174 0 0,-4-21 85 0 0,0 2-19 0 0,1 16-64 0 0,-1-17-62 0 0,-1 1-605 0 0,1 5 1208 0 0,-2 27-5638 0 0,1-34 3826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6:53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11 129 2392 0 0,'0'0'2180'0'0,"-2"-2"-1315"0"0,1 1-761 0 0,0 1-1 0 0,1-1 0 0 0,-1 1 1 0 0,0-1-1 0 0,1 0 1 0 0,-1 1-1 0 0,1-1 0 0 0,-1 0 1 0 0,1 0-1 0 0,-1 1 1 0 0,1-1-1 0 0,0 0 0 0 0,-1 0 1 0 0,1 0-1 0 0,0 1 1 0 0,0-1-1 0 0,0 0 0 0 0,-1 0 1 0 0,1 0-1 0 0,0 0 0 0 0,0 0 1 0 0,0 0-1 0 0,0 1 1 0 0,1-1-1 0 0,-1 0 0 0 0,0 0 1 0 0,0 0-1 0 0,0 0 1 0 0,1 0-1 0 0,-1 1 0 0 0,0-1 1 0 0,1 0-1 0 0,-1 0 1 0 0,1 1-1 0 0,-1-1 0 0 0,2-1 1 0 0,0-2 169 0 0,2 3-172 0 0,114-49-887 0 0,-44 11-4490 0 0,-69 36 1741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6:53.8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72 1680 0 0,'0'0'8114'0'0,"0"-5"-8036"0"0,2-22 139 0 0,0 23-201 0 0,1 1 0 0 0,-1-1 0 0 0,1 1 0 0 0,0 0 1 0 0,0 0-1 0 0,0 1 0 0 0,0-1 0 0 0,0 1 0 0 0,5-3 0 0 0,-5 2-6 0 0,2 2-58 0 0,0 0 68 0 0,1 0 1 0 0,-1 0-1 0 0,1 0 1 0 0,-1 1-1 0 0,1 0 0 0 0,6 1 1 0 0,-7 0-21 0 0,-2 1-11 0 0,12 7-13 0 0,-12-7 24 0 0,0 0-1 0 0,-1 0 0 0 0,1 0 0 0 0,-1 1 1 0 0,0-1-1 0 0,0 1 0 0 0,0 0 1 0 0,0-1-1 0 0,0 1 0 0 0,-1 0 1 0 0,1 0-1 0 0,1 6 0 0 0,-2-6 0 0 0,1 1 11 0 0,-1 1 0 0 0,4 16 6 0 0,-4-16 10 0 0,-1 1 22 0 0,0 11 14 0 0,-1 0 0 0 0,0 0 0 0 0,-1-1 0 0 0,-1 1 0 0 0,-1-1 0 0 0,-8 23 0 0 0,11-35-48 0 0,-1 1 28 0 0,-5 13 65 0 0,5-13-86 0 0,1-1-49 0 0,-6 12 58 0 0,5-12 187 0 0,1-3-214 0 0,1-1 0 0 0,0 0 0 0 0,0 0 0 0 0,-1 0 0 0 0,1 0 0 0 0,0 0-1 0 0,0 1 1 0 0,-1-1 0 0 0,1 0 0 0 0,0 0 0 0 0,0 0 0 0 0,-1 1 0 0 0,1-1 0 0 0,0 0 0 0 0,0 0 0 0 0,0 1 0 0 0,-1-1 0 0 0,1 0 0 0 0,0 1-1 0 0,0-1 1 0 0,0 0 0 0 0,0 1 0 0 0,0-1 0 0 0,0 0 0 0 0,0 0 0 0 0,0 1 0 0 0,0-1 0 0 0,0 0 0 0 0,0 1 0 0 0,0 0-1 0 0,0-1 1 0 0,0 1-1 0 0,0-1 1 0 0,-1 1-1 0 0,1-1 1 0 0,0 1 0 0 0,0-1-1 0 0,0 0 1 0 0,0 1-1 0 0,0-1 1 0 0,0 1-1 0 0,-1-1 1 0 0,1 0-1 0 0,0 1 1 0 0,0-1 0 0 0,-1 1-1 0 0,1-1 1 0 0,0 0-1 0 0,-1 1 1 0 0,1-1-1 0 0,0 0 1 0 0,-1 1-1 0 0,1-1 1 0 0,0 0 0 0 0,-1 0-1 0 0,1 1 1 0 0,-1-1-1 0 0,1 0 1 0 0,0 0-1 0 0,-1 0 1 0 0,1 0-1 0 0,-1 0 1 0 0,1 0 0 0 0,-1 1-1 0 0,1-1 1 0 0,-1 0-1 0 0,1 0 1 0 0,-1 0-1 0 0,-22-3-189 0 0,9-17 24 0 0,17-4 144 0 0,-3 19 51 0 0,3 2-2 0 0,2-1-9 0 0,0 1 0 0 0,0 0 0 0 0,0 0 0 0 0,0 0-1 0 0,8-3 1 0 0,-8 5 146 0 0,0 1-72 0 0,23 4 235 0 0,48 15-1 0 0,0 0-2 0 0,-16-5-515 0 0,-5-6-2002 0 0,-48-7 782 0 0,-1-1-2790 0 0,24-2-288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7:43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55 102 2184 0 0,'0'0'2048'0'0,"-4"-1"-1262"0"0,-18-3 5062 0 0,17 4-5606 0 0,-14-3-40 0 0,15 3 472 0 0,7-3-516 0 0,30-17 539 0 0,-29 18-465 0 0,1 0-16 0 0,135-62-839 0 0,-137 62 134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7:43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0 2280 0 0,'0'0'1778'0'0,"-3"4"-1022"0"0,-20 28 1274 0 0,21-28-1715 0 0,1 0-45 0 0,-14 44 426 0 0,14-43-490 0 0,0 0-18 0 0,-4 16-29 0 0,4-16 94 0 0,0 0-121 0 0,-1 17-24 0 0,1-16 109 0 0,1-2-121 0 0,-3 13 8 0 0,3-12 762 0 0,4-4-828 0 0,1 2-64 0 0,-4-3 30 0 0,-1 1 0 0 0,1-1 0 0 0,-1 0 1 0 0,0 0-1 0 0,1 1 0 0 0,-1-1 0 0 0,1 0 0 0 0,-1 0 0 0 0,1 0 0 0 0,-1 0 0 0 0,1 0 0 0 0,-1 0 0 0 0,1 0 0 0 0,-1 0 1 0 0,1 0-1 0 0,-1 0 0 0 0,1 0 0 0 0,-1 0 0 0 0,1 0 0 0 0,-1 0 0 0 0,0 0 0 0 0,1 0 0 0 0,-1 0 0 0 0,1-1 0 0 0,0 1 0 0 0,32-24 49 0 0,-23 14-40 0 0,-7 9-11 0 0,33-16 13 0 0,-15 10-14 0 0,-16 6-3 0 0,-1 0-6 0 0,2 1 14 0 0,42 7 10 0 0,-44-6 26 0 0,-1 2-45 0 0,0 1-15 0 0,0-1 0 0 0,-1 1 0 0 0,1 0 0 0 0,-1 0 0 0 0,1 0 0 0 0,-1 1 0 0 0,-1-1 0 0 0,1 0 0 0 0,-1 1 0 0 0,1-1 0 0 0,-1 1 0 0 0,0 5 0 0 0,0-6 15 0 0,-3 3-7 0 0,2 0 8 0 0,-7 22 10 0 0,-5 6 12 0 0,7-24-13 0 0,-6 4 16 0 0,-15 26-19 0 0,21-36-8 0 0,-8 8 10 0 0,2-3-35 0 0,1-1 0 0 0,-1 0 0 0 0,-1 0 0 0 0,0-2 0 0 0,-22 12 0 0 0,30-17-120 0 0,-10 2-111 0 0,13-3 173 0 0,0-1-1 0 0,0 1 0 0 0,0-1 1 0 0,0 1-1 0 0,0-1 1 0 0,0 1-1 0 0,0-1 1 0 0,0 0-1 0 0,0 0 0 0 0,0 1 1 0 0,0-1-1 0 0,0 0 1 0 0,0 0-1 0 0,-1 0 1 0 0,1 0-1 0 0,0 0 0 0 0,0-1 1 0 0,0 1-1 0 0,0 0 1 0 0,-1-1-1 0 0,-22-2-744 0 0,19 2-163 0 0,-10-14-2016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7:44.2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60 2804 0 0,'0'0'6806'0'0,"-2"3"-6474"0"0,2-3-311 0 0,0 0 0 0 0,0 0 1 0 0,-1 1-1 0 0,1-1 1 0 0,0 0-1 0 0,0 1 1 0 0,0-1-1 0 0,0 0 1 0 0,0 0-1 0 0,0 1 1 0 0,0-1-1 0 0,-1 0 1 0 0,1 0-1 0 0,0 1 0 0 0,0-1 1 0 0,0 0-1 0 0,-1 0 1 0 0,1 0-1 0 0,0 1 1 0 0,0-1-1 0 0,-1 0 1 0 0,1 0-1 0 0,0 0 1 0 0,0 0-1 0 0,-1 1 0 0 0,1-1 1 0 0,0 0-1 0 0,0 0 1 0 0,-1 0-1 0 0,1 0 1 0 0,0 0-1 0 0,-1 0 1 0 0,1 0-1 0 0,0 0 1 0 0,0 0-1 0 0,-1 0 1 0 0,1 0-1 0 0,0 0 0 0 0,-1 0 1 0 0,1 0-1 0 0,2-13 646 0 0,-1 9-847 0 0,0-1 221 0 0,2 1-38 0 0,10-11-1 0 0,-10 11 2 0 0,6 1-3 0 0,-3-4-2 0 0,24-5 0 0 0,-26 11-2 0 0,2 1 23 0 0,-3 1-10 0 0,0-1-6 0 0,1 0 1 0 0,-1 0-1 0 0,0 0 0 0 0,1 1 0 0 0,-1-1 0 0 0,1 1 0 0 0,-1 0 0 0 0,0 0 1 0 0,0 0-1 0 0,1 0 0 0 0,-1 1 0 0 0,0 0 0 0 0,0-1 0 0 0,-1 1 0 0 0,1 0 1 0 0,0 0-1 0 0,0 0 0 0 0,-1 1 0 0 0,1-1 0 0 0,-1 1 0 0 0,0-1 0 0 0,0 1 1 0 0,0 0-1 0 0,0 0 0 0 0,0 0 0 0 0,-1 0 0 0 0,1 0 0 0 0,1 6 0 0 0,0 1-17 0 0,0 1-1 0 0,0-1 1 0 0,-1 1-1 0 0,-1 0 1 0 0,0-1-1 0 0,0 1 0 0 0,-1 0 1 0 0,-1 11-1 0 0,-7 23 161 0 0,5-27-132 0 0,-2-1 1 0 0,0 0-1 0 0,-1 0 0 0 0,0 0 1 0 0,-2-1-1 0 0,0 0 0 0 0,0 0 1 0 0,-2-1-1 0 0,0 0 0 0 0,0-1 1 0 0,-2 0-1 0 0,0 0 0 0 0,-15 13 1 0 0,4-14 2 0 0,19-12-20 0 0,0 1-4 0 0,-15 3-6 0 0,14-3-27 0 0,0-4-48 0 0,-14-3 16 0 0,14 3-21 0 0,4 1 79 0 0,1 0-1 0 0,-1-1 1 0 0,1 1 0 0 0,-1-1 0 0 0,0 1-1 0 0,0 0 1 0 0,0 0 0 0 0,1-1-1 0 0,-1 1 1 0 0,0 0 0 0 0,0 0 0 0 0,-2-2-1 0 0,2 2-12 0 0,-2-2-104 0 0,1-3 1 0 0,-1-20-203 0 0,-1-38 1 0 0,4 58 219 0 0,2 0-23 0 0,3-18 68 0 0,-3 18 25 0 0,1 2 55 0 0,7-11 2 0 0,-7 11 19 0 0,1 3 56 0 0,-2 0-45 0 0,1 1 0 0 0,-1-1 0 0 0,1 1 0 0 0,0-1 0 0 0,-1 1 0 0 0,1 0 0 0 0,-1 0-1 0 0,1 0 1 0 0,0 0 0 0 0,-1 1 0 0 0,1-1 0 0 0,0 1 0 0 0,-1-1 0 0 0,1 1 0 0 0,-1 0 0 0 0,1 0 0 0 0,-1 0 0 0 0,0 0 0 0 0,1 1 0 0 0,2 1 0 0 0,76 68 810 0 0,-54-45-807 0 0,1-2 1 0 0,46 32-1 0 0,-51-45-349 0 0,2-1-377 0 0,68 19-6111 0 0,-87-28 2525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8:04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2508 0 0,'0'0'7574'0'0,"3"3"-7366"0"0,-1 0-138 0 0,0 1 0 0 0,0 0 1 0 0,0 0-1 0 0,0 0 0 0 0,-1 0 0 0 0,0 0 0 0 0,1 0 0 0 0,0 6 0 0 0,-2-5 133 0 0,2 1-114 0 0,-1 0 0 0 0,0 0-1 0 0,0 1 1 0 0,-1-1 0 0 0,0 9-1 0 0,0-4 24 0 0,0-6 8 0 0,1 1-13 0 0,6 92 364 0 0,-6-93-465 0 0,0 0-2 0 0,-1 3-4 0 0,0-4 7 0 0,0-1 0 0 0,1 1-1 0 0,-1 0 1 0 0,1 0 0 0 0,-1-1-1 0 0,1 1 1 0 0,1 0 0 0 0,-1-1-1 0 0,3 7 1 0 0,5 2-10 0 0,-6-9 15 0 0,1-2 56 0 0,14 2-68 0 0,-14-2-24 0 0,2-2-26 0 0,17-1 36 0 0,-17 1-1 0 0,-1 0-3 0 0,63-30-89 0 0,-64 29 109 0 0,0-2-10 0 0,12-11 2 0 0,-13 11 7 0 0,1 1 0 0 0,-1-1 0 0 0,0 0 0 0 0,-1 0 0 0 0,1 0 0 0 0,-1 0 0 0 0,0 0 0 0 0,0-1 0 0 0,2-6-1 0 0,-2 6 11 0 0,0 1 3 0 0,-1-51 114 0 0,-2 49-6 0 0,0 2-50 0 0,-5-14-5 0 0,6 17-38 0 0,0 0 0 0 0,-1-1 0 0 0,1 1 0 0 0,-1 0 0 0 0,1-1 1 0 0,-1 1-1 0 0,1 0 0 0 0,-1 0 0 0 0,0 0 0 0 0,1 0 1 0 0,-1-1-1 0 0,0 1 0 0 0,0 0 0 0 0,0 0 0 0 0,0 1 0 0 0,-1-2 1 0 0,0 3-12 0 0,1 0 0 0 0,0 0 0 0 0,0 0 1 0 0,0 0-1 0 0,0 1 0 0 0,0-1 0 0 0,0 0 1 0 0,0 1-1 0 0,0-1 0 0 0,0 1 1 0 0,0 1-1 0 0,1-3-11 0 0,-3 4 93 0 0,3 2-16 0 0,-2 23 11 0 0,1-1 0 0 0,2 1-1 0 0,1 0 1 0 0,8 43 0 0 0,-1-22-94 0 0,-4-24-106 0 0,2 14-1368 0 0,2 0 1 0 0,19 54-1 0 0,-26-90 336 0 0,-2-4 1057 0 0,0 1 0 0 0,0-1 1 0 0,0 1-1 0 0,0-1 0 0 0,0 1 0 0 0,0 0 0 0 0,1-1 0 0 0,-1 1 0 0 0,0-1 1 0 0,0 1-1 0 0,0-1 0 0 0,1 1 0 0 0,-1-1 0 0 0,0 1 0 0 0,1-1 0 0 0,-1 0 1 0 0,0 1-1 0 0,1-1 0 0 0,-1 1 0 0 0,0-1 0 0 0,1 0 0 0 0,0 1 0 0 0,-1-1-48 0 0,1 1 0 0 0,-1-1 0 0 0,1 0 0 0 0,-1 1 0 0 0,1-1 1 0 0,-1 1-1 0 0,0-1 0 0 0,1 1 0 0 0,-1-1 0 0 0,0 0 0 0 0,1 1 0 0 0,-1-1 0 0 0,0 1 0 0 0,0-1 0 0 0,0 1 0 0 0,1 0 0 0 0,-1-1 0 0 0,0 1 0 0 0,0-1 0 0 0,0 1 0 0 0,0-1 0 0 0,0 2 0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8:05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31 111 2880 0 0,'0'0'8581'0'0,"0"-5"-8296"0"0,-1-15-23 0 0,0 15 879 0 0,1 0-1022 0 0,-1 1-63 0 0,1-1-1 0 0,1 1 1 0 0,-1-1 0 0 0,0 0 0 0 0,1 1-1 0 0,0-1 1 0 0,3-6 0 0 0,-3 7 29 0 0,3 0-60 0 0,-4 4-29 0 0,1-2 13 0 0,1 0-1 0 0,-1 1 1 0 0,1-1 0 0 0,0 0-1 0 0,-1 0 1 0 0,1 1 0 0 0,0-1-1 0 0,0 1 1 0 0,0 0 0 0 0,0-1 0 0 0,1 1-1 0 0,-1 0 1 0 0,0 0 0 0 0,0 1-1 0 0,1-1 1 0 0,-1 0 0 0 0,0 1 0 0 0,1-1-1 0 0,-1 1 1 0 0,4 0 0 0 0,-3 0-12 0 0,0 1 8 0 0,0-1 0 0 0,0 1 0 0 0,-1-1 0 0 0,1 1 0 0 0,0 0-1 0 0,-1 0 1 0 0,1 0 0 0 0,0 0 0 0 0,-1 1 0 0 0,0-1 0 0 0,1 1 0 0 0,-1-1 0 0 0,0 1 0 0 0,0 0 0 0 0,1 0-1 0 0,2 4 1 0 0,-2-2-1 0 0,0 0 1 0 0,0 1-1 0 0,0-1 0 0 0,-1 1 0 0 0,1 0 0 0 0,-1 0 0 0 0,0 0 0 0 0,0 0 0 0 0,1 10 0 0 0,2 17-3 0 0,-3 7-1 0 0,-9 41-15 0 0,5-62 15 0 0,-4 3 6 0 0,-2-4-7 0 0,-4 10-41 0 0,-1-2 1 0 0,-19 30-1 0 0,29-52 19 0 0,0 1-38 0 0,-32 23-278 0 0,31-25 271 0 0,-1-3-414 0 0,-14-4 406 0 0,14 4-57 0 0,5 1 46 0 0,0-1 82 0 0,0 1 1 0 0,0-1 0 0 0,0 1-1 0 0,0-1 1 0 0,0 1-1 0 0,0-1 1 0 0,0 1 0 0 0,0-1-1 0 0,0 1 1 0 0,-1-1 0 0 0,1 1-1 0 0,0-1 1 0 0,0 1-1 0 0,0-1 1 0 0,-1 1 0 0 0,1-1-1 0 0,0 1 1 0 0,0 0-1 0 0,-1-1 1 0 0,1 1 0 0 0,0-1-1 0 0,-2 0 1 0 0,2 1-8 0 0,-1-1 0 0 0,1 0 0 0 0,-1 1 0 0 0,0-1 0 0 0,1 0 0 0 0,-1 0 0 0 0,1 0 0 0 0,0 1 0 0 0,-1-1 0 0 0,1 0 0 0 0,0 0 0 0 0,-1 0 0 0 0,1 0 0 0 0,0 0 0 0 0,0 0 0 0 0,0 0 0 0 0,0 0 0 0 0,0 1 0 0 0,0-1 0 0 0,0 0 0 0 0,0-1 0 0 0,-1-3-8 0 0,1 4 12 0 0,-1 0 0 0 0,1-1 0 0 0,0 1 0 0 0,0-1 0 0 0,0 1 1 0 0,0-1-1 0 0,0 1 0 0 0,0-1 0 0 0,0 1 0 0 0,0-1 0 0 0,0 1 1 0 0,1-1-1 0 0,-1 1 0 0 0,1-1 0 0 0,-1 1 0 0 0,2-2 0 0 0,5-13-18 0 0,-6 14 30 0 0,0 1 0 0 0,0-1 0 0 0,0 0 0 0 0,1 0 0 0 0,-1 1 0 0 0,1-1 0 0 0,-1 1 0 0 0,1-1 0 0 0,0 1 0 0 0,-1-1 0 0 0,1 1 0 0 0,0 0 0 0 0,0 0 0 0 0,0 0 0 0 0,0 0 0 0 0,0 0 0 0 0,0 1 0 0 0,0-1 0 0 0,0 1 0 0 0,0-1 0 0 0,3 1 0 0 0,-3-1-2 0 0,3 0 55 0 0,0 2 7 0 0,24 8 35 0 0,48 23 0 0 0,16 7-168 0 0,-25-16-835 0 0,-62-21 676 0 0,20 5-431 0 0,0-3-700 0 0,39 6-3837 0 0,-59-9 1066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8:06.8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68 2760 0 0,'0'0'1301'0'0,"0"-5"-206"0"0,-7-43 1970 0 0,5 44-2503 0 0,-1 2-334 0 0,2 1-192 0 0,0 0 1 0 0,0 0-1 0 0,-1 0 0 0 0,1 0 1 0 0,0 1-1 0 0,-1-1 1 0 0,1 0-1 0 0,-1 1 0 0 0,1 0 1 0 0,0-1-1 0 0,-1 1 0 0 0,1 0 1 0 0,-1-1-1 0 0,1 1 1 0 0,-1 0-1 0 0,1 0 0 0 0,-1 0 1 0 0,1 1-1 0 0,-1-1 1 0 0,1 0-1 0 0,-1 0 0 0 0,1 1 1 0 0,-1-1-1 0 0,1 1 1 0 0,-1-1-1 0 0,1 1 0 0 0,0 0 1 0 0,-1 0-1 0 0,1-1 0 0 0,0 1 1 0 0,0 0-1 0 0,-2 1 1 0 0,-6 10 99 0 0,-1-1 0 0 0,2 2 0 0 0,-1-1 1 0 0,2 1-1 0 0,0 0 0 0 0,0 0 0 0 0,1 1 0 0 0,-8 28 1 0 0,13-38-117 0 0,-5 24 61 0 0,6-6-13 0 0,0 41 74 0 0,0-53-133 0 0,4 14-6 0 0,3-7 24 0 0,19 37-47 0 0,-21-47-18 0 0,0 0 0 0 0,0-1-1 0 0,1 0 1 0 0,-1 0 0 0 0,1 0-1 0 0,1-1 1 0 0,-1 0-1 0 0,11 6 1 0 0,-13-9 3 0 0,1 0 1 0 0,16 4 2 0 0,-16-4 12 0 0,0-2 58 0 0,15 1-59 0 0,-15 0-10 0 0,0-2 17 0 0,38-17 10 0 0,-39 15 15 0 0,-4 3-11 0 0,0-1 0 0 0,0 1 1 0 0,1 0-1 0 0,-1-1 0 0 0,0 1 0 0 0,0-1 1 0 0,0 1-1 0 0,0-1 0 0 0,0 1 0 0 0,0 0 0 0 0,1-1 1 0 0,-1 1-1 0 0,0-1 0 0 0,0 1 0 0 0,0 0 0 0 0,1-1 1 0 0,-1 1-1 0 0,0 0 0 0 0,1-1 0 0 0,-1 1 1 0 0,0 0-1 0 0,1-1 0 0 0,-1 1 0 0 0,0 0 0 0 0,1 0 1 0 0,0-1-1 0 0,0 1 2 0 0,0-1-1 0 0,0 0 1 0 0,0 1 0 0 0,0-1-1 0 0,-1 0 1 0 0,1 0 0 0 0,0 1-1 0 0,0-1 1 0 0,-1 0 0 0 0,1 0 0 0 0,0 0-1 0 0,-1 0 1 0 0,1 0 0 0 0,-1 0-1 0 0,1 0 1 0 0,-1-1 0 0 0,2-5 12 0 0,-1 0 1 0 0,-1 0 0 0 0,1-1-1 0 0,-1 1 1 0 0,-1 0 0 0 0,1 0-1 0 0,-1 0 1 0 0,-2-9 0 0 0,1 11 11 0 0,2 4-22 0 0,0-1 0 0 0,-1 1 1 0 0,1 0-1 0 0,0-1 0 0 0,-1 1 0 0 0,1-1 0 0 0,-1 1 0 0 0,0 0 0 0 0,1 0 0 0 0,-1-1 0 0 0,0 1 0 0 0,-1-2 0 0 0,0 0 1 0 0,0-1 4 0 0,-1 1-22 0 0,-9-12-105 0 0,9 12 126 0 0,0 1 30 0 0,-1 0-30 0 0,0 0 0 0 0,0 0 0 0 0,-1 0-1 0 0,1 1 1 0 0,-1 0 0 0 0,1 0 0 0 0,-9-1-1 0 0,7 2 9 0 0,6 1-15 0 0,0-1 0 0 0,-1 0-1 0 0,1 1 1 0 0,0-1-1 0 0,0 1 1 0 0,-1-1-1 0 0,1 0 1 0 0,0 1 0 0 0,-1-1-1 0 0,1 0 1 0 0,-1 1-1 0 0,1-1 1 0 0,0 0 0 0 0,-1 0-1 0 0,1 1 1 0 0,-1-1-1 0 0,1 0 1 0 0,-1 0 0 0 0,1 0-1 0 0,-1 0 1 0 0,1 0-1 0 0,-1 1 1 0 0,1-1-1 0 0,-1 0 1 0 0,0 0 0 0 0,1 0 0 0 0,-1 0-1 0 0,1 0 1 0 0,-1 0 0 0 0,1 0 0 0 0,-1 0 0 0 0,1 0-1 0 0,-1 0 1 0 0,1 1 0 0 0,-1-1 0 0 0,1 0 0 0 0,0 0-1 0 0,-1 0 1 0 0,1 1 0 0 0,-1-1 0 0 0,1 0 0 0 0,0 1-1 0 0,-1-1 1 0 0,1 0 0 0 0,0 1 0 0 0,-1-1 0 0 0,1 1-1 0 0,0-1 1 0 0,-1 1 0 0 0,-3 3-5 0 0,-11 10-5 0 0,11-11-4 0 0,2 2-14 0 0,-16 41-783 0 0,18-41 471 0 0,0 1-528 0 0,3 21-540 0 0,-3-27 1354 0 0,0 1 1 0 0,0-1-1 0 0,0 0 1 0 0,1 1-1 0 0,-1-1 1 0 0,0 1-1 0 0,0-1 0 0 0,0 0 1 0 0,1 1-1 0 0,-1-1 1 0 0,0 0-1 0 0,1 1 1 0 0,-1-1-1 0 0,0 0 1 0 0,0 1-1 0 0,1-1 1 0 0,-1 0-1 0 0,1 0 1 0 0,-1 1-1 0 0,0-1 0 0 0,1 0 1 0 0,-1 0-1 0 0,1 0 1 0 0,-1 1-1 0 0,0-1 1 0 0,2 0-1 0 0,-2 0-56 0 0,0 0-1 0 0,1 0 1 0 0,-1 0 0 0 0,1 0-1 0 0,-1 1 1 0 0,1-1-1 0 0,-1 0 1 0 0,0 0-1 0 0,1 0 1 0 0,-1 1 0 0 0,1-1-1 0 0,-1 0 1 0 0,0 0-1 0 0,1 1 1 0 0,-1-1-1 0 0,0 0 1 0 0,0 1 0 0 0,1-1-1 0 0,-1 1 1 0 0,0-1-1 0 0,0 0 1 0 0,1 1-1 0 0,-1-1 1 0 0,0 1 0 0 0,0-1-1 0 0,0 1 1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48:07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2 125 3228 0 0,'0'0'1986'0'0,"0"-6"-1219"0"0,-2-15-129 0 0,2 15 672 0 0,1 2-1071 0 0,1-14 8 0 0,-1 14 121 0 0,1 0-222 0 0,2-1-89 0 0,0 1 0 0 0,0-1-1 0 0,0 1 1 0 0,0 0-1 0 0,1 1 1 0 0,0-1-1 0 0,0 1 1 0 0,0-1-1 0 0,0 1 1 0 0,0 1-1 0 0,1-1 1 0 0,5-1-1 0 0,2 0 4 0 0,0 1 0 0 0,-1 1 0 0 0,1 0 0 0 0,0 1 0 0 0,0 0 0 0 0,1 1 0 0 0,-1 0 0 0 0,0 1 0 0 0,0 1 0 0 0,15 3 0 0 0,-23-4-37 0 0,-1 2-16 0 0,11 9 15 0 0,-11-9 27 0 0,-4 2-6 0 0,4 15 15 0 0,-3-15-7 0 0,-3-1 1 0 0,-5 11 20 0 0,-1 0 0 0 0,-1-1 0 0 0,-1 0 0 0 0,0 0 0 0 0,0-1 1 0 0,-1-1-1 0 0,-16 14 0 0 0,21-19-81 0 0,3-4 22 0 0,-2 2 9 0 0,5-5-15 0 0,0 0 0 0 0,-1 0 0 0 0,1 0-1 0 0,0 0 1 0 0,-1 0 0 0 0,1 1 0 0 0,0-1-1 0 0,0 0 1 0 0,-1 0 0 0 0,1 0-1 0 0,0 1 1 0 0,-1-1 0 0 0,1 0 0 0 0,0 0-1 0 0,0 1 1 0 0,-1-1 0 0 0,1 0 0 0 0,0 0-1 0 0,0 1 1 0 0,0-1 0 0 0,0 0 0 0 0,-1 1-1 0 0,1-1 1 0 0,0 0 0 0 0,0 1 0 0 0,0-1-1 0 0,0 0 1 0 0,0 1 0 0 0,0-1-1 0 0,0 0 1 0 0,0 1 0 0 0,0-1 0 0 0,0 0-1 0 0,0 1 1 0 0,0-1 0 0 0,0 0 0 0 0,0 1-1 0 0,0 0 1 0 0,61 1-170 0 0,-49-3 188 0 0,3 4-16 0 0,15 5 21 0 0,-26-6-24 0 0,0-1 1 0 0,0 1 0 0 0,0 0-1 0 0,0 0 1 0 0,0 1 0 0 0,-1-1 0 0 0,1 1-1 0 0,0 0 1 0 0,5 5 0 0 0,-6-5 9 0 0,0 0-9 0 0,-1 1-18 0 0,6 13-38 0 0,-6-13-85 0 0,-1 1 136 0 0,-1 0 15 0 0,0 0-1 0 0,0 0 1 0 0,0-1 0 0 0,-1 1 0 0 0,1 0 0 0 0,-1 0 0 0 0,0-1 0 0 0,0 1 0 0 0,-1-1-1 0 0,0 1 1 0 0,1-1 0 0 0,-2 1 0 0 0,1-1 0 0 0,0 0 0 0 0,-5 5 0 0 0,1-2-40 0 0,0-1-1 0 0,0-1 1 0 0,-1 1 0 0 0,0-1 0 0 0,0 0 0 0 0,-1 0-1 0 0,1-1 1 0 0,-1 0 0 0 0,0-1 0 0 0,0 0-1 0 0,-15 5 1 0 0,12-5-398 0 0,0-1 0 0 0,0 0 0 0 0,0-1 0 0 0,-1 0 0 0 0,1 0 0 0 0,0-1 0 0 0,0-1 0 0 0,0 0 0 0 0,-18-4 0 0 0,-10-5-2971 0 0,7-1-251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7:27.4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97 3512 0 0,'0'0'3383'0'0,"5"-1"-2466"0"0,17-5 5386 0 0,-19 5-6082 0 0,0-1-136 0 0,13-5 577 0 0,-15 7-661 0 0,-1 0 0 0 0,0 0 0 0 0,1 0 0 0 0,-1 1 0 0 0,0-1 0 0 0,1 0 0 0 0,-1 0 0 0 0,0 0 0 0 0,1 0 0 0 0,-1 0 0 0 0,0 0 0 0 0,0 1 0 0 0,1-1-1 0 0,-1 0 1 0 0,0 0 0 0 0,0 0 0 0 0,1 1 0 0 0,-1-1 0 0 0,0 0 0 0 0,0 0 0 0 0,1 1 0 0 0,-1-1 0 0 0,0 0 0 0 0,0 1 0 0 0,0-1 0 0 0,0 0 0 0 0,0 0 0 0 0,1 1 0 0 0,-1 0-8 0 0,1 0 0 0 0,-1 0 0 0 0,0 0 0 0 0,1-1 0 0 0,0 1 0 0 0,-1 0 0 0 0,1 0 0 0 0,-1-1-1 0 0,1 1 1 0 0,0 0 0 0 0,-1-1 0 0 0,1 1 0 0 0,0-1 0 0 0,0 1 0 0 0,0-1 0 0 0,1 1 0 0 0,0 0 3 0 0,1 0 0 0 0,0 0 0 0 0,-1-1 0 0 0,1 1 0 0 0,0-1 0 0 0,0 0 0 0 0,-1 0 0 0 0,1 0 1 0 0,0 0-1 0 0,0 0 0 0 0,-1 0 0 0 0,1-1 0 0 0,3 0 0 0 0,-2-1-17 0 0,-4 2 0 0 0,1 0 20 0 0,-1 0 0 0 0,1 0 1 0 0,-1 0-1 0 0,1 0 0 0 0,-1-1 1 0 0,0 1-1 0 0,1 0 0 0 0,-1 0 0 0 0,1-1 1 0 0,-1 1-1 0 0,0 0 0 0 0,1-1 0 0 0,-1 1 1 0 0,0 0-1 0 0,1-1 0 0 0,-1 1 0 0 0,0 0 1 0 0,0-1-1 0 0,1 1 0 0 0,-1-1 1 0 0,0 1-1 0 0,0-1 0 0 0,0 1 0 0 0,0 0 1 0 0,1-2-1 0 0,-1 2-1 0 0,0-1 1 0 0,0 1-1 0 0,0 0 0 0 0,0-1 1 0 0,0 1-1 0 0,1-1 1 0 0,-1 1-1 0 0,0-1 0 0 0,0 1 1 0 0,1 0-1 0 0,-1-1 1 0 0,0 1-1 0 0,0 0 0 0 0,1-1 1 0 0,-1 1-1 0 0,0 0 0 0 0,1-1 1 0 0,-1 1-1 0 0,1 0 1 0 0,-1 0-1 0 0,0-1 0 0 0,1 1 1 0 0,-1 0-1 0 0,1 0 1 0 0,-1 0-1 0 0,1-1 0 0 0,8-20-39 0 0,-11 16 34 0 0,-5-13 19 0 0,6 13 14 0 0,-5 5-19 0 0,-17-2-15 0 0,12 3 19 0 0,1 3-3 0 0,0 0 0 0 0,0 0-1 0 0,-16 11 1 0 0,2 11-26 0 0,17-17 11 0 0,-12 27-68 0 0,18-31 82 0 0,2-1-27 0 0,2 14 1 0 0,-2-14-17 0 0,2-2-37 0 0,0 0 40 0 0,-1 0-1 0 0,1 0 1 0 0,0 0-1 0 0,0-1 0 0 0,-1 1 1 0 0,1-1-1 0 0,0 0 1 0 0,0 0-1 0 0,0 0 1 0 0,0 0-1 0 0,0-1 0 0 0,0 1 1 0 0,1-1-1 0 0,-1 0 1 0 0,0 1-1 0 0,6-2 1 0 0,-1 0 44 0 0,1 0-1 0 0,-1 0 1 0 0,0-1 0 0 0,0 0 0 0 0,0-1 0 0 0,0 0 0 0 0,-1 0 0 0 0,1 0 0 0 0,-1-1 0 0 0,1 0 0 0 0,-1-1 0 0 0,-1 0-1 0 0,1 0 1 0 0,-1 0 0 0 0,1-1 0 0 0,-2 0 0 0 0,1 0 0 0 0,5-7 0 0 0,-9 10-6 0 0,-1-2-58 0 0,4-16 104 0 0,-4 16 17 0 0,-2 0-5 0 0,0-14-5 0 0,1 15-1 0 0,-3 0-34 0 0,0 0-2 0 0,-1 0 0 0 0,0 0 1 0 0,0 0-1 0 0,0 0 0 0 0,0 1 0 0 0,-6-4 1 0 0,6 5 42 0 0,-2 2-4 0 0,-2 1-40 0 0,0 0 0 0 0,1 0 0 0 0,-1 0 0 0 0,0 1 0 0 0,0 1 0 0 0,1-1-1 0 0,-1 1 1 0 0,1 1 0 0 0,-9 4 0 0 0,8-2-5 0 0,0 0 1 0 0,0 0-1 0 0,1 1 0 0 0,-1 0 0 0 0,2 0 1 0 0,-1 1-1 0 0,1 0 0 0 0,-8 12 0 0 0,13-16-35 0 0,-3 6-7 0 0,3-9 32 0 0,1-1-1 0 0,0 1 1 0 0,-1-1-1 0 0,1 1 1 0 0,0 0 0 0 0,-1-1-1 0 0,1 1 1 0 0,0 0-1 0 0,0-1 1 0 0,-1 1-1 0 0,1 0 1 0 0,0-1-1 0 0,0 1 1 0 0,0 0 0 0 0,0-1-1 0 0,0 1 1 0 0,0 0-1 0 0,0 0 1 0 0,0-1-1 0 0,1 1 1 0 0,-1 0-1 0 0,0-1 1 0 0,0 1 0 0 0,0 0-1 0 0,1 0 1 0 0,5 17-43 0 0,-5-14 0 0 0,3-2-2 0 0,11 6 16 0 0,-11-6-8 0 0,3-3-36 0 0,1 1 68 0 0,1 0 0 0 0,-1-1 1 0 0,0 0-1 0 0,0-1 1 0 0,0 0-1 0 0,0 0 0 0 0,0-1 1 0 0,-1 0-1 0 0,1 0 1 0 0,-1-1-1 0 0,0 1 0 0 0,1-2 1 0 0,7-6-1 0 0,-9 7-4 0 0,-1 0 1 0 0,0-1-1 0 0,0 0 0 0 0,0 0 1 0 0,0 0-1 0 0,-1-1 0 0 0,0 1 1 0 0,0-1-1 0 0,3-8 0 0 0,-1-3-12 0 0,-4 13-1 0 0,-8-17 57 0 0,5 17-3 0 0,-1 4-33 0 0,0 1-1 0 0,1-1 0 0 0,-1 0 0 0 0,1 0 1 0 0,-1 0-1 0 0,0 0 0 0 0,1 0 0 0 0,-1 0 0 0 0,0-1 1 0 0,1 1-1 0 0,-1 0 0 0 0,-2-2 0 0 0,2 1 3 0 0,-4 1 6 0 0,1 2-17 0 0,0 0 4 0 0,-3 1 5 0 0,0 0 0 0 0,1 1 1 0 0,-1 0-1 0 0,1 1 1 0 0,0-1-1 0 0,1 1 1 0 0,-1 0-1 0 0,-8 9 1 0 0,14-13-7 0 0,-1 1 0 0 0,1-1 0 0 0,0 0 0 0 0,0 0 0 0 0,-1 1 0 0 0,1-1 0 0 0,0 1 0 0 0,0-1 0 0 0,0 1 0 0 0,0-1 0 0 0,0 1 0 0 0,1 0 0 0 0,-1-1 0 0 0,0 3 0 0 0,1 1-62 0 0,-2 20 12 0 0,3-24 49 0 0,-1 0 0 0 0,1-1 0 0 0,-1 1-1 0 0,1 0 1 0 0,0 0 0 0 0,0 0 0 0 0,-1 0 0 0 0,1 0 0 0 0,0-1 0 0 0,0 1 0 0 0,0 0 0 0 0,0-1 0 0 0,0 1 0 0 0,0-1 0 0 0,0 1 0 0 0,0-1 0 0 0,0 1 0 0 0,0-1 0 0 0,0 0 0 0 0,0 1 0 0 0,0-1 0 0 0,0 0-1 0 0,0 0 1 0 0,2 0 0 0 0,20 3-63 0 0,-18-2 99 0 0,-3-1-31 0 0,-1 0-1 0 0,1-1 1 0 0,-1 1 0 0 0,0 0-1 0 0,1 0 1 0 0,-1 0-1 0 0,1-1 1 0 0,-1 1-1 0 0,0-1 1 0 0,1 1-1 0 0,-1-1 1 0 0,0 0-1 0 0,0 1 1 0 0,0-1-1 0 0,1 0 1 0 0,-1 0 0 0 0,0 0-1 0 0,1-1 1 0 0,-1 1-2 0 0,0 0 1 0 0,1 0 0 0 0,-1 0 0 0 0,1 0-1 0 0,-1 0 1 0 0,1 0 0 0 0,-1 0-1 0 0,1 1 1 0 0,0-1 0 0 0,-1 0 0 0 0,1 1-1 0 0,2-1 1 0 0,-4 1 0 0 0,0 0 0 0 0,1 0 1 0 0,-1-1-1 0 0,1 1 0 0 0,-1 0 0 0 0,1-1 0 0 0,-1 1 0 0 0,0 0 1 0 0,1-1-1 0 0,-1 1 0 0 0,0 0 0 0 0,1-1 0 0 0,-1 1 0 0 0,0-1 1 0 0,0 1-1 0 0,0 0 0 0 0,1-1 0 0 0,-1 1 0 0 0,0-1 0 0 0,0 1 0 0 0,0-1 1 0 0,0 1-1 0 0,0-1 0 0 0,1 1 0 0 0,-1-1 0 0 0,0 0 2 0 0,0 1-1 0 0,0-1 1 0 0,0 1-1 0 0,0-1 0 0 0,0 1 1 0 0,0-1-1 0 0,0 1 1 0 0,0-1-1 0 0,1 1 1 0 0,-1-1-1 0 0,0 1 0 0 0,0-1 1 0 0,1 1-1 0 0,-1 0 1 0 0,0-1-1 0 0,0 1 1 0 0,1 0-1 0 0,-1-1 0 0 0,1 1 1 0 0,-1 0-1 0 0,0-1 1 0 0,1 1-1 0 0,-1 0 1 0 0,1-1-1 0 0,0 1 0 0 0,-2-5 6 0 0,-3-13-10 0 0,3 13 22 0 0,-5 5-17 0 0,0 1 1 0 0,0-1 0 0 0,-1 1-1 0 0,1 1 1 0 0,0-1 0 0 0,0 1-1 0 0,-6 2 1 0 0,8-2 25 0 0,3-1-30 0 0,0-1-1 0 0,0 1 1 0 0,-1-1 0 0 0,1 1 0 0 0,0 0 0 0 0,0-1 0 0 0,0 1 0 0 0,1 0-1 0 0,-1 0 1 0 0,0 0 0 0 0,0 0 0 0 0,0 0 0 0 0,1 0 0 0 0,-1 0 0 0 0,0 0-1 0 0,1 0 1 0 0,-1 0 0 0 0,0 1 0 0 0,0-1 1 0 0,1 1 1 0 0,-1-1-1 0 0,0 0 0 0 0,0 1 0 0 0,1-1 1 0 0,-1 0-1 0 0,0 0 0 0 0,0 0 0 0 0,0 0 0 0 0,-1 0 1 0 0,1 0-1 0 0,0 0 0 0 0,0 0 0 0 0,-2 1 1 0 0,-4 21-125 0 0,7-22 116 0 0,0 0 1 0 0,1 0-1 0 0,-1 0 0 0 0,0 0 1 0 0,1 0-1 0 0,-1 1 1 0 0,1-1-1 0 0,-1 0 1 0 0,1 0-1 0 0,0 0 0 0 0,0 0 1 0 0,-1 0-1 0 0,1-1 1 0 0,0 1-1 0 0,0 0 1 0 0,0 0-1 0 0,0 0 0 0 0,0-1 1 0 0,0 1-1 0 0,0 0 1 0 0,0-1-1 0 0,0 1 1 0 0,0-1-1 0 0,0 0 1 0 0,0 1-1 0 0,0-1 0 0 0,1 0 1 0 0,-1 1-1 0 0,0-1 1 0 0,2 0-1 0 0,0 1 0 0 0,1-1 0 0 0,-1 0 0 0 0,1 0-1 0 0,-1 0 1 0 0,1 0 0 0 0,0 0 0 0 0,-1 0 0 0 0,1-1-1 0 0,-1 0 1 0 0,7-2 0 0 0,26-19 21 0 0,-32 20 5 0 0,-4 2-17 0 0,0-1 0 0 0,1 1 1 0 0,-1 0-1 0 0,0 0 0 0 0,1 0 1 0 0,-1 0-1 0 0,1 0 0 0 0,-1-1 1 0 0,0 1-1 0 0,1 0 0 0 0,-1 0 1 0 0,0-1-1 0 0,1 1 0 0 0,-1 0 1 0 0,0-1-1 0 0,0 1 0 0 0,1 0 1 0 0,-1-1-1 0 0,0 1 0 0 0,0 0 0 0 0,0-1 1 0 0,1 1-1 0 0,-1 0 0 0 0,0-1 1 0 0,0 1-1 0 0,0-1 0 0 0,8-8 102 0 0,-7 8-92 0 0,0 1 1 0 0,0-1 0 0 0,0 0 0 0 0,0 0-1 0 0,-1 0 1 0 0,1-1 0 0 0,0 1 0 0 0,-1 0-1 0 0,1 0 1 0 0,-1 0 0 0 0,1 0 0 0 0,-1 0 0 0 0,0-1-1 0 0,1 1 1 0 0,-1 0 0 0 0,0 0 0 0 0,0-1-1 0 0,0-1 1 0 0,-9-12 13 0 0,6 11 20 0 0,-7 4-35 0 0,0 2 0 0 0,0-1 0 0 0,0 1 0 0 0,0 1 0 0 0,1 0 0 0 0,-1 0 0 0 0,-12 6 0 0 0,17-6-15 0 0,3-1 0 0 0,-1-1 0 0 0,0 1-1 0 0,1 0 1 0 0,-1 0-1 0 0,1 1 1 0 0,0-1 0 0 0,-1 1-1 0 0,1-1 1 0 0,0 1 0 0 0,1-1-1 0 0,-1 1 1 0 0,-2 4-1 0 0,2-3 5 0 0,3-3-23 0 0,0 1 14 0 0,-1 0-1 0 0,1 0 1 0 0,0-1-1 0 0,0 1 1 0 0,0 0-1 0 0,0-1 1 0 0,0 1-1 0 0,0-1 1 0 0,1 1-1 0 0,1 1 1 0 0,3-4 42 0 0,4-2-5 0 0,-1 1 0 0 0,0-1 1 0 0,16-8-1 0 0,-21 8-25 0 0,0-1 7 0 0,-2 2-17 0 0,24-25 86 0 0,-24 25-69 0 0,0 0 0 0 0,0-1 0 0 0,-1 1 0 0 0,0 0 0 0 0,1-1 0 0 0,-1 1 0 0 0,0-1 0 0 0,0 1 0 0 0,0-1 0 0 0,0 0 0 0 0,-1 0 0 0 0,1 1 0 0 0,0-6 0 0 0,-2-13 33 0 0,0 15-27 0 0,-3 4-11 0 0,-11-4-10 0 0,12 4 7 0 0,-2 4 13 0 0,0-1-1 0 0,0 1 0 0 0,0 0 1 0 0,1 0-1 0 0,-1 0 0 0 0,1 1 1 0 0,0-1-1 0 0,0 1 0 0 0,-6 5 1 0 0,6-5-36 0 0,2-1-4 0 0,-1 0 0 0 0,1 0 0 0 0,0 1 0 0 0,-1-1 0 0 0,1 1 0 0 0,0 0 0 0 0,1 0 0 0 0,-1 0 0 0 0,-2 5 0 0 0,3-7 8 0 0,-1 3-112 0 0,5-2-321 0 0,-1-1 441 0 0,-1 0-1 0 0,1 0 1 0 0,-1 0-1 0 0,1 0 1 0 0,0 0-1 0 0,-1 0 1 0 0,1-1-1 0 0,0 1 1 0 0,-1-1-1 0 0,1 1 1 0 0,0-1-1 0 0,0 0 1 0 0,0 0-1 0 0,0 1 1 0 0,-1-1 0 0 0,1-1-1 0 0,0 1 1 0 0,0 0-1 0 0,2-1 1 0 0,0 1-13 0 0,0-3 4 0 0,11-9 9 0 0,-11 9 2 0 0,-4 2 7 0 0,0 1 0 0 0,0-1 1 0 0,0 1-1 0 0,0-1 1 0 0,0 1-1 0 0,0-1 0 0 0,0 1 1 0 0,0-1-1 0 0,0 1 1 0 0,0-1-1 0 0,1 1 0 0 0,-1 0 1 0 0,0-1-1 0 0,0 1 1 0 0,1-1-1 0 0,-1 1 0 0 0,0 0 1 0 0,1-1-1 0 0,-1 1 0 0 0,0 0 1 0 0,1-1-1 0 0,-1 1 1 0 0,0 0-1 0 0,2-1 0 0 0,9-14-14 0 0,-10 12 18 0 0,0-1-1 0 0,-1 0 1 0 0,1 0-1 0 0,-1 0 1 0 0,1 0 0 0 0,-1 0-1 0 0,0 0 1 0 0,-1-5-1 0 0,0 4 11 0 0,-5-3 2 0 0,6 8-14 0 0,0-1 1 0 0,-1 1-1 0 0,1-1 1 0 0,0 1-1 0 0,0-1 1 0 0,-1 1-1 0 0,1-1 1 0 0,0 1-1 0 0,-1-1 0 0 0,1 1 1 0 0,0-1-1 0 0,-1 1 1 0 0,1 0-1 0 0,-1-1 1 0 0,1 1-1 0 0,-1 0 1 0 0,1-1-1 0 0,-1 1 0 0 0,1 0 1 0 0,-1-1-1 0 0,1 1 1 0 0,-1 0-1 0 0,1 0 1 0 0,-1 0-1 0 0,1 0 1 0 0,-1-1-1 0 0,0 1 0 0 0,1 0 1 0 0,-1 0-1 0 0,1 0 1 0 0,-1 0-1 0 0,0 0 1 0 0,-4 1 11 0 0,0-1 0 0 0,0 1 1 0 0,0 0-1 0 0,1 0 1 0 0,-1 1-1 0 0,0-1 1 0 0,1 1-1 0 0,-1 0 0 0 0,1 1 1 0 0,0-1-1 0 0,0 1 1 0 0,0-1-1 0 0,0 1 1 0 0,0 0-1 0 0,-7 8 0 0 0,11-11-13 0 0,-15 17 21 0 0,0 1-1 0 0,-22 37 1 0 0,36-53-22 0 0,0 0 0 0 0,1 0 0 0 0,-1 0 0 0 0,1 0 0 0 0,-1 0 0 0 0,1 0 0 0 0,0 1 0 0 0,0-1 0 0 0,0 0 0 0 0,0 0 0 0 0,0 0-1 0 0,0 1 1 0 0,1-1 0 0 0,-1 0 0 0 0,1 0 0 0 0,-1 0 0 0 0,1 0 0 0 0,0 0 0 0 0,0 0 0 0 0,1 3 0 0 0,0-1 9 0 0,2-3 8 0 0,0 0 8 0 0,-1 0 1 0 0,1 0-1 0 0,0 0 1 0 0,0 0-1 0 0,0-1 1 0 0,0 0-1 0 0,-1 0 1 0 0,1 0-1 0 0,0 0 1 0 0,0 0 0 0 0,0-1-1 0 0,0 0 1 0 0,0 0-1 0 0,-1 0 1 0 0,1 0-1 0 0,0 0 1 0 0,-1-1-1 0 0,1 0 1 0 0,-1 0-1 0 0,0 0 1 0 0,1 0-1 0 0,-1 0 1 0 0,0 0 0 0 0,5-6-1 0 0,-6 5-27 0 0,0 1 0 0 0,0-1 1 0 0,0 0-1 0 0,0 0 0 0 0,0 0 0 0 0,-1 0 1 0 0,1 0-1 0 0,-1 0 0 0 0,0 0 0 0 0,0-1 0 0 0,0 1 1 0 0,-1 0-1 0 0,1-1 0 0 0,-1 1 0 0 0,1 0 1 0 0,-1-5-1 0 0,-2 3-311 0 0,0 2 99 0 0,1 0 0 0 0,-1 0 0 0 0,0 0 0 0 0,0 0 0 0 0,0 0 0 0 0,0 0 0 0 0,0 1 0 0 0,0-1 0 0 0,-1 1 0 0 0,-4-4 0 0 0,5 4-199 0 0,0 1 0 0 0,0 0 0 0 0,-1 0 1 0 0,1 0-1 0 0,0 0 0 0 0,0 0 1 0 0,-1 1-1 0 0,1-1 0 0 0,0 1 0 0 0,-1 0 1 0 0,1-1-1 0 0,0 1 0 0 0,-1 0 0 0 0,1 0 1 0 0,-3 1-1 0 0,-27 3-5444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7:31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16 107 3144 0 0,'0'-7'1704'0'0,"1"-19"-197"0"0,0 19-191 0 0,-1 2-99 0 0,5-51 3288 0 0,-5 50-1724 0 0,0 12-2698 0 0,1 1-77 0 0,2 20 39 0 0,0 1 1 0 0,2-1-1 0 0,15 51 0 0 0,-7-55 6 0 0,-1-9 184 0 0,8 12-225 0 0,-14-22-32 0 0,-2-2-7 0 0,0 0-130 0 0,0 0 101 0 0,15 4 45 0 0,-15-4 5 0 0,2-3-1 0 0,-1-1 10 0 0,0 0 1 0 0,1 0 0 0 0,-1 0 0 0 0,0-1 0 0 0,0 1 0 0 0,-1-1 0 0 0,1-1 0 0 0,0 1 0 0 0,-1-1 0 0 0,0 1 0 0 0,0-1 0 0 0,0-1 0 0 0,0 1 0 0 0,5-9 0 0 0,-3 4-1 0 0,0-1-1 0 0,0 0 1 0 0,-1-1 0 0 0,-1 1-1 0 0,0-1 1 0 0,0 0 0 0 0,3-15-1 0 0,2-22 45 0 0,-9 43-47 0 0,-1 6-16 0 0,0-1 17 0 0,0 1 1 0 0,0 0 0 0 0,0-1 0 0 0,1 1-1 0 0,-1 0 1 0 0,0 0 0 0 0,0-1 0 0 0,0 1-1 0 0,1 0 1 0 0,-1 0 0 0 0,0 0 0 0 0,1 0-1 0 0,-1 0 1 0 0,1 0 0 0 0,-1 0 0 0 0,1 0-1 0 0,0 0 1 0 0,-1 1 0 0 0,1-1 0 0 0,0 0 0 0 0,0 0-1 0 0,-1 2 1 0 0,-4 27 27 0 0,5-29-29 0 0,-20 268 24 0 0,4-41-641 0 0,15-221 636 0 0,-1 1 0 0 0,1-1 0 0 0,-1 0 0 0 0,0 0 0 0 0,-1 0 0 0 0,-4 10 0 0 0,5-13-40 0 0,-10 13-39 0 0,9-15 50 0 0,0 1-15 0 0,-10 2-4 0 0,12-4 31 0 0,0-1-1 0 0,1 1 0 0 0,-1-1 1 0 0,0 1-1 0 0,1-1 0 0 0,-1 1 1 0 0,0-1-1 0 0,0 0 0 0 0,0 1 1 0 0,1-1-1 0 0,-1 0 0 0 0,0 0 1 0 0,0 0-1 0 0,0 1 0 0 0,0-1 1 0 0,1 0-1 0 0,-1 0 0 0 0,0 0 1 0 0,0 0-1 0 0,0-1 0 0 0,0 1 1 0 0,0 0-1 0 0,-1-1 0 0 0,-6-1 27 0 0,-1 0-1 0 0,1-1 1 0 0,0 0-1 0 0,0-1 0 0 0,0 0 1 0 0,1 0-1 0 0,-1-1 0 0 0,1 0 1 0 0,0 0-1 0 0,0 0 1 0 0,1-1-1 0 0,-1 0 0 0 0,2 0 1 0 0,-1-1-1 0 0,-8-12 0 0 0,11 15-22 0 0,1-1 0 0 0,-1 1 0 0 0,1-1 0 0 0,0 0 0 0 0,0 0 0 0 0,1 0 0 0 0,0 0 0 0 0,-2-11 0 0 0,2 10-11 0 0,1-3-158 0 0,0 0-1 0 0,1 0 0 0 0,0 0 1 0 0,1 0-1 0 0,0 0 1 0 0,0 0-1 0 0,0 1 1 0 0,2-1-1 0 0,-1 1 0 0 0,1 0 1 0 0,0 0-1 0 0,5-8 1 0 0,37-49-3511 0 0,-13 22-1345 0 0,-18 20-370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7:31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1 3804 0 0,'0'0'5737'0'0,"-5"3"-5302"0"0,-3 4-248 0 0,1 0 0 0 0,-1 1 1 0 0,2-1-1 0 0,-1 2 0 0 0,1-1 0 0 0,0 1 0 0 0,1 0 0 0 0,0 0 0 0 0,-8 19 0 0 0,-10 19 108 0 0,-2 1-118 0 0,23-44-140 0 0,0 0-5 0 0,-6 13-26 0 0,6-12 293 0 0,-7 12 649 0 0,33-59-852 0 0,-18 30-48 0 0,1-1 0 0 0,-1 1 0 0 0,2 0 0 0 0,0 1 0 0 0,0 0 0 0 0,1 0 0 0 0,0 1 0 0 0,1 0 0 0 0,0 1 0 0 0,14-10 0 0 0,-20 17 17 0 0,0 1-20 0 0,15-2-25 0 0,-15 2 0 0 0,2 3-11 0 0,3 2 4 0 0,-1 1-1 0 0,0 0 1 0 0,0 0 0 0 0,0 1 0 0 0,0 0-1 0 0,-1 0 1 0 0,0 1 0 0 0,0 0 0 0 0,-1 0-1 0 0,0 0 1 0 0,0 1 0 0 0,5 10 0 0 0,11 19-1472 0 0,24 60 0 0 0,-16-33-4558 0 0,-20-41 402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7:32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35 3368 0 0,'0'0'6776'0'0,"2"4"-6441"0"0,2 3-162 0 0,0 1 1 0 0,-1 0 0 0 0,0 0-1 0 0,0 0 1 0 0,-1 0-1 0 0,1 10 1 0 0,13 38 265 0 0,-13-49-403 0 0,0 0-1 0 0,1 0 1 0 0,-1-1-1 0 0,1 1 1 0 0,1-1 0 0 0,-1 0-1 0 0,1 0 1 0 0,0 0-1 0 0,0-1 1 0 0,10 9-1 0 0,16 1-6 0 0,-23-15-28 0 0,-3 0 1 0 0,0 1 10 0 0,0-1 0 0 0,0 1 0 0 0,0-1 0 0 0,0 0 0 0 0,0-1 0 0 0,0 1 0 0 0,0-1 0 0 0,0 0 0 0 0,0 0 0 0 0,0 0 0 0 0,0-1 0 0 0,-1 0 0 0 0,1 0 0 0 0,0 0 0 0 0,-1 0 0 0 0,6-5 0 0 0,-2 1 35 0 0,0-1 0 0 0,0 1 0 0 0,-1-2-1 0 0,0 1 1 0 0,-1-1 0 0 0,8-11 0 0 0,-12 17-36 0 0,-1 0-1 0 0,1 0 1 0 0,0 0 0 0 0,-1-1 0 0 0,0 1 0 0 0,1-1-1 0 0,-1 1 1 0 0,0-1 0 0 0,1-3 0 0 0,4-16 93 0 0,9-34 219 0 0,-14 51-196 0 0,-1-1-15 0 0,4-16-20 0 0,-3 16 17 0 0,0 2-97 0 0,2-14-2 0 0,-2 14 12 0 0,-2 9 2 0 0,-7 48-10 0 0,3 0 0 0 0,1 1-1 0 0,6 77 1 0 0,0-60 5 0 0,1 10-43 0 0,0-3 43 0 0,-8 101 0 0 0,4-173-19 0 0,0-1 0 0 0,0 0-1 0 0,-1 1 1 0 0,0-1 0 0 0,0 0-1 0 0,0 0 1 0 0,-3 5 0 0 0,3-7 18 0 0,1-1 0 0 0,-1 0 0 0 0,1 0 0 0 0,-1 0 0 0 0,1 0 0 0 0,-1 0 0 0 0,0-1 0 0 0,0 1 0 0 0,0 0 0 0 0,0-1 1 0 0,0 0-1 0 0,-1 1 0 0 0,1-1 0 0 0,0 0 0 0 0,-1 0 0 0 0,-3 1 0 0 0,-6 0 34 0 0,1-1 0 0 0,-1 0 0 0 0,0-1 0 0 0,1-1 0 0 0,-1 0 0 0 0,0 0 1 0 0,1-1-1 0 0,0 0 0 0 0,-1-1 0 0 0,-18-8 0 0 0,14 4 22 0 0,0 0 1 0 0,0-1-1 0 0,1 0 1 0 0,0-2 0 0 0,0 0-1 0 0,-21-19 1 0 0,34 27-82 0 0,1 1-1 0 0,-1-1 1 0 0,1 1 0 0 0,-1-1 0 0 0,1 0-1 0 0,0 1 1 0 0,0-1 0 0 0,-1 0 0 0 0,1 0 0 0 0,-1-4-1 0 0,-1 0-32 0 0,2 5 17 0 0,0 0 0 0 0,1-1-1 0 0,-1 1 1 0 0,0-1 0 0 0,0 1-1 0 0,1 0 1 0 0,-1-1 0 0 0,1 1 0 0 0,-1-1-1 0 0,1 1 1 0 0,0-1 0 0 0,-1 0-1 0 0,1 1 1 0 0,0-1 0 0 0,0 1-1 0 0,0-3 1 0 0,1-1-56 0 0,-2 2 33 0 0,1 1 0 0 0,0 0 0 0 0,0 0 0 0 0,0 0 0 0 0,0-1 0 0 0,0 1 0 0 0,0 0 0 0 0,0 0 0 0 0,1 0 0 0 0,-1-1 0 0 0,1 1 0 0 0,0 0 0 0 0,0 0 1 0 0,0 0-1 0 0,1-3 0 0 0,2-2-140 0 0,3-7-436 0 0,0 0 1 0 0,1 0-1 0 0,1 1 0 0 0,0 0 0 0 0,1 1 0 0 0,0 0 0 0 0,14-12 1 0 0,-4 3-771 0 0,6-8-1439 0 0,2 0-2035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7:33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85 3604 0 0,'0'0'1272'0'0,"-6"-1"-116"0"0,-46-10 2990 0 0,47 10-1960 0 0,10 0-1939 0 0,49-9-9 0 0,0 3 0 0 0,59-1-1 0 0,-54 5-174 0 0,114-14-1279 0 0,-59-2-5404 0 0,-86 12 1109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3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310 244 2668 0 0,'-2'-69'3195'0'0,"4"17"-869"0"0,1-35 682 0 0,-3 82-1679 0 0,-5 10-1109 0 0,-2 3-164 0 0,0 0 1 0 0,1 0-1 0 0,0 0 1 0 0,0 1-1 0 0,1 0 1 0 0,-7 14-1 0 0,-24 69 196 0 0,20-47-178 0 0,-6 11-26 0 0,-150 416 248 0 0,170-467-288 0 0,0 0 18 0 0,-5 13 71 0 0,6-13 442 0 0,2-12-463 0 0,81-353 105 0 0,-3 7-104 0 0,-74 332-47 0 0,13-45 137 0 0,-14 68-118 0 0,15 6 4 0 0,-19-8-52 0 0,1 0 1 0 0,-1 0-1 0 0,1 0 1 0 0,-1 0-1 0 0,0 1 0 0 0,1-1 1 0 0,-1 0-1 0 0,0 0 1 0 0,1 1-1 0 0,-1-1 0 0 0,0 0 1 0 0,1 0-1 0 0,-1 1 1 0 0,0-1-1 0 0,0 0 0 0 0,1 1 1 0 0,-1-1-1 0 0,0 1 1 0 0,0-1-1 0 0,0 0 0 0 0,0 1 1 0 0,1-1-1 0 0,-1 0 1 0 0,0 1-1 0 0,0-1 1 0 0,0 1-1 0 0,0-1 0 0 0,0 1 1 0 0,12 43 49 0 0,-2 1 0 0 0,6 69 1 0 0,-1 102-43 0 0,-13-175-12 0 0,1 25-131 0 0,23 321-2004 0 0,-25-381 1630 0 0,3 18-756 0 0,-3-19 430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3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43 2904 0 0,'-78'-10'3135'0'0,"72"9"-2450"0"0,-21-2 2599 0 0,176 12-2780 0 0,188-14 1 0 0,-188-1-423 0 0,263-6-1484 0 0,-139 0-4618 0 0,-232 10 2383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4.1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246 30 2292 0 0,'-7'-22'1050'0'0,"5"18"522"0"0,-21 2-201 0 0,19 2-1219 0 0,0-1 0 0 0,0 1 0 0 0,0 0 0 0 0,0 0 0 0 0,0 0 0 0 0,0 1 0 0 0,0-1 0 0 0,0 1 0 0 0,-4 1 0 0 0,-5 4 60 0 0,0 0 0 0 0,1 1-1 0 0,0 0 1 0 0,0 0-1 0 0,1 1 1 0 0,0 1 0 0 0,0 0-1 0 0,1 1 1 0 0,0 0-1 0 0,0 0 1 0 0,1 1 0 0 0,-10 17-1 0 0,16-24-178 0 0,1 0-1 0 0,0 1 1 0 0,0-1 0 0 0,1 1-1 0 0,-1 0 1 0 0,1-1-1 0 0,0 1 1 0 0,0 0-1 0 0,0 0 1 0 0,1 6-1 0 0,-1-7-26 0 0,1-1 5 0 0,0 0 0 0 0,1 0 0 0 0,-1 0 0 0 0,0 0 1 0 0,1-1-1 0 0,0 1 0 0 0,-1 0 0 0 0,1 0 0 0 0,0-1 1 0 0,1 1-1 0 0,-1-1 0 0 0,0 1 0 0 0,1-1 0 0 0,-1 1 1 0 0,4 2-1 0 0,-4-3-26 0 0,2 1 0 0 0,0 1 0 0 0,0-2 0 0 0,-1 1 1 0 0,2 0-1 0 0,-1-1 0 0 0,0 1 0 0 0,1-1 0 0 0,-1 0 1 0 0,1 0-1 0 0,-1 0 0 0 0,1-1 0 0 0,0 1 1 0 0,4 0-1 0 0,-5-1-4 0 0,8 4-177 0 0,0-2 0 0 0,0 0 0 0 0,0 0 0 0 0,21 2 0 0 0,-26-4 125 0 0,11 1-615 0 0,1-1 1 0 0,26-1 0 0 0,-33 0 430 0 0,22-3-1235 0 0,-10-2-1091 0 0,5-1-804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5.1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23 2152 0 0,'0'0'1616'0'0,"-3"-3"-962"0"0,-6-9-59 0 0,7 9 1297 0 0,-3 2-1535 0 0,-15-2-22 0 0,15 2 274 0 0,0 3-305 0 0,-15 3-46 0 0,15-3-43 0 0,1 0-8 0 0,-3 2-123 0 0,0 0 1 0 0,0 1-1 0 0,1 0 1 0 0,-1 0-1 0 0,1 1 1 0 0,0 0 0 0 0,0 0-1 0 0,1 0 1 0 0,0 0-1 0 0,0 1 1 0 0,0 0-1 0 0,-4 10 1 0 0,7-13-38 0 0,1 1 2 0 0,-5 17-27 0 0,4-17 13 0 0,3 1 34 0 0,-1-2-89 0 0,0 0-1 0 0,0 0 1 0 0,1 0-1 0 0,-1 0 1 0 0,1 0-1 0 0,0 1 1 0 0,1-1 0 0 0,-1-1-1 0 0,1 1 1 0 0,-1 0-1 0 0,1 0 1 0 0,0-1-1 0 0,0 1 1 0 0,1-1 0 0 0,-1 1-1 0 0,1-1 1 0 0,0 0-1 0 0,0 0 1 0 0,0 0-1 0 0,0 0 1 0 0,0-1 0 0 0,1 1-1 0 0,-1-1 1 0 0,1 0-1 0 0,-1 0 1 0 0,1 0 0 0 0,0-1-1 0 0,0 1 1 0 0,5 0-1 0 0,0 1-272 0 0,1-1 0 0 0,-1-1 0 0 0,0 0 1 0 0,1 0-1 0 0,-1-1 0 0 0,1 0 0 0 0,-1-1 0 0 0,12-2 0 0 0,-12 1 79 0 0,-1-1 0 0 0,0 0 0 0 0,0-1 0 0 0,0 0 0 0 0,0 0 0 0 0,-1-1 0 0 0,0 1-1 0 0,0-2 1 0 0,0 1 0 0 0,0-1 0 0 0,-1 0 0 0 0,0 0 0 0 0,0-1 0 0 0,6-9 0 0 0,-3-2 231 0 0,-8 14 17 0 0,0 1 148 0 0,1-3 71 0 0,11-41 1015 0 0,-12 42-683 0 0,0 1-303 0 0,1-11 560 0 0,-11 25 948 0 0,6-7-1698 0 0,2 1-9 0 0,-3 15-16 0 0,2-14-19 0 0,2-1-1 0 0,-1 3-51 0 0,0-2 45 0 0,0 1 0 0 0,1-1 0 0 0,-1 1 0 0 0,1 0-1 0 0,1 0 1 0 0,-1-1 0 0 0,1 1 0 0 0,1 6 0 0 0,4 7-6 0 0,-6-18-36 0 0,1 1 0 0 0,0-1 0 0 0,-1 1 0 0 0,1-1 0 0 0,0 0 0 0 0,0 1 0 0 0,0-1 0 0 0,0 0 0 0 0,0 1 0 0 0,0-1 0 0 0,0 0 0 0 0,0 0 0 0 0,1 0 0 0 0,-1 0 0 0 0,0 0 0 0 0,1 0 0 0 0,-1-1 0 0 0,0 1 0 0 0,1 0 0 0 0,-1-1 0 0 0,1 1 0 0 0,-1-1 0 0 0,1 1 0 0 0,0-1 0 0 0,2 1 0 0 0,32-4-165 0 0,-36 3 166 0 0,6-1-40 0 0,-2-1-39 0 0,2-2 76 0 0,0 1-16 0 0,-1-1 1 0 0,0 0-1 0 0,0 1 1 0 0,0-1 0 0 0,-1-1-1 0 0,0 1 1 0 0,0-1-1 0 0,0 0 1 0 0,0 0-1 0 0,0 0 1 0 0,-1 0 0 0 0,5-11-1 0 0,3-9 163 0 0,-9 21 74 0 0,-2 0-114 0 0,2-15 10 0 0,-1 14 361 0 0,-2 2-353 0 0,-4-13 1 0 0,4 12 527 0 0,0 9-540 0 0,-1 4-73 0 0,1-1-1 0 0,0 1 1 0 0,1-1 0 0 0,0 1-1 0 0,0-1 1 0 0,1 1-1 0 0,0-1 1 0 0,1 0-1 0 0,3 12 1 0 0,0 1-181 0 0,2-1-1 0 0,14 30 1 0 0,-19-47-178 0 0,0 1 1 0 0,1-1-1 0 0,0 1 1 0 0,0-1-1 0 0,0 0 1 0 0,0 0-1 0 0,0 0 0 0 0,8 4 1 0 0,-8-4 223 0 0,1 0-1039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5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1 123 1932 0 0,'0'0'3145'0'0,"0"-5"-2510"0"0,1-17-174 0 0,-1 17 192 0 0,2 1-429 0 0,0 1-179 0 0,1 0 1 0 0,-1 0-1 0 0,0 0 0 0 0,1 0 1 0 0,-1 1-1 0 0,1-1 0 0 0,0 1 1 0 0,0 0-1 0 0,0 0 0 0 0,3-2 1 0 0,-1 2 96 0 0,0 1-96 0 0,17 0-2 0 0,-16 1-22 0 0,-1 1-18 0 0,41 18-168 0 0,-41-16 261 0 0,-4-1-75 0 0,0-1 0 0 0,-1 1-1 0 0,2 0 1 0 0,-1-1 0 0 0,0 1 0 0 0,0-1-1 0 0,0 1 1 0 0,1-1 0 0 0,-1 0 0 0 0,1 0 0 0 0,1 2-1 0 0,0 1 149 0 0,-1 1 28 0 0,6 14-6 0 0,-6-14-10 0 0,-1 0-23 0 0,1 13-12 0 0,-1-13 125 0 0,-1 1-158 0 0,0 17 10 0 0,0-18 226 0 0,-1 0-218 0 0,-3 18 1589 0 0,3-23-1716 0 0,1 0 1 0 0,0-1-1 0 0,0 1 1 0 0,0 0-1 0 0,0 0 1 0 0,0-1 0 0 0,-1 1-1 0 0,1 0 1 0 0,0 0-1 0 0,0 0 1 0 0,0-1-1 0 0,-1 1 1 0 0,1 0-1 0 0,0 0 1 0 0,0 0 0 0 0,-1 0-1 0 0,1-1 1 0 0,0 1-1 0 0,0 0 1 0 0,-1 0-1 0 0,1 0 1 0 0,0 0-1 0 0,-1 0 1 0 0,1 0-1 0 0,0 0 1 0 0,0 0 0 0 0,-1 0-1 0 0,1 0 1 0 0,0 0-1 0 0,-1 0 1 0 0,1 0-1 0 0,-1 0 1 0 0,1 0-1 0 0,-1 0 0 0 0,1 0 0 0 0,-1 0 1 0 0,1 0-1 0 0,-1 0 0 0 0,1 0 0 0 0,-1 0 1 0 0,1 0-1 0 0,-1 0 0 0 0,1 0 0 0 0,-1-1 1 0 0,1 1-1 0 0,0 0 0 0 0,-1 0 0 0 0,1-1 1 0 0,-1 1-1 0 0,1 0 0 0 0,0 0 0 0 0,-1-1 1 0 0,1 1-1 0 0,0 0 0 0 0,-1-1 1 0 0,1 1-1 0 0,0-1 0 0 0,-1 1 0 0 0,1 0 1 0 0,0-1-1 0 0,0 1 0 0 0,-1-1 0 0 0,1 1 1 0 0,0-1-1 0 0,0 1 0 0 0,0-1 0 0 0,0 1 1 0 0,0-1-1 0 0,0 0 0 0 0,1-11-86 0 0,0-1 0 0 0,2 0 0 0 0,-1 1 0 0 0,2-1 0 0 0,-1 1 1 0 0,2 0-1 0 0,0 0 0 0 0,0 1 0 0 0,1-1 0 0 0,0 1 0 0 0,1 0 0 0 0,11-13 0 0 0,-14 21-136 0 0,0-1 0 0 0,-1 0 0 0 0,2 1-1 0 0,-1 0 1 0 0,0-1 0 0 0,9-3 0 0 0,-8 4-58 0 0,-2 1-293 0 0,2 1-69 0 0,-2 1 167 0 0,1 0-1 0 0,-1 0 0 0 0,0 0 0 0 0,1 0 0 0 0,-1 0 0 0 0,1 1 0 0 0,-1-1 0 0 0,1 1 0 0 0,-1 0 0 0 0,5 2 1 0 0,-4-1-2398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7.0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55 3216 0 0,'0'0'1748'0'0,"-1"-5"-1221"0"0,-4-15 77 0 0,4 15 462 0 0,-2 2-614 0 0,0 1-251 0 0,0-1 1 0 0,-1 1-1 0 0,1-1 0 0 0,-1 1 0 0 0,1 0 0 0 0,-1 0 0 0 0,-7-2 0 0 0,7 3 280 0 0,1 1-443 0 0,0 1 1 0 0,0 0-1 0 0,0 0 0 0 0,0 0 0 0 0,0 0 1 0 0,0 0-1 0 0,0 0 0 0 0,1 1 1 0 0,-1-1-1 0 0,0 1 0 0 0,1 0 1 0 0,0 0-1 0 0,-1 0 0 0 0,1 0 1 0 0,0 1-1 0 0,-3 2 0 0 0,-2 4 21 0 0,0 0-1 0 0,1 0 1 0 0,-7 13-1 0 0,3-5-49 0 0,2 1-1 0 0,0 1 1 0 0,-8 26-1 0 0,15-41-58 0 0,0 2-85 0 0,-2 16 106 0 0,2-16 89 0 0,1 0-70 0 0,1 15-24 0 0,0-15-26 0 0,-1-6 56 0 0,0 0 1 0 0,1 0 0 0 0,-1 0 0 0 0,0 0 0 0 0,1 0 0 0 0,-1 1 0 0 0,0-1-1 0 0,0 0 1 0 0,1 0 0 0 0,-1 0 0 0 0,0 0 0 0 0,0 1 0 0 0,1-1 0 0 0,-1 0-1 0 0,0 0 1 0 0,0 1 0 0 0,1-1 0 0 0,-1 0 0 0 0,0 0 0 0 0,0 1-1 0 0,0-1 1 0 0,0 0 0 0 0,1 0 0 0 0,-1 1 0 0 0,0-1 0 0 0,0 0 0 0 0,0 1-1 0 0,0-1 1 0 0,0 1 0 0 0,0 0-12 0 0,1 0 0 0 0,-1 0 0 0 0,0 0 0 0 0,1 0 0 0 0,-1 0 0 0 0,1 0 0 0 0,0-1 0 0 0,-1 1 1 0 0,1 0-1 0 0,-1 0 0 0 0,1 0 0 0 0,0-1 0 0 0,0 1 0 0 0,0 0 0 0 0,-1-1 0 0 0,3 2 0 0 0,0-1 7 0 0,1 1 0 0 0,-1-1 0 0 0,1 0-1 0 0,-1 0 1 0 0,1 0 0 0 0,0-1 0 0 0,-1 1 0 0 0,1-1 0 0 0,7 0 0 0 0,-6-1 19 0 0,0-1-10 0 0,2 1 0 0 0,14-6-13 0 0,-15 3 10 0 0,0-1 0 0 0,-1 1 0 0 0,0-1 0 0 0,0 0 0 0 0,8-10 1 0 0,-8 9 16 0 0,-1 0 0 0 0,0 0 0 0 0,0 0 0 0 0,0-1 0 0 0,0 0 0 0 0,-1 1 1 0 0,0-1-1 0 0,-1-1 0 0 0,0 1 0 0 0,0 0 0 0 0,0-1 0 0 0,0-7 0 0 0,-2 13-7 0 0,1-2 73 0 0,-1-1 14 0 0,3-44 334 0 0,-2 44-2 0 0,-3 10-406 0 0,-1 2-4 0 0,1 1 1 0 0,0 0-1 0 0,1 0 1 0 0,-2 12-1 0 0,3-14-75 0 0,1 0 38 0 0,13 71-120 0 0,-13-73 12 0 0,1 0-29 0 0,17 32-582 0 0,-17-34 524 0 0,2 0-274 0 0,15 3 183 0 0,-14-3-57 0 0,-1-4-25 0 0,4-1 166 0 0,0 0-1 0 0,-1 0 1 0 0,1-1 0 0 0,-1 0-1 0 0,0 0 1 0 0,-1-1-1 0 0,1 1 1 0 0,-1-1-1 0 0,1-1 1 0 0,-2 1-1 0 0,1-1 1 0 0,-1 0-1 0 0,1-1 1 0 0,-2 1-1 0 0,1-1 1 0 0,-1 0 0 0 0,6-14-1 0 0,9-21 836 0 0,-17 38-155 0 0,5-17 290 0 0,-5 17-617 0 0,0-1 590 0 0,3-17-161 0 0,-3 18 1895 0 0,-3 4-2450 0 0,1 0 0 0 0,-1 0 0 0 0,1 1-1 0 0,-1-1 1 0 0,1 0 0 0 0,0 0 0 0 0,-1 1 0 0 0,1-1 0 0 0,0 0 0 0 0,-1 0 0 0 0,1 1 0 0 0,0-1-1 0 0,-1 0 1 0 0,1 1 0 0 0,0-1 0 0 0,-1 0 0 0 0,1 1 0 0 0,0-1 0 0 0,0 1 0 0 0,0-1-1 0 0,-1 1 1 0 0,1-1 0 0 0,0 0 0 0 0,0 1 0 0 0,0-1 0 0 0,0 1 0 0 0,0 0 0 0 0,0-1-2 0 0,0 1 0 0 0,0-1 0 0 0,-1 1 0 0 0,1-1 0 0 0,0 1 0 0 0,0-1 1 0 0,0 1-1 0 0,0-1 0 0 0,-1 0 0 0 0,1 1 0 0 0,0-1 0 0 0,0 1 0 0 0,-1-1 0 0 0,1 0 1 0 0,0 1-1 0 0,-1-1 0 0 0,1 0 0 0 0,0 1 0 0 0,-1-1 0 0 0,1 0 0 0 0,-1 1 0 0 0,1-1 1 0 0,-1 0-1 0 0,1 0 0 0 0,-1 1 0 0 0,1 4 45 0 0,-2 16-3 0 0,2-16-23 0 0,0 1-44 0 0,2 18 30 0 0,-2-18 26 0 0,1-1-8 0 0,15 48 32 0 0,-14-47-63 0 0,-1-5 5 0 0,-1 1 0 0 0,1-1 0 0 0,0 1 0 0 0,0-1 0 0 0,0 1 1 0 0,0-1-1 0 0,0 0 0 0 0,0 0 0 0 0,0 1 0 0 0,0-1 0 0 0,0 0 0 0 0,2 1 0 0 0,-2-1 1 0 0,0 0 1 0 0,1 1 1 0 0,0-1-1 0 0,-1 1 1 0 0,1-1-1 0 0,0 1 0 0 0,0-1 1 0 0,0 0-1 0 0,0 0 1 0 0,0 0-1 0 0,1 0 1 0 0,-1-1-1 0 0,0 1 0 0 0,0 0 1 0 0,1-1-1 0 0,-1 0 1 0 0,0 1-1 0 0,0-1 0 0 0,1 0 1 0 0,3-1-1 0 0,-3 1-12 0 0,2 1 42 0 0,0-3 7 0 0,-2 1-34 0 0,2 0-4 0 0,0-1 0 0 0,0-1 0 0 0,0 1-1 0 0,-1 0 1 0 0,1-1 0 0 0,-1 0 0 0 0,1 0 0 0 0,-1 0 0 0 0,0-1 0 0 0,0 0 0 0 0,-1 1 0 0 0,1-1 0 0 0,-1-1-1 0 0,5-6 1 0 0,8-13-4 0 0,-14 20 75 0 0,0 0-17 0 0,7-14-3 0 0,-7 14 60 0 0,0 0-64 0 0,6-14-12 0 0,-6 14 68 0 0,-1 0-53 0 0,4-13-17 0 0,-4 13 145 0 0,3-6 264 0 0,0 5-1826 0 0,-3-1-3034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8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3656 0 0,'0'0'8147'0'0,"1"4"-7826"0"0,2 12-34 0 0,-2-12-5 0 0,0 2-82 0 0,6 55 160 0 0,-6-55-349 0 0,0 0 0 0 0,0-1 0 0 0,0 1 0 0 0,1-1 0 0 0,0 1 0 0 0,0-1 0 0 0,1 0 0 0 0,-1 0 0 0 0,1 0 1 0 0,0 0-1 0 0,1 0 0 0 0,-1-1 0 0 0,1 1 0 0 0,0-1 0 0 0,0 0 0 0 0,0 0 0 0 0,1-1 0 0 0,-1 1 0 0 0,1-1 1 0 0,0 0-1 0 0,0 0 0 0 0,9 4 0 0 0,-13-6-9 0 0,1-1 1 0 0,-1 1 0 0 0,0 0-1 0 0,1-1 1 0 0,-1 1-1 0 0,0-1 1 0 0,1 1 0 0 0,-1-1-1 0 0,1 0 1 0 0,-1 1-1 0 0,0-1 1 0 0,1 0 0 0 0,2 0-1 0 0,0 0 27 0 0,0 1 130 0 0,3-1-155 0 0,0 0-12 0 0,-5 1 13 0 0,1-1 0 0 0,-1 0 0 0 0,1 0 0 0 0,-1 0-1 0 0,1 0 1 0 0,-1 0 0 0 0,0-1 0 0 0,1 1 0 0 0,-1-1 0 0 0,5-1 0 0 0,25-9-15 0 0,-26 7 20 0 0,-2 0 13 0 0,1 0-17 0 0,-1 1 1 0 0,0-1-1 0 0,0 0 1 0 0,0 0 0 0 0,0 0-1 0 0,-1 0 1 0 0,1-1 0 0 0,4-7-1 0 0,-5 7 9 0 0,0 0-9 0 0,0 1 1 0 0,-1-2 0 0 0,1 1 0 0 0,-1 0 0 0 0,0 0 0 0 0,3-11 0 0 0,-2 6 65 0 0,-2 6 16 0 0,0-2 0 0 0,4-15-24 0 0,-4 15 39 0 0,0 2-69 0 0,1-15 18 0 0,-2 14 497 0 0,1 6-546 0 0,-1-1 1 0 0,0 1-1 0 0,0-1 1 0 0,0 1 0 0 0,0-1-1 0 0,0 1 1 0 0,-1-1-1 0 0,1 1 1 0 0,0-1-1 0 0,0 1 1 0 0,0-1 0 0 0,0 1-1 0 0,0-1 1 0 0,-1 1-1 0 0,1-1 1 0 0,0 0-1 0 0,0 1 1 0 0,-1-1 0 0 0,1 1-1 0 0,0-1 1 0 0,-1 0-1 0 0,1 1 1 0 0,0-1 0 0 0,-1 0-1 0 0,1 1 1 0 0,-1-1-1 0 0,0 1-1 0 0,0 0 0 0 0,0-1-1 0 0,0 1 1 0 0,0 0 0 0 0,1 0-1 0 0,-1 0 1 0 0,0 0 0 0 0,1-1 0 0 0,-1 1-1 0 0,1 0 1 0 0,-1 0 0 0 0,1 0-1 0 0,-1 0 1 0 0,1 0 0 0 0,0 1 0 0 0,-1-1-1 0 0,1 0 1 0 0,0 0 0 0 0,0 2-1 0 0,-7 56-31 0 0,3 0 0 0 0,3 60-1 0 0,-1 20-384 0 0,-14 319 571 0 0,17-444-73 0 0,-2 0 0 0 0,0 0 1 0 0,-1-1-1 0 0,0 1 0 0 0,-1-1 0 0 0,-1 1 1 0 0,0-1-1 0 0,0 0 0 0 0,-12 21 0 0 0,15-33-78 0 0,1 0 0 0 0,-1 0 0 0 0,1 0 0 0 0,-1 0 0 0 0,1-1-1 0 0,-1 1 1 0 0,0 0 0 0 0,1 0 0 0 0,-1-1 0 0 0,0 1 0 0 0,0 0 0 0 0,0-1-1 0 0,0 1 1 0 0,1-1 0 0 0,-1 1 0 0 0,0-1 0 0 0,0 1 0 0 0,0-1-1 0 0,0 0 1 0 0,-2 1 0 0 0,0-1 9 0 0,0 2 24 0 0,-3-3 7 0 0,0 1-30 0 0,4 0-9 0 0,1 0 0 0 0,-1 0 0 0 0,0 0-1 0 0,0 0 1 0 0,1 0 0 0 0,-1-1 0 0 0,0 1 0 0 0,0-1 0 0 0,1 1-1 0 0,-1-1 1 0 0,0 1 0 0 0,1-1 0 0 0,-1 0 0 0 0,1 0 0 0 0,-1 0-1 0 0,1 0 1 0 0,-3-2 0 0 0,-7-6 17 0 0,0-1 0 0 0,1 0 0 0 0,0-1-1 0 0,1 0 1 0 0,0-1 0 0 0,1 1 0 0 0,0-2 0 0 0,1 1 0 0 0,0-1-1 0 0,1 0 1 0 0,1 0 0 0 0,0-1 0 0 0,0 0 0 0 0,2 1 0 0 0,-1-2-1 0 0,2 1 1 0 0,0 0 0 0 0,1 0 0 0 0,1-27 0 0 0,0 21-272 0 0,2 1 0 0 0,0-1 1 0 0,2 1-1 0 0,0-1 1 0 0,1 1-1 0 0,0 0 1 0 0,2 1-1 0 0,0-1 0 0 0,2 1 1 0 0,0 1-1 0 0,0-1 1 0 0,2 2-1 0 0,0-1 0 0 0,19-20 1 0 0,-7 13-1977 0 0,2 1 0 0 0,26-20 0 0 0,-14 16-3696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8.8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59 3216 0 0,'0'0'8452'0'0,"2"-4"-8143"0"0,0 1-284 0 0,-1 1 13 0 0,1 0-1 0 0,-1 0 0 0 0,1 0 1 0 0,0 0-1 0 0,-1 0 0 0 0,1 0 1 0 0,0 1-1 0 0,0-1 0 0 0,0 0 1 0 0,1 1-1 0 0,-1 0 0 0 0,0-1 1 0 0,0 1-1 0 0,1 0 0 0 0,-1 0 1 0 0,1 0-1 0 0,-1 1 0 0 0,6-2 1 0 0,58-13-44 0 0,-46 11-430 0 0,-3 2 174 0 0,3 2-681 0 0,-12-1 501 0 0,3 1-46 0 0,8-1-4503 0 0,14 1-113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9.0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38 4088 0 0,'0'0'2351'0'0,"-3"3"-1549"0"0,-10 9 754 0 0,19-12-1231 0 0,51 2 279 0 0,143-19-2093 0 0,-160 10-905 0 0,46-14 0 0 0,-56 12-1015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9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25 3452 0 0,'0'0'2416'0'0,"1"-4"-1543"0"0,3-12-186 0 0,-4 12 2541 0 0,-2 7-2831 0 0,-1 2-262 0 0,0 0 0 0 0,1 0 0 0 0,-1 0 0 0 0,1 1 0 0 0,0-1 0 0 0,1 1 0 0 0,-1-1-1 0 0,1 1 1 0 0,0 0 0 0 0,0 6 0 0 0,0 8 125 0 0,2 40 0 0 0,10 131 32 0 0,14-2-2753 0 0,-24-185 1965 0 0,2 11 113 0 0,-1-8-1377 0 0,-1 1-3248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39.8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106 220 3060 0 0,'1'-16'346'0'0,"5"-21"1125"0"0,-4 26-1239 0 0,1 0-1 0 0,0 0 1 0 0,1 0-1 0 0,1 0 1 0 0,0 1-1 0 0,0 0 1 0 0,1 0-1 0 0,0 1 1 0 0,0-1-1 0 0,1 1 1 0 0,1 1-1 0 0,13-14 1 0 0,-18 19-183 0 0,1 1 1 0 0,0-1-1 0 0,-1 1 0 0 0,1 0 1 0 0,0 0-1 0 0,0 1 1 0 0,0-1-1 0 0,1 1 0 0 0,-1 0 1 0 0,0 0-1 0 0,0 0 1 0 0,7 0-1 0 0,-6 0 3 0 0,0 1-26 0 0,0 0 0 0 0,-1 0 0 0 0,1 0 0 0 0,0 1 0 0 0,0 0-1 0 0,-1 0 1 0 0,1 0 0 0 0,0 0 0 0 0,-1 1 0 0 0,0 0 0 0 0,1-1-1 0 0,-1 2 1 0 0,0-1 0 0 0,0 0 0 0 0,0 1 0 0 0,0 0 0 0 0,0 0-1 0 0,3 4 1 0 0,-5-6-31 0 0,-1 1 0 0 0,1 0 0 0 0,0-1-1 0 0,-1 1 1 0 0,1 0 0 0 0,-1 0 0 0 0,0 0 0 0 0,0 0-1 0 0,1 0 1 0 0,0 5 0 0 0,1-1 11 0 0,-2-4 0 0 0,1 0 0 0 0,-1 0 0 0 0,0 0 0 0 0,0 0 0 0 0,0 0 0 0 0,0 1 0 0 0,0-1 0 0 0,0 0 0 0 0,-1 0 0 0 0,1 1 0 0 0,-1-1 0 0 0,0 1 0 0 0,1 2 0 0 0,-1 2 8 0 0,1-2-4 0 0,0 0 0 0 0,0 1 0 0 0,0-1-1 0 0,-1 0 1 0 0,0 0 0 0 0,0 1-1 0 0,-1-1 1 0 0,1 0 0 0 0,-1 0-1 0 0,-3 10 1 0 0,1-1-6 0 0,-3 4 15 0 0,1-1 1 0 0,-2 0-1 0 0,-1 0 1 0 0,0 0 0 0 0,-1-1-1 0 0,0 0 1 0 0,-1-1 0 0 0,-1 0-1 0 0,-1-1 1 0 0,0 0-1 0 0,-1-1 1 0 0,0 0 0 0 0,-1-1-1 0 0,0 0 1 0 0,-1-1 0 0 0,0-1-1 0 0,-20 10 1 0 0,28-17-26 0 0,0 0 0 0 0,0 0 0 0 0,-1-1 0 0 0,1 0 1 0 0,-16 2-1 0 0,17-3 9 0 0,1 0 14 0 0,-1-1-21 0 0,-16-1-16 0 0,17 1 34 0 0,0-3-7 0 0,0 0 11 0 0,-1 0 1 0 0,1 0-1 0 0,1-1 0 0 0,-1 1 1 0 0,-6-8-1 0 0,8 8 135 0 0,2-1-53 0 0,-5-15 359 0 0,10 18-357 0 0,0 0-72 0 0,-1 1 1 0 0,0 0-1 0 0,1-1 0 0 0,-1 1 0 0 0,1 1 1 0 0,-1-1-1 0 0,1 0 0 0 0,-1 1 1 0 0,0 0-1 0 0,1 0 0 0 0,-1 0 1 0 0,0 0-1 0 0,5 3 0 0 0,45 28 308 0 0,-28-15-288 0 0,120 63 108 0 0,-121-69-398 0 0,0-1 0 0 0,1-1 0 0 0,1-2 1 0 0,32 6-1 0 0,-30-10-2972 0 0,51-1 0 0 0,-72-3-584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0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113 122 3364 0 0,'0'0'7646'0'0,"-3"3"-7391"0"0,-7 7 47 0 0,7-7 674 0 0,1-6-909 0 0,-10-12 39 0 0,13 10-82 0 0,0-16-9 0 0,-1 16-11 0 0,1 0-6 0 0,5-13 10 0 0,-4 13-12 0 0,0 0-4 0 0,4-14-4 0 0,-4 14 1 0 0,1 1-3 0 0,0 1-10 0 0,1 0 0 0 0,-1 0 0 0 0,1 0 0 0 0,0 0 0 0 0,-1 1 0 0 0,1-1 0 0 0,0 1 0 0 0,5-2 0 0 0,-4 3-210 0 0,0 2 222 0 0,-2 0 15 0 0,1 0-1 0 0,-1 0 1 0 0,1 0 0 0 0,-1 0 0 0 0,1 1 0 0 0,-1-1-1 0 0,0 1 1 0 0,0 0 0 0 0,0 0 0 0 0,0 0 0 0 0,0 1-1 0 0,0-1 1 0 0,0 1 0 0 0,-1 0 0 0 0,1-1-1 0 0,-1 1 1 0 0,0 0 0 0 0,0 0 0 0 0,0 1 0 0 0,3 5-1 0 0,-3 1-11 0 0,1 0 0 0 0,-2 0 0 0 0,1 0 0 0 0,-1 0-1 0 0,-1 0 1 0 0,0 0 0 0 0,0 0 0 0 0,-1 0-1 0 0,0 0 1 0 0,-1 0 0 0 0,0 0 0 0 0,-1 0 0 0 0,0-1-1 0 0,0 1 1 0 0,-1-1 0 0 0,0 0 0 0 0,-9 14-1 0 0,2-5-11 0 0,-1 0-1 0 0,-1 0 0 0 0,0-1 0 0 0,-2-1 0 0 0,0 0 1 0 0,-29 24-1 0 0,40-37 22 0 0,0-2-8 0 0,-14 7-7 0 0,14-6-26 0 0,0-4-76 0 0,-14-4 62 0 0,14 4 13 0 0,4 2 39 0 0,0 0 1 0 0,0-1 0 0 0,0 1-1 0 0,0 0 1 0 0,0 0-1 0 0,0-1 1 0 0,0 1-1 0 0,0 0 1 0 0,0-1 0 0 0,0 1-1 0 0,0 0 1 0 0,0 0-1 0 0,0-1 1 0 0,0 1 0 0 0,0 0-1 0 0,0-1 1 0 0,0 1-1 0 0,0 0 1 0 0,-1 0 0 0 0,1-1-1 0 0,0 1 1 0 0,0 0-1 0 0,0 0 1 0 0,0-1 0 0 0,-1 1-1 0 0,1 0 1 0 0,0 0-1 0 0,0 0 1 0 0,0-1-1 0 0,-1 1 1 0 0,1 0 0 0 0,-1-1-1 0 0,0 1 1 0 0,1-1 0 0 0,-1 0 0 0 0,0 1-1 0 0,1-1 1 0 0,-1 0 0 0 0,1 0 0 0 0,-1 0-1 0 0,1 1 1 0 0,0-1 0 0 0,-1 0 0 0 0,1 0-1 0 0,0 0 1 0 0,-1 0 0 0 0,1 0 0 0 0,0 0-1 0 0,0 0 1 0 0,0 0 0 0 0,0-1 0 0 0,1-58-42 0 0,0 55 30 0 0,0 0 5 0 0,1 1 12 0 0,-1 0 1 0 0,1 1-1 0 0,0-1 0 0 0,0 1 0 0 0,0-1 1 0 0,0 1-1 0 0,1 0 0 0 0,3-5 0 0 0,-3 6-15 0 0,3 2-4 0 0,1 1 11 0 0,0 0 0 0 0,0 0 1 0 0,1 1-1 0 0,-1 0 0 0 0,0 0 0 0 0,-1 1 0 0 0,1 0 0 0 0,9 5 0 0 0,53 38-17 0 0,-49-30-66 0 0,31 17 0 0 0,69 23-1818 0 0,-87-43-812 0 0,60 14 0 0 0,-58-20-1186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0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28 4996 0 0,'-32'-1'1493'0'0,"25"1"-295"0"0,1 0-257 0 0,-50-6 1613 0 0,52 5-2166 0 0,21-7-117 0 0,-9 5-238 0 0,1 1 0 0 0,-1 0 0 0 0,0 0-1 0 0,1 1 1 0 0,-1 0 0 0 0,1 0 0 0 0,14 2 0 0 0,-11-1-31 0 0,144 1-1301 0 0,-82 4-4757 0 0,-43-2 1345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1.0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0 3384 0 0,'-34'13'2567'0'0,"26"-11"-2127"0"0,1 1-1 0 0,-1 0 1 0 0,0 0-1 0 0,1 1 1 0 0,0 0-1 0 0,0 0 1 0 0,-10 8 0 0 0,14-9-44 0 0,23 1-194 0 0,-18-3-189 0 0,1 0 0 0 0,0 0-1 0 0,-1 0 1 0 0,1 0-1 0 0,0-1 1 0 0,0 1-1 0 0,0-1 1 0 0,0 0-1 0 0,-1 0 1 0 0,5 0-1 0 0,260-2-1280 0 0,-82-21-3923 0 0,-138 13 1486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1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22 3968 0 0,'-1'-5'1496'0'0,"1"4"-1282"0"0,0 0 0 0 0,0 0 0 0 0,0 1 0 0 0,0-1 0 0 0,0 0 0 0 0,0 0 0 0 0,-1 1 0 0 0,1-1 0 0 0,0 0 0 0 0,0 0 0 0 0,-1 1 0 0 0,1-1 0 0 0,0 0-1 0 0,-1 1 1 0 0,1-1 0 0 0,-1 0 0 0 0,1 1 0 0 0,-1-1 0 0 0,1 1 0 0 0,-1-1 0 0 0,0 0 0 0 0,-8 17 1373 0 0,8-3-1410 0 0,39 310-178 0 0,-36-304-443 0 0,2-2 172 0 0,2-1-346 0 0,12 28-2704 0 0,-15-41 654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1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2880 0 0,'0'0'4303'0'0,"4"-2"-3371"0"0,6-2-367 0 0,0 0 0 0 0,1 1 0 0 0,-1 0-1 0 0,1 0 1 0 0,-1 1 0 0 0,13-1 0 0 0,78-3 144 0 0,-81 5-525 0 0,90-2-45 0 0,88-5-2203 0 0,-1-9-4259 0 0,-140 9 1649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2.9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264 15 2300 0 0,'-4'-1'1187'0'0,"-2"-2"-946"0"0,-1 1 1 0 0,0 0-1 0 0,0 0 1 0 0,0 1-1 0 0,1-1 1 0 0,-1 2-1 0 0,0-1 1 0 0,-1 1-1 0 0,1 0 1 0 0,0 1-1 0 0,0-1 1 0 0,1 1-1 0 0,-1 1 1 0 0,0-1-1 0 0,0 1 1 0 0,0 0-1 0 0,1 1 1 0 0,-1 0-1 0 0,-7 4 1 0 0,4-1-139 0 0,0 0 1 0 0,0 0 0 0 0,0 1-1 0 0,1 1 1 0 0,0-1 0 0 0,1 2-1 0 0,0-1 1 0 0,0 1 0 0 0,-13 19 0 0 0,20-26-88 0 0,0 0 0 0 0,-1-1 0 0 0,1 1 1 0 0,0 0-1 0 0,0 0 0 0 0,1 0 0 0 0,-1 0 1 0 0,0 0-1 0 0,1 0 0 0 0,-1 0 0 0 0,1 0 1 0 0,0 1-1 0 0,-1-1 0 0 0,1 3 0 0 0,0 1 25 0 0,-1 0-11 0 0,1 0 0 0 0,-1-1 0 0 0,1 1 0 0 0,0 0 0 0 0,1 0 0 0 0,-1-1 0 0 0,1 1 0 0 0,0 0 0 0 0,1-1 0 0 0,2 9 0 0 0,-2-8-31 0 0,1 3 12 0 0,0-1 1 0 0,0 1-1 0 0,1-1 0 0 0,0 0 1 0 0,1 0-1 0 0,0 0 0 0 0,0-1 1 0 0,9 11-1 0 0,6 2 5 0 0,26 24 0 0 0,-11-13-209 0 0,-32-27 93 0 0,-1 0 23 0 0,8 12 10 0 0,-8-12-12 0 0,-3 2-9 0 0,0-1 88 0 0,-1 0 0 0 0,1 0 0 0 0,-1 0 0 0 0,-1 0 0 0 0,1 0 0 0 0,-1 0 0 0 0,0-1-1 0 0,0 1 1 0 0,0-1 0 0 0,0 0 0 0 0,-1 0 0 0 0,0 0 0 0 0,-5 4 0 0 0,-25 23 241 0 0,17-17 30 0 0,1 1 0 0 0,-17 20 0 0 0,31-32-155 0 0,-1 2 1 0 0,3-4-124 0 0,-8 22 186 0 0,7-22-164 0 0,1 1 0 0 0,0-1 0 0 0,-1 1 0 0 0,1-1 1 0 0,0 1-1 0 0,0 0 0 0 0,0-1 0 0 0,0 1 0 0 0,0-1 0 0 0,1 1 0 0 0,-1-1 0 0 0,0 1 0 0 0,1-1 1 0 0,-1 1-1 0 0,1-1 0 0 0,0 0 0 0 0,-1 1 0 0 0,1-1 0 0 0,0 1 0 0 0,1 1 0 0 0,4 2-8 0 0,0 0-1 0 0,1-1 0 0 0,-1 0 0 0 0,1 0 0 0 0,0 0 1 0 0,0-1-1 0 0,0 1 0 0 0,0-2 0 0 0,0 1 0 0 0,11 1 1 0 0,7 2-189 0 0,1-2 1 0 0,28 1 0 0 0,-4-2-1012 0 0,85-7 0 0 0,-97-1-997 0 0,45-10-1 0 0,-39 4-1799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3.5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25 3804 0 0,'0'0'969'0'0,"-1"-4"-14"0"0,-5-12-198 0 0,4 12 2490 0 0,-1 7-2955 0 0,2-1-252 0 0,-1-1-1 0 0,1 0 1 0 0,-1 0-1 0 0,1 1 0 0 0,0-1 1 0 0,-1 1-1 0 0,1-1 1 0 0,0 1-1 0 0,0-1 1 0 0,0 1-1 0 0,-1 2 1 0 0,2 1 116 0 0,0 6-55 0 0,1-1-1 0 0,0 1 0 0 0,0-1 1 0 0,1 1-1 0 0,0-1 1 0 0,5 15-1 0 0,-4-19-75 0 0,-1 0 0 0 0,1 0 0 0 0,0 0-1 0 0,0-1 1 0 0,1 1 0 0 0,0-1 0 0 0,0 1 0 0 0,0-1 0 0 0,0 0 0 0 0,1-1-1 0 0,0 1 1 0 0,0-1 0 0 0,0 0 0 0 0,0 0 0 0 0,1-1 0 0 0,0 1 0 0 0,0-1-1 0 0,-1-1 1 0 0,2 1 0 0 0,-1-1 0 0 0,11 3 0 0 0,27 0 35 0 0,-39-4-57 0 0,-1-1 1 0 0,0 0-1 0 0,0-1 1 0 0,1 1 0 0 0,-1-1-1 0 0,0 0 1 0 0,0 0-1 0 0,0 0 1 0 0,0 0-1 0 0,8-4 1 0 0,15-14 21 0 0,-22 13-24 0 0,-2 1 1 0 0,1-2 14 0 0,1 0 0 0 0,-1 0 0 0 0,-1 0 0 0 0,1-1 0 0 0,-1 1-1 0 0,0-1 1 0 0,-1 0 0 0 0,0 0 0 0 0,0 0 0 0 0,1-16 0 0 0,-2 5 120 0 0,-1 14 32 0 0,0 0-13 0 0,3-14-37 0 0,0 24 88 0 0,3 38 132 0 0,-3-20-419 0 0,24 114 49 0 0,-10-59-509 0 0,-3 1 0 0 0,5 133 0 0 0,-19-191 371 0 0,-1 0 0 0 0,0 0 0 0 0,-2 0 0 0 0,-1-1 0 0 0,0 1 0 0 0,-9 21 0 0 0,12-37 241 0 0,-2-2 41 0 0,2-1-75 0 0,-1 0-1 0 0,1-1 0 0 0,0 1 1 0 0,-1-1-1 0 0,1 0 0 0 0,-1 1 0 0 0,1-1 1 0 0,-1 0-1 0 0,0 0 0 0 0,1 0 1 0 0,-1 0-1 0 0,0 0 0 0 0,0-1 1 0 0,0 1-1 0 0,0 0 0 0 0,0-1 1 0 0,0 1-1 0 0,0-1 0 0 0,0 0 0 0 0,0 0 1 0 0,0 0-1 0 0,0 0 0 0 0,0 0 1 0 0,0 0-1 0 0,0 0 0 0 0,0-1 1 0 0,0 1-1 0 0,0-1 0 0 0,1 1 1 0 0,-1-1-1 0 0,0 0 0 0 0,0 0 1 0 0,0 1-1 0 0,0-1 0 0 0,1-1 0 0 0,-3 0 1 0 0,-3-4 28 0 0,0 0 0 0 0,0 0 0 0 0,1-1 0 0 0,0 0 0 0 0,0 0 0 0 0,1-1 0 0 0,-1 0 0 0 0,2 0 0 0 0,-1 0 0 0 0,-5-14 0 0 0,7 15-48 0 0,1 4-13 0 0,1 0 1 0 0,0 1 0 0 0,0-1 0 0 0,0 0-1 0 0,1 1 1 0 0,-1-1 0 0 0,1 0 0 0 0,-1 0-1 0 0,1 0 1 0 0,0-3 0 0 0,-2-1-1 0 0,2 4-4 0 0,-1 0-1 0 0,1 1 0 0 0,-1-1 0 0 0,1 0 0 0 0,0 1 0 0 0,0-1 1 0 0,0 0-1 0 0,0 0 0 0 0,0 1 0 0 0,1-1 0 0 0,0-3 1 0 0,-1-1-23 0 0,0 5 5 0 0,0 0 0 0 0,0 0 0 0 0,1-1 1 0 0,-1 1-1 0 0,0 0 0 0 0,1 0 0 0 0,-1-1 1 0 0,1 1-1 0 0,0 0 0 0 0,0 0 0 0 0,0 0 1 0 0,0 0-1 0 0,2-2 0 0 0,3-8-252 0 0,1 0 0 0 0,0 1 0 0 0,1 0 0 0 0,0 1 0 0 0,1 0 0 0 0,0 0 0 0 0,0 0 0 0 0,22-15 0 0 0,-22 20-110 0 0,15-12-1485 0 0,1 2 0 0 0,29-12 0 0 0,-25 15-2125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3.6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0 104 4000 0 0,'0'0'4447'0'0,"0"-5"-3995"0"0,0-21 174 0 0,6 24-409 0 0,33-12-963 0 0,1 3 1 0 0,1 1-1 0 0,74-8 0 0 0,-42 7-2516 0 0,-38 5-195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4.2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3072 0 0,'0'0'5657'0'0,"-4"2"-5308"0"0,2 0-257 0 0,1-1-54 0 0,0 0 0 0 0,0 0 1 0 0,0 0-1 0 0,0 0 1 0 0,-1-1-1 0 0,1 1 0 0 0,0 0 1 0 0,0-1-1 0 0,-1 1 1 0 0,1-1-1 0 0,0 1 0 0 0,-3-1 1 0 0,3 5 177 0 0,0 4-160 0 0,0 0 1 0 0,1-1-1 0 0,0 1 1 0 0,1 0-1 0 0,-1-1 1 0 0,2 1-1 0 0,-1-1 1 0 0,1 1-1 0 0,0-1 1 0 0,1 1-1 0 0,5 10 1 0 0,-6-13-48 0 0,2 0 0 0 0,-1 0 0 0 0,0-1 0 0 0,1 1 0 0 0,0-1 0 0 0,1 1 0 0 0,-1-1 0 0 0,1-1 0 0 0,0 1 0 0 0,0-1 1 0 0,0 1-1 0 0,1-2 0 0 0,0 1 0 0 0,-1 0 0 0 0,1-1 0 0 0,1 0 0 0 0,-1-1 0 0 0,0 1 0 0 0,1-1 0 0 0,12 2 0 0 0,-14-3-3 0 0,1 0-1 0 0,-1 0 1 0 0,1 0 0 0 0,0-1-1 0 0,-1 0 1 0 0,1 0 0 0 0,0 0-1 0 0,-1-1 1 0 0,1 0-1 0 0,0 0 1 0 0,-1 0 0 0 0,1-1-1 0 0,-1 0 1 0 0,0 0 0 0 0,1 0-1 0 0,-1-1 1 0 0,0 0 0 0 0,6-4-1 0 0,-8 4 48 0 0,0 0-1 0 0,1 0 0 0 0,-1-1 0 0 0,0 0 1 0 0,0 1-1 0 0,-1-1 0 0 0,1 0 1 0 0,-1 0-1 0 0,0 0 0 0 0,2-6 0 0 0,-2 6-24 0 0,2-7 123 0 0,0-1 0 0 0,0 1 0 0 0,-1-1 0 0 0,2-16 0 0 0,-3 18 4 0 0,-1 6 29 0 0,0 0-45 0 0,2-14-34 0 0,-2 14 207 0 0,1 9-290 0 0,12 64-2 0 0,-4-11 10 0 0,22 151-876 0 0,-29-177 554 0 0,-1 1-1 0 0,-2-1 0 0 0,-1 1 0 0 0,-7 44 0 0 0,4-56 142 0 0,-4 7 54 0 0,6-23 64 0 0,-5 10-59 0 0,-1 0-1 0 0,-1-1 1 0 0,-11 16-1 0 0,17-27 173 0 0,-1-1 4 0 0,1-1-37 0 0,0 0-1 0 0,0 0 1 0 0,0 0 0 0 0,0 0-1 0 0,0-1 1 0 0,0 1-1 0 0,0-1 1 0 0,0 0 0 0 0,0 0-1 0 0,0 0 1 0 0,0 0-1 0 0,0 0 1 0 0,0-1 0 0 0,0 1-1 0 0,0-1 1 0 0,0 0-1 0 0,0 0 1 0 0,0 0 0 0 0,0 0-1 0 0,1-1 1 0 0,-1 1-1 0 0,0-1 1 0 0,1 1 0 0 0,-1-1-1 0 0,-2-2 1 0 0,2 0-18 0 0,0 0 0 0 0,0 0 0 0 0,0-1 0 0 0,1 1 0 0 0,-1-1 0 0 0,1 1 0 0 0,0-1-1 0 0,0 0 1 0 0,1 0 0 0 0,-1 0 0 0 0,1 1 0 0 0,0-1 0 0 0,1-1 0 0 0,-1-8 0 0 0,1 4-37 0 0,1 0 1 0 0,0 1-1 0 0,1-1 0 0 0,0 1 0 0 0,0-1 0 0 0,1 1 0 0 0,0 0 1 0 0,6-11-1 0 0,8-10-539 0 0,2 0 0 0 0,1 2 1 0 0,1 0-1 0 0,1 2 1 0 0,30-29-1 0 0,0 0-3621 0 0,-32 32-308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4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83 112 3392 0 0,'0'0'1106'0'0,"-2"-4"-145"0"0,-6-11-161 0 0,6 11 2436 0 0,-3 6-3021 0 0,2 0-157 0 0,-16 4 215 0 0,17 0-127 0 0,-28 94 453 0 0,29-96-561 0 0,0-3-35 0 0,1 0 1 0 0,-1 1-1 0 0,0-1 1 0 0,1 1-1 0 0,-1-1 0 0 0,1 1 1 0 0,-1-1-1 0 0,1 1 1 0 0,0-1-1 0 0,0 1 1 0 0,0-1-1 0 0,0 4 1 0 0,-1-3 1 0 0,0 3 16 0 0,1 0 11 0 0,0 0-15 0 0,-3 15 165 0 0,8-22-193 0 0,16-6-61 0 0,-13 2 80 0 0,99-222 133 0 0,-105 225-119 0 0,3-10-42 0 0,0 6-10 0 0,0 8 39 0 0,-2 0-6 0 0,-1 0-3 0 0,0-1 1 0 0,-1 1-1 0 0,1-1 0 0 0,0 1 0 0 0,-1 0 0 0 0,1 0 1 0 0,-1-1-1 0 0,1 1 0 0 0,-1 0 0 0 0,0 1 0 0 0,1-1 1 0 0,-1 0-1 0 0,0 0 0 0 0,0 0 0 0 0,0 1 0 0 0,1-1 1 0 0,-1 1-1 0 0,-1-1 0 0 0,1 1 0 0 0,0-1 0 0 0,0 1 0 0 0,-1-1 1 0 0,1 1-1 0 0,0 2 0 0 0,52 123-2156 0 0,-34-83-2353 0 0,-16-37 33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5.0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2252 0 0,'4'3'1477'0'0,"6"4"-1023"0"0,0 0-1 0 0,-1 1 1 0 0,-1 0 0 0 0,1 1-1 0 0,-1 0 1 0 0,-1 0 0 0 0,1 1-1 0 0,-2 0 1 0 0,1 0-1 0 0,-2 1 1 0 0,9 19 0 0 0,2 9-16 0 0,-1 1 0 0 0,9 45 1 0 0,-14-44-430 0 0,-2 0 0 0 0,-2 0 1 0 0,-2 0-1 0 0,-2 68 1 0 0,-3-78-954 0 0,-2-1 0 0 0,-2 1 1 0 0,-1-1-1 0 0,-1 0 0 0 0,-1 0 1 0 0,-24 54-1 0 0,9-37-2945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5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1 3324 0 0,'-4'0'213'0'0,"0"0"0"0"0,0 0 0 0 0,0 0 1 0 0,0 0-1 0 0,0 1 0 0 0,0 0 0 0 0,1-1 0 0 0,-1 2 0 0 0,0-1 0 0 0,0 0 0 0 0,1 1 0 0 0,-1-1 0 0 0,1 1 0 0 0,-6 4 0 0 0,2-2-11 0 0,1 2 0 0 0,0-1 0 0 0,0 1 0 0 0,1-1 0 0 0,0 2 0 0 0,-9 11 0 0 0,5-2-46 0 0,1-1 0 0 0,0 1 0 0 0,1 0 0 0 0,0 0 1 0 0,2 1-1 0 0,-5 20 0 0 0,5-10-60 0 0,1 0 0 0 0,1 1 0 0 0,2-1 0 0 0,1 1 0 0 0,1 0 0 0 0,1-1 0 0 0,1 1 0 0 0,1-1 0 0 0,2 0 0 0 0,17 49 0 0 0,-15-55-275 0 0,1-1-1 0 0,1 0 1 0 0,0-1-1 0 0,2 0 1 0 0,0-1-1 0 0,1 0 1 0 0,1-1-1 0 0,1 0 1 0 0,0-1 0 0 0,1-1-1 0 0,1 0 1 0 0,0-2-1 0 0,1 0 1 0 0,20 12-1 0 0,-13-12-1586 0 0,39 16-1 0 0,-16-12-2051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6.4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49 1924 0 0,'0'0'1024'0'0,"1"3"-110"0"0,0-2-756 0 0,-1 1 1 0 0,1-1-1 0 0,-1 0 1 0 0,0 1-1 0 0,1-1 1 0 0,-1 0-1 0 0,0 1 1 0 0,0-1 0 0 0,0 0-1 0 0,0 1 1 0 0,0-1-1 0 0,0 0 1 0 0,0 1-1 0 0,0-1 1 0 0,-1 1-1 0 0,1-1 1 0 0,0 0-1 0 0,-1 0 1 0 0,1 1 0 0 0,-1-1-1 0 0,1 0 1 0 0,-1 0-1 0 0,-1 2 1 0 0,0 0 979 0 0,-1-1-829 0 0,3-2-274 0 0,0 1 0 0 0,-1-1 0 0 0,1 1 0 0 0,0-1 0 0 0,-1 1 1 0 0,1-1-1 0 0,-1 0 0 0 0,1 1 0 0 0,-1-1 0 0 0,1 0 0 0 0,-1 1 1 0 0,1-1-1 0 0,-1 0 0 0 0,1 0 0 0 0,-1 1 0 0 0,1-1 0 0 0,-1 0 1 0 0,1 0-1 0 0,-1 0 0 0 0,1 0 0 0 0,-1 0 0 0 0,1 0 0 0 0,-1 0 1 0 0,0 0-1 0 0,1 0 0 0 0,-1 0 0 0 0,1 0 0 0 0,-1 0 1 0 0,1 0-1 0 0,-1 0 0 0 0,1-1 0 0 0,-1 1 0 0 0,1 0 0 0 0,-1 0 1 0 0,1-1-1 0 0,-1 1 0 0 0,1 0 0 0 0,-1-1 0 0 0,1 1 0 0 0,-1 0 1 0 0,1-1-1 0 0,0 1 0 0 0,-1-1 0 0 0,1 1 0 0 0,0-1 0 0 0,-1 1 1 0 0,1 0-1 0 0,0-1 0 0 0,0 1 0 0 0,-1-1 0 0 0,1 0 0 0 0,0 1 1 0 0,0-1-1 0 0,0 1 0 0 0,0-1 0 0 0,0 1 0 0 0,-1-1 1 0 0,1 1-1 0 0,0-1 0 0 0,0 1 0 0 0,1-1 0 0 0,-1 0 0 0 0,0 1 1 0 0,0-1-1 0 0,0-1-40 0 0,1 0 0 0 0,0 0 0 0 0,-1 0 0 0 0,1 0 0 0 0,0 0 0 0 0,0 0 0 0 0,0 0 0 0 0,0 1 0 0 0,1-1 0 0 0,-1 0 0 0 0,0 1 0 0 0,1-1 1 0 0,-1 1-1 0 0,1-1 0 0 0,2-1 0 0 0,9-13-30 0 0,-9 12 46 0 0,11-10-73 0 0,-11 11-120 0 0,0 0 123 0 0,-1 1 42 0 0,1 1-1 0 0,-1 0 1 0 0,1-1 0 0 0,-1 1 0 0 0,1 0 0 0 0,-1 1 0 0 0,1-1 0 0 0,0 1 0 0 0,-1-1 0 0 0,1 1-1 0 0,3 1 1 0 0,-1-1-16 0 0,-3 3 10 0 0,-1-1 21 0 0,0 0 0 0 0,0 0 1 0 0,-1 0-1 0 0,1 0 0 0 0,0 0 1 0 0,-1 1-1 0 0,1-1 0 0 0,-1 0 1 0 0,0 1-1 0 0,0-1 0 0 0,0 1 1 0 0,0-1-1 0 0,0 1 0 0 0,-1 0 1 0 0,1-1-1 0 0,-1 1 0 0 0,0 0 1 0 0,0 0-1 0 0,0-1 0 0 0,0 1 1 0 0,0 4-1 0 0,-7 22 52 0 0,-12 39 0 0 0,-39 77-52 0 0,57-140 43 0 0,-1-1 20 0 0,1 0 10 0 0,0 0 1 0 0,0 0-1 0 0,0 0 0 0 0,0 1 1 0 0,1-1-1 0 0,0 0 0 0 0,0 0 1 0 0,1 7-1 0 0,-1-7-12 0 0,8-4-17 0 0,0 1-30 0 0,-5-1-7 0 0,0 0 1 0 0,1 0-1 0 0,-1 0 1 0 0,0 0-1 0 0,1 0 1 0 0,-1-1-1 0 0,0 0 1 0 0,0 1 0 0 0,4-2-1 0 0,297-100-922 0 0,-73 21-2480 0 0,-116 50-164 0 0,-59 17-229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7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0 187 3488 0 0,'0'0'3675'0'0,"4"-2"-3203"0"0,10-2-318 0 0,1 1-1 0 0,-1 0 0 0 0,1 1 1 0 0,0 0-1 0 0,0 2 0 0 0,29 1 0 0 0,9-1 126 0 0,1389-18 1602 0 0,-1136 17-1736 0 0,-79 0-209 0 0,596-11 693 0 0,-7-67-2976 0 0,-778 73 667 0 0,0-2 0 0 0,61-23-1 0 0,-61 15-2469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8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41 4152 0 0,'0'0'2143'0'0,"-2"-5"-1415"0"0,-5-12-162 0 0,5 12-93 0 0,2 5-452 0 0,0 1 0 0 0,-1-1-1 0 0,1 0 1 0 0,-1 0 0 0 0,1 0-1 0 0,0 0 1 0 0,-1 0 0 0 0,1-1 0 0 0,0 1-1 0 0,-1 0 1 0 0,1 0 0 0 0,-1 0-1 0 0,1 0 1 0 0,0 0 0 0 0,-1 0 0 0 0,1-1-1 0 0,0 1 1 0 0,-1 0 0 0 0,1 0-1 0 0,0-1 1 0 0,0 1 0 0 0,-1 0 0 0 0,1 0-1 0 0,0-1 1 0 0,0 1 0 0 0,-1-1-1 0 0,0 0 16 0 0,1 1-1 0 0,-1-1 0 0 0,1 1 0 0 0,-1-1 0 0 0,1 1 0 0 0,-1-1 0 0 0,0 1 0 0 0,1-1 0 0 0,-1 1 0 0 0,0-1 0 0 0,1 1 0 0 0,-1 0 0 0 0,0-1 0 0 0,0 1 0 0 0,1 0 0 0 0,-1 0 0 0 0,0 0 0 0 0,0-1 0 0 0,0 1 0 0 0,1 0 0 0 0,-1 0 0 0 0,-1 0 1 0 0,-7 0 101 0 0,0-1 1 0 0,1 1-1 0 0,-1 0 1 0 0,0 1 0 0 0,1 0-1 0 0,-1 0 1 0 0,1 1-1 0 0,0 0 1 0 0,-11 4 0 0 0,12-3-101 0 0,1 0 1 0 0,-1 0 0 0 0,1 0 0 0 0,0 1-1 0 0,0 0 1 0 0,0 1 0 0 0,1-1-1 0 0,0 1 1 0 0,-1 0 0 0 0,2 0 0 0 0,-1 1-1 0 0,1-1 1 0 0,-1 1 0 0 0,1 0 0 0 0,1 0-1 0 0,0 1 1 0 0,-1-1 0 0 0,2 1-1 0 0,-1 0 1 0 0,1-1 0 0 0,0 1 0 0 0,0 0-1 0 0,0 8 1 0 0,1-9-25 0 0,0-5-4 0 0,1 1 0 0 0,0 0 0 0 0,-1 0 1 0 0,1 0-1 0 0,0-1 0 0 0,0 1 0 0 0,0 0 0 0 0,0 0 1 0 0,1 0-1 0 0,-1-1 0 0 0,0 1 0 0 0,1 0 0 0 0,0 2 0 0 0,11 39 26 0 0,-8-35-36 0 0,0-2 1 0 0,-3-3-5 0 0,0 0 1 0 0,0-1-1 0 0,0 1 0 0 0,1 0 0 0 0,-1-1 0 0 0,1 0 0 0 0,-1 1 0 0 0,1-1 0 0 0,0 0 0 0 0,3 3 0 0 0,10 10-110 0 0,49 51-685 0 0,-61-63 666 0 0,-1 2 24 0 0,9 12 29 0 0,-8-13 16 0 0,-6 10-44 0 0,3-11 104 0 0,0 0 1 0 0,-1-1-1 0 0,1 1 0 0 0,-1-1 1 0 0,1 1-1 0 0,-1-1 0 0 0,0 1 0 0 0,0-1 1 0 0,0 1-1 0 0,-1-1 0 0 0,1 0 1 0 0,0 0-1 0 0,-1 1 0 0 0,0-1 1 0 0,1 0-1 0 0,-4 2 0 0 0,-95 78 545 0 0,97-80-454 0 0,0 2 38 0 0,2-2-83 0 0,0-1-19 0 0,0 0 0 0 0,0 0 1 0 0,0 0-1 0 0,0 0 0 0 0,0 0 1 0 0,0 1-1 0 0,0-1 0 0 0,0 0 0 0 0,1 1 1 0 0,-1-1-1 0 0,0 0 0 0 0,0 4 0 0 0,7 19 131 0 0,-6-23-149 0 0,0 0 0 0 0,1 0 0 0 0,-1 0 0 0 0,1 0 0 0 0,-1 0 0 0 0,0-1 0 0 0,1 1 0 0 0,-1 0 0 0 0,1 0 1 0 0,0 0-1 0 0,-1-1 0 0 0,1 1 0 0 0,0 0 0 0 0,-1-1 0 0 0,1 1 0 0 0,0 0 0 0 0,0-1 0 0 0,0 1 0 0 0,-1-1 0 0 0,1 0 0 0 0,0 1 0 0 0,0-1 0 0 0,1 1 0 0 0,-1-1 6 0 0,6 4-5 0 0,0 0 0 0 0,0 0 0 0 0,0-1 0 0 0,1 0 0 0 0,-1-1 0 0 0,1 0 0 0 0,0 0 0 0 0,12 1 0 0 0,-12-1-12 0 0,26 4-430 0 0,0-2 1 0 0,0-1-1 0 0,1-2 1 0 0,47-4-1 0 0,-41-2-2208 0 0,58-13-1 0 0,-58 7-1554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8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17 3412 0 0,'0'0'1152'0'0,"-1"-3"-243"0"0,-5-11 205 0 0,5 25 1038 0 0,1-3-1821 0 0,1 0 0 0 0,1 0 1 0 0,0 0-1 0 0,3 8 0 0 0,0-5-257 0 0,1-1-1 0 0,0 0 1 0 0,1 0 0 0 0,0 0 0 0 0,0-1 0 0 0,1 0-1 0 0,0-1 1 0 0,1 0 0 0 0,0 0 0 0 0,0 0-1 0 0,1-1 1 0 0,0-1 0 0 0,19 10 0 0 0,-25-14-50 0 0,25 2-6 0 0,-23-3-136 0 0,0-2 161 0 0,0-1-5 0 0,1 1 0 0 0,-1-1 0 0 0,0 0 0 0 0,0-1 0 0 0,0 0 0 0 0,0 0 0 0 0,0 0 0 0 0,0 0 0 0 0,-1-1-1 0 0,0 0 1 0 0,0 0 0 0 0,0-1 0 0 0,0 1 0 0 0,-1-1 0 0 0,1 0 0 0 0,-1-1 0 0 0,0 1 0 0 0,-1 0 0 0 0,0-1 0 0 0,1 0 0 0 0,-2 0 0 0 0,3-7 0 0 0,-3 9 128 0 0,3-18 153 0 0,-3 17-260 0 0,0-1 168 0 0,-1 2-122 0 0,4-15-17 0 0,-4 14 345 0 0,-1 12-367 0 0,43 243 15 0 0,-25-160-468 0 0,10 111 1 0 0,-26-176 183 0 0,-5 10-38 0 0,3-31 198 0 0,-10 49-300 0 0,9-48 315 0 0,0 0 1 0 0,-1 0 0 0 0,0 0 0 0 0,0-1-1 0 0,0 1 1 0 0,-1-1 0 0 0,1 1-1 0 0,-1-1 1 0 0,0 0 0 0 0,-4 4-1 0 0,4-5 90 0 0,-2-1 58 0 0,-2-1-49 0 0,1 0 0 0 0,-1-1 0 0 0,0 1 0 0 0,1-1 1 0 0,-1-1-1 0 0,0 1 0 0 0,1-1 0 0 0,-1 0 0 0 0,1 0 1 0 0,-1-1-1 0 0,-7-3 0 0 0,7 2-11 0 0,0 1 16 0 0,1-1-1 0 0,-1 0 0 0 0,1 0 0 0 0,0 0 1 0 0,0-1-1 0 0,0 0 0 0 0,-8-7 1 0 0,9 7-49 0 0,0-1 1 0 0,1 0 0 0 0,-1 0-1 0 0,1 0 1 0 0,0 0 0 0 0,0-1 0 0 0,0 1-1 0 0,1-1 1 0 0,0 0 0 0 0,0-1 0 0 0,1 1-1 0 0,-1 0 1 0 0,1-1 0 0 0,1 1 0 0 0,-1-1-1 0 0,0-9 1 0 0,5 4-73 0 0,2 2-67 0 0,0 0 0 0 0,1 0 0 0 0,0 1 0 0 0,1-1 0 0 0,0 2 0 0 0,0-1 0 0 0,1 1 0 0 0,17-15 0 0 0,8 2-1046 0 0,1 1-1 0 0,1 2 1 0 0,1 1-1 0 0,39-12 1 0 0,-34 12-1480 0 0,-6 3-1917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8.8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85 3448 0 0,'0'0'1924'0'0,"18"-18"-295"0"0,13 2-977 0 0,4 6-368 0 0,9 0-384 0 0,-14 5-264 0 0,-1 0-288 0 0,-1 1-432 0 0,7-1 143 0 0,-5-2-591 0 0,-2 2-1692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9.3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31 2252 0 0,'0'0'6977'0'0,"-1"4"-6752"0"0,0 1-164 0 0,0 0-1 0 0,1 1 1 0 0,-1-1 0 0 0,1 0-1 0 0,0 0 1 0 0,1 0 0 0 0,-1 1-1 0 0,1-1 1 0 0,0 0-1 0 0,0 0 1 0 0,1 0 0 0 0,-1 0-1 0 0,4 5 1 0 0,-2-3-56 0 0,0 0 1 0 0,0-1 0 0 0,1 1-1 0 0,0-1 1 0 0,1 0-1 0 0,-1 0 1 0 0,1-1-1 0 0,0 0 1 0 0,1 1-1 0 0,-1-2 1 0 0,1 1-1 0 0,0-1 1 0 0,0 1-1 0 0,0-2 1 0 0,1 1-1 0 0,-1-1 1 0 0,1 0 0 0 0,0 0-1 0 0,11 2 1 0 0,3 1 26 0 0,-15-5-11 0 0,1-1 6 0 0,0 0 2 0 0,1-1-1 0 0,0 1 1 0 0,-1-2-1 0 0,1 1 1 0 0,-1-1-1 0 0,0 0 1 0 0,0-1-1 0 0,1 1 1 0 0,-1-1-1 0 0,-1-1 1 0 0,10-5-1 0 0,-10 3 88 0 0,-1 1-1 0 0,1-2 1 0 0,-1 1-1 0 0,0-1 0 0 0,-1 1 1 0 0,1-2-1 0 0,-2 1 1 0 0,1 0-1 0 0,-1-1 1 0 0,0 1-1 0 0,0-1 1 0 0,-1 0-1 0 0,0 0 0 0 0,2-15 1 0 0,-3 18 79 0 0,-1-1 23 0 0,3-18 3 0 0,-3 18 148 0 0,1 1-237 0 0,2-13-24 0 0,-2 13 160 0 0,3 9-233 0 0,8 16-17 0 0,0 0 0 0 0,-2 1-1 0 0,0 1 1 0 0,-1-1 0 0 0,10 39 0 0 0,20 121-124 0 0,-34-149-120 0 0,-1 0 0 0 0,-2 0-1 0 0,-2 0 1 0 0,-4 42-1 0 0,3-58 110 0 0,-2-1 1 0 0,0 0-1 0 0,-1 0 0 0 0,0-1 0 0 0,-1 1 0 0 0,-1-1 0 0 0,0 0 0 0 0,-1 0 0 0 0,-1-1 1 0 0,-15 22-1 0 0,22-33 105 0 0,-1 0 1 0 0,1 0-1 0 0,-1 0 0 0 0,1 0 1 0 0,-1-1-1 0 0,0 1 1 0 0,1-1-1 0 0,-1 1 1 0 0,0-1-1 0 0,0 1 0 0 0,0-1 1 0 0,0 0-1 0 0,0 0 1 0 0,0 0-1 0 0,-1-1 1 0 0,-2 2-1 0 0,-1 0-28 0 0,0 1 76 0 0,-1-1-1 0 0,1 0 1 0 0,-1 0 0 0 0,0-1-1 0 0,0 0 1 0 0,1 0-1 0 0,-1-1 1 0 0,0 0 0 0 0,0 0-1 0 0,0 0 1 0 0,1-1 0 0 0,-1 0-1 0 0,-8-2 1 0 0,7 1 10 0 0,6 2-27 0 0,-1 0 1 0 0,1-1 0 0 0,-1 0-1 0 0,1 0 1 0 0,-1 0 0 0 0,1 0-1 0 0,0 0 1 0 0,-1 0 0 0 0,1-1-1 0 0,0 1 1 0 0,-3-3 0 0 0,-1 0 10 0 0,1 1-7 0 0,1 0 0 0 0,-1-1 0 0 0,0 1-1 0 0,1-1 1 0 0,0 0 0 0 0,0 0 0 0 0,0-1-1 0 0,1 1 1 0 0,-1-1 0 0 0,1 0-1 0 0,0 0 1 0 0,-3-7 0 0 0,2 6-11 0 0,3 4-6 0 0,-1-1 0 0 0,1 1-1 0 0,0-1 1 0 0,0 1-1 0 0,0-1 1 0 0,0 1 0 0 0,0-1-1 0 0,1 0 1 0 0,-1 0-1 0 0,1-3 1 0 0,-3-1 1 0 0,2 4-6 0 0,1 1 0 0 0,-1 0-1 0 0,0-1 1 0 0,1 1 0 0 0,0-1 0 0 0,-1 1-1 0 0,1-1 1 0 0,0 1 0 0 0,0-1-1 0 0,0 1 1 0 0,1-1 0 0 0,0-3-1 0 0,1-7-101 0 0,0 0 0 0 0,1 0 0 0 0,1 1-1 0 0,0-1 1 0 0,1 1 0 0 0,0 0 0 0 0,10-16-1 0 0,8-5-1399 0 0,2 0 1 0 0,44-43-1 0 0,-44 50-1094 0 0,0 0-2116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9.5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69 2492 0 0,'-4'-1'1346'0'0,"-15"-5"-220"0"0,15 5 2146 0 0,4 0-3231 0 0,1-1-1 0 0,0 1 1 0 0,0 0 0 0 0,0-1-1 0 0,0 1 1 0 0,0 0-1 0 0,0 0 1 0 0,0 0 0 0 0,0 0-1 0 0,3-2 1 0 0,5-1 103 0 0,76-4 40 0 0,35-5-1283 0 0,-44-1-2911 0 0,-50 8 148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49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2224 0 0,'0'0'2788'0'0,"5"0"-2064"0"0,1 1-529 0 0,0 0 1 0 0,0 0-1 0 0,0 0 1 0 0,0 1-1 0 0,-1 0 1 0 0,1 0-1 0 0,0 0 1 0 0,-1 1-1 0 0,0 0 1 0 0,0 0-1 0 0,7 5 1 0 0,-2 0 27 0 0,1 1 0 0 0,-2 0 1 0 0,1 1-1 0 0,13 19 1 0 0,-7-5-38 0 0,-1 0 0 0 0,-1 0 0 0 0,-1 2 0 0 0,13 37 1 0 0,-17-38-160 0 0,-2-1 1 0 0,-1 1 0 0 0,-1 1-1 0 0,-2-1 1 0 0,0 1 0 0 0,-1-1-1 0 0,-2 1 1 0 0,-1 0 0 0 0,-6 44-1 0 0,2-48-335 0 0,0 1 0 0 0,-1-1 0 0 0,-2 0 0 0 0,-14 31-1 0 0,12-34-525 0 0,-1 0-1 0 0,-1-1 1 0 0,0 0-1 0 0,-1-1 0 0 0,-17 16 1 0 0,-4 0-2984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50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20 2908 0 0,'0'0'1054'0'0,"-3"-3"39"0"0,-15-13 521 0 0,13 16-1054 0 0,1 1-470 0 0,0 0-1 0 0,0 0 1 0 0,0 0-1 0 0,0 0 1 0 0,1 1-1 0 0,-1 0 0 0 0,0-1 1 0 0,1 2-1 0 0,-1-1 1 0 0,1 0-1 0 0,0 1 1 0 0,0-1-1 0 0,0 1 1 0 0,0 0-1 0 0,0 0 1 0 0,0 0-1 0 0,-2 4 0 0 0,-3 7 34 0 0,1 0-1 0 0,0 0 0 0 0,1 0 0 0 0,0 1 1 0 0,2 0-1 0 0,0 0 0 0 0,0 0 0 0 0,1 1 0 0 0,1-1 1 0 0,1 1-1 0 0,0 28 0 0 0,3-13-56 0 0,0-1 1 0 0,2 0-1 0 0,1 0 0 0 0,2-1 0 0 0,12 35 1 0 0,-11-42-176 0 0,1-2 0 0 0,0 1 0 0 0,2-1 0 0 0,0 0 0 0 0,1-1-1 0 0,1-1 1 0 0,1 0 0 0 0,1-1 0 0 0,27 26 0 0 0,-26-29-660 0 0,1-1-1 0 0,0-1 0 0 0,1-1 0 0 0,0 0 1 0 0,1-1-1 0 0,27 10 0 0 0,4-3-3415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51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 2164 0 0,'0'0'7963'0'0,"2"3"-7932"0"0,1 3-54 0 0,0-1 1 0 0,0 1-1 0 0,-1 0 0 0 0,0 0 1 0 0,0 0-1 0 0,0 0 1 0 0,-1 0-1 0 0,1 0 1 0 0,-2 1-1 0 0,1-1 1 0 0,-1 0-1 0 0,0 1 1 0 0,0-1-1 0 0,0 0 0 0 0,-1 1 1 0 0,0-1-1 0 0,0 0 1 0 0,-1 0-1 0 0,0 0 1 0 0,-4 9-1 0 0,6-14 22 0 0,-15 34-36 0 0,6-21 47 0 0,-12 24 66 0 0,19-34 400 0 0,2 0-346 0 0,-3 18 71 0 0,7-20-150 0 0,6 1-27 0 0,1 0-1 0 0,-1-1 0 0 0,1 0 1 0 0,-1-1-1 0 0,1 0 0 0 0,13-1 1 0 0,78-5-14 0 0,-75 3-12 0 0,275-23-975 0 0,-101 5-4393 0 0,-146 14 995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52.5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46 3200 0 0,'-9'-22'912'0'0,"8"18"-142"0"0,-17-16 917 0 0,13 23-1466 0 0,-16 8-50 0 0,12-2-1 0 0,-1 9-66 0 0,1 2 0 0 0,1-1 0 0 0,1 1 1 0 0,0 0-1 0 0,1 0 0 0 0,2 1 0 0 0,0 0 0 0 0,-1 27 0 0 0,0 28 29 0 0,6 77 0 0 0,21 125 48 0 0,1 49-273 0 0,-22-302-131 0 0,-4 11 122 0 0,3-34 96 0 0,-1 7 24 0 0,-5 25 81 0 0,-5 13-32 0 0,10-44-58 0 0,-6 11 51 0 0,-38 73-245 0 0,43-82 253 0 0,2-5-65 0 0,0 1 0 0 0,0-1 0 0 0,1 1 0 0 0,-1-1 0 0 0,0 0 0 0 0,0 1 0 0 0,0-1 0 0 0,0 1 0 0 0,0-1 0 0 0,-1 1 0 0 0,1-1 0 0 0,0 1 0 0 0,0-1 0 0 0,0 0 0 0 0,0 1 0 0 0,0-1 1 0 0,-1 1-1 0 0,1-1 0 0 0,0 0 0 0 0,0 1 0 0 0,0-1 0 0 0,-1 0 0 0 0,1 1 0 0 0,0-1 0 0 0,-1 1 0 0 0,0-1 2 0 0,1 1 1 0 0,-1 0 0 0 0,1-1-1 0 0,-1 1 1 0 0,1 0 0 0 0,-1 0 0 0 0,1-1-1 0 0,0 1 1 0 0,-1 0 0 0 0,1 0-1 0 0,0 0 1 0 0,0 0 0 0 0,-1-1 0 0 0,1 1-1 0 0,0 0 1 0 0,0 0 0 0 0,0 0 0 0 0,0 0-1 0 0,0 0 1 0 0,0 0 0 0 0,1 1-1 0 0,0 7 11 0 0,1 1 0 0 0,0-1 0 0 0,0 0 0 0 0,1 0 0 0 0,1 0-1 0 0,-1 0 1 0 0,7 10 0 0 0,43 69-14 0 0,-31-54 34 0 0,37 57-44 0 0,-18-28-9 0 0,54 110 1 0 0,-92-166 19 0 0,0 1-1 0 0,0 0 1 0 0,-1 0-1 0 0,0 0 0 0 0,-1 0 1 0 0,1 0-1 0 0,-2 0 1 0 0,1 1-1 0 0,-1-1 1 0 0,0 0-1 0 0,-1 1 1 0 0,0-1-1 0 0,0 0 1 0 0,-1 0-1 0 0,0 0 0 0 0,-3 8 1 0 0,-1 7-22 0 0,-10 21 162 0 0,15-41-137 0 0,-2 5 34 0 0,0 0 0 0 0,0 0 1 0 0,1 0-1 0 0,0 0 0 0 0,1 1 1 0 0,-1-1-1 0 0,2 1 0 0 0,-1-1 1 0 0,1 1-1 0 0,0-1 0 0 0,1 1 1 0 0,0-1-1 0 0,0 0 0 0 0,1 1 1 0 0,0-1-1 0 0,1 0 0 0 0,0 0 1 0 0,0 0-1 0 0,5 9 0 0 0,94 142 205 0 0,-9-17 107 0 0,-78-115-222 0 0,0 1-1 0 0,-2 0 0 0 0,14 43 0 0 0,-12-15 112 0 0,-3 1 0 0 0,-2 0-1 0 0,3 62 1 0 0,-6 173 94 0 0,-6-121-386 0 0,-1-151-333 0 0,1 1-1 0 0,1-1 1 0 0,1 0 0 0 0,1 0-1 0 0,0 0 1 0 0,2 0 0 0 0,8 22-1 0 0,-13-41 151 0 0,0 1 0 0 0,-1-1 0 0 0,1 1-1 0 0,0-1 1 0 0,0 0 0 0 0,0 1 0 0 0,0-1-1 0 0,0 0 1 0 0,0 0 0 0 0,0 0 0 0 0,0 0 0 0 0,1 0-1 0 0,1 1 1 0 0,1 1-771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8:57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22 441 2888 0 0,'-4'2'1128'0'0,"3"0"-703"0"0,-8 5-304 0 0,2-5 3070 0 0,8 3-2882 0 0,6 15-26 0 0,-7-20-276 0 0,0 0 0 0 0,0 1-1 0 0,0-1 1 0 0,1 0 0 0 0,-1 1-1 0 0,0-1 1 0 0,0 0 0 0 0,0 0-1 0 0,0 1 1 0 0,0-1 0 0 0,0 0-1 0 0,1 0 1 0 0,-1 0 0 0 0,0 1-1 0 0,0-1 1 0 0,0 0 0 0 0,0 0-1 0 0,1 0 1 0 0,-1 1 0 0 0,0-1-1 0 0,0 0 1 0 0,1 0 0 0 0,-1 0-1 0 0,0 0 1 0 0,0 0 0 0 0,1 1-1 0 0,-1-1 1 0 0,0 0 0 0 0,0 0-1 0 0,1 0 1 0 0,-1 0 0 0 0,0 0-1 0 0,1 0 1 0 0,-1 0 0 0 0,31 5 123 0 0,0-2 0 0 0,0 0 0 0 0,1-3 0 0 0,35-2 0 0 0,133-22 28 0 0,-148 17-108 0 0,245-47 480 0 0,-96 16-201 0 0,-175 35-330 0 0,0 1 0 0 0,0 1 0 0 0,0 2 0 0 0,1 0 0 0 0,26 6 0 0 0,23 8 39 0 0,94 31 0 0 0,46 10 12 0 0,-187-52-47 0 0,0 0 0 0 0,0-2 0 0 0,0-1 0 0 0,0-1 0 0 0,52-7 0 0 0,-37-2-21 0 0,0-1 0 0 0,69-27 0 0 0,78-46-121 0 0,75-26 228 0 0,-235 101-53 0 0,1 1 0 0 0,-1 2 1 0 0,1 1-1 0 0,0 1 0 0 0,58 3 1 0 0,-60 4 19 0 0,-1 4-40 0 0,42 3-1 0 0,0-2-1 0 0,0-4 1 0 0,1-2-1 0 0,-1-4 1 0 0,93-13-1 0 0,-28-11-64 0 0,175-55-1 0 0,-248 62 48 0 0,2 1-1 0 0,0 4 1 0 0,0 3 0 0 0,1 2-1 0 0,0 4 1 0 0,92 4-1 0 0,35 21 3 0 0,68 3-111 0 0,-187-23 85 0 0,-1-3-1 0 0,1-4 1 0 0,105-21 0 0 0,172-39-361 0 0,-320 61 517 0 0,7 2-38 0 0,13 2-42 0 0,2 1-35 0 0,48 8-1 0 0,108 23 1 0 0,32 4 62 0 0,-78-24-83 0 0,0-7-1 0 0,0-8 1 0 0,-1-6-1 0 0,197-39 1 0 0,-158 25 80 0 0,-133 18-48 0 0,-32 4-42 0 0,1 3 0 0 0,-1 1 0 0 0,1 1 0 0 0,70 18 1 0 0,-63-13 10 0 0,329 56 11 0 0,-266-51-19 0 0,163-1 0 0 0,65-39-68 0 0,-167 10 130 0 0,-39 12-16 0 0,144 14 1 0 0,-82-1-87 0 0,-136-6-86 0 0,539-10 305 0 0,-212-13-132 0 0,-318 22-24 0 0,-1 3 0 0 0,0 2 0 0 0,0 3 1 0 0,63 18-1 0 0,294 66-111 0 0,-339-83 133 0 0,0-3 1 0 0,0-3-1 0 0,106-9 0 0 0,215-59-31 0 0,-257 36-10 0 0,-83 19 15 0 0,95-2-1 0 0,-111 12-8 0 0,0 3 0 0 0,-1 1 0 0 0,67 16 0 0 0,-78-15-68 0 0,1-2 1 0 0,66-1-1 0 0,-80-3 146 0 0,49-2 27 0 0,72-13 158 0 0,-137 14-227 0 0,20-3 42 0 0,-20 3 13 0 0,0 2-44 0 0,17 2-42 0 0,-16-2 0 0 0,-5 4-3 0 0,1 6-45 0 0,0 1 0 0 0,-1-1-1 0 0,-1 0 1 0 0,1 0-1 0 0,-2 0 1 0 0,-2 18 0 0 0,0 3 123 0 0,-1 233 87 0 0,54 474-1 0 0,-44-696-177 0 0,3 0-1 0 0,2-1 1 0 0,28 73-1 0 0,-37-110 9 0 0,0 0-11 0 0,5 17 19 0 0,-5-17 5 0 0,-2 2 0 0 0,2 64 82 0 0,-13 123 0 0 0,-1 7-14 0 0,12-148-78 0 0,2 0-1 0 0,3 0 0 0 0,1-1 0 0 0,3 0 1 0 0,2 0-1 0 0,3-1 0 0 0,1-1 0 0 0,3 0 1 0 0,30 58-1 0 0,-26-56-26 0 0,-9-6 19 0 0,-12-40 3 0 0,-1 0-5 0 0,-3 147 58 0 0,-7-33 2 0 0,5 1 0 0 0,17 192 0 0 0,-10-297-52 0 0,2 3-3 0 0,1 2-59 0 0,1-2 99 0 0,0 1-1 0 0,1-1 0 0 0,14 25 0 0 0,-19-40 17 0 0,1-1 8 0 0,7 9 6 0 0,-7-9 1 0 0,-1 0-52 0 0,7 10-3 0 0,-6-9-6 0 0,-3 0-31 0 0,0 31 27 0 0,-7 53 1 0 0,2-37 47 0 0,0 31-318 0 0,11 131 0 0 0,-5-205 243 0 0,0-1 0 0 0,1 1 0 0 0,0-1 0 0 0,4 11 0 0 0,-2-7 9 0 0,-2-7 36 0 0,0 1-5 0 0,1 0 2 0 0,0 1 1 0 0,0-1-1 0 0,0 0 0 0 0,1 0 0 0 0,6 6 0 0 0,-7-9 183 0 0,-5 2-288 0 0,-7 12-37 0 0,6-13 25 0 0,-3 0 3 0 0,-17 6-67 0 0,-2-1 1 0 0,1-1 0 0 0,-1-1 0 0 0,0-1 0 0 0,0-1 0 0 0,-1-1-1 0 0,-47-1 1 0 0,25-5 80 0 0,3-4-2 0 0,-1-3 1 0 0,-69-22 0 0 0,74 18 113 0 0,0 2 0 0 0,-1 2 1 0 0,-1 1-1 0 0,-86-4 0 0 0,73 13 87 0 0,-45 12-110 0 0,-159 39 0 0 0,198-38-223 0 0,9 0 197 0 0,0-3-1 0 0,0-3 1 0 0,-1-1-1 0 0,-90-3 1 0 0,98-10 119 0 0,10-1 15 0 0,27 4-83 0 0,-2 2 1 0 0,1 0-1 0 0,0 0 1 0 0,0 0-1 0 0,-1 2 1 0 0,1-1-1 0 0,0 1 1 0 0,-1 1-1 0 0,-14 2 1 0 0,-1 4-5 0 0,1 1-1 0 0,-1 1 1 0 0,2 1 0 0 0,-1 2 0 0 0,-25 16 0 0 0,18-10-19 0 0,0-2 0 0 0,0-1 0 0 0,-49 15 0 0 0,28-15 9 0 0,45-13-15 0 0,-14-1-35 0 0,-17 1 52 0 0,16-2-8 0 0,0-2 0 0 0,0 0 0 0 0,0-2 0 0 0,1 0 0 0 0,-1-2-1 0 0,-31-12 1 0 0,40 14-36 0 0,-163-51 107 0 0,142 47-95 0 0,-1 2 0 0 0,1 1-1 0 0,-54 0 1 0 0,32 5 74 0 0,-497 21-31 0 0,417-19 142 0 0,1-6 1 0 0,-238-36 0 0 0,330 34-164 0 0,-63 0 0 0 0,-159 24 42 0 0,172-8-40 0 0,56-6-37 0 0,-2-1-27 0 0,-55-2 0 0 0,-104-3 36 0 0,-188 4 46 0 0,269 3-55 0 0,-150 28 1 0 0,192-19 12 0 0,-292 43 72 0 0,305-52-83 0 0,-1-2 0 0 0,0-3 0 0 0,-118-15 0 0 0,113 1 30 0 0,1-2-1 0 0,0-4 0 0 0,2-3 1 0 0,-108-51-1 0 0,143 58 1 0 0,-1 3 0 0 0,0 0 0 0 0,-1 2 0 0 0,0 1 0 0 0,-1 2 0 0 0,0 2 0 0 0,0 1 0 0 0,-1 1 1 0 0,1 2-1 0 0,-53 3 0 0 0,-160 29-156 0 0,-4 0-155 0 0,181-25 183 0 0,-115-6 0 0 0,76-12 39 0 0,1-3 0 0 0,-193-58 0 0 0,236 57 143 0 0,0 3 1 0 0,-1 3-1 0 0,-1 3 1 0 0,0 3-1 0 0,-84 4 1 0 0,-333 52 137 0 0,365-36-295 0 0,1-4 1 0 0,-143-6-1 0 0,192-8 98 0 0,0-3 0 0 0,0-4 0 0 0,1-2 0 0 0,0-3 0 0 0,-77-29 0 0 0,96 26 28 0 0,-1 1 1 0 0,0 3-1 0 0,-1 2 0 0 0,-1 2 0 0 0,1 3 0 0 0,-70-2 1 0 0,4 14-63 0 0,-146 26 0 0 0,-88 5 32 0 0,233-36 3 0 0,-130-19-1 0 0,230 16 71 0 0,1 0 0 0 0,-32-11-1 0 0,42 11-37 0 0,-18-6 204 0 0,1-1 0 0 0,1-2 0 0 0,-1 0 1 0 0,2-2-1 0 0,-22-16 0 0 0,27 17-171 0 0,0 2 0 0 0,-1 0 0 0 0,0 1 0 0 0,0 0 1 0 0,-1 2-1 0 0,-24-8 0 0 0,32 14-51 0 0,-1 0 1 0 0,1 1 0 0 0,0 0-1 0 0,0 1 1 0 0,-1 0 0 0 0,1 1-1 0 0,0 0 1 0 0,0 1 0 0 0,-14 4-1 0 0,-6 3-132 0 0,-54 25 0 0 0,-140 76-2110 0 0,87-39-2270 0 0,77-42 275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18.5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11 100 2440 0 0,'0'-5'1304'0'0,"-5"-84"5044"0"0,5 84-4488 0 0,-1 11-1668 0 0,-1 2-125 0 0,0 28 268 0 0,13 446 893 0 0,-8-154-3419 0 0,-2-302 1155 0 0,-1-21 310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19.5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404 63 2456 0 0,'5'-8'594'0'0,"0"0"0"0"0,1 1 0 0 0,0 0 0 0 0,1 0 0 0 0,0 0 0 0 0,7-6 0 0 0,-10 11-113 0 0,2 1-71 0 0,16-1-46 0 0,-17 2-33 0 0,1 2-45 0 0,-2-2-204 0 0,-2 0-62 0 0,0 0 1 0 0,-1 0-1 0 0,1 0 1 0 0,-1 1 0 0 0,1-1-1 0 0,0 1 1 0 0,-1-1 0 0 0,1 1-1 0 0,-1-1 1 0 0,1 1-1 0 0,-1 0 1 0 0,0 0 0 0 0,1 0-1 0 0,-1-1 1 0 0,0 1 0 0 0,1 1-1 0 0,-1-1 1 0 0,1 1-1 0 0,37 44 153 0 0,-34-39-142 0 0,-2 0 1 0 0,1 1-1 0 0,-1-1 1 0 0,0 0-1 0 0,0 1 1 0 0,-1 0 0 0 0,0-1-1 0 0,0 1 1 0 0,0 9-1 0 0,0-3 33 0 0,0 0-51 0 0,-1 0-1 0 0,0 0 1 0 0,-1 1 0 0 0,0-1-1 0 0,-2 0 1 0 0,1 0 0 0 0,-2 1-1 0 0,0-1 1 0 0,-6 15 0 0 0,-1 0 43 0 0,-1-2 0 0 0,-1 1 0 0 0,-18 28 0 0 0,18-37-52 0 0,0-1 1 0 0,-1 0-1 0 0,-1 0 1 0 0,0-2-1 0 0,-1 1 1 0 0,-1-2-1 0 0,-1 0 1 0 0,0-1-1 0 0,-1-1 1 0 0,0 0-1 0 0,-1-2 1 0 0,0 0-1 0 0,-38 15 1 0 0,47-22-51 0 0,8-3 39 0 0,0 0 0 0 0,-1 0 0 0 0,1 0 0 0 0,0-1 0 0 0,-1 1 0 0 0,1-1 0 0 0,-1 1 0 0 0,1-1 0 0 0,-5 0-1 0 0,-10 0-85 0 0,-51-5-181 0 0,60 3 248 0 0,1 0 1 0 0,-1-1-1 0 0,1 0 1 0 0,0 0-1 0 0,-1-1 1 0 0,2 0-1 0 0,-1 0 0 0 0,0 0 1 0 0,1-1-1 0 0,0 0 1 0 0,0 0-1 0 0,0-1 1 0 0,1 0-1 0 0,0 0 1 0 0,0 0-1 0 0,0-1 1 0 0,1 1-1 0 0,0-1 0 0 0,0 0 1 0 0,1 0-1 0 0,-4-10 1 0 0,1-6 6 0 0,6 18 25 0 0,-1 0 13 0 0,2 0-13 0 0,0 2 5 0 0,0 0-1 0 0,0 0 0 0 0,0 0 0 0 0,0 0 1 0 0,0 0-1 0 0,1 0 0 0 0,-1 0 0 0 0,1 1 1 0 0,0-1-1 0 0,-1 1 0 0 0,1-1 0 0 0,0 1 1 0 0,1 0-1 0 0,-1 0 0 0 0,0 0 0 0 0,1 0 1 0 0,-1 0-1 0 0,1 0 0 0 0,-1 1 0 0 0,1-1 1 0 0,0 1-1 0 0,0 0 0 0 0,0-1 0 0 0,0 1 1 0 0,0 1-1 0 0,3-2 0 0 0,10 2 58 0 0,0 0-1 0 0,0 1 0 0 0,0 1 1 0 0,0 1-1 0 0,0 0 1 0 0,-1 1-1 0 0,1 0 0 0 0,-1 1 1 0 0,20 10-1 0 0,137 79 258 0 0,-105-54-340 0 0,-23-16-6 0 0,1-2 0 0 0,1-1 1 0 0,0-3-1 0 0,71 18 0 0 0,-83-31-609 0 0,-10-5-77 0 0,-14 0 248 0 0,0 0 0 0 0,0-1 0 0 0,0 0 0 0 0,0-1 0 0 0,0 0 0 0 0,0-1 0 0 0,-1 0 0 0 0,15-6 0 0 0,-20 7-61 0 0,-1-1 48 0 0,11-12 62 0 0,-10 12 70 0 0,1-15 75 0 0,-3 14 250 0 0,-1 0 547 0 0,-1-2-191 0 0,-1-18 21 0 0,1 18 907 0 0,-2 2-765 0 0,-2-11 957 0 0,15 12 930 0 0,15-3-2445 0 0,-17 2 79 0 0,1-1-1 0 0,-1 0 1 0 0,0 0-1 0 0,0-1 1 0 0,15-11 0 0 0,-16 8 75 0 0,-1-1 0 0 0,0 1 1 0 0,10-17-1 0 0,-16 22-25 0 0,0-1-25 0 0,5-16-51 0 0,-4 16-108 0 0,-3 0 121 0 0,-1-13 38 0 0,1 13-46 0 0,-1 1 36 0 0,-9-12 4 0 0,9 12 2 0 0,-17-7 31 0 0,15 8-2 0 0,-3 4-9 0 0,-18 3-6 0 0,24-4-55 0 0,-1 0 0 0 0,1 0 0 0 0,0 0 0 0 0,0 0 0 0 0,0 1 0 0 0,-1-1 0 0 0,1 0 0 0 0,0 1 0 0 0,0-1 0 0 0,0 1 1 0 0,0-1-1 0 0,0 1 0 0 0,0 0 0 0 0,0 0 0 0 0,0-1 0 0 0,0 1 0 0 0,0 0 0 0 0,0 0 0 0 0,1 0 0 0 0,-1 0 0 0 0,-1 1 0 0 0,1 0 16 0 0,-5 3 26 0 0,0 0 1 0 0,1 1-1 0 0,0-1 0 0 0,0 1 1 0 0,0 0-1 0 0,1 0 1 0 0,0 0-1 0 0,0 1 1 0 0,0 0-1 0 0,-4 13 1 0 0,3-5 30 0 0,1 0 0 0 0,1 0 0 0 0,-2 27 0 0 0,4-36-63 0 0,1 0 0 0 0,0 1 1 0 0,1-1-1 0 0,0 0 1 0 0,0 0-1 0 0,0 0 0 0 0,1 0 1 0 0,4 12-1 0 0,-4-13-11 0 0,0-1 1 0 0,0 1 0 0 0,0 0 0 0 0,0-1 0 0 0,1 1-1 0 0,0-1 1 0 0,0 0 0 0 0,0 0 0 0 0,1 0 0 0 0,-1-1 0 0 0,1 1 0 0 0,0-1 0 0 0,4 4 0 0 0,-4-4-16 0 0,-2-1-4 0 0,0-1 1 0 0,0 1-1 0 0,0 0 0 0 0,-1-1 1 0 0,2 0-1 0 0,-1 1 0 0 0,0-1 1 0 0,0 0-1 0 0,0 0 0 0 0,0 0 1 0 0,5 1-1 0 0,0 0-40 0 0,-5 0 23 0 0,1-1 0 0 0,0 0 0 0 0,-1 1 0 0 0,1-1-1 0 0,0 0 1 0 0,0-1 0 0 0,0 1 0 0 0,-1 0 0 0 0,1-1 0 0 0,4 1-1 0 0,1-1-43 0 0,-4 1 21 0 0,-1 0 0 0 0,0 0 1 0 0,0 0-1 0 0,1-1 0 0 0,-1 0 1 0 0,1 0-1 0 0,-1 0 0 0 0,0 0 1 0 0,6-1-1 0 0,0 0-64 0 0,8 0-180 0 0,0 0 0 0 0,0-1 0 0 0,-1 0 0 0 0,1-2 0 0 0,-1 0 0 0 0,0-1 0 0 0,0 0 0 0 0,0-2 0 0 0,-1 0 0 0 0,0 0 0 0 0,20-14 0 0 0,-16 7-297 0 0,0 0 1 0 0,0-2-1 0 0,-2 0 0 0 0,0-1 0 0 0,-1 0 0 0 0,0-1 0 0 0,12-22 1 0 0,-12 16-1247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20.1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47 1688 0 0,'-1'-4'803'0'0,"-1"-16"-91"0"0,2 15 439 0 0,-3 2-624 0 0,-10-12 499 0 0,9 17-573 0 0,-6 4-203 0 0,1 1-1 0 0,0 0 1 0 0,0 0 0 0 0,1 1 0 0 0,-1 0 0 0 0,2 1-1 0 0,-1 0 1 0 0,1 0 0 0 0,-11 19 0 0 0,6-7 32 0 0,2-1 0 0 0,0 1 0 0 0,-14 44 0 0 0,11 4 56 0 0,12-64-286 0 0,2 1-21 0 0,1 18-14 0 0,-1-18-4 0 0,1-1 0 0 0,6 13 5 0 0,-6-13 6 0 0,1-3-64 0 0,10 8-102 0 0,-10-7 69 0 0,3-4 10 0 0,-2 1 61 0 0,-1 1-11 0 0,0-1 0 0 0,-1 0 0 0 0,1-1 0 0 0,0 1 1 0 0,0 0-1 0 0,0-1 0 0 0,0 0 0 0 0,0 0 0 0 0,0 0 0 0 0,-1 0 1 0 0,1 0-1 0 0,0 0 0 0 0,-1-1 0 0 0,1 1 0 0 0,-1-1 0 0 0,4-2 1 0 0,2-5 48 0 0,1 0 1 0 0,-2-1-1 0 0,1 0 1 0 0,-1-1-1 0 0,0 0 1 0 0,-1 0 0 0 0,-1 0-1 0 0,0 0 1 0 0,0-1-1 0 0,-1 0 1 0 0,-1 0 0 0 0,0-1-1 0 0,0 1 1 0 0,0-14-1 0 0,5-30 822 0 0,-7 52-398 0 0,0 9-354 0 0,50 350 1392 0 0,-11-91-925 0 0,-13-89-350 0 0,-10-74-49 0 0,7 176 0 0 0,-29-207-117 0 0,3-55-26 0 0,2-13-29 0 0,0 1 0 0 0,0-1 1 0 0,-1 0-1 0 0,1 0 0 0 0,-1 1 1 0 0,1-1-1 0 0,-1 0 0 0 0,0 0 1 0 0,0 0-1 0 0,0 0 0 0 0,0 0 1 0 0,0 0-1 0 0,0 0 0 0 0,-4 3 1 0 0,4-3 1 0 0,0 1 10 0 0,-1 0-17 0 0,1 0 0 0 0,-1-1 0 0 0,0 1 0 0 0,0 0 0 0 0,0-1-1 0 0,0 1 1 0 0,0-1 0 0 0,-1 0 0 0 0,1 0 0 0 0,-1 1 0 0 0,1-2 0 0 0,-1 1 0 0 0,0 0 0 0 0,1 0 0 0 0,-1-1 0 0 0,-5 2 0 0 0,-2-1-15 0 0,1-1 1 0 0,0-1 0 0 0,0 0 0 0 0,0 0 0 0 0,-1 0-1 0 0,1-1 1 0 0,0-1 0 0 0,0 1 0 0 0,0-2 0 0 0,0 1-1 0 0,0-1 1 0 0,1 0 0 0 0,-1-1 0 0 0,1 0 0 0 0,0-1-1 0 0,0 1 1 0 0,0-2 0 0 0,1 1 0 0 0,0-1 0 0 0,-12-12-1 0 0,6 6-124 0 0,2 0 0 0 0,0-1 0 0 0,0-1 0 0 0,1 0 0 0 0,1 0 0 0 0,0-1 0 0 0,1 0 0 0 0,1 0 0 0 0,0-1 0 0 0,1 0 0 0 0,1 0 0 0 0,1 0 0 0 0,-5-31-1 0 0,6 22-126 0 0,2 0-1 0 0,0 0 0 0 0,2 0 0 0 0,1 0 0 0 0,1 0 1 0 0,1 0-1 0 0,1 1 0 0 0,14-42 0 0 0,2 6-1850 0 0,3 1 0 0 0,34-60 0 0 0,-39 85-1358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20.6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1 183 2552 0 0,'9'-19'1094'0'0,"-8"15"-160"0"0,1 3-794 0 0,0 0 0 0 0,-1 0 0 0 0,0 0 0 0 0,1-1 0 0 0,-1 1 0 0 0,0 0 0 0 0,0-1-1 0 0,0 0 1 0 0,2-2 0 0 0,0 1 390 0 0,1 0-78 0 0,-1 0-357 0 0,0 1 0 0 0,1-1 0 0 0,-1 1 0 0 0,1 0-1 0 0,0 0 1 0 0,-1 0 0 0 0,1 0 0 0 0,0 1 0 0 0,0 0 0 0 0,0 0 0 0 0,0 0 0 0 0,0 0 0 0 0,0 0 0 0 0,0 1 0 0 0,1 0 0 0 0,-1 0 0 0 0,0 0 0 0 0,0 0 0 0 0,0 1 0 0 0,0-1 0 0 0,0 1 0 0 0,0 0 0 0 0,0 1 0 0 0,0-1 0 0 0,0 0 0 0 0,5 4 0 0 0,0 0-35 0 0,0 0 0 0 0,0 0 0 0 0,-1 1-1 0 0,1 0 1 0 0,-1 1 0 0 0,-1 0 0 0 0,1 0 0 0 0,-1 1 0 0 0,-1 0 0 0 0,1 0 0 0 0,-1 0-1 0 0,-1 1 1 0 0,6 12 0 0 0,-6-14 16 0 0,-3-3 36 0 0,0 1 27 0 0,6 15 7 0 0,-5-15 170 0 0,-3 0-140 0 0,1 18 12 0 0,-1-17 180 0 0,-2-2-199 0 0,0 0-105 0 0,0-1 0 0 0,0 1-1 0 0,-1-1 1 0 0,0 0 0 0 0,1 0 0 0 0,-1 0 0 0 0,0 0-1 0 0,-4 2 1 0 0,3-2 96 0 0,0-5-118 0 0,-14-3-20 0 0,14 3-19 0 0,2-2-32 0 0,0-3-29 0 0,1 1 0 0 0,-1-1 1 0 0,1 1-1 0 0,1-1 0 0 0,-1 0 0 0 0,1 0 0 0 0,0 1 0 0 0,1-1 0 0 0,-1 0 0 0 0,1 1 0 0 0,4-13 0 0 0,-1 4-204 0 0,1 1-1 0 0,1 0 0 0 0,0-1 0 0 0,13-20 0 0 0,-5 15-395 0 0,0 0 1 0 0,20-18-1 0 0,-4 3-814 0 0,-26 31 1056 0 0,0 0 0 0 0,1 0 0 0 0,-1 0 0 0 0,1 1 0 0 0,0 0 0 0 0,0 0-1 0 0,9-4 1 0 0,-6 3-666 0 0,-4 2-1838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21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61 2180 0 0,'0'0'734'0'0,"1"6"-86"0"0,0 77 2301 0 0,-1-78-2731 0 0,1 0-147 0 0,1 14 16 0 0,-1-14 144 0 0,16 15-26 0 0,-11-22-197 0 0,17-3-6 0 0,-17 4 7 0 0,-2-2 16 0 0,2 0-6 0 0,9-6-43 0 0,10-29 269 0 0,-16 21-265 0 0,-7 13 24 0 0,0-1 27 0 0,3-17 40 0 0,-3 16 13 0 0,-2-3-8 0 0,-1 0 0 0 0,0 0 0 0 0,-3-16 0 0 0,3 22-4 0 0,-2 0 17 0 0,-6-8-4 0 0,7 8 216 0 0,-3 3-167 0 0,3-1-93 0 0,1 1-18 0 0,-1-1-1 0 0,1 1 1 0 0,-1-1 0 0 0,0 1-1 0 0,1 0 1 0 0,-1-1-1 0 0,1 1 1 0 0,-1 0-1 0 0,1 0 1 0 0,-1 0 0 0 0,1 0-1 0 0,-4 1 1 0 0,2 2 33 0 0,-1-1 1 0 0,1 1-1 0 0,0 1 1 0 0,-1-1-1 0 0,2 0 1 0 0,-1 1 0 0 0,0-1-1 0 0,1 1 1 0 0,-1 0-1 0 0,1 0 1 0 0,0 0-1 0 0,1 0 1 0 0,-3 5-1 0 0,1-1 23 0 0,0 1-1 0 0,1-1 0 0 0,0 1 0 0 0,0 0 0 0 0,-1 17 1 0 0,3-15-53 0 0,1 0 1 0 0,0-1 0 0 0,1 1-1 0 0,0 0 1 0 0,1-1 0 0 0,0 1-1 0 0,0-1 1 0 0,1 0 0 0 0,11 19-1 0 0,-13-25-71 0 0,1-1 0 0 0,1 1 0 0 0,-1-1 0 0 0,0 1 0 0 0,1-1 0 0 0,0-1 0 0 0,0 1 0 0 0,0 0 0 0 0,0-1 0 0 0,7 4 0 0 0,-6-4-20 0 0,0 0-57 0 0,0 0 0 0 0,0 0-1 0 0,0-1 1 0 0,1 1 0 0 0,-1-1 0 0 0,0-1 0 0 0,1 1 0 0 0,-1-1 0 0 0,1 0 0 0 0,-1 0 0 0 0,1 0 0 0 0,-1-1 0 0 0,6-1 0 0 0,2-1-145 0 0,0 0 1 0 0,0-2-1 0 0,12-5 1 0 0,-20 8 220 0 0,8-4-222 0 0,0 0 0 0 0,-1-1 0 0 0,0-1-1 0 0,0 0 1 0 0,0 0 0 0 0,-1-2 0 0 0,-1 1 0 0 0,15-17 0 0 0,-18 18 231 0 0,0-1-1 0 0,-1 0 1 0 0,0 0 0 0 0,0 0-1 0 0,-1-1 1 0 0,0 0 0 0 0,-1 0-1 0 0,0 0 1 0 0,-1-1-1 0 0,5-20 1 0 0,-8 26 286 0 0,2-19 613 0 0,-2 19-331 0 0,-6-13-114 0 0,4 14-342 0 0,0 0 535 0 0,-21-6 149 0 0,22 10-747 0 0,0 0-1 0 0,0 1 1 0 0,0-1-1 0 0,1 0 1 0 0,-1 1-1 0 0,0-1 1 0 0,0 1 0 0 0,0-1-1 0 0,1 1 1 0 0,-1-1-1 0 0,0 1 1 0 0,0-1-1 0 0,1 1 1 0 0,-1 0 0 0 0,0 0-1 0 0,1-1 1 0 0,-1 1-1 0 0,1 0 1 0 0,-1 0-1 0 0,1 0 1 0 0,0-1-1 0 0,-1 1 1 0 0,1 0 0 0 0,0 0-1 0 0,-1 1 1 0 0,-4 18 273 0 0,5-19-329 0 0,-1 3 107 0 0,3 1-22 0 0,5 9 13 0 0,0 0-1 0 0,2 0 1 0 0,-1-1-1 0 0,2 0 1 0 0,0-1-1 0 0,0 0 1 0 0,16 14-1 0 0,23 28 81 0 0,-47-51-93 0 0,-1 1 15 0 0,1 1-25 0 0,-1-1 0 0 0,0 1 0 0 0,-1 0 0 0 0,1 0 1 0 0,-1 0-1 0 0,0 8 0 0 0,-1-8 13 0 0,-2-1-20 0 0,-3 2-46 0 0,-1 0 0 0 0,0 0 0 0 0,-1 0 0 0 0,1-1 0 0 0,-1 0 0 0 0,0 0 0 0 0,0-1 0 0 0,-10 3 0 0 0,14-5-230 0 0,-1-1-129 0 0,-17 2-152 0 0,16-2-149 0 0,-13-9-1176 0 0,16 6 825 0 0,1-2-632 0 0,-5-15-1206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21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0 2776 0 0,'0'0'4318'0'0,"-5"1"-4047"0"0,-15 1 5 0 0,15-2-12 0 0,-12 18 382 0 0,12-7-381 0 0,5-10-240 0 0,-1 0-1 0 0,0 0 0 0 0,0-1 1 0 0,1 1-1 0 0,-1 0 0 0 0,0 0 0 0 0,1 0 1 0 0,-1 0-1 0 0,1 0 0 0 0,-1 0 0 0 0,1 0 1 0 0,0 0-1 0 0,-1 0 0 0 0,1 0 1 0 0,0 1-1 0 0,-4 15 67 0 0,3-13-31 0 0,2 0 51 0 0,1 3-43 0 0,0 0-1 0 0,0 0 1 0 0,1 0-1 0 0,0 0 1 0 0,0-1 0 0 0,0 0-1 0 0,1 1 1 0 0,6 7 0 0 0,59 54 467 0 0,-66-66-498 0 0,0 2-7 0 0,9 13 36 0 0,-9-13-30 0 0,-3 0-45 0 0,4 14 0 0 0,-3-14 5 0 0,-2 1 11 0 0,-1 1-48 0 0,0 0 1 0 0,-1 0-1 0 0,0 0 1 0 0,0 0-1 0 0,0-1 1 0 0,0 1-1 0 0,-1-1 1 0 0,0 0-1 0 0,0 0 0 0 0,-1 0 1 0 0,1 0-1 0 0,-1-1 1 0 0,0 0-1 0 0,0 0 1 0 0,0 0-1 0 0,-8 4 1 0 0,10-6-364 0 0,-1-1-199 0 0,1 1 133 0 0,-5 3 507 0 0,0-4-5375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21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3568 0 0,'0'0'4439'0'0,"2"3"-3799"0"0,0 3-448 0 0,0 0 1 0 0,-1 0 0 0 0,0 1-1 0 0,0-1 1 0 0,0 0 0 0 0,-1 1-1 0 0,0-1 1 0 0,0 0-1 0 0,-1 1 1 0 0,-1 9 0 0 0,-1 31 77 0 0,3-36-323 0 0,0 1-1 0 0,1-1 0 0 0,0 0 0 0 0,1 0 0 0 0,0 0 0 0 0,1-1 0 0 0,0 1 1 0 0,1-1-1 0 0,0 1 0 0 0,0-1 0 0 0,11 16 0 0 0,0-11-687 0 0,-11-12 548 0 0,-1-1-561 0 0,2 0-185 0 0,16 3-158 0 0,-16-4-87 0 0,2-1-835 0 0,25-4-1404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22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7 1932 0 0,'-3'3'1214'0'0,"-10"8"-206"0"0,10-8-193 0 0,0 1-114 0 0,-19 37 995 0 0,21-37-1274 0 0,1 1-250 0 0,1-1-118 0 0,-1 0-1 0 0,1-1 1 0 0,-1 1-1 0 0,1 0 1 0 0,1-1 0 0 0,-1 1-1 0 0,0-1 1 0 0,1 1 0 0 0,2 4-1 0 0,-1-5 31 0 0,18 7 67 0 0,5-9-85 0 0,-21-1-22 0 0,0-1 27 0 0,1 0-14 0 0,0-1 0 0 0,0 0 0 0 0,-1 0 0 0 0,1-1-1 0 0,-1 1 1 0 0,1-1 0 0 0,-1 0 0 0 0,0-1 0 0 0,0 1 0 0 0,-1-1 0 0 0,1 0-1 0 0,-1 0 1 0 0,5-5 0 0 0,-7 6 6 0 0,-1 1-57 0 0,0 0 1 0 0,0 1-1 0 0,0-1 0 0 0,0 0 0 0 0,-1 0 1 0 0,1 0-1 0 0,0 1 0 0 0,-1-1 1 0 0,1 0-1 0 0,-1-4 0 0 0,2 2 27 0 0,-6-19-33 0 0,3 18-48 0 0,-1 4 15 0 0,1 0 1 0 0,-1-1 0 0 0,1 1-1 0 0,-1 0 1 0 0,1-1-1 0 0,0 1 1 0 0,0-1-1 0 0,-1 0 1 0 0,1 1 0 0 0,-1-4-1 0 0,-1 1-328 0 0,-3 3-301 0 0,-3 0-102 0 0,-1 0-1 0 0,1 1 1 0 0,-1 0-1 0 0,1 0 0 0 0,-11 2 1 0 0,-8 7-3054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23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48 3864 0 0,'0'0'1230'0'0,"-1"-5"-223"0"0,0 1-751 0 0,0 0 0 0 0,-1 0 1 0 0,1 1-1 0 0,-1-1 1 0 0,0 0-1 0 0,0 1 1 0 0,0-1-1 0 0,0 1 0 0 0,-4-4 1 0 0,3 4 209 0 0,0 4-426 0 0,-1-1-1 0 0,0 1 1 0 0,0 0 0 0 0,1 0-1 0 0,-1 0 1 0 0,0 0 0 0 0,1 1 0 0 0,-1-1-1 0 0,1 1 1 0 0,0 0 0 0 0,-1 0-1 0 0,1 0 1 0 0,0 0 0 0 0,0 1 0 0 0,1 0-1 0 0,-1-1 1 0 0,0 1 0 0 0,1 0 0 0 0,-1 0-1 0 0,1 0 1 0 0,-3 5 0 0 0,0 2 8 0 0,-1 1 1 0 0,1-1 0 0 0,1 0 0 0 0,0 1 0 0 0,-3 15 0 0 0,4-16-13 0 0,2 9-8 0 0,3-9 6 0 0,2 13-16 0 0,5 4-1 0 0,6 5 18 0 0,-10-28-30 0 0,-1-1-1 0 0,-2-1-8 0 0,0 1 0 0 0,1-1 0 0 0,-1 0 1 0 0,1 1-1 0 0,-1-1 0 0 0,1-1 0 0 0,0 1 0 0 0,0 0 1 0 0,0 0-1 0 0,0-1 0 0 0,0 0 0 0 0,0 0 0 0 0,0 0 0 0 0,5 1 1 0 0,-2-2-19 0 0,33-3 1 0 0,-32-1 16 0 0,-3 0 1 0 0,1 2 5 0 0,-1-1 18 0 0,11-10 23 0 0,-11 9 16 0 0,-2 0 6 0 0,4-9 16 0 0,-1 0-1 0 0,-1 0 1 0 0,0-1-1 0 0,2-15 1 0 0,-6 22-38 0 0,0 0-21 0 0,-1-1-73 0 0,0-1 0 0 0,0 0 0 0 0,-1 1 0 0 0,0-1 0 0 0,-1 1 0 0 0,0-1 0 0 0,0 1 1 0 0,-1 0-1 0 0,-6-11 0 0 0,7 16-252 0 0,0 0-91 0 0,2 3 368 0 0,-21-14-1182 0 0,-2 9-4577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23.5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50 1724 0 0,'6'1'1090'0'0,"15"2"-156"0"0,-16-2-128 0 0,0 1-138 0 0,13 7-107 0 0,-13-7-117 0 0,-1 1-48 0 0,28 35 578 0 0,-30-33-790 0 0,0 0-197 0 0,5 14 242 0 0,-5-14 39 0 0,-1 0-100 0 0,3 13-139 0 0,-2-13 357 0 0,-2 0-157 0 0,3 16-17 0 0,-3-16 659 0 0,-1-3-837 0 0,1-1 0 0 0,-1 1-1 0 0,1 0 1 0 0,-1-1 0 0 0,1 1-1 0 0,0 0 1 0 0,0 0 0 0 0,0-1-1 0 0,0 1 1 0 0,0 0 0 0 0,0 3-1 0 0,0-4 3 0 0,0 3 1214 0 0,-5-3-1112 0 0,-15 0-24 0 0,15-1-22 0 0,-8-18 76 0 0,11 16-159 0 0,0 0 1 0 0,0 0 0 0 0,0-1-1 0 0,0 1 1 0 0,1-1-1 0 0,-1 1 1 0 0,1-1 0 0 0,0 1-1 0 0,-2-5 1 0 0,2 1-4 0 0,-1 1 0 0 0,2-1 0 0 0,-1 0 0 0 0,0 1 0 0 0,1-1 0 0 0,0 0 0 0 0,0 1 0 0 0,1-1 0 0 0,0 0 0 0 0,0 1 0 0 0,0-1 0 0 0,0 1 0 0 0,1-1 0 0 0,0 1 1 0 0,0 0-1 0 0,1 0 0 0 0,-1-1 0 0 0,1 2 0 0 0,0-1 0 0 0,1 0 0 0 0,-1 1 0 0 0,1-1 0 0 0,0 1 0 0 0,0 0 0 0 0,0 0 0 0 0,0 1 0 0 0,1-1 0 0 0,9-5 0 0 0,-9 5 7 0 0,-3 2-8 0 0,0 0 1 0 0,0 1-1 0 0,0-1 1 0 0,0 1-1 0 0,0 0 1 0 0,1-1-1 0 0,-1 1 1 0 0,0 0-1 0 0,1 0 1 0 0,4 0-1 0 0,-4-1-3 0 0,4 0 7 0 0,0-1 0 0 0,1 1 0 0 0,-1 0-1 0 0,1 0 1 0 0,0 1 0 0 0,-1 0 0 0 0,1 0 0 0 0,0 1-1 0 0,0 0 1 0 0,-1 0 0 0 0,1 1 0 0 0,10 2 0 0 0,-7 1-1 0 0,0 1 1 0 0,0 1-1 0 0,-1-1 1 0 0,0 2-1 0 0,0-1 1 0 0,-1 1-1 0 0,0 1 1 0 0,0 0-1 0 0,-1 0 1 0 0,11 12 0 0 0,-11-6-136 0 0,0-1 1 0 0,0 1 0 0 0,-2 0-1 0 0,0 1 1 0 0,0-1 0 0 0,-1 1-1 0 0,-1 1 1 0 0,0-1 0 0 0,-2 0-1 0 0,1 1 1 0 0,-1 30 0 0 0,-2-28-559 0 0,-1 0 0 0 0,-1 0 0 0 0,-1 0 0 0 0,0-1 0 0 0,-2 1 0 0 0,0-1 1 0 0,0 0-1 0 0,-2 0 0 0 0,0 0 0 0 0,-11 16 0 0 0,-2-1-3142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27.4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133 120 2848 0 0,'-6'-1'888'0'0,"-30"0"647"0"0,-55-4 4860 0 0,157 13-6076 0 0,124-1-1 0 0,75-19-139 0 0,-122 4-623 0 0,239-46-1 0 0,-351 47-1375 0 0,57-23 0 0 0,-87 30 1720 0 0,0-1 0 0 0,0 1 0 0 0,1-1 0 0 0,-1 1 0 0 0,0-1 0 0 0,0 0 0 0 0,0 1 0 0 0,0-1 0 0 0,0 0 0 0 0,0 0 0 0 0,0 1 0 0 0,-1-1 0 0 0,1 0 0 0 0,1-1 0 0 0,8-4-2743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27.8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4 2088 0 0,'-5'-1'889'0'0,"-16"-1"-116"0"0,16 1 410 0 0,-1 2-704 0 0,-40 10 1594 0 0,42-10-989 0 0,5 5-866 0 0,4 14-36 0 0,-4-14-24 0 0,3-3-30 0 0,4 4-55 0 0,1-1 0 0 0,0 1 0 0 0,0-2 0 0 0,0 1 0 0 0,21 7 0 0 0,19 2 92 0 0,-44-14-124 0 0,27 0-48 0 0,-12 0 15 0 0,0 0-1 0 0,26-4 0 0 0,7-6-45 0 0,-47 9 88 0 0,-12 1-25 0 0,-31 13 40 0 0,32-10-54 0 0,1 0 6 0 0,-4 3 28 0 0,0-1 0 0 0,0 1 1 0 0,1 0-1 0 0,0 1 1 0 0,1 0-1 0 0,0 0 1 0 0,0 0-1 0 0,0 1 1 0 0,1 0-1 0 0,1 0 1 0 0,-7 16-1 0 0,8-17-23 0 0,-1 1 0 0 0,2-1-1 0 0,-1 1 1 0 0,1 0 0 0 0,1 0 0 0 0,-1 0-1 0 0,1 0 1 0 0,1 10 0 0 0,1-13-40 0 0,-1 0 0 0 0,1 0 0 0 0,1-1 0 0 0,-1 1 0 0 0,1 0 0 0 0,0-1 0 0 0,0 1 0 0 0,1-1 0 0 0,0 0 0 0 0,0 0 0 0 0,0 0 1 0 0,0 0-1 0 0,1 0 0 0 0,5 5 0 0 0,-5-6-160 0 0,1 0 1 0 0,0 0 0 0 0,0 0 0 0 0,0-1-1 0 0,0 0 1 0 0,0 0 0 0 0,1 0 0 0 0,-1-1-1 0 0,1 1 1 0 0,0-1 0 0 0,10 2 0 0 0,-1-1-1267 0 0,0-1-1 0 0,28 0 1 0 0,-7-2-2572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1.9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198 187 3444 0 0,'2'-23'1354'0'0,"-2"19"-183"0"0,0-2-238 0 0,0-18-132 0 0,0 18-134 0 0,-1 0-99 0 0,-1-14-90 0 0,1 15 469 0 0,0 0-758 0 0,1 5-166 0 0,0-1 0 0 0,0 0 0 0 0,-1 1 0 0 0,1-1 0 0 0,0 0 0 0 0,0 1 1 0 0,-1-1-1 0 0,1 0 0 0 0,0 1 0 0 0,-1-1 0 0 0,1 0 0 0 0,-1 1 0 0 0,1-1 0 0 0,-1 1 0 0 0,1-1 0 0 0,-1 1 0 0 0,1-1 0 0 0,-1 1 0 0 0,0-1 0 0 0,1 1 0 0 0,-1 0 0 0 0,0-1 0 0 0,0 1 0 0 0,-1 0 2 0 0,1 1-1 0 0,-1 0 1 0 0,1 0-1 0 0,-1-1 1 0 0,1 1-1 0 0,0 0 1 0 0,0 0 0 0 0,-1 1-1 0 0,1-1 1 0 0,0 0-1 0 0,0 0 1 0 0,0 0-1 0 0,0 1 1 0 0,0-1 0 0 0,1 0-1 0 0,-1 1 1 0 0,0-1-1 0 0,1 1 1 0 0,-1 1-1 0 0,-20 39 242 0 0,3 1 0 0 0,-18 64-1 0 0,-18 100-76 0 0,41-155-65 0 0,0 8-260 0 0,12-55 216 0 0,0-1-36 0 0,-2 16 1 0 0,2-15 21 0 0,3-10-65 0 0,13-29-89 0 0,-1-1 0 0 0,14-60 0 0 0,-26 88 83 0 0,23-94 21 0 0,3 1 0 0 0,45-100 0 0 0,-71 194 13 0 0,1 1 0 0 0,0 0-1 0 0,1 0 1 0 0,-1 0 0 0 0,1 0 0 0 0,0 0 0 0 0,0 1-1 0 0,1 0 1 0 0,-1-1 0 0 0,1 2 0 0 0,0-1-1 0 0,8-4 1 0 0,-9 6 52 0 0,3 4-10 0 0,1 1-51 0 0,1 1 1 0 0,-1 0-1 0 0,1 1 0 0 0,-1 0 0 0 0,0 0 1 0 0,-1 1-1 0 0,1 0 0 0 0,-1 0 0 0 0,-1 1 1 0 0,1 0-1 0 0,-1 0 0 0 0,0 1 0 0 0,5 8 1 0 0,10 17 65 0 0,-1 0 1 0 0,-3 1 0 0 0,0 1 0 0 0,22 71 0 0 0,25 147-1496 0 0,-58-216 504 0 0,-5-31 365 0 0,-1 0-91 0 0,1 17-197 0 0,0-17-187 0 0,-3-3-187 0 0,-5 15-2302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2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23 246 3552 0 0,'-4'-3'1099'0'0,"0"1"-727"0"0,-11-8 2550 0 0,25-7-2410 0 0,-2 13-290 0 0,294-50 610 0 0,-1 1-1345 0 0,-224 37-1592 0 0,0-3-1 0 0,94-37 1 0 0,-143 44-537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2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35 2452 0 0,'-2'-4'786'0'0,"1"2"-625"0"0,0 0-1 0 0,0 0 0 0 0,0 0 0 0 0,0 0 1 0 0,-1 0-1 0 0,1 0 0 0 0,-1 1 0 0 0,0-1 1 0 0,1 0-1 0 0,-1 1 0 0 0,0-1 0 0 0,0 1 1 0 0,0 0-1 0 0,0-1 0 0 0,-4-1 1 0 0,2 2 509 0 0,-2 1-363 0 0,0 0-193 0 0,0 0 1 0 0,0 1-1 0 0,0 0 1 0 0,0 0-1 0 0,0 0 0 0 0,1 1 1 0 0,-1-1-1 0 0,0 2 1 0 0,1-1-1 0 0,-1 0 0 0 0,1 1 1 0 0,0 0-1 0 0,-1 1 1 0 0,-4 4-1 0 0,-27 37 709 0 0,31-35-719 0 0,0 1-1 0 0,0-1 1 0 0,1 1 0 0 0,1 0 0 0 0,0 1 0 0 0,0-1-1 0 0,1 1 1 0 0,1 0 0 0 0,0 0 0 0 0,0 0 0 0 0,1 20-1 0 0,1-27-89 0 0,1 0-1 0 0,0 0 0 0 0,0 0 0 0 0,0-1 1 0 0,0 1-1 0 0,1 0 0 0 0,-1-1 0 0 0,1 1 1 0 0,5 7-1 0 0,-5-8-8 0 0,-2-3-10 0 0,1 1 1 0 0,0 0-1 0 0,0-1 0 0 0,0 1 0 0 0,0-1 0 0 0,0 1 0 0 0,1-1 0 0 0,-1 1 0 0 0,0-1 1 0 0,1 0-1 0 0,-1 0 0 0 0,1 1 0 0 0,2 0 0 0 0,1 1-25 0 0,-4-1 7 0 0,1 0 1 0 0,-1-1 0 0 0,1 0 0 0 0,-1 1 0 0 0,1-1 0 0 0,0 0 0 0 0,0 0 0 0 0,-1 0-1 0 0,1 0 1 0 0,0 0 0 0 0,0 0 0 0 0,0-1 0 0 0,3 1 0 0 0,1 1-59 0 0,2 1-98 0 0,-1 0 0 0 0,0-1 1 0 0,1 0-1 0 0,-1-1 0 0 0,1 0 0 0 0,0 0 0 0 0,-1 0 1 0 0,10-1-1 0 0,-10 0 50 0 0,10 0-431 0 0,-1-1 0 0 0,1 0 0 0 0,-1-2 0 0 0,0 0-1 0 0,28-8 1 0 0,-39 9 445 0 0,46-18-2289 0 0,-28 7-151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2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0 2392 0 0,'0'0'2877'0'0,"-6"0"-2343"0"0,-22 0 236 0 0,27 1-722 0 0,-1-1 0 0 0,0 1 0 0 0,1 0 0 0 0,-1 0 0 0 0,0 0 0 0 0,1 0 0 0 0,-1 0 1 0 0,1 0-1 0 0,-1 1 0 0 0,1-1 0 0 0,0 0 0 0 0,-2 3 0 0 0,3-4 21 0 0,-5 4 49 0 0,0-1 0 0 0,1 1 0 0 0,-1 0 0 0 0,1 0 0 0 0,0 1 1 0 0,1-1-1 0 0,-1 1 0 0 0,1 0 0 0 0,0 0 0 0 0,0 0 0 0 0,0 0 0 0 0,1 0 0 0 0,-1 1 0 0 0,1-1 0 0 0,-2 11 0 0 0,0-2 95 0 0,-2 12 142 0 0,5-21-193 0 0,2 1 14 0 0,8 46 61 0 0,-8-48-194 0 0,3 0-4 0 0,-1 0-51 0 0,1 0 0 0 0,0-1 0 0 0,0 1 0 0 0,0-1-1 0 0,0 0 1 0 0,1 0 0 0 0,-1-1 0 0 0,1 1 0 0 0,-1-1 0 0 0,1 0 0 0 0,0 0 0 0 0,0-1 0 0 0,0 1 0 0 0,10 0 0 0 0,-1-1-320 0 0,1-2 1 0 0,-1 0-1 0 0,0 0 1 0 0,-1-2-1 0 0,1 1 1 0 0,0-2-1 0 0,-1 0 1 0 0,1-1-1 0 0,-1 0 1 0 0,14-8-1 0 0,-24 12 114 0 0,21-14-901 0 0,-11 1-95 0 0,5-2-248 0 0,-14 12-1038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3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13 2760 0 0,'0'0'4580'0'0,"-2"5"-4311"0"0,-7 12 8 0 0,6-13-66 0 0,3 2 9 0 0,0 17-30 0 0,0-17-52 0 0,1-1-71 0 0,3 17 197 0 0,12 40 0 0 0,-14-58-230 0 0,2-1-12 0 0,36 20-283 0 0,-35-21 194 0 0,1-2-74 0 0,3 0 52 0 0,0 1 0 0 0,-1-2 0 0 0,1 1 1 0 0,0-1-1 0 0,0-1 0 0 0,-1 1 0 0 0,1-1 0 0 0,-1-1 1 0 0,0 0-1 0 0,1 0 0 0 0,-1 0 0 0 0,0-1 1 0 0,-1-1-1 0 0,1 1 0 0 0,-1-1 0 0 0,10-8 0 0 0,-10 6 143 0 0,1 0 0 0 0,-1 0-1 0 0,0-1 1 0 0,-1 0 0 0 0,0 0 0 0 0,0-1-1 0 0,0 0 1 0 0,3-10 0 0 0,-7 16 115 0 0,3-18 144 0 0,-3 16-256 0 0,0 0 356 0 0,-2 0-218 0 0,4-15-19 0 0,-3 15 1444 0 0,-2 5-1613 0 0,1 0 0 0 0,-1 0 0 0 0,1 1 1 0 0,-1-1-1 0 0,1 0 0 0 0,-1 0 1 0 0,1 0-1 0 0,-1 0 0 0 0,1 1 0 0 0,-1-1 1 0 0,1 0-1 0 0,0 1 0 0 0,-1-1 1 0 0,1 0-1 0 0,-1 1 0 0 0,1-1 0 0 0,0 0 1 0 0,-1 1-1 0 0,1-1 0 0 0,0 1 1 0 0,-1-1-1 0 0,1 1 0 0 0,0-1 0 0 0,0 1 1 0 0,0-1-1 0 0,-1 1 0 0 0,1 0 0 0 0,0-1-1 0 0,0 1 0 0 0,0-1 1 0 0,-1 1-1 0 0,1-1 0 0 0,0 0 1 0 0,0 1-1 0 0,-1-1 0 0 0,1 1 1 0 0,0-1-1 0 0,-1 1 0 0 0,1-1 1 0 0,0 0-1 0 0,-1 1 0 0 0,1-1 1 0 0,-1 0-1 0 0,1 0 1 0 0,0 1-1 0 0,-1-1 0 0 0,1 0 1 0 0,-1 0-1 0 0,1 1 0 0 0,-1-1 1 0 0,1 0-1 0 0,-1 0 0 0 0,0 0 1 0 0,1 6 97 0 0,0 6-30 0 0,0 0 1 0 0,1 0-1 0 0,1 0 0 0 0,0 0 1 0 0,5 18-1 0 0,-2-17-205 0 0,0 1 0 0 0,1-2-1 0 0,0 1 1 0 0,1-1-1 0 0,0 0 1 0 0,1 0 0 0 0,0-1-1 0 0,1 0 1 0 0,0 0-1 0 0,14 11 1 0 0,-20-20-308 0 0,1 0-1 0 0,0 0 1 0 0,0-1 0 0 0,0 1 0 0 0,0-1-1 0 0,0 0 1 0 0,0 0 0 0 0,0 0-1 0 0,0 0 1 0 0,0-1 0 0 0,6 0 0 0 0,-8 0 639 0 0,4 1-2086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3.6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47 2108 0 0,'0'0'983'0'0,"4"-2"-167"0"0,14-6-125 0 0,-14 5-83 0 0,1 3-24 0 0,15-2-116 0 0,-15 1-97 0 0,1 3-65 0 0,2 0-205 0 0,0 1 0 0 0,-1 1 0 0 0,1-1 0 0 0,0 1 0 0 0,-1 1 1 0 0,0-1-1 0 0,0 1 0 0 0,0 1 0 0 0,-1-1 0 0 0,0 1 0 0 0,0 0 1 0 0,0 0-1 0 0,0 1 0 0 0,-1 0 0 0 0,0 0 0 0 0,-1 0 0 0 0,4 8 0 0 0,-6-11-19 0 0,4 22 88 0 0,-5-21 65 0 0,-1 1-54 0 0,0 18 14 0 0,0-18 198 0 0,-2-1-230 0 0,-6 16 150 0 0,8-20-266 0 0,0 0 0 0 0,0 0 0 0 0,-1 0-1 0 0,1 0 1 0 0,0 0 0 0 0,-1 0 0 0 0,1 0 0 0 0,-1-1-1 0 0,1 1 1 0 0,-1 0 0 0 0,1 0 0 0 0,-1-1-1 0 0,0 1 1 0 0,1 0 0 0 0,-1-1 0 0 0,0 1 0 0 0,0-1-1 0 0,1 1 1 0 0,-1 0 0 0 0,0-1 0 0 0,0 0 0 0 0,0 1-1 0 0,0-1 1 0 0,1 0 0 0 0,-1 1 0 0 0,0-1-1 0 0,0 0 1 0 0,0 0 0 0 0,0 0 0 0 0,0 0 0 0 0,0 0-1 0 0,-1 0 1 0 0,-12-6-93 0 0,11 4 111 0 0,1-2 23 0 0,-5-12-18 0 0,5 12-8 0 0,2-2-18 0 0,-1-4-51 0 0,2 0-1 0 0,-1 0 1 0 0,1 0-1 0 0,1 1 0 0 0,0-1 1 0 0,0 0-1 0 0,1 1 0 0 0,4-11 1 0 0,-2 10-168 0 0,0 0 0 0 0,1 0 0 0 0,0 1 1 0 0,1 0-1 0 0,0 0 0 0 0,0 0 0 0 0,1 1 0 0 0,0 0 1 0 0,1 0-1 0 0,16-11 0 0 0,-21 17-146 0 0,4 1 49 0 0,0 0 0 0 0,0 1-1 0 0,0 0 1 0 0,0 0-1 0 0,12 3 1 0 0,-14-2-58 0 0,-2 2-39 0 0,0 1 22 0 0,0 0 0 0 0,0-1-1 0 0,-1 1 1 0 0,1 1 0 0 0,-1-1-1 0 0,0 0 1 0 0,0 1 0 0 0,-1-1 0 0 0,1 1-1 0 0,-1 0 1 0 0,0 0 0 0 0,0 0-1 0 0,1 7 1 0 0,0 11-2420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4.2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214 139 1924 0 0,'2'-3'1362'0'0,"1"-2"-1006"0"0,-1 0 0 0 0,0-1 0 0 0,-1 1 0 0 0,1-1 0 0 0,-1 0 0 0 0,0 1 0 0 0,-1-1 0 0 0,1 0 0 0 0,-1 1 0 0 0,0-1 0 0 0,0 0 0 0 0,-1 0 0 0 0,0 1 0 0 0,0-1 0 0 0,-2-7 0 0 0,1 9-164 0 0,-1 0 20 0 0,1 1-144 0 0,0 1-30 0 0,0 0 0 0 0,1 0 0 0 0,-1 0 0 0 0,0 0 0 0 0,0 0 0 0 0,0 0 0 0 0,0 1-1 0 0,0-1 1 0 0,0 1 0 0 0,-1-1 0 0 0,1 1 0 0 0,0 0 0 0 0,-1 0 0 0 0,1 0 0 0 0,-1 0 0 0 0,1 1 0 0 0,-1-1 0 0 0,0 1 0 0 0,-4-1 0 0 0,3 1-17 0 0,-1 0-3 0 0,1 0 0 0 0,0 0 0 0 0,0 1 0 0 0,-1-1-1 0 0,1 1 1 0 0,0 0 0 0 0,0 0 0 0 0,0 1 0 0 0,0-1-1 0 0,0 1 1 0 0,0 0 0 0 0,0 0 0 0 0,-4 3 0 0 0,-2 4 16 0 0,0 0 1 0 0,0 0-1 0 0,1 1 1 0 0,0 1 0 0 0,1-1-1 0 0,-9 15 1 0 0,10-7 91 0 0,1-1 0 0 0,-7 31 0 0 0,13-43-90 0 0,0 2-14 0 0,-1-3-31 0 0,1-1 17 0 0,0 1 0 0 0,0 0 0 0 0,0 0 1 0 0,0 0-1 0 0,1-1 0 0 0,-1 1 1 0 0,1 0-1 0 0,0 0 0 0 0,0-1 0 0 0,1 1 1 0 0,-1-1-1 0 0,4 6 0 0 0,22 21-182 0 0,-24-27 17 0 0,3-2-4 0 0,16 6-1 0 0,-16-6-38 0 0,1 0 13 0 0,4-1 104 0 0,0-1 0 0 0,0 1 0 0 0,1-2 0 0 0,-1 0 0 0 0,0 0 0 0 0,0-1 0 0 0,18-7 0 0 0,-21 7 90 0 0,-1 0 1 0 0,1-1-1 0 0,-1 0 1 0 0,1-1-1 0 0,-1 1 1 0 0,-1-1-1 0 0,1-1 0 0 0,-1 1 1 0 0,0-1-1 0 0,0 0 1 0 0,0-1-1 0 0,-1 1 1 0 0,0-1-1 0 0,0 0 0 0 0,-1-1 1 0 0,0 1-1 0 0,0-1 1 0 0,3-8-1 0 0,-1-2 85 0 0,-5 14 30 0 0,-1-2-50 0 0,1-16-15 0 0,0 17-1 0 0,-2 1 16 0 0,-1-14-15 0 0,1 14 87 0 0,1 4-142 0 0,-1-1 0 0 0,1 1-1 0 0,-1 0 1 0 0,1 0 0 0 0,0-1 0 0 0,-1 1 0 0 0,1 0 0 0 0,0-1 0 0 0,-1 1 0 0 0,1 0 0 0 0,0-1 0 0 0,-1 1 0 0 0,1-1 0 0 0,0 1 0 0 0,-1 0 0 0 0,1-1 0 0 0,0 1 0 0 0,0-1 0 0 0,0 1 0 0 0,0-1 0 0 0,-1 1 0 0 0,1-1 0 0 0,0 1 0 0 0,0-1 0 0 0,0 0-1 0 0,0 1 8 0 0,0-1 0 0 0,0 1-1 0 0,0-1 1 0 0,0 1-1 0 0,0-1 1 0 0,0 1-1 0 0,0-1 1 0 0,-1 1-1 0 0,1-1 1 0 0,0 1-1 0 0,0 0 1 0 0,0-1-1 0 0,-1 1 1 0 0,1-1-1 0 0,0 1 1 0 0,-1-1-1 0 0,1 1 1 0 0,0 0-1 0 0,-1-1 1 0 0,1 1-1 0 0,-1 0 1 0 0,1 0-1 0 0,0-1 1 0 0,-1 1-1 0 0,0 0 1 0 0,-22 6 161 0 0,18-4-81 0 0,2 2-12 0 0,-3 6-29 0 0,0 0 0 0 0,0 1 0 0 0,1 0 0 0 0,-6 20 0 0 0,10-26-10 0 0,1 1-3 0 0,0 3-45 0 0,0 0-1 0 0,1 0 1 0 0,1-1-1 0 0,-1 1 1 0 0,1 0-1 0 0,0-1 1 0 0,1 0-1 0 0,0 1 1 0 0,9 14-1 0 0,-10-20-73 0 0,0 0-1 0 0,0-1 1 0 0,1 1-1 0 0,0-1 1 0 0,-1 1-1 0 0,1-1 1 0 0,0 0-1 0 0,0 0 1 0 0,0 0-1 0 0,0-1 1 0 0,1 1-1 0 0,-1-1 1 0 0,0 0-1 0 0,1 0 1 0 0,5 1-1 0 0,39 3-1086 0 0,-45-5 1101 0 0,9-1-378 0 0,1-1-1 0 0,-1 0 1 0 0,0 0-1 0 0,0-1 1 0 0,0-1-1 0 0,0 0 1 0 0,0 0-1 0 0,-1-1 1 0 0,12-8-1 0 0,-1 0-1049 0 0,-2 0-1070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5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12 2976 0 0,'0'0'1854'0'0,"-3"-2"-1093"0"0,1 1-611 0 0,0 0 0 0 0,0-1 1 0 0,0 1-1 0 0,-1 1 1 0 0,1-1-1 0 0,0 0 1 0 0,0 0-1 0 0,0 1 1 0 0,-1-1-1 0 0,1 1 1 0 0,0 0-1 0 0,-1 0 1 0 0,1 0-1 0 0,0 0 1 0 0,-1 0-1 0 0,-2 1 1 0 0,0 0 116 0 0,1 2-14 0 0,1 0-179 0 0,-1 0-1 0 0,1 1 1 0 0,-1 0 0 0 0,1 0 0 0 0,0 0 0 0 0,1 0 0 0 0,-1 0-1 0 0,1 1 1 0 0,0-1 0 0 0,0 1 0 0 0,0 0 0 0 0,0-1 0 0 0,1 1-1 0 0,-1 5 1 0 0,0 12 62 0 0,1-13-105 0 0,0-1 0 0 0,1 1 0 0 0,0-1-1 0 0,0 1 1 0 0,1-1 0 0 0,0 1 0 0 0,0-1 0 0 0,1 0 0 0 0,0 1 0 0 0,1-1 0 0 0,0 0 0 0 0,0 0 0 0 0,1-1-1 0 0,-1 1 1 0 0,7 8 0 0 0,-6-12-31 0 0,0 0-1 0 0,0-1 1 0 0,0 1 0 0 0,0-1-1 0 0,0 0 1 0 0,1 0-1 0 0,0 0 1 0 0,-1-1-1 0 0,1 1 1 0 0,0-1 0 0 0,10 2-1 0 0,-15-4-2 0 0,4 2-48 0 0,2-2-8 0 0,1 1 34 0 0,0 0 0 0 0,0-1 0 0 0,0 0-1 0 0,0 0 1 0 0,0-1 0 0 0,0 1 0 0 0,0-2-1 0 0,0 1 1 0 0,0-1 0 0 0,0 0 0 0 0,-1 0-1 0 0,1-1 1 0 0,-1 0 0 0 0,0 0 0 0 0,0-1-1 0 0,0 1 1 0 0,0-1 0 0 0,0-1 0 0 0,-1 1-1 0 0,6-7 1 0 0,18-21-228 0 0,-26 28 218 0 0,-1 1 14 0 0,5-13 38 0 0,-6 12 193 0 0,-1 0-114 0 0,-4-10 359 0 0,-4 27-240 0 0,6-9-98 0 0,3 1-53 0 0,0 16-5 0 0,-1-16 3 0 0,2-1-11 0 0,3 14-22 0 0,-3-14 0 0 0,1 0-12 0 0,4 3-5 0 0,0 0 0 0 0,0-1 0 0 0,1 0 0 0 0,16 10 0 0 0,-21-14-77 0 0,3-2-41 0 0,19 4-21 0 0,-19-4 5 0 0,1-1-52 0 0,3 0 60 0 0,0 0 1 0 0,0-1 0 0 0,0 0 0 0 0,0-1 0 0 0,0 0-1 0 0,-1-1 1 0 0,0 0 0 0 0,1-1 0 0 0,-2 1 0 0 0,1-2-1 0 0,0 1 1 0 0,-1-1 0 0 0,0 0 0 0 0,0-1 0 0 0,-1 0-1 0 0,0 0 1 0 0,7-10 0 0 0,16-24 152 0 0,-27 38 119 0 0,-1-2 45 0 0,5-14-1 0 0,-6 15 396 0 0,0-1-415 0 0,-1 4-239 0 0,3-13 600 0 0,-7 25 322 0 0,3-7-798 0 0,0 3 8 0 0,2 77 829 0 0,19 127 0 0 0,-4-63-384 0 0,-14-118-386 0 0,10 244 670 0 0,-13-247-719 0 0,-1-1-1 0 0,-2 1 1 0 0,0-1-1 0 0,-2 1 1 0 0,-1-1-1 0 0,0-1 1 0 0,-2 0-1 0 0,-14 28 0 0 0,18-44-45 0 0,-1 0 0 0 0,1-1 0 0 0,-1 1 0 0 0,-1-1 0 0 0,0-1 1 0 0,0 1-1 0 0,0-1 0 0 0,-1 0 0 0 0,0-1 0 0 0,0 0 0 0 0,-1 0 0 0 0,1-1 0 0 0,-1 0 0 0 0,-1 0 0 0 0,1-1 0 0 0,-1-1 0 0 0,1 1 0 0 0,-18 2 0 0 0,11-3 0 0 0,0-1 1 0 0,-1-1-1 0 0,1-1 0 0 0,-1 0 1 0 0,1-1-1 0 0,-1 0 1 0 0,1-2-1 0 0,-1 0 0 0 0,1-1 1 0 0,-30-11-1 0 0,31 9-49 0 0,1-1 0 0 0,-1 0 0 0 0,1-1 0 0 0,1 0 0 0 0,0-1-1 0 0,0-1 1 0 0,0 0 0 0 0,1-1 0 0 0,1 0 0 0 0,0-1 0 0 0,-16-23 0 0 0,20 25-123 0 0,0 0 0 0 0,2-1 0 0 0,-1 0 0 0 0,1 0 0 0 0,1 0 0 0 0,0-1 0 0 0,0 0 0 0 0,2 1 0 0 0,-1-1 0 0 0,1 0 0 0 0,1 0 0 0 0,0-1 0 0 0,1 1 0 0 0,0 0 0 0 0,1 0 0 0 0,2-14 0 0 0,2 8-294 0 0,-1 0-1 0 0,2 0 1 0 0,0 0 0 0 0,2 1 0 0 0,0 0 0 0 0,0 1 0 0 0,14-20 0 0 0,0 6-1753 0 0,1 1 1 0 0,45-44-1 0 0,-37 42-1907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7.2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894 315 3132 0 0,'2'-17'438'0'0,"-1"-1"-1"0"0,-1 0 1 0 0,-1 0-1 0 0,0 0 1 0 0,-1 0-1 0 0,-1 0 1 0 0,-1 1-1 0 0,-7-25 1 0 0,8 35-398 0 0,0-1 0 0 0,0 0 0 0 0,0 1 1 0 0,-1 0-1 0 0,0 0 0 0 0,-1 0 0 0 0,0 0 0 0 0,0 1 0 0 0,0 0 1 0 0,0 0-1 0 0,-1 0 0 0 0,0 1 0 0 0,-1-1 0 0 0,1 2 0 0 0,-1-1 1 0 0,0 1-1 0 0,0 0 0 0 0,0 0 0 0 0,-1 1 0 0 0,-11-4 0 0 0,5 4-18 0 0,1 1 1 0 0,-1 1-1 0 0,0 0 0 0 0,0 1 0 0 0,0 1 0 0 0,0 0 0 0 0,0 1 0 0 0,0 0 0 0 0,0 1 0 0 0,1 1 0 0 0,-1 0 0 0 0,-12 6 0 0 0,-24 11 72 0 0,-79 47-1 0 0,95-48-41 0 0,0 1 1 0 0,2 1-1 0 0,0 2 0 0 0,2 2 1 0 0,1 0-1 0 0,1 2 0 0 0,1 1 1 0 0,-30 43-1 0 0,46-56-22 0 0,2 0 0 0 0,0 1-1 0 0,0 1 1 0 0,2-1 0 0 0,0 1 0 0 0,1 0-1 0 0,1 1 1 0 0,-4 22 0 0 0,7-25 30 0 0,1 0-1 0 0,1 0 1 0 0,0 1-1 0 0,1-1 1 0 0,1 0 0 0 0,0-1-1 0 0,1 1 1 0 0,1 0-1 0 0,0-1 1 0 0,13 29 0 0 0,-8-27-28 0 0,0-1 0 0 0,1 0 0 0 0,0 0 0 0 0,2-1 0 0 0,0-1 0 0 0,0 0 1 0 0,1 0-1 0 0,1-1 0 0 0,0-1 0 0 0,1 0 0 0 0,0-1 0 0 0,1-1 0 0 0,0 0 1 0 0,1-2-1 0 0,0 1 0 0 0,0-2 0 0 0,27 8 0 0 0,-26-9-146 0 0,1-1 0 0 0,0-1-1 0 0,0-1 1 0 0,0-1 0 0 0,0 0-1 0 0,0-1 1 0 0,0-2 0 0 0,1 1-1 0 0,-1-2 1 0 0,0-1 0 0 0,0 0-1 0 0,-1-2 1 0 0,1 0 0 0 0,-1 0-1 0 0,0-2 1 0 0,33-17 0 0 0,-46 21-235 0 0,-1-1 0 0 0,1 1 0 0 0,-1-1 0 0 0,0 0 0 0 0,0 0 0 0 0,-1 0 0 0 0,1 0 0 0 0,5-9 0 0 0,-7 10-616 0 0,-4-4-610 0 0,-7-26-1121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9.1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53 482 2448 0 0,'-30'6'2095'0'0,"25"-5"-1608"0"0,-13 3 83 0 0,36-7 311 0 0,37-6-256 0 0,753-168-2224 0 0,-619 127 1270 0 0,-185 49 543 0 0,0-1-68 0 0,43-7 858 0 0,-42 8-721 0 0,-1 8-138 0 0,0-1 0 0 0,1 1 0 0 0,0-1 0 0 0,8 8 0 0 0,-4 1 63 0 0,0-1 1 0 0,12 32-1 0 0,-12-26-73 0 0,22 51 422 0 0,-30-67-399 0 0,1 0-2 0 0,5 12-19 0 0,-5-12 300 0 0,1 3-55 0 0,-3-7-327 0 0,0 1 0 0 0,0 0 1 0 0,0-1-1 0 0,0 1 0 0 0,0-1 0 0 0,0 1 1 0 0,0-1-1 0 0,0 1 0 0 0,1-1 1 0 0,-1 1-1 0 0,0-1 0 0 0,0 1 1 0 0,1-1-1 0 0,-1 0 0 0 0,0 1 1 0 0,1-1-1 0 0,-1 1 0 0 0,0-1 0 0 0,1 1 1 0 0,-1-1-1 0 0,0 0 0 0 0,1 1 1 0 0,-1-1-1 0 0,1 0 0 0 0,-1 0 1 0 0,1 1-1 0 0,-1-1 0 0 0,1 0 0 0 0,0 0 1 0 0,4-6-16 0 0,0 0 0 0 0,0-1 0 0 0,-1 1 1 0 0,0-1-1 0 0,0 0 0 0 0,-1-1 0 0 0,1 1 1 0 0,-2-1-1 0 0,5-15 0 0 0,10-24-265 0 0,17-27-1196 0 0,-32 70 958 0 0,5-4-262 0 0,-6 8 656 0 0,-1-1 0 0 0,0 1 1 0 0,0-1-1 0 0,0 1 0 0 0,0-1 0 0 0,1 1 0 0 0,-1-1 1 0 0,0 1-1 0 0,1-1 0 0 0,-1 1 0 0 0,0-1 1 0 0,0 1-1 0 0,1 0 0 0 0,-1-1 0 0 0,1 1 0 0 0,-1 0 1 0 0,0-1-1 0 0,1 1 0 0 0,-1 0 0 0 0,1 0 0 0 0,-1-1 1 0 0,1 1-1 0 0,-1 0 0 0 0,1 0 0 0 0,-1 0 0 0 0,1 0 1 0 0,-1 0-1 0 0,1-1 0 0 0,-1 1 0 0 0,1 0 0 0 0,-1 0 1 0 0,1 0-1 0 0,-1 0 0 0 0,1 0 0 0 0,-1 1 1 0 0,1-1-1 0 0,0 0 0 0 0,27 5-630 0 0,-25 0 441 0 0,29 53-673 0 0,-20-35 596 0 0,20 30 0 0 0,-29-49 285 0 0,0-1-1 0 0,0 0 0 0 0,0 0 0 0 0,0-1 0 0 0,0 1 1 0 0,1 0-1 0 0,-1-1 0 0 0,1 0 0 0 0,-1 0 1 0 0,1 0-1 0 0,0 0 0 0 0,0-1 0 0 0,0 1 0 0 0,7 0 1 0 0,2 1-266 0 0,0-2 0 0 0,0 0 0 0 0,15-1 0 0 0,-25 0 251 0 0,69-2-446 0 0,-52 0 722 0 0,6-3-18 0 0,-9-1 108 0 0,-7 3 18 0 0,0 0 0 0 0,0 0 0 0 0,-1-2 0 0 0,1 1 0 0 0,-1-1 0 0 0,0 0 0 0 0,0-1 0 0 0,-1 0 0 0 0,0 0 0 0 0,0-1-1 0 0,0 0 1 0 0,-1-1 0 0 0,9-9 0 0 0,-15 14-216 0 0,1 0 0 0 0,0 0-1 0 0,-1 0 1 0 0,0 0-1 0 0,0 0 1 0 0,0-1 0 0 0,0 1-1 0 0,0 0 1 0 0,-1-1 0 0 0,1 1-1 0 0,-1 0 1 0 0,0-1-1 0 0,0 1 1 0 0,-1-5 0 0 0,1-2 85 0 0,-1 5-106 0 0,-1 0 1 0 0,1 0 0 0 0,-1 1-1 0 0,0-1 1 0 0,0 0 0 0 0,0 1-1 0 0,-1-1 1 0 0,-3-3 0 0 0,4 5 62 0 0,-2 0-11 0 0,-12-9-12 0 0,12 9-20 0 0,-1 2 15 0 0,2 0-90 0 0,-1 1 0 0 0,0-1 1 0 0,1 1-1 0 0,-1 0 0 0 0,0 0 0 0 0,1 1 0 0 0,-1-1 1 0 0,0 1-1 0 0,1 0 0 0 0,-1-1 0 0 0,1 2 0 0 0,-1-1 1 0 0,1 0-1 0 0,0 1 0 0 0,-6 3 0 0 0,3-1-16 0 0,1 0 0 0 0,1 0 0 0 0,-1 0 0 0 0,1 1 0 0 0,0 0 1 0 0,0 0-1 0 0,0 0 0 0 0,0 0 0 0 0,1 1 0 0 0,-5 9 0 0 0,0 6-69 0 0,-9 36 0 0 0,17-53 100 0 0,0 2-51 0 0,3 18-101 0 0,-3-18 129 0 0,3-1 41 0 0,0 0-78 0 0,0 0 1 0 0,1-1 0 0 0,0 1 0 0 0,0-1 0 0 0,0 0-1 0 0,1 0 1 0 0,-1 0 0 0 0,1-1 0 0 0,7 5 0 0 0,-9-6-67 0 0,3-1-11 0 0,17 3-2 0 0,-17-3 53 0 0,0-1 40 0 0,40-11 118 0 0,-42 9-86 0 0,-2 2-28 0 0,-1-1 0 0 0,1 0 0 0 0,-1 1 0 0 0,1-1 0 0 0,-1 0-1 0 0,1 0 1 0 0,-1 0 0 0 0,1 0 0 0 0,-1 0 0 0 0,0 0 0 0 0,1 0 0 0 0,1-3-1 0 0,-2 3 2 0 0,3-2 44 0 0,-4 2-38 0 0,0 1 1 0 0,0-1 0 0 0,0 1-1 0 0,0-1 1 0 0,0 1 0 0 0,0-1-1 0 0,1 0 1 0 0,-1 1 0 0 0,0-1-1 0 0,0 1 1 0 0,0-1 0 0 0,1 1-1 0 0,-1-1 1 0 0,0 1 0 0 0,1-1-1 0 0,-1 1 1 0 0,0-1 0 0 0,1 1-1 0 0,-1-1 1 0 0,0 1 0 0 0,1 0-1 0 0,-1-1 1 0 0,2 0 0 0 0,-1 0-9 0 0,0 0 0 0 0,0 0 0 0 0,0 0 1 0 0,0 0-1 0 0,0 0 0 0 0,0 0 1 0 0,0-1-1 0 0,0 1 0 0 0,0 0 0 0 0,-1-1 1 0 0,1 1-1 0 0,0-3 0 0 0,17-76 168 0 0,-18 75-188 0 0,0 11-25 0 0,1 2 45 0 0,0 0 1 0 0,0 1 0 0 0,1-1 0 0 0,0 0 0 0 0,1 1 0 0 0,0-1 0 0 0,0-1-1 0 0,1 1 1 0 0,-1 0 0 0 0,2-1 0 0 0,-1 0 0 0 0,1 0 0 0 0,7 9 0 0 0,-7-12-10 0 0,0 1 1 0 0,0-1-1 0 0,0 0 1 0 0,0-1-1 0 0,0 1 1 0 0,1-1-1 0 0,0 0 1 0 0,0 0-1 0 0,0-1 1 0 0,0 0-1 0 0,0 0 1 0 0,0 0-1 0 0,7 0 1 0 0,-5-1-155 0 0,1-1-1 0 0,-1 0 1 0 0,1 0 0 0 0,-1-1 0 0 0,1 0 0 0 0,-1 0-1 0 0,1-1 1 0 0,-1 0 0 0 0,10-5 0 0 0,-11 4 85 0 0,-1 0 0 0 0,1-1 0 0 0,-1 0 0 0 0,0-1 0 0 0,0 1 0 0 0,-1-1 0 0 0,1 0 0 0 0,-1-1 0 0 0,0 1 0 0 0,0-1 0 0 0,-1 0 0 0 0,0 0 0 0 0,0 0 0 0 0,0-1 0 0 0,-1 0 0 0 0,0 1 0 0 0,0-1 0 0 0,-1 0 0 0 0,0-1 1 0 0,0 1-1 0 0,0 0 0 0 0,0-15 0 0 0,3-26 140 0 0,-2-3 168 0 0,-2 40-169 0 0,-3-32 331 0 0,-3-10-93 0 0,-15-44 310 0 0,18 92-530 0 0,0 1 20 0 0,-5-12-10 0 0,6 12 291 0 0,-20 14-40 0 0,18 7-211 0 0,-1 9 9 0 0,7 42 80 0 0,-1-45-201 0 0,2-1 0 0 0,1 1 0 0 0,0-2 0 0 0,2 1 0 0 0,1 0 0 0 0,0-1 0 0 0,20 34 0 0 0,-21-44-51 0 0,0 1-1 0 0,0-2 1 0 0,1 1-1 0 0,1-1 1 0 0,0-1-1 0 0,0 1 1 0 0,1-1-1 0 0,13 9 1 0 0,-18-14-45 0 0,0-1 0 0 0,1 0 0 0 0,-1 0 0 0 0,1-1 1 0 0,10 4-1 0 0,-9-4-8 0 0,-3 0-123 0 0,1-2 30 0 0,0 0 105 0 0,0 0-1 0 0,0 0 1 0 0,0 0-1 0 0,-1-1 1 0 0,1 0 0 0 0,0 1-1 0 0,0-2 1 0 0,-1 1-1 0 0,1-1 1 0 0,-1 1 0 0 0,1-1-1 0 0,-1 0 1 0 0,0-1-1 0 0,1 1 1 0 0,-1-1 0 0 0,0 0-1 0 0,-1 0 1 0 0,1 0-1 0 0,-1 0 1 0 0,1-1-1 0 0,-1 1 1 0 0,0-1 0 0 0,0 0-1 0 0,0 0 1 0 0,-1 0-1 0 0,1-1 1 0 0,1-5 0 0 0,18-63-810 0 0,-21 68 872 0 0,0 0 38 0 0,2-17 71 0 0,-2 17 213 0 0,0 0-175 0 0,3-15-17 0 0,-4 15 1635 0 0,1 11-1664 0 0,1 17-26 0 0,-1-17-20 0 0,0-1 3 0 0,2 2-16 0 0,-1 1 1 0 0,1 0-1 0 0,1-1 0 0 0,-1 1 0 0 0,1-1 0 0 0,0 0 0 0 0,1-1 0 0 0,0 1 0 0 0,0-1 0 0 0,0 1 0 0 0,1-2 0 0 0,9 9 0 0 0,-12-12-26 0 0,-2-2-2 0 0,-1 0-1 0 0,1 0 1 0 0,-1 0-1 0 0,1 0 1 0 0,0 0-1 0 0,-1 1 1 0 0,1-1-1 0 0,-1 0 1 0 0,1 0 0 0 0,-1 0-1 0 0,1 0 1 0 0,-1 1-1 0 0,1-1 1 0 0,0 0-1 0 0,-1 0 1 0 0,1 1-1 0 0,-1-1 1 0 0,0 1-1 0 0,1-1 1 0 0,-1 0 0 0 0,1 1-1 0 0,-1-1 1 0 0,0 1-1 0 0,1 0 1 0 0,0 0-4 0 0,0 0 0 0 0,-1-1-1 0 0,1 1 1 0 0,0 0 0 0 0,0 0 0 0 0,0 0 0 0 0,0-1 0 0 0,0 1 0 0 0,0 0 0 0 0,0-1 0 0 0,0 1-1 0 0,0-1 1 0 0,0 0 0 0 0,1 1 0 0 0,-1-1 0 0 0,0 0 0 0 0,2 1 0 0 0,48 3-69 0 0,-46-4 21 0 0,0-2 62 0 0,1 2-10 0 0,2-1 5 0 0,23-20-166 0 0,-25 17 154 0 0,-1-1 0 0 0,0 0 0 0 0,0 0 0 0 0,0-1 0 0 0,-1 0 0 0 0,0 0 0 0 0,0 0 0 0 0,0 0 0 0 0,4-11 1 0 0,-4 7 54 0 0,-2 7 122 0 0,-1-3-127 0 0,3-16-38 0 0,-3 17 52 0 0,0 0-64 0 0,3-20-11 0 0,-5 25 17 0 0,0-1-1 0 0,0 0 0 0 0,0 1 1 0 0,0-1-1 0 0,0 1 1 0 0,0-1-1 0 0,0 1 0 0 0,0-1 1 0 0,0 1-1 0 0,0 0 0 0 0,0-1 1 0 0,-1 1-1 0 0,1 0 0 0 0,0 0 1 0 0,0 0-1 0 0,0 0 0 0 0,0 0 1 0 0,-3 0-1 0 0,-9 41-10 0 0,12-36 1 0 0,2-1-35 0 0,0 1-83 0 0,0 0 0 0 0,0 0 0 0 0,0 0 0 0 0,1 0 0 0 0,0-1 0 0 0,0 1 0 0 0,0-1 0 0 0,0 1 0 0 0,1-1 0 0 0,0 0 0 0 0,0 0 0 0 0,0 0 0 0 0,0 0 0 0 0,0 0 0 0 0,1-1 0 0 0,0 0 0 0 0,0 1 0 0 0,0-1 0 0 0,0-1 0 0 0,0 1 0 0 0,1-1 0 0 0,-1 1 0 0 0,1-1 0 0 0,-1 0 0 0 0,1-1 0 0 0,10 3 0 0 0,59 8-2623 0 0,-66-11 638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39.9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222 167 1396 0 0,'-2'-6'331'0'0,"0"-1"0"0"0,0 0-1 0 0,-1 0 1 0 0,0 1 0 0 0,-6-12-1 0 0,6 14 24 0 0,1 3-301 0 0,1 0 1 0 0,-1 0 0 0 0,1 0-1 0 0,-1 0 1 0 0,1 0 0 0 0,-1 0-1 0 0,1 0 1 0 0,0-1 0 0 0,0 1-1 0 0,-1 0 1 0 0,0-2 0 0 0,-1 0 207 0 0,-1 1-44 0 0,-37-12 345 0 0,37 13-451 0 0,4 2-103 0 0,-1-1 0 0 0,1 1-1 0 0,0-1 1 0 0,-1 0 0 0 0,1 1 0 0 0,-1-1-1 0 0,1 0 1 0 0,-1 0 0 0 0,1 1-1 0 0,0-1 1 0 0,-1 0 0 0 0,1 0 0 0 0,-1 0-1 0 0,1 1 1 0 0,-1-1 0 0 0,1 0-1 0 0,-1 0 1 0 0,1 0 0 0 0,-1 0 0 0 0,1 0-1 0 0,-1 0 1 0 0,1 0 0 0 0,-1 0 0 0 0,0 0-1 0 0,0-1 3 0 0,0 1 1 0 0,-1 0-1 0 0,1 0 0 0 0,0 0 0 0 0,0 0 0 0 0,0 0 0 0 0,0 1 0 0 0,0-1 0 0 0,0 0 1 0 0,0 0-1 0 0,0 1 0 0 0,0-1 0 0 0,0 0 0 0 0,0 1 0 0 0,0-1 0 0 0,0 1 0 0 0,0 0 1 0 0,-6 4 44 0 0,0-1 1 0 0,1 1-1 0 0,-1 0 0 0 0,1 1 1 0 0,1 0-1 0 0,-1 0 1 0 0,1 0-1 0 0,0 0 1 0 0,0 1-1 0 0,1 0 1 0 0,0 0-1 0 0,0 0 1 0 0,0 0-1 0 0,1 1 1 0 0,0-1-1 0 0,1 1 1 0 0,-2 9-1 0 0,-5 32 233 0 0,9-44-226 0 0,0 1-1 0 0,12 52 89 0 0,-11-53-142 0 0,0-4-13 0 0,0 1-1 0 0,0 0 1 0 0,0-1-1 0 0,1 1 1 0 0,-1-1-1 0 0,0 1 1 0 0,0-1-1 0 0,1 0 1 0 0,-1 0-1 0 0,3 2 1 0 0,0 1-8 0 0,-4-4 11 0 0,1 0 0 0 0,-1 0 0 0 0,1 0 0 0 0,0 0 0 0 0,-1 0 0 0 0,1 0 0 0 0,-1 0 0 0 0,1 0 0 0 0,0 0 0 0 0,-1 1 0 0 0,1-1 0 0 0,-1 0 0 0 0,1 0 0 0 0,-1 1 0 0 0,1-1 0 0 0,-1 0 0 0 0,1 1 0 0 0,-1-1 0 0 0,1 0 0 0 0,-1 1 0 0 0,1 0 0 0 0,0 0 0 0 0,0-1-1 0 0,0 1 0 0 0,-1 0 1 0 0,1-1-1 0 0,0 1 0 0 0,0-1 1 0 0,0 1-1 0 0,-1-1 0 0 0,1 0 1 0 0,0 1-1 0 0,0-1 0 0 0,0 0 1 0 0,0 0-1 0 0,0 1 0 0 0,0-1 1 0 0,0 0-1 0 0,0 0 0 0 0,0 0 1 0 0,0 0-1 0 0,0 0 0 0 0,1-1 1 0 0,4 1-4 0 0,0 0 0 0 0,-1 0 1 0 0,1-1-1 0 0,0 0 1 0 0,0 0-1 0 0,-1-1 0 0 0,1 1 1 0 0,-1-1-1 0 0,1-1 0 0 0,-1 1 1 0 0,0-1-1 0 0,0 0 1 0 0,0 0-1 0 0,0 0 0 0 0,0-1 1 0 0,-1 1-1 0 0,1-1 0 0 0,-1-1 1 0 0,0 1-1 0 0,0 0 1 0 0,-1-1-1 0 0,4-5 0 0 0,19-29 6 0 0,-24 34 96 0 0,0 1 11 0 0,6-13 17 0 0,0 0 486 0 0,-9 34-425 0 0,0-12-115 0 0,6 17-8 0 0,-3-17-56 0 0,0 1-10 0 0,0-2 31 0 0,8 12 39 0 0,-8-12 57 0 0,2 0-122 0 0,5 2-67 0 0,0-1 0 0 0,1 1 0 0 0,0-1 0 0 0,0-1 0 0 0,12 4-1 0 0,-16-6-39 0 0,1-2-26 0 0,1 1 74 0 0,0-1 1 0 0,0 0-1 0 0,1 0 1 0 0,-1 0-1 0 0,0-1 1 0 0,0-1-1 0 0,0 1 1 0 0,0-1-1 0 0,0-1 1 0 0,0 1-1 0 0,-1-1 1 0 0,1-1-1 0 0,-1 1 1 0 0,0-1-1 0 0,0-1 1 0 0,0 1-1 0 0,-1-1 1 0 0,1 0-1 0 0,6-7 1 0 0,25-35 119 0 0,-34 40-87 0 0,1-1 0 0 0,-1 0 0 0 0,0 0 0 0 0,-1 0 0 0 0,0 0 0 0 0,2-9 0 0 0,-3 9 4 0 0,1 1 1 0 0,4-16-40 0 0,-5 2 91 0 0,4-31 226 0 0,-6 47-95 0 0,1 0 0 0 0,1-17-8 0 0,-1 16 419 0 0,-2 5-497 0 0,-1-1 0 0 0,1 0-1 0 0,0 1 1 0 0,0-1 0 0 0,0 0 0 0 0,0 0-1 0 0,1 0 1 0 0,-1 0 0 0 0,0 0 0 0 0,1-2-1 0 0,-1 4-61 0 0,1 1-1 0 0,0-1 0 0 0,0 0 0 0 0,0 1 0 0 0,0-1 0 0 0,0 1 0 0 0,0-1 0 0 0,0 1 1 0 0,-1-1-1 0 0,1 1 0 0 0,0-1 0 0 0,0 1 0 0 0,0-1 0 0 0,-1 0 0 0 0,1 1 0 0 0,0-1 1 0 0,-1 0-1 0 0,1 1 0 0 0,0-1 0 0 0,-1 0 0 0 0,1 1 0 0 0,-1-1 0 0 0,0 1 0 0 0,-10 12 290 0 0,5 1-226 0 0,1 0 0 0 0,1 1 0 0 0,0-1 1 0 0,1 1-1 0 0,0 0 0 0 0,2 0 0 0 0,-1 0 0 0 0,2 0 0 0 0,0 0 0 0 0,3 19 1 0 0,-2-26-69 0 0,1-1 0 0 0,0 1 1 0 0,0 0-1 0 0,1-1 0 0 0,-1 1 1 0 0,2-1-1 0 0,4 8 0 0 0,-5-9-4 0 0,2 4-116 0 0,1-1 0 0 0,0 0 1 0 0,0 0-1 0 0,1 0 0 0 0,0-1 0 0 0,1 0 0 0 0,-1 0 0 0 0,1-1 1 0 0,12 8-1 0 0,-16-12-242 0 0,0-2-61 0 0,2 1-272 0 0,-1-1 0 0 0,1 0-1 0 0,0 0 1 0 0,0 0 0 0 0,11-1-1 0 0,-12-1-907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0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 2524 0 0,'21'-8'1248'0'0,"-1"2"0"0"0,1 0 0 0 0,25-4 0 0 0,-42 9-894 0 0,2 1-125 0 0,-2 0-157 0 0,0 0 1 0 0,0 0 0 0 0,0 0 0 0 0,0 0-1 0 0,0 1 1 0 0,0-1 0 0 0,0 1 0 0 0,0 0-1 0 0,0 1 1 0 0,0-1 0 0 0,-1 1 0 0 0,1 0-1 0 0,0-1 1 0 0,-1 1 0 0 0,1 1-1 0 0,-1-1 1 0 0,0 1 0 0 0,0-1 0 0 0,0 1-1 0 0,0 0 1 0 0,0 0 0 0 0,-1 0 0 0 0,1 0-1 0 0,-1 1 1 0 0,0-1 0 0 0,0 1 0 0 0,0-1-1 0 0,0 1 1 0 0,-1 0 0 0 0,1 0-1 0 0,-1-1 1 0 0,0 1 0 0 0,1 8 0 0 0,15 90 269 0 0,-11-10-1187 0 0,-6-86 401 0 0,1-1-545 0 0,-2 11 980 0 0,5-6-5356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0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23 2324 0 0,'0'0'984'0'0,"-2"-4"45"0"0,-5-11-154 0 0,5 11 1339 0 0,-3 6-2025 0 0,-15 3-43 0 0,15-3 0 0 0,6-2-141 0 0,-1 1-1 0 0,0 0 0 0 0,0-1 0 0 0,-1 1 0 0 0,1-1 0 0 0,0 1 1 0 0,0 0-1 0 0,0-1 0 0 0,0 1 0 0 0,0 0 0 0 0,-1-1 0 0 0,1 1 0 0 0,0-1 1 0 0,-1 1-1 0 0,1-1 0 0 0,0 1 0 0 0,-1 0 0 0 0,1-1 0 0 0,-1 0 1 0 0,0 2-1 0 0,-9 15-446 0 0,9-9-197 0 0,0 0 0 0 0,0 1 1 0 0,1-1-1 0 0,0 0 0 0 0,1 1 0 0 0,0-1 1 0 0,2 11-1 0 0,-2-15-1764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0.8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27 2900 0 0,'0'0'2565'0'0,"0"-5"-2005"0"0,-3-17 1293 0 0,-3 23-1636 0 0,-16 0 20 0 0,17-1-26 0 0,0 3-7 0 0,-1 3-131 0 0,0-1 1 0 0,0 1-1 0 0,1 1 0 0 0,-1-1 1 0 0,1 1-1 0 0,1 0 1 0 0,-1 0-1 0 0,-3 9 1 0 0,3-3-16 0 0,1 1 1 0 0,1 0 0 0 0,-3 27 0 0 0,6-34-76 0 0,2-2-25 0 0,-2-1 42 0 0,1 0-1 0 0,0 0 1 0 0,0 0-1 0 0,1 0 1 0 0,-1 0-1 0 0,1-1 1 0 0,0 1-1 0 0,0-1 1 0 0,0 1 0 0 0,0-1-1 0 0,1 1 1 0 0,0-1-1 0 0,-1 0 1 0 0,1 0-1 0 0,0 0 1 0 0,4 2-1 0 0,36 12 50 0 0,-39-16-30 0 0,2-1-25 0 0,3 1 37 0 0,0 0 0 0 0,0-1 0 0 0,-1 0 0 0 0,1 0 0 0 0,0-1 0 0 0,-1-1 0 0 0,1 1 0 0 0,-1-1 0 0 0,1-1 0 0 0,-1 0 0 0 0,13-5 0 0 0,10-18 123 0 0,-29 22-135 0 0,0-1-5 0 0,4-17-11 0 0,-5 17 7 0 0,-2-1-28 0 0,-1-2 19 0 0,0 0-1 0 0,0 1 0 0 0,-1 0 1 0 0,0-1-1 0 0,0 1 1 0 0,-1 0-1 0 0,0 1 0 0 0,0-1 1 0 0,-1 1-1 0 0,1 0 1 0 0,-7-7-1 0 0,-40-22-452 0 0,44 31 262 0 0,0 1 0 0 0,0 0 0 0 0,0 0 0 0 0,0 1 0 0 0,-1 0 0 0 0,-9-1-1 0 0,9 1-106 0 0,2 1-602 0 0,-23-2-2535 0 0,23 3-310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1.2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58 2948 0 0,'56'17'3455'0'0,"-51"-14"-2961"0"0,-2-1-89 0 0,34 27 823 0 0,-34-26-1001 0 0,-2-2-205 0 0,-1 1-1 0 0,1-1 0 0 0,-1 1 0 0 0,1-1 0 0 0,0 0 1 0 0,0 1-1 0 0,-1-1 0 0 0,1 0 0 0 0,0 0 0 0 0,0 0 0 0 0,0 0 1 0 0,2 2-1 0 0,-2-2 17 0 0,2 3 106 0 0,7 15 279 0 0,-9-14-351 0 0,3 15-10 0 0,-3-15 56 0 0,-2 0-98 0 0,0-1 31 0 0,0 0 1 0 0,0 0-1 0 0,0 0 1 0 0,0 0 0 0 0,-1 0-1 0 0,0 0 1 0 0,-3 6-1 0 0,2-7 583 0 0,-16-11-404 0 0,16 6-111 0 0,-11-22 207 0 0,12 19-313 0 0,0-1 0 0 0,1 0-1 0 0,-1 0 1 0 0,2 0 0 0 0,-1 1 0 0 0,1-1 0 0 0,-1 0-1 0 0,3-12 1 0 0,0 5-7 0 0,2 0 1 0 0,0 1-1 0 0,6-16 0 0 0,-9 27-6 0 0,-1-1-1 0 0,1 0 1 0 0,0 1-1 0 0,-1-1 1 0 0,1 1-1 0 0,0-1 1 0 0,0 1-1 0 0,0-1 1 0 0,0 1-1 0 0,0 0 1 0 0,1 0-1 0 0,-1-1 1 0 0,0 1-1 0 0,1 0 1 0 0,1-1-1 0 0,2-2 16 0 0,-1 1-12 0 0,0-1 0 0 0,0 1 0 0 0,0-1 0 0 0,1 1 0 0 0,0 1 0 0 0,0-1 0 0 0,-1 1 0 0 0,2-1 0 0 0,-1 1 0 0 0,0 1 0 0 0,6-2 0 0 0,-6 1 9 0 0,4 1-6 0 0,1 0 0 0 0,0 0 0 0 0,-1 0 0 0 0,1 1 0 0 0,0 1 0 0 0,-1-1 0 0 0,1 2 0 0 0,-1-1 0 0 0,1 1-1 0 0,-1 1 1 0 0,0 0 0 0 0,0 0 0 0 0,12 6 0 0 0,-12-4-25 0 0,0 0-1 0 0,-1 0 1 0 0,1 1 0 0 0,-1 0-1 0 0,0 1 1 0 0,-1 0 0 0 0,1 0-1 0 0,-1 0 1 0 0,-1 1 0 0 0,1 0-1 0 0,-2 1 1 0 0,1-1-1 0 0,-1 1 1 0 0,6 13 0 0 0,-7-13-247 0 0,-1 0 0 0 0,0-1 0 0 0,0 1 0 0 0,-1 0 0 0 0,0 1 0 0 0,0-1 0 0 0,-1 0 0 0 0,0 1 0 0 0,-1-1 1 0 0,0 0-1 0 0,-1 1 0 0 0,0-1 0 0 0,0 0 0 0 0,-1 0 0 0 0,-5 17 0 0 0,-7 7-2434 0 0,-5 2-1924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2.4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52 2436 0 0,'0'0'2087'0'0,"5"1"-1250"0"0,16 1-296 0 0,-15-2-6 0 0,-3 4-72 0 0,4 2-303 0 0,-1 0 1 0 0,-1 1-1 0 0,1 0 0 0 0,-1 0 0 0 0,0 1 0 0 0,-1-1 0 0 0,0 1 1 0 0,0 0-1 0 0,0 0 0 0 0,-1 0 0 0 0,-1 1 0 0 0,3 8 0 0 0,-4-12-10 0 0,-1-3-128 0 0,0 0 0 0 0,0 0 1 0 0,0-1-1 0 0,0 1 0 0 0,0 0 1 0 0,0 0-1 0 0,0 0 0 0 0,1-1 1 0 0,-1 1-1 0 0,1 0 0 0 0,-1 0 1 0 0,2 2-1 0 0,-1-3 16 0 0,-1 5 122 0 0,1-1-12 0 0,0 16-10 0 0,-1-16 117 0 0,0 0-75 0 0,0-2-64 0 0,-1 1 0 0 0,0 0 1 0 0,1-1-1 0 0,-1 1 0 0 0,0-1 1 0 0,-1 1-1 0 0,1-1 0 0 0,-1 1 1 0 0,-2 3-1 0 0,2-4 528 0 0,-2-5-524 0 0,1 1-100 0 0,1-1-1 0 0,0 0 0 0 0,-1 1 1 0 0,1-1-1 0 0,0 0 1 0 0,0-1-1 0 0,0 1 1 0 0,0 0-1 0 0,0 0 1 0 0,0-1-1 0 0,1 1 1 0 0,-1-1-1 0 0,1 0 0 0 0,0 1 1 0 0,0-1-1 0 0,0 0 1 0 0,0 0-1 0 0,0 0 1 0 0,0 0-1 0 0,0-5 1 0 0,1-2-7 0 0,0 0 1 0 0,0 0 0 0 0,1 0-1 0 0,0 0 1 0 0,4-16 0 0 0,-4 22-14 0 0,1 0 0 0 0,-1 0 0 0 0,0 1 0 0 0,1-1 0 0 0,0 0 0 0 0,0 0 0 0 0,0 1 0 0 0,0-1 0 0 0,1 1 0 0 0,0 0 0 0 0,-1 0 0 0 0,1 0 1 0 0,0 0-1 0 0,0 0 0 0 0,1 0 0 0 0,6-4 0 0 0,-2 3-26 0 0,0 0 0 0 0,1 1 1 0 0,-1-1-1 0 0,1 2 0 0 0,13-4 0 0 0,-17 5 23 0 0,4 0 5 0 0,0 1 0 0 0,0 0 1 0 0,0 1-1 0 0,0-1 0 0 0,0 2 0 0 0,0-1 0 0 0,0 1 0 0 0,0 1 0 0 0,-1 0 0 0 0,1 0 1 0 0,-1 0-1 0 0,0 1 0 0 0,0 0 0 0 0,8 6 0 0 0,16 19-66 0 0,-29-26 40 0 0,0 1-1 0 0,7 13-3 0 0,-7-13 11 0 0,-2 0-1 0 0,4 13 13 0 0,-4-12 1 0 0,-2-1-30 0 0,-4 16 24 0 0,5-20 11 0 0,0 1-1 0 0,0 0 0 0 0,0-1 0 0 0,-1 1 1 0 0,1 0-1 0 0,0-1 0 0 0,0 1 1 0 0,-1 0-1 0 0,1-1 0 0 0,0 1 1 0 0,-1 0-1 0 0,1-1 0 0 0,0 1 0 0 0,-1-1 1 0 0,1 1-1 0 0,-1 0 0 0 0,1-1 1 0 0,-1 1-1 0 0,0-1 0 0 0,1 0 0 0 0,-1 1 1 0 0,1-1-1 0 0,-1 0 0 0 0,0 1 1 0 0,1-1-1 0 0,-1 0 0 0 0,0 1 1 0 0,1-1-1 0 0,-1 0 0 0 0,0 0 0 0 0,1 0 1 0 0,-1 0-1 0 0,0 0 0 0 0,0 0 1 0 0,1 0-1 0 0,-1 0 0 0 0,0 0 0 0 0,-1 0 1 0 0,0-1 0 0 0,1 0 0 0 0,-1 0 0 0 0,0-1 0 0 0,1 1 0 0 0,-1 0 0 0 0,1-1 0 0 0,-1 1 0 0 0,1-1 0 0 0,-1 0 0 0 0,1 1 0 0 0,0-1 0 0 0,0 0 0 0 0,0 0 1 0 0,0 0-1 0 0,0 0 0 0 0,0 0 0 0 0,1 0 0 0 0,-1-2 0 0 0,-1-1-29 0 0,3 0-7 0 0,-1-2 22 0 0,1 0 0 0 0,0 0 0 0 0,0 0-1 0 0,1 0 1 0 0,0 1 0 0 0,0-1 0 0 0,0 0 0 0 0,1 1-1 0 0,0 0 1 0 0,0 0 0 0 0,1 0 0 0 0,0 0 0 0 0,0 0-1 0 0,0 0 1 0 0,1 1 0 0 0,-1 0 0 0 0,1 0 0 0 0,1 0-1 0 0,-1 1 1 0 0,0 0 0 0 0,1 0 0 0 0,0 0 0 0 0,7-3-1 0 0,51-19-31 0 0,-52 23 53 0 0,26-3-9 0 0,-24 5-1 0 0,4 5 0 0 0,-13-4 6 0 0,1 1 0 0 0,0 0 1 0 0,1 0-1 0 0,-1 1 1 0 0,0-1-1 0 0,0 1 1 0 0,0 1-1 0 0,10 4 1 0 0,5 6-13 0 0,1 8-14 0 0,-16-13 11 0 0,-1-1 0 0 0,-1 1 0 0 0,1 1 1 0 0,-1-1-1 0 0,-1 0 0 0 0,5 15 0 0 0,-7-18 63 0 0,-1 2-96 0 0,-1 6-325 0 0,0 1 0 0 0,-1-1-1 0 0,-7 24 1 0 0,8-34-208 0 0,0-1 418 0 0,0-1-1 0 0,-1 0 0 0 0,1 1 1 0 0,0 0-1 0 0,1-1 1 0 0,-1 1-1 0 0,0 0 0 0 0,0-1 1 0 0,0 4-1 0 0,-1-1-956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3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0 418 2040 0 0,'0'0'2246'0'0,"5"-1"-1820"0"0,12-4-190 0 0,-12 4 661 0 0,0 0-681 0 0,16-3-20 0 0,-16 3-14 0 0,0-1-26 0 0,7-1-58 0 0,-1 0 44 0 0,0 0 0 0 0,0-1 0 0 0,0-1 0 0 0,0 0 1 0 0,0 0-1 0 0,-1-1 0 0 0,16-12 0 0 0,-9 2-25 0 0,-13 11-85 0 0,-1 1 58 0 0,-1 0-41 0 0,5-11-30 0 0,-5 11 37 0 0,-3-1-28 0 0,0-23 191 0 0,-17 16-222 0 0,15 10-4 0 0,-19 9 168 0 0,18-6-24 0 0,1 3 8 0 0,-3 5 37 0 0,0 1 0 0 0,0 0 0 0 0,1 0 0 0 0,-3 12 1 0 0,7-18-82 0 0,1 2-208 0 0,0-2 109 0 0,0 2 40 0 0,0-1-1 0 0,0 0 1 0 0,1 0 0 0 0,-1 0 0 0 0,1 0-1 0 0,0 0 1 0 0,1 0 0 0 0,-1 0 0 0 0,1 0-1 0 0,0 0 1 0 0,0 0 0 0 0,1-1 0 0 0,-1 1-1 0 0,1-1 1 0 0,0 0 0 0 0,0 0 0 0 0,0 0-1 0 0,1 0 1 0 0,5 5 0 0 0,2-3-81 0 0,0-1 0 0 0,0 0 0 0 0,23 6 1 0 0,-30-10-183 0 0,4-1-84 0 0,5-1-10 0 0,1 0 0 0 0,-1-1 0 0 0,0 0 0 0 0,0-1 0 0 0,0-1 0 0 0,-1 0 1 0 0,16-7-1 0 0,-16 4 195 0 0,-1 0 1 0 0,0-1-1 0 0,0 0 0 0 0,0-1 1 0 0,-1 0-1 0 0,0-1 1 0 0,-1 0-1 0 0,0 0 1 0 0,-1-1-1 0 0,0 0 1 0 0,-1-1-1 0 0,0 0 0 0 0,-1 0 1 0 0,0 0-1 0 0,-1-1 1 0 0,0 0-1 0 0,-1 0 1 0 0,4-19-1 0 0,-6 19 168 0 0,1 0 96 0 0,-1 0-1 0 0,0-1 1 0 0,-1-18 0 0 0,-1 26-59 0 0,1-19 716 0 0,-2-1 1 0 0,-8-50-1 0 0,8 72-162 0 0,-18 10-41 0 0,18-5-570 0 0,0-1-1 0 0,0 1 1 0 0,0 0-1 0 0,1-1 1 0 0,-1 1-1 0 0,0 0 1 0 0,0 0-1 0 0,1 0 1 0 0,-1-1-1 0 0,0 1 1 0 0,1 0-1 0 0,-1 0 1 0 0,1 0-1 0 0,-1 0 1 0 0,1 0-1 0 0,0 0 0 0 0,-1 0 1 0 0,1 0-1 0 0,0 0 1 0 0,0 0-1 0 0,-1 2 1 0 0,-4 11 86 0 0,1 0 0 0 0,0 0 1 0 0,1 1-1 0 0,0 0 0 0 0,1 0 0 0 0,1-1 0 0 0,1 1 0 0 0,0 0 1 0 0,3 24-1 0 0,-1-6-31 0 0,1 1-33 0 0,2-7-36 0 0,-1-4-691 0 0,1 0 0 0 0,1-1 0 0 0,16 38 0 0 0,-9-43-1200 0 0,-9-15 1401 0 0,-1 1-1848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3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55 2508 0 0,'0'0'4913'0'0,"14"-20"-4577"0"0,16 12-240 0 0,8 0-428 0 0,7-1-1128 0 0,6 0-1149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3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1744 0 0,'0'0'1044'0'0,"4"1"-171"0"0,2 1-472 0 0,-1-1 0 0 0,1 1 0 0 0,0-1 0 0 0,0-1 0 0 0,10 1 0 0 0,-11-1-33 0 0,19-1 101 0 0,-15 0-353 0 0,1 1 0 0 0,-1 0 1 0 0,0 0-1 0 0,1 1 0 0 0,-1 0 0 0 0,0 1 0 0 0,0 0 1 0 0,0 0-1 0 0,0 1 0 0 0,10 4 0 0 0,-6 1-45 0 0,-1 0 0 0 0,0 0 1 0 0,-1 1-1 0 0,17 16 0 0 0,-26-22-36 0 0,0 1 19 0 0,10 45 79 0 0,-12-43 132 0 0,-2-2-229 0 0,-5 15-101 0 0,7-18 107 0 0,0 0 0 0 0,-1 0 0 0 0,1 0 0 0 0,-1 0 0 0 0,1 0 0 0 0,-1 0 0 0 0,1-1 0 0 0,-1 1 0 0 0,0 0 0 0 0,0 0 0 0 0,1 0 0 0 0,-1 0 0 0 0,0-1 0 0 0,0 1 0 0 0,0 0 0 0 0,0-1 1 0 0,0 1-1 0 0,1-1 0 0 0,-1 1 0 0 0,0-1 0 0 0,0 1 0 0 0,-1-1 0 0 0,1 0 0 0 0,0 1 0 0 0,0-1 0 0 0,-1 0 0 0 0,-18-4-11 0 0,15 3 23 0 0,5-4-20 0 0,-3-14-15 0 0,3 15-9 0 0,2-2-26 0 0,0-1-2 0 0,1 0 0 0 0,0 0 0 0 0,1 1 0 0 0,0-1 0 0 0,0 1 1 0 0,0 0-1 0 0,1 0 0 0 0,0 0 0 0 0,0 0 0 0 0,0 1 0 0 0,1 0 0 0 0,11-8 0 0 0,-4 5-3 0 0,0 0 0 0 0,0 1-1 0 0,1 0 1 0 0,0 1 0 0 0,0 0 0 0 0,16-3 0 0 0,-15 5 25 0 0,-3 0 10 0 0,0 1-1 0 0,1 1 1 0 0,17-2-1 0 0,-18 3 23 0 0,1 1 0 0 0,-1 0 0 0 0,0 1 0 0 0,0 0 0 0 0,1 1 0 0 0,-1 0 0 0 0,0 1-1 0 0,0 1 1 0 0,-1 0 0 0 0,1 0 0 0 0,-1 1 0 0 0,14 9 0 0 0,-23-14-32 0 0,0 1-1 0 0,-1 0 1 0 0,1 0 0 0 0,-1-1 0 0 0,1 1-1 0 0,-1 1 1 0 0,1-1 0 0 0,-1 0-1 0 0,1 0 1 0 0,-1 0 0 0 0,0 1 0 0 0,0-1-1 0 0,0 1 1 0 0,0-1 0 0 0,0 1-1 0 0,0-1 1 0 0,1 4 0 0 0,1 1 42 0 0,15 32-35 0 0,-18-33-13 0 0,1 0-8 0 0,-1 1-9 0 0,-6 50-101 0 0,5-51 10 0 0,-1 0-27 0 0,-6 16-34 0 0,6-16-12 0 0,0-1-35 0 0,-5 11-67 0 0,5-11-90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4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8 2112 0 0,'-5'0'1107'0'0,"-14"-3"-214"0"0,15 3-125 0 0,-2 1-69 0 0,-7 4-363 0 0,-1-1 1 0 0,1 2 0 0 0,0-1-1 0 0,1 2 1 0 0,0 0 0 0 0,0 0-1 0 0,-16 14 1 0 0,25-19-256 0 0,1 2-68 0 0,1-2 29 0 0,-1 0 1 0 0,2 0-1 0 0,-1 0 0 0 0,0 0 0 0 0,0 0 1 0 0,1 0-1 0 0,-1 0 0 0 0,1 0 0 0 0,-1 1 1 0 0,1-1-1 0 0,0 0 0 0 0,0 0 1 0 0,0 1-1 0 0,0-1 0 0 0,0 0 0 0 0,1 0 1 0 0,0 3-1 0 0,0-1 4 0 0,3-1-15 0 0,1 0-12 0 0,1-1 1 0 0,-1 0 0 0 0,1 0 0 0 0,0 0 0 0 0,0-1-1 0 0,6 2 1 0 0,-6-3 10 0 0,0 0 0 0 0,-3 0-30 0 0,6 1 35 0 0,-1-1 1 0 0,0-1 0 0 0,0 1 0 0 0,1-2-1 0 0,-1 1 1 0 0,0-1 0 0 0,0 0-1 0 0,0 0 1 0 0,0-1 0 0 0,-1 0 0 0 0,12-7-1 0 0,-15 9 9 0 0,1-2-20 0 0,13-19 323 0 0,-7 3-319 0 0,-9 14-21 0 0,0 0 35 0 0,-3 0-17 0 0,-1-16-6 0 0,1 16-14 0 0,1 5-6 0 0,0 0-1 0 0,-1 0 1 0 0,1 0 0 0 0,0 0 0 0 0,-1 0-1 0 0,1 0 1 0 0,0 0 0 0 0,0 0-1 0 0,-1 0 1 0 0,1-1 0 0 0,0 1 0 0 0,0 0-1 0 0,-1 0 1 0 0,1 0 0 0 0,0 0-1 0 0,0-1 1 0 0,-1 1 0 0 0,1 0 0 0 0,0 0-1 0 0,0 0 1 0 0,0-1 0 0 0,-1 1-1 0 0,1 0 1 0 0,0 0 0 0 0,0-1 0 0 0,0 1-1 0 0,0 0 1 0 0,0 0 0 0 0,0-1-1 0 0,0 1 1 0 0,-1 0 0 0 0,1 0 0 0 0,0-1-1 0 0,0 1 1 0 0,0-1 2 0 0,0 0 0 0 0,0 1-1 0 0,0-1 1 0 0,-1 0 0 0 0,1 1 0 0 0,0-1 0 0 0,-1 1 0 0 0,1-1-1 0 0,0 0 1 0 0,-1 1 0 0 0,1-1 0 0 0,-1 1 0 0 0,1-1-1 0 0,-1 1 1 0 0,1-1 0 0 0,-1 1 0 0 0,1 0 0 0 0,-1-1 0 0 0,1 1-1 0 0,-1 0 1 0 0,0-1 0 0 0,1 1 0 0 0,-1 0 0 0 0,1 0-1 0 0,-1-1 1 0 0,0 1 0 0 0,-1 0 0 0 0,-1-2 0 0 0,1 2-1 0 0,1-1 1 0 0,0 0-1 0 0,-1 1 0 0 0,1-1 1 0 0,0 1-1 0 0,-1 0 1 0 0,1-1-1 0 0,0 1 0 0 0,-1 0 1 0 0,1 0-1 0 0,-1 0 0 0 0,1 0 1 0 0,0 0-1 0 0,-1 0 0 0 0,1 0 1 0 0,-1 1-1 0 0,1-1 1 0 0,-3 1-1 0 0,-37 11 10 0 0,34-8-11 0 0,3 1 1 0 0,-1-2-28 0 0,0 1 0 0 0,0 0 0 0 0,0 0 1 0 0,1 0-1 0 0,0 1 0 0 0,0 0 1 0 0,-5 6-1 0 0,3-3-68 0 0,5-7 68 0 0,0 0 0 0 0,0 1 1 0 0,1-1-1 0 0,-1 0 1 0 0,0 0-1 0 0,0 0 0 0 0,1 1 1 0 0,-1-1-1 0 0,0 0 0 0 0,1 1 1 0 0,-1-1-1 0 0,1 0 1 0 0,0 1-1 0 0,-1-1 0 0 0,1 1 1 0 0,0 0-1 0 0,0 3-78 0 0,-2 0-252 0 0,2 0-69 0 0,0-1 370 0 0,0 0-87 0 0,0-1 1 0 0,0 0 0 0 0,1 1-1 0 0,-1-1 1 0 0,1 1-1 0 0,-1-1 1 0 0,1 0 0 0 0,0 1-1 0 0,0-1 1 0 0,1 0-1 0 0,-1 0 1 0 0,1 0-1 0 0,-1 0 1 0 0,1 0 0 0 0,3 3-1 0 0,-2-2-22 0 0,-1 0-149 0 0,1-1-1 0 0,0 1 1 0 0,0-1-1 0 0,0 0 1 0 0,1 0-1 0 0,-1 0 1 0 0,1 0-1 0 0,-1-1 0 0 0,1 1 1 0 0,0-1-1 0 0,8 3 1 0 0,19 6-2028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4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280 39 2192 0 0,'1'-3'927'0'0,"1"0"-610"0"0,5-12 1933 0 0,-11 12-1783 0 0,-12-8-51 0 0,12 8-2 0 0,-4 4-80 0 0,0-2-278 0 0,4 0-19 0 0,1 1 0 0 0,0 0 0 0 0,0 0 0 0 0,-1 0 0 0 0,1 1 0 0 0,0-1 0 0 0,0 1 0 0 0,0-1 0 0 0,-6 3 0 0 0,-11 3 160 0 0,0 0-1 0 0,0 1 0 0 0,-20 11 0 0 0,32-14-97 0 0,1 0-1 0 0,0 0 0 0 0,-1 1 1 0 0,2 0-1 0 0,-1 0 0 0 0,1 1 1 0 0,-1 0-1 0 0,1 0 0 0 0,1 0 1 0 0,0 1-1 0 0,-1 0 1 0 0,-6 13-1 0 0,8-12-4 0 0,0 1-1 0 0,1 0 1 0 0,0-1-1 0 0,1 1 1 0 0,0 0 0 0 0,0 0-1 0 0,0 15 1 0 0,2-18-64 0 0,0 0 0 0 0,1 0 0 0 0,0 0 0 0 0,0-1 0 0 0,0 1 0 0 0,1 0 0 0 0,0-1 0 0 0,0 1 0 0 0,0-1 0 0 0,1 1 0 0 0,-1-1 0 0 0,1 0 0 0 0,1 0 0 0 0,-1 0 0 0 0,6 5 0 0 0,37 30 24 0 0,-39-36-53 0 0,1 0 1 0 0,-1-1 0 0 0,1 0 0 0 0,-1 0-1 0 0,1 0 1 0 0,0-1 0 0 0,15 2 0 0 0,-18-4-11 0 0,8 2-106 0 0,-1-1-1 0 0,1 0 1 0 0,-1-1 0 0 0,1-1-1 0 0,24-3 1 0 0,-25 2 70 0 0,10-2-348 0 0,-1 0 1 0 0,1-1 0 0 0,-1-1-1 0 0,0-1 1 0 0,39-19 0 0 0,-45 18-543 0 0,-1 0 0 0 0,0-1 0 0 0,0-1 0 0 0,20-20 1 0 0,-15 9-2356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5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2752 0 0,'0'0'5313'0'0,"2"2"-5026"0"0,8 6-13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8.5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353 366 2632 0 0,'-2'-3'1134'0'0,"-8"-8"-185"0"0,8 8-209 0 0,-3 0-197 0 0,4 3-525 0 0,-2-2 68 0 0,0 0 1 0 0,-1 0 0 0 0,1 1-1 0 0,-1-1 1 0 0,1 1 0 0 0,-1 0-1 0 0,1 0 1 0 0,-1 0-1 0 0,0 0 1 0 0,0 0 0 0 0,0 1-1 0 0,1 0 1 0 0,-1 0 0 0 0,0 0-1 0 0,0 0 1 0 0,-6 2 0 0 0,-1 1 45 0 0,0 1 1 0 0,1 1 0 0 0,-1 0-1 0 0,1 0 1 0 0,0 1-1 0 0,0 0 1 0 0,1 0 0 0 0,0 1-1 0 0,-10 10 1 0 0,7-4 43 0 0,-1 0 1 0 0,2 1-1 0 0,0 0 1 0 0,1 1-1 0 0,-13 26 1 0 0,10-15-87 0 0,1 1 1 0 0,2 0 0 0 0,0 1-1 0 0,2 0 1 0 0,2 0 0 0 0,0 1-1 0 0,2 0 1 0 0,1 0 0 0 0,1 0-1 0 0,1 1 1 0 0,7 53 0 0 0,-5-74-90 0 0,1 0 0 0 0,0 0 0 0 0,1-1 0 0 0,6 15 0 0 0,-8-19 1 0 0,1 0 1 0 0,1 0-1 0 0,-1-1 1 0 0,0 1 0 0 0,1-1-1 0 0,0 1 1 0 0,0-1-1 0 0,0 0 1 0 0,0 0 0 0 0,0 0-1 0 0,0-1 1 0 0,1 1-1 0 0,6 3 1 0 0,-5-2-8 0 0,-4-3 0 0 0,1 0 0 0 0,0 0 0 0 0,0 1 0 0 0,-1-1 0 0 0,1 0 0 0 0,0-1 0 0 0,0 1 0 0 0,0 0 0 0 0,0 0 0 0 0,0-1-1 0 0,0 1 1 0 0,0-1 0 0 0,0 0 0 0 0,0 0 0 0 0,3 1 0 0 0,4 1-34 0 0,-6-1-5 0 0,0-1-1 0 0,1 1 1 0 0,-1-1 0 0 0,1 1 0 0 0,-1-1-1 0 0,1 0 1 0 0,-1 0 0 0 0,1-1 0 0 0,5 0 0 0 0,16-3-123 0 0,-1-1 0 0 0,0 0 0 0 0,0-2 0 0 0,-1-1 0 0 0,0 0 0 0 0,36-20 0 0 0,-27 10-138 0 0,-1-2-1 0 0,-1-1 0 0 0,-1-1 0 0 0,31-30 0 0 0,-28 20-206 0 0,-1-1-1 0 0,-2-2 1 0 0,-1-1 0 0 0,-2-1-1 0 0,-1-1 1 0 0,-2-1-1 0 0,35-83 1 0 0,-38 65 720 0 0,20-87 0 0 0,-33 110 421 0 0,-2 0 0 0 0,-1 0 0 0 0,-1-67 0 0 0,-7 79-298 0 0,2 18-280 0 0,1 0 81 0 0,0 4-126 0 0,1 0 0 0 0,-1-1 0 0 0,1 1 0 0 0,-1 0 0 0 0,1 0 0 0 0,-1-1 0 0 0,1 1 1 0 0,0 0-1 0 0,-1-1 0 0 0,1 1 0 0 0,-1 0 0 0 0,1-1 0 0 0,0 1 0 0 0,-1-1 0 0 0,1 1 0 0 0,0-1 0 0 0,0 1 1 0 0,-1-1-1 0 0,1 1 0 0 0,0-1 0 0 0,0 1 0 0 0,0-1 0 0 0,0 1 0 0 0,-1-1 0 0 0,-6-10 314 0 0,5 11-295 0 0,0 0 1 0 0,0 0 0 0 0,1 0-1 0 0,-1 0 1 0 0,0 0-1 0 0,0 1 1 0 0,0-1 0 0 0,0 1-1 0 0,1-1 1 0 0,-1 1-1 0 0,-3 1 1 0 0,5-2-4 0 0,-1 1-3 0 0,0-1 1 0 0,-1 0-1 0 0,1 1 0 0 0,0 0 1 0 0,0-1-1 0 0,-1 1 0 0 0,1 0 1 0 0,0 0-1 0 0,0-1 0 0 0,0 1 1 0 0,0 0-1 0 0,0 0 0 0 0,0 0 1 0 0,0 0-1 0 0,0 0 0 0 0,0 1 0 0 0,1-1 1 0 0,-1 0-1 0 0,0 0 0 0 0,0 2 1 0 0,-1 1 47 0 0,-5 9 32 0 0,0 0 0 0 0,1 1-1 0 0,1 0 1 0 0,0 0 0 0 0,1 0 0 0 0,0 1-1 0 0,-2 18 1 0 0,1-8-3 0 0,-7 40 155 0 0,-7 96 1 0 0,17-121-194 0 0,2 1 0 0 0,1 0 0 0 0,11 60 0 0 0,-11-92-89 0 0,1 1-1 0 0,0-1 1 0 0,1 0 0 0 0,-1-1-1 0 0,2 1 1 0 0,-1 0 0 0 0,1-1-1 0 0,1 0 1 0 0,-1 0-1 0 0,1 0 1 0 0,9 11 0 0 0,39 15-1150 0 0,-52-33 1129 0 0,1 0 1 0 0,0-1 0 0 0,-1 1-1 0 0,1 0 1 0 0,0-1 0 0 0,-1 1-1 0 0,1-1 1 0 0,0 0-1 0 0,0 1 1 0 0,0-1 0 0 0,-1 0-1 0 0,1 0 1 0 0,0 0 0 0 0,0 0-1 0 0,0 0 1 0 0,2-1 0 0 0,2 0-128 0 0,6 1-284 0 0,1-1-1 0 0,0-1 0 0 0,-1 1 1 0 0,1-2-1 0 0,-1 0 0 0 0,0 0 0 0 0,0-1 1 0 0,0-1-1 0 0,12-6 0 0 0,2-2-2230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9.0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225 171 2352 0 0,'3'-6'668'0'0,"-2"3"-629"0"0,3-6 346 0 0,0 0 1 0 0,-1-1-1 0 0,1 1 0 0 0,-2-1 1 0 0,0 0-1 0 0,0 0 1 0 0,-1 0-1 0 0,1-12 0 0 0,-6-2-63 0 0,3 18-14 0 0,-1 2 32 0 0,0 2-274 0 0,0-1 0 0 0,0 1-1 0 0,0 0 1 0 0,0-1-1 0 0,-1 1 1 0 0,1 0 0 0 0,-1 0-1 0 0,1 0 1 0 0,-1 1-1 0 0,1-1 1 0 0,-1 1 0 0 0,-3-2-1 0 0,2 2 128 0 0,-2 2 23 0 0,-5 4-105 0 0,0-1-1 0 0,0 2 1 0 0,0-1-1 0 0,1 1 1 0 0,-1 1-1 0 0,1 0 0 0 0,-11 11 1 0 0,8-6 5 0 0,1 1 0 0 0,1 1 0 0 0,0 0 0 0 0,1 0 0 0 0,-12 24 0 0 0,17-29-82 0 0,1 1 1 0 0,0-1-1 0 0,1 1 0 0 0,0 0 1 0 0,1 1-1 0 0,-1-1 0 0 0,2 0 1 0 0,0 0-1 0 0,0 21 0 0 0,1-26 0 0 0,2-3-34 0 0,-1-1 0 0 0,0 0 0 0 0,0 1 0 0 0,0-1 0 0 0,0 1 0 0 0,0-1 0 0 0,-1 1-1 0 0,1 0 1 0 0,0-1 0 0 0,-1 1 0 0 0,1 0 0 0 0,0 2 0 0 0,-1-3-4 0 0,2 3-65 0 0,2-1-46 0 0,13 9-48 0 0,-13-9-14 0 0,2-2-10 0 0,1 0 145 0 0,0 0 0 0 0,0-1-1 0 0,0 1 1 0 0,1-2 0 0 0,-1 1-1 0 0,0-1 1 0 0,0 0 0 0 0,0 0 0 0 0,0-1-1 0 0,0 0 1 0 0,0 0 0 0 0,0-1-1 0 0,-1 0 1 0 0,1 0 0 0 0,-1 0 0 0 0,0-1-1 0 0,0 0 1 0 0,0 0 0 0 0,0-1-1 0 0,-1 1 1 0 0,0-1 0 0 0,9-10-1 0 0,-7 2 85 0 0,-1 1 0 0 0,10-27 0 0 0,-15 35-31 0 0,0-2-1 0 0,1-17 15 0 0,-1 17-9 0 0,-1 1-36 0 0,0-17 9 0 0,0 16 464 0 0,-2 11-388 0 0,0 2-45 0 0,0 0 0 0 0,1 1 0 0 0,-1-1 0 0 0,2 1 0 0 0,-1-1 0 0 0,1 0 0 0 0,0 1 0 0 0,1-1 0 0 0,-1 1 0 0 0,1-1 0 0 0,1 0 0 0 0,0 1 0 0 0,0-1 0 0 0,3 8 0 0 0,-3-11-56 0 0,-1 0 1 0 0,0 0 0 0 0,1 0-1 0 0,0-1 1 0 0,0 1 0 0 0,0-1-1 0 0,0 1 1 0 0,1-1 0 0 0,-1 0 0 0 0,1 0-1 0 0,0 0 1 0 0,0 0 0 0 0,0 0-1 0 0,0-1 1 0 0,0 1 0 0 0,1-1-1 0 0,-1 0 1 0 0,1 0 0 0 0,3 1 0 0 0,-1-1-143 0 0,-1 0 1 0 0,0-1 0 0 0,0 0 0 0 0,1 0 0 0 0,-1 0 0 0 0,1 0 0 0 0,-1-1 0 0 0,1 0 0 0 0,-1 0 0 0 0,0-1-1 0 0,1 0 1 0 0,5-1 0 0 0,4-1-639 0 0,0-1-1 0 0,-1-1 1 0 0,1 0-1 0 0,21-13 1 0 0,-16 4-2055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9.4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8 1932 0 0,'-1'-1'120'0'0,"0"0"-1"0"0,0 0 0 0 0,0 1 1 0 0,0-1-1 0 0,0 1 0 0 0,0-1 1 0 0,0 1-1 0 0,0-1 0 0 0,0 1 1 0 0,0 0-1 0 0,0-1 1 0 0,0 1-1 0 0,-1 0 0 0 0,1 0 1 0 0,0 0-1 0 0,0 0 0 0 0,0 0 1 0 0,0 0-1 0 0,-1 0 0 0 0,1 0 1 0 0,0 0-1 0 0,0 0 1 0 0,0 1-1 0 0,0-1 0 0 0,0 1 1 0 0,0-1-1 0 0,0 1 0 0 0,0-1 1 0 0,0 1-1 0 0,0-1 0 0 0,-2 2 1 0 0,0 0 329 0 0,1 2-51 0 0,-6 9-58 0 0,6-10-69 0 0,1 2-33 0 0,-5 13-47 0 0,5-13-42 0 0,1 21 94 0 0,0-21-133 0 0,2 5-70 0 0,1 0 1 0 0,1 0 0 0 0,0 0-1 0 0,0 0 1 0 0,1-1 0 0 0,0 0-1 0 0,1 0 1 0 0,0 0 0 0 0,12 13-1 0 0,39 52-102 0 0,-55-70 38 0 0,-1 2-8 0 0,0 21 38 0 0,-1-25 0 0 0,-1 0 1 0 0,1-1 0 0 0,-1 1-1 0 0,0 0 1 0 0,0 0 0 0 0,0-1-1 0 0,1 1 1 0 0,-2-1 0 0 0,1 1-1 0 0,0-1 1 0 0,0 1 0 0 0,0-1 0 0 0,-1 0-1 0 0,1 1 1 0 0,0-1 0 0 0,-4 2-1 0 0,-8 12-9 0 0,-8-4-1647 0 0,16-12 922 0 0,0 0 390 0 0,-13-2-2763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49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0 3120 0 0,'0'0'3241'0'0,"-5"2"-2859"0"0,-14 5-93 0 0,15-6-8 0 0,1 3 5 0 0,-15 37 499 0 0,16-37-631 0 0,2 1 10 0 0,-1 15-14 0 0,0-15-34 0 0,3 0 2 0 0,0 2-84 0 0,0-1 0 0 0,1 0 0 0 0,-1 0-1 0 0,2-1 1 0 0,-1 1 0 0 0,0-1 0 0 0,1 1-1 0 0,0-1 1 0 0,0 0 0 0 0,1 0 0 0 0,5 4 0 0 0,108 58 30 0 0,-114-65-69 0 0,0 1-10 0 0,-1-1 1 0 0,2 1 4 0 0,0 0 0 0 0,1 0-1 0 0,-1 1 1 0 0,-1 0 0 0 0,6 5-1 0 0,-9-8 17 0 0,1 1 0 0 0,-1 0 0 0 0,0-1 0 0 0,0 1 0 0 0,1 0 0 0 0,-1 0 0 0 0,0 0 0 0 0,-1 0 0 0 0,1 0 0 0 0,0 0 0 0 0,-1 0 0 0 0,1 1-1 0 0,-1-1 1 0 0,0 0 0 0 0,1 0 0 0 0,-1 0 0 0 0,0 0 0 0 0,0 1 0 0 0,-1-1 0 0 0,1 3 0 0 0,-2-2-20 0 0,1 0 1 0 0,0 0-1 0 0,-1-1 1 0 0,1 1-1 0 0,-1-1 1 0 0,0 1-1 0 0,0-1 0 0 0,0 1 1 0 0,0-1-1 0 0,0 0 1 0 0,-1 0-1 0 0,-4 3 1 0 0,3-2-16 0 0,-18 11-452 0 0,18-12 263 0 0,-1 0-26 0 0,-41 13-2388 0 0,41-14 1572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0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2720 0 0,'0'0'1065'0'0,"4"2"-103"0"0,11 8-136 0 0,-11-7-124 0 0,0 12 64 0 0,3 6-171 0 0,1 34 234 0 0,-2-10-466 0 0,16 63 0 0 0,-6-60-3495 0 0,-1-34 226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0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 2916 0 0,'0'0'1604'0'0,"-28"3"-792"0"0,16 17-2132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0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 19 3388 0 0,'0'0'1012'0'0,"-3"-3"-164"0"0,0 1-610 0 0,-1 0 0 0 0,0 0 0 0 0,1 0 0 0 0,-1 1-1 0 0,0-1 1 0 0,0 1 0 0 0,0 0 0 0 0,0 0-1 0 0,-6 0 1 0 0,5 1 88 0 0,-1 2-4 0 0,-1 2-162 0 0,-1 1 1 0 0,1-1-1 0 0,0 1 1 0 0,1 1-1 0 0,-1-1 0 0 0,1 1 1 0 0,0 0-1 0 0,0 0 1 0 0,-6 10-1 0 0,3-1 62 0 0,0 0 1 0 0,1 0-1 0 0,0 0 1 0 0,-8 28-1 0 0,12-35-188 0 0,-5 25 103 0 0,-3 30 5 0 0,11-57-80 0 0,1 0-47 0 0,0 22-49 0 0,0-21-83 0 0,2-2-27 0 0,-1-2 83 0 0,0 1 1 0 0,0-1-1 0 0,1 0 0 0 0,-1 0 1 0 0,1 1-1 0 0,0-1 0 0 0,0 0 1 0 0,0-1-1 0 0,0 1 0 0 0,1 0 1 0 0,-1 0-1 0 0,1-1 0 0 0,-1 0 1 0 0,1 1-1 0 0,0-1 0 0 0,0 0 1 0 0,0 0-1 0 0,0-1 0 0 0,1 1 1 0 0,-1-1-1 0 0,0 1 0 0 0,5 0 1 0 0,61 3-1085 0 0,-50-5 953 0 0,0-1-1 0 0,-1 0 0 0 0,1-2 1 0 0,-1 0-1 0 0,0-1 0 0 0,0-1 1 0 0,0 0-1 0 0,30-15 0 0 0,-32 11-481 0 0,-1 0 0 0 0,0-1 0 0 0,0 0 1 0 0,-1-1-1 0 0,15-16 0 0 0,-9 8-2054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1.2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177 103 3076 0 0,'-1'-1'159'0'0,"-1"-1"0"0"0,1 1 0 0 0,-1 0 0 0 0,1-1 0 0 0,-1 1 0 0 0,0 0 0 0 0,0 0 0 0 0,1 0 0 0 0,-1 1 0 0 0,0-1-1 0 0,0 0 1 0 0,0 1 0 0 0,0-1 0 0 0,0 1 0 0 0,0-1 0 0 0,0 1 0 0 0,0 0 0 0 0,0 0 0 0 0,0 0 0 0 0,0 0 0 0 0,0 0 0 0 0,0 1 0 0 0,0-1 0 0 0,0 0-1 0 0,0 1 1 0 0,-4 1 0 0 0,-2 3-24 0 0,0-1 0 0 0,0 2 0 0 0,0-1 0 0 0,1 1 0 0 0,0 0 0 0 0,0 1-1 0 0,0-1 1 0 0,1 1 0 0 0,0 1 0 0 0,0-1 0 0 0,1 1 0 0 0,0 0 0 0 0,1 0 0 0 0,-1 1-1 0 0,1-1 1 0 0,1 1 0 0 0,0 0 0 0 0,0 0 0 0 0,1 0 0 0 0,-2 15 0 0 0,1-11-96 0 0,1 1 0 0 0,1-1 0 0 0,0 1 1 0 0,1-1-1 0 0,0 1 0 0 0,1-1 0 0 0,1 0 1 0 0,5 23-1 0 0,3-15-9 0 0,-8-18-58 0 0,1 0-17 0 0,1 0-30 0 0,0 0 0 0 0,0-1 0 0 0,0 0 1 0 0,0 0-1 0 0,0 0 0 0 0,1 0 0 0 0,6 1 1 0 0,-7-2-137 0 0,2-2 24 0 0,1-1 135 0 0,0 1 0 0 0,0-2 1 0 0,1 1-1 0 0,-1-1 1 0 0,-1 0-1 0 0,1-1 0 0 0,0 1 1 0 0,-1-1-1 0 0,0-1 1 0 0,8-6-1 0 0,0-5 14 0 0,0-1 0 0 0,-2-1 0 0 0,15-25 0 0 0,-25 38 88 0 0,0 1 31 0 0,2-8-205 0 0,4-13 949 0 0,-10 21-376 0 0,-9 13-318 0 0,8-5-35 0 0,3 1-24 0 0,1 16 31 0 0,8 37 0 0 0,-8-54-81 0 0,-1-3-21 0 0,0-1-1 0 0,0 1 1 0 0,0-1-1 0 0,0 1 1 0 0,0 0-1 0 0,1-1 1 0 0,-1 1 0 0 0,0-1-1 0 0,0 1 1 0 0,1-1-1 0 0,-1 1 1 0 0,0-1-1 0 0,1 1 1 0 0,-1-1-1 0 0,0 1 1 0 0,1-1-1 0 0,-1 1 1 0 0,1-1-1 0 0,-1 1 1 0 0,1-1-1 0 0,-1 0 1 0 0,1 1-1 0 0,-1-1 1 0 0,2 1 0 0 0,-1-1-3 0 0,-1 0 0 0 0,1 1 0 0 0,0-1 0 0 0,-1 1 1 0 0,1-1-1 0 0,0 1 0 0 0,-1-1 0 0 0,1 1 1 0 0,-1 0-1 0 0,1-1 0 0 0,-1 1 0 0 0,1 0 0 0 0,-1-1 1 0 0,1 1-1 0 0,-1 0 0 0 0,0 0 0 0 0,1 1 1 0 0,3 0-56 0 0,12 9-19 0 0,-12-8-29 0 0,2-3-1 0 0,18 3 36 0 0,-19-3-131 0 0,2-1-19 0 0,-5 1 208 0 0,5-1-61 0 0,0 0 0 0 0,0 0 0 0 0,0-1 1 0 0,-1 0-1 0 0,1 0 0 0 0,-1-1 0 0 0,1 0 0 0 0,-1 0 0 0 0,0 0 0 0 0,0-1 0 0 0,0 0 0 0 0,-1 0 0 0 0,1 0 0 0 0,-1-1 0 0 0,9-10 0 0 0,-9 9 49 0 0,-1 0 0 0 0,0 0 0 0 0,0-1-1 0 0,0 1 1 0 0,-1-1 0 0 0,0 0 0 0 0,0 0 0 0 0,3-15 0 0 0,-2 2-14 0 0,-2-1 0 0 0,1-25 0 0 0,-4 14 239 0 0,-3 4 24 0 0,-6-67 724 0 0,10 90-742 0 0,0 0-21 0 0,-1-15-32 0 0,0 15 1267 0 0,0 11-1256 0 0,0 58 261 0 0,3-23-803 0 0,2 0 0 0 0,2-1 1 0 0,2 0-1 0 0,1 0 0 0 0,15 39 0 0 0,-14-56-793 0 0,-8-19 494 0 0,9 16-3226 0 0,-9-18 2382 0 0,13 9-1084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1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3468 0 0,'4'-2'1382'0'0,"6"-2"-799"0"0,-1 0-1 0 0,1 1 0 0 0,0 0 0 0 0,0 0 0 0 0,0 1 0 0 0,0 1 0 0 0,17-1 1 0 0,-19 2-481 0 0,0 1 1 0 0,0-1-1 0 0,0 2 1 0 0,0-1-1 0 0,0 1 1 0 0,0 0 0 0 0,0 1-1 0 0,0 0 1 0 0,-1 0-1 0 0,1 1 1 0 0,-1 0 0 0 0,0 0-1 0 0,0 0 1 0 0,-1 1-1 0 0,1 0 1 0 0,-1 1-1 0 0,0 0 1 0 0,0-1 0 0 0,-1 2-1 0 0,6 6 1 0 0,-5-5-183 0 0,-1 1 1 0 0,0 0-1 0 0,0 0 1 0 0,0 1-1 0 0,-1-1 0 0 0,-1 1 1 0 0,0 0-1 0 0,0 0 1 0 0,-1 0-1 0 0,0 0 1 0 0,0 0-1 0 0,-1 1 1 0 0,-1-1-1 0 0,0 0 1 0 0,-2 15-1 0 0,1-6-388 0 0,1-14-18 0 0,-1 1-47 0 0,-1 15-34 0 0,1-15-13 0 0,0-2-751 0 0,-5 12 500 0 0,5-12-56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1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25 2660 0 0,'0'0'1290'0'0,"-1"-4"-225"0"0,-3-13-251 0 0,3 13 1361 0 0,4 8-3886 0 0,-1 1 1355 0 0,11 13-2821 0 0,4 1 457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2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160 53 3200 0 0,'0'0'1060'0'0,"2"-4"-92"0"0,7-12-153 0 0,-6 12 966 0 0,-5-1-1326 0 0,-5-16 676 0 0,1 20-789 0 0,2 0-306 0 0,0 1 23 0 0,1 0-1 0 0,0-1 1 0 0,-1 1-1 0 0,1 0 1 0 0,-1 0-1 0 0,1 1 1 0 0,-1-1-1 0 0,1 1 1 0 0,-1 0-1 0 0,1 0 1 0 0,0 0-1 0 0,-1 0 1 0 0,1 0-1 0 0,0 1 1 0 0,-5 3-1 0 0,0 0 0 0 0,1 1-1 0 0,0 0 0 0 0,0 0 1 0 0,0 0-1 0 0,1 1 0 0 0,0 0 1 0 0,1 0-1 0 0,-1 0 0 0 0,-5 12 1 0 0,4 1 83 0 0,0 1 0 0 0,-3 22 0 0 0,9-38-102 0 0,2 2-5 0 0,-2 1-21 0 0,1 0-7 0 0,11 34 131 0 0,-2-22-104 0 0,-7-17-36 0 0,0 1-31 0 0,2-2 46 0 0,8 7 12 0 0,-8-7 33 0 0,1-3-102 0 0,14-5 17 0 0,-14 5-9 0 0,-1-2-2 0 0,16-18-99 0 0,0-1 0 0 0,28-42 0 0 0,-26 34 56 0 0,-17 24 59 0 0,0 1 0 0 0,0-1 0 0 0,1 1-1 0 0,8-7 1 0 0,-6 5 33 0 0,-4 5-3 0 0,-1 0 1 0 0,1 0-1 0 0,0 0 1 0 0,-1 0-1 0 0,1 1 1 0 0,0-1-1 0 0,0 1 0 0 0,0 0 1 0 0,0 0-1 0 0,0 0 1 0 0,1 1-1 0 0,5-1 1 0 0,-6 1-11 0 0,0 0 12 0 0,-1 0-1 0 0,1 0 1 0 0,0 0 0 0 0,0 0 0 0 0,0 1 0 0 0,0 0 0 0 0,0-1-1 0 0,0 2 1 0 0,-1-1 0 0 0,1 0 0 0 0,0 1 0 0 0,-1-1 0 0 0,1 1 0 0 0,4 3-1 0 0,29 28 113 0 0,-34-29-119 0 0,1 0 0 0 0,-1 0 0 0 0,0 0-1 0 0,0 0 1 0 0,0 1 0 0 0,-1-1 0 0 0,0 1 0 0 0,0 0 0 0 0,2 6-1 0 0,-1-4 8 0 0,-2-4-2 0 0,0 1 0 0 0,0 0-1 0 0,0 0 1 0 0,0 0 0 0 0,-1 0-1 0 0,1 0 1 0 0,-1 0-1 0 0,0 0 1 0 0,0 0 0 0 0,-1 0-1 0 0,1 0 1 0 0,-1-1 0 0 0,0 1-1 0 0,0 0 1 0 0,0 0-1 0 0,-2 4 1 0 0,-7 20-15 0 0,4-15 4 0 0,-3-4 23 0 0,8-8-4 0 0,-1 2 32 0 0,-1 0-1 0 0,1 0 1 0 0,0-1-1 0 0,-1 1 1 0 0,0-1-1 0 0,0 0 0 0 0,1 0 1 0 0,-1 0-1 0 0,0 0 1 0 0,-4 1-1 0 0,5-3-32 0 0,1 0 0 0 0,-1 0 0 0 0,1-1 0 0 0,0 1 0 0 0,0-1 0 0 0,-1 1-1 0 0,1-1 1 0 0,0 0 0 0 0,0 1 0 0 0,-1-1 0 0 0,1 0 0 0 0,-2-2 0 0 0,1 1 14 0 0,-2 0 50 0 0,4 2-75 0 0,1-1 0 0 0,-1 1 0 0 0,0-1 0 0 0,0 1-1 0 0,0-1 1 0 0,1 1 0 0 0,-1-1 0 0 0,0 1 0 0 0,0-1 0 0 0,0 1 0 0 0,0-1 0 0 0,0 1-1 0 0,0-1 1 0 0,0 1 0 0 0,0-1 0 0 0,0 1 0 0 0,0-1 0 0 0,0 1 0 0 0,0-1-1 0 0,-1 1 1 0 0,1-1 0 0 0,0 1 0 0 0,0-1 0 0 0,-1 0 0 0 0,0 0-1 0 0,1 0 0 0 0,-1 0 1 0 0,1-1-1 0 0,0 1 0 0 0,-1 0 1 0 0,1-1-1 0 0,0 1 0 0 0,0 0 1 0 0,0 0-1 0 0,0-1 0 0 0,0 1 1 0 0,0 0-1 0 0,0-1 0 0 0,0-1 1 0 0,4-16-9 0 0,1 0 0 0 0,0 0 0 0 0,2 1 0 0 0,0 0-1 0 0,13-24 1 0 0,-15 32-4 0 0,1 0 0 0 0,1 0 0 0 0,-1 1 1 0 0,1-1-1 0 0,1 2 0 0 0,0-1 0 0 0,0 1 0 0 0,0 0 0 0 0,1 1 0 0 0,17-11 0 0 0,-10 9-16 0 0,-14 7 24 0 0,0 1 0 0 0,0 0 1 0 0,0 0-1 0 0,0 0 0 0 0,1 0 0 0 0,-1 0 1 0 0,0 1-1 0 0,1-1 0 0 0,-1 1 1 0 0,0-1-1 0 0,1 1 0 0 0,3 0 1 0 0,0-2-3 0 0,-4 1 1 0 0,0 1-1 0 0,1-1 1 0 0,-1 1 0 0 0,0-1-1 0 0,0 1 1 0 0,0 0-1 0 0,0 0 1 0 0,1 0 0 0 0,-1 0-1 0 0,0 0 1 0 0,0 0-1 0 0,0 1 1 0 0,4 0-1 0 0,4 1 1 0 0,-1 1-1 0 0,1 0 0 0 0,-1 1 1 0 0,0 0-1 0 0,0 0 0 0 0,0 0 0 0 0,0 1 1 0 0,-1 1-1 0 0,0 0 0 0 0,0 0 1 0 0,-1 0-1 0 0,1 1 0 0 0,-1 0 0 0 0,-1 0 1 0 0,1 1-1 0 0,-1 0 0 0 0,-1 0 1 0 0,10 18-1 0 0,-8-11 13 0 0,-1 1 1 0 0,-1 0-1 0 0,0 0 1 0 0,-1 1-1 0 0,0-1 1 0 0,-1 1-1 0 0,-2 0 0 0 0,1 0 1 0 0,-2 0-1 0 0,0-1 1 0 0,-1 1-1 0 0,-1 0 1 0 0,0 0-1 0 0,-1 0 1 0 0,-1-1-1 0 0,-1 0 1 0 0,-8 21-1 0 0,5-19-271 0 0,-1 0 0 0 0,0 0 1 0 0,-1 0-1 0 0,-1-1 0 0 0,0-1 0 0 0,-17 18 0 0 0,16-21-541 0 0,-1-1 0 0 0,1 0 0 0 0,-2-1 0 0 0,0 0-1 0 0,0-2 1 0 0,-1 1 0 0 0,-21 9 0 0 0,4-7-3455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3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58 282 4004 0 0,'-5'1'1621'0'0,"-13"2"-241"0"0,13-2 871 0 0,0-1-1374 0 0,-15 2-216 0 0,15-1 665 0 0,10-3-999 0 0,-5 2-317 0 0,13-5 265 0 0,0 1 0 0 0,27-5 0 0 0,271-57-485 0 0,-2-24-4633 0 0,-286 79 4055 0 0,-18 7 662 0 0,-1 2-203 0 0,0-1 64 0 0,11-8 80 0 0,-11 9 44 0 0,-5-3-175 0 0,0-15 355 0 0,1 15 23 0 0,-4 2 8 0 0,-2-3 53 0 0,-1 1 0 0 0,0 1 0 0 0,0-1 0 0 0,0 1 0 0 0,0 0 0 0 0,0 1 0 0 0,-1 0 0 0 0,0 0 0 0 0,-10-2 0 0 0,-43 0 836 0 0,54 4-728 0 0,1 3-4 0 0,-48 17 460 0 0,50-17-536 0 0,1 2-15 0 0,-6 9-10 0 0,7-10 100 0 0,3 1-151 0 0,0-1-66 0 0,-1-1 0 0 0,1 1-1 0 0,0-1 1 0 0,0 0 0 0 0,0 1 0 0 0,1-1-1 0 0,-1 0 1 0 0,0 0 0 0 0,1 0 0 0 0,0 0-1 0 0,-1 0 1 0 0,1 0 0 0 0,0 0-1 0 0,0-1 1 0 0,0 1 0 0 0,0 0 0 0 0,0-1-1 0 0,0 0 1 0 0,4 2 0 0 0,2 0 6 0 0,-1-1 0 0 0,1 0 1 0 0,0 0-1 0 0,0 0 1 0 0,16 0-1 0 0,53-1-60 0 0,-52-2-9 0 0,-6-1 24 0 0,2-1-26 0 0,-8 2 43 0 0,-3 0-2 0 0,0 0 0 0 0,-1 0 1 0 0,1-1-1 0 0,-1 0 0 0 0,1-1 0 0 0,-1 0 1 0 0,18-9-1 0 0,-7 5 42 0 0,-15 5-13 0 0,-2 0-83 0 0,5-8-71 0 0,-19 9 358 0 0,4 3-120 0 0,1 0-1 0 0,-1 1 1 0 0,1 0 0 0 0,-11 5 0 0 0,-1 4 24 0 0,1 0 1 0 0,0 1-1 0 0,-21 21 1 0 0,29-25-91 0 0,1 1-1 0 0,-1-1 1 0 0,2 1 0 0 0,-1 1 0 0 0,2-1 0 0 0,-1 1 0 0 0,-6 16-1 0 0,12-25-25 0 0,0 1-1 0 0,0-1 0 0 0,1 1 0 0 0,-1-1 0 0 0,0 1 1 0 0,1-1-1 0 0,0 1 0 0 0,0-1 0 0 0,0 5 1 0 0,0 0 1 0 0,-1-2-57 0 0,1 1-1 0 0,0-1 0 0 0,0 0 0 0 0,1 0 0 0 0,0 0 0 0 0,0 0 0 0 0,0 0 1 0 0,0 0-1 0 0,1 0 0 0 0,0 0 0 0 0,0-1 0 0 0,0 1 0 0 0,0 0 0 0 0,1-1 0 0 0,0 0 1 0 0,4 5-1 0 0,-1-1-336 0 0,1-1 1 0 0,-1 0 0 0 0,2 0-1 0 0,-1 0 1 0 0,1-1 0 0 0,14 9-1 0 0,41 13-3456 0 0,-25-15-297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4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0 2816 0 0,'0'0'4187'0'0,"3"6"-3657"0"0,8 22-317 0 0,-1-1-1 0 0,-1 1 0 0 0,-2 1 0 0 0,-1-1 0 0 0,-1 1 0 0 0,-1 0 1 0 0,0 45-1 0 0,-5-4 30 0 0,-2 1 0 0 0,-15 75 0 0 0,-36 101 611 0 0,50-229-688 0 0,3-13-54 0 0,-3 1-27 0 0,3-6-91 0 0,1 1-1 0 0,0-1 1 0 0,0 1 0 0 0,0-1-1 0 0,0 1 1 0 0,0-1 0 0 0,-1 1-1 0 0,1-1 1 0 0,0 1 0 0 0,-1-1-1 0 0,1 1 1 0 0,0-1 0 0 0,-1 0-1 0 0,1 1 1 0 0,0-1 0 0 0,-1 0-1 0 0,1 1 1 0 0,-1-1-1 0 0,1 0 1 0 0,-1 1 0 0 0,1-1-1 0 0,-1 0 1 0 0,1 0 0 0 0,-1 1-1 0 0,1-1 1 0 0,-1 0 0 0 0,0 0-1 0 0,-2-5-22 0 0,0 0-1 0 0,1 0 0 0 0,0 0 0 0 0,0-1 0 0 0,0 1 0 0 0,0-1 1 0 0,1 0-1 0 0,-1-11 0 0 0,-2-59-130 0 0,3 48 126 0 0,5-214-207 0 0,-1 212 279 0 0,1 0-1 0 0,1 0 1 0 0,2 0 0 0 0,1 1 0 0 0,22-55 0 0 0,-25 73 13 0 0,1 0 1 0 0,0 1-1 0 0,1 0 1 0 0,-1 1-1 0 0,2-1 0 0 0,-1 1 1 0 0,2 0-1 0 0,-1 1 1 0 0,1 0-1 0 0,0 1 1 0 0,1-1-1 0 0,-1 2 1 0 0,1-1-1 0 0,1 2 1 0 0,-1-1-1 0 0,21-6 1 0 0,-23 10 1 0 0,0 0 1 0 0,-1 1-1 0 0,1 1 1 0 0,0-1 0 0 0,-1 1-1 0 0,1 0 1 0 0,0 1-1 0 0,-1 0 1 0 0,1 0 0 0 0,0 1-1 0 0,-1 0 1 0 0,1 0-1 0 0,-1 1 1 0 0,0-1 0 0 0,0 2-1 0 0,0-1 1 0 0,7 5-1 0 0,2 3 26 0 0,0 0-1 0 0,-1 1 1 0 0,0 1-1 0 0,-1 0 1 0 0,17 21-1 0 0,-13-11-48 0 0,0 0 0 0 0,-2 2-1 0 0,-1 0 1 0 0,-1 1 0 0 0,-1 1-1 0 0,-1 0 1 0 0,-2 0 0 0 0,0 1-1 0 0,-2 0 1 0 0,5 34 0 0 0,-4 0-186 0 0,-2 1 0 0 0,-4-1 1 0 0,-6 103-1 0 0,2-149-218 0 0,-4 11-29 0 0,0-13-62 0 0,-13 27-1389 0 0,16-38 1425 0 0,0 0 0 0 0,-1 1 1 0 0,1-1-1 0 0,0 0 0 0 0,-1 0 0 0 0,0 0 0 0 0,0-1 0 0 0,0 1 1 0 0,0-1-1 0 0,0 0 0 0 0,0 1 0 0 0,-5 1 0 0 0,-16 6-3270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4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27 341 2492 0 0,'-22'-8'1514'0'0,"18"6"1776"0"0,9-1-2901 0 0,18-6-256 0 0,1 0 1 0 0,0 1 0 0 0,1 2 0 0 0,-1 0-1 0 0,38-3 1 0 0,-10 0-51 0 0,681-168-1364 0 0,-515 96-3136 0 0,-187 68 1585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4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244 8 1916 0 0,'0'0'802'0'0,"-4"-2"-94"0"0,0 1-509 0 0,1 0 0 0 0,-1 0 0 0 0,1 0-1 0 0,-1 0 1 0 0,0 1 0 0 0,1 0 0 0 0,-1-1 0 0 0,0 1-1 0 0,1 0 1 0 0,-1 1 0 0 0,0-1 0 0 0,1 1-1 0 0,-1-1 1 0 0,0 1 0 0 0,1 0 0 0 0,-6 3 0 0 0,-3 1 152 0 0,1 1 0 0 0,0 1 0 0 0,-16 11 1 0 0,20-12-204 0 0,0 0 1 0 0,0 0-1 0 0,1 1 0 0 0,0 0 1 0 0,-8 11-1 0 0,9-11-81 0 0,-6 6 189 0 0,1 0-150 0 0,2 3 89 0 0,-21 62 303 0 0,28-73-430 0 0,1 1-9 0 0,0-4-57 0 0,0 1-3 0 0,0-1 1 0 0,0 1-1 0 0,0-1 0 0 0,0 1 1 0 0,0 0-1 0 0,0-1 0 0 0,1 1 1 0 0,-1-1-1 0 0,1 1 0 0 0,0-1 1 0 0,0 0-1 0 0,0 1 0 0 0,0-1 1 0 0,0 0-1 0 0,0 1 1 0 0,1-1-1 0 0,-1 0 0 0 0,1 0 1 0 0,0 0-1 0 0,-1 0 0 0 0,3 2 1 0 0,49 20-662 0 0,-41-21 322 0 0,0-1-1 0 0,1-1 0 0 0,-1 0 1 0 0,1 0-1 0 0,-1-2 0 0 0,0 1 1 0 0,22-5-1 0 0,-20 3 23 0 0,2 0-612 0 0,0 0 0 0 0,0-2 0 0 0,24-7 0 0 0,-14 1-1943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4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1 2468 0 0,'-4'2'1142'0'0,"-4"5"-684"0"0,-1 1 0 0 0,2 0 1 0 0,-1 0-1 0 0,1 1 1 0 0,0 0-1 0 0,1 0 0 0 0,0 1 1 0 0,0 0-1 0 0,1 0 0 0 0,1 0 1 0 0,-7 20-1 0 0,10-25-409 0 0,0 0 0 0 0,0 0 0 0 0,1 0 0 0 0,0 0 1 0 0,-1 0-1 0 0,2 0 0 0 0,-1 0 0 0 0,1 0 0 0 0,-1 0 0 0 0,1-1 0 0 0,1 1 0 0 0,-1 0 0 0 0,1 0 0 0 0,0-1 0 0 0,0 1 0 0 0,0-1 0 0 0,0 0 1 0 0,1 1-1 0 0,0-1 0 0 0,0 0 0 0 0,0-1 0 0 0,0 1 0 0 0,1 0 0 0 0,-1-1 0 0 0,1 0 0 0 0,0 0 0 0 0,4 3 0 0 0,-3-3-111 0 0,-1-1 0 0 0,1 0 0 0 0,0 1 1 0 0,-1-2-1 0 0,1 1 0 0 0,0-1 0 0 0,0 1 0 0 0,0-1 0 0 0,1-1 0 0 0,9 1 0 0 0,-11 0 0 0 0,5 0-244 0 0,1-1 1 0 0,-1 0 0 0 0,0 0-1 0 0,1-1 1 0 0,-1 0-1 0 0,11-3 1 0 0,-14 3 179 0 0,5-1-435 0 0,-1 0-1 0 0,0-1 1 0 0,0 1-1 0 0,0-2 1 0 0,11-5-1 0 0,-13 6-128 0 0,16-8-2688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5.2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0 2252 0 0,'0'0'3355'0'0,"-5"1"-2776"0"0,-15 2-99 0 0,15-2-67 0 0,-2 16 220 0 0,5-15-535 0 0,1 2 183 0 0,0-2-249 0 0,0-1 1 0 0,0 1 0 0 0,1-1-1 0 0,-1 1 1 0 0,0 0-1 0 0,1-1 1 0 0,0 1 0 0 0,-1 0-1 0 0,1 0 1 0 0,0-1-1 0 0,0 1 1 0 0,0 3 0 0 0,0-3 25 0 0,-1 4 118 0 0,0 0-16 0 0,4 52 349 0 0,-2-52-451 0 0,1-1-8 0 0,1 1-43 0 0,0 0 1 0 0,0 0 0 0 0,0 0 0 0 0,1 0-1 0 0,5 5 1 0 0,-6-8-86 0 0,1-1-18 0 0,15 4-43 0 0,-14-4 20 0 0,0-2 22 0 0,17 0-45 0 0,-16 0 6 0 0,0-1 12 0 0,3-1 121 0 0,0 0 0 0 0,-1-1-1 0 0,1 0 1 0 0,-1 0-1 0 0,0-1 1 0 0,0 0-1 0 0,0 0 1 0 0,0-1-1 0 0,0 0 1 0 0,-1 0 0 0 0,0-1-1 0 0,0 0 1 0 0,-1 0-1 0 0,0 0 1 0 0,0-1-1 0 0,0 0 1 0 0,7-13-1 0 0,-4 5 178 0 0,-6 11 3 0 0,-1 0-22 0 0,14-40 690 0 0,-15 40 1321 0 0,0 10-2038 0 0,1 13-148 0 0,1 0-1 0 0,1 0 1 0 0,1 0-1 0 0,0 0 1 0 0,10 20-1 0 0,-11-33-385 0 0,0 0-1 0 0,1 0 1 0 0,-1-1 0 0 0,1 0-1 0 0,0 1 1 0 0,1-2 0 0 0,-1 1-1 0 0,1 0 1 0 0,0-1 0 0 0,0 0-1 0 0,1-1 1 0 0,10 5 0 0 0,-12-6-493 0 0,0-1-155 0 0,14 1-723 0 0,-15-1-1272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5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2608 0 0,'6'-1'1158'0'0,"-1"0"-899"0"0,1 0 0 0 0,0 0 0 0 0,-1 1 1 0 0,1 0-1 0 0,0 0 0 0 0,0 0 0 0 0,-1 1 0 0 0,1 0 1 0 0,0 0-1 0 0,-1 0 0 0 0,1 1 0 0 0,-1 0 1 0 0,0 0-1 0 0,1 0 0 0 0,-1 0 0 0 0,0 1 0 0 0,0 0 1 0 0,-1 0-1 0 0,1 1 0 0 0,0-1 0 0 0,-1 1 1 0 0,0 0-1 0 0,0 0 0 0 0,7 9 0 0 0,35 50 221 0 0,-43-59-438 0 0,-1 0-26 0 0,0 2 132 0 0,1-1 1 0 0,-1 0 0 0 0,0 0-1 0 0,-1 1 1 0 0,1-1-1 0 0,-1 1 1 0 0,0 0 0 0 0,-1-1-1 0 0,1 1 1 0 0,-2 11-1 0 0,0-13 136 0 0,1-4-281 0 0,0-1 0 0 0,0 1-1 0 0,0 0 1 0 0,0 0-1 0 0,0-1 1 0 0,0 1-1 0 0,0 0 1 0 0,0 0-1 0 0,0-1 1 0 0,-1 1-1 0 0,1 0 1 0 0,0 0 0 0 0,0-1-1 0 0,0 1 1 0 0,0 0-1 0 0,-1 0 1 0 0,1 0-1 0 0,0-1 1 0 0,0 1-1 0 0,0 0 1 0 0,-1 0-1 0 0,1 0 1 0 0,0 0-1 0 0,0 0 1 0 0,-1 0 0 0 0,1-1-1 0 0,0 1 1 0 0,0 0-1 0 0,-1 0 1 0 0,1 0-1 0 0,0 0 1 0 0,-1 0-1 0 0,0 0 0 0 0,1 0 0 0 0,-1 0 0 0 0,0-1-1 0 0,1 1 1 0 0,-1 0 0 0 0,0-1 0 0 0,1 1 0 0 0,-1 0-1 0 0,0-1 1 0 0,1 1 0 0 0,-1-1 0 0 0,1 1-1 0 0,-1-1 1 0 0,1 1 0 0 0,-1-1 0 0 0,1 1 0 0 0,-1-1-1 0 0,1 1 1 0 0,0-1 0 0 0,-1 0 0 0 0,1 1-1 0 0,-1-2 1 0 0,-1-3-86 0 0,1 0 0 0 0,-1 0 0 0 0,1 0 0 0 0,0-1 0 0 0,1 1 0 0 0,-1 0 0 0 0,1 0 0 0 0,0-1 0 0 0,0 1 0 0 0,0 0 0 0 0,1 0 0 0 0,0-1 0 0 0,0 1 0 0 0,0 0 0 0 0,1 0 0 0 0,-1 0 0 0 0,1 0-1 0 0,1 0 1 0 0,-1 1 0 0 0,1-1 0 0 0,4-6 0 0 0,4-4-676 0 0,1 0-1 0 0,24-23 0 0 0,14-3-3815 0 0,-30 28 496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6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188 139 4124 0 0,'2'-5'1339'0'0,"6"-13"-195"0"0,-6 13-164 0 0,-1 0-130 0 0,4-17-107 0 0,-4 16-67 0 0,-1 1-70 0 0,0-14-112 0 0,0 14-70 0 0,-1 1-48 0 0,-1-14-36 0 0,1 14-50 0 0,0 0-42 0 0,-6-9-43 0 0,5 10 95 0 0,-2 2-169 0 0,1 0-105 0 0,-1 1 1 0 0,1-1 0 0 0,-1 1-1 0 0,1 0 1 0 0,-1 0 0 0 0,1 1-1 0 0,-1-1 1 0 0,1 1-1 0 0,0-1 1 0 0,-1 1 0 0 0,1 0-1 0 0,0 0 1 0 0,0 1-1 0 0,-1-1 1 0 0,1 1 0 0 0,0-1-1 0 0,1 1 1 0 0,-1 0-1 0 0,0 0 1 0 0,0 0 0 0 0,1 1-1 0 0,-1-1 1 0 0,-2 4-1 0 0,-7 7 28 0 0,1 0 0 0 0,0 1-1 0 0,-11 18 1 0 0,-2 14 2 0 0,20-40-53 0 0,-8 21 30 0 0,6-3 6 0 0,1-1 3 0 0,2 6-59 0 0,3-24-7 0 0,9 16-207 0 0,10-12-30 0 0,-16-7 137 0 0,2-1-31 0 0,3-1 129 0 0,-1 0 0 0 0,0 0 0 0 0,0-1 0 0 0,1 0 0 0 0,-1 0 0 0 0,0-1-1 0 0,0 0 1 0 0,0 0 0 0 0,0-1 0 0 0,-1 0 0 0 0,1 0 0 0 0,-1 0 0 0 0,1-1 0 0 0,-1 0 0 0 0,0 0 0 0 0,0-1 0 0 0,-1 0 0 0 0,0 0 0 0 0,1 0 0 0 0,-2 0 0 0 0,1-1 0 0 0,4-6 0 0 0,-4 4 73 0 0,1 0 0 0 0,-1 0 0 0 0,-1-1 0 0 0,0 0 0 0 0,0 1 1 0 0,3-14-1 0 0,-1 5 196 0 0,-4 13 544 0 0,-3 9-733 0 0,-3 14-2 0 0,3-14-10 0 0,1 1-6 0 0,-1 17-18 0 0,1-17 2 0 0,0-1-7 0 0,3 18-85 0 0,-3-17-135 0 0,7 15-182 0 0,-5-16 286 0 0,0 0-319 0 0,1-2 2 0 0,1 1 213 0 0,0-1-1 0 0,0 0 0 0 0,0-1 1 0 0,1 1-1 0 0,-1-1 1 0 0,1 1-1 0 0,0-1 1 0 0,-1-1-1 0 0,1 1 1 0 0,0-1-1 0 0,0 0 0 0 0,0 0 1 0 0,0 0-1 0 0,0-1 1 0 0,0 1-1 0 0,1-1 1 0 0,-1 0-1 0 0,0-1 0 0 0,0 0 1 0 0,0 1-1 0 0,5-3 1 0 0,8-1-660 0 0,-1 0 0 0 0,0-1 1 0 0,0-1-1 0 0,-1-1 0 0 0,17-9 0 0 0,-13 2-2193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7.3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1 3100 0 0,'0'0'4245'0'0,"-5"2"-3682"0"0,-15 5-28 0 0,19-6-500 0 0,0-1 0 0 0,0 1-1 0 0,0-1 1 0 0,0 1 0 0 0,0-1-1 0 0,1 1 1 0 0,-1 0-1 0 0,0-1 1 0 0,0 1 0 0 0,1 0-1 0 0,-1 0 1 0 0,0 0 0 0 0,1-1-1 0 0,-1 1 1 0 0,1 0-1 0 0,-1 0 1 0 0,1 0 0 0 0,-1 0-1 0 0,1 0 1 0 0,0 0 0 0 0,-1 0-1 0 0,1 0 1 0 0,0 1-1 0 0,0-1 65 0 0,-9 15 241 0 0,1-1-1 0 0,1 1 1 0 0,1 0 0 0 0,0 1 0 0 0,-5 22 0 0 0,10-34-215 0 0,1 1-17 0 0,0 2-73 0 0,0-1-1 0 0,1 1 1 0 0,0 0-1 0 0,0-1 1 0 0,0 1-1 0 0,1-1 1 0 0,0 0-1 0 0,1 0 1 0 0,4 10-1 0 0,-5-15-66 0 0,0 0-1 0 0,0 0 0 0 0,0 1 0 0 0,0-1 0 0 0,0 0 1 0 0,1-1-1 0 0,-1 1 0 0 0,1 0 0 0 0,0-1 1 0 0,-1 1-1 0 0,1-1 0 0 0,0 0 0 0 0,0 0 0 0 0,0 0 1 0 0,4 0-1 0 0,-4 0 29 0 0,2 1-176 0 0,12-2-6 0 0,-8 1 98 0 0,1-1-1 0 0,0 0 0 0 0,-1-1 1 0 0,1 0-1 0 0,0-1 0 0 0,-1 1 1 0 0,12-5-1 0 0,34-23-220 0 0,-50 26 263 0 0,14-11-85 0 0,-5-1-3 0 0,58-74 82 0 0,-70 85 102 0 0,-1 4-33 0 0,-1-1 0 0 0,0 0 1 0 0,0 0-1 0 0,1 1 0 0 0,-1-1 0 0 0,0 0 0 0 0,1 1 1 0 0,-1-1-1 0 0,0 0 0 0 0,1 1 0 0 0,-1-1 0 0 0,1 1 1 0 0,-1-1-1 0 0,1 1 0 0 0,0-1 0 0 0,-1 1 0 0 0,1-1 1 0 0,0 1-1 0 0,-1-1 0 0 0,2 1 0 0 0,-2-1 539 0 0,-4 21-437 0 0,3-15-22 0 0,-1 0-20 0 0,-2 16-12 0 0,3-16-47 0 0,1 0-108 0 0,0 17 137 0 0,0-16-1 0 0,1-1-32 0 0,15 41-39 0 0,-14-42-82 0 0,-2-4 101 0 0,0 0-1 0 0,1 0 1 0 0,-1 0-1 0 0,0 0 1 0 0,1 0-1 0 0,-1 0 1 0 0,0 0-1 0 0,1 1 1 0 0,-1-1 0 0 0,0 0-1 0 0,1 0 1 0 0,-1 0-1 0 0,0 0 1 0 0,0 0-1 0 0,1 1 1 0 0,-1-1-1 0 0,0 0 1 0 0,1 0-1 0 0,-1 0 1 0 0,0 1 0 0 0,0-1-1 0 0,0 0 1 0 0,1 0-1 0 0,-1 1 1 0 0,0-1-1 0 0,0 0 1 0 0,0 0-1 0 0,0 1 1 0 0,1-1 0 0 0,-1 1-1 0 0,0-1-14 0 0,0 1-1 0 0,1 0 1 0 0,-1-1-1 0 0,1 1 1 0 0,-1 0-1 0 0,1-1 1 0 0,-1 1 0 0 0,1-1-1 0 0,-1 1 1 0 0,1-1-1 0 0,-1 1 1 0 0,1-1-1 0 0,0 1 1 0 0,-1-1 0 0 0,1 0-1 0 0,0 1 1 0 0,-1-1-1 0 0,1 0 1 0 0,0 1-1 0 0,0-1 1 0 0,1 0 0 0 0,15 4-197 0 0,-13-2 20 0 0,1-4 32 0 0,4 1 122 0 0,0-2 0 0 0,-1 1 0 0 0,0-1 0 0 0,0 0 0 0 0,0-1 0 0 0,0 0 0 0 0,0 0 0 0 0,-1-1 0 0 0,1 0 0 0 0,-1 0 0 0 0,-1-1 0 0 0,1 0 0 0 0,-1 0 0 0 0,0 0 0 0 0,0-1 0 0 0,5-8 0 0 0,33-47 945 0 0,-41 58-9 0 0,12 15-588 0 0,-13-8-249 0 0,2 5 115 0 0,-1 66 307 0 0,-19 267 365 0 0,7-261-632 0 0,-4-1 1 0 0,-31 106 0 0 0,42-177-158 0 0,-1 1 0 0 0,0 0-1 0 0,0-1 1 0 0,-1 1 0 0 0,-1-1 0 0 0,1 0-1 0 0,-1-1 1 0 0,0 1 0 0 0,-1-1 0 0 0,0 0-1 0 0,0 0 1 0 0,-1-1 0 0 0,1 1 0 0 0,-1-2-1 0 0,-1 1 1 0 0,-8 5 0 0 0,13-10-28 0 0,0 0 1 0 0,0 0-1 0 0,-1 0 0 0 0,1 0 0 0 0,0-1 1 0 0,0 1-1 0 0,0-1 0 0 0,-1 0 1 0 0,1 0-1 0 0,0 0 0 0 0,0 0 0 0 0,-1-1 1 0 0,1 0-1 0 0,0 1 0 0 0,-6-3 1 0 0,7 2-16 0 0,-1 1 0 0 0,1-1-1 0 0,0 1 1 0 0,0-1 0 0 0,-1 0-1 0 0,1 0 1 0 0,0 0-1 0 0,0 0 1 0 0,0 0-1 0 0,0 0 1 0 0,0-1-1 0 0,0 1 1 0 0,0-1-1 0 0,-2-1 1 0 0,-3-3 11 0 0,-1-1-42 0 0,-1-1 0 0 0,1 0 0 0 0,0 0 0 0 0,1-1 0 0 0,0 1 0 0 0,0-2-1 0 0,1 1 1 0 0,0-1 0 0 0,0 0 0 0 0,1 0 0 0 0,1 0 0 0 0,0-1 0 0 0,0 1 0 0 0,1-1 0 0 0,0 0 0 0 0,1 0 0 0 0,-1-17 0 0 0,1 1-268 0 0,1 0 0 0 0,1 0 0 0 0,1 0 1 0 0,2 0-1 0 0,0 0 0 0 0,8-27 1 0 0,-3 25-370 0 0,1 1 1 0 0,1 0 0 0 0,18-33-1 0 0,24-30-4612 0 0,-31 59 928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8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61 138 2780 0 0,'-6'0'890'0'0,"-18"1"-147"0"0,17-1 457 0 0,2 1-703 0 0,-14-1 1952 0 0,27-1-1418 0 0,43-5-1012 0 0,-23 3 286 0 0,369-70 1352 0 0,-256 43-3342 0 0,-1 4-4141 0 0,-135 25 1806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9.0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27 117 2212 0 0,'-5'2'1066'0'0,"-16"9"3659"0"0,24-8-4355 0 0,-1-2-321 0 0,1 1-1 0 0,0-1 1 0 0,0 0 0 0 0,-1 0 0 0 0,1 0 0 0 0,0 0 0 0 0,0 0-1 0 0,0 0 1 0 0,0-1 0 0 0,0 0 0 0 0,0 1 0 0 0,0-1 0 0 0,0 0-1 0 0,0-1 1 0 0,1 1 0 0 0,4-2 0 0 0,296-58 999 0 0,-107 7-3559 0 0,-137 34-1169 0 0,-34 11-340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3:59.8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17 4040 0 0,'-2'-2'1664'0'0,"-10"-12"4384"0"0,7 15-5672 0 0,-13 3-40 0 0,17-4-327 0 0,1 0-1 0 0,0 0 1 0 0,0 0 0 0 0,-1 0-1 0 0,1 0 1 0 0,0 1-1 0 0,0-1 1 0 0,0 0-1 0 0,-1 0 1 0 0,1 0-1 0 0,0 0 1 0 0,0 0-1 0 0,-1 0 1 0 0,1 0-1 0 0,0 0 1 0 0,0 1-1 0 0,0-1 1 0 0,-1 0-1 0 0,1 0 1 0 0,0 0-1 0 0,0 0 1 0 0,0 1-1 0 0,0-1 1 0 0,-1 0-1 0 0,1 0 1 0 0,0 1-1 0 0,0-1 1 0 0,0 0-1 0 0,0 0 1 0 0,0 0-1 0 0,0 1 1 0 0,0-1-1 0 0,0 1 1 0 0,-6 20 220 0 0,1 0 0 0 0,1 0 0 0 0,1 1 1 0 0,1-1-1 0 0,1 1 0 0 0,2 32 0 0 0,20 140-218 0 0,-18-167 25 0 0,3 8-574 0 0,10 37 1 0 0,-11-55-660 0 0,1 1-1 0 0,0 0 1 0 0,15 25-1 0 0,-19-40-314 0 0,1 0-1066 0 0,11 14-1832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0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13 261 2972 0 0,'-5'-24'830'0'0,"1"-1"-1"0"0,2 0 0 0 0,0 0 1 0 0,2 0-1 0 0,3-31 1 0 0,-2 51-716 0 0,0 0 0 0 0,1 1 0 0 0,-1-1 1 0 0,1 1-1 0 0,0-1 0 0 0,0 1 0 0 0,1 0 0 0 0,-1 0 1 0 0,5-6-1 0 0,-4 5 3 0 0,-1 3-82 0 0,0 0 0 0 0,0 0 1 0 0,1 0-1 0 0,-1 0 0 0 0,0 0 1 0 0,1 1-1 0 0,-1-1 0 0 0,1 1 1 0 0,-1-1-1 0 0,1 1 0 0 0,0 0 1 0 0,-1 0-1 0 0,1 1 1 0 0,0-1-1 0 0,0 0 0 0 0,4 0 1 0 0,-5 1 27 0 0,4-1-8 0 0,-1 1 1 0 0,1 0-1 0 0,-1 0 1 0 0,1 0 0 0 0,-1 0-1 0 0,1 1 1 0 0,-1 0 0 0 0,1 0-1 0 0,7 3 1 0 0,-8-3-40 0 0,6 2 16 0 0,-1 1 0 0 0,1 0 0 0 0,-1 0 0 0 0,0 1 1 0 0,0 1-1 0 0,0-1 0 0 0,-1 2 0 0 0,0-1 1 0 0,0 1-1 0 0,-1 0 0 0 0,1 1 0 0 0,-2 0 0 0 0,1 1 1 0 0,-1-1-1 0 0,6 11 0 0 0,-9-12-2 0 0,0 1 1 0 0,-1 0-1 0 0,0-1 1 0 0,0 2-1 0 0,2 10 1 0 0,-5-18-31 0 0,1 4 19 0 0,-1 2 17 0 0,0-2-34 0 0,0 1-6 0 0,0-1 0 0 0,0 1 0 0 0,-1 0 1 0 0,0-1-1 0 0,0 1 0 0 0,0-1 0 0 0,0 1 1 0 0,-1-1-1 0 0,-4 9 0 0 0,-14 22-7 0 0,14-30 10 0 0,0-1 1 0 0,-2 4 6 0 0,-6 4-8 0 0,-1-3 7 0 0,10-5-1 0 0,4-3-4 0 0,-1-1 0 0 0,0 1 0 0 0,0-1 1 0 0,0 1-1 0 0,0-1 0 0 0,0 0 0 0 0,0 1 0 0 0,-1-1 1 0 0,-4 1-1 0 0,-30 15 4 0 0,33-16-2 0 0,-35 4-12 0 0,32-4 14 0 0,-1 0 0 0 0,1-1 0 0 0,0 0 0 0 0,0-1 0 0 0,0 0 1 0 0,0 0-1 0 0,-8-2 0 0 0,13 3-2 0 0,-3-1 19 0 0,1-1 1 0 0,4 2-8 0 0,-1 0 0 0 0,0-1 0 0 0,1 1 0 0 0,-1 0 0 0 0,0 0 0 0 0,1-1 0 0 0,-1 1-1 0 0,0 0 1 0 0,1-1 0 0 0,-1 1 0 0 0,1 0 0 0 0,-1-1 0 0 0,1 1 0 0 0,-1-1 0 0 0,1 1-1 0 0,-1-1 1 0 0,1 1 0 0 0,-1-1 0 0 0,1 0 0 0 0,0 1 0 0 0,-1-1 0 0 0,1 0 0 0 0,14-7 174 0 0,-13 8-179 0 0,0-1-1 0 0,0 1 0 0 0,0 0 0 0 0,0 0 0 0 0,0 0 0 0 0,0 0 0 0 0,0 0 0 0 0,0 0 1 0 0,0 0-1 0 0,0 0 0 0 0,0 0 0 0 0,0 0 0 0 0,0 1 0 0 0,0-1 0 0 0,0 0 0 0 0,0 1 1 0 0,0-1-1 0 0,0 1 0 0 0,0-1 0 0 0,0 1 0 0 0,0-1 0 0 0,1 2 0 0 0,-1-2 19 0 0,21 10 153 0 0,0 2 1 0 0,32 20 0 0 0,7 9-29 0 0,56 30-1442 0 0,-111-68 781 0 0,0-1 0 0 0,0 0 0 0 0,0 0 0 0 0,0 0 0 0 0,0 0 0 0 0,0-1 0 0 0,1 0 0 0 0,9 0 0 0 0,-10-2-1982 0 0,26-2-1761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0.9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1 121 2144 0 0,'1'-7'405'0'0,"0"0"-1"0"0,0 0 0 0 0,1 0 0 0 0,0 0 1 0 0,1 0-1 0 0,-1 0 0 0 0,7-11 1 0 0,-6 14-282 0 0,0 1 1 0 0,-1-1-1 0 0,1 1 1 0 0,0 0 0 0 0,1 0-1 0 0,-1 0 1 0 0,0 0-1 0 0,1 0 1 0 0,0 1 0 0 0,-1 0-1 0 0,1-1 1 0 0,0 1-1 0 0,0 1 1 0 0,1-1-1 0 0,5-1 1 0 0,-2 1-10 0 0,-1 0 0 0 0,0 0 1 0 0,1 1-1 0 0,-1 0 0 0 0,1 0 0 0 0,-1 1 0 0 0,1 0 1 0 0,-1 0-1 0 0,1 1 0 0 0,-1 0 0 0 0,1 0 0 0 0,-1 1 1 0 0,10 3-1 0 0,-11-3-92 0 0,-1 0 0 0 0,0 1 0 0 0,0-1 0 0 0,0 1 0 0 0,0 0-1 0 0,-1 0 1 0 0,8 7 0 0 0,-6-6 9 0 0,-4-2-18 0 0,1 1 0 0 0,0 0-1 0 0,-1-1 1 0 0,0 1 0 0 0,0 0 0 0 0,1 0 0 0 0,-2 1 0 0 0,1-1 0 0 0,0 0 0 0 0,-1 1 0 0 0,2 4-1 0 0,-2-5 2 0 0,1 1 17 0 0,-2 2-7 0 0,1 0 4 0 0,-1-1 1 0 0,0 1-1 0 0,0-1 0 0 0,-1 1 1 0 0,0-1-1 0 0,0 1 1 0 0,0-1-1 0 0,-1 0 1 0 0,0 1-1 0 0,1-1 1 0 0,-2 0-1 0 0,1 0 1 0 0,-1 0-1 0 0,-4 5 1 0 0,-12 10 220 0 0,-2-2 1 0 0,-24 18-1 0 0,41-34-134 0 0,0 1 15 0 0,-18 9 281 0 0,0 1 1038 0 0,26-11-1397 0 0,3 1-33 0 0,0-1 0 0 0,0 0 0 0 0,0-1-1 0 0,0 1 1 0 0,9-1 0 0 0,76-5-167 0 0,-49 1-64 0 0,146-8-1220 0 0,-61 8-5394 0 0,-96 3 2655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1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51 3668 0 0,'0'0'3481'0'0,"4"2"-2949"0"0,-1-1-426 0 0,1 0-1 0 0,-1 0 1 0 0,1 0-1 0 0,-1 0 1 0 0,1-1-1 0 0,-1 1 0 0 0,1-1 1 0 0,-1 0-1 0 0,1 0 1 0 0,-1 0-1 0 0,1-1 1 0 0,-1 1-1 0 0,7-3 1 0 0,91-16 576 0 0,33-8-2192 0 0,-129 26 1340 0 0,3-1-646 0 0,-1 0 0 0 0,0 1 0 0 0,1 0 0 0 0,-1 0 0 0 0,8 1 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1.3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31 3240 0 0,'-58'42'4470'0'0,"55"-39"-2454"0"0,6 0-1785 0 0,-2-2-208 0 0,0 0-1 0 0,1 0 1 0 0,-1 1 0 0 0,1-1 0 0 0,-1 0-1 0 0,1 0 1 0 0,0 0 0 0 0,0-1 0 0 0,-1 1-1 0 0,1 0 1 0 0,0-1 0 0 0,0 1-1 0 0,0-1 1 0 0,-1 1 0 0 0,1-1 0 0 0,0 0-1 0 0,0 0 1 0 0,2 0 0 0 0,39-6-101 0 0,-25 2 45 0 0,143-31-2115 0 0,-58 3-2140 0 0,-64 17 486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2.2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9 2904 0 0,'-7'-8'4731'0'0,"3"10"-1857"0"0,4 25-1089 0 0,11 37-2804 0 0,-11-61 1562 0 0,1 0-527 0 0,5 40-13 0 0,3 0 0 0 0,20 63-1 0 0,-28-104-370 0 0,0 1 1 0 0,0-1-1 0 0,0 0 0 0 0,1 1 0 0 0,-1-1 0 0 0,0 0 0 0 0,1 0 0 0 0,0 0 0 0 0,0 0 0 0 0,-1-1 0 0 0,1 1 0 0 0,0 0 0 0 0,0-1 0 0 0,0 1 0 0 0,1-1 0 0 0,-1 0 0 0 0,5 2 1 0 0,-4-1 34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2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0 195 4088 0 0,'0'0'6437'0'0,"3"-3"-5934"0"0,1 0-379 0 0,0 0-1 0 0,1 0 0 0 0,-1 0 1 0 0,1 0-1 0 0,0 1 1 0 0,0-1-1 0 0,0 1 0 0 0,0 1 1 0 0,0-1-1 0 0,1 1 1 0 0,-1 0-1 0 0,0 0 0 0 0,8 0 1 0 0,5-2 29 0 0,46-9-142 0 0,266-57-845 0 0,-117 5-6552 0 0,-169 49 2726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5.1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1 380 2976 0 0,'759'-131'8505'0'0,"-2"0"-6186"0"0,-585 93-2172 0 0,50-12-584 0 0,-77 21-2956 0 0,-141 28 2285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8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97 4620 0 0,'0'0'6494'0'0,"2"-4"-6169"0"0,-1 2-295 0 0,0-1 0 0 0,0 1-1 0 0,1 0 1 0 0,-1-1 0 0 0,1 1 0 0 0,0 0 0 0 0,-1 0-1 0 0,1 0 1 0 0,0 0 0 0 0,0 1 0 0 0,0-1 0 0 0,0 0-1 0 0,1 1 1 0 0,-1-1 0 0 0,0 1 0 0 0,1 0-1 0 0,-1 0 1 0 0,1 0 0 0 0,-1 0 0 0 0,1 0 0 0 0,3 0-1 0 0,105-34-1757 0 0,-35 16-4253 0 0,-69 18 1636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8.5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44 3340 0 0,'-2'4'1320'0'0,"1"-4"-920"0"0,-7 9-117 0 0,5-2 2663 0 0,21 4-2052 0 0,-17-11-873 0 0,0 1 0 0 0,0 0 1 0 0,1-1-1 0 0,-1 1 0 0 0,0-1 1 0 0,1 0-1 0 0,-1 0 0 0 0,0 1 0 0 0,1-1 1 0 0,-1 0-1 0 0,0 0 0 0 0,1 0 0 0 0,-1 0 1 0 0,0 0-1 0 0,1-1 0 0 0,-1 1 1 0 0,0 0-1 0 0,0-1 0 0 0,2 0 0 0 0,-1 1 32 0 0,36-3-401 0 0,0-2 1 0 0,37-10-1 0 0,67-23-4358 0 0,-136 36 4369 0 0,32-11-3198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8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31 2972 0 0,'-2'-3'1414'0'0,"-1"-1"-926"0"0,-15-19 7499 0 0,20 38-7768 0 0,0 0 1 0 0,2 0 0 0 0,-1 0 0 0 0,12 27 0 0 0,31 67 197 0 0,-41-100-389 0 0,24 57-442 0 0,-23-53-511 0 0,2 0 0 0 0,0-1 0 0 0,0 0 0 0 0,1-1 0 0 0,14 15 0 0 0,-22-25 703 0 0,0 0-1 0 0,0 0 0 0 0,0 0 0 0 0,0-1 0 0 0,0 1 0 0 0,0 0 0 0 0,1 0 0 0 0,-1-1 0 0 0,0 1 1 0 0,0-1-1 0 0,1 1 0 0 0,-1-1 0 0 0,3 1 0 0 0,0 0-720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09.0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1 130 2596 0 0,'0'0'6537'0'0,"4"-2"-5795"0"0,27-8 112 0 0,0 1 0 0 0,1 2 1 0 0,45-6-1 0 0,223-44-88 0 0,-206 37-3592 0 0,-73 12 684 0 0,-9 5-1858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19.4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29 175 3916 0 0,'-24'-6'1627'0'0,"20"4"2261"0"0,5-2-3264 0 0,1 1-530 0 0,0 0 1 0 0,1 0-1 0 0,-1-1 0 0 0,1 1 1 0 0,-1 1-1 0 0,1-1 1 0 0,0 0-1 0 0,0 1 0 0 0,0-1 1 0 0,1 1-1 0 0,-1 0 0 0 0,0 0 1 0 0,1 0-1 0 0,0 1 0 0 0,-1-1 1 0 0,1 1-1 0 0,6-2 1 0 0,5-3 34 0 0,173-58 500 0 0,-68 30-4071 0 0,-90 26 1299 0 0,-18 5-399 0 0,13-1-1803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19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82 2720 0 0,'-5'3'1467'0'0,"-40"20"1434"0"0,41-21-2238 0 0,-8 2 79 0 0,8 0 403 0 0,336-105-7244 0 0,-280 84 2600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1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1 3548 0 0,'0'0'4381'0'0,"1"6"-3923"0"0,2 26-20 0 0,-1 1-1 0 0,-2-1 0 0 0,-6 50 0 0 0,1-11-81 0 0,-3 48 13 0 0,0 120-1206 0 0,8-233 250 0 0,6 4-2435 0 0,-1 1 185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2.2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91 183 1528 0 0,'-5'-1'993'0'0,"-13"-4"-155"0"0,13 3-161 0 0,-1 1-79 0 0,-17-3-38 0 0,17 3-75 0 0,1 0-61 0 0,-13-2 0 0 0,13 2 2215 0 0,12 1-2513 0 0,75-3 146 0 0,0-4 0 0 0,124-26 0 0 0,161-57-2230 0 0,-272 64-278 0 0,-83 24 59 0 0,12-1-1520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2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215 76 1980 0 0,'0'0'1009'0'0,"1"-5"-180"0"0,1-16-141 0 0,-1 16-100 0 0,-3 1-97 0 0,-3-14-9 0 0,4 17-419 0 0,1 0 1 0 0,-1-1 0 0 0,1 1 0 0 0,-1 0-1 0 0,0 0 1 0 0,1 0 0 0 0,-1 0 0 0 0,0 0-1 0 0,0 0 1 0 0,0 0 0 0 0,0 1 0 0 0,0-1-1 0 0,0 0 1 0 0,0 0 0 0 0,0 1 0 0 0,0-1-1 0 0,0 1 1 0 0,0-1 0 0 0,0 1 0 0 0,0-1-1 0 0,0 1 1 0 0,-1-1 0 0 0,0 1 0 0 0,-3 0 24 0 0,-1 0 0 0 0,1 1 0 0 0,0-1 0 0 0,0 1 0 0 0,0 0 0 0 0,0 0 0 0 0,0 1 0 0 0,1 0 0 0 0,-1 0 0 0 0,0 0 0 0 0,1 0 0 0 0,-1 1 0 0 0,1-1 0 0 0,0 1 0 0 0,-5 4 0 0 0,-2 2 18 0 0,1 1-1 0 0,-1 0 0 0 0,2 1 0 0 0,-1 0 0 0 0,2 0 0 0 0,-1 1 0 0 0,1 0 1 0 0,1 0-1 0 0,-10 25 0 0 0,11-16-26 0 0,5-15-66 0 0,0-2 22 0 0,2 2-5 0 0,-1-3-38 0 0,1 0 0 0 0,-1 0-1 0 0,1 0 1 0 0,0 0 0 0 0,0 0 0 0 0,0 0-1 0 0,0 0 1 0 0,0 0 0 0 0,1 0 0 0 0,-1 0-1 0 0,1 0 1 0 0,0-1 0 0 0,-1 1 0 0 0,1-1-1 0 0,1 1 1 0 0,-1-1 0 0 0,0 0-1 0 0,1 0 1 0 0,-1 0 0 0 0,1 0 0 0 0,-1 0-1 0 0,1 0 1 0 0,0-1 0 0 0,3 2 0 0 0,4-1-3 0 0,0 0 0 0 0,1-1 0 0 0,-1 0 0 0 0,0-1 0 0 0,1 0 0 0 0,-1 0 0 0 0,0-1 0 0 0,0-1 0 0 0,1 0 1 0 0,-1 0-1 0 0,0-1 0 0 0,-1 0 0 0 0,1-1 0 0 0,0 0 0 0 0,-1 0 0 0 0,17-12 0 0 0,-20 13 42 0 0,0 0-1 0 0,-1-1 0 0 0,1 0 1 0 0,-1 0-1 0 0,0 0 0 0 0,0-1 1 0 0,0 0-1 0 0,-1 1 0 0 0,0-2 1 0 0,0 1-1 0 0,0 0 1 0 0,0-1-1 0 0,-1 0 0 0 0,0 0 1 0 0,0 0-1 0 0,2-9 0 0 0,-3 9-10 0 0,0 1 0 0 0,-1-1 0 0 0,0 0 0 0 0,0 0 0 0 0,0 0 0 0 0,-1 0 0 0 0,0-1 0 0 0,0 1 0 0 0,0 0 0 0 0,-1 0 0 0 0,0 0 0 0 0,0 0 0 0 0,-4-10 0 0 0,-6-11-9 0 0,7 22-2 0 0,0 3-6 0 0,2-1-10 0 0,-3 1 4 0 0,-15-5 4 0 0,15 5-14 0 0,-1 3 4 0 0,-5 2 13 0 0,0 1 0 0 0,0 0 1 0 0,1 1-1 0 0,-1 0 0 0 0,1 0 0 0 0,0 1 0 0 0,1 0 0 0 0,-13 11 0 0 0,5 0-136 0 0,1 0-1 0 0,-23 34 1 0 0,36-46-58 0 0,-2 14-243 0 0,2-14 334 0 0,2 0-246 0 0,3-1-460 0 0,5 14 344 0 0,-6-14-45 0 0,4-3-28 0 0,14 2-17 0 0,-15-2-86 0 0,3-2-124 0 0,1 1 478 0 0,-4 0 52 0 0,-1-1 1 0 0,0 1-1 0 0,1 0 0 0 0,-1-1 1 0 0,0 0-1 0 0,1 0 0 0 0,-1 0 1 0 0,3-2-1 0 0,25-8-2298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3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75 2012 0 0,'19'-52'3322'0'0,"-17"48"-2567"0"0,0 0-160 0 0,5-10 2632 0 0,-10 34-2630 0 0,-11 37-665 0 0,-3-7 328 0 0,3 1 1 0 0,2 0 0 0 0,-8 74-1 0 0,19-120-277 0 0,1 0-1 0 0,0 0 0 0 0,1 0 0 0 0,-1 0 1 0 0,1 0-1 0 0,0 0 0 0 0,1 0 0 0 0,-1-1 1 0 0,1 1-1 0 0,0 0 0 0 0,0-1 0 0 0,0 1 1 0 0,0-1-1 0 0,1 1 0 0 0,0-1 0 0 0,0 0 0 0 0,0 0 1 0 0,0-1-1 0 0,1 1 0 0 0,0-1 0 0 0,4 5 1 0 0,-7-8-9 0 0,0 1 0 0 0,0 0 1 0 0,0 0-1 0 0,0-1 0 0 0,0 1 0 0 0,0-1 1 0 0,0 1-1 0 0,0-1 0 0 0,0 1 1 0 0,1-1-1 0 0,-1 0 0 0 0,0 0 1 0 0,0 1-1 0 0,0-1 0 0 0,0 0 0 0 0,1 0 1 0 0,-1 0-1 0 0,2 0 0 0 0,0-1-68 0 0,1 2-261 0 0,4 0-64 0 0,3-1 45 0 0,0 0 1 0 0,0-1-1 0 0,-1 0 1 0 0,21-4-1 0 0,-24 3-237 0 0,-1 0-1 0 0,1 0 0 0 0,-1-1 0 0 0,1 0 1 0 0,-1 0-1 0 0,0-1 0 0 0,9-7 1 0 0,5-5-2323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3.4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74 2084 0 0,'0'0'1090'0'0,"-5"0"-185"0"0,-14 3-122 0 0,15-3 1620 0 0,8-3-2282 0 0,18-8-232 0 0,0 1 0 0 0,1 1 0 0 0,0 0 0 0 0,0 2 1 0 0,35-6-1 0 0,7 1-1908 0 0,-59 11 1157 0 0,0 1-543 0 0,25-2-990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4.2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184 423 2716 0 0,'3'-7'362'0'0,"-1"0"0"0"0,1 1-1 0 0,-1-1 1 0 0,0 0 0 0 0,-1 0 0 0 0,1-1-1 0 0,-1 1 1 0 0,-1 0 0 0 0,0 0-1 0 0,0 0 1 0 0,0-1 0 0 0,-1 1 0 0 0,0 0-1 0 0,-2-9 1 0 0,1 10-217 0 0,0 0 0 0 0,0 0 1 0 0,-1 1-1 0 0,0-1 0 0 0,0 1 0 0 0,-1 0 0 0 0,1 0 0 0 0,-1 0 0 0 0,-8-9 1 0 0,9 12-19 0 0,-1-1-22 0 0,-12-5-15 0 0,12 5 59 0 0,-3 3-243 0 0,-17 0 197 0 0,18 0 64 0 0,1 3-13 0 0,-1 1-109 0 0,-1 0 0 0 0,1 0 0 0 0,0 1 0 0 0,0 0 0 0 0,1 0 0 0 0,-1 1 0 0 0,1 0 0 0 0,0-1 0 0 0,1 2 0 0 0,-1-1 0 0 0,1 0 0 0 0,0 1 0 0 0,1 0 0 0 0,0 0 0 0 0,0 0 0 0 0,0 0 0 0 0,1 0 0 0 0,-2 10 0 0 0,3-12-23 0 0,2 1 28 0 0,0 18-48 0 0,-1-18-19 0 0,2-2-15 0 0,6 14-32 0 0,-6-14-35 0 0,0-3 76 0 0,0 0 1 0 0,0 0-1 0 0,-1 0 1 0 0,1 0 0 0 0,-1 0-1 0 0,1 0 1 0 0,-1 1-1 0 0,1-1 1 0 0,-1 1-1 0 0,2 2 1 0 0,1 0-141 0 0,1-3 9 0 0,13 3 24 0 0,-13-3 25 0 0,0-1 23 0 0,1-1 75 0 0,1 0 0 0 0,-1-1 0 0 0,1 1 0 0 0,-1-1 0 0 0,0-1 0 0 0,0 1 0 0 0,0-1-1 0 0,0 0 1 0 0,0 0 0 0 0,-1-1 0 0 0,1 0 0 0 0,-1 0 0 0 0,0 0 0 0 0,0-1 0 0 0,0 1 0 0 0,-1-1 0 0 0,0 0 0 0 0,0-1 0 0 0,0 1 0 0 0,0-1 0 0 0,4-9 0 0 0,-7 11 52 0 0,5-14 21 0 0,-4 13-49 0 0,-1 1 77 0 0,-1-1-64 0 0,0 4-47 0 0,0-14 182 0 0,-1 15-153 0 0,1 0-1 0 0,0 0 1 0 0,-1 0 0 0 0,1 0-1 0 0,-1 0 1 0 0,1 0 0 0 0,-1 1 0 0 0,1-1-1 0 0,-1 0 1 0 0,1 0 0 0 0,0 0-1 0 0,-1 0 1 0 0,1 1 0 0 0,-1-1 0 0 0,1 0-1 0 0,0 0 1 0 0,-1 1 0 0 0,1-1-1 0 0,0 0 1 0 0,-1 0 0 0 0,1 1 0 0 0,0-1-1 0 0,-1 1 1 0 0,1-1 0 0 0,0 0-1 0 0,0 1 1 0 0,-1-1 0 0 0,1 1 0 0 0,0-1-1 0 0,0 1 1 0 0,-3 2 35 0 0,3 3-31 0 0,1-1 0 0 0,-1 1 0 0 0,1-1 1 0 0,1 1-1 0 0,-1-1 0 0 0,1 1 1 0 0,-1-1-1 0 0,2 1 0 0 0,-1-1 0 0 0,0 0 1 0 0,1 0-1 0 0,0 0 0 0 0,0-1 1 0 0,1 1-1 0 0,-1-1 0 0 0,9 8 0 0 0,-9-9-44 0 0,-1-1-1 0 0,1 1 0 0 0,0-1 1 0 0,0 0-1 0 0,0 0 1 0 0,1 0-1 0 0,-1-1 0 0 0,0 1 1 0 0,1-1-1 0 0,-1 1 0 0 0,1-1 1 0 0,-1 0-1 0 0,1 0 1 0 0,6 0-1 0 0,-2-1-84 0 0,0 0 0 0 0,0 0 0 0 0,0-1 0 0 0,0 0-1 0 0,0-1 1 0 0,0 0 0 0 0,-1 0 0 0 0,1 0 0 0 0,0-1 0 0 0,8-5 0 0 0,-6 2 71 0 0,0-1 1 0 0,-1 0-1 0 0,0 0 1 0 0,-1-1-1 0 0,0 0 0 0 0,0 0 1 0 0,-1-1-1 0 0,1 0 1 0 0,-2-1-1 0 0,0 1 1 0 0,7-14-1 0 0,-6 7 86 0 0,-1 0-1 0 0,0 0 0 0 0,-1 0 1 0 0,-1-1-1 0 0,0 1 1 0 0,-1-1-1 0 0,1-29 1 0 0,-3 37-3 0 0,-1-28 147 0 0,-13-58 606 0 0,12 89-364 0 0,-4 8-242 0 0,-17 3 89 0 0,21-5-270 0 0,1 0 0 0 0,0 0 1 0 0,-1 0-1 0 0,1 0 0 0 0,-1 1 1 0 0,1-1-1 0 0,0 0 0 0 0,-1 0 1 0 0,1 0-1 0 0,0 0 0 0 0,-1 0 1 0 0,1 1-1 0 0,0-1 0 0 0,-1 0 1 0 0,1 0-1 0 0,0 1 0 0 0,0-1 1 0 0,-1 0-1 0 0,1 0 0 0 0,0 1 1 0 0,0-1-1 0 0,-1 0 0 0 0,1 1 1 0 0,0-1-1 0 0,0 0 0 0 0,0 1 1 0 0,-7 10 86 0 0,2 0-1 0 0,-1 1 1 0 0,2-1 0 0 0,0 1 0 0 0,0 0 0 0 0,1 0 0 0 0,0 0 0 0 0,1 1 0 0 0,1-1-1 0 0,0 1 1 0 0,0-1 0 0 0,1 1 0 0 0,2 13 0 0 0,-2-21-86 0 0,1 0 9 0 0,-1 0 1 0 0,1 0-1 0 0,-1 0 1 0 0,1 0-1 0 0,1 0 1 0 0,-1 0 0 0 0,1 0-1 0 0,0 0 1 0 0,4 9-1 0 0,18 21-2 0 0,-17-29-17 0 0,-1-2-3 0 0,-2-1-57 0 0,1 0-1 0 0,-1 0 1 0 0,1 0-1 0 0,0-1 1 0 0,0 1-1 0 0,0-1 0 0 0,0-1 1 0 0,1 1-1 0 0,-1-1 1 0 0,0 0-1 0 0,7 1 1 0 0,-8-1 10 0 0,-1 0-7 0 0,-1-1 0 0 0,1 1 0 0 0,-1 0 0 0 0,1-1 0 0 0,-1 1 0 0 0,1-1 0 0 0,0 0 0 0 0,-1 0 0 0 0,1 0 0 0 0,0 0 0 0 0,4-1 0 0 0,1 0-88 0 0,9 0-801 0 0,0-1-1 0 0,-1 0 1 0 0,1-1 0 0 0,0-1 0 0 0,-1 0 0 0 0,32-13-1 0 0,-22 5-3675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5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3284 0 0,'0'0'1428'0'0,"0"-5"-261"0"0,0-12 1205 0 0,3 15-899 0 0,3 26-423 0 0,3 33-900 0 0,0 35-20 0 0,-6-29-69 0 0,7 72-2149 0 0,-10-116 944 0 0,0-19 1108 0 0,0 0 0 0 0,0 0 0 0 0,-1 1 0 0 0,1-1-1 0 0,0 0 1 0 0,0 0 0 0 0,0 0 0 0 0,0 0 0 0 0,-1 0 0 0 0,1 0 0 0 0,0 0-1 0 0,0 0 1 0 0,0 0 0 0 0,0 0 0 0 0,-1 0 0 0 0,1 0 0 0 0,0 0 0 0 0,0-1 0 0 0,0 1-1 0 0,0 0 1 0 0,0 0 0 0 0,-1 0 0 0 0,1 0 0 0 0,0 0 0 0 0,0 0 0 0 0,0 0 0 0 0,0 0-1 0 0,0 0 1 0 0,-1-1 0 0 0,1 1 0 0 0,0 0 0 0 0,0 0 0 0 0,0 0 0 0 0,0 0-1 0 0,0 0 1 0 0,0 0 0 0 0,0-1 0 0 0,0 1 0 0 0,0 0 0 0 0,0 0 0 0 0,0 0 0 0 0,0 0-1 0 0,0-1 1 0 0,-1 1 0 0 0,1 0 0 0 0,0 0 0 0 0,0 0 0 0 0,1-1 0 0 0,-17-40-1076 0 0,12 23 1415 0 0,0 0-1 0 0,1 0 0 0 0,0-1 1 0 0,1-31-1 0 0,2 21 476 0 0,0 24-74 0 0,2 1-274 0 0,-2 3-368 0 0,0 0 0 0 0,1 1 1 0 0,-1-1-1 0 0,0 0 0 0 0,1 0 1 0 0,-1 1-1 0 0,1-1 0 0 0,-1 0 0 0 0,1 1 1 0 0,-1-1-1 0 0,1 0 0 0 0,0 1 1 0 0,-1-1-1 0 0,1 1 0 0 0,0-1 0 0 0,-1 1 1 0 0,1-1-1 0 0,0 1 0 0 0,0-1 1 0 0,1 1-1 0 0,-1 0-20 0 0,1 0 0 0 0,-1 0 0 0 0,1 0 0 0 0,-1 0 0 0 0,1 1 0 0 0,-1-1 0 0 0,1 0 0 0 0,-1 1 0 0 0,1-1 0 0 0,-1 1 0 0 0,0 0-1 0 0,1 0 1 0 0,-1-1 0 0 0,0 1 0 0 0,1 0 0 0 0,-1 0 0 0 0,0 0 0 0 0,1 2 0 0 0,164 160 1640 0 0,-150-151-2173 0 0,33 17 0 0 0,-44-27 107 0 0,1-2-560 0 0,1-1 541 0 0,-1 0-1 0 0,1-1 0 0 0,0 1 1 0 0,0-1-1 0 0,8-4 1 0 0,-11 4-287 0 0,-1-2-63 0 0,21-37-2578 0 0,-23 37 664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5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49 107 2492 0 0,'-2'-7'1114'0'0,"-11"-54"1356"0"0,12 55-1907 0 0,1 5-505 0 0,0-1-1 0 0,0 0 1 0 0,0 1-1 0 0,0-1 1 0 0,0 0-1 0 0,0 1 1 0 0,0-1-1 0 0,-1 0 1 0 0,1 1-1 0 0,-1-1 1 0 0,1 1-1 0 0,-2-3 1 0 0,0 0 58 0 0,1-1 2040 0 0,-3 9-1972 0 0,-11 12-41 0 0,11-5-45 0 0,3 62 119 0 0,0-30-307 0 0,2-1-1 0 0,1 0 1 0 0,13 62 0 0 0,-11-89-208 0 0,-4-13 273 0 0,0 0 1 0 0,1 0-1 0 0,-1-1 1 0 0,1 1-1 0 0,0 0 1 0 0,-1 0-1 0 0,1 0 0 0 0,0-1 1 0 0,0 1-1 0 0,0 0 1 0 0,0-1-1 0 0,2 2 1 0 0,3 6-256 0 0,-2-4 42 0 0,0 0 0 0 0,1 0 0 0 0,-1-1 0 0 0,1 1 0 0 0,0-1-1 0 0,0 0 1 0 0,11 6 0 0 0,-12-7-267 0 0,1-1 1 0 0,0 0-1 0 0,0 0 1 0 0,1 0-1 0 0,-1 0 1 0 0,0-1-1 0 0,7 1 1 0 0,-7-2-2558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5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183 39 2776 0 0,'-1'-5'1158'0'0,"-1"-21"1746"0"0,-21 18-1651 0 0,18 10-886 0 0,-5 3-219 0 0,0 0 0 0 0,0 0 1 0 0,1 1-1 0 0,0 1 0 0 0,0-1 0 0 0,0 1 0 0 0,1 1 0 0 0,0 0 0 0 0,1 0 1 0 0,-1 0-1 0 0,2 1 0 0 0,-1 0 0 0 0,1 1 0 0 0,1-1 0 0 0,-1 1 0 0 0,2 0 1 0 0,-1 0-1 0 0,1 1 0 0 0,1-1 0 0 0,-4 19 0 0 0,6-24-89 0 0,2 1-21 0 0,-2 0-23 0 0,1-4-6 0 0,-1 0 0 0 0,1 0 1 0 0,0 0-1 0 0,0 0 0 0 0,0 0 1 0 0,0 0-1 0 0,1 0 1 0 0,-1 0-1 0 0,0 0 0 0 0,1 0 1 0 0,0 0-1 0 0,1 3 0 0 0,13 28 8 0 0,-11-29-15 0 0,-2-1-7 0 0,2 0-3 0 0,12 9 10 0 0,-12-9 2 0 0,2-1-7 0 0,46 6 85 0 0,-47-8-80 0 0,0-1-2 0 0,13-2 19 0 0,-13 2-3 0 0,-1-1 0 0 0,12-8-14 0 0,-11 8-3 0 0,-3-2 6 0 0,10-12-52 0 0,-9 13-149 0 0,-1-3 167 0 0,0-2-127 0 0,0 0 1 0 0,0-1-1 0 0,-1 0 0 0 0,0 1 1 0 0,-1-1-1 0 0,1 0 1 0 0,-2 1-1 0 0,1-1 0 0 0,-3-11 1 0 0,1 11-743 0 0,0 0-1 0 0,-1 0 1 0 0,0 0 0 0 0,-8-16 0 0 0,9 22-1179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6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10 244 2340 0 0,'0'0'4223'0'0,"-2"-3"-3574"0"0,-4-11-112 0 0,5 10 653 0 0,1-1-835 0 0,1-14-9 0 0,0 14-1 0 0,1 0-69 0 0,2-3-235 0 0,0 1 0 0 0,0 1 0 0 0,0-1 0 0 0,1 0 0 0 0,0 1 0 0 0,1 0 0 0 0,-1 0 0 0 0,1 1 0 0 0,0-1 0 0 0,0 1 0 0 0,1 1 0 0 0,0-1 0 0 0,-1 1 0 0 0,2 0 0 0 0,-1 1 0 0 0,0-1 0 0 0,1 2 0 0 0,-1-1 0 0 0,1 1 0 0 0,15-3 0 0 0,-21 5-37 0 0,9-3 15 0 0,0 1 1 0 0,0 1 0 0 0,0 0-1 0 0,0 0 1 0 0,0 1 0 0 0,0 1 0 0 0,0 0-1 0 0,20 4 1 0 0,-25-3-14 0 0,0 0 1 0 0,0 0-1 0 0,0 1 0 0 0,0 0 0 0 0,0 0 1 0 0,-1 0-1 0 0,1 1 0 0 0,-1-1 0 0 0,0 1 0 0 0,0 1 1 0 0,0-1-1 0 0,-1 1 0 0 0,0 0 0 0 0,0 0 1 0 0,0 0-1 0 0,0 0 0 0 0,-1 1 0 0 0,0 0 1 0 0,0-1-1 0 0,0 1 0 0 0,2 10 0 0 0,-4-12 1 0 0,0 2 12 0 0,0 18 9 0 0,-1-18 15 0 0,-1-1 31 0 0,-29 55 486 0 0,28-57-492 0 0,-1 0-148 0 0,1-2 127 0 0,-1 0 0 0 0,1 1 0 0 0,-1-1 0 0 0,0 0 0 0 0,1 0 0 0 0,-1-1 0 0 0,0 1 0 0 0,1 0 0 0 0,-1-1 0 0 0,0 0 0 0 0,0 0 0 0 0,0 0 0 0 0,-5 0 0 0 0,5 0-88 0 0,2-5 54 0 0,0-2-34 0 0,1 0 0 0 0,0 0 0 0 0,0 0 1 0 0,0 0-1 0 0,1 1 0 0 0,0-1 1 0 0,0 0-1 0 0,4-11 0 0 0,26-59-658 0 0,-20 58-208 0 0,0 0 0 0 0,1 1 0 0 0,1 0-1 0 0,24-25 1 0 0,-24 28-709 0 0,-6 8-575 0 0,9-3-1509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6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58 3188 0 0,'0'0'1292'0'0,"-17"20"3341"0"0,45-9-4389 0 0,7-22-304 0 0,-9 2-200 0 0,4 0-264 0 0,-1-1-332 0 0,8-7-336 0 0,1 1-917 0 0,3 0-2207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7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200 376 3188 0 0,'-4'-3'1122'0'0,"-4"0"-593"0"0,1 0 0 0 0,-1 0 0 0 0,0 0 0 0 0,-11-1 0 0 0,18 4-498 0 0,0 0 0 0 0,0-1 0 0 0,0 1 0 0 0,0 0 0 0 0,0 0 0 0 0,0 0 1 0 0,-1 0-1 0 0,1 1 0 0 0,0-1 0 0 0,0 0 0 0 0,0 0 0 0 0,0 1 0 0 0,0-1 0 0 0,0 0 1 0 0,0 1-1 0 0,0-1 0 0 0,0 1 0 0 0,0 0 0 0 0,0-1 0 0 0,0 1 0 0 0,-1 1 1 0 0,0 0 73 0 0,-4 1-16 0 0,-1 1 0 0 0,1 1-1 0 0,0-1 1 0 0,0 1 0 0 0,1 0-1 0 0,0 0 1 0 0,0 1-1 0 0,0 0 1 0 0,0 0 0 0 0,1 0-1 0 0,-6 10 1 0 0,0 3 68 0 0,1 0-1 0 0,-9 27 1 0 0,15-38-85 0 0,0 1-1 0 0,1-1 1 0 0,0 1 0 0 0,1 0-1 0 0,-1 17 1 0 0,2-21-64 0 0,1 0 1 0 0,-1 0-1 0 0,1 0 0 0 0,0-1 1 0 0,0 1-1 0 0,0 0 0 0 0,0 0 1 0 0,1-1-1 0 0,0 1 0 0 0,0 0 1 0 0,0-1-1 0 0,1 0 0 0 0,5 7 1 0 0,-6-7-27 0 0,1-1 1 0 0,0 1 0 0 0,0-1-1 0 0,0 0 1 0 0,0 0 0 0 0,1-1 0 0 0,-1 1-1 0 0,1-1 1 0 0,0 1 0 0 0,-1-1 0 0 0,1 0-1 0 0,0-1 1 0 0,0 1 0 0 0,1-1 0 0 0,-1 1-1 0 0,0-1 1 0 0,0 0 0 0 0,1-1-1 0 0,-1 1 1 0 0,0-1 0 0 0,1 0 0 0 0,-1 0-1 0 0,0 0 1 0 0,1-1 0 0 0,-1 1 0 0 0,0-1-1 0 0,1 0 1 0 0,-1-1 0 0 0,0 1-1 0 0,6-3 1 0 0,-5 1 17 0 0,0 1 1 0 0,-1-1-1 0 0,1 0 0 0 0,-1-1 0 0 0,0 1 1 0 0,0-1-1 0 0,0 1 0 0 0,0-1 0 0 0,0 0 1 0 0,-1-1-1 0 0,0 1 0 0 0,5-9 1 0 0,-5 8-2 0 0,-1-1 1 0 0,-1 1 0 0 0,1-1 0 0 0,-1 1-1 0 0,0-1 1 0 0,0 1 0 0 0,0-1 0 0 0,-1 0 0 0 0,0 1-1 0 0,0-1 1 0 0,-1 0 0 0 0,1 1 0 0 0,-1-1-1 0 0,0 0 1 0 0,-1 1 0 0 0,1-1 0 0 0,-5-9-1 0 0,3 8 2 0 0,-16-35 29 0 0,17 38-32 0 0,-1 1 14 0 0,-11-12 28 0 0,10 12-30 0 0,0 1 16 0 0,-12-6-2 0 0,12 6 130 0 0,8 5-128 0 0,1-1-65 0 0,0-1 1 0 0,1 0 0 0 0,-1 1 0 0 0,0-1 0 0 0,0-1 0 0 0,1 1-1 0 0,8-1 1 0 0,8-3-42 0 0,0 0-1 0 0,-1-1 0 0 0,0-2 0 0 0,0 0 1 0 0,0-1-1 0 0,0-1 0 0 0,-1-1 1 0 0,-1-1-1 0 0,36-24 0 0 0,-44 26 184 0 0,0 0 0 0 0,0-1 0 0 0,-1-1 0 0 0,-1 1 0 0 0,0-2 0 0 0,0 1 0 0 0,-1-1 0 0 0,0-1-1 0 0,-1 1 1 0 0,0-1 0 0 0,-1 0 0 0 0,0-1 0 0 0,-1 0 0 0 0,-1 0 0 0 0,0 0 0 0 0,0 0 0 0 0,1-14 0 0 0,-5 26-97 0 0,3-59 233 0 0,-4 54-213 0 0,1 1 1 0 0,-1-1 0 0 0,0 1 0 0 0,0-1-1 0 0,0 1 1 0 0,-1 0 0 0 0,0 0 0 0 0,0-1-1 0 0,0 1 1 0 0,-1 1 0 0 0,1-1 0 0 0,-6-6-1 0 0,-1 0-28 0 0,7 8 24 0 0,-4 3 11 0 0,-16 0-12 0 0,22 0-19 0 0,-1 0 1 0 0,1 0-1 0 0,0 0 1 0 0,-1 0-1 0 0,1 0 1 0 0,-1 0-1 0 0,1 0 1 0 0,0 0 0 0 0,-1 0-1 0 0,1 0 1 0 0,0 0-1 0 0,-1 0 1 0 0,1 1-1 0 0,0-1 1 0 0,-1 0-1 0 0,1 0 1 0 0,0 0-1 0 0,-1 1 1 0 0,1-1-1 0 0,0 0 1 0 0,0 0 0 0 0,-1 0-1 0 0,1 1 1 0 0,0-1-1 0 0,0 0 1 0 0,-1 1-1 0 0,1-1 1 0 0,0 0-1 0 0,0 1 1 0 0,-1 0-1 0 0,-6 11 62 0 0,-1 1 0 0 0,2 0-1 0 0,-1 0 1 0 0,2 1-1 0 0,0 0 1 0 0,0 0 0 0 0,2 0-1 0 0,-4 24 1 0 0,-8 130 281 0 0,13-133-318 0 0,-5 581 398 0 0,8-376-392 0 0,-1-221-50 0 0,0 14-372 0 0,4 35 0 0 0,-1-49 22 0 0,-3-15-6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7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16 190 3076 0 0,'-2'-4'1107'0'0,"-3"-14"-141"0"0,3 14-88 0 0,-4-19 504 0 0,5 18-412 0 0,2 0-607 0 0,2-19 139 0 0,-2 22-471 0 0,0 0-1 0 0,0 1 1 0 0,1-1-1 0 0,-1 1 1 0 0,0 0-1 0 0,1-1 1 0 0,-1 1-1 0 0,1 0 1 0 0,0 0-1 0 0,3-2 1 0 0,6-4-168 0 0,1 0 0 0 0,0 0 1 0 0,0 1-1 0 0,1 1 1 0 0,23-7-1 0 0,1-1-960 0 0,20-9-2543 0 0,-25 11-343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29.7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283 37 2972 0 0,'-4'-8'384'0'0,"2"7"-242"0"0,1 0 1 0 0,0-1-1 0 0,1 1 1 0 0,-1-1 0 0 0,0 1-1 0 0,0-1 1 0 0,1 1 0 0 0,-1-1-1 0 0,1 1 1 0 0,-1-1-1 0 0,0-2 1 0 0,-18-3 1181 0 0,18 7-1292 0 0,0-1 0 0 0,0 1 1 0 0,0 0-1 0 0,0 0 1 0 0,0 0-1 0 0,0 0 0 0 0,0 0 1 0 0,0 0-1 0 0,0 0 1 0 0,0 0-1 0 0,0 0 0 0 0,0 0 1 0 0,0 0-1 0 0,0 1 1 0 0,0-1-1 0 0,0 0 1 0 0,0 1-1 0 0,0-1 0 0 0,0 1 1 0 0,-1 0-1 0 0,0 0 66 0 0,-5 2 3 0 0,0 0 0 0 0,0 1 0 0 0,1 0 0 0 0,-1 0 0 0 0,1 0-1 0 0,0 1 1 0 0,0 0 0 0 0,0 0 0 0 0,-9 11 0 0 0,11-12-1 0 0,-13 16 38 0 0,1 1 0 0 0,1 0-1 0 0,1 1 1 0 0,0 1 0 0 0,2 0 0 0 0,1 0-1 0 0,1 1 1 0 0,1 1 0 0 0,1 0 0 0 0,-8 44 0 0 0,12-50-78 0 0,3-16-55 0 0,1-1 0 0 0,-1 1 0 0 0,1 0 0 0 0,0 1 0 0 0,0-1 0 0 0,0 0 0 0 0,0 0 0 0 0,1 3 0 0 0,0 2 16 0 0,-1-2-34 0 0,0 1 19 0 0,0-1 0 0 0,0 0 0 0 0,1 1 0 0 0,0-1 0 0 0,0 0 0 0 0,0 0 0 0 0,1 0 0 0 0,0 0 1 0 0,4 9-1 0 0,10 10-26 0 0,-11-20-75 0 0,0-1 1 0 0,0 1-1 0 0,0-1 0 0 0,0 0 0 0 0,1-1 0 0 0,-1 1 1 0 0,1-1-1 0 0,0 0 0 0 0,0-1 0 0 0,0 1 0 0 0,0-1 0 0 0,1 0 1 0 0,-1-1-1 0 0,0 1 0 0 0,1-1 0 0 0,-1-1 0 0 0,13 1 1 0 0,-1-1-233 0 0,0-1 1 0 0,0-1 0 0 0,0-1-1 0 0,0 0 1 0 0,25-8 0 0 0,-28 6 238 0 0,0-1 0 0 0,0 0 0 0 0,-1 0 0 0 0,0-2 0 0 0,0 0 0 0 0,-1 0 0 0 0,0-1 1 0 0,-1-1-1 0 0,0 0 0 0 0,0-1 0 0 0,-1 0 0 0 0,0-1 0 0 0,-1 0 0 0 0,-1 0 0 0 0,12-21 0 0 0,-18 27 135 0 0,0-1-1 0 0,-1 0 1 0 0,1 0 0 0 0,-1 0-1 0 0,-1 0 1 0 0,0 0 0 0 0,1-10-1 0 0,-2 14-28 0 0,1-2 227 0 0,-1-2 39 0 0,0-19 38 0 0,0 19 112 0 0,-2 2-188 0 0,0-1-130 0 0,0 0-1 0 0,0 0 1 0 0,-1 1-1 0 0,-6-11 1 0 0,6 13 291 0 0,2 3-395 0 0,1 1-1 0 0,-1-1 1 0 0,0 0 0 0 0,0 1-1 0 0,0-1 1 0 0,1 0 0 0 0,-1 0-1 0 0,0 1 1 0 0,0-1 0 0 0,0 0-1 0 0,0 0 1 0 0,0 0 0 0 0,0 0-1 0 0,1 0 1 0 0,-1 0 0 0 0,0-1-1 0 0,0 1 1 0 0,0 0 0 0 0,0 0-1 0 0,-1-1 1 0 0,1 1 1 0 0,0-1 1 0 0,0 1-1 0 0,0 0 1 0 0,0 0-1 0 0,0-1 1 0 0,0 1-1 0 0,0 0 0 0 0,0 0 1 0 0,0 0-1 0 0,0 0 1 0 0,0 0-1 0 0,0 1 1 0 0,0-1-1 0 0,0 0 0 0 0,0 0 1 0 0,0 1-1 0 0,0-1 1 0 0,0 1-1 0 0,0-1 1 0 0,0 0-1 0 0,1 1 0 0 0,-1 0 1 0 0,0-1-1 0 0,-1 2 1 0 0,-12 8 158 0 0,1 1-1 0 0,0 1 1 0 0,1 1 0 0 0,0 0 0 0 0,1 0 0 0 0,0 1-1 0 0,2 0 1 0 0,-17 31 0 0 0,23-40-151 0 0,1 0 1 0 0,1 1 0 0 0,-1-1-1 0 0,1 1 1 0 0,0-1-1 0 0,-1 11 1 0 0,2-12-29 0 0,-1 1-5 0 0,3-2 11 0 0,0-1 3 0 0,-1 0 0 0 0,1 1 0 0 0,0-1 0 0 0,0 0 0 0 0,0 0 0 0 0,0-1-1 0 0,0 1 1 0 0,0 0 0 0 0,1-1 0 0 0,-1 1 0 0 0,0-1 0 0 0,1 0 0 0 0,-1 0 0 0 0,1 0-1 0 0,-1 0 1 0 0,1 0 0 0 0,0 0 0 0 0,-1-1 0 0 0,1 1 0 0 0,4-1 0 0 0,0 0 2 0 0,-1 0 1 0 0,0-1 0 0 0,1 0-1 0 0,-1 0 1 0 0,0 0 0 0 0,1-1-1 0 0,-1 0 1 0 0,0 0 0 0 0,11-6-1 0 0,16-14 45 0 0,-30 20-37 0 0,0-3 17 0 0,7-12 41 0 0,-7 13-34 0 0,-1-1-10 0 0,-1-4-13 0 0,1 0 0 0 0,-1 0 0 0 0,-1 0 0 0 0,1 0 0 0 0,-2 0 0 0 0,-1-11 0 0 0,1 15 11 0 0,0 1-28 0 0,-15-39 60 0 0,14 39 105 0 0,4 1-142 0 0,6-13-4 0 0,-6 13-13 0 0,3 1 10 0 0,12 0-10 0 0,0 0 0 0 0,0 1 0 0 0,0 0 0 0 0,0 1-1 0 0,0 1 1 0 0,0 1 0 0 0,0 0 0 0 0,0 2 0 0 0,20 5-1 0 0,-21-4 1 0 0,-14-5-3 0 0,0 1 1 0 0,0-1-1 0 0,-1 1 0 0 0,1-1 0 0 0,0 1 1 0 0,0 0-1 0 0,0 0 0 0 0,-1 0 0 0 0,1 0 1 0 0,0 0-1 0 0,-1 0 0 0 0,2 2 0 0 0,7 4-7 0 0,0 2 9 0 0,0 0 1 0 0,0 0 0 0 0,-1 1 0 0 0,0 0 0 0 0,-1 0 0 0 0,11 17-1 0 0,-17-23 20 0 0,-2 2 10 0 0,4 16-13 0 0,-3-17 72 0 0,-2 1 6 0 0,-3 17 36 0 0,4-18 19 0 0,-2-1 15 0 0,0-1-68 0 0,-1 0-1 0 0,1 0 0 0 0,0-1 1 0 0,-1 1-1 0 0,1-1 1 0 0,-1 1-1 0 0,0-1 1 0 0,0 0-1 0 0,-4 2 1 0 0,4-2 487 0 0,-3-2-439 0 0,-14-3-26 0 0,14 3-4 0 0,6 0-114 0 0,1 0 0 0 0,-1-1 0 0 0,0 1 0 0 0,0 0 0 0 0,0 0 0 0 0,0 0 0 0 0,0 0 0 0 0,0-1 0 0 0,0 1 0 0 0,0 0 0 0 0,0 0 0 0 0,1 0 0 0 0,-1-1 0 0 0,0 1 0 0 0,0 0 1 0 0,0 0-1 0 0,0 0 0 0 0,0 0 0 0 0,0-1 0 0 0,0 1 0 0 0,0 0 0 0 0,0 0 0 0 0,0 0 0 0 0,-1-1 0 0 0,1 1 0 0 0,0 0 0 0 0,0 0 0 0 0,0 0 0 0 0,0-1 0 0 0,0 1 0 0 0,0 0 0 0 0,0 0 0 0 0,0 0 0 0 0,0 0 0 0 0,-1 0 0 0 0,1-1 0 0 0,0 1 0 0 0,0 0 0 0 0,0 0 0 0 0,0 0 0 0 0,0 0 0 0 0,-1 0 0 0 0,1 0 0 0 0,0 0 0 0 0,0-1 0 0 0,0 1 0 0 0,-1 0 0 0 0,1 0 0 0 0,0 0 0 0 0,0 0 0 0 0,0 0 0 0 0,-1 0 0 0 0,1 0 0 0 0,0 0 0 0 0,-6-4 2 0 0,-2-30 84 0 0,8 32-95 0 0,0 0-1 0 0,-1 0 1 0 0,1 0 0 0 0,0 0 0 0 0,0 0-1 0 0,0-1 1 0 0,1 1 0 0 0,-1 0-1 0 0,0 0 1 0 0,1 0 0 0 0,0 0 0 0 0,0-3-1 0 0,2-1-29 0 0,-3 4 13 0 0,0 0 0 0 0,0 0-1 0 0,0 0 1 0 0,1 0 0 0 0,-1 0 0 0 0,1 0 0 0 0,0 0 0 0 0,-1 0 0 0 0,1 1-1 0 0,0-1 1 0 0,0 0 0 0 0,0 0 0 0 0,0 1 0 0 0,2-3 0 0 0,10-12-488 0 0,32-33-1028 0 0,-39 44 1199 0 0,1 0-1 0 0,0 0 0 0 0,0 1 1 0 0,0 0-1 0 0,1 0 0 0 0,0 1 1 0 0,8-3-1 0 0,-10 4 233 0 0,8-3-570 0 0,0 0-1 0 0,28-5 1 0 0,-37 9 392 0 0,1 2 29 0 0,47 8-336 0 0,-48-7 514 0 0,-4-2-2 0 0,-1 0 77 0 0,1 0 0 0 0,-1 0-1 0 0,1 0 1 0 0,-1 0 0 0 0,0 0-1 0 0,1 0 1 0 0,-1 0 0 0 0,1 0-1 0 0,-1 0 1 0 0,1 1 0 0 0,-1-1-1 0 0,1 0 1 0 0,-1 0 0 0 0,0 1-1 0 0,1-1 1 0 0,-1 0 0 0 0,1 0 0 0 0,-1 1-1 0 0,0-1 1 0 0,1 0 0 0 0,-1 1-1 0 0,0-1 1 0 0,0 1 0 0 0,1-1-1 0 0,-1 0 1 0 0,0 1 0 0 0,1 0 24 0 0,-1 0-1 0 0,0-1 1 0 0,1 1 0 0 0,-1-1 0 0 0,1 1-1 0 0,-1-1 1 0 0,1 1 0 0 0,-1-1 0 0 0,1 0-1 0 0,-1 1 1 0 0,1-1 0 0 0,-1 0 0 0 0,1 1-1 0 0,-1-1 1 0 0,1 0 0 0 0,0 1 0 0 0,-1-1 0 0 0,1 0-1 0 0,-1 0 1 0 0,2 0 0 0 0,5 23 1984 0 0,-13-17-1680 0 0,6-6-282 0 0,0 1 1 0 0,0-1-1 0 0,-1 1 0 0 0,1-1 0 0 0,0 1 1 0 0,0-1-1 0 0,-1 1 0 0 0,1-1 0 0 0,0 1 1 0 0,-1-1-1 0 0,1 0 0 0 0,-1 1 0 0 0,1-1 1 0 0,-1 0-1 0 0,1 1 0 0 0,-1-1 0 0 0,1 0 1 0 0,0 0-1 0 0,-1 1 0 0 0,0-1 1 0 0,1 0-1 0 0,-1 0 0 0 0,1 0 0 0 0,-1 0 1 0 0,1 0-1 0 0,-1 0 0 0 0,0-1-27 0 0,0 0 0 0 0,1 0-1 0 0,-1-1 1 0 0,1 1 0 0 0,-1 0 0 0 0,1-1-1 0 0,0 1 1 0 0,0-1 0 0 0,-1 1 0 0 0,1 0-1 0 0,0-1 1 0 0,0 1 0 0 0,0-1 0 0 0,1 1 0 0 0,-1 0-1 0 0,0-1 1 0 0,0 1 0 0 0,1-1 0 0 0,-1 1-1 0 0,1 0 1 0 0,-1 0 0 0 0,1-1 0 0 0,0 1-1 0 0,-1 0 1 0 0,1 0 0 0 0,0-1 0 0 0,0 1-1 0 0,0 0 1 0 0,0 0 0 0 0,0 0 0 0 0,0 0-1 0 0,1-1 1 0 0,2-1-7 0 0,-2 1-5 0 0,0 0 0 0 0,0 0 0 0 0,0 1 0 0 0,0-1 0 0 0,0 1 0 0 0,0-1 0 0 0,0 1 1 0 0,0-1-1 0 0,1 1 0 0 0,-1 0 0 0 0,1 0 0 0 0,-1 0 0 0 0,1 1 0 0 0,-1-1 1 0 0,1 1-1 0 0,4-1 0 0 0,19 3 24 0 0,-20-1-12 0 0,0 1 3 0 0,2 2-19 0 0,-1 0 0 0 0,1 0 0 0 0,-1 0 0 0 0,0 1 0 0 0,0 1 0 0 0,0-1 0 0 0,0 1 0 0 0,-1 0 0 0 0,0 0 0 0 0,5 8-1 0 0,-9-10 5 0 0,0 1 15 0 0,7 16 27 0 0,-7-16 1 0 0,-2 0 48 0 0,2 13 38 0 0,-1-13 257 0 0,-2 0-224 0 0,-1 16 9 0 0,2-16 181 0 0,-2-2-152 0 0,0-1-41 0 0,-7 14 1400 0 0,5-17-1498 0 0,-16-4 74 0 0,21-1-133 0 0,3-9-276 0 0,0 1 0 0 0,1-1 0 0 0,1 1-1 0 0,0 1 1 0 0,1-1 0 0 0,0 1-1 0 0,1 0 1 0 0,1 0 0 0 0,0 1-1 0 0,17-17 1 0 0,-9 11-638 0 0,1 2 0 0 0,1 0 0 0 0,0 1 1 0 0,1 1-1 0 0,42-22 0 0 0,-58 34 620 0 0,2 1-46 0 0,21 0 291 0 0,-23 4 92 0 0,-2-1 26 0 0,1 0 0 0 0,-1 1 1 0 0,1-1-1 0 0,-1 1 0 0 0,0 0 0 0 0,0-1 0 0 0,-1 1 0 0 0,1 0 0 0 0,2 6 0 0 0,-3-5 174 0 0,0 1-7 0 0,3 13-9 0 0,-3-13 5 0 0,-1 0 48 0 0,2 16 34 0 0,-1-16 144 0 0,-1 0-226 0 0,6 38 394 0 0,-5-38-378 0 0,0-1-118 0 0,1 13 19 0 0,-1-12 156 0 0,1-2-241 0 0,-2-2-48 0 0,1 0-4 0 0,0 0 1 0 0,-1 1-1 0 0,1-1 1 0 0,0 0-1 0 0,0 0 1 0 0,0 0-1 0 0,-1 1 1 0 0,1-1-1 0 0,1 0 1 0 0,-1 0-1 0 0,0 0 1 0 0,1 0-1 0 0,22-1-64 0 0,-19-1 32 0 0,1 1-56 0 0,-3-2-6 0 0,2 0 54 0 0,24-21-372 0 0,-26 20 417 0 0,0 0-1 0 0,0-1 0 0 0,-1 1 1 0 0,1-1-1 0 0,-1 0 1 0 0,0 1-1 0 0,0-1 0 0 0,0 0 1 0 0,0 0-1 0 0,1-6 0 0 0,-2 7 0 0 0,0-1 60 0 0,0-3-106 0 0,1-18-31 0 0,-1 19 22 0 0,-2-1 11 0 0,-1-19-12 0 0,1 20 24 0 0,0 0 19 0 0,-6-14 10 0 0,5 15 7 0 0,-1 1 12 0 0,-11-12 344 0 0,10 16-318 0 0,0 0 0 0 0,1 1 0 0 0,-1-1 0 0 0,0 1 0 0 0,1 0 0 0 0,-1 0 0 0 0,1 0 0 0 0,-1 1 0 0 0,1-1 0 0 0,0 1 0 0 0,-1 0 0 0 0,1 0 0 0 0,0 0 0 0 0,0 0 0 0 0,1 0 0 0 0,-1 1 0 0 0,0-1 0 0 0,1 1 0 0 0,-1 0 0 0 0,1-1 1 0 0,-3 5-1 0 0,-1 5 53 0 0,0 0 1 0 0,0 0 0 0 0,1 0 0 0 0,-4 16-1 0 0,8-23-41 0 0,1 2-31 0 0,0-4-35 0 0,0 2 2 0 0,0-1-1 0 0,0 1 0 0 0,1-1 0 0 0,-1 1 1 0 0,1-1-1 0 0,0 1 0 0 0,0-1 0 0 0,0 1 1 0 0,1-1-1 0 0,0 0 0 0 0,0 1 0 0 0,0-1 0 0 0,0 0 1 0 0,0 0-1 0 0,1-1 0 0 0,0 1 0 0 0,5 5 1 0 0,0-3-59 0 0,0 0 1 0 0,1-1 0 0 0,-1 0-1 0 0,1 0 1 0 0,0-1 0 0 0,1 0-1 0 0,17 4 1 0 0,-23-7-155 0 0,4 0-24 0 0,0 1 1 0 0,0-1-1 0 0,1-1 1 0 0,-1 0-1 0 0,0 0 0 0 0,0 0 1 0 0,0-1-1 0 0,12-3 1 0 0,28-14-4232 0 0,-25 7 1075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0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140 259 2456 0 0,'0'0'2806'0'0,"-6"1"-2060"0"0,0-1-500 0 0,0 2 1 0 0,0-1-1 0 0,0 1 0 0 0,1 0 1 0 0,-1 0-1 0 0,0 0 0 0 0,1 1 1 0 0,-1 0-1 0 0,1 0 0 0 0,0 0 1 0 0,0 1-1 0 0,0 0 1 0 0,-6 5-1 0 0,5-1-65 0 0,0 0 0 0 0,0 1 1 0 0,1 0-1 0 0,0 0 0 0 0,0 0 1 0 0,1 0-1 0 0,0 1 0 0 0,-4 17 0 0 0,7-22-127 0 0,1 1 18 0 0,0-1-63 0 0,0 0 0 0 0,0-1 1 0 0,0 1 0 0 0,0-1-1 0 0,1 1 1 0 0,-1 0 0 0 0,1-1-1 0 0,0 1 1 0 0,1-1 0 0 0,-1 0-1 0 0,1 1 1 0 0,0-1-1 0 0,0 0 1 0 0,0 0 0 0 0,0 0-1 0 0,1 0 1 0 0,0 0 0 0 0,0-1-1 0 0,0 1 1 0 0,0-1-1 0 0,0 0 1 0 0,1 0 0 0 0,3 3-1 0 0,0-3-141 0 0,1 0 0 0 0,-1 0 0 0 0,0-1-1 0 0,1 0 1 0 0,0-1 0 0 0,-1 1-1 0 0,1-2 1 0 0,0 1 0 0 0,0-1 0 0 0,-1 0-1 0 0,1 0 1 0 0,0-1 0 0 0,0 0-1 0 0,-1-1 1 0 0,1 1 0 0 0,-1-2 0 0 0,1 1-1 0 0,-1-1 1 0 0,12-6 0 0 0,-6 3-3 0 0,-1-1 1 0 0,0 0-1 0 0,-1-1 0 0 0,1 0 1 0 0,-2-1-1 0 0,1 0 1 0 0,-1 0-1 0 0,-1-1 0 0 0,1-1 1 0 0,-2 0-1 0 0,0 0 1 0 0,0 0-1 0 0,-1-1 0 0 0,8-17 1 0 0,-2-2 236 0 0,-2-1 0 0 0,-1-1 0 0 0,-1 0-1 0 0,6-53 1 0 0,-3-8 1191 0 0,-12 89-1096 0 0,0 0 2 0 0,0-17-16 0 0,0 17 703 0 0,-20 11-557 0 0,20-6-323 0 0,-1 0-1 0 0,1 1 1 0 0,0-1-1 0 0,-1 0 1 0 0,1 0-1 0 0,0 0 1 0 0,0 0 0 0 0,-1 0-1 0 0,1 0 1 0 0,0 1-1 0 0,0-1 1 0 0,-1 0-1 0 0,1 0 1 0 0,0 0-1 0 0,0 1 1 0 0,0-1-1 0 0,-1 0 1 0 0,1 0-1 0 0,0 0 1 0 0,0 1-1 0 0,0-1 1 0 0,0 0-1 0 0,-1 1 1 0 0,1-1-1 0 0,0 0 1 0 0,0 0 0 0 0,0 1-1 0 0,0-1 1 0 0,0 0-1 0 0,0 1 1 0 0,-8 24-29 0 0,2 0 1 0 0,0 0-1 0 0,2 0 0 0 0,1 1 1 0 0,1-1-1 0 0,1 1 1 0 0,1 0-1 0 0,1 0 1 0 0,2-1-1 0 0,0 1 0 0 0,2-1 1 0 0,12 42-1 0 0,-15-63-506 0 0,1 1-1 0 0,-1-1 0 0 0,1 1 1 0 0,-1-1-1 0 0,1 0 0 0 0,0 0 1 0 0,1 0-1 0 0,4 4 0 0 0,-3-3-593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0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0 151 3400 0 0,'0'0'1696'0'0,"13"-18"-659"0"0,13 1-389 0 0,16-4-396 0 0,-14 11-92 0 0,1 0-60 0 0,3-1-160 0 0,6-1-172 0 0,0 1-300 0 0,1 0-452 0 0,-6-1 87 0 0,-2 2-563 0 0,1 2-1628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2.0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17 3648 0 0,'-3'-3'1431'0'0,"-11"-11"3774"0"0,-3 23-4781 0 0,14-8-356 0 0,2-1-63 0 0,1 0 0 0 0,0 0 0 0 0,0 0 1 0 0,-1 0-1 0 0,1 0 0 0 0,0 0 0 0 0,0 0 0 0 0,0 1 1 0 0,-1-1-1 0 0,1 0 0 0 0,0 0 0 0 0,0 0 1 0 0,0 0-1 0 0,-1 1 0 0 0,1-1 0 0 0,0 0 0 0 0,0 0 1 0 0,0 0-1 0 0,0 1 0 0 0,0-1 0 0 0,-1 0 1 0 0,1 0-1 0 0,0 0 0 0 0,0 1 0 0 0,0-1 1 0 0,0 0-1 0 0,0 0 0 0 0,0 1 0 0 0,0-1 0 0 0,0 0 1 0 0,0 0-1 0 0,0 1 0 0 0,0-1 0 0 0,0 0 1 0 0,0 0-1 0 0,0 1 0 0 0,0 121 463 0 0,18 156 0 0 0,-4-105-307 0 0,6 40-2287 0 0,-19-207 1192 0 0,0-1-61 0 0,2 17-143 0 0,-2-17-74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2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2136 0 0,'5'-6'420'0'0,"1"-1"-1"0"0,0 1 0 0 0,0 0 0 0 0,0 0 1 0 0,1 1-1 0 0,13-9 0 0 0,-17 12-269 0 0,1 1 0 0 0,1-1 0 0 0,-1 1 0 0 0,0-1 0 0 0,0 1 0 0 0,1 1 0 0 0,-1-1 0 0 0,0 0 0 0 0,1 1-1 0 0,-1 0 1 0 0,0 0 0 0 0,1 1 0 0 0,-1-1 0 0 0,6 2 0 0 0,-7-1-83 0 0,0 0 0 0 0,1 0 0 0 0,-1 1-1 0 0,0-1 1 0 0,0 1 0 0 0,-1 0 0 0 0,1 0 0 0 0,0 0 0 0 0,0 0 0 0 0,-1 0-1 0 0,0 1 1 0 0,1-1 0 0 0,-1 1 0 0 0,3 3 0 0 0,-3-3-31 0 0,1 1 2 0 0,0 0 0 0 0,0 1-1 0 0,0 0 1 0 0,0-1 0 0 0,-1 1 0 0 0,0 0 0 0 0,0 0 0 0 0,0 0 0 0 0,1 10-1 0 0,-1-10-26 0 0,-1 2 33 0 0,1-1 0 0 0,-1 1-1 0 0,-1 0 1 0 0,1 0 0 0 0,-1 0-1 0 0,0 0 1 0 0,-3 13 0 0 0,3-14-87 0 0,-1 10 25 0 0,1-14 17 0 0,0 0-1 0 0,0 0 1 0 0,0 0 0 0 0,0 0 0 0 0,-1 0-1 0 0,1 0 1 0 0,-1 0 0 0 0,1 0 0 0 0,-1 0-1 0 0,0 0 1 0 0,-1 2 0 0 0,-3 8-13 0 0,2-2-28 0 0,-1 0 0 0 0,-1-1 0 0 0,1 1 0 0 0,-2-1 0 0 0,1 0 0 0 0,-1 0 0 0 0,0-1 0 0 0,-1 1 0 0 0,0-1 1 0 0,-1-1-1 0 0,1 0 0 0 0,-1 0 0 0 0,-1 0 0 0 0,1-1 0 0 0,-1 0 0 0 0,-12 6 0 0 0,18-11-294 0 0,-2 0-106 0 0,-14 1-101 0 0,15-2-100 0 0,-15-8-1120 0 0,15 7 97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2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68 2380 0 0,'1'0'3'0'0,"7"-6"349"0"0,1 0 1 0 0,1 1-1 0 0,-1 0 1 0 0,1 0-1 0 0,0 1 1 0 0,0 0 0 0 0,16-3-1 0 0,-18 5-234 0 0,0 1 0 0 0,0 0 0 0 0,0 0 0 0 0,1 1 1 0 0,-1 0-1 0 0,0 0 0 0 0,0 1 0 0 0,0 0 0 0 0,0 0 0 0 0,0 1 0 0 0,0 0 0 0 0,-1 0 0 0 0,1 1 0 0 0,-1 0 0 0 0,1 0 0 0 0,-1 1 0 0 0,0 0 0 0 0,0 0 1 0 0,0 1-1 0 0,6 6 0 0 0,-3-2 64 0 0,-1 1 0 0 0,0 0 0 0 0,-1 1 0 0 0,0 0 0 0 0,-1 0 0 0 0,8 16 0 0 0,-13-24-80 0 0,-2 2 11 0 0,4 14 19 0 0,-3-15 172 0 0,-2 2-112 0 0,-1 17 36 0 0,1-17 232 0 0,0-3-250 0 0,-6 13 12 0 0,5-13 1050 0 0,-10 1-1038 0 0,12-3-217 0 0,0-1 0 0 0,-1 1 0 0 0,1-1-1 0 0,-1 0 1 0 0,1 0 0 0 0,-1 1-1 0 0,0-1 1 0 0,1 0 0 0 0,-1 0-1 0 0,1 0 1 0 0,-1 1 0 0 0,1-1 0 0 0,-1 0-1 0 0,0 0 1 0 0,1 0 0 0 0,-1 0-1 0 0,1 0 1 0 0,-1 0 0 0 0,0 0-1 0 0,1-1 1 0 0,-2 1 0 0 0,2-5 50 0 0,-2 1-52 0 0,1 2-12 0 0,1 1 1 0 0,-1-1-1 0 0,1 1 1 0 0,-1-1-1 0 0,1 1 1 0 0,0-1-1 0 0,0 1 1 0 0,-1-1-1 0 0,1 1 1 0 0,0-1-1 0 0,0 1 1 0 0,0-1-1 0 0,1 1 1 0 0,-1-1-1 0 0,0 1 1 0 0,1-3-1 0 0,2-6-74 0 0,0-1-1 0 0,1 1 0 0 0,0 0 1 0 0,0 0-1 0 0,1 0 0 0 0,1 1 1 0 0,0-1-1 0 0,0 1 0 0 0,13-14 1 0 0,-10 12-115 0 0,-2 3-206 0 0,0 1 0 0 0,0 0-1 0 0,0 0 1 0 0,1 0 0 0 0,0 1 0 0 0,17-9-1 0 0,-13 8-1561 0 0,1 2-1 0 0,27-9 0 0 0,-17 7-1428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3.1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42 1952 0 0,'0'0'553'0'0,"3"2"-22"0"0,-1-1-331 0 0,-1 0-84 0 0,0 0 0 0 0,0 0 1 0 0,0 0-1 0 0,0 0 1 0 0,0-1-1 0 0,1 1 1 0 0,-1 0-1 0 0,0-1 0 0 0,0 1 1 0 0,0-1-1 0 0,1 1 1 0 0,1 0-1 0 0,-2 3 222 0 0,3 48 884 0 0,-3-46-1027 0 0,0-2-58 0 0,3 12 25 0 0,-2-12 180 0 0,-2-4-337 0 0,0 0 0 0 0,0 0 0 0 0,1 1 0 0 0,-1-1 0 0 0,0 0 0 0 0,0 0-1 0 0,1 0 1 0 0,-1 0 0 0 0,0 0 0 0 0,0 0 0 0 0,1 1 0 0 0,-1-1 0 0 0,0 0 0 0 0,0 0 0 0 0,0 0 0 0 0,1 0 0 0 0,-1 1 0 0 0,0-1 0 0 0,0 0 0 0 0,0 0 0 0 0,0 1 0 0 0,0-1 0 0 0,0 0 0 0 0,1 0 0 0 0,-1 1 0 0 0,0-1 0 0 0,0 0 0 0 0,0 0 0 0 0,0 1 0 0 0,0-1 0 0 0,0 0 0 0 0,0 0 0 0 0,0 1 0 0 0,0 0 0 0 0,0-1 7 0 0,0 1 1 0 0,0-1-1 0 0,0 1 0 0 0,0-1 1 0 0,0 1-1 0 0,0-1 0 0 0,1 1 1 0 0,-1 0-1 0 0,0-1 0 0 0,0 1 1 0 0,1-1-1 0 0,-1 1 0 0 0,0-1 1 0 0,1 1-1 0 0,-1-1 0 0 0,0 0 1 0 0,1 1-1 0 0,-1-1 0 0 0,0 1 1 0 0,1-1-1 0 0,-1 0 1 0 0,1 1-1 0 0,-1-1 0 0 0,1 0 1 0 0,-1 1-1 0 0,1-1 0 0 0,-1 0 1 0 0,1 0-1 0 0,0 0 0 0 0,-1 1 1 0 0,1-1-1 0 0,18 3 43 0 0,-14-2-31 0 0,0-3-24 0 0,14-3 21 0 0,-14 4-6 0 0,-1-2 0 0 0,44-47 105 0 0,-46 47-125 0 0,5-18 13 0 0,-5 16-2 0 0,0 0 4 0 0,-2-1-5 0 0,-1-18-17 0 0,0 18-13 0 0,-9-15 13 0 0,9 21 14 0 0,1 0-1 0 0,-1 0 1 0 0,0 0-1 0 0,1-1 1 0 0,-1 1-1 0 0,1 0 1 0 0,-1 0-1 0 0,1 0 0 0 0,-1 0 1 0 0,0-1-1 0 0,1 1 1 0 0,-1 0-1 0 0,1-1 1 0 0,-1 1-1 0 0,1 0 1 0 0,0-1-1 0 0,-1 1 1 0 0,1-1-1 0 0,-1 1 0 0 0,1 0 1 0 0,-1-2-1 0 0,1 2 10 0 0,-1-1 0 0 0,1 1 0 0 0,-1-1 0 0 0,1 1 0 0 0,-1-1-1 0 0,1 1 1 0 0,-1-1 0 0 0,1 1 0 0 0,-1 0 0 0 0,1-1 0 0 0,-1 1-1 0 0,0 0 1 0 0,1-1 0 0 0,-1 1 0 0 0,1 0 0 0 0,-1 0 0 0 0,0 0-1 0 0,1 0 1 0 0,-1-1 0 0 0,0 1 0 0 0,1 0 0 0 0,-1 0 0 0 0,0 0 0 0 0,1 0-1 0 0,-1 1 1 0 0,0-1 0 0 0,1 0 0 0 0,-1 0 0 0 0,0 0 0 0 0,0 1-1 0 0,-5 1 72 0 0,0 0-1 0 0,0 0 1 0 0,1 0-1 0 0,-1 1 1 0 0,1 0-1 0 0,-1 1 0 0 0,1-1 1 0 0,0 1-1 0 0,0 0 1 0 0,1 0-1 0 0,-1 0 1 0 0,1 1-1 0 0,0 0 0 0 0,-6 8 1 0 0,5-6-41 0 0,1 0 1 0 0,0 1-1 0 0,1-1 0 0 0,-1 1 1 0 0,1 0-1 0 0,1 0 0 0 0,-1 0 1 0 0,1 0-1 0 0,1 0 0 0 0,0 0 1 0 0,-1 14-1 0 0,2-17-94 0 0,0 1 0 0 0,1-1-1 0 0,-1 0 1 0 0,1 1 0 0 0,0-1 0 0 0,0 0 0 0 0,1 0 0 0 0,0 0-1 0 0,-1 0 1 0 0,2 0 0 0 0,-1 0 0 0 0,1 0 0 0 0,-1-1 0 0 0,1 1 0 0 0,0-1-1 0 0,1 0 1 0 0,-1 0 0 0 0,1 0 0 0 0,0 0 0 0 0,0-1 0 0 0,0 0-1 0 0,0 1 1 0 0,1-2 0 0 0,-1 1 0 0 0,1 0 0 0 0,0-1 0 0 0,0 0-1 0 0,0 0 1 0 0,10 2 0 0 0,51 9-2452 0 0,-61-13 2235 0 0,-1 1 1 0 0,0-1 0 0 0,0 1 0 0 0,0-1 0 0 0,0-1 0 0 0,1 1 0 0 0,6-2-1 0 0,1 0-422 0 0,19-3-2347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3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240 221 2632 0 0,'0'-5'300'0'0,"1"-1"0"0"0,-1 1 0 0 0,1 0 1 0 0,-1-1-1 0 0,-1 1 0 0 0,1 0 0 0 0,-1-1 0 0 0,0 1 0 0 0,0 0 0 0 0,-1 0 0 0 0,0-1 0 0 0,1 1 0 0 0,-5-7 0 0 0,3 8 34 0 0,-1 3-73 0 0,0 0-191 0 0,0 0-1 0 0,0 0 1 0 0,0 1-1 0 0,0 0 1 0 0,-1 0-1 0 0,1 0 1 0 0,0 0-1 0 0,0 0 1 0 0,0 1-1 0 0,0 0 1 0 0,0 0-1 0 0,0 0 1 0 0,0 0-1 0 0,1 0 1 0 0,-5 3-1 0 0,-5 4 66 0 0,1 1 0 0 0,0 0 0 0 0,1 0 0 0 0,-1 1 0 0 0,2 1 0 0 0,0 0 0 0 0,0 0 0 0 0,1 1 0 0 0,0 1 0 0 0,1-1 0 0 0,-7 15 0 0 0,12-20-106 0 0,0-1-1 0 0,0 1 1 0 0,1 0-1 0 0,0 0 1 0 0,-2 12-1 0 0,2-7-2 0 0,1-7 4 0 0,1 7-6 0 0,1 0 0 0 0,0 0-1 0 0,4 15 1 0 0,-4-22-16 0 0,0-3-11 0 0,1 0 0 0 0,-1-1 0 0 0,0 1 1 0 0,0-1-1 0 0,1 1 0 0 0,-1-1 0 0 0,1 0 1 0 0,0 1-1 0 0,3 1 0 0 0,-2-1-57 0 0,-1 0 0 0 0,2 0 0 0 0,-1-1-1 0 0,0 1 1 0 0,0-1 0 0 0,0 1 0 0 0,1-1 0 0 0,-1 0-1 0 0,0 0 1 0 0,1-1 0 0 0,-1 1 0 0 0,1-1 0 0 0,5 1-1 0 0,-5-1 77 0 0,0 0-72 0 0,1 0 1 0 0,0 0-1 0 0,-1-1 0 0 0,1 1 1 0 0,-1-1-1 0 0,1 0 0 0 0,-1-1 1 0 0,1 1-1 0 0,-1-1 0 0 0,0 1 1 0 0,4-4-1 0 0,-4 4 42 0 0,6-3-18 0 0,-1 0 0 0 0,0-1-1 0 0,0 0 1 0 0,-1 0 0 0 0,1-1 0 0 0,-1 0 0 0 0,0 0 0 0 0,-1-1-1 0 0,0 0 1 0 0,0-1 0 0 0,0 1 0 0 0,-1-1 0 0 0,0-1 0 0 0,6-10 0 0 0,-1-1 71 0 0,-1-1 1 0 0,-1 0 0 0 0,-1-1 0 0 0,10-36-1 0 0,-14 38 119 0 0,3-38-1 0 0,-6 49-130 0 0,1-29 160 0 0,-1 32-111 0 0,-2 0-4 0 0,-7-50 138 0 0,3 56-109 0 0,-15 2-14 0 0,20-3-84 0 0,0 1 0 0 0,0 0-1 0 0,-1 0 1 0 0,1 0-1 0 0,0 0 1 0 0,0 0 0 0 0,-1 0-1 0 0,1 0 1 0 0,0 0 0 0 0,0 0-1 0 0,-1 0 1 0 0,1 0 0 0 0,0 1-1 0 0,0-1 1 0 0,0 0 0 0 0,-1 0-1 0 0,1 0 1 0 0,0 0 0 0 0,0 0-1 0 0,0 0 1 0 0,-1 0 0 0 0,1 1-1 0 0,0-1 1 0 0,0 0-1 0 0,0 0 1 0 0,0 0 0 0 0,-1 0-1 0 0,1 1 1 0 0,0-1 0 0 0,0 0-1 0 0,0 0 1 0 0,0 0 0 0 0,0 1-1 0 0,0-1 1 0 0,0 0 0 0 0,-1 1-1 0 0,-6 18 88 0 0,0 1-1 0 0,1 0 1 0 0,1 0 0 0 0,1 0-1 0 0,1 1 1 0 0,-1 40 0 0 0,3-45-101 0 0,4 7 15 0 0,2-3-19 0 0,0-5 13 0 0,1 0 1 0 0,0 0-1 0 0,1 0 0 0 0,18 25 0 0 0,-19-34-52 0 0,-1-1 0 0 0,1 1 0 0 0,1-2 0 0 0,-1 1 0 0 0,1-1 0 0 0,-1 0 0 0 0,1 0 0 0 0,0-1 0 0 0,1 0 0 0 0,-1 0 0 0 0,1 0 0 0 0,-1-1 0 0 0,14 2 0 0 0,-16-3 46 0 0,2-1 18 0 0,0 0-11 0 0,0 0-2 0 0,0 1 1 0 0,-1-1-1 0 0,1-1 1 0 0,0 1-1 0 0,0-1 0 0 0,0 0 1 0 0,0-1-1 0 0,-1 0 1 0 0,1 0-1 0 0,-1 0 0 0 0,1-1 1 0 0,-1 0-1 0 0,0 0 0 0 0,10-7 1 0 0,-8 3-26 0 0,-1 0 0 0 0,-1-1-1 0 0,0 0 1 0 0,0 0 0 0 0,7-13 0 0 0,-4 7 72 0 0,-7 11 676 0 0,-1 3-701 0 0,0 1 0 0 0,0-1 0 0 0,1 1 0 0 0,-1-1 1 0 0,0 1-1 0 0,0 0 0 0 0,0-1 0 0 0,0 1 0 0 0,0 0 0 0 0,0 0 0 0 0,0 0 0 0 0,-1 0 0 0 0,1 0 0 0 0,0 0 0 0 0,0 0 0 0 0,-1 0 0 0 0,1 0 0 0 0,0 0 0 0 0,-1 0 0 0 0,1 0 0 0 0,-1 1 0 0 0,1 0 0 0 0,5 19 91 0 0,-4-16-64 0 0,0 0-16 0 0,18 36-22 0 0,-18-38 0 0 0,2 1 10 0 0,11 10-90 0 0,-11-10-120 0 0,1-2-138 0 0,44 12-3345 0 0,-44-14 1240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4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7 2580 0 0,'-32'-7'2484'0'0,"4"11"-2384"0"0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4.5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123 114 3168 0 0,'0'0'1942'0'0,"-5"1"-1189"0"0,-12 3-139 0 0,13-3-86 0 0,-1 3-66 0 0,-2 1-331 0 0,-1 1 1 0 0,1 0-1 0 0,1 1 0 0 0,-1 0 1 0 0,1 0-1 0 0,0 0 1 0 0,1 1-1 0 0,-1 0 0 0 0,2 0 1 0 0,-1 0-1 0 0,1 0 1 0 0,0 1-1 0 0,1 0 1 0 0,0 0-1 0 0,0 0 0 0 0,-2 14 1 0 0,5-21-128 0 0,-1 4 15 0 0,0 1 0 0 0,1-1 0 0 0,0 0 0 0 0,0 0 0 0 0,0 1 0 0 0,0-1 0 0 0,1 0 0 0 0,0 0 0 0 0,1 0 0 0 0,-1 0 0 0 0,1 0 0 0 0,4 8 0 0 0,-2-8-32 0 0,0-1 0 0 0,0 0-1 0 0,0 0 1 0 0,1-1 0 0 0,-1 1-1 0 0,1-1 1 0 0,0 0 0 0 0,0 0-1 0 0,1-1 1 0 0,-1 0 0 0 0,1 0-1 0 0,6 3 1 0 0,46 5-731 0 0,-41-12 474 0 0,-1 0 0 0 0,1-1 0 0 0,0 0 1 0 0,-1-2-1 0 0,0 0 0 0 0,0-1 0 0 0,0 0 0 0 0,26-13 1 0 0,-28 10 298 0 0,-1 1 0 0 0,-1-2 0 0 0,1 1 1 0 0,-1-2-1 0 0,-1 0 0 0 0,0 0 1 0 0,0-1-1 0 0,-1 0 0 0 0,0-1 1 0 0,12-20-1 0 0,-9 10 387 0 0,-1 0-1 0 0,-1-1 1 0 0,-1 0 0 0 0,-1-1-1 0 0,7-30 1 0 0,-11 21 163 0 0,-5 28-356 0 0,1 0-66 0 0,0-15-1 0 0,-1 15 171 0 0,-1 1-145 0 0,1 3-166 0 0,0 0 0 0 0,0 1 0 0 0,0-1 0 0 0,0 1 0 0 0,-1-1 0 0 0,1 0 0 0 0,0 1 1 0 0,0-1-1 0 0,0 1 0 0 0,0-1 0 0 0,0 1 0 0 0,-1-1 0 0 0,1 0 0 0 0,0 1 0 0 0,-1-1 0 0 0,1 1 0 0 0,0-1 0 0 0,-1 1 0 0 0,1-1 0 0 0,-1 1 0 0 0,1 0 0 0 0,0-1 0 0 0,-1 1 0 0 0,1 0 0 0 0,-1-1 0 0 0,1 1 0 0 0,-1 0 0 0 0,0-1 0 0 0,-4 7 18 0 0,0 0-1 0 0,1 0 1 0 0,0 0 0 0 0,0 0 0 0 0,1 1 0 0 0,0 0-1 0 0,0 0 1 0 0,0 0 0 0 0,1 0 0 0 0,-2 11 0 0 0,0-5-9 0 0,1 0 0 0 0,1 0 0 0 0,0 0 1 0 0,1 0-1 0 0,0 20 0 0 0,2-20-14 0 0,-2-3-9 0 0,2 1-1 0 0,-1-1 0 0 0,2 1 0 0 0,-1-1 0 0 0,6 17 0 0 0,-5-21-12 0 0,2 16-100 0 0,3-4-137 0 0,-2-8 11 0 0,1 2-425 0 0,1-1 1 0 0,15 20-1 0 0,-17-25-410 0 0,0-1-1 0 0,0 1 1 0 0,0-1-1 0 0,9 6 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4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1772 0 0,'2'-4'783'0'0,"1"-1"-522"0"0,1 0 0 0 0,0 1 0 0 0,0-1 0 0 0,0 1 0 0 0,0 0 0 0 0,1 0 0 0 0,-1 1 0 0 0,1-1 1 0 0,0 1-1 0 0,0 0 0 0 0,0 0 0 0 0,0 1 0 0 0,1-1 0 0 0,8-1 0 0 0,14-5 855 0 0,45-9-1 0 0,-61 16-800 0 0,-7 1-42 0 0,10-2 74 0 0,-13 2-317 0 0,-1 1 0 0 0,0-1 0 0 0,1 1-1 0 0,-1-1 1 0 0,0 1 0 0 0,1 0 0 0 0,-1 0 0 0 0,0 0 0 0 0,1 0 0 0 0,-1 0 0 0 0,0 0 0 0 0,1 0 0 0 0,-1 0 0 0 0,0 1 0 0 0,1-1 0 0 0,1 1 0 0 0,1 0 55 0 0,0 1 1 0 0,0-1 0 0 0,0 1 0 0 0,0 0 0 0 0,0 0 0 0 0,-1 0 0 0 0,1 0-1 0 0,6 6 1 0 0,-7-5 51 0 0,-2 2-16 0 0,1 24-63 0 0,-2-1 1 0 0,0 0 0 0 0,-10 54-1 0 0,3-17-1034 0 0,7-60 460 0 0,1 2-117 0 0,1 18-85 0 0,-1-19-156 0 0,1-2-263 0 0,7 12-45 0 0,-7-12-793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5.1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22 2292 0 0,'-19'-15'2596'0'0,"-6"8"-1603"0"0,1 14-1057 0 0,12 14-1877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5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43 2200 0 0,'4'-1'1292'0'0,"-3"1"-1395"0"0,12-6 2450 0 0,-13 6-2224 0 0,0-1 1 0 0,0 1-1 0 0,0-1 0 0 0,0 1 1 0 0,0-1-1 0 0,0 1 1 0 0,0-1-1 0 0,0 1 0 0 0,0-1 1 0 0,0 1-1 0 0,0 0 1 0 0,-1-1-1 0 0,1 1 0 0 0,0-1 1 0 0,0 1-1 0 0,0-1 0 0 0,-1 1 1 0 0,1 0-1 0 0,0-1 1 0 0,0 1-1 0 0,-1-1 0 0 0,1 1 1 0 0,0 0-1 0 0,-1 0 1 0 0,1-1-1 0 0,-1 1 0 0 0,1 0 1 0 0,0-1-1 0 0,-1 1 1 0 0,-2-2 530 0 0,-3 2-329 0 0,-19 2-146 0 0,19-1-44 0 0,1 0-12 0 0,-4 3-72 0 0,0-1 1 0 0,0 2-1 0 0,0-1 1 0 0,0 1-1 0 0,1 0 1 0 0,0 1 0 0 0,0 0-1 0 0,-9 9 1 0 0,14-12-30 0 0,3-1-17 0 0,-1-1 0 0 0,1 1 0 0 0,-1-1-1 0 0,0 1 1 0 0,0-1 0 0 0,0 1 0 0 0,1-1-1 0 0,-1 1 1 0 0,0-1 0 0 0,-1 0 0 0 0,1 0-1 0 0,-2 2 1 0 0,2-1 4 0 0,-2 2 1 0 0,1 0-13 0 0,-5 13-6 0 0,5-13-21 0 0,2 1-23 0 0,0-3 38 0 0,1-1-1 0 0,-1 1 1 0 0,0 0 0 0 0,0 0-1 0 0,0 0 1 0 0,0 0-1 0 0,0 0 1 0 0,-1 0-1 0 0,1 0 1 0 0,-2 3-1 0 0,16 10 44 0 0,-12-12 202 0 0,-1-4-227 0 0,1 0-1 0 0,-1 1 1 0 0,0-1 0 0 0,1 0 0 0 0,-1 0 0 0 0,1 1 0 0 0,-1-1-1 0 0,1 1 1 0 0,-1 0 0 0 0,1-1 0 0 0,-1 1 0 0 0,3 0 0 0 0,0-1 4 0 0,1-1 17 0 0,-2 0-26 0 0,38-24-7 0 0,-21 11 4 0 0,-7 6-6 0 0,0 0 0 0 0,1 0 0 0 0,0 1-1 0 0,23-9 1 0 0,-28 13 9 0 0,1 1-1 0 0,0 0 0 0 0,15-2 1 0 0,-20 4-3 0 0,0 2 0 0 0,1 1 14 0 0,0-1 0 0 0,0 1-1 0 0,-1 1 1 0 0,1-1 0 0 0,7 6-1 0 0,-9-6-43 0 0,-3-1 35 0 0,-1-1 0 0 0,0 0 0 0 0,1 0-1 0 0,-1 1 1 0 0,1-1 0 0 0,-1 0 0 0 0,1 1 0 0 0,-1-1 0 0 0,0 0-1 0 0,1 1 1 0 0,-1-1 0 0 0,0 0 0 0 0,0 1 0 0 0,1-1 0 0 0,-1 1-1 0 0,0-1 1 0 0,0 1 0 0 0,1-1 0 0 0,-1 1 0 0 0,0-1 0 0 0,0 0 0 0 0,0 1-1 0 0,0-1 1 0 0,0 1 0 0 0,0-1 0 0 0,0 1 0 0 0,0 0 0 0 0,0 0-1 0 0,0-1 1 0 0,0 1 0 0 0,1 0 0 0 0,-1-1 0 0 0,0 1 0 0 0,0 0 0 0 0,0-1-1 0 0,0 1 1 0 0,1 0 0 0 0,-1-1 0 0 0,0 1 0 0 0,1-1 0 0 0,-1 1 0 0 0,0-1 0 0 0,1 1-1 0 0,-1-1 1 0 0,1 1 0 0 0,-1-1 0 0 0,1 1 0 0 0,0 0 0 0 0,0 4 8 0 0,2 15 0 0 0,-2-16-3 0 0,-1 1-15 0 0,-2 10 143 0 0,-1 0-1 0 0,-7 25 0 0 0,8-36 322 0 0,-11-19-370 0 0,10 12-21 0 0,3-3-53 0 0,-1-19 21 0 0,0 18 21 0 0,3 1-26 0 0,5-32 7 0 0,1 8-44 0 0,-1 13 9 0 0,4 4 7 0 0,-9 10-8 0 0,0-1-1 0 0,1 0 0 0 0,0 1 1 0 0,0-1-1 0 0,0 1 0 0 0,0 0 1 0 0,0 0-1 0 0,1 0 0 0 0,-1 0 1 0 0,1 1-1 0 0,0-1 1 0 0,-1 1-1 0 0,1 0 0 0 0,0 0 1 0 0,1 1-1 0 0,-1-1 0 0 0,0 1 1 0 0,0 0-1 0 0,1 0 1 0 0,-1 0-1 0 0,1 0 0 0 0,-1 1 1 0 0,1 0-1 0 0,-1 0 0 0 0,0 0 1 0 0,1 0-1 0 0,-1 1 0 0 0,6 1 1 0 0,-6 0-2 0 0,0-1-1 0 0,0 1 1 0 0,-1 0 0 0 0,1 1 0 0 0,0-1-1 0 0,-1 1 1 0 0,0-1 0 0 0,1 1 0 0 0,-1 0 0 0 0,0 0-1 0 0,0 1 1 0 0,4 6 0 0 0,-2-3 34 0 0,0 1 1 0 0,-1 0-1 0 0,0 0 1 0 0,6 15-1 0 0,-7-15-31 0 0,0 1-1 0 0,-1-1 1 0 0,1 1 0 0 0,-2-1-1 0 0,1 1 1 0 0,-1 12 0 0 0,-1-12-63 0 0,1-3-153 0 0,0-1-54 0 0,1 16-11 0 0,-2-16-2 0 0,6 16-765 0 0,-5-17 542 0 0,18 3-2393 0 0,-15-6 2036 0 0,0-4-951 0 0,13-9 264 0 0,-13 9-1104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6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352 81 2568 0 0,'16'-55'3570'0'0,"-15"50"-2409"0"0,1 0-447 0 0,6-10 2473 0 0,1 27-3004 0 0,-7-9-20 0 0,0 3-31 0 0,16 59 128 0 0,16 119 1 0 0,-33-170-257 0 0,0-6 1 0 0,0 0-1 0 0,0 0 1 0 0,-1 0 0 0 0,0 0-1 0 0,-1 0 1 0 0,0 0 0 0 0,0 0-1 0 0,0 0 1 0 0,-1 0 0 0 0,-4 10-1 0 0,2-9-4 0 0,0-1 0 0 0,0 1-1 0 0,-1-1 1 0 0,-1 0-1 0 0,1 0 1 0 0,-1-1-1 0 0,0 0 1 0 0,-1 0 0 0 0,0 0-1 0 0,-10 8 1 0 0,0-4-274 0 0,0-1 0 0 0,-1 0 1 0 0,0-1-1 0 0,-1-1 0 0 0,-36 11 0 0 0,15-9-2541 0 0,-78 9-1 0 0,56-12-2120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6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1275 2152 0 0,'97'-23'1447'0'0,"124"-12"0"0"0,-108 19-1127 0 0,878-123 2261 0 0,-239 35-1488 0 0,2227-276 227 0 0,-1146 187-152 0 0,1947-175-1170 0 0,-3720 363-564 0 0,45-6-3543 0 0,-99 11 1596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7.6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20 2780 0 0,'0'0'1468'0'0,"-2"-3"-198"0"0,-10-13 3672 0 0,-6 23-4603 0 0,16-5-286 0 0,1-2-48 0 0,1 0 0 0 0,0 1-1 0 0,0-1 1 0 0,-1 0 0 0 0,1 0-1 0 0,0 0 1 0 0,0 0 0 0 0,-1 0-1 0 0,1 1 1 0 0,0-1 0 0 0,0 0-1 0 0,-1 0 1 0 0,1 1 0 0 0,0-1-1 0 0,0 0 1 0 0,0 0 0 0 0,-1 1-1 0 0,1-1 1 0 0,0 0 0 0 0,0 0-1 0 0,0 1 1 0 0,0-1 0 0 0,0 0-1 0 0,0 1 1 0 0,0-1 0 0 0,0 0-1 0 0,0 1 1 0 0,0-1 0 0 0,0 0-1 0 0,0 0 1 0 0,0 1 0 0 0,0-1-1 0 0,0 1 1 0 0,-22 283 890 0 0,12-130-781 0 0,9 0-931 0 0,1-147 457 0 0,1-1-69 0 0,0 18-113 0 0,-1-18-142 0 0,9 16-4696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8.0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61 322 2228 0 0,'-6'1'1128'0'0,"-48"7"3523"0"0,511-126-3807 0 0,1-29-199 0 0,-268 95-1512 0 0,-134 38-1316 0 0,-51 16 1392 0 0,-1 1 472 0 0,-2-2 121 0 0,-1 0 0 0 0,0 0 0 0 0,1-1 1 0 0,-1 1-1 0 0,1 0 0 0 0,0 0 0 0 0,-1-1 0 0 0,1 1 0 0 0,0-1 0 0 0,-1 1 0 0 0,4-1 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8.5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22 2464 0 0,'0'0'911'0'0,"-2"-4"-118"0"0,0 2-543 0 0,-5-14 1400 0 0,2 19-1156 0 0,-6 4-216 0 0,0 0 1 0 0,1 1-1 0 0,-1 1 0 0 0,1 0 1 0 0,-10 12-1 0 0,9-6-176 0 0,1 0 1 0 0,0 1-1 0 0,1 0 0 0 0,1 0 0 0 0,0 1 0 0 0,1 0 1 0 0,1 1-1 0 0,-8 35 0 0 0,13-46-86 0 0,1-1-1 0 0,-1 0 1 0 0,1 0-1 0 0,0 0 1 0 0,0 0-1 0 0,1 8 1 0 0,0-4 17 0 0,0-6-29 0 0,-1-1 0 0 0,1 1 1 0 0,0-1-1 0 0,0 1 0 0 0,0-1 1 0 0,1 1-1 0 0,-1-1 0 0 0,1 0 1 0 0,-1 0-1 0 0,4 4 0 0 0,-3-4-5 0 0,0 0 21 0 0,2 0 11 0 0,11 9-4 0 0,-11-9-38 0 0,0-1 2 0 0,15 2-27 0 0,-14-3 39 0 0,0-2 14 0 0,2 0 26 0 0,-1 0 0 0 0,1-1 0 0 0,-1 0-1 0 0,1 0 1 0 0,-1 0 0 0 0,0-1 0 0 0,0 0-1 0 0,0 0 1 0 0,0-1 0 0 0,-1 1 0 0 0,7-7 0 0 0,-7 6-7 0 0,0-1 1 0 0,0 0-1 0 0,-1-1 1 0 0,0 1-1 0 0,0-1 1 0 0,-1 0 0 0 0,1 0-1 0 0,-1 0 1 0 0,0 0-1 0 0,-1 0 1 0 0,0-1 0 0 0,0 1-1 0 0,0-1 1 0 0,-1 0-1 0 0,0 1 1 0 0,0-1-1 0 0,0 0 1 0 0,-1 0 0 0 0,0 0-1 0 0,-1 0 1 0 0,1 1-1 0 0,-4-12 1 0 0,3 9-34 0 0,-1 1 1 0 0,-1-1-1 0 0,0 0 1 0 0,0 1 0 0 0,-1-1-1 0 0,-8-14 1 0 0,9 20-14 0 0,0 0 1 0 0,1-1 0 0 0,-1 1-1 0 0,0 0 1 0 0,-1 0 0 0 0,1 1-1 0 0,0-1 1 0 0,-1 1 0 0 0,0 0-1 0 0,0-1 1 0 0,1 2 0 0 0,-1-1-1 0 0,0 0 1 0 0,0 1 0 0 0,-1 0-1 0 0,1 0 1 0 0,0 0 0 0 0,-7-1-1 0 0,-5 3-150 0 0,0 0-1 0 0,-26 5 0 0 0,38-5-5 0 0,3-1 162 0 0,0 0 0 0 0,1 0 0 0 0,-1 0 0 0 0,1 1 0 0 0,-1-1 0 0 0,0 0-1 0 0,1 0 1 0 0,-1 0 0 0 0,1 0 0 0 0,-1 1 0 0 0,0-1 0 0 0,1 0 0 0 0,-1 1 0 0 0,1-1 0 0 0,-1 0 0 0 0,1 1-1 0 0,-1-1 1 0 0,1 1 0 0 0,0-1 0 0 0,-1 1 0 0 0,1-1 0 0 0,-1 1 0 0 0,1-1 0 0 0,0 1 0 0 0,-1 0-169 0 0,1-1 0 0 0,0 1 1 0 0,-1 0-1 0 0,1-1 1 0 0,0 1-1 0 0,-1-1 1 0 0,1 0-1 0 0,-1 1 0 0 0,1-1 1 0 0,-1 1-1 0 0,1-1 1 0 0,-1 0-1 0 0,1 1 1 0 0,-1-1-1 0 0,1 0 0 0 0,-1 1 1 0 0,0-1-1 0 0,1 0 1 0 0,-1 0-1 0 0,1 0 0 0 0,-1 0 1 0 0,0 0-1 0 0,1 1 1 0 0,-2-1-1 0 0,5 3-1860 0 0,10 15-1413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8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66 2432 0 0,'11'-18'1270'0'0,"-8"15"-217"0"0,-2-1-159 0 0,6-13-248 0 0,-5 13 305 0 0,-1 0-614 0 0,0 4-318 0 0,-1-1-1 0 0,0 1 1 0 0,1-1-1 0 0,-1 1 1 0 0,0-1-1 0 0,0 1 0 0 0,1-1 1 0 0,-1 0-1 0 0,0 1 1 0 0,0-1-1 0 0,0 1 1 0 0,0-1-1 0 0,0 0 0 0 0,0 1 1 0 0,0-1-1 0 0,0 0 1 0 0,0 1-1 0 0,0-1 1 0 0,0 1-1 0 0,0-1 0 0 0,0 0 1 0 0,0 1-1 0 0,0-1 1 0 0,-1 1-1 0 0,1-2 1 0 0,-12 13 1019 0 0,-12 29-247 0 0,8-2-553 0 0,2 0 1 0 0,1 1 0 0 0,-11 64 0 0 0,20-86-273 0 0,4-14 42 0 0,-1 0 0 0 0,1 0 0 0 0,0 0 0 0 0,-1 0 0 0 0,1-1 1 0 0,1 1-1 0 0,-1 0 0 0 0,0 0 0 0 0,1 0 0 0 0,1 4 0 0 0,-2-2 10 0 0,2 6 13 0 0,0 0 0 0 0,1 0 0 0 0,0 0 0 0 0,0 0 0 0 0,8 15 0 0 0,-9-22-93 0 0,0-1 1 0 0,0 1-1 0 0,1 0 0 0 0,-1-1 0 0 0,1 0 0 0 0,0 1 0 0 0,0-1 1 0 0,1 0-1 0 0,-1-1 0 0 0,1 1 0 0 0,-1 0 0 0 0,1-1 0 0 0,0 0 1 0 0,0 0-1 0 0,0 0 0 0 0,0-1 0 0 0,0 1 0 0 0,0-1 0 0 0,5 1 1 0 0,0 0-656 0 0,0 0 0 0 0,0-1 0 0 0,0-1 0 0 0,0 0 0 0 0,1 0 0 0 0,-1 0 0 0 0,0-1 1 0 0,14-4-1 0 0,0-3-2661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9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34 161 3288 0 0,'0'0'1085'0'0,"-4"-1"-102"0"0,-14-3-153 0 0,14 3 713 0 0,2-3-1235 0 0,1 2-267 0 0,-3-12 205 0 0,4 13-238 0 0,1 0 0 0 0,-1 0 0 0 0,1 0 0 0 0,-1 0 0 0 0,1-1 0 0 0,0 1 0 0 0,0 0 0 0 0,0 0 0 0 0,0 0 0 0 0,0 0 0 0 0,0 1 0 0 0,0-1 0 0 0,0 0 0 0 0,0 0 0 0 0,0 1 0 0 0,0-1 0 0 0,0 0-1 0 0,3 0 1 0 0,160-68-1654 0 0,-47 30-2247 0 0,-87 31 997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39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245 341 2464 0 0,'0'-5'1324'0'0,"1"-14"-108"0"0,-1 14-347 0 0,0-1-248 0 0,-14-44 579 0 0,13 47-879 0 0,0 1-259 0 0,-1 1 0 0 0,1-1-1 0 0,-1 1 1 0 0,1-1-1 0 0,-1 1 1 0 0,1 0 0 0 0,-1-1-1 0 0,1 1 1 0 0,-4-1-1 0 0,2-1 117 0 0,-5 3-78 0 0,0 1-1 0 0,0-1 1 0 0,1 1 0 0 0,-1 1 0 0 0,0 0-1 0 0,1 0 1 0 0,-1 0 0 0 0,1 1 0 0 0,0 0 0 0 0,0 1-1 0 0,0-1 1 0 0,0 1 0 0 0,1 1 0 0 0,0-1-1 0 0,-1 1 1 0 0,2 0 0 0 0,-1 1 0 0 0,0-1 0 0 0,-7 12-1 0 0,-41 60-63 0 0,51-73-16 0 0,2 1 14 0 0,-1-1-60 0 0,1 0 0 0 0,1-1 1 0 0,-1 1-1 0 0,0 0 0 0 0,1 0 1 0 0,0-1-1 0 0,0 1 1 0 0,0 0-1 0 0,0 0 0 0 0,2 3 1 0 0,-1-3-99 0 0,9 1-201 0 0,-9-5 309 0 0,0 1 1 0 0,-1-1-1 0 0,1 0 1 0 0,-1 1 0 0 0,1-1-1 0 0,0 1 1 0 0,-1-1-1 0 0,1 0 1 0 0,0 0-1 0 0,0 1 1 0 0,-1-1 0 0 0,1 0-1 0 0,0 0 1 0 0,0 0-1 0 0,-1 0 1 0 0,1 0-1 0 0,0 0 1 0 0,0 0 0 0 0,-1 0-1 0 0,1 0 1 0 0,0 0-1 0 0,0 0 1 0 0,-1-1-1 0 0,1 1 1 0 0,0 0 0 0 0,0-1-1 0 0,24-4-56 0 0,-19 3-19 0 0,-1 0 34 0 0,13-7 103 0 0,-13 7-79 0 0,-1 0-1 0 0,12-8 31 0 0,-12 8 43 0 0,-4 1-38 0 0,1 1 0 0 0,-1-1 1 0 0,0 1-1 0 0,0 0 0 0 0,1-1 0 0 0,-1 1 0 0 0,0-1 0 0 0,0 1 0 0 0,1 0 0 0 0,-1 0 1 0 0,0-1-1 0 0,1 1 0 0 0,-1 0 0 0 0,1-1 0 0 0,-1 1 0 0 0,0 0 0 0 0,1 0 0 0 0,-1 0 1 0 0,1 0-1 0 0,-1-1 0 0 0,0 1 0 0 0,1 0 0 0 0,-1 0 0 0 0,1 0 0 0 0,0 0 0 0 0,-1 0 16 0 0,1 0 0 0 0,-1 0 0 0 0,1 0-1 0 0,-1 0 1 0 0,1 0 0 0 0,-1 0 0 0 0,0-1-1 0 0,1 1 1 0 0,-1 0 0 0 0,1 0 0 0 0,-1 0-1 0 0,0-1 1 0 0,1 1 0 0 0,-1 0 0 0 0,0 0-1 0 0,1-1 1 0 0,-1 1 0 0 0,0 0 0 0 0,1-1-1 0 0,-1 1 1 0 0,0 0 0 0 0,1-1 0 0 0,-1 1-1 0 0,0-1 1 0 0,0 0 0 0 0,5 2 31 0 0,15 1 25 0 0,-15-1-4 0 0,4 16-102 0 0,-7-13 64 0 0,0 0 28 0 0,13 15 25 0 0,0 0-1 0 0,18 16 1 0 0,-29-32-45 0 0,2-1-40 0 0,15 3-26 0 0,-16-4-22 0 0,0-1-15 0 0,7-3-1 0 0,-1-1-1 0 0,1 0 1 0 0,-1 0 0 0 0,0-1 0 0 0,-1 0 0 0 0,1-1-1 0 0,-1 0 1 0 0,0-1 0 0 0,-1 0 0 0 0,0-1-1 0 0,0 0 1 0 0,0 0 0 0 0,-1-1 0 0 0,0 0-1 0 0,-1 0 1 0 0,7-12 0 0 0,-4 6 24 0 0,-2-1 1 0 0,1 0 0 0 0,-2 0-1 0 0,0-1 1 0 0,-1 0-1 0 0,-1 0 1 0 0,-1 0-1 0 0,4-25 1 0 0,-3-10 115 0 0,-1-77 1 0 0,-4 124-7 0 0,0-1-66 0 0,-3-21 725 0 0,3 27-726 0 0,0 1 1 0 0,0-1 0 0 0,0 0 0 0 0,0 1 0 0 0,0-1 0 0 0,0 0 0 0 0,0 1 0 0 0,0-1 0 0 0,0 0 0 0 0,0 1-1 0 0,-1-1 1 0 0,1 0 0 0 0,0 1 0 0 0,0-1 0 0 0,0 0 0 0 0,0 0 0 0 0,-1 1 0 0 0,1-1 0 0 0,0 0-1 0 0,0 0 1 0 0,-1 1 0 0 0,1-1 0 0 0,0 0 0 0 0,0 0 0 0 0,-1 1 0 0 0,1-1 0 0 0,0 0 0 0 0,-1 0-1 0 0,1 0 1 0 0,0 0 0 0 0,0 0 0 0 0,-1 0 0 0 0,0 1 0 0 0,1-1 0 0 0,-1 0 0 0 0,0 0 0 0 0,1 1 1 0 0,-1-1-1 0 0,0 1 0 0 0,1-1 0 0 0,-1 0 0 0 0,1 1 1 0 0,-1-1-1 0 0,1 1 0 0 0,-1-1 0 0 0,1 1 0 0 0,-1 0 0 0 0,1-1 1 0 0,-1 1-1 0 0,1-1 0 0 0,-1 1 0 0 0,1 0 0 0 0,0-1 0 0 0,0 1 1 0 0,-1 0-1 0 0,1 0 0 0 0,0-1 0 0 0,0 1 0 0 0,0 0 0 0 0,0-1 1 0 0,0 1-1 0 0,0 1 0 0 0,-7 52 263 0 0,1 84 0 0 0,14-37-1589 0 0,-4-79-409 0 0,0-1 1 0 0,11 30-1 0 0,-6-27-2480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0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0 3864 0 0,'0'0'4886'0'0,"-3"4"-4498"0"0,2-1-336 0 0,-1 0 1 0 0,1 0 0 0 0,-1 1 0 0 0,1-1-1 0 0,0 0 1 0 0,0 1 0 0 0,1-1 0 0 0,-1 1-1 0 0,1-1 1 0 0,0 1 0 0 0,0 0 0 0 0,0-1-1 0 0,0 1 1 0 0,0-1 0 0 0,1 1 0 0 0,0-1-1 0 0,-1 1 1 0 0,1-1 0 0 0,2 4 0 0 0,2 14 60 0 0,32 245 131 0 0,-30-90-3406 0 0,-7-170 2395 0 0,-3 16-2902 0 0,2-18 757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0.6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 2300 0 0,'0'0'1370'0'0,"1"-4"-270"0"0,1-14-230 0 0,-1 14 1027 0 0,4 3-1401 0 0,-1 0-444 0 0,-1 1 18 0 0,-1-1 1 0 0,1 1-1 0 0,-1 0 0 0 0,1 0 0 0 0,-1 0 1 0 0,1 0-1 0 0,-1 0 0 0 0,1 0 0 0 0,-1 1 1 0 0,1-1-1 0 0,-1 1 0 0 0,1 0 0 0 0,-1-1 1 0 0,1 1-1 0 0,-1 0 0 0 0,0 1 0 0 0,1-1 1 0 0,-1 0-1 0 0,4 4 0 0 0,34 27 512 0 0,71 75-1 0 0,-76-70-719 0 0,1-2-1 0 0,61 45 1 0 0,-89-74-210 0 0,0-1 0 0 0,0-1 1 0 0,1 1-1 0 0,12 3 1 0 0,-18-6-17 0 0,1-1 0 0 0,0 0 0 0 0,-1-1 0 0 0,1 1 0 0 0,-1-1 0 0 0,1 1 0 0 0,0-1 0 0 0,-1 0 0 0 0,1 0 0 0 0,0-1 0 0 0,-1 1 0 0 0,1-1 0 0 0,4-1 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0.8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52 3028 0 0,'-4'-5'400'0'0,"1"0"0"0"0,-1 0 0 0 0,0 0 0 0 0,0 0 0 0 0,-1 0 0 0 0,1 1 1 0 0,-1-1-1 0 0,0 1 0 0 0,-6-3 0 0 0,7 5-41 0 0,4 2-344 0 0,0 1-1 0 0,0-1 1 0 0,0 0-1 0 0,0 1 1 0 0,0-1-1 0 0,0 0 1 0 0,0 1-1 0 0,0-1 1 0 0,0 0-1 0 0,0 0 1 0 0,-1 1-1 0 0,1-1 1 0 0,0 0-1 0 0,0 0 1 0 0,0 1-1 0 0,0-1 1 0 0,-1 0-1 0 0,1 0 1 0 0,0 1-1 0 0,0-1 1 0 0,0 0-1 0 0,-1 0 1 0 0,1 0-1 0 0,0 1 1 0 0,0-1-1 0 0,-1 0 1 0 0,1 0-1 0 0,0 0 1 0 0,-1 0-1 0 0,1 0 1 0 0,-1 0 0 0 0,0 1 1 0 0,1-1 0 0 0,-1 1 0 0 0,0-1 0 0 0,0 0 1 0 0,0 1-1 0 0,1 0 0 0 0,-1-1 0 0 0,0 1 1 0 0,0-1-1 0 0,1 1 0 0 0,-1 0 0 0 0,1-1 1 0 0,-1 1-1 0 0,0 0 0 0 0,1 0 0 0 0,0 0 0 0 0,-1-1 1 0 0,1 1-1 0 0,-1 0 0 0 0,1 1 0 0 0,-7 19 105 0 0,2 1-1 0 0,1 0 1 0 0,0 0-1 0 0,2 0 0 0 0,0 0 1 0 0,1 0-1 0 0,4 32 1 0 0,2-4-114 0 0,2-1 1 0 0,18 65 0 0 0,-18-89-645 0 0,1-1 1 0 0,2 0-1 0 0,0 0 1 0 0,20 31-1 0 0,-29-53 438 0 0,0 0 0 0 0,0 0 1 0 0,1-1-1 0 0,-1 1 0 0 0,0 0 0 0 0,1-1 0 0 0,-1 1 0 0 0,1-1 0 0 0,0 1 0 0 0,3 1 0 0 0,0 1-489 0 0,-1 0-2393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1.2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30 2772 0 0,'0'0'1012'0'0,"-5"-1"-142"0"0,3 0-746 0 0,-1 0 0 0 0,1 0-1 0 0,-1 0 1 0 0,1 0-1 0 0,-1 1 1 0 0,0-1-1 0 0,1 1 1 0 0,-1 0 0 0 0,0 0-1 0 0,0 0 1 0 0,1 0-1 0 0,-1 0 1 0 0,0 1-1 0 0,1-1 1 0 0,-1 1-1 0 0,0 0 1 0 0,1 0 0 0 0,-1-1-1 0 0,1 2 1 0 0,-4 1-1 0 0,-45 27 834 0 0,43-24-863 0 0,-1 0 0 0 0,1 1 0 0 0,1 0 0 0 0,-1 0 1 0 0,1 1-1 0 0,1 0 0 0 0,-1 1 0 0 0,1-1 0 0 0,1 1 0 0 0,0 0 0 0 0,0 0 0 0 0,1 1 0 0 0,0 0 0 0 0,-5 19 1 0 0,8-24-30 0 0,1-3-55 0 0,-1 6 22 0 0,1-1 1 0 0,1 1 0 0 0,0-1 0 0 0,0 1-1 0 0,3 9 1 0 0,-3-14-29 0 0,0 0 0 0 0,0 0 0 0 0,1 0 0 0 0,-1 0 0 0 0,1-1 0 0 0,0 1 0 0 0,0 0 0 0 0,0-1 0 0 0,0 0 0 0 0,0 1 0 0 0,0-1 0 0 0,1 0 0 0 0,-1 0 0 0 0,1 0 0 0 0,0 0 0 0 0,-1-1 0 0 0,1 1 0 0 0,4 1 0 0 0,8 1-2 0 0,1 0-1 0 0,-1-1 1 0 0,19 1 0 0 0,-27-4 2 0 0,-1-2 19 0 0,-2 0-17 0 0,1 1 17 0 0,0 0 0 0 0,0-1-1 0 0,0 1 1 0 0,0-1 0 0 0,0-1-1 0 0,0 1 1 0 0,-1-1 0 0 0,1 1-1 0 0,-1-1 1 0 0,0-1 0 0 0,0 1 0 0 0,0-1-1 0 0,0 1 1 0 0,-1-1 0 0 0,1 0-1 0 0,-1 0 1 0 0,0-1 0 0 0,0 1-1 0 0,3-7 1 0 0,-4 3 5 0 0,0 1 0 0 0,0-1 0 0 0,0 0 0 0 0,-1 0 0 0 0,-1 0 0 0 0,1 0 0 0 0,-1 0 0 0 0,0 0 0 0 0,-2-9 0 0 0,-2-5-186 0 0,-11-41 0 0 0,11 54-313 0 0,0 0 0 0 0,0 0 1 0 0,-1 1-1 0 0,-1-1 0 0 0,-6-7 0 0 0,7 9 4 0 0,3 4-439 0 0,0 0-189 0 0,-9-8-785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1.7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11 246 1660 0 0,'-8'-22'973'0'0,"6"18"1234"0"0,2 0-2066 0 0,1 1 1 0 0,0-1 0 0 0,0 1-1 0 0,0 0 1 0 0,0-1 0 0 0,1 1-1 0 0,-1 0 1 0 0,1 0 0 0 0,0 0-1 0 0,0 0 1 0 0,0 0 0 0 0,0 0-1 0 0,0 0 1 0 0,1 1 0 0 0,0-1 0 0 0,-1 1-1 0 0,1 0 1 0 0,0-1 0 0 0,0 1-1 0 0,5-2 1 0 0,10-6 293 0 0,-1 1 0 0 0,28-10 0 0 0,-27 12-252 0 0,0 0 80 0 0,0 1 1 0 0,25-5 0 0 0,-22 6-6 0 0,-15 4-173 0 0,22-4 156 0 0,-4 3-67 0 0,-12 1-137 0 0,0 0-1 0 0,0 1 1 0 0,0 0-1 0 0,0 1 1 0 0,0 1-1 0 0,0 0 1 0 0,0 0 0 0 0,13 5-1 0 0,-21-5 10 0 0,0 1 9 0 0,11 12 11 0 0,-11-12 20 0 0,-4 1 22 0 0,4 13 7 0 0,-3-13 154 0 0,-2 1-137 0 0,-12 36 528 0 0,11-38-335 0 0,2-3-286 0 0,-1 1 1 0 0,1 0-1 0 0,0-1 0 0 0,-1 1 0 0 0,1 0 0 0 0,-1-1 0 0 0,1 1 1 0 0,-1-1-1 0 0,1 1 0 0 0,-1-1 0 0 0,0 1 0 0 0,1-1 1 0 0,-1 1-1 0 0,0-1 0 0 0,1 0 0 0 0,-1 1 0 0 0,0-1 0 0 0,1 0 1 0 0,-1 0-1 0 0,0 1 0 0 0,0-1 0 0 0,1 0 0 0 0,-1 0 1 0 0,0 0-1 0 0,-1 0 0 0 0,5-10-150 0 0,0 0 1 0 0,1 0-1 0 0,0 0 0 0 0,0 1 1 0 0,1-1-1 0 0,0 1 0 0 0,1 0 1 0 0,12-15-1 0 0,-1 3-2057 0 0,1 1 0 0 0,33-29-1 0 0,-48 47-242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1.9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16 148 3076 0 0,'-2'2'1184'0'0,"-11"11"3095"0"0,17-12-4012 0 0,3 0-204 0 0,-1-1 1 0 0,0 1-1 0 0,1-1 0 0 0,-1-1 0 0 0,1 1 0 0 0,-1-1 0 0 0,0 0 1 0 0,12-4-1 0 0,178-60-350 0 0,58-16-5223 0 0,-207 70 1972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2.9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100 540 3748 0 0,'-2'-3'1525'0'0,"-26"-33"1928"0"0,25 33-2402 0 0,-25 8-593 0 0,28-5-454 0 0,0 0 1 0 0,0 0 0 0 0,-1 0-1 0 0,1 0 1 0 0,0 0-1 0 0,-1 0 1 0 0,1 1-1 0 0,0-1 1 0 0,0 0-1 0 0,-1 0 1 0 0,1 0-1 0 0,0 0 1 0 0,0 0 0 0 0,-1 0-1 0 0,1 0 1 0 0,0 1-1 0 0,0-1 1 0 0,-1 0-1 0 0,1 0 1 0 0,0 0-1 0 0,0 0 1 0 0,-1 1-1 0 0,1-1 1 0 0,0 0-1 0 0,0 0 1 0 0,0 1 0 0 0,0-1-1 0 0,0 0 1 0 0,-1 0-1 0 0,1 1 1 0 0,0-1-1 0 0,-5 11 61 0 0,2-5-40 0 0,-1 0 0 0 0,2 1 0 0 0,-1 0 0 0 0,1 0 0 0 0,-3 11 1 0 0,2 2 34 0 0,1 0 0 0 0,0 0 0 0 0,1 0 0 0 0,3 23 0 0 0,8 15-32 0 0,-9-54-23 0 0,0-1 0 0 0,0 0 0 0 0,1 0 0 0 0,0 0 0 0 0,-1 0 0 0 0,1 0 0 0 0,0 0 0 0 0,0 0 0 0 0,1-1-1 0 0,-1 1 1 0 0,0-1 0 0 0,5 3 0 0 0,-4-1-3 0 0,-2-3-3 0 0,0-1-1 0 0,0 1 0 0 0,-1 0 1 0 0,1 0-1 0 0,0-1 0 0 0,0 1 1 0 0,0-1-1 0 0,0 1 0 0 0,0-1 1 0 0,0 1-1 0 0,0-1 0 0 0,0 1 1 0 0,0-1-1 0 0,1 0 0 0 0,-1 0 1 0 0,2 1-1 0 0,0-1 0 0 0,1 2 18 0 0,3-3-72 0 0,-3 1 49 0 0,4-1-18 0 0,-1 1-1 0 0,0-1 1 0 0,0-1 0 0 0,0 1-1 0 0,0-1 1 0 0,0 0 0 0 0,-1-1-1 0 0,9-4 1 0 0,-8 4 16 0 0,0 0 0 0 0,0-1 0 0 0,-1 0 0 0 0,0-1 0 0 0,0 1 0 0 0,0-1 0 0 0,0 0 0 0 0,-1-1 0 0 0,0 1 0 0 0,0-1 0 0 0,0 0 0 0 0,-1 0 0 0 0,0-1 0 0 0,0 1 0 0 0,-1-1 0 0 0,1 0 0 0 0,-2 0 0 0 0,1 0 0 0 0,-1 0 0 0 0,3-13 0 0 0,-5 14-3 0 0,1 1 1 0 0,-1 0-1 0 0,0-1 0 0 0,-1 1 1 0 0,0 0-1 0 0,1-1 1 0 0,-2 1-1 0 0,1 0 1 0 0,-3-8-1 0 0,2 8 8 0 0,0 0 1 0 0,1 1 0 0 0,-1-1 0 0 0,-1 1 0 0 0,1 0 1 0 0,-1-1-1 0 0,1 1 0 0 0,-1 0 0 0 0,0 1 0 0 0,-1-1 1 0 0,1 0-1 0 0,-1 1 0 0 0,1 0 0 0 0,-1 0 1 0 0,0 0-1 0 0,-5-3 0 0 0,5 4 12 0 0,0 0 1 0 0,-16-4 17 0 0,15 4 8 0 0,0 3 8 0 0,-13 1-12 0 0,13-1 89 0 0,1 0-66 0 0,3 0-44 0 0,0-1 0 0 0,-1 0 0 0 0,1 1-1 0 0,-1-1 1 0 0,1 1 0 0 0,-1-1 0 0 0,1 1-1 0 0,-1 0 1 0 0,1-1 0 0 0,-1 1 0 0 0,1 0-1 0 0,-3 2 112 0 0,8 0-103 0 0,-1-1-17 0 0,-1 0 0 0 0,1 0 0 0 0,-1-1 0 0 0,1 1 0 0 0,0-1 0 0 0,-1 1 0 0 0,1-1 0 0 0,0 0 0 0 0,0 0 0 0 0,0-1 0 0 0,0 1 0 0 0,0 0 0 0 0,0-1 0 0 0,0 0 0 0 0,0 0 0 0 0,0 0 0 0 0,0 0 0 0 0,5-1 0 0 0,40-1-173 0 0,0-3-1 0 0,-1-1 1 0 0,77-22 0 0 0,-100 21 161 0 0,-1-1 0 0 0,0 0 0 0 0,-1-2 0 0 0,0 0 0 0 0,0-2 1 0 0,-1 0-1 0 0,-1-2 0 0 0,0 0 0 0 0,26-24 0 0 0,-40 31 44 0 0,0 0 1 0 0,0 0-1 0 0,0 0 1 0 0,-1-1-1 0 0,0 1 0 0 0,0-1 1 0 0,-1-1-1 0 0,0 1 1 0 0,-1-1-1 0 0,0 1 1 0 0,0-1-1 0 0,-1 0 0 0 0,0 0 1 0 0,0 0-1 0 0,0-10 1 0 0,-1-1 72 0 0,-1 0-1 0 0,-1 0 1 0 0,0 1 0 0 0,-2-1 0 0 0,0 1 0 0 0,-8-27 0 0 0,9 41-74 0 0,0 0 1 0 0,0 0-1 0 0,-1 0 1 0 0,1 1-1 0 0,-1-1 0 0 0,0 1 1 0 0,-1 0-1 0 0,1 0 1 0 0,-1 0-1 0 0,0 0 0 0 0,-5-3 1 0 0,8 5-20 0 0,0 1-2 0 0,0 0 0 0 0,0 0 0 0 0,0 1 0 0 0,0-1 0 0 0,0 0 0 0 0,-1 0 0 0 0,1 1 0 0 0,0-1 0 0 0,0 0 0 0 0,-1 1 0 0 0,1-1 0 0 0,0 1 0 0 0,-1 0 0 0 0,1 0 0 0 0,0-1 0 0 0,-1 1 0 0 0,-2 0 0 0 0,0 0 24 0 0,3-1-25 0 0,0 1-1 0 0,0 0 1 0 0,-1 0 0 0 0,1-1 0 0 0,0 1 0 0 0,0 0-1 0 0,-1 0 1 0 0,1 0 0 0 0,0 0 0 0 0,0 0 0 0 0,0 0-1 0 0,-1 1 1 0 0,1-1 0 0 0,0 0 0 0 0,0 1 0 0 0,0-1 0 0 0,-1 1-1 0 0,1-1 1 0 0,-1 2 0 0 0,-1-1 24 0 0,-7 5 72 0 0,-1 6-79 0 0,1 0-1 0 0,0 1 0 0 0,0 0 1 0 0,2 0-1 0 0,0 1 0 0 0,0 0 1 0 0,1 0-1 0 0,1 1 0 0 0,0 0 1 0 0,1 0-1 0 0,1 1 0 0 0,-4 24 1 0 0,-2 29 96 0 0,-3 108 1 0 0,12-158-102 0 0,-29 768 327 0 0,30-727-941 0 0,0-36 318 0 0,0-18-48 0 0,0 0-28 0 0,-1 12-481 0 0,1-18 786 0 0,0 0 0 0 0,0 0-1 0 0,0 1 1 0 0,0-1 0 0 0,0 0 0 0 0,0 0-1 0 0,0 0 1 0 0,-1 0 0 0 0,1 0-1 0 0,0 0 1 0 0,0 0 0 0 0,0 0 0 0 0,0 0-1 0 0,0 0 1 0 0,0 0 0 0 0,0 0 0 0 0,-1 0-1 0 0,1 0 1 0 0,0 0 0 0 0,0 0 0 0 0,0 0-1 0 0,0 0 1 0 0,0 0 0 0 0,0 0 0 0 0,0 0-1 0 0,-1 0 1 0 0,1 0 0 0 0,0 0-1 0 0,0 0 1 0 0,0 0 0 0 0,0 0 0 0 0,0 0-1 0 0,0-1 1 0 0,0 1 0 0 0,0 0 0 0 0,0 0-1 0 0,-1 0 1 0 0,1 0 0 0 0,0 0 0 0 0,0 0-1 0 0,0 0 1 0 0,0 0 0 0 0,0 0-1 0 0,0-1 1 0 0,0 1 0 0 0,0 0 0 0 0,0 0-1 0 0,0 0 1 0 0,0 0 0 0 0,0 0 0 0 0,0 0-1 0 0,0 0 1 0 0,0 0 0 0 0,0-1 0 0 0,0 1-1 0 0,0 0 1 0 0,0 0 0 0 0,0 0-1 0 0,0 0 1 0 0,-13-36-2948 0 0,10 30 3654 0 0,-22-82 815 0 0,-26-163-1 0 0,50 245-1208 0 0,2 0-79 0 0,-1 2-171 0 0,1 0 0 0 0,0 0 0 0 0,0 0 0 0 0,0 0-1 0 0,0 0 1 0 0,1 0 0 0 0,-1 0 0 0 0,1 0 0 0 0,0 1 0 0 0,0-1-1 0 0,1 0 1 0 0,-1 1 0 0 0,1 0 0 0 0,-1 0 0 0 0,1-1 0 0 0,0 2-1 0 0,0-1 1 0 0,1 0 0 0 0,4-3 0 0 0,31-13-1944 0 0,0 2 0 0 0,59-16 0 0 0,-63 24-1923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3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19 3588 0 0,'0'0'2925'0'0,"-2"-3"-1931"0"0,-3-12-34 0 0,10 27 332 0 0,11 30-481 0 0,23 96-353 0 0,35 247 0 0 0,-70-346-769 0 0,-1 1 0 0 0,-4 51 1 0 0,-8 10-3843 0 0,9-96 1798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4.5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0 181 1480 0 0,'4'-10'379'0'0,"-3"5"-187"0"0,1 0 0 0 0,0 0 1 0 0,1-1-1 0 0,-1 1 0 0 0,1 1 0 0 0,0-1 1 0 0,1 0-1 0 0,4-5 0 0 0,0 3 105 0 0,1 0 1 0 0,-1 1-1 0 0,1 0 1 0 0,0 1-1 0 0,20-9 1 0 0,-25 13 69 0 0,3 1-41 0 0,1-1-227 0 0,-1 2 1 0 0,1-1 0 0 0,0 1 0 0 0,-1 0-1 0 0,1 1 1 0 0,-1-1 0 0 0,0 2 0 0 0,1-1-1 0 0,-1 1 1 0 0,12 6 0 0 0,26 31 240 0 0,-40-35-330 0 0,-1 1-1 0 0,0-1 1 0 0,0 1 0 0 0,-1 0 0 0 0,0 0-1 0 0,0 0 1 0 0,0 0 0 0 0,-1 1 0 0 0,2 6-1 0 0,-2-7-43 0 0,3 8 82 0 0,-4-12-45 0 0,0 0 0 0 0,0 0-1 0 0,-1 0 1 0 0,1 0 0 0 0,-1 1-1 0 0,1-1 1 0 0,-1 0 0 0 0,0 0-1 0 0,0 0 1 0 0,0 1 0 0 0,0-1-1 0 0,0 3 1 0 0,-1 6-18 0 0,-8 57 150 0 0,9-65-114 0 0,-1 0-10 0 0,1-1 0 0 0,0 1-1 0 0,-1 0 1 0 0,0-1-1 0 0,1 1 1 0 0,-1-1 0 0 0,0 1-1 0 0,0-1 1 0 0,-1 1-1 0 0,-1 2 1 0 0,-8 12-15 0 0,6-9 16 0 0,0 0 0 0 0,-1-1 0 0 0,0 1-1 0 0,0-1 1 0 0,-1-1 0 0 0,0 1 0 0 0,0-1 0 0 0,0 0-1 0 0,-1-1 1 0 0,-12 7 0 0 0,17-10-83 0 0,-2-1-3 0 0,-15 3 13 0 0,15-3-19 0 0,1-3-146 0 0,-14-5 82 0 0,14 5 11 0 0,4 1 126 0 0,0 1 0 0 0,0-1 0 0 0,1 1 0 0 0,-1 0 0 0 0,0-1 0 0 0,0 1 0 0 0,0-1 0 0 0,0 1 0 0 0,0-1 0 0 0,0 1 0 0 0,0 0 1 0 0,0-1-1 0 0,0 1 0 0 0,0-1 0 0 0,0 1 0 0 0,0-1 0 0 0,0 1 0 0 0,0-1 0 0 0,0 1 0 0 0,0 0 0 0 0,0-1 0 0 0,0 1 0 0 0,-1-1 0 0 0,1 1 0 0 0,0 0 1 0 0,0-1-1 0 0,-1 0 0 0 0,0 0-3 0 0,1 1 0 0 0,-1-1 1 0 0,1 0-1 0 0,-1-1 0 0 0,1 1 1 0 0,0 0-1 0 0,-1 0 1 0 0,1 0-1 0 0,0 0 0 0 0,0 0 1 0 0,0 0-1 0 0,0 0 0 0 0,0 0 1 0 0,0-1-1 0 0,0 1 1 0 0,0 0-1 0 0,0-1 0 0 0,3-13 2 0 0,1 0-1 0 0,0 0 0 0 0,1 1 0 0 0,0-1 0 0 0,1 1 1 0 0,1 1-1 0 0,0-1 0 0 0,1 1 0 0 0,0 0 1 0 0,1 1-1 0 0,1 0 0 0 0,0 0 0 0 0,0 1 1 0 0,1 1-1 0 0,1-1 0 0 0,-1 2 0 0 0,2 0 0 0 0,-1 0 1 0 0,1 1-1 0 0,1 1 0 0 0,-1 0 0 0 0,1 0 1 0 0,0 2-1 0 0,1 0 0 0 0,19-5 0 0 0,-20 8 111 0 0,0 1 0 0 0,0 0 0 0 0,-1 1-1 0 0,1 0 1 0 0,0 1 0 0 0,0 1 0 0 0,-1 0 0 0 0,1 1-1 0 0,-1 0 1 0 0,0 1 0 0 0,25 11 0 0 0,-32-13-61 0 0,-1 1 1 0 0,1 1-1 0 0,-1-1 0 0 0,0 1 1 0 0,0 0-1 0 0,0 0 0 0 0,7 9 1 0 0,-7-8-9 0 0,-2-1-13 0 0,0-1 1 0 0,-1 1-1 0 0,1-1 1 0 0,-1 1-1 0 0,0 0 1 0 0,0 0-1 0 0,0 0 0 0 0,0 0 1 0 0,0 4-1 0 0,0-2 8 0 0,0-2 44 0 0,-2 1 25 0 0,1 17 51 0 0,-1-17 32 0 0,-1 0 31 0 0,-5 14 9 0 0,5-15 43 0 0,-1 0 34 0 0,-5 11-27 0 0,5-11 211 0 0,-12 11 174 0 0,11-12 203 0 0,-1-5-716 0 0,1 0-103 0 0,-15-5 156 0 0,17 2-95 0 0,-3-12-38 0 0,2 12-12 0 0,3-1 6 0 0,-1-8-251 0 0,2 1-1 0 0,0 0 1 0 0,0 0-1 0 0,1 0 1 0 0,1 1 0 0 0,0-1-1 0 0,1 1 1 0 0,0-1-1 0 0,1 2 1 0 0,0-1-1 0 0,1 1 1 0 0,0-1 0 0 0,1 2-1 0 0,0-1 1 0 0,1 1-1 0 0,15-14 1 0 0,-8 13-864 0 0,2 0 0 0 0,-1 1 0 0 0,28-11-1 0 0,-41 19 737 0 0,26 1-161 0 0,-24 1 494 0 0,13 7 134 0 0,-15-6 113 0 0,-2 0-217 0 0,-1-1-1 0 0,0 1 0 0 0,1 0 0 0 0,-1 0 0 0 0,0 0 0 0 0,1 0 0 0 0,-1 0 0 0 0,0 0 0 0 0,0 1 1 0 0,0-1-1 0 0,1 2 0 0 0,1-1 176 0 0,-1 3-145 0 0,2 12 2 0 0,-3-13 126 0 0,0 2-125 0 0,8 47 256 0 0,-8-48-125 0 0,9 18 132 0 0,-9-23-333 0 0,-1 0 0 0 0,0 0 0 0 0,0 0 0 0 0,1 0 0 0 0,-1 0 0 0 0,0 0 0 0 0,1 0-1 0 0,-1 0 1 0 0,0 0 0 0 0,0 0 0 0 0,1 1 0 0 0,-1-1 0 0 0,0 0 0 0 0,1 0 0 0 0,-1 0 0 0 0,0 0 0 0 0,0 0-1 0 0,0 1 1 0 0,1-1 0 0 0,-1 0 0 0 0,0 0 0 0 0,0 0 0 0 0,1 1 0 0 0,-1-1 0 0 0,0 0 0 0 0,0 0-1 0 0,0 1 1 0 0,0-1 0 0 0,0 0 0 0 0,1 0 0 0 0,-1 1 0 0 0,0-1 0 0 0,0 1-5 0 0,0-1 0 0 0,1 1-1 0 0,-1-1 1 0 0,0 1 0 0 0,0-1 0 0 0,1 1 0 0 0,-1-1 0 0 0,0 1 0 0 0,1-1 0 0 0,-1 0-1 0 0,1 1 1 0 0,-1-1 0 0 0,1 1 0 0 0,-1-1 0 0 0,1 0 0 0 0,-1 0 0 0 0,1 1 0 0 0,-1-1-1 0 0,1 0 1 0 0,-1 0 0 0 0,1 0 0 0 0,-1 0 0 0 0,1 1 0 0 0,-1-1 0 0 0,1 0 0 0 0,0 0-1 0 0,-1 0 1 0 0,1 0 0 0 0,-1 0 0 0 0,1 0 0 0 0,-1 0 0 0 0,1-1 0 0 0,0 1 0 0 0,26-1-65 0 0,-20 1 9 0 0,-2-2 7 0 0,31-11-13 0 0,-29 9 64 0 0,0-3-14 0 0,29-42-54 0 0,-35 45 98 0 0,0-1 2 0 0,3-17-12 0 0,-3 16-2 0 0,-2 0 38 0 0,-1-18 22 0 0,1 18-3 0 0,-1 1-16 0 0,-6-14-11 0 0,6 14 16 0 0,1 4-48 0 0,-1 1-1 0 0,1-1 1 0 0,0 0 0 0 0,-1 0-1 0 0,1 1 1 0 0,0-1-1 0 0,0 0 1 0 0,0 0 0 0 0,0 0-1 0 0,0 0 1 0 0,0 0-1 0 0,-1-3 1 0 0,0 3 18 0 0,-1-2 291 0 0,-3 3-139 0 0,2 0-169 0 0,1-1 39 0 0,1 1 0 0 0,-1 0-1 0 0,0 0 1 0 0,0 1 0 0 0,0-1-1 0 0,1 0 1 0 0,-1 1 0 0 0,0 0 0 0 0,1-1-1 0 0,-1 1 1 0 0,0 0 0 0 0,1 1 0 0 0,-1-1-1 0 0,1 0 1 0 0,-1 1 0 0 0,1-1-1 0 0,0 1 1 0 0,-3 2 0 0 0,1 0 43 0 0,-4 3-35 0 0,1 0-1 0 0,0 0 1 0 0,0 1-1 0 0,1 0 0 0 0,0 0 1 0 0,0 1-1 0 0,-4 10 1 0 0,6-10-24 0 0,0-1 1 0 0,1 1 0 0 0,0-1-1 0 0,1 1 1 0 0,0 0 0 0 0,0 0 0 0 0,1 0-1 0 0,0 0 1 0 0,1 0 0 0 0,0 0-1 0 0,0 0 1 0 0,2 10 0 0 0,-1-17-49 0 0,-1-1-1 0 0,0 1 1 0 0,1 0-1 0 0,-1-1 1 0 0,1 1-1 0 0,0-1 1 0 0,-1 1 0 0 0,1-1-1 0 0,0 1 1 0 0,0-1-1 0 0,0 1 1 0 0,0-1 0 0 0,0 0-1 0 0,0 1 1 0 0,1-1-1 0 0,0 1 1 0 0,2 2-18 0 0,-1 0-38 0 0,1 0 0 0 0,0-1 0 0 0,-1 1 1 0 0,1-1-1 0 0,1 1 0 0 0,-1-1 0 0 0,0 0 1 0 0,1-1-1 0 0,0 1 0 0 0,-1-1 0 0 0,1 0 1 0 0,6 2-1 0 0,-7-2 12 0 0,6 1-210 0 0,-1 0 0 0 0,1 0-1 0 0,0-1 1 0 0,0 0 0 0 0,0 0 0 0 0,19-1 0 0 0,-21 0 172 0 0,11-1-512 0 0,1 0 1 0 0,0-2-1 0 0,-1 0 1 0 0,1-1-1 0 0,-1-1 1 0 0,0-1-1 0 0,33-12 1 0 0,-24 6-1589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5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310 243 1932 0 0,'0'0'1052'0'0,"0"-5"-160"0"0,1-15-154 0 0,-1 14-86 0 0,-2 3-93 0 0,-6-13-114 0 0,6 12-44 0 0,-2 3-43 0 0,-1 0-257 0 0,0 0 0 0 0,1 0 1 0 0,-1 0-1 0 0,1 0 0 0 0,-1 1 0 0 0,0 0 0 0 0,0 0 0 0 0,1 0 0 0 0,-1 0 0 0 0,0 1 0 0 0,1 0 0 0 0,-1 0 0 0 0,1 0 0 0 0,-6 3 0 0 0,-10 4 74 0 0,1 2 0 0 0,0 0 0 0 0,0 2 1 0 0,1 0-1 0 0,0 0 0 0 0,1 2 0 0 0,1 0 0 0 0,0 1 0 0 0,-15 19 0 0 0,28-30-166 0 0,0 1 1 0 0,0-1 0 0 0,0 1 0 0 0,1 0 0 0 0,0 0 0 0 0,-1 0-1 0 0,-1 7 1 0 0,2-6 1 0 0,1-2 10 0 0,1 1 4 0 0,1 14-12 0 0,-1-18-14 0 0,0 0 0 0 0,0 0 0 0 0,1 0 0 0 0,-1 0 1 0 0,0 0-1 0 0,0 0 0 0 0,1 0 0 0 0,-1 0 0 0 0,1 0 0 0 0,-1 0 0 0 0,1 0 0 0 0,-1 0 0 0 0,1 0 0 0 0,0 0 0 0 0,-1 0 0 0 0,1 0 0 0 0,0-1 0 0 0,0 1 0 0 0,0 0 0 0 0,1 0 0 0 0,0 1-3 0 0,0 1-24 0 0,3 0-65 0 0,13 7-106 0 0,-13-8 1 0 0,2-1 14 0 0,2 0 44 0 0,0 0 1 0 0,0-1 0 0 0,0 0-1 0 0,0 0 1 0 0,1-1 0 0 0,-1 0 0 0 0,0-1-1 0 0,0 0 1 0 0,11-4 0 0 0,-6-1 132 0 0,0-1 0 0 0,0 0 1 0 0,-1 0-1 0 0,0-2 0 0 0,-1 0 1 0 0,0 0-1 0 0,-1-1 0 0 0,0 0 0 0 0,0-1 1 0 0,-1-1-1 0 0,-1 1 0 0 0,0-1 1 0 0,-1-1-1 0 0,0 0 0 0 0,9-24 0 0 0,-9 17 107 0 0,-2-1 0 0 0,0 0-1 0 0,-1-1 1 0 0,-1 1 0 0 0,-1-1-1 0 0,0-25 1 0 0,-3 43-144 0 0,-1-1 124 0 0,-1-19 18 0 0,1 18-6 0 0,-3 0 36 0 0,4 6-120 0 0,0 1-1 0 0,0-1 1 0 0,0 1-1 0 0,0 0 1 0 0,0-1 0 0 0,0 1-1 0 0,0-1 1 0 0,0 1-1 0 0,0-1 1 0 0,0 1-1 0 0,-1 0 1 0 0,1-1 0 0 0,0 1-1 0 0,0-1 1 0 0,0 1-1 0 0,-1 0 1 0 0,1-1-1 0 0,0 1 1 0 0,0 0 0 0 0,-1-1-1 0 0,1 1 1 0 0,0 0-1 0 0,-1 0 1 0 0,1-1-1 0 0,0 1 1 0 0,-1 0 0 0 0,1 0-1 0 0,-1 0 1 0 0,1-1-1 0 0,0 1 1 0 0,-1 0-1 0 0,1 0 1 0 0,-1 0 0 0 0,1 0-1 0 0,0 0 1 0 0,-1 0-1 0 0,0 0 1 0 0,-1 0 5 0 0,0 1 1 0 0,0-1-1 0 0,0 1 1 0 0,0 0-1 0 0,0-1 1 0 0,0 1-1 0 0,0 0 0 0 0,0 1 1 0 0,0-1-1 0 0,1 0 1 0 0,-1 0-1 0 0,0 1 1 0 0,1-1-1 0 0,-1 1 1 0 0,1-1-1 0 0,0 1 0 0 0,-1 0 1 0 0,1-1-1 0 0,0 1 1 0 0,0 0-1 0 0,0 0 1 0 0,0 0-1 0 0,-1 3 1 0 0,-22 59 157 0 0,22-61-165 0 0,1 0-1 0 0,0 0 1 0 0,0 0-1 0 0,0 0 1 0 0,0 0 0 0 0,1 0-1 0 0,-1 0 1 0 0,1 0 0 0 0,0 5-1 0 0,0 17 38 0 0,4 46-9 0 0,-1-48-37 0 0,-3-20 5 0 0,0 0-1 0 0,1-1 0 0 0,-1 1 0 0 0,1 0 0 0 0,0-1 0 0 0,0 1 0 0 0,0-1 0 0 0,0 1 0 0 0,0-1 0 0 0,1 0 0 0 0,-1 1 0 0 0,3 2 0 0 0,-1 0 3 0 0,1 2-10 0 0,0 1 1 0 0,1-1 0 0 0,0 1 0 0 0,0-1 0 0 0,0-1 0 0 0,1 1 0 0 0,0-1 0 0 0,1 0 0 0 0,-1 0-1 0 0,1-1 1 0 0,0 0 0 0 0,1 0 0 0 0,15 7 0 0 0,9 1 19 0 0,-19-9-19 0 0,3-4 16 0 0,-9 0-6 0 0,1 1 0 0 0,-1-1-1 0 0,1 0 1 0 0,-1-1 0 0 0,1 0 0 0 0,-1 0 0 0 0,1 0-1 0 0,-1-1 1 0 0,0 0 0 0 0,0-1 0 0 0,0 0 0 0 0,0 0-1 0 0,0 0 1 0 0,-1-1 0 0 0,1 0 0 0 0,-1 0 0 0 0,0 0-1 0 0,0-1 1 0 0,8-8 0 0 0,-7 7 7 0 0,6-6-15 0 0,14-38 34 0 0,-19 34-32 0 0,-6 12-12 0 0,0 0-38 0 0,-2 4 57 0 0,0 0-1 0 0,0-1 0 0 0,0 1 0 0 0,0 0 1 0 0,0-1-1 0 0,0 1 0 0 0,1 0 1 0 0,-1-1-1 0 0,0 1 0 0 0,0 0 0 0 0,0-1 1 0 0,0 1-1 0 0,0 0 0 0 0,1-1 1 0 0,-1 1-1 0 0,0 0 0 0 0,0 0 0 0 0,0-1 1 0 0,1 1-1 0 0,-1 0 0 0 0,0 0 1 0 0,0 0-1 0 0,1-1 0 0 0,-1 1 0 0 0,0 0 1 0 0,1 0-1 0 0,-1 0 0 0 0,0 0 1 0 0,1-1-1 0 0,-1 1 0 0 0,0 0 0 0 0,1 0 1 0 0,-1 0-1 0 0,0 0 0 0 0,1 0 1 0 0,0 0-1 0 0,1 13 207 0 0,-1-9-250 0 0,-1 1 99 0 0,0 0-18 0 0,-3 18-9 0 0,3-17 11 0 0,0-1 24 0 0,1 17-59 0 0,0-16-29 0 0,0-1 8 0 0,5 16 12 0 0,-5-16-28 0 0,0-5 23 0 0,-1 0-1 0 0,1 0 1 0 0,-1 0-1 0 0,0 1 0 0 0,1-1 1 0 0,-1 0-1 0 0,0 0 1 0 0,1 1-1 0 0,-1-1 0 0 0,0 0 1 0 0,0 1-1 0 0,1-1 1 0 0,-1 0-1 0 0,0 1 0 0 0,0-1 1 0 0,1 0-1 0 0,-1 1 1 0 0,0-1-1 0 0,0 0 0 0 0,0 1 1 0 0,0-1-1 0 0,0 1 1 0 0,0-1-1 0 0,1 0 0 0 0,-1 1 1 0 0,0-1-1 0 0,0 1 1 0 0,0-1-1 0 0,0 1 1 0 0,0 0-33 0 0,0 0 0 0 0,0-1 0 0 0,0 1 0 0 0,0 0 0 0 0,0 0 0 0 0,0-1 0 0 0,0 1 0 0 0,1 0 0 0 0,-1 0 0 0 0,0-1 0 0 0,1 1 1 0 0,-1 0-1 0 0,0-1 0 0 0,1 1 0 0 0,-1 0 0 0 0,1-1 0 0 0,-1 1 0 0 0,1-1 0 0 0,-1 1 0 0 0,1 0 0 0 0,-1-1 0 0 0,1 0 0 0 0,0 1 0 0 0,0 0 1 0 0,37 16-3228 0 0,-34-16 2110 0 0,0-2-800 0 0,16-4-1368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5.4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25 2100 0 0,'-24'-12'3176'0'0,"-11"2"-1731"0"0,4 7-609 0 0,3 6-1116 0 0,47 9-6957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5.9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82 137 2108 0 0,'0'0'4909'0'0,"-5"2"-4395"0"0,0 1-403 0 0,1 1 0 0 0,-1-1 0 0 0,1 1 0 0 0,0 0 0 0 0,0 0 0 0 0,0 0 0 0 0,1 0 0 0 0,-1 1 0 0 0,1-1 0 0 0,0 1 0 0 0,0 0 0 0 0,1 0 0 0 0,-1 0 0 0 0,-1 7 0 0 0,-1 3 10 0 0,1 0-1 0 0,0 0 0 0 0,-3 27 0 0 0,6-38-108 0 0,1 0 1 0 0,0 1-1 0 0,0-1 0 0 0,0 0 1 0 0,0 1-1 0 0,1-1 0 0 0,0 0 1 0 0,0 0-1 0 0,0 1 0 0 0,0-1 1 0 0,0 0-1 0 0,1 0 0 0 0,0 0 1 0 0,0-1-1 0 0,0 1 0 0 0,0 0 1 0 0,1-1-1 0 0,-1 1 0 0 0,7 5 1 0 0,-3-4-6 0 0,0 0 1 0 0,0 0-1 0 0,1-1 1 0 0,-1 0 0 0 0,1-1-1 0 0,0 1 1 0 0,0-1 0 0 0,10 3-1 0 0,-12-5-9 0 0,0 0 0 0 0,1 0-1 0 0,0 0 1 0 0,-1-1 0 0 0,1 0 0 0 0,0 0-1 0 0,-1 0 1 0 0,9-2 0 0 0,-9 1 14 0 0,2 1-5 0 0,0-1-1 0 0,0-1 1 0 0,0 1 0 0 0,0-1-1 0 0,-1 0 1 0 0,1-1-1 0 0,-1 0 1 0 0,8-4 0 0 0,-9 5-30 0 0,3-2 16 0 0,-1 0 1 0 0,0 0-1 0 0,1-1 0 0 0,-2 0 0 0 0,1 0 1 0 0,11-12-1 0 0,-13 12 5 0 0,1-1 28 0 0,0-1 0 0 0,-1 0 0 0 0,0 0 1 0 0,0 0-1 0 0,0-1 0 0 0,-1 1 1 0 0,0-1-1 0 0,3-10 0 0 0,0-1 112 0 0,-2-1 0 0 0,5-22 0 0 0,9-119 803 0 0,-18 156-829 0 0,-2 0-26 0 0,0-13-21 0 0,1 13 276 0 0,-6 7-202 0 0,-16 7 1 0 0,21-9-135 0 0,0 1 1 0 0,0-1-1 0 0,0 1 1 0 0,0-1-1 0 0,0 1 0 0 0,0 0 1 0 0,1-1-1 0 0,-1 1 1 0 0,0 0-1 0 0,0 0 1 0 0,0 0-1 0 0,1-1 0 0 0,-1 1 1 0 0,0 0-1 0 0,1 0 1 0 0,-1 0-1 0 0,1 0 1 0 0,-1 0-1 0 0,1 0 0 0 0,-1 0 1 0 0,1 1-1 0 0,0-1 1 0 0,-1 1-1 0 0,1 0 12 0 0,-4 6 4 0 0,1 2 0 0 0,0-1 0 0 0,1 0 0 0 0,0 1 0 0 0,0-1 0 0 0,1 1-1 0 0,0-1 1 0 0,1 1 0 0 0,0 0 0 0 0,0-1 0 0 0,1 1 0 0 0,5 18 0 0 0,-5-21-8 0 0,1 8-8 0 0,2 0 0 0 0,0-1 0 0 0,1 1 0 0 0,0-1 1 0 0,1-1-1 0 0,0 1 0 0 0,10 14 0 0 0,1-4-1051 0 0,0 0-1 0 0,26 27 1 0 0,-40-48 262 0 0,-2-3 745 0 0,-1 1-1 0 0,1-1 1 0 0,-1 0-1 0 0,1 0 1 0 0,-1 0-1 0 0,1 0 1 0 0,-1 1 0 0 0,1-1-1 0 0,-1 0 1 0 0,1 0-1 0 0,-1 1 1 0 0,1-1-1 0 0,-1 0 1 0 0,0 1 0 0 0,1-1-1 0 0,-1 1 1 0 0,0-1-1 0 0,1 0 1 0 0,-1 1-1 0 0,0-1 1 0 0,1 1-1 0 0,-1-1 1 0 0,0 1 0 0 0,0-1-1 0 0,0 1 1 0 0,1 0-1 0 0,4 7-1120 0 0,0-6-2416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6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1 193 2300 0 0,'1'-8'339'0'0,"1"-1"0"0"0,0 1 0 0 0,1-1 0 0 0,0 1 0 0 0,1 0 0 0 0,-1 0 0 0 0,2 1 0 0 0,6-11 0 0 0,-3 8-60 0 0,0 1 1 0 0,0 0-1 0 0,1 0 0 0 0,1 1 0 0 0,-1 0 1 0 0,18-10-1 0 0,31-12 782 0 0,-33 23-541 0 0,-19 6-425 0 0,-1 0 180 0 0,-4 2-256 0 0,0-1 0 0 0,-1 0-1 0 0,1 1 1 0 0,0-1 0 0 0,0 0 0 0 0,-1 1 0 0 0,1-1 0 0 0,0 0 0 0 0,0 0-1 0 0,-1 0 1 0 0,1 0 0 0 0,0 0 0 0 0,0 0 0 0 0,0 0 0 0 0,-1 0 0 0 0,1 0 0 0 0,0 0-1 0 0,0 0 1 0 0,0 0 0 0 0,0-1 0 0 0,0 1-3 0 0,0-1 0 0 0,1 1 0 0 0,-1 0 0 0 0,0 0 0 0 0,0 0 0 0 0,0 0 0 0 0,0 0 0 0 0,0 0 0 0 0,0 0 0 0 0,0 0 0 0 0,0 0 0 0 0,1 0 0 0 0,-1 1 0 0 0,0-1-1 0 0,0 0 1 0 0,0 1 0 0 0,0-1 0 0 0,0 1 0 0 0,0-1 0 0 0,1 1 0 0 0,3 3 31 0 0,0 0-1 0 0,0-1 1 0 0,-1 2-1 0 0,1-1 0 0 0,-1 0 1 0 0,0 1-1 0 0,0 0 1 0 0,0 0-1 0 0,-1 0 0 0 0,1 0 1 0 0,-1 1-1 0 0,-1-1 1 0 0,1 1-1 0 0,-1 0 1 0 0,0 0-1 0 0,0 0 0 0 0,-1 0 1 0 0,2 7-1 0 0,2 19-180 0 0,-1 0 1 0 0,0 41-1 0 0,-3-36-601 0 0,0-32 30 0 0,-1 0-254 0 0,1 14-245 0 0,-1-14-24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6.4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49 2320 0 0,'0'0'1124'0'0,"-5"-26"672"0"0,-2 3-235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6.8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0 2256 0 0,'0'0'4479'0'0,"-4"1"-4024"0"0,-16 0-60 0 0,15-1-61 0 0,1 3-30 0 0,-3 3-196 0 0,0 1 0 0 0,1 0-1 0 0,0 0 1 0 0,0 0 0 0 0,0 1 0 0 0,1 0 0 0 0,0 0 0 0 0,1 0 0 0 0,0 1 0 0 0,0-1 0 0 0,-3 12 0 0 0,6-16-56 0 0,1 1-8 0 0,-3 18 6 0 0,3-17 10 0 0,1 0-19 0 0,16 41 60 0 0,-14-43-83 0 0,-1-1-12 0 0,0-1 0 0 0,0 0 0 0 0,0 0 1 0 0,1 0-1 0 0,-1 0 0 0 0,1 0 0 0 0,-1 0 0 0 0,1-1 1 0 0,0 1-1 0 0,-1-1 0 0 0,1 0 0 0 0,4 1 1 0 0,-5-1-10 0 0,2 1 172 0 0,1-4-97 0 0,14-3-1 0 0,-14 3 95 0 0,-4 1-154 0 0,-1 0 0 0 0,0-1 0 0 0,1 1 0 0 0,0 0 1 0 0,-1 0-1 0 0,1 0 0 0 0,0 0 0 0 0,-1-1 0 0 0,1 1 0 0 0,0 0 1 0 0,0 0-1 0 0,2-1 0 0 0,-2 1 13 0 0,1-3 185 0 0,-1-1-114 0 0,2-16 54 0 0,-2 1 1 0 0,-1-30-1 0 0,-1 45-79 0 0,-1 0-4 0 0,-1-3-178 0 0,-1 1-1 0 0,1 0 1 0 0,-2 0-1 0 0,1 0 1 0 0,-1 0 0 0 0,0 1-1 0 0,0 0 1 0 0,0 0-1 0 0,-12-9 1 0 0,14 12-465 0 0,2 3 530 0 0,1-1 1 0 0,0 1-1 0 0,0-1 1 0 0,0 1 0 0 0,-1 0-1 0 0,1-1 1 0 0,0 1 0 0 0,-1-1-1 0 0,1 1 1 0 0,0 0-1 0 0,-1-1 1 0 0,1 1 0 0 0,-1 0-1 0 0,1 0 1 0 0,0-1 0 0 0,-1 1-1 0 0,1 0 1 0 0,-1 0-1 0 0,1-1 1 0 0,-1 1 0 0 0,1 0-1 0 0,-1 0 1 0 0,1 0 0 0 0,-1 0-1 0 0,0 0 1 0 0,1 0-15 0 0,-1 0 0 0 0,1 0 0 0 0,-1 0 0 0 0,1 0 0 0 0,-1-1 0 0 0,1 1 0 0 0,-1 0 0 0 0,1 0 1 0 0,-1 0-1 0 0,1-1 0 0 0,0 1 0 0 0,-1 0 0 0 0,1 0 0 0 0,-1-1 0 0 0,1 1 0 0 0,0 0 0 0 0,-1-1 0 0 0,1 1 0 0 0,0 0 0 0 0,-1-1 1 0 0,1 1-1 0 0,0-1 0 0 0,-1 1 0 0 0,1 0 0 0 0,0-2 0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7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 2424 0 0,'0'0'1208'0'0,"6"0"-204"0"0,18 0-218 0 0,-18 0-61 0 0,-1 1-60 0 0,0 1-459 0 0,0 0 1 0 0,1 0-1 0 0,-1 1 0 0 0,0-1 1 0 0,0 1-1 0 0,-1 0 0 0 0,1 1 1 0 0,-1-1-1 0 0,1 1 0 0 0,-1 0 0 0 0,0 0 1 0 0,0 0-1 0 0,6 9 0 0 0,-3-3-109 0 0,-1 1-1 0 0,0 0 1 0 0,-1 0-1 0 0,0 0 1 0 0,0 0-1 0 0,3 17 1 0 0,-3-11-61 0 0,-4-12-4 0 0,0 0-3 0 0,4 15-2 0 0,-4-14 39 0 0,0-2-16 0 0,2 15 29 0 0,-2-15 839 0 0,-3 3-710 0 0,2-7-196 0 0,0 1 1 0 0,-1 0 0 0 0,1-1 0 0 0,0 1-1 0 0,0 0 1 0 0,0-1 0 0 0,0 1 0 0 0,-1 0-1 0 0,1-1 1 0 0,0 1 0 0 0,0 0 0 0 0,-1-1 0 0 0,1 1-1 0 0,-1-1 1 0 0,1 1 0 0 0,0-1 0 0 0,-1 1-1 0 0,1-1 1 0 0,-1 1 0 0 0,1-1 0 0 0,-1 1-1 0 0,1-1 1 0 0,-1 0 0 0 0,0 1 0 0 0,-2-4 4 0 0,0 0 0 0 0,0-1 0 0 0,0 1 1 0 0,1-1-1 0 0,0 1 0 0 0,-4-8 0 0 0,4 7 19 0 0,2-2 18 0 0,2-7-58 0 0,0 1-1 0 0,0 0 1 0 0,1-1-1 0 0,1 1 0 0 0,0 0 1 0 0,0 1-1 0 0,2-1 1 0 0,-1 1-1 0 0,15-22 0 0 0,-16 26 5 0 0,0 3-3 0 0,-1-1 0 0 0,1 1 0 0 0,0 0 0 0 0,0 1 0 0 0,1-1 0 0 0,-1 1 0 0 0,1-1 0 0 0,0 1 0 0 0,5-2 0 0 0,-3 1-1 0 0,2-1 2 0 0,31-9 23 0 0,-35 15-18 0 0,-3-2-3 0 0,0 1 0 0 0,0-1-1 0 0,0 1 1 0 0,0 0-1 0 0,0 0 1 0 0,0 0-1 0 0,0 0 1 0 0,0 1-1 0 0,0-1 1 0 0,0 0-1 0 0,0 1 1 0 0,0-1-1 0 0,-1 1 1 0 0,5 1-1 0 0,-1 1-1 0 0,-1-3 7 0 0,-1 2 0 0 0,1-1 0 0 0,-1 0 1 0 0,1 1-1 0 0,-1-1 0 0 0,0 1 0 0 0,1 0 0 0 0,-1 0 0 0 0,0 1 0 0 0,0-1 0 0 0,-1 0 1 0 0,1 1-1 0 0,0 0 0 0 0,1 3 0 0 0,-1-3 2 0 0,1 1-2 0 0,-1 0 0 0 0,0 1 0 0 0,0 0 0 0 0,0 0-1 0 0,0 0 1 0 0,-1 0 0 0 0,1 0 0 0 0,-1 0 0 0 0,2 12 0 0 0,-3-12-19 0 0,1 0 18 0 0,4 16 7 0 0,-4-1 16 0 0,8 66-477 0 0,-10-81 194 0 0,2 0-39 0 0,5 17-80 0 0,-6-17-83 0 0,2-1-20 0 0,9 11-45 0 0,-9-11-61 0 0,1-2-110 0 0,1 0 140 0 0,-1-1 0 0 0,1 0 1 0 0,0 0-1 0 0,0-1 0 0 0,0 1 0 0 0,-1-1 0 0 0,1 0 1 0 0,7 0-1 0 0,-7-1-2753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4:47.5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237 81 2340 0 0,'0'-6'1052'0'0,"-12"-49"2283"0"0,10 51-2411 0 0,2 3-912 0 0,0 1-1 0 0,0-1 1 0 0,0 1-1 0 0,0-1 0 0 0,-1 1 1 0 0,1-1-1 0 0,0 1 0 0 0,-1 0 1 0 0,1-1-1 0 0,0 1 1 0 0,-1 0-1 0 0,1-1 0 0 0,0 1 1 0 0,-1 0-1 0 0,1-1 1 0 0,-1 1-1 0 0,1 0 0 0 0,0 0 1 0 0,-1-1-1 0 0,1 1 1 0 0,-1 0-1 0 0,1 0 0 0 0,-2 0 1 0 0,-8-7 1441 0 0,2 12-908 0 0,7-5-520 0 0,1 0 0 0 0,-1 0-1 0 0,1 0 1 0 0,-1 1-1 0 0,1-1 1 0 0,-1 0 0 0 0,1 0-1 0 0,-1 0 1 0 0,1 1 0 0 0,-1-1-1 0 0,1 0 1 0 0,0 0-1 0 0,-1 1 1 0 0,1-1 0 0 0,-1 0-1 0 0,1 1 1 0 0,0-1-1 0 0,-1 0 1 0 0,1 1 0 0 0,0-1-1 0 0,-1 1 1 0 0,1-1 0 0 0,0 1-1 0 0,0-1 1 0 0,0 1-1 0 0,-1-1 1 0 0,1 1 0 0 0,0-1-1 0 0,0 1 1 0 0,0-1-1 0 0,0 1 1 0 0,0-1 0 0 0,0 2-1 0 0,0 19 264 0 0,2 0-1 0 0,1 0 1 0 0,0 0 0 0 0,12 39-1 0 0,3 16-81 0 0,-17-71-216 0 0,-1-1-1 0 0,0 0 1 0 0,0 1 0 0 0,0-1 0 0 0,0 1 0 0 0,-1-1 0 0 0,0 1-1 0 0,0-1 1 0 0,0 0 0 0 0,0 0 0 0 0,-4 9 0 0 0,3-10-61 0 0,1-1 15 0 0,0 0 0 0 0,1 0 1 0 0,-1 0-1 0 0,-1 0 0 0 0,1 0 0 0 0,0 0 0 0 0,0 0 0 0 0,-1 0 1 0 0,1-1-1 0 0,-1 1 0 0 0,1-1 0 0 0,-1 1 0 0 0,0-1 0 0 0,-3 3 0 0 0,-2 1-101 0 0,-3 2-398 0 0,0 0-1 0 0,0 0 1 0 0,-1-1 0 0 0,0-1 0 0 0,0 0 0 0 0,0 0-1 0 0,-1-1 1 0 0,0-1 0 0 0,-16 4 0 0 0,17-5-257 0 0,-37 11-4000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0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20 5180 0 0,'0'0'1625'0'0,"-28"-5"-1773"0"0,9-10-6469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1.5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27 3792 0 0,'-12'-27'8375'0'0,"10"32"-8038"0"0,1 2-257 0 0,-1 0-1 0 0,1 0 1 0 0,1 0 0 0 0,-1 0 0 0 0,1 0 0 0 0,1 0 0 0 0,1 12 0 0 0,52 260 650 0 0,-8-106-3628 0 0,-39-152 1327 0 0,-4-14 305 0 0,0 5-2512 0 0,3 11-542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1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257 76 2772 0 0,'4'-8'324'0'0,"-1"0"0"0"0,1 1 1 0 0,0-1-1 0 0,0 1 0 0 0,1 0 0 0 0,0 1 0 0 0,0-1 0 0 0,9-8 0 0 0,-11 12 413 0 0,2 5-531 0 0,15 2 15 0 0,-20-4-212 0 0,0 0-1 0 0,1 0 1 0 0,-1 0 0 0 0,0 0 0 0 0,0 0 0 0 0,1 0 0 0 0,-1 0 0 0 0,0 0 0 0 0,0 0-1 0 0,1 0 1 0 0,-1 0 0 0 0,0 0 0 0 0,0 1 0 0 0,0-1 0 0 0,1 0 0 0 0,-1 0 0 0 0,0 0-1 0 0,0 0 1 0 0,0 0 0 0 0,1 1 0 0 0,-1-1 0 0 0,0 0 0 0 0,0 0 0 0 0,0 0 0 0 0,0 1-1 0 0,1-1 1 0 0,-1 0 0 0 0,0 0 0 0 0,0 1 0 0 0,0-1 0 0 0,0 0 0 0 0,0 0 0 0 0,0 1-1 0 0,0-1 1 0 0,2 8 22 0 0,0 0-1 0 0,-1 0 0 0 0,0 1 1 0 0,0-1-1 0 0,-1 0 1 0 0,0 1-1 0 0,-1-1 0 0 0,1 0 1 0 0,-2 0-1 0 0,-2 13 0 0 0,-2-1 19 0 0,0-1 0 0 0,0 0 0 0 0,-17 30 0 0 0,7-20 164 0 0,-27 40 0 0 0,34-58-76 0 0,0 0-1 0 0,-1 0 1 0 0,0-1-1 0 0,-1 0 1 0 0,0-1-1 0 0,-16 11 1 0 0,-19 3 112 0 0,42-21-183 0 0,-2-2 10 0 0,-17 3 11 0 0,17-3-27 0 0,1-1-8 0 0,-15-5-7 0 0,16 5-31 0 0,-1-2-6 0 0,-27-28 253 0 0,49 22-154 0 0,-13 8-133 0 0,11 10 11 0 0,9 1 40 0 0,42 32-22 0 0,-32-20-54 0 0,0 0 0 0 0,2-3 0 0 0,66 27 0 0 0,-82-42-524 0 0,0-1-1 0 0,0-1 1 0 0,-1-1 0 0 0,1-1-1 0 0,23-2 1 0 0,-25 1 30 0 0,-14 1 307 0 0,1 0 0 0 0,-1 0 0 0 0,0-1-1 0 0,1 1 1 0 0,-1-1 0 0 0,0 0 0 0 0,1 0 0 0 0,6-3 0 0 0,2-1-449 0 0,19-5-2329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2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0 1700 0 0,'0'0'1066'0'0,"-4"1"-194"0"0,-5 1-452 0 0,0 0-1 0 0,0 1 0 0 0,1 0 0 0 0,-1 0 0 0 0,1 1 0 0 0,-15 9 1 0 0,17-8-301 0 0,-1 1 1 0 0,1-1 0 0 0,0 2-1 0 0,0-1 1 0 0,1 1 0 0 0,-1 0-1 0 0,2 0 1 0 0,-1 0 0 0 0,-4 11-1 0 0,7-14-33 0 0,1 2-3 0 0,1 0-50 0 0,-1 1-1 0 0,1 0 1 0 0,0-1-1 0 0,1 1 1 0 0,0 0-1 0 0,0-1 1 0 0,0 1-1 0 0,1-1 1 0 0,-1 1-1 0 0,2-1 1 0 0,4 10-1 0 0,26 29 184 0 0,-25-36-193 0 0,24 29-20 0 0,-17-24 38 0 0,-5-1 68 0 0,-1 0-1 0 0,12 22 1 0 0,-19-31 20 0 0,-3 0-4 0 0,-1 0-89 0 0,1-1 1 0 0,0 1-1 0 0,-1-1 0 0 0,1 0 1 0 0,-1 0-1 0 0,0 0 0 0 0,0 1 1 0 0,0-2-1 0 0,-1 1 0 0 0,1 0 1 0 0,-1 0-1 0 0,1-1 0 0 0,-1 0 1 0 0,0 1-1 0 0,0-1 0 0 0,0 0 1 0 0,-5 2-1 0 0,-9 4 14 0 0,13-6-13 0 0,-1 0-10 0 0,-16 4-28 0 0,16-4-95 0 0,1-4-1013 0 0,-14-4 446 0 0,14 4-245 0 0,6-4-320 0 0,8-19-964 0 0,4 4-1530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2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218 19 3624 0 0,'0'0'3038'0'0,"-2"-3"-2377"0"0,-7-9-85 0 0,6 9 796 0 0,-3 3-995 0 0,-21 3-30 0 0,20-3-40 0 0,4 3-54 0 0,-2 2-157 0 0,1 0 0 0 0,-1 0 1 0 0,1 1-1 0 0,0-1 0 0 0,1 1 1 0 0,0 0-1 0 0,-5 10 0 0 0,7-12-15 0 0,2 2 0 0 0,1 6-57 0 0,0 0-1 0 0,2 0 1 0 0,-1-1-1 0 0,1 1 1 0 0,1-1 0 0 0,0 0-1 0 0,11 18 1 0 0,11 8 30 0 0,-16-22-44 0 0,-1 0-1 0 0,0 1 1 0 0,-1 0-1 0 0,8 18 1 0 0,-16-31-3 0 0,-1-1 0 0 0,1 1 0 0 0,0 0 0 0 0,-1 1 0 0 0,0-1 0 0 0,0 0 0 0 0,0 0 0 0 0,0 0 0 0 0,0 0 0 0 0,-1 0 0 0 0,1 0 1 0 0,-1 0-1 0 0,0 0 0 0 0,0 0 0 0 0,0-1 0 0 0,-3 6 0 0 0,3-5 2 0 0,0-1-7 0 0,1 0 1 0 0,-1 0-1 0 0,0 0 0 0 0,0 0 1 0 0,-1 0-1 0 0,1 0 0 0 0,0 0 1 0 0,0 0-1 0 0,-1-1 0 0 0,1 1 0 0 0,-1-1 1 0 0,0 1-1 0 0,0-1 0 0 0,-2 2 1 0 0,-3 3-3 0 0,-7 5-200 0 0,-1 0 0 0 0,0-1 0 0 0,-1-1 0 0 0,0 0 0 0 0,-1-2-1 0 0,-25 10 1 0 0,9-4-1506 0 0,-6 0-2509 0 0,32-11-365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3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23 4732 0 0,'-4'-8'575'0'0,"-6"-7"5804"0"0,-3 30-5503 0 0,11-5-507 0 0,38 383 785 0 0,-34-374-2435 0 0,2-1 0 0 0,9 34 0 0 0,-10-44 388 0 0,-2-4-775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3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38 255 4940 0 0,'-34'-33'4230'0'0,"31"30"-3561"0"0,3-1-589 0 0,1 1-1 0 0,0-1 1 0 0,0 1 0 0 0,0 0 0 0 0,0-1 0 0 0,1 1-1 0 0,-1 0 1 0 0,1 0 0 0 0,0 0 0 0 0,0 0 0 0 0,0 0-1 0 0,0 1 1 0 0,0-1 0 0 0,0 0 0 0 0,1 1-1 0 0,0 0 1 0 0,-1 0 0 0 0,1-1 0 0 0,0 2 0 0 0,0-1-1 0 0,0 0 1 0 0,6-2 0 0 0,10-5-31 0 0,1 0 1 0 0,32-8-1 0 0,-35 12 71 0 0,91-25-1287 0 0,133-18 0 0 0,-104 23-3871 0 0,-87 15 508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3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188 11 2872 0 0,'-2'-1'139'0'0,"1"-1"0"0"0,-1 1 0 0 0,1 0 1 0 0,-1 0-1 0 0,0 0 0 0 0,1 1 0 0 0,-1-1 0 0 0,0 0 0 0 0,0 1 0 0 0,0-1 0 0 0,1 1 0 0 0,-1 0 0 0 0,0-1 0 0 0,0 1 0 0 0,0 0 0 0 0,0 0 0 0 0,0 0 1 0 0,0 0-1 0 0,1 1 0 0 0,-1-1 0 0 0,0 0 0 0 0,0 1 0 0 0,0-1 0 0 0,1 1 0 0 0,-1 0 0 0 0,0 0 0 0 0,0-1 0 0 0,-2 3 0 0 0,-7 2 104 0 0,0 1-1 0 0,1 0 0 0 0,-1 1 0 0 0,1 0 1 0 0,1 0-1 0 0,-1 1 0 0 0,1 1 0 0 0,-11 13 0 0 0,16-18-210 0 0,1 0-1 0 0,-1 1 0 0 0,1-1 0 0 0,1 1 0 0 0,-1-1 0 0 0,1 1 0 0 0,0 0 0 0 0,0 0 0 0 0,0 0 0 0 0,0 1 0 0 0,1-1 0 0 0,0 0 0 0 0,0 0 0 0 0,1 1 0 0 0,-1-1 0 0 0,1 1 0 0 0,0-1 0 0 0,1 0 0 0 0,-1 1 0 0 0,1-1 0 0 0,0 0 0 0 0,0 1 0 0 0,1-1 0 0 0,0 0 0 0 0,2 6 0 0 0,4 3-17 0 0,0 1 0 0 0,0-1 1 0 0,1 0-1 0 0,1-1 0 0 0,0 0 0 0 0,24 21 1 0 0,61 66 45 0 0,-92-98-36 0 0,-1 0 0 0 0,0 1 0 0 0,0 0 1 0 0,0-1-1 0 0,0 1 0 0 0,0 0 0 0 0,0 0 1 0 0,-1 0-1 0 0,1 0 0 0 0,-1 0 1 0 0,0 0-1 0 0,0 1 0 0 0,0-1 0 0 0,0 5 1 0 0,-6 14 297 0 0,3-17-253 0 0,1-3-35 0 0,0 0 0 0 0,1 0 1 0 0,-1 0-1 0 0,0-1 0 0 0,0 1 0 0 0,0 0 0 0 0,-1-1 0 0 0,1 1 1 0 0,0 0-1 0 0,-1-1 0 0 0,1 0 0 0 0,-1 1 0 0 0,1-1 1 0 0,-1 0-1 0 0,1 0 0 0 0,-3 2 0 0 0,-33 12 284 0 0,26-11-144 0 0,6-2-157 0 0,4-1-24 0 0,-1 0 1 0 0,1 0 0 0 0,-1 0-1 0 0,0-1 1 0 0,1 1-1 0 0,-1 0 1 0 0,0-1 0 0 0,1 0-1 0 0,-1 1 1 0 0,0-1 0 0 0,-2 0-1 0 0,-16-5-778 0 0,16 4 136 0 0,8-21-2400 0 0,-2 18 2539 0 0,4-7-1994 0 0,20-18-1779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3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1 3812 0 0,'0'0'6748'0'0,"-6"0"-6030"0"0,1 1-586 0 0,-1 0 0 0 0,0 1 0 0 0,0-1 0 0 0,1 1 0 0 0,-1 0 0 0 0,1 1 0 0 0,-1-1 0 0 0,1 1 0 0 0,0 0 0 0 0,0 1-1 0 0,0-1 1 0 0,1 1 0 0 0,-1 0 0 0 0,1 0 0 0 0,0 0 0 0 0,0 0 0 0 0,0 1 0 0 0,1 0 0 0 0,-1 0 0 0 0,1 0 0 0 0,-4 9 0 0 0,6-11-112 0 0,0 1 0 0 0,0 0 0 0 0,1-1 1 0 0,-1 1-1 0 0,1 0 0 0 0,0-1 0 0 0,0 1 0 0 0,0 0 1 0 0,0-1-1 0 0,1 1 0 0 0,-1 0 0 0 0,1-1 1 0 0,2 8-1 0 0,-2-9-14 0 0,3 9 10 0 0,0 0 0 0 0,1-1 0 0 0,0 0 0 0 0,1 0 1 0 0,0-1-1 0 0,1 1 0 0 0,0-1 0 0 0,0 0 0 0 0,1-1 0 0 0,12 12 0 0 0,10 11 22 0 0,-12-8-51 0 0,23 35 1 0 0,-39-47 17 0 0,-4 15-23 0 0,-3-14-11 0 0,-2-4-23 0 0,-1 0 0 0 0,0 0 0 0 0,0-1 0 0 0,-1 0 0 0 0,0-1 0 0 0,0 0 0 0 0,0 0 0 0 0,-1-1 0 0 0,-21 9-1 0 0,10-7-1261 0 0,-1 0 0 0 0,-1-1 0 0 0,-40 6 0 0 0,51-12-1928 0 0,-12-3-2317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4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216 68 2164 0 0,'-2'-5'1488'0'0,"1"2"-1221"0"0,0-1-1 0 0,-1 1 1 0 0,1 0-1 0 0,-1-1 1 0 0,0 1-1 0 0,0 0 1 0 0,0 0-1 0 0,0 0 1 0 0,0 1-1 0 0,-1-1 1 0 0,1 0 0 0 0,-1 1-1 0 0,0-1 1 0 0,1 1-1 0 0,-1 0 1 0 0,0 0-1 0 0,-1 0 1 0 0,-4-2-1 0 0,3 2-128 0 0,0 1 0 0 0,-1-1 0 0 0,1 1 0 0 0,0 0 0 0 0,0 0 0 0 0,-1 1 0 0 0,1-1 0 0 0,-1 1 0 0 0,1 1-1 0 0,0-1 1 0 0,-1 1 0 0 0,1 0 0 0 0,0 0 0 0 0,0 0 0 0 0,-1 1 0 0 0,-4 1 0 0 0,5 1-114 0 0,0 0 0 0 0,0 0 0 0 0,0 0-1 0 0,0 0 1 0 0,1 1 0 0 0,0-1 0 0 0,-1 1 0 0 0,2 0 0 0 0,-1 1-1 0 0,1-1 1 0 0,-6 11 0 0 0,6-8-11 0 0,1 1 1 0 0,-1-1-1 0 0,1 1 0 0 0,1 0 1 0 0,0-1-1 0 0,0 1 0 0 0,0 0 1 0 0,2 17-1 0 0,2-4-12 0 0,2-1 0 0 0,0 1 0 0 0,1-1-1 0 0,1 0 1 0 0,1-1 0 0 0,20 38 0 0 0,-14-31 7 0 0,-2 0 0 0 0,9 29 0 0 0,-16-39 5 0 0,-4-14-11 0 0,0 0 0 0 0,-1 0 0 0 0,1-1-1 0 0,-1 1 1 0 0,1 0 0 0 0,-1 0 0 0 0,0 0 0 0 0,0-1 0 0 0,-1 1 0 0 0,1 3-1 0 0,-9 57 7 0 0,5-52 41 0 0,0 1 0 0 0,0-2 0 0 0,-1 1 0 0 0,0 0 0 0 0,-1-1 0 0 0,-11 15 0 0 0,3-4 122 0 0,12-17-111 0 0,-4 2 6 0 0,6-6-63 0 0,-1 1 1 0 0,1-1 0 0 0,-1 0 0 0 0,1 1 0 0 0,0-1 0 0 0,-1 0-1 0 0,1 1 1 0 0,-1-1 0 0 0,1 0 0 0 0,0 1 0 0 0,-1-1 0 0 0,1 1 0 0 0,0-1-1 0 0,0 1 1 0 0,-1-1 0 0 0,1 1 0 0 0,0-1 0 0 0,0 1 0 0 0,0-1-1 0 0,-1 1 1 0 0,1-1 0 0 0,0 1 0 0 0,0-1 0 0 0,0 1 0 0 0,0-1-1 0 0,0 1 1 0 0,0-1 0 0 0,0 1 0 0 0,0-1 0 0 0,0 1 0 0 0,1 1-1 0 0,1 0-22 0 0,4 15-43 0 0,2-17 60 0 0,0 1-26 0 0,29-2-325 0 0,85-21-1617 0 0,-36-2-2736 0 0,-41 9-414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5.5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2300 0 0,'0'0'4783'0'0,"-2"4"-4175"0"0,-5 12-74 0 0,5-12-70 0 0,3 11-277 0 0,0 0 0 0 0,1 0 0 0 0,0-1 0 0 0,2 1 0 0 0,-1-1 0 0 0,2 0 0 0 0,0 0 0 0 0,0 0 1 0 0,10 16-1 0 0,-12-24-149 0 0,1 0 0 0 0,0 0 1 0 0,0 0-1 0 0,0 0 1 0 0,0-1-1 0 0,1 0 1 0 0,0 0-1 0 0,1 0 0 0 0,-1 0 1 0 0,1-1-1 0 0,-1 0 1 0 0,1 0-1 0 0,1-1 1 0 0,-1 1-1 0 0,11 3 0 0 0,-13-6 68 0 0,2 0 22 0 0,0 0-100 0 0,-1-1 0 0 0,0 0 0 0 0,1 0 0 0 0,-1 0 0 0 0,1-1 0 0 0,-1 0 0 0 0,0 0 0 0 0,1 0 0 0 0,-1-1 0 0 0,0 1 1 0 0,0-1-1 0 0,0 0 0 0 0,0-1 0 0 0,-1 1 0 0 0,1-1 0 0 0,0 0 0 0 0,-1 0 0 0 0,0-1 0 0 0,0 1 0 0 0,0-1 0 0 0,0 0 0 0 0,-1 0 0 0 0,1 0 0 0 0,-1 0 1 0 0,0-1-1 0 0,0 1 0 0 0,3-7 0 0 0,1-7 30 0 0,0 0 1 0 0,-1 0-1 0 0,-1-1 1 0 0,3-21-1 0 0,-7 35 15 0 0,-1 1-37 0 0,4-12-6 0 0,-3 12 92 0 0,-1 10-200 0 0,13 112 168 0 0,5-29-116 0 0,-8-39-119 0 0,-1 0-1 0 0,4 101 1 0 0,-14-105-31 0 0,-2-4 181 0 0,1-33 3 0 0,-5 5-5 0 0,4-7 99 0 0,0 0 0 0 0,-1 0 0 0 0,0 0 0 0 0,-1-1 0 0 0,1 0 0 0 0,-8 8 0 0 0,9-12 432 0 0,-2-2-203 0 0,-15-1 6 0 0,15 1-40 0 0,2-4-30 0 0,-1 2-222 0 0,1-1 0 0 0,0 0 0 0 0,0 0 0 0 0,0-1 0 0 0,1 1 0 0 0,-1-1 0 0 0,1 1 0 0 0,-1-1 0 0 0,1 0 0 0 0,1 0 1 0 0,-1 1-1 0 0,0-1 0 0 0,1-1 0 0 0,0 1 0 0 0,0 0 0 0 0,0 0 0 0 0,0-5 0 0 0,3-3-319 0 0,1 0 0 0 0,1 0 0 0 0,0 0 1 0 0,0 1-1 0 0,1-1 0 0 0,1 1 0 0 0,0 1 0 0 0,0-1 0 0 0,1 1 0 0 0,1 0 1 0 0,-1 0-1 0 0,2 1 0 0 0,-1 0 0 0 0,1 1 0 0 0,0-1 0 0 0,18-10 0 0 0,61-39-5698 0 0,-61 41 1212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5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1 118 2532 0 0,'0'0'4921'0'0,"2"-3"-4125"0"0,11-10 863 0 0,-9 10-1313 0 0,15-8-667 0 0,1 1-1 0 0,0 0 1 0 0,1 2-1 0 0,0 0 1 0 0,0 1-1 0 0,37-6 1 0 0,24-8-3598 0 0,-42 10-126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6.2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3264 0 0,'0'0'5878'0'0,"3"3"-5636"0"0,-1 0-182 0 0,0-1 1 0 0,0 1-1 0 0,0 0 0 0 0,-1 0 1 0 0,1 0-1 0 0,-1 0 0 0 0,0 0 0 0 0,0 0 1 0 0,0 0-1 0 0,0 0 0 0 0,0 0 0 0 0,0 6 1 0 0,-1-3 13 0 0,2-1-2 0 0,0 1-68 0 0,0-1-1 0 0,0 1 1 0 0,0-1 0 0 0,1 1 0 0 0,-1-1 0 0 0,1 0 0 0 0,1 0 0 0 0,-1 0 0 0 0,1-1 0 0 0,-1 1 0 0 0,1-1 0 0 0,1 0 0 0 0,-1 0 0 0 0,1 0-1 0 0,-1 0 1 0 0,1-1 0 0 0,0 0 0 0 0,0 0 0 0 0,1 0 0 0 0,-1-1 0 0 0,1 0 0 0 0,-1 0 0 0 0,1 0 0 0 0,0 0 0 0 0,10 0 0 0 0,-5-1 1 0 0,0 0 1 0 0,0-2 0 0 0,0 1 0 0 0,20-5 0 0 0,-25 4 2 0 0,0-2 0 0 0,0 1 1 0 0,0 0-1 0 0,-1-1 0 0 0,1 0 1 0 0,7-6-1 0 0,-5 3 165 0 0,0 0 1 0 0,-1 0 0 0 0,0 0-1 0 0,0-1 1 0 0,-1 0-1 0 0,0 0 1 0 0,0-1-1 0 0,0 0 1 0 0,-1 0-1 0 0,0 0 1 0 0,6-15-1 0 0,-10 19 123 0 0,0 4-283 0 0,-1 0 1 0 0,0-1 0 0 0,1 1-1 0 0,-1-1 1 0 0,1 1 0 0 0,-1 0-1 0 0,0-1 1 0 0,0 1 0 0 0,1-1-1 0 0,-1 1 1 0 0,0-1 0 0 0,1 1 0 0 0,-1-1-1 0 0,0 1 1 0 0,0-1 0 0 0,0 0-1 0 0,0 1 1 0 0,0-1 0 0 0,0 1-1 0 0,0-1 1 0 0,0 0 0 0 0,0 0 33 0 0,0 1 0 0 0,0-1 0 0 0,0 1 1 0 0,0-1-1 0 0,0 1 0 0 0,0-1 0 0 0,1 1 0 0 0,-1-1 1 0 0,0 1-1 0 0,0-1 0 0 0,0 1 0 0 0,0-1 1 0 0,1 1-1 0 0,-1-1 0 0 0,0 1 0 0 0,0-1 0 0 0,1 1 1 0 0,-1 0-1 0 0,0-1 0 0 0,1 1 0 0 0,-1 0 0 0 0,0-1 1 0 0,1 1-1 0 0,0-1 0 0 0,0 2-46 0 0,1 0 0 0 0,0 0-1 0 0,-1 0 1 0 0,1 0 0 0 0,-1 1 0 0 0,1-1 0 0 0,-1 0 0 0 0,1 0-1 0 0,-1 1 1 0 0,0-1 0 0 0,1 3 0 0 0,5 5-14 0 0,15 48-17 0 0,45 123-862 0 0,-57-149 560 0 0,-2 1 1 0 0,-1 0-1 0 0,5 55 1 0 0,-11-75 285 0 0,-1 1 0 0 0,-1-1-1 0 0,0 0 1 0 0,0 0 0 0 0,-1 0 0 0 0,-1 0 0 0 0,0 0-1 0 0,-1 0 1 0 0,0-1 0 0 0,0 1 0 0 0,-2-1 0 0 0,1 0-1 0 0,-1-1 1 0 0,-1 1 0 0 0,-11 13 0 0 0,15-21 84 0 0,-1 1 0 0 0,0-1 1 0 0,0 0-1 0 0,0 0 1 0 0,0-1-1 0 0,0 1 0 0 0,-1-1 1 0 0,1 0-1 0 0,-6 2 1 0 0,3-1 51 0 0,2-1 133 0 0,-1-2-12 0 0,3 0-201 0 0,-1 0 35 0 0,1 0-1 0 0,-1 0 1 0 0,1 0-1 0 0,0 0 1 0 0,-1-1 0 0 0,1 0-1 0 0,-1 1 1 0 0,1-1 0 0 0,0 0-1 0 0,0 0 1 0 0,-1-1-1 0 0,1 1 1 0 0,0-1 0 0 0,0 0-1 0 0,-4-3 1 0 0,4 3-27 0 0,0-1-7 0 0,0 1 1 0 0,0-1 0 0 0,0 0-1 0 0,1 0 1 0 0,-1-1 0 0 0,1 1 0 0 0,-1-1-1 0 0,1 1 1 0 0,0-1 0 0 0,0 0-1 0 0,1 0 1 0 0,-1 1 0 0 0,1-1-1 0 0,-2-8 1 0 0,1 4-24 0 0,1 5 2 0 0,1 0 0 0 0,-1 0 1 0 0,1 0-1 0 0,-1-1 0 0 0,1 1 1 0 0,0 0-1 0 0,0 0 0 0 0,0 0 1 0 0,2-6-1 0 0,1-12-376 0 0,2 0-1 0 0,0 1 1 0 0,1-1 0 0 0,1 2 0 0 0,1-1 0 0 0,20-36-1 0 0,-20 44-105 0 0,54-81-4712 0 0,-36 60 556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6.8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164 17 4208 0 0,'-3'-3'1265'0'0,"3"2"-1140"0"0,-1 0 0 0 0,0 0 0 0 0,0 0 0 0 0,0 0 1 0 0,0 0-1 0 0,0 0 0 0 0,-1 0 0 0 0,1 0 0 0 0,0 1 0 0 0,0-1 0 0 0,0 0 0 0 0,-1 1 0 0 0,1-1 0 0 0,0 1 0 0 0,-1-1 0 0 0,1 1 0 0 0,-1 0 1 0 0,1 0-1 0 0,0-1 0 0 0,-1 1 0 0 0,1 0 0 0 0,-1 0 0 0 0,1 0 0 0 0,0 1 0 0 0,-1-1 0 0 0,1 0 0 0 0,-1 0 0 0 0,1 1 0 0 0,0-1 1 0 0,-1 1-1 0 0,1-1 0 0 0,0 1 0 0 0,0 0 0 0 0,-2 0 0 0 0,-5 6-1 0 0,0 0 0 0 0,0 1 0 0 0,1 0 1 0 0,0 0-1 0 0,1 0 0 0 0,-10 17 0 0 0,-25 56-222 0 0,35-67 105 0 0,4-10-20 0 0,0 0 1 0 0,-2 11 433 0 0,17-23 752 0 0,-9 4-1123 0 0,0 0 0 0 0,0-1 1 0 0,0 0-1 0 0,0 1 0 0 0,-1-1 0 0 0,0 0 1 0 0,5-11-1 0 0,-5 11-28 0 0,62-99 1030 0 0,-62 101-988 0 0,-3 3-62 0 0,0 0 1 0 0,1 0-1 0 0,-1 0 1 0 0,0-1-1 0 0,1 1 1 0 0,-1 0-1 0 0,0 0 1 0 0,0 0-1 0 0,1-1 1 0 0,-1 1-1 0 0,0 0 0 0 0,0 0 1 0 0,1-1-1 0 0,-1 1 1 0 0,0 0-1 0 0,0 0 1 0 0,0-1-1 0 0,1 1 1 0 0,-1 0-1 0 0,0-1 1 0 0,0 1-1 0 0,0 0 1 0 0,0-1-1 0 0,0 1 0 0 0,0 0 1 0 0,0-1-1 0 0,1 0 1 0 0,-1 1 0 0 0,0-1 0 0 0,0 1 0 0 0,0-1 1 0 0,0 1-1 0 0,0-1 0 0 0,0 1 0 0 0,0-1 0 0 0,0 1 0 0 0,0 0 1 0 0,1-1-1 0 0,-1 1 0 0 0,0-1 0 0 0,0 1 0 0 0,1 0 0 0 0,-1-1 1 0 0,0 1-1 0 0,1 0 0 0 0,-1-1 0 0 0,0 1 0 0 0,1 0 1 0 0,-1-1-1 0 0,0 1 0 0 0,1 0 0 0 0,-1 0 0 0 0,1-1 0 0 0,-1 1 1 0 0,0 0-1 0 0,1 0 0 0 0,-1 0 0 0 0,1 0 0 0 0,-1-1 1 0 0,1 1-1 0 0,-1 0 0 0 0,1 0 0 0 0,-1 0 0 0 0,1 0 0 0 0,-1 0 1 0 0,1 0-1 0 0,0 1 0 0 0,25 4-10 0 0,-23 0-71 0 0,36 62-331 0 0,-20-30-1710 0 0,6 5-4048 0 0,-12-21 1053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7.0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3112 0 0,'4'3'1213'0'0,"12"6"-810"0"0,-1 1 0 0 0,0 1 0 0 0,-1 0 0 0 0,0 1 0 0 0,-1 0 0 0 0,-1 1 0 0 0,0 1 0 0 0,0 0 0 0 0,-1 0 0 0 0,-1 1 0 0 0,-1 1 0 0 0,0-1 1 0 0,9 24-1 0 0,-9-17-422 0 0,-1 0 1 0 0,-1 0 0 0 0,-1 1 0 0 0,-1 0 0 0 0,-1 0 0 0 0,-1 1 0 0 0,-1-1 0 0 0,-1 1-1 0 0,-1-1 1 0 0,-3 25 0 0 0,0-24-772 0 0,-2 1-1 0 0,-1-2 1 0 0,0 1-1 0 0,-2-1 0 0 0,-1 0 1 0 0,-12 23-1 0 0,-3-2-3403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7.6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286 19 2936 0 0,'0'0'1373'0'0,"-4"-3"-225"0"0,-13-8-239 0 0,13 8-255 0 0,-2 3-126 0 0,0 0-381 0 0,4-1-106 0 0,0 1 0 0 0,0-1 0 0 0,1 1 0 0 0,-1 0 0 0 0,0 0 0 0 0,0 0 0 0 0,0 0 0 0 0,0 0 0 0 0,0 1 0 0 0,1-1 0 0 0,-1 1 1 0 0,0-1-1 0 0,0 1 0 0 0,0-1 0 0 0,1 1 0 0 0,-1 0 0 0 0,-2 1 0 0 0,-11 7 67 0 0,0 0-1 0 0,1 1 1 0 0,0 1-1 0 0,0 0 1 0 0,1 1-1 0 0,1 0 1 0 0,0 1-1 0 0,1 0 1 0 0,0 1 0 0 0,1 1-1 0 0,0-1 1 0 0,1 2-1 0 0,1-1 1 0 0,0 1-1 0 0,2 0 1 0 0,0 1-1 0 0,0-1 1 0 0,-4 28-1 0 0,6-28-103 0 0,2-1-1 0 0,0 0 0 0 0,1 1 0 0 0,0-1 0 0 0,1 0 0 0 0,1 1 0 0 0,0-1 0 0 0,1 1 0 0 0,1-1 0 0 0,1 0 0 0 0,0 0 0 0 0,0 0 0 0 0,2-1 0 0 0,0 0 0 0 0,0 0 0 0 0,1 0 0 0 0,1-1 0 0 0,1 0 0 0 0,0 0 0 0 0,0-1 0 0 0,21 20 0 0 0,-16-19-517 0 0,2-2-1 0 0,0 0 1 0 0,0-1 0 0 0,1 0 0 0 0,1-1 0 0 0,-1-1 0 0 0,1-1 0 0 0,0-1 0 0 0,1 0 0 0 0,0-1 0 0 0,23 2-1 0 0,22 2-3819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8.2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27 2192 0 0,'0'0'2938'0'0,"-2"3"-2069"0"0,0-2-621 0 0,0 1 1 0 0,0 0-1 0 0,0-1 1 0 0,0 1 0 0 0,0-1-1 0 0,0 1 1 0 0,0-1 0 0 0,0 0-1 0 0,0 0 1 0 0,-1 0-1 0 0,1 0 1 0 0,-1-1 0 0 0,1 1-1 0 0,0-1 1 0 0,-1 1 0 0 0,1-1-1 0 0,-1 0 1 0 0,1 0-1 0 0,-4 0 1 0 0,-17 0 109 0 0,18 0 271 0 0,0-1-390 0 0,-13-2-47 0 0,13 2 237 0 0,3-2-336 0 0,-10-10 41 0 0,13 9-106 0 0,0 3-46 0 0,0-1 0 0 0,-1 1 0 0 0,1 0 0 0 0,0 0 0 0 0,0-1 0 0 0,0 1 0 0 0,0 0 0 0 0,0 0 0 0 0,0 0 0 0 0,0 0 0 0 0,0 0 1 0 0,1 0-1 0 0,-1 0 0 0 0,0 0 0 0 0,0 0 0 0 0,1 1 0 0 0,-1-1 0 0 0,1 1 0 0 0,-1-1 0 0 0,0 1 0 0 0,1-1 0 0 0,-1 1 0 0 0,3-1 0 0 0,0 1-142 0 0,0 2 15 0 0,0-1 118 0 0,0 1-1 0 0,0 0 0 0 0,0 0 1 0 0,-1 0-1 0 0,1 1 1 0 0,-1-1-1 0 0,1 1 1 0 0,-1 0-1 0 0,0 0 0 0 0,0 0 1 0 0,0 0-1 0 0,-1 1 1 0 0,1-1-1 0 0,-1 1 1 0 0,0 0-1 0 0,1-1 1 0 0,-2 1-1 0 0,1 0 0 0 0,0 0 1 0 0,-1 0-1 0 0,0 1 1 0 0,0-1-1 0 0,0 0 1 0 0,-1 0-1 0 0,1 1 0 0 0,-1-1 1 0 0,0 0-1 0 0,0 1 1 0 0,0-1-1 0 0,-1 0 1 0 0,-1 5-1 0 0,-12 54-24 0 0,9-47 24 0 0,-1 0 14 0 0,-4 1 46 0 0,-30 63-14 0 0,38-75 45 0 0,1-3-42 0 0,1 0 0 0 0,-1-1 0 0 0,0 1 0 0 0,1 0 0 0 0,-1 0 0 0 0,0 0 0 0 0,0-1 0 0 0,0 1 0 0 0,0-1 0 0 0,-3 4 0 0 0,2-1 358 0 0,2-4-375 0 0,0 0-1 0 0,1 0 0 0 0,-1 0 1 0 0,0 0-1 0 0,1 0 0 0 0,-1 0 0 0 0,1 0 1 0 0,-1 0-1 0 0,0 0 0 0 0,0 1 0 0 0,1-1 1 0 0,-1 0-1 0 0,0 0 0 0 0,1 0 0 0 0,-1 0 1 0 0,0 1-1 0 0,1-1 0 0 0,-1 0 1 0 0,0 0-1 0 0,0 1 0 0 0,1-1 0 0 0,-1 0 1 0 0,0 0-1 0 0,0 1 0 0 0,0-1 0 0 0,0 0 1 0 0,1 1-1 0 0,-1-1 0 0 0,0 0 1 0 0,0 1-1 0 0,0 0-2 0 0,1-1 1 0 0,-1 1 0 0 0,0-1-1 0 0,0 1 1 0 0,1-1-1 0 0,-1 1 1 0 0,0-1 0 0 0,1 1-1 0 0,-1-1 1 0 0,1 0-1 0 0,-1 1 1 0 0,0-1 0 0 0,1 0-1 0 0,-1 1 1 0 0,1-1-1 0 0,-1 0 1 0 0,1 1 0 0 0,-1-1-1 0 0,1 0 1 0 0,-1 0-1 0 0,1 0 1 0 0,-1 1 0 0 0,1-1-1 0 0,0 0 1 0 0,-1 0-1 0 0,1 0 1 0 0,-1 0 0 0 0,1 0-1 0 0,-1 0 1 0 0,1 0-1 0 0,0 0 1 0 0,-1 0 0 0 0,1 0-1 0 0,0-1 1 0 0,122-17-1699 0 0,232-66 0 0 0,-212 46-2379 0 0,-65 18-656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8.9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23 222 3860 0 0,'0'0'1164'0'0,"-5"0"-341"0"0,-13-1 1880 0 0,34 0-1637 0 0,58-4-1034 0 0,-43 4 375 0 0,949-66 942 0 0,33-2-530 0 0,1 28 549 0 0,-559 29-2196 0 0,-152-7-6325 0 0,-247 14 1583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39.6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354 46 3444 0 0,'-6'-24'1341'0'0,"5"19"-274"0"0,-3 2-330 0 0,2 1-606 0 0,-1 1 1 0 0,1-1-1 0 0,-1 1 1 0 0,0-1-1 0 0,0 1 1 0 0,0 0-1 0 0,0 0 1 0 0,0 1-1 0 0,0-1 1 0 0,0 0-1 0 0,0 1 1 0 0,0 0-1 0 0,0 0 1 0 0,0 0-1 0 0,0 0 1 0 0,0 0-1 0 0,0 0 1 0 0,-6 2-1 0 0,-49 17 982 0 0,46-14-870 0 0,10-4-224 0 0,0-1 0 0 0,0 1 0 0 0,1 0 0 0 0,-1 0 0 0 0,0 0 0 0 0,0 0 0 0 0,1 0 0 0 0,-1 0 0 0 0,1 1 0 0 0,-2 1 0 0 0,-9 7 215 0 0,-32 35 156 0 0,41-40-363 0 0,0 0 0 0 0,-1 0 0 0 0,2 0-1 0 0,-1 0 1 0 0,1 1 0 0 0,0-1 0 0 0,0 1-1 0 0,-2 7 1 0 0,2-6-5 0 0,1 0-11 0 0,1-1-1 0 0,-1 1 1 0 0,1-1-1 0 0,0 1 1 0 0,1-1-1 0 0,-1 1 1 0 0,1-1-1 0 0,1 0 1 0 0,-1 1-1 0 0,1-1 1 0 0,0 0-1 0 0,1 0 1 0 0,-1 0-1 0 0,1 0 1 0 0,5 7-1 0 0,6 15-3 0 0,17 31-43 0 0,-29-55 37 0 0,-1 0 0 0 0,0 0 0 0 0,0 0 0 0 0,0 0 0 0 0,0 0 0 0 0,-1 0 0 0 0,1 0 0 0 0,-1 0 0 0 0,0 0 0 0 0,0 0 0 0 0,-1 5 0 0 0,0-5 6 0 0,0 1-6 0 0,0 0-1 0 0,0 0 1 0 0,0 0-1 0 0,-1 0 1 0 0,0 0-1 0 0,0 0 1 0 0,0-1 0 0 0,0 1-1 0 0,-1-1 1 0 0,-4 5-1 0 0,-32 38 12 0 0,8-17 3 0 0,13-12 110 0 0,1 0 0 0 0,-24 32 0 0 0,37-42-88 0 0,-2 8-11 0 0,5-15-24 0 0,1 0 0 0 0,-1 0 0 0 0,1 1 0 0 0,0-1 0 0 0,0 0-1 0 0,-1 0 1 0 0,1 1 0 0 0,0-1 0 0 0,0 0 0 0 0,0 1 0 0 0,0-1-1 0 0,1 0 1 0 0,-1 1 0 0 0,0-1 0 0 0,0 0 0 0 0,1 0 0 0 0,0 3-1 0 0,0-1 7 0 0,4 6 40 0 0,3-2-60 0 0,1 0 0 0 0,0 0 0 0 0,0-1 0 0 0,0-1 0 0 0,1 1-1 0 0,0-2 1 0 0,0 1 0 0 0,0-1 0 0 0,1-1 0 0 0,-1 0 0 0 0,1 0 0 0 0,0-1 0 0 0,0-1-1 0 0,18 1 1 0 0,22 0-832 0 0,93-9 0 0 0,-133 6 667 0 0,46-6-2580 0 0,60-15 0 0 0,-59 8-1899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40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0 4008 0 0,'0'0'3809'0'0,"-3"3"-3252"0"0,-7 9-106 0 0,7-9-82 0 0,3 2-83 0 0,-2 4-175 0 0,1 1-1 0 0,0 0 1 0 0,1 0 0 0 0,0-1-1 0 0,0 1 1 0 0,1 0-1 0 0,0 0 1 0 0,1-1 0 0 0,4 15-1 0 0,-5-21-95 0 0,1 0 1 0 0,-1 0-1 0 0,1 0 0 0 0,-1 0 0 0 0,1 0 0 0 0,0-1 1 0 0,0 1-1 0 0,0-1 0 0 0,0 1 0 0 0,1-1 0 0 0,4 4 1 0 0,-6-5-11 0 0,2 2 117 0 0,2-1 12 0 0,13 7-15 0 0,-13-7 116 0 0,2-3-57 0 0,-1 1-83 0 0,0-1 0 0 0,1 0 1 0 0,-1 0-1 0 0,0 0 0 0 0,0-1 0 0 0,0 0 1 0 0,0 0-1 0 0,0-1 0 0 0,0 0 1 0 0,-1 0-1 0 0,1 0 0 0 0,5-4 1 0 0,4-10 269 0 0,-1 0 0 0 0,-1-1 0 0 0,15-24 0 0 0,-26 38-52 0 0,1 0-79 0 0,6-12-55 0 0,-7 12 118 0 0,3-2-204 0 0,0-1-84 0 0,-5 7-4 0 0,0 0-1 0 0,0 0 0 0 0,0 0 0 0 0,0 0 0 0 0,0 0 0 0 0,0 1 0 0 0,0-1 1 0 0,0 0-1 0 0,0 0 0 0 0,0 0 0 0 0,0 0 0 0 0,0 0 0 0 0,0 0 1 0 0,0 0-1 0 0,0 0 0 0 0,0 0 0 0 0,0 0 0 0 0,0 0 0 0 0,0 0 0 0 0,0 0 1 0 0,0 0-1 0 0,0 0 0 0 0,0 0 0 0 0,0 0 0 0 0,0 0 0 0 0,0 1 1 0 0,0-1-1 0 0,1 0 0 0 0,-1 0 0 0 0,0 0 0 0 0,0 0 0 0 0,0 0 0 0 0,0 0 1 0 0,0 0-1 0 0,0 0 0 0 0,0 0 0 0 0,0 0 0 0 0,0 0 0 0 0,0 0 1 0 0,0 0-1 0 0,0 0 0 0 0,0 0 0 0 0,0 0 0 0 0,0 0 0 0 0,0 0 0 0 0,1 0 1 0 0,-1 0-1 0 0,0 0 0 0 0,0 0 0 0 0,0 0 0 0 0,0 0 0 0 0,0 0 1 0 0,0 0-1 0 0,0 0 0 0 0,0 0 0 0 0,0-1 0 0 0,0 1 0 0 0,0 0 0 0 0,-3 70 38 0 0,3 20-103 0 0,15 120 0 0 0,0-37-1242 0 0,-12 9-16 0 0,-3-177 1297 0 0,-1 0 0 0 0,1 1 0 0 0,-1-1 0 0 0,0 0 0 0 0,-1 0 0 0 0,1-1 0 0 0,-1 1 0 0 0,0 0-1 0 0,-3 4 1 0 0,3-4 11 0 0,0 0 231 0 0,-3-4-24 0 0,0-1-111 0 0,0-1 1 0 0,0 1-1 0 0,1 0 1 0 0,-1-1 0 0 0,0 0-1 0 0,0 0 1 0 0,1-1 0 0 0,-1 1-1 0 0,1-1 1 0 0,-1 0-1 0 0,1 0 1 0 0,0-1 0 0 0,0 1-1 0 0,0-1 1 0 0,-6-5 0 0 0,2 2 8 0 0,1 0 0 0 0,0 0 1 0 0,0-1-1 0 0,0 0 0 0 0,1 0 1 0 0,0 0-1 0 0,1-1 0 0 0,0 0 0 0 0,0 0 1 0 0,-5-11-1 0 0,8 13-196 0 0,0 0 0 0 0,1-1 0 0 0,-1 1 0 0 0,1 0 0 0 0,1-1 0 0 0,-1 1 0 0 0,1-1 0 0 0,0 1 0 0 0,0-1 0 0 0,1 1 0 0 0,0-1 0 0 0,0 1 0 0 0,1-1 0 0 0,0 1 0 0 0,0 0 0 0 0,0 0-1 0 0,0 0 1 0 0,1 0 0 0 0,0 0 0 0 0,1 1 0 0 0,-1-1 0 0 0,1 1 0 0 0,0 0 0 0 0,8-8 0 0 0,8-6-1814 0 0,1 1 0 0 0,1 0 0 0 0,34-20-1 0 0,-21 18-3347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40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0 140 3816 0 0,'0'0'4349'0'0,"11"-25"-3249"0"0,6 11-456 0 0,13-3-392 0 0,-6 9-160 0 0,4-2-164 0 0,5 0-64 0 0,9-1-660 0 0,2-1-652 0 0,-2 4 228 0 0,1-5-917 0 0,-3 2-2267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40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0 3140 0 0,'0'0'2083'0'0,"-4"2"-1237"0"0,-12 6-126 0 0,12-6-115 0 0,4-2-577 0 0,0 0-1 0 0,0 1 1 0 0,0-1-1 0 0,0 0 1 0 0,0 1-1 0 0,-1-1 1 0 0,1 0-1 0 0,0 1 1 0 0,0-1 0 0 0,0 0-1 0 0,0 1 1 0 0,0-1-1 0 0,-1 0 1 0 0,1 0-1 0 0,0 1 1 0 0,0-1 0 0 0,0 0-1 0 0,-1 0 1 0 0,1 1-1 0 0,0-1 1 0 0,0 0-1 0 0,-1 0 1 0 0,1 0-1 0 0,0 1 1 0 0,-1-1 0 0 0,1 0-1 0 0,-1 0 1 0 0,-11 13 853 0 0,10-10-845 0 0,1 0-1 0 0,-1 0 0 0 0,1 0 0 0 0,0 0 0 0 0,0 0 0 0 0,0 0 1 0 0,0 0-1 0 0,1 1 0 0 0,-1-1 0 0 0,1 0 0 0 0,0 0 0 0 0,0 1 0 0 0,0-1 1 0 0,0 0-1 0 0,0 0 0 0 0,1 0 0 0 0,0 1 0 0 0,-1-1 0 0 0,1 0 0 0 0,0 0 1 0 0,1 0-1 0 0,-1 0 0 0 0,0 0 0 0 0,1 0 0 0 0,0 0 0 0 0,0-1 1 0 0,0 1-1 0 0,0-1 0 0 0,0 1 0 0 0,0-1 0 0 0,5 4 0 0 0,-3-3-23 0 0,-1 0 0 0 0,1-1-1 0 0,0 1 1 0 0,0-1-1 0 0,0 0 1 0 0,0 0 0 0 0,0-1-1 0 0,1 1 1 0 0,-1-1 0 0 0,0 0-1 0 0,1 0 1 0 0,5 0 0 0 0,42 0 106 0 0,-47-1-116 0 0,2-1 58 0 0,0 0 1 0 0,0 0 0 0 0,0-1-1 0 0,-1 0 1 0 0,1 0 0 0 0,0 0 0 0 0,5-4-1 0 0,-6 3 5 0 0,-1 0 82 0 0,1 0 1 0 0,0-1 0 0 0,-1 0 0 0 0,0 0 0 0 0,0 0 0 0 0,0-1-1 0 0,0 0 1 0 0,-1 0 0 0 0,1 0 0 0 0,-2 0 0 0 0,1-1-1 0 0,6-11 1 0 0,-2 1 175 0 0,-6 12 10 0 0,0-1-47 0 0,7-15-12 0 0,-6 15 136 0 0,1 0-217 0 0,3-4 249 0 0,-4 67-330 0 0,2 173-273 0 0,0-103-925 0 0,-13 149-1 0 0,6-265 986 0 0,0 0 1 0 0,-1 0-1 0 0,-4 13 0 0 0,3-13 86 0 0,-5 6 137 0 0,6-15-88 0 0,1 1 290 0 0,-3-4-117 0 0,-16 2 5 0 0,20-2-196 0 0,0 0 0 0 0,0 0 0 0 0,0 0-1 0 0,0 0 1 0 0,0 0 0 0 0,0-1 0 0 0,0 1 0 0 0,0 0-1 0 0,0-1 1 0 0,0 1 0 0 0,0 0 0 0 0,0-1-1 0 0,1 0 1 0 0,-1 1 0 0 0,0-1 0 0 0,0 1 0 0 0,0-1-1 0 0,1 0 1 0 0,-1 0 0 0 0,0 1 0 0 0,1-1 0 0 0,-1 0-1 0 0,1 0 1 0 0,-1-1 0 0 0,-4-2 30 0 0,1-1 1 0 0,0 0-1 0 0,0 0 1 0 0,0 0 0 0 0,1 0-1 0 0,-1-1 1 0 0,1 0-1 0 0,-3-9 1 0 0,-14-46 214 0 0,17 49-245 0 0,1-1-105 0 0,0 0 0 0 0,1-1 0 0 0,1 1 0 0 0,0 0 1 0 0,0 0-1 0 0,2 0 0 0 0,-1 0 0 0 0,2 0 0 0 0,0 0 0 0 0,0 0 0 0 0,1 0 0 0 0,9-18 1 0 0,4 3-1646 0 0,1 0 0 0 0,1 2 0 0 0,1 0 0 0 0,37-35 0 0 0,-56 60 1667 0 0,23-27-4527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41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90 3048 0 0,'-25'-8'1343'0'0,"21"6"-148"0"0,2 2-1074 0 0,0 0 1 0 0,0-1-1 0 0,0 1 0 0 0,0-1 1 0 0,0 1-1 0 0,1-1 1 0 0,-1 0-1 0 0,0 0 0 0 0,1 0 1 0 0,-1 0-1 0 0,0 0 1 0 0,-1-1-1 0 0,3 1 26 0 0,-5-1 1720 0 0,12-17-1383 0 0,0 14-302 0 0,54-8-422 0 0,94-6 0 0 0,-67 9-4966 0 0,-80 9 1088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41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1972 0 0,'23'5'912'0'0,"-19"-3"-88"0"0,1 1-100 0 0,15 11-358 0 0,-2 1 0 0 0,0 0-1 0 0,0 2 1 0 0,-2 0-1 0 0,0 1 1 0 0,-1 1 0 0 0,0 0-1 0 0,-2 1 1 0 0,0 1-1 0 0,-2 0 1 0 0,0 0 0 0 0,-1 1-1 0 0,13 46 1 0 0,-15-42-346 0 0,-2 1 0 0 0,0 0 0 0 0,-2 1 0 0 0,-1 0 0 0 0,-1-1 0 0 0,-2 1 0 0 0,-1 0 0 0 0,0 0 0 0 0,-2-1 0 0 0,-2 1 0 0 0,0-1 0 0 0,-10 27 0 0 0,6-30-734 0 0,-1-1 0 0 0,-1 0 0 0 0,-1 0 1 0 0,-1-1-1 0 0,-1-1 0 0 0,-1 0 0 0 0,-34 36 0 0 0,14-20-3346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41.8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18 4312 0 0,'-6'-3'242'0'0,"0"0"0"0"0,0 1 0 0 0,0-1 0 0 0,-1 2 0 0 0,1-1 0 0 0,0 1-1 0 0,-1 0 1 0 0,0 0 0 0 0,1 1 0 0 0,-1-1 0 0 0,1 2 0 0 0,-1-1 0 0 0,0 1-1 0 0,1 0 1 0 0,-1 0 0 0 0,1 1 0 0 0,0 0 0 0 0,-1 0 0 0 0,1 0 0 0 0,0 1-1 0 0,0 0 1 0 0,0 0 0 0 0,1 0 0 0 0,-1 1 0 0 0,1 0 0 0 0,-10 9 0 0 0,5-4-130 0 0,0 1-1 0 0,0 0 1 0 0,1 1 0 0 0,1 0 0 0 0,0 0 0 0 0,0 1 0 0 0,1 0 0 0 0,0 0 0 0 0,1 1-1 0 0,1 0 1 0 0,-8 26 0 0 0,9-19-83 0 0,2-1 0 0 0,0 1 0 0 0,1 0 0 0 0,1-1 0 0 0,1 1 0 0 0,0 0 0 0 0,2-1 0 0 0,0 1 0 0 0,1-1 0 0 0,1 0-1 0 0,1 0 1 0 0,1 0 0 0 0,0-1 0 0 0,2 0 0 0 0,15 26 0 0 0,-4-13-313 0 0,1-1 1 0 0,1 0-1 0 0,2-2 1 0 0,1-1-1 0 0,1-1 0 0 0,2-1 1 0 0,42 31-1 0 0,-45-40-657 0 0,0-1-1 0 0,1-1 1 0 0,1-1 0 0 0,0-1-1 0 0,32 9 1 0 0,13 0-3750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9T07:09:42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40 3060 0 0,'0'0'7594'0'0,"-4"1"-7241"0"0,3 0-217 0 0,-1 0 1 0 0,1 0-1 0 0,0-1 0 0 0,-1 1 1 0 0,1-1-1 0 0,-1 1 0 0 0,1-1 1 0 0,-1 0-1 0 0,1 1 0 0 0,-1-1 0 0 0,0 0 1 0 0,1 0-1 0 0,-1 0 0 0 0,1 0 1 0 0,-1-1-1 0 0,1 1 0 0 0,-1 0 1 0 0,1-1-1 0 0,-1 1 0 0 0,1-1 1 0 0,-3 0-1 0 0,1-1-1 0 0,16-14-56 0 0,-11 13-103 0 0,2 0 30 0 0,11-7 6 0 0,-11 8-31 0 0,1 1-21 0 0,16-4-10 0 0,-15 4 1 0 0,0 2 6 0 0,0 0 18 0 0,1 0 0 0 0,-1 0-1 0 0,1 1 1 0 0,-1-1 0 0 0,0 1-1 0 0,1 1 1 0 0,-1-1 0 0 0,9 6-1 0 0,-12-5 17 0 0,0-1 0 0 0,0 1-1 0 0,-1-1 1 0 0,1 1-1 0 0,-1 0 1 0 0,1 0-1 0 0,-1 0 1 0 0,0 0-1 0 0,0 1 1 0 0,0-1-1 0 0,0 1 1 0 0,-1-1-1 0 0,0 1 1 0 0,1 0-1 0 0,-1-1 1 0 0,0 1-1 0 0,-1 0 1 0 0,1 7-1 0 0,0 1 0 0 0,0 0 0 0 0,-1 0-1 0 0,-1 0 1 0 0,0 0 0 0 0,0 0 0 0 0,-1 0-1 0 0,-1 0 1 0 0,-5 15 0 0 0,8-25 6 0 0,-16 52 38 0 0,14-50-37 0 0,1 0 29 0 0,-5 16 178 0 0,10-17-167 0 0,10 9 1 0 0,-5-9 0 0 0,35-7-67 0 0,-1-2 1 0 0,1-2 0 0 0,56-19 0 0 0,130-53-1017 0 0,-199 69 713 0 0,207-87-6132 0 0,-159 62 575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04.0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1135 100 2624 0 0,'0'-5'144'0'0,"0"1"0"0"0,-1 0 0 0 0,1 0 0 0 0,-1-1 0 0 0,0 1 0 0 0,-1 0 0 0 0,1 0 0 0 0,-1 0 0 0 0,1 0 0 0 0,-1 0 0 0 0,-1 0 0 0 0,1 1 0 0 0,0-1 0 0 0,-1 1 0 0 0,0-1 0 0 0,0 1 0 0 0,0 0 0 0 0,0 0 0 0 0,0 0 0 0 0,-1 1 0 0 0,1-1 0 0 0,-1 1 0 0 0,1 0 0 0 0,-1-1 0 0 0,0 2 0 0 0,0-1-1 0 0,0 0 1 0 0,0 1 0 0 0,0 0 0 0 0,-1 0 0 0 0,-6-1 0 0 0,-11 1-67 0 0,-1 0-1 0 0,1 2 1 0 0,0 1-1 0 0,-1 0 1 0 0,1 2-1 0 0,-28 7 1 0 0,15 0 9 0 0,0 1-1 0 0,2 2 1 0 0,-46 25 0 0 0,24-6 5 0 0,1 2 0 0 0,2 3 0 0 0,2 2 0 0 0,-52 53 0 0 0,41-33 76 0 0,4 3 0 0 0,-52 72 1 0 0,90-109-109 0 0,2 1 1 0 0,1 0 0 0 0,1 1 0 0 0,1 1 0 0 0,1 1-1 0 0,2-1 1 0 0,1 2 0 0 0,-10 53 0 0 0,18-75-29 0 0,1 1 0 0 0,0 0 0 0 0,1 0 0 0 0,0 0 0 0 0,1 0 0 0 0,0 0 0 0 0,1 0-1 0 0,0-1 1 0 0,0 1 0 0 0,1-1 0 0 0,0 1 0 0 0,5 10 0 0 0,-4-13-14 0 0,0 0 0 0 0,1 0-1 0 0,0-1 1 0 0,0 1 0 0 0,1-1 0 0 0,-1 0-1 0 0,1 0 1 0 0,0-1 0 0 0,1 0 0 0 0,-1 0-1 0 0,1 0 1 0 0,0-1 0 0 0,1 0 0 0 0,13 5-1 0 0,0-2-3 0 0,-1-1 0 0 0,1-1 0 0 0,1-1 0 0 0,-1-1 0 0 0,0-1 0 0 0,1-1 0 0 0,0-1 0 0 0,-1 0 0 0 0,1-2 0 0 0,24-5 0 0 0,4-2-44 0 0,0-3 0 0 0,-1-3 0 0 0,56-23 0 0 0,-82 29-573 0 0,-1-1 0 0 0,0-1 0 0 0,0-1 0 0 0,-1 0 0 0 0,33-27 0 0 0,-42 24-1786 0 0,-10 11 1605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04.6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20 157 3188 0 0,'0'0'2223'0'0,"-3"-2"-1388"0"0,-10-7-173 0 0,10 7 1310 0 0,3-3-1748 0 0,1-16-27 0 0,0 15-16 0 0,2 4-40 0 0,7-4 7 0 0,0 0 0 0 0,1 1 0 0 0,19-6 0 0 0,-25 10-123 0 0,2 0-12 0 0,-1 1-7 0 0,-1-1-2 0 0,0 1 0 0 0,1 0 0 0 0,-1 0 0 0 0,1 0 0 0 0,-1 0 0 0 0,1 1 0 0 0,-1 0 0 0 0,0 0 0 0 0,1 1 1 0 0,8 3-1 0 0,2 4-55 0 0,0 1 1 0 0,25 20-1 0 0,-37-25 33 0 0,0-1 0 0 0,-1 1 0 0 0,1 0 0 0 0,-1 0 0 0 0,0 0 0 0 0,0 1 0 0 0,0-1 0 0 0,2 7 0 0 0,-3-6 8 0 0,0-1 4 0 0,0 0 0 0 0,-1 0 1 0 0,0 1-1 0 0,0-1 1 0 0,0 0-1 0 0,-1 1 1 0 0,1-1-1 0 0,-1 0 0 0 0,-1 7 1 0 0,1-7 6 0 0,0 1 31 0 0,-2-1 38 0 0,-19 43 35 0 0,19-45 319 0 0,1-1-384 0 0,0 0-1 0 0,-1-1 1 0 0,1 0-1 0 0,0 1 1 0 0,0-1 0 0 0,-1 0-1 0 0,1 1 1 0 0,-1-1-1 0 0,-3 2 1 0 0,2 0 502 0 0,1-3-528 0 0,1-1 1 0 0,-1 1-1 0 0,0 0 0 0 0,0-1 0 0 0,1 1 0 0 0,-1-1 0 0 0,0 1 0 0 0,1-1 0 0 0,-1 0 0 0 0,0 1 0 0 0,-1-3 0 0 0,-2 1 28 0 0,-2-4 118 0 0,5-3-123 0 0,-1 1 0 0 0,1-1 0 0 0,0 1 0 0 0,1-1-1 0 0,0 0 1 0 0,0 0 0 0 0,1 0 0 0 0,1 0 0 0 0,-1 1 0 0 0,1-1 0 0 0,0 0-1 0 0,1 0 1 0 0,0 1 0 0 0,6-15 0 0 0,-3 8-134 0 0,2 1-1 0 0,-1 0 1 0 0,2 0 0 0 0,0 1-1 0 0,0 0 1 0 0,1 0-1 0 0,18-19 1 0 0,-14 17-182 0 0,-12 13 256 0 0,1 1 0 0 0,-1-1 0 0 0,1 0 0 0 0,0 1 0 0 0,0-1 0 0 0,0 1 0 0 0,-1 0 0 0 0,1-1 1 0 0,0 1-1 0 0,4-1 0 0 0,4-3-303 0 0,0 1 1 0 0,0 1 0 0 0,15-3-1 0 0,-19 5-302 0 0,-1 3-191 0 0,2 2-85 0 0,0 0-1 0 0,-1 0 0 0 0,0 0 0 0 0,8 8 1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05.2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22 142 1860 0 0,'3'-3'1006'0'0,"13"-11"-118"0"0,-12 11-144 0 0,-1-1-100 0 0,10-13-43 0 0,-10 13-69 0 0,0 0-38 0 0,9-13 32 0 0,-9 13-92 0 0,-1 0-151 0 0,6-10-174 0 0,-6 10 381 0 0,0 1-234 0 0,-1 2-227 0 0,-1 1-1 0 0,1-1 1 0 0,-1 0-1 0 0,1 1 0 0 0,-1-1 1 0 0,0 1-1 0 0,1-1 1 0 0,-1 0-1 0 0,0 1 1 0 0,0-1-1 0 0,1 0 0 0 0,-1 0 1 0 0,0 1-1 0 0,0-1 1 0 0,0 0-1 0 0,0 0 1 0 0,0 1-1 0 0,0-1 0 0 0,0 0 1 0 0,0 0-1 0 0,-4 2-21 0 0,1 1 0 0 0,-1 0-1 0 0,1 0 1 0 0,0 0 0 0 0,0 0-1 0 0,-1 1 1 0 0,2-1 0 0 0,-1 1-1 0 0,0 0 1 0 0,0 0 0 0 0,1 0-1 0 0,0 0 1 0 0,-1 0 0 0 0,1 1-1 0 0,-1 3 1 0 0,-29 62-37 0 0,23-48 20 0 0,7-15 5 0 0,-1 1-1 0 0,2-1 1 0 0,-1 0 0 0 0,1 1-1 0 0,0-1 1 0 0,-1 12 0 0 0,2-13 17 0 0,-1 1-10 0 0,2-2-8 0 0,4 13 6 0 0,-5-16 1 0 0,1 0-1 0 0,-1 0 0 0 0,0 0 1 0 0,1-1-1 0 0,-1 1 0 0 0,1 0 1 0 0,-1 0-1 0 0,1 0 1 0 0,-1 0-1 0 0,1 0 0 0 0,0-1 1 0 0,-1 1-1 0 0,1 0 0 0 0,0 0 1 0 0,0-1-1 0 0,0 1 0 0 0,-1-1 1 0 0,1 1-1 0 0,0 0 1 0 0,1-1-1 0 0,0 2 0 0 0,1 0-12 0 0,23 0 2 0 0,-21-1 11 0 0,-1-1 1 0 0,1 1 0 0 0,0-1-1 0 0,0-1 1 0 0,0 1 0 0 0,0-1-1 0 0,0 1 1 0 0,6-3 0 0 0,-4 2 57 0 0,0-1 0 0 0,-1 0 1 0 0,1 0-1 0 0,0-1 0 0 0,-1 1 0 0 0,0-1 0 0 0,0-1 1 0 0,0 1-1 0 0,0-1 0 0 0,0 0 0 0 0,-1-1 0 0 0,1 1 1 0 0,-1-1-1 0 0,0 0 0 0 0,-1 0 0 0 0,1-1 0 0 0,-1 0 1 0 0,0 1-1 0 0,-1-1 0 0 0,4-7 0 0 0,-4 7-1 0 0,-1 0-1 0 0,0 0 0 0 0,0-1 1 0 0,-1 1-1 0 0,0 0 1 0 0,0-1-1 0 0,0 1 0 0 0,-1-1 1 0 0,0 1-1 0 0,0-1 0 0 0,-1 1 1 0 0,1-1-1 0 0,-1 1 1 0 0,-1 0-1 0 0,1-1 0 0 0,-1 1 1 0 0,0 0-1 0 0,-1 0 0 0 0,0 0 1 0 0,-5-9-1 0 0,6 12-46 0 0,-1 0 0 0 0,1 0 0 0 0,-1 0 0 0 0,0 0 1 0 0,0 0-1 0 0,0 1 0 0 0,0-1 0 0 0,-1 1 0 0 0,1 0 0 0 0,-1 0 0 0 0,-4-2 0 0 0,4 2-7 0 0,0-1-4 0 0,-27-1 18 0 0,25 3 13 0 0,0 3-14 0 0,1-1-36 0 0,-1 1 22 0 0,-1 0 0 0 0,0 0-1 0 0,0 1 1 0 0,-9 4-1 0 0,14-5-36 0 0,-1-1 0 0 0,1 1 0 0 0,-1 0 0 0 0,1 0 0 0 0,0 0 0 0 0,0 0 0 0 0,0 0 0 0 0,0 0 0 0 0,0 1 0 0 0,0-1 0 0 0,1 1 0 0 0,-1-1 0 0 0,1 1 0 0 0,-1-1 0 0 0,1 1 0 0 0,0 0 0 0 0,-1 5 0 0 0,-2 8-256 0 0,3-12-39 0 0,2 1-46 0 0,1 15-12 0 0,-1-15-66 0 0,2 0-27 0 0,-1-2 424 0 0,0 0-104 0 0,0 0-1 0 0,0 0 1 0 0,0 0 0 0 0,0 0 0 0 0,0-1-1 0 0,1 1 1 0 0,-1-1 0 0 0,1 0 0 0 0,0 0-1 0 0,-1 0 1 0 0,1 0 0 0 0,0 0-1 0 0,0 0 1 0 0,6 2 0 0 0,-4-3 0 0 0,1 2-272 0 0,0-1 1 0 0,0 0 0 0 0,0-1 0 0 0,1 0-1 0 0,-1 0 1 0 0,1 0 0 0 0,-1-1 0 0 0,7 0-1 0 0,19-1-2248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05.6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 52 2408 0 0,'0'0'991'0'0,"3"-3"80"0"0,24-35 1451 0 0,-25 34-1213 0 0,-5 2-1149 0 0,2 2-132 0 0,-1-1 1 0 0,1 0-1 0 0,0 1 1 0 0,0-1-1 0 0,-1 1 1 0 0,1-1-1 0 0,-1 1 1 0 0,1 0-1 0 0,0-1 1 0 0,-1 1 0 0 0,1 0-1 0 0,-1 0 1 0 0,1 0-1 0 0,-1 0 1 0 0,1 0-1 0 0,0 0 1 0 0,-1 1-1 0 0,1-1 1 0 0,-1 0-1 0 0,1 1 1 0 0,0-1-1 0 0,-3 2 1 0 0,0 0 64 0 0,-3 7-29 0 0,-6 2 160 0 0,-8 25 16 0 0,20-32-170 0 0,2 1-63 0 0,2 18 32 0 0,-2-18 24 0 0,2 0-116 0 0,7 6 49 0 0,0 1 0 0 0,0-2 1 0 0,22 18-1 0 0,29 15-232 0 0,-57-40 221 0 0,-3-3 13 0 0,1 1 0 0 0,0 0 0 0 0,-1-1 1 0 0,1 1-1 0 0,-1 0 0 0 0,1 0 0 0 0,-1 0 0 0 0,0 0 0 0 0,1 1 0 0 0,-1-1 0 0 0,0 0 0 0 0,2 2 0 0 0,-2-2-1 0 0,10 11-41 0 0,-2-6 74 0 0,-10-1-16 0 0,-4 18-37 0 0,1-20-152 0 0,-18 9 288 0 0,1-1-1 0 0,-41 14 1 0 0,58-24-89 0 0,-1 0-19 0 0,-21 5-1791 0 0,28-13 1006 0 0,1 1 388 0 0,0 0 0 0 0,0-1-1 0 0,1 1 1 0 0,0 0-1 0 0,0 1 1 0 0,0-1 0 0 0,0 1-1 0 0,1 0 1 0 0,9-8 0 0 0,6-5-2818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05.9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237 10 2512 0 0,'0'0'3813'0'0,"-4"-1"-3332"0"0,-10-6-69 0 0,10 5-23 0 0,0 4-15 0 0,-2 2-249 0 0,-1 0 0 0 0,1 0 0 0 0,0 0 0 0 0,0 1 0 0 0,0 0 0 0 0,1 0 0 0 0,0 0 0 0 0,0 1 0 0 0,0 0 0 0 0,-5 8 0 0 0,8-11-56 0 0,1 2-43 0 0,-2 16-57 0 0,3-9 49 0 0,11 33-4 0 0,-7-42-14 0 0,1 6 1 0 0,1-1 1 0 0,0 1-1 0 0,1-2 1 0 0,0 1-1 0 0,0-1 1 0 0,0 0-1 0 0,12 8 1 0 0,28 30 50 0 0,-44-41-14 0 0,-6 0-35 0 0,-2 2-5 0 0,-1-1-1 0 0,0 0 1 0 0,0 0 0 0 0,0-1 0 0 0,0 0-1 0 0,0 0 1 0 0,-1 0 0 0 0,0-1 0 0 0,0 1-1 0 0,0-2 1 0 0,0 1 0 0 0,-10 1-1 0 0,-4 1-492 0 0,1 0 0 0 0,-1-2 0 0 0,-27 2 0 0 0,-4-6-3108 0 0,43 0-301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06.5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69 2592 0 0,'-1'-6'1428'0'0,"-9"-51"1971"0"0,9 51-1320 0 0,5 11-1784 0 0,5 8-135 0 0,-1 0 1 0 0,0 0-1 0 0,-1 0 0 0 0,11 29 1 0 0,18 70 188 0 0,-25-76-273 0 0,59 245 128 0 0,-24-86-1406 0 0,-22-130-1265 0 0,-23-64 2370 0 0,-1 0 0 0 0,1 0 1 0 0,0 0-1 0 0,-1 0 0 0 0,1 0 0 0 0,0 0 1 0 0,0 0-1 0 0,0 0 0 0 0,-1 0 1 0 0,1 0-1 0 0,0 0 0 0 0,0 0 0 0 0,0 0 1 0 0,1-1-1 0 0,0 2 0 0 0,8-1-2983 0 0,13-4 193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06.8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417 109 3000 0 0,'0'-7'1346'0'0,"1"-79"1782"0"0,-2 82-2829 0 0,1 4-286 0 0,0-1 0 0 0,0 1 0 0 0,0-1-1 0 0,0 1 1 0 0,0-1 0 0 0,0 1 0 0 0,0-1-1 0 0,-1 1 1 0 0,1-1 0 0 0,0 1-1 0 0,0 0 1 0 0,0-1 0 0 0,0 1 0 0 0,-1-1-1 0 0,1 1 1 0 0,0 0 0 0 0,0-1 0 0 0,-1 1-1 0 0,1-1 1 0 0,0 1 0 0 0,-1 0 0 0 0,1-1-1 0 0,0 1 1 0 0,-1 0 0 0 0,1 0 0 0 0,0-1-1 0 0,-1 1 1 0 0,1 0 0 0 0,-1 0-1 0 0,1-1 1 0 0,-1 1 0 0 0,-18 2 127 0 0,-15 16 12 0 0,19-6-79 0 0,1 2 0 0 0,1 0 0 0 0,0 0 0 0 0,1 1 0 0 0,-20 32 0 0 0,-42 90-33 0 0,72-133-34 0 0,-114 267-34 0 0,101-228-395 0 0,2 1-1 0 0,2 0 0 0 0,1 1 1 0 0,-3 59-1 0 0,11-81-366 0 0,1-19 659 0 0,1-1-1 0 0,0 1 0 0 0,0-1 1 0 0,1 1-1 0 0,-1-1 0 0 0,1 1 0 0 0,-1-1 1 0 0,1 1-1 0 0,2 4 0 0 0,8 34-2133 0 0,-1-13-134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2.1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265 495 2480 0 0,'-2'-4'1106'0'0,"-5"-14"-166"0"0,6 14-139 0 0,-2 0-195 0 0,-8-12-123 0 0,9 12-96 0 0,-3 1-79 0 0,-11-10-49 0 0,12 9-45 0 0,-1 2-9 0 0,-15-5-50 0 0,14 5-34 0 0,1 2-19 0 0,-1 0-49 0 0,0 0-1 0 0,0 0 0 0 0,1 1 0 0 0,-1 0 0 0 0,0 0 1 0 0,1 0-1 0 0,-1 1 0 0 0,1 0 0 0 0,0 0 0 0 0,-1 0 0 0 0,1 1 1 0 0,0 0-1 0 0,1 0 0 0 0,-8 5 0 0 0,-26 35 126 0 0,29-30-135 0 0,0 1 0 0 0,1 1 0 0 0,-11 28 0 0 0,18-39-35 0 0,0 3 8 0 0,-3 17 22 0 0,3-18-22 0 0,2-1-6 0 0,9 41-6 0 0,-8-42 9 0 0,9 1-16 0 0,-11-4 2 0 0,1-1-1 0 0,-1 1 1 0 0,1-1 0 0 0,-1 0-1 0 0,1 1 1 0 0,-1-1-1 0 0,1 0 1 0 0,-1 1 0 0 0,1-1-1 0 0,-1 0 1 0 0,1 1-1 0 0,0-1 1 0 0,-1 0 0 0 0,1 0-1 0 0,0 0 1 0 0,-1 0-1 0 0,1 0 1 0 0,0 0 0 0 0,-1 0-1 0 0,1 0 1 0 0,0 0-1 0 0,-1 0 1 0 0,1 0 0 0 0,-1 0-1 0 0,1 0 1 0 0,0 0-1 0 0,-1-1 1 0 0,2 1 0 0 0,3-1-23 0 0,16-7 23 0 0,-13 3 17 0 0,0 0 1 0 0,0 0-1 0 0,0 0 0 0 0,-1-1 1 0 0,0 0-1 0 0,0-1 0 0 0,-1 1 1 0 0,1-1-1 0 0,-1-1 1 0 0,8-13-1 0 0,-6 8 106 0 0,0 0-1 0 0,-1-1 1 0 0,-1 0 0 0 0,9-28 84 0 0,-16 48-223 0 0,-3 18 22 0 0,3-19-25 0 0,2 2 26 0 0,-1-1-30 0 0,0 1 5 0 0,0 0-1 0 0,0 1 1 0 0,1-1 0 0 0,0 0 0 0 0,0 0 0 0 0,1 0-1 0 0,0-1 1 0 0,0 1 0 0 0,1 0 0 0 0,-1-1 0 0 0,2 1-1 0 0,5 9 1 0 0,26 11 67 0 0,-30-24-128 0 0,13-1-66 0 0,-14-1 112 0 0,0-1-1 0 0,0 1 1 0 0,0-1 0 0 0,0 0 0 0 0,0 0-1 0 0,0 0 1 0 0,0-1 0 0 0,0 1 0 0 0,0-1 0 0 0,0 0-1 0 0,0 0 1 0 0,7-3 0 0 0,5-4 10 0 0,-1 0-1 0 0,0-1 1 0 0,-1-1 0 0 0,0 0 0 0 0,0-1 0 0 0,-1 0-1 0 0,-1-1 1 0 0,0 0 0 0 0,0-1 0 0 0,-1-1 0 0 0,-1 0-1 0 0,0 0 1 0 0,-1-1 0 0 0,-1 0 0 0 0,11-25-1 0 0,-9 9 144 0 0,-2 0-1 0 0,-1 0 0 0 0,-1-1 1 0 0,1-35-1 0 0,-6-124 1327 0 0,-1 184-1321 0 0,0 0-28 0 0,0-19-29 0 0,0 19 70 0 0,-3 1-84 0 0,3 6-50 0 0,0 0-1 0 0,-1-1 0 0 0,1 1 0 0 0,0-1 1 0 0,0 1-1 0 0,0-1 0 0 0,0 1 0 0 0,0-1 1 0 0,-1 1-1 0 0,1-1 0 0 0,0 1 0 0 0,0-1 1 0 0,-1 1-1 0 0,1 0 0 0 0,0-1 0 0 0,-1 1 0 0 0,1 0 1 0 0,0-1-1 0 0,-1 1 0 0 0,1 0 0 0 0,0-1 1 0 0,-1 1-1 0 0,1 0 0 0 0,-1 0 0 0 0,1-1 1 0 0,-1 1-1 0 0,1 0 0 0 0,0 0 0 0 0,-1 0 1 0 0,1 0-1 0 0,-2-1 0 0 0,-5 11 6 0 0,0 0 1 0 0,0 1-1 0 0,1-1 0 0 0,1 1 0 0 0,0 1 0 0 0,0-1 1 0 0,1 1-1 0 0,0-1 0 0 0,-3 23 0 0 0,-10 119-30 0 0,15-123 19 0 0,-2 0-20 0 0,2 0 0 0 0,2 0 0 0 0,0 0 0 0 0,2 0-1 0 0,2 0 1 0 0,12 52 0 0 0,-5-49 8 0 0,11 8-88 0 0,-20-39 94 0 0,0 0 0 0 0,0 1-1 0 0,0-1 1 0 0,0 0 0 0 0,0 0 0 0 0,0 0 0 0 0,0-1-1 0 0,1 1 1 0 0,-1-1 0 0 0,1 1 0 0 0,-1-1 0 0 0,1 0 0 0 0,-1 0-1 0 0,1 0 1 0 0,3 1 0 0 0,-1-1 10 0 0,-2 0-14 0 0,1 0 1 0 0,0 0 0 0 0,-1-1-1 0 0,1 1 1 0 0,0-1 0 0 0,0 0 0 0 0,-1 0-1 0 0,1-1 1 0 0,0 1 0 0 0,0-1-1 0 0,-1 0 1 0 0,1 0 0 0 0,-1 0-1 0 0,8-3 1 0 0,1-2 20 0 0,-1-1 0 0 0,1 0 0 0 0,-1-1 0 0 0,0 0 0 0 0,-1-1 0 0 0,0 0 0 0 0,0-1 0 0 0,-1 0 0 0 0,-1 0 0 0 0,1-1 0 0 0,-2 0 0 0 0,1-1 0 0 0,-2 1 0 0 0,1-2 0 0 0,6-19 0 0 0,2-15 75 0 0,-14 43 83 0 0,0-1-151 0 0,1-8-78 0 0,-3 29 9 0 0,1-15 56 0 0,0 5-54 0 0,0 0 23 0 0,1 12 13 0 0,1-1 1 0 0,1 0-1 0 0,0 0 1 0 0,6 21-1 0 0,-3-25-77 0 0,0-1-1 0 0,0 1 0 0 0,1-1 1 0 0,1 0-1 0 0,0 0 1 0 0,0-1-1 0 0,12 12 1 0 0,-17-21-79 0 0,0 1-1 0 0,0-1 1 0 0,1 0 0 0 0,-1 0 0 0 0,1-1-1 0 0,0 1 1 0 0,0-1 0 0 0,-1 1 0 0 0,1-1-1 0 0,0 0 1 0 0,0-1 0 0 0,6 1-1 0 0,-6 0 33 0 0,2-1-247 0 0,-1 1-1 0 0,1-2 1 0 0,-1 1 0 0 0,1 0 0 0 0,-1-1 0 0 0,1 0-1 0 0,-1-1 1 0 0,0 1 0 0 0,1-1 0 0 0,6-3 0 0 0,-7 3-93 0 0,1 0-2662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2.5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0 1916 0 0,'-5'2'778'0'0,"-4"2"-492"0"0,0 0 0 0 0,0 0 0 0 0,0 1 0 0 0,0 0-1 0 0,1 0 1 0 0,0 1 0 0 0,0 0 0 0 0,1 0 0 0 0,0 1 0 0 0,-11 13 0 0 0,15-17-137 0 0,1 2 19 0 0,-6 12-33 0 0,6-12 147 0 0,2 0-197 0 0,0 18-28 0 0,0-18 69 0 0,3-2 149 0 0,-1 0-270 0 0,0-2 0 0 0,1 1 1 0 0,-1 0-1 0 0,1 0 0 0 0,0-1 0 0 0,0 1 0 0 0,-1-1 1 0 0,1 0-1 0 0,0 0 0 0 0,0 0 0 0 0,0 0 0 0 0,0 0 0 0 0,6 0 1 0 0,-3-1 28 0 0,0-2 90 0 0,4-1 41 0 0,0 0 0 0 0,0-2 1 0 0,0 1-1 0 0,-1-1 0 0 0,0 0 0 0 0,0-1 1 0 0,0 0-1 0 0,-1-1 0 0 0,0 0 1 0 0,0 0-1 0 0,-1 0 0 0 0,0-1 1 0 0,0 0-1 0 0,8-13 0 0 0,-13 17-41 0 0,-1 3-110 0 0,-1 0 0 0 0,1-1 0 0 0,0 1 0 0 0,-1 0 1 0 0,0 0-1 0 0,1-1 0 0 0,-1 1 0 0 0,0 0 0 0 0,0-1 0 0 0,1 1 0 0 0,-1 0 0 0 0,0-3 0 0 0,0 2 15 0 0,0-2 158 0 0,-1 2-181 0 0,0 1-1 0 0,0-1 1 0 0,0 0-1 0 0,0 0 1 0 0,0 0-1 0 0,0 0 1 0 0,0 0 0 0 0,0 0-1 0 0,1 0 1 0 0,-1-2-1 0 0,-5 6 5 0 0,2-1-13 0 0,0 0 0 0 0,0 0 0 0 0,0 1 1 0 0,0-1-1 0 0,0 1 0 0 0,0 0 1 0 0,1 0-1 0 0,-1 0 0 0 0,1 0 0 0 0,-1 1 1 0 0,1 0-1 0 0,0-1 0 0 0,0 1 1 0 0,-5 6-1 0 0,-27 45-366 0 0,32-47 192 0 0,0 0-1 0 0,0-1 1 0 0,1 1 0 0 0,0 0-1 0 0,-3 13 1 0 0,3-8-138 0 0,1-8 31 0 0,1 1-1 0 0,-1-1 1 0 0,1 0-1 0 0,0 1 1 0 0,0-1-1 0 0,0 0 1 0 0,0 1-1 0 0,1-1 1 0 0,0 0-1 0 0,0 0 1 0 0,3 8-1 0 0,1-4-1630 0 0,12 12-1347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3.7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349 517 2624 0 0,'1'-4'1299'0'0,"4"-13"-192"0"0,-4 13-186 0 0,-4 0-206 0 0,1 2-598 0 0,1 0 1 0 0,-1-1-1 0 0,0 1 1 0 0,-1 0-1 0 0,1 0 0 0 0,0 0 1 0 0,-1 0-1 0 0,1 0 1 0 0,-1 1-1 0 0,1-1 1 0 0,-1 1-1 0 0,0-1 0 0 0,0 1 1 0 0,0 0-1 0 0,0 0 1 0 0,0 0-1 0 0,-5 0 0 0 0,-3 0-37 0 0,1 0 0 0 0,0 1-1 0 0,0 0 1 0 0,-1 1 0 0 0,1 0-1 0 0,0 1 1 0 0,0 0 0 0 0,0 0-1 0 0,0 1 1 0 0,0 0-1 0 0,-14 8 1 0 0,9-4-58 0 0,1 1 1 0 0,0 1-1 0 0,0 0 0 0 0,1 1 0 0 0,0 1 1 0 0,-15 15-1 0 0,17-15-38 0 0,-3 11-21 0 0,11-17 17 0 0,-5 12-88 0 0,2 1 0 0 0,-7 27 0 0 0,12-40 92 0 0,3 1 75 0 0,-2-2-80 0 0,1 0 0 0 0,0 0 0 0 0,0 0 0 0 0,0 0 0 0 0,0 0 0 0 0,1 0 0 0 0,0-1 0 0 0,0 1 0 0 0,0 0 0 0 0,0-1 0 0 0,1 1 0 0 0,-1-1 0 0 0,1 0 0 0 0,0 0 0 0 0,0 0 0 0 0,0 0 0 0 0,5 4 0 0 0,-1-4-38 0 0,0-1 0 0 0,0 1 0 0 0,1-1 0 0 0,-1 0 0 0 0,1-1 1 0 0,-1 0-1 0 0,1 0 0 0 0,-1-1 0 0 0,1 1 0 0 0,0-2 0 0 0,-1 1 0 0 0,1-1 0 0 0,-1 0 1 0 0,1-1-1 0 0,13-4 0 0 0,-8 1 27 0 0,1 0-1 0 0,-1-1 1 0 0,0 0 0 0 0,0-2 0 0 0,-1 1-1 0 0,0-1 1 0 0,0-1 0 0 0,-1 0 0 0 0,14-15 0 0 0,-10 9 98 0 0,-2-2 1 0 0,0 0 0 0 0,0 0 0 0 0,-2-1 0 0 0,0-1 0 0 0,9-22 0 0 0,-2-5 138 0 0,-2-1 0 0 0,-2 0 1 0 0,-3-1-1 0 0,-1 0 1 0 0,-3-1-1 0 0,-1 1 0 0 0,-2-72 1 0 0,-5 112-188 0 0,1 0 0 0 0,-1 1 0 0 0,0-1 0 0 0,0 0 0 0 0,-1 1 0 0 0,-4-12 0 0 0,5 15-6 0 0,-1-1 18 0 0,-1 4 7 0 0,1 0-30 0 0,1 0 0 0 0,-1 1 0 0 0,0-1 0 0 0,1 1 0 0 0,-1 0 0 0 0,0-1 0 0 0,1 1 0 0 0,-1 0 0 0 0,0 0 0 0 0,0 0 0 0 0,1 0 0 0 0,-1 1 0 0 0,0-1 0 0 0,1 0 0 0 0,-1 1 0 0 0,0-1 0 0 0,1 1 0 0 0,-1-1 0 0 0,-2 2 0 0 0,0 1 11 0 0,0 0-1 0 0,0-1 1 0 0,0 1-1 0 0,0 1 1 0 0,1-1 0 0 0,0 0-1 0 0,-5 6 1 0 0,-1 4 17 0 0,1 0 0 0 0,0 0 0 0 0,1 1 0 0 0,-7 17 1 0 0,4-4-28 0 0,1 0 1 0 0,2 0 0 0 0,0 1-1 0 0,2 0 1 0 0,1 0 0 0 0,2 0 0 0 0,0 0-1 0 0,4 46 1 0 0,0-58-109 0 0,0 0-1 0 0,0 0 1 0 0,2 0 0 0 0,0 0-1 0 0,0-1 1 0 0,2 0 0 0 0,0 0 0 0 0,1 0-1 0 0,0 0 1 0 0,1-1 0 0 0,1-1-1 0 0,0 1 1 0 0,1-1 0 0 0,0-1-1 0 0,1 0 1 0 0,18 16 0 0 0,-24-24-96 0 0,1 0 0 0 0,-1 0 0 0 0,1 0 0 0 0,0-1 0 0 0,1 1 1 0 0,-1-2-1 0 0,0 1 0 0 0,1-1 0 0 0,-1 0 0 0 0,1 0 0 0 0,0-1 0 0 0,12 2 0 0 0,-8-3-44 0 0,1-1-1 0 0,0 0 1 0 0,0-1-1 0 0,0 0 1 0 0,19-6-1 0 0,-23 5 254 0 0,0 0 1 0 0,0 0-1 0 0,0-1 0 0 0,0 0 0 0 0,-1-1 1 0 0,1 0-1 0 0,-1 0 0 0 0,-1 0 0 0 0,1-1 1 0 0,-1 0-1 0 0,0 0 0 0 0,0 0 0 0 0,8-13 0 0 0,-3 2 275 0 0,-1 0-1 0 0,-1 0 1 0 0,0-1-1 0 0,6-20 0 0 0,-13 30-164 0 0,1 1-1 0 0,-2-1 0 0 0,1 0 1 0 0,-1 0-1 0 0,0-13 1 0 0,0 13-79 0 0,-1 3 157 0 0,-1-1 13 0 0,-1-17-27 0 0,2 17 9 0 0,-3 2-27 0 0,-5-13-5 0 0,6 13 130 0 0,-2 2-246 0 0,-13-3 1 0 0,13 3 7 0 0,-1 5 7 0 0,-2 2-25 0 0,-1 0 1 0 0,1 1-1 0 0,0 0 1 0 0,0 0-1 0 0,0 1 1 0 0,1-1-1 0 0,0 2 1 0 0,1-1-1 0 0,-9 15 1 0 0,1 0-79 0 0,1 1-1 0 0,-9 27 1 0 0,18-43 53 0 0,0 0 0 0 0,1 0-1 0 0,0 0 1 0 0,0 1 0 0 0,1-1 0 0 0,-1 14 0 0 0,6 4-29 0 0,-3-20-15 0 0,-1-5 30 0 0,1 0 0 0 0,-1 0-1 0 0,0 1 1 0 0,1-1 0 0 0,-1 0 0 0 0,0 0-1 0 0,1 0 1 0 0,-1 0 0 0 0,0 0 0 0 0,0 0-1 0 0,1 0 1 0 0,-1 1 0 0 0,0-1-1 0 0,0 0 1 0 0,1 0 0 0 0,-1 0 0 0 0,0 1-1 0 0,0-1 1 0 0,1 0 0 0 0,-1 0 0 0 0,0 1-1 0 0,0-1 1 0 0,0 0 0 0 0,0 0-1 0 0,1 1 1 0 0,-1-1 0 0 0,0 0 0 0 0,0 1-1 0 0,0-1 1 0 0,0 0 0 0 0,0 0 0 0 0,0 1-1 0 0,0 0 1 0 0,0-1-5 0 0,1 1 0 0 0,-1 0 0 0 0,0 0 0 0 0,0-1 0 0 0,1 1-1 0 0,-1 0 1 0 0,0-1 0 0 0,1 1 0 0 0,-1 0 0 0 0,1-1 0 0 0,-1 1 0 0 0,1-1 0 0 0,-1 1 0 0 0,1-1-1 0 0,-1 1 1 0 0,1-1 0 0 0,-1 1 0 0 0,1-1 0 0 0,0 1 0 0 0,-1-1 0 0 0,1 0 0 0 0,0 1 0 0 0,-1-1-1 0 0,1 0 1 0 0,1 1 0 0 0,18 4-76 0 0,-15-3 7 0 0,-4-3 71 0 0,0 1-1 0 0,0-1 0 0 0,0 0 1 0 0,0 1-1 0 0,1 0 0 0 0,-1-1 1 0 0,0 1-1 0 0,0 0 0 0 0,0-1 1 0 0,0 1-1 0 0,0 0 0 0 0,1 0 1 0 0,-1 0-1 0 0,0 0 0 0 0,1 0 1 0 0,1 1 1 0 0,-1-1 0 0 0,0 0 0 0 0,0 0 0 0 0,1 0 0 0 0,-1-1 1 0 0,0 1-1 0 0,0-1 0 0 0,0 1 0 0 0,1-1 0 0 0,2-1 0 0 0,9-3 96 0 0,-1-2-1 0 0,0 1 0 0 0,0-2 0 0 0,0 0 1 0 0,-1 0-1 0 0,0-1 0 0 0,-1-1 0 0 0,15-14 1 0 0,-24 21 16 0 0,-1 2-101 0 0,-1 0 0 0 0,0 0 0 0 0,1 1 0 0 0,-1-1 0 0 0,0 0 0 0 0,1 0 1 0 0,-1 0-1 0 0,1 1 0 0 0,-1-1 0 0 0,1 0 0 0 0,0 1 0 0 0,-1-1 0 0 0,1 0 0 0 0,0 1 0 0 0,-1-1 0 0 0,1 1 0 0 0,0-1 1 0 0,0 1-1 0 0,1-1 0 0 0,0 0 239 0 0,-10 20-317 0 0,7-15 17 0 0,1 3-15 0 0,1 2 57 0 0,0 0 0 0 0,1 0 0 0 0,0 0 0 0 0,4 9 0 0 0,-4-14 0 0 0,2 0-16 0 0,-3-3 25 0 0,3 2-32 0 0,0 1 1 0 0,0-1-1 0 0,0 0 0 0 0,1-1 1 0 0,-1 1-1 0 0,1-1 0 0 0,-1 0 1 0 0,1 0-1 0 0,0 0 0 0 0,0-1 1 0 0,0 1-1 0 0,0-1 0 0 0,0 0 1 0 0,8 0-1 0 0,-7-1 22 0 0,0 0-13 0 0,0 0 0 0 0,0 0 0 0 0,0-1 0 0 0,0 0 0 0 0,0 0 1 0 0,0 0-1 0 0,0-1 0 0 0,0 0 0 0 0,7-3 0 0 0,42-27 55 0 0,-48 26-26 0 0,1 0-1 0 0,-1 0 1 0 0,0-1 0 0 0,0 0-1 0 0,-1-1 1 0 0,0 0-1 0 0,0 0 1 0 0,-1 0 0 0 0,0 0-1 0 0,-1-1 1 0 0,1 0-1 0 0,-2 0 1 0 0,4-9 0 0 0,1-10 230 0 0,-2 0 0 0 0,6-48 0 0 0,-11 71-173 0 0,1-24 160 0 0,-2 1 1 0 0,-3-77 310 0 0,2 99-411 0 0,-4 8-83 0 0,-17 3-57 0 0,15 1-160 0 0,0 9 218 0 0,1-1 0 0 0,1 1 0 0 0,0 1 0 0 0,1-1 0 0 0,1 0 0 0 0,0 1 0 0 0,1 0 0 0 0,1 0 0 0 0,1 31 0 0 0,1-35-75 0 0,0 0 1 0 0,1 0-1 0 0,0 0 0 0 0,1 0 1 0 0,0-1-1 0 0,1 1 1 0 0,0-1-1 0 0,1 0 1 0 0,0 0-1 0 0,1 0 1 0 0,7 10-1 0 0,-8-13-107 0 0,1 0 0 0 0,0-1-1 0 0,1 0 1 0 0,-1 0 0 0 0,1-1 0 0 0,1 1 0 0 0,-1-1 0 0 0,1-1-1 0 0,0 0 1 0 0,0 0 0 0 0,0 0 0 0 0,1-1 0 0 0,0 0-1 0 0,0-1 1 0 0,12 3 0 0 0,-16-5-594 0 0,1-1-175 0 0,1 0 530 0 0,-5 1 170 0 0,0-1 0 0 0,0 0 0 0 0,0 0 0 0 0,1 0-1 0 0,-1 0 1 0 0,0 0 0 0 0,0-1 0 0 0,0 1 0 0 0,0-1 0 0 0,0 1-1 0 0,0-1 1 0 0,0 0 0 0 0,3-1 0 0 0,17-8-3431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3.9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 68 3512 0 0,'0'0'3021'0'0,"-33"-1"-845"0"0,59-11-1852 0 0,26 4-348 0 0,-20 3-68 0 0,3 0-176 0 0,1-2-228 0 0,3 2-320 0 0,4-3-316 0 0,1-1-889 0 0,1 1-2123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4.2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0 2376 0 0,'0'0'6652'0'0,"-2"4"-6438"0"0,-2 7-132 0 0,1 0 0 0 0,0 1 0 0 0,1 0 0 0 0,0-1 0 0 0,1 1 0 0 0,0 0 0 0 0,0 0 0 0 0,3 16 1 0 0,-2 14-22 0 0,-5 7-53 0 0,2 3-122 0 0,3-47-46 0 0,1 1-96 0 0,2 16-198 0 0,-3-21 199 0 0,0 0 0 0 0,0 0 0 0 0,0 0 0 0 0,0 1 0 0 0,0-1 1 0 0,1 0-1 0 0,-1 0 0 0 0,0 0 0 0 0,1 0 0 0 0,-1 1 0 0 0,1-1 1 0 0,-1 0-1 0 0,1 0 0 0 0,0 0 0 0 0,-1 0 0 0 0,1 0 0 0 0,0 0 0 0 0,0 0 1 0 0,0-1-1 0 0,0 1 0 0 0,1 1 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4.6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248 147 2696 0 0,'-3'-9'372'0'0,"0"1"-1"0"0,-1 0 1 0 0,0-1-1 0 0,0 1 1 0 0,-1 1 0 0 0,0-1-1 0 0,0 1 1 0 0,-1 0-1 0 0,0 0 1 0 0,-12-11-1 0 0,15 16-126 0 0,-2 1-22 0 0,-15-1-55 0 0,15 1-20 0 0,4 2-134 0 0,1 0 0 0 0,-1-1-1 0 0,1 1 1 0 0,-1-1 0 0 0,1 1 0 0 0,-1-1-1 0 0,0 0 1 0 0,1 1 0 0 0,-1-1-1 0 0,0 0 1 0 0,1 1 0 0 0,-1-1 0 0 0,0 0-1 0 0,1 0 1 0 0,-1 1 0 0 0,0-1-1 0 0,0 0 1 0 0,1 0 0 0 0,-1 0-1 0 0,0 0 1 0 0,0 0 0 0 0,-1 0 0 0 0,1 0-5 0 0,0 0 1 0 0,0 0-1 0 0,0 0 1 0 0,0 0-1 0 0,0 0 1 0 0,0 0-1 0 0,0 0 1 0 0,0 1-1 0 0,0-1 1 0 0,0 0 0 0 0,0 1-1 0 0,0-1 1 0 0,0 1-1 0 0,0-1 1 0 0,0 1-1 0 0,0-1 1 0 0,0 1-1 0 0,1 0 1 0 0,-1 0-1 0 0,0-1 1 0 0,0 1 0 0 0,0 1-1 0 0,-49 52 111 0 0,48-51-133 0 0,1 1 15 0 0,-5 15 15 0 0,4-14 8 0 0,4 0-25 0 0,4 15 38 0 0,-5-15 89 0 0,0-5-127 0 0,-1 0 0 0 0,0 0 1 0 0,1 0-1 0 0,-1 0 0 0 0,1 0 0 0 0,-1 0 0 0 0,1 0 1 0 0,-1 0-1 0 0,1 0 0 0 0,-1 0 0 0 0,1 1 0 0 0,-1-1 0 0 0,0 0 1 0 0,1 0-1 0 0,-1 0 0 0 0,1 1 0 0 0,-1-1 0 0 0,0 0 1 0 0,1 0-1 0 0,-1 1 0 0 0,0-1 0 0 0,1 0 0 0 0,-1 1 0 0 0,0-1 1 0 0,1 1-1 0 0,-1 0 0 0 0,1-1-10 0 0,-1 1 1 0 0,1 0-1 0 0,-1-1 1 0 0,1 1-1 0 0,-1-1 0 0 0,1 1 1 0 0,0-1-1 0 0,-1 1 1 0 0,1-1-1 0 0,0 1 0 0 0,-1-1 1 0 0,1 0-1 0 0,0 1 1 0 0,0-1-1 0 0,-1 0 1 0 0,1 0-1 0 0,0 1 0 0 0,0-1 1 0 0,0 0-1 0 0,-1 0 1 0 0,1 0-1 0 0,0 0 0 0 0,0 0 1 0 0,0 0-1 0 0,-1 0 1 0 0,2-1-1 0 0,6 1-3 0 0,-1 0 1 0 0,1 0-1 0 0,0-1 0 0 0,-1-1 0 0 0,1 1 0 0 0,-1-1 1 0 0,1-1-1 0 0,-1 1 0 0 0,0-1 0 0 0,0 0 1 0 0,10-7-1 0 0,-9 4 100 0 0,0-2 1 0 0,0 1-1 0 0,0-1 1 0 0,-1 0-1 0 0,0-1 1 0 0,-1 0 0 0 0,0 0-1 0 0,0 0 1 0 0,6-16-1 0 0,-10 20 0 0 0,-2-21-316 0 0,0 25 238 0 0,0 0-1 0 0,-1-1 0 0 0,1 1 1 0 0,0 0-1 0 0,-1 0 1 0 0,1 0-1 0 0,-1 0 1 0 0,1-1-1 0 0,-1 1 0 0 0,0 0 1 0 0,1 0-1 0 0,-1 0 1 0 0,0 0-1 0 0,0 0 0 0 0,1 0 1 0 0,-1 1-1 0 0,0-1 1 0 0,0 0-1 0 0,0 0 1 0 0,0 1-1 0 0,0-1 0 0 0,-1 0 1 0 0,0 0-1 0 0,-16-5 56 0 0,11 5-75 0 0,1 0-1 0 0,0 0 1 0 0,0 1-1 0 0,0 0 1 0 0,0 0 0 0 0,-1 1-1 0 0,1-1 1 0 0,0 1-1 0 0,0 1 1 0 0,0-1 0 0 0,0 1-1 0 0,0 0 1 0 0,0 0-1 0 0,1 1 1 0 0,-6 3-1 0 0,0 0-314 0 0,0 1 0 0 0,1 0 0 0 0,0 1 0 0 0,0 0 0 0 0,1 0-1 0 0,0 1 1 0 0,0 0 0 0 0,1 1 0 0 0,0 0 0 0 0,1 0-1 0 0,0 1 1 0 0,-6 12 0 0 0,11-14-1348 0 0,-4 20-1199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5.0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199 31 2136 0 0,'0'0'2763'0'0,"-1"-5"-2075"0"0,-1 0-500 0 0,-1-15 1021 0 0,-3 20-1092 0 0,0 0-1 0 0,-1 1 1 0 0,1 0 0 0 0,0 0-1 0 0,-1 0 1 0 0,1 1-1 0 0,0 0 1 0 0,0 0 0 0 0,0 1-1 0 0,1-1 1 0 0,-10 7 0 0 0,4-1-41 0 0,1 0 1 0 0,0 0 0 0 0,1 1 0 0 0,-13 17-1 0 0,18-22-24 0 0,2-3-37 0 0,1 1 0 0 0,-1 0-1 0 0,0 0 1 0 0,1 0-1 0 0,0-1 1 0 0,-1 2-1 0 0,1-1 1 0 0,0 0 0 0 0,-2 4-1 0 0,-4 13 18 0 0,3-12-36 0 0,1-1 1 0 0,0 1-1 0 0,1 0 1 0 0,-1-1-1 0 0,1 1 0 0 0,1 0 1 0 0,-1 1-1 0 0,1-1 1 0 0,1 0-1 0 0,-1 0 0 0 0,1 0 1 0 0,0 1-1 0 0,1-1 1 0 0,0 0-1 0 0,0 0 1 0 0,0 0-1 0 0,1 0 0 0 0,4 10 1 0 0,-3-13-7 0 0,-1 0 1 0 0,1 0 0 0 0,0-1-1 0 0,1 1 1 0 0,-1-1 0 0 0,1 0-1 0 0,-1 0 1 0 0,1 0 0 0 0,0 0-1 0 0,0 0 1 0 0,0-1 0 0 0,1 0-1 0 0,7 3 1 0 0,-8-3-33 0 0,3-2 31 0 0,0 1 32 0 0,1-1-1 0 0,0 0 1 0 0,0-1-1 0 0,0 0 0 0 0,-1 0 1 0 0,1-1-1 0 0,0 1 0 0 0,-1-2 1 0 0,0 1-1 0 0,13-6 0 0 0,-12 2 87 0 0,1 0 0 0 0,-1 0 0 0 0,-1 0 0 0 0,1-1 0 0 0,-1 0 0 0 0,0-1 0 0 0,-1 0-1 0 0,1 0 1 0 0,-2 0 0 0 0,1-1 0 0 0,-1 1 0 0 0,0-1 0 0 0,-1-1 0 0 0,0 1 0 0 0,-1-1-1 0 0,5-16 1 0 0,2-27 230 0 0,-9 48-367 0 0,-2-1 81 0 0,-2-23 94 0 0,-1 25-95 0 0,-10-10-39 0 0,11 10-71 0 0,-7 3-185 0 0,1 0-1 0 0,-1 1 0 0 0,0 0 0 0 0,1 1 1 0 0,-1 0-1 0 0,0 0 0 0 0,1 1 1 0 0,0 0-1 0 0,-10 4 0 0 0,-38 21-5047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5.5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2616 0 0,'73'0'4408'0'0,"-71"0"-4361"0"0,-1 0-1 0 0,1 1 1 0 0,-1-1-1 0 0,1 0 1 0 0,-1 1 0 0 0,0 0-1 0 0,1-1 1 0 0,-1 1-1 0 0,0 0 1 0 0,1-1 0 0 0,-1 1-1 0 0,2 2 1 0 0,0-1 53 0 0,1 0 194 0 0,0 2-39 0 0,1 2-146 0 0,0 1 1 0 0,0 0-1 0 0,-1 0 1 0 0,1 0-1 0 0,-1 0 1 0 0,-1 1-1 0 0,0 0 1 0 0,3 7-1 0 0,-1 4-95 0 0,-4-14-25 0 0,0 1 20 0 0,2 17 15 0 0,-2-17-14 0 0,-1-1 9 0 0,-1 16 30 0 0,0-15 67 0 0,1-2-68 0 0,-3 15 40 0 0,3-14 922 0 0,-4 1-635 0 0,4-6-335 0 0,0 1 0 0 0,-1-1 1 0 0,1 0-1 0 0,0 1 0 0 0,0-1 0 0 0,0 1 0 0 0,0-1 1 0 0,0 1-1 0 0,-1-1 0 0 0,1 0 0 0 0,0 1 0 0 0,0-1 1 0 0,-1 0-1 0 0,1 1 0 0 0,0-1 0 0 0,-1 0 0 0 0,1 1 1 0 0,0-1-1 0 0,-1 0 0 0 0,1 0 0 0 0,-1 1 0 0 0,1-1 0 0 0,0 0 1 0 0,-1 0-1 0 0,1 0 0 0 0,-1 1 0 0 0,1-1 0 0 0,0 0 1 0 0,-1 0-1 0 0,1 0 0 0 0,-1 0 0 0 0,1 0 0 0 0,-1 0 1 0 0,0 0-1 0 0,-4-7 157 0 0,0 0-1 0 0,0-1 1 0 0,1 0 0 0 0,0 0 0 0 0,0 0 0 0 0,1 0-1 0 0,0 0 1 0 0,0-1 0 0 0,1 1 0 0 0,-2-17 0 0 0,3 19-57 0 0,2 0-86 0 0,0 2-56 0 0,-1 1 16 0 0,0-1 0 0 0,1 1 0 0 0,-1-1 1 0 0,1 1-1 0 0,0 0 0 0 0,0-1 0 0 0,0 1 0 0 0,1 0 1 0 0,-1 0-1 0 0,1 0 0 0 0,-1 0 0 0 0,1 0 0 0 0,0 0 0 0 0,0 0 1 0 0,1 1-1 0 0,3-5 0 0 0,47-23 124 0 0,-43 25-112 0 0,-8 4-24 0 0,0 0 1 0 0,0 1-1 0 0,0-1 1 0 0,0 0-1 0 0,0 1 1 0 0,0-1-1 0 0,0 1 1 0 0,0-1-1 0 0,0 1 1 0 0,0 0-1 0 0,2 0 1 0 0,11-1 36 0 0,46 3 5 0 0,-58-2-45 0 0,0 0 0 0 0,0 0 1 0 0,0 1-1 0 0,0-1 0 0 0,-1 1 1 0 0,1 0-1 0 0,0 0 0 0 0,0 0 1 0 0,4 2-1 0 0,0 1-2 0 0,-2-3 3 0 0,0 1 1 0 0,-1 0 0 0 0,0 1 0 0 0,1-1-1 0 0,-1 1 1 0 0,0 0 0 0 0,0 0 0 0 0,0 0-1 0 0,-1 1 1 0 0,1-1 0 0 0,-1 1 0 0 0,0 0-1 0 0,5 7 1 0 0,-3-3-35 0 0,-1 1 0 0 0,0-1 0 0 0,0 1 0 0 0,-1 0 0 0 0,3 9 0 0 0,-4-9-71 0 0,-1-1-1 0 0,0 1 1 0 0,-1 0-1 0 0,0 0 0 0 0,0-1 1 0 0,-1 1-1 0 0,0 0 1 0 0,0 0-1 0 0,-1-1 0 0 0,0 1 1 0 0,-4 10-1 0 0,-2 1-332 0 0,0-1 0 0 0,-1 0 0 0 0,-18 27 0 0 0,8-20-589 0 0,0-1 1 0 0,-2 0-1 0 0,-1-2 1 0 0,0 0-1 0 0,-2-2 1 0 0,-33 24-1 0 0,-4-3-3821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6.5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415 92 2040 0 0,'-4'-9'493'0'0,"0"0"1"0"0,0 0-1 0 0,0 0 0 0 0,-9-11 0 0 0,11 17-352 0 0,-1 0 0 0 0,1 0 0 0 0,-1 1 0 0 0,0-1 1 0 0,0 1-1 0 0,0-1 0 0 0,0 1 0 0 0,-1 0 0 0 0,1 0 0 0 0,0 0 0 0 0,-1 0 0 0 0,0 1 0 0 0,1 0 0 0 0,-7-2 0 0 0,8 2-104 0 0,0 1 0 0 0,0 0 0 0 0,0-1 0 0 0,0 1 0 0 0,0 0-1 0 0,1 0 1 0 0,-1 0 0 0 0,0 1 0 0 0,0-1 0 0 0,0 0 0 0 0,0 1 0 0 0,0-1 0 0 0,1 1 0 0 0,-1-1 0 0 0,-2 2 0 0 0,-4 1 77 0 0,-6 2 46 0 0,1 0-1 0 0,-1 1 1 0 0,1 0 0 0 0,0 1 0 0 0,0 0 0 0 0,1 1 0 0 0,0 1 0 0 0,0 0 0 0 0,-11 12 0 0 0,4-2-3 0 0,1 0 0 0 0,1 2 0 0 0,1 0 0 0 0,-15 25 0 0 0,23-33-133 0 0,1 1-1 0 0,0 0 1 0 0,1 0 0 0 0,1 0-1 0 0,0 1 1 0 0,1 0 0 0 0,1 0-1 0 0,0 0 1 0 0,1 1 0 0 0,0 15 0 0 0,2-24-28 0 0,0-1 1 0 0,0 1 0 0 0,1 0-1 0 0,0-1 1 0 0,1 1 0 0 0,-1 0-1 0 0,1-1 1 0 0,0 0 0 0 0,1 1-1 0 0,0-1 1 0 0,0 0 0 0 0,0 0-1 0 0,1-1 1 0 0,-1 1 0 0 0,1-1-1 0 0,1 1 1 0 0,-1-1 0 0 0,1-1-1 0 0,0 1 1 0 0,0-1 0 0 0,0 1-1 0 0,1-2 1 0 0,8 6 0 0 0,-1-1-22 0 0,1-2 0 0 0,0 0 0 0 0,0 0 0 0 0,0-1 0 0 0,1-1 0 0 0,-1-1 0 0 0,1 0 0 0 0,29 2 0 0 0,-12-4-118 0 0,0-2-1 0 0,1-1 1 0 0,-1-2 0 0 0,0-1 0 0 0,54-16-1 0 0,-51 9-1092 0 0,0-1-1 0 0,45-23 0 0 0,-64 24-38 0 0,-13 9 996 0 0,0 0-1020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6.9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17 3460 0 0,'0'0'4185'0'0,"-1"-4"-3593"0"0,-1-8 1290 0 0,12 31-1329 0 0,16 40-359 0 0,-4-3-531 0 0,2-2 0 0 0,44 72 0 0 0,-65-121-211 0 0,1 0 0 0 0,0 0-1 0 0,1 0 1 0 0,7 6 0 0 0,-6-6-205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7.1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201 84 2404 0 0,'-5'-62'3843'0'0,"5"56"-2336"0"0,-2 2-1132 0 0,2 3-345 0 0,0 1 1 0 0,0-1-1 0 0,0 0 0 0 0,-1 1 0 0 0,1-1 0 0 0,0 1 0 0 0,-1-1 0 0 0,1 0 0 0 0,0 1 0 0 0,-1-1 0 0 0,1 1 0 0 0,0-1 0 0 0,-1 1 0 0 0,1-1 0 0 0,-1 1 0 0 0,1-1 0 0 0,-1 1 0 0 0,0-1 1 0 0,1 1-1 0 0,-1 0 0 0 0,0-1 0 0 0,0 2-6 0 0,0 0-1 0 0,0 0 1 0 0,-1 0 0 0 0,1 0 0 0 0,0 0 0 0 0,0 0-1 0 0,1 0 1 0 0,-1 0 0 0 0,0 0 0 0 0,0 1 0 0 0,1-1 0 0 0,-1 0-1 0 0,0 1 1 0 0,1-1 0 0 0,-1 0 0 0 0,1 1 0 0 0,-1 2 0 0 0,-43 127 325 0 0,20-56-2285 0 0,-52 114 0 0 0,61-155-165 0 0,4-3-1455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7.6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681 110 2264 0 0,'-9'-11'295'0'0,"0"0"-1"0"0,-1 1 1 0 0,0 0 0 0 0,-1 1-1 0 0,0 0 1 0 0,0 1-1 0 0,-18-10 1 0 0,21 14-206 0 0,0 0 1 0 0,-1 1-1 0 0,0 0 1 0 0,1 0-1 0 0,-1 1 0 0 0,0 0 1 0 0,-1 1-1 0 0,1 0 1 0 0,0 0-1 0 0,0 1 0 0 0,0 0 1 0 0,-16 3-1 0 0,10 0 33 0 0,-1 0-1 0 0,0 1 1 0 0,1 1 0 0 0,0 0-1 0 0,0 1 1 0 0,1 1-1 0 0,-1 0 1 0 0,1 1-1 0 0,-19 15 1 0 0,14-8 48 0 0,2 1-1 0 0,0 0 0 0 0,0 1 1 0 0,2 1-1 0 0,-26 37 1 0 0,18-15 1 0 0,1 1-1 0 0,1 1 1 0 0,3 1 0 0 0,1 0 0 0 0,3 1 0 0 0,-10 48 0 0 0,18-62-140 0 0,2-1 1 0 0,0 1-1 0 0,2 0 0 0 0,2 0 1 0 0,0 0-1 0 0,2 0 0 0 0,1 0 1 0 0,2-1-1 0 0,1 1 0 0 0,1-1 1 0 0,1 0-1 0 0,2-1 0 0 0,19 41 0 0 0,-19-49-144 0 0,1 0-1 0 0,1-1 0 0 0,0-1 0 0 0,2 0 1 0 0,0-1-1 0 0,1 0 0 0 0,0-1 0 0 0,1-1 0 0 0,1 0 1 0 0,1-1-1 0 0,0-1 0 0 0,1-1 0 0 0,0 0 1 0 0,0-2-1 0 0,2 0 0 0 0,-1-1 0 0 0,1-1 0 0 0,35 8 1 0 0,-28-11-709 0 0,-1-1 0 0 0,1-1 0 0 0,-1-1 0 0 0,38-3 1 0 0,-3-4-2519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7.9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144 91 2688 0 0,'2'-6'1470'0'0,"13"-48"1666"0"0,-14 49-2461 0 0,2 1-130 0 0,7-13-109 0 0,-7 13 236 0 0,4 5-408 0 0,2 3-195 0 0,-1-1-1 0 0,1 1 1 0 0,-1 0-1 0 0,0 0 0 0 0,0 1 1 0 0,-1 0-1 0 0,1 1 1 0 0,-1 0-1 0 0,0 0 1 0 0,-1 0-1 0 0,7 8 1 0 0,5 8-10 0 0,-2 0 1 0 0,0 2 0 0 0,-1-1-1 0 0,-1 2 1 0 0,-1 0 0 0 0,-2 0-1 0 0,0 1 1 0 0,-2 1 0 0 0,-1 0-1 0 0,-1 0 1 0 0,-1 0 0 0 0,3 38 0 0 0,-7-39-142 0 0,-1 0 0 0 0,-2 0 0 0 0,0 0 0 0 0,-2 1 1 0 0,0-1-1 0 0,-2-1 0 0 0,-1 1 0 0 0,-1-1 0 0 0,-1 0 1 0 0,-1 0-1 0 0,-2-1 0 0 0,0 0 0 0 0,-19 28 0 0 0,9-22-593 0 0,-1 0 0 0 0,-1-2 0 0 0,-2-1-1 0 0,-1 0 1 0 0,-1-2 0 0 0,-1-1 0 0 0,-1-1-1 0 0,-40 23 1 0 0,-5-2-3546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19.8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0 2808 0 0,'0'0'925'0'0,"-5"2"-118"0"0,3-1-881 0 0,1-1 191 0 0,-1 1 0 0 0,0-1 1 0 0,0 1-1 0 0,1 0 1 0 0,-1 0-1 0 0,0-1 1 0 0,1 1-1 0 0,-1 0 1 0 0,1 1-1 0 0,-1-1 0 0 0,1 0 1 0 0,0 0-1 0 0,-1 0 1 0 0,1 1-1 0 0,0-1 1 0 0,0 1-1 0 0,0-1 1 0 0,0 1-1 0 0,0-1 0 0 0,0 1 1 0 0,1 0-1 0 0,-1-1 1 0 0,0 1-1 0 0,1 0 1 0 0,-1 0-1 0 0,1-1 1 0 0,-1 4-1 0 0,1-1-75 0 0,0 0-1 0 0,0 0 1 0 0,0 0-1 0 0,0 0 1 0 0,1 1-1 0 0,0-1 1 0 0,-1 0-1 0 0,2 0 0 0 0,-1-1 1 0 0,0 1-1 0 0,1 0 1 0 0,-1 0-1 0 0,1 0 1 0 0,0-1-1 0 0,1 1 1 0 0,-1-1-1 0 0,0 0 1 0 0,1 0-1 0 0,0 0 1 0 0,0 0-1 0 0,0 0 1 0 0,0 0-1 0 0,0-1 1 0 0,0 1-1 0 0,1-1 1 0 0,0 0-1 0 0,-1 0 1 0 0,1 0-1 0 0,0-1 1 0 0,0 1-1 0 0,-1-1 1 0 0,1 0-1 0 0,6 1 1 0 0,50 3 208 0 0,-37-6-190 0 0,0-1 0 0 0,0-1 0 0 0,-1-1 0 0 0,31-10 0 0 0,68-30 146 0 0,-116 42-135 0 0,48-15 101 0 0,-49 16-80 0 0,1 2-80 0 0,14 2 10 0 0,-15-2-12 0 0,0 1-8 0 0,12 7-11 0 0,-12-7 16 0 0,0 1 10 0 0,5 2-17 0 0,7 5 26 0 0,41 7-57 0 0,-25-12 31 0 0,0-1 0 0 0,-1-2 0 0 0,1 0 0 0 0,0-3-1 0 0,0 0 1 0 0,0-2 0 0 0,53-13 0 0 0,-31 2 215 0 0,-49 13-187 0 0,0-1 14 0 0,18-4-3 0 0,-17 4 14 0 0,-1 1-37 0 0,15-2-16 0 0,-15 2 17 0 0,0 2 11 0 0,15 4 87 0 0,-15-4-113 0 0,16 9-106 0 0,-16-8 99 0 0,0 3 2 0 0,41 13-13 0 0,-21-11 11 0 0,0-1 0 0 0,1-1 0 0 0,-1-2 0 0 0,1 0 0 0 0,29-1 0 0 0,-51-2 4 0 0,0 0 6 0 0,28-1 14 0 0,-8-4-15 0 0,97-24-158 0 0,-117 28 191 0 0,17-5 8 0 0,-17 3-40 0 0,1 2 28 0 0,0-1 25 0 0,12-5-45 0 0,-12 6-21 0 0,19-2 80 0 0,-20 2-60 0 0,1 3-60 0 0,38 15-33 0 0,-39-16 75 0 0,1 1 3 0 0,10 2 15 0 0,1 0-1 0 0,-1-2 0 0 0,1 1 0 0 0,0-2 1 0 0,0 0-1 0 0,0-1 0 0 0,0-1 0 0 0,16-2 0 0 0,8-4-21 0 0,0-1-1 0 0,40-15 1 0 0,3-7-116 0 0,-78 29 162 0 0,-1 2-60 0 0,1 2 21 0 0,1-1 1 0 0,-1 1-1 0 0,0 0 1 0 0,0 1 0 0 0,-1-1-1 0 0,1 1 1 0 0,7 8-1 0 0,-5-5-1 0 0,-1 0 0 0 0,2-1 0 0 0,-1 0-1 0 0,1 0 1 0 0,-1 0 0 0 0,2-1-1 0 0,-1 0 1 0 0,0-1 0 0 0,1 0 0 0 0,0 0-1 0 0,0-1 1 0 0,0 0 0 0 0,15 3 0 0 0,-1-1 24 0 0,-11-4-41 0 0,1 1 3 0 0,1-2 1 0 0,0 0-1 0 0,-1 0 1 0 0,1-2-1 0 0,-1 1 1 0 0,1-2 0 0 0,-1 0-1 0 0,19-6 1 0 0,-14 3 31 0 0,94-36 865 0 0,-108 39-713 0 0,2 3-110 0 0,15-4-12 0 0,-16 3 27 0 0,2 2-47 0 0,126 24-223 0 0,-83-18-321 0 0,64-6-1279 0 0,-29-5-2696 0 0,-40-1-135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20.8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25 157 2264 0 0,'0'0'3125'0'0,"-3"2"-2452"0"0,-17 5 845 0 0,20-1-1253 0 0,-1 17-22 0 0,1-17-30 0 0,2-2-39 0 0,0 1-118 0 0,0-1 0 0 0,1 0-1 0 0,0 0 1 0 0,-1 0 0 0 0,2 0-1 0 0,-1-1 1 0 0,0 1-1 0 0,1-1 1 0 0,-1 0 0 0 0,1 0-1 0 0,0 0 1 0 0,0 0 0 0 0,0-1-1 0 0,0 1 1 0 0,9 2 0 0 0,50 6 175 0 0,-38-10-205 0 0,0-1 0 0 0,1-1 0 0 0,-1-2 1 0 0,-1 0-1 0 0,1-2 0 0 0,46-14 0 0 0,-49 13-24 0 0,183-67 127 0 0,-92 30-103 0 0,-108 41-59 0 0,10-2 51 0 0,-14 4-19 0 0,0-1 0 0 0,0 1 0 0 0,0-1 0 0 0,1 1 0 0 0,-1-1 0 0 0,0 1 0 0 0,0 0 0 0 0,1 0 0 0 0,-1 0 0 0 0,0 0 0 0 0,0 0-1 0 0,1 0 1 0 0,-1 0 0 0 0,0 0 0 0 0,0 0 0 0 0,1 0 0 0 0,1 1 0 0 0,17 3-22 0 0,-15-4 7 0 0,-1 3 26 0 0,11 7-3 0 0,-11-8-15 0 0,-1 1-1 0 0,3 3 6 0 0,0 0 0 0 0,0-1 0 0 0,0 0 0 0 0,1 0 0 0 0,0-1 0 0 0,0 1-1 0 0,0-2 1 0 0,0 1 0 0 0,1-1 0 0 0,-1 0 0 0 0,15 3 0 0 0,56 4 36 0 0,-44-9-71 0 0,1-1 0 0 0,0-2 0 0 0,0-2-1 0 0,56-12 1 0 0,114-45 329 0 0,-143 37-190 0 0,-57 22-87 0 0,6 1-35 0 0,-10 1 27 0 0,0 0-1 0 0,1 0 1 0 0,-1 0 0 0 0,0-1 0 0 0,0 1 0 0 0,0 0 0 0 0,1 1 0 0 0,-1-1 0 0 0,0 0 0 0 0,0 0 0 0 0,0 0-1 0 0,1 1 1 0 0,-1-1 0 0 0,0 1 0 0 0,0-1 0 0 0,0 1 0 0 0,0-1 0 0 0,0 1 0 0 0,1 0 0 0 0,11 8-75 0 0,-5-4 64 0 0,0 0-1 0 0,0-1 1 0 0,0 0-1 0 0,0 0 1 0 0,1-1 0 0 0,-1 0-1 0 0,1 0 1 0 0,0-1-1 0 0,0 0 1 0 0,0-1 0 0 0,0 0-1 0 0,0 0 1 0 0,16-2 0 0 0,21-1 26 0 0,0-2 0 0 0,-1-2 1 0 0,81-22-1 0 0,130-60 476 0 0,-251 86-467 0 0,0 1-4 0 0,16-6 2 0 0,-15 5 9 0 0,-1 2-21 0 0,16-1-13 0 0,-15 1 12 0 0,-3 1 6 0 0,41 25 142 0 0,-33-18-133 0 0,1-1 1 0 0,0 0-1 0 0,0-1 1 0 0,1 0-1 0 0,-1-1 1 0 0,16 4-1 0 0,14 1-36 0 0,0-2 0 0 0,0-2 0 0 0,1-2 0 0 0,54-1 0 0 0,-58-4-1360 0 0,-1-3 0 0 0,70-14 0 0 0,-63 6-1214 0 0,0-1-1834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22.2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50 3524 0 0,'0'0'3407'0'0,"2"3"-2943"0"0,13 14-167 0 0,1-1 0 0 0,1-1 0 0 0,0-1 0 0 0,28 18-1 0 0,-27-22-259 0 0,0-1-1 0 0,1-1 1 0 0,0-1-1 0 0,0 0 1 0 0,0-2-1 0 0,1 0 1 0 0,0-1-1 0 0,0-1 0 0 0,0-1 1 0 0,0 0-1 0 0,24-3 1 0 0,-5-1 4 0 0,-1-1-1 0 0,1-3 1 0 0,-1-1 0 0 0,71-23 0 0 0,-72 16-88 0 0,-1-2-1 0 0,58-35 1 0 0,-41 21 232 0 0,-49 28-156 0 0,0 0-16 0 0,-3 2-10 0 0,1-1 0 0 0,0 1 0 0 0,0-1-1 0 0,0 1 1 0 0,0-1 0 0 0,0 1 0 0 0,0 0-1 0 0,0 0 1 0 0,0 0 0 0 0,0 0 0 0 0,0 1-1 0 0,0-1 1 0 0,0 0 0 0 0,-1 1 0 0 0,1-1-1 0 0,0 1 1 0 0,0 0 0 0 0,0 0 0 0 0,0-1-1 0 0,1 3 1 0 0,1-1 35 0 0,-3 0-38 0 0,0-1 1 0 0,-1 1 0 0 0,1-1-1 0 0,0 1 1 0 0,0-1 0 0 0,0 1-1 0 0,0-1 1 0 0,0 0 0 0 0,0 0-1 0 0,1 1 1 0 0,-1-1 0 0 0,2 1-1 0 0,-3-2-1 0 0,6 8-3 0 0,0 0 0 0 0,1-1-1 0 0,0 0 1 0 0,0-1 0 0 0,0 0 0 0 0,1 0 0 0 0,-1 0 0 0 0,2-1-1 0 0,-1 0 1 0 0,0 0 0 0 0,1-1 0 0 0,0-1 0 0 0,0 1 0 0 0,0-1 0 0 0,1-1-1 0 0,10 2 1 0 0,11 0 18 0 0,0-1-1 0 0,0-1 0 0 0,1-2 1 0 0,-1-2-1 0 0,0-1 1 0 0,51-10-1 0 0,-3-6 79 0 0,101-39 1 0 0,-9-7 448 0 0,-167 63-505 0 0,1 1 1 0 0,13-4 4 0 0,-14 4-8 0 0,19 10-8 0 0,-20-6-34 0 0,4 7 17 0 0,1 1 0 0 0,0-1 0 0 0,1-1 0 0 0,0 0 1 0 0,1 0-1 0 0,0-1 0 0 0,0 0 0 0 0,1-1 0 0 0,-1 0 0 0 0,2 0 0 0 0,-1-1 0 0 0,1-1 1 0 0,0 0-1 0 0,0 0 0 0 0,14 2 0 0 0,6 0-31 0 0,0-2 0 0 0,1-1 1 0 0,0-2-1 0 0,0-1 0 0 0,0-1 0 0 0,0-2 0 0 0,-1-2 1 0 0,48-10-1 0 0,-23 0 133 0 0,-1-3-1 0 0,-1-2 1 0 0,95-48 0 0 0,-146 65-101 0 0,-4 2-8 0 0,1 0 0 0 0,0 0-1 0 0,-1 0 1 0 0,1 0-1 0 0,0 0 1 0 0,-1 0 0 0 0,1 0-1 0 0,-1-1 1 0 0,1 1 0 0 0,0 0-1 0 0,-1-1 1 0 0,1 1-1 0 0,-1 0 1 0 0,1-1 0 0 0,-1 1-1 0 0,1 0 1 0 0,-1-1-1 0 0,1 1 1 0 0,0-2 0 0 0,-1 2 0 0 0,1-1 1 0 0,-1 1 0 0 0,1-1 0 0 0,-1 1 0 0 0,1 0-1 0 0,-1-1 1 0 0,1 1 0 0 0,-1-1 0 0 0,1 1 0 0 0,0 0-1 0 0,-1 0 1 0 0,1-1 0 0 0,-1 1 0 0 0,1 0-1 0 0,0 0 1 0 0,-1 0 0 0 0,1 0 0 0 0,0-1 0 0 0,-1 1-1 0 0,1 0 1 0 0,0 0 0 0 0,0 0 0 0 0,-1 1-1 0 0,1-1 1 0 0,0 0 0 0 0,-1 0 0 0 0,1 0 0 0 0,1 1-1 0 0,14 3-4 0 0,-12-3-10 0 0,0 5 12 0 0,0 0 0 0 0,0-1 1 0 0,1 1-1 0 0,0-1 0 0 0,7 7 1 0 0,-7-7 3 0 0,0 1 0 0 0,1 0 0 0 0,0-1 1 0 0,0 0-1 0 0,0 0 0 0 0,0-1 0 0 0,1 0 1 0 0,-1 0-1 0 0,1 0 0 0 0,8 2 0 0 0,-1-2-33 0 0,-1 0 0 0 0,1-1 0 0 0,0-1 0 0 0,1 0 0 0 0,19 0 0 0 0,9-2-1 0 0,-10-3 37 0 0,-1 0 1 0 0,1-2 0 0 0,38-12-1 0 0,109-43-173 0 0,-148 49 171 0 0,-29 9 9 0 0,2 1-30 0 0,14-3 12 0 0,-14 3-22 0 0,-1 2 24 0 0,11 5 11 0 0,-11-5-13 0 0,0 2-1 0 0,6 4-73 0 0,0 0 54 0 0,2 1 0 0 0,-1-2 1 0 0,21 10-1 0 0,67 17 3 0 0,-83-30 12 0 0,0 0-1 0 0,29 0 1 0 0,3-3 36 0 0,15-3-8 0 0,-55 2-19 0 0,16-4-10 0 0,113-22 245 0 0,-132 26-205 0 0,2 0-19 0 0,19-2-40 0 0,-20 2 25 0 0,0 1 1 0 0,15 1 17 0 0,-10 0-74 0 0,1 1 0 0 0,-1 0-1 0 0,13 4 1 0 0,32 6 173 0 0,75-5-188 0 0,-54-8-579 0 0,0-4 1 0 0,81-15-1 0 0,-96 7-1969 0 0,73-24 1 0 0,-101 27-648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33.4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24 2776 0 0,'0'0'2741'0'0,"0"-5"-2031"0"0,-4-13 3814 0 0,-1 37-3619 0 0,-3 38-945 0 0,-20 846 2685 0 0,29-573-1818 0 0,-5 908 1066 0 0,7-1130-4823 0 0,-2-102 2109 0 0,4-8-3430 0 0,-4 1 3947 0 0,1 1 0 0 0,0-1-1 0 0,-1 0 1 0 0,1 0-1 0 0,-1 0 1 0 0,0 0-1 0 0,1-1 1 0 0,-1 1-1 0 0,2-2 1 0 0,-2 2-468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7:03.4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0 1860 0 0,'0'0'2052'0'0,"-5"1"-1356"0"0,-9 2 2542 0 0,31-1-1307 0 0,-14-2-2406 0 0,4 1 569 0 0,-1-2-18 0 0,17-1 4 0 0,-17 2 1 0 0,0-1-5 0 0,50-2 172 0 0,-50 3-95 0 0,0 0-73 0 0,87 0 1189 0 0,-87 0-691 0 0,-3 3-419 0 0,27 24 420 0 0,-28-23-491 0 0,0 0-26 0 0,5 21-106 0 0,0-1 1 0 0,-2 1-1 0 0,0 1 0 0 0,1 41 1 0 0,-5-23-2480 0 0,-1-1 0 0 0,-8 54 0 0 0,3-66-2575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27.0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 8 2744 0 0,'0'0'1962'0'0,"-1"-4"-1195"0"0,-2 0 1106 0 0,1 16-917 0 0,1 42-718 0 0,-1 21-304 0 0,-21 123-4600 0 0,16-151 898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7:52.0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1193 1 1860 0 0,'0'0'6506'0'0,"-2"3"-6397"0"0,-8 8 30 0 0,8-9 365 0 0,-7 20-198 0 0,7-18-236 0 0,-3 10-20 0 0,3-10 0 0 0,0-1-6 0 0,-174 318 1080 0 0,139-250-737 0 0,35-68-331 0 0,0 2-5 0 0,-8 15-19 0 0,8-15-6 0 0,0 0 20 0 0,-58 115 308 0 0,58-117-319 0 0,0 2-13 0 0,-8 15-9 0 0,8-15 17 0 0,0 0 16 0 0,-28 58 100 0 0,28-59-115 0 0,0 1 20 0 0,-30 66 15 0 0,-57 155 601 0 0,-62 160 289 0 0,83-224-598 0 0,55-129-258 0 0,-45 99 412 0 0,54-126-505 0 0,-15 39 40 0 0,-4 16-32 0 0,-2-3 19 0 0,-19 53 207 0 0,42-107-197 0 0,0 1-21 0 0,-22 45-78 0 0,22-45 54 0 0,2-4 0 0 0,0 0 0 0 0,0 0 0 0 0,-1 0 0 0 0,1 1 0 0 0,0-1 0 0 0,0 0 0 0 0,-1 0 0 0 0,1 0 0 0 0,0 0 0 0 0,-1 0 0 0 0,1 0 0 0 0,-1 0 0 0 0,0 0 0 0 0,1 0-1 0 0,-2 1 1 0 0,-8 12 13 0 0,1 3-7 0 0,6-13 3 0 0,-7 16-28 0 0,8-16 9 0 0,0 0-28 0 0,-8 12 53 0 0,8-11 35 0 0,-1-1-6 0 0,-22 42 130 0 0,22-41-150 0 0,1-1 1 0 0,-7 14 14 0 0,6-14-15 0 0,1 1 7 0 0,-24 46 20 0 0,19-37-42 0 0,5-10 14 0 0,0-1-29 0 0,-17 38 26 0 0,17-37 39 0 0,0 0-84 0 0,-5 14 18 0 0,5-13 34 0 0,0-1 30 0 0,-6 12 3 0 0,6-11 64 0 0,0-1-79 0 0,-14 41 107 0 0,14-41-49 0 0,1 0-71 0 0,-4 13-12 0 0,4-13 40 0 0,0 0 1 0 0,-3 3-583 0 0,-11 32 1539 0 0,10-17-7733 0 0,5-23 6664 0 0,0 1-1 0 0,0 0 1 0 0,0-1-1 0 0,0 1 1 0 0,0 0-1 0 0,0 0 1 0 0,0-1 0 0 0,0 1-1 0 0,-1 0 1 0 0,1-1-1 0 0,0 1 1 0 0,0 0 0 0 0,0 0-1 0 0,0-1 1 0 0,-1 1-1 0 0,1 0 1 0 0,0 0 0 0 0,0 0-1 0 0,-1-1 1 0 0,1 1-1 0 0,0 0 1 0 0,0 0 0 0 0,-1 0-1 0 0,1 0 1 0 0,0-1-1 0 0,0 1 1 0 0,-1 0 0 0 0,1 0-1 0 0,0 0 1 0 0,-1 0-1 0 0,1 0 1 0 0,0 0 0 0 0,-9-5-886 0 0,5-2-2587 0 0,-2-13-286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7:52.4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3304 0 0,'0'0'7271'0'0,"2"3"-6978"0"0,7 24 272 0 0,0-1 1 0 0,-2 1-1 0 0,6 46 1 0 0,-6-37-249 0 0,-6-31-187 0 0,9 50 476 0 0,-9-50-338 0 0,0-1-143 0 0,5 14-7 0 0,-5-14 71 0 0,3-1-117 0 0,-2-2-73 0 0,1 0 1 0 0,0 0 0 0 0,-1 0-1 0 0,1 0 1 0 0,0 0-1 0 0,-1 0 1 0 0,1 0 0 0 0,0-1-1 0 0,0 0 1 0 0,0 1-1 0 0,-1-1 1 0 0,1 0 0 0 0,0 0-1 0 0,4-1 1 0 0,39-13-390 0 0,-41 13 364 0 0,20-9-707 0 0,0-1 1 0 0,-1-1 0 0 0,38-25-1 0 0,19-22-5218 0 0,-51 34 339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1.3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1236 0 0,'0'0'5842'0'0,"3"5"-5448"0"0,14 14 286 0 0,0-1-1 0 0,23 20 1 0 0,-26-24-599 0 0,269 277 976 0 0,-8 28-426 0 0,-209-247-13 0 0,4-3 1 0 0,115 89 0 0 0,187 117 242 0 0,-44-35-692 0 0,-276-199-194 0 0,201 164-74 0 0,-187-146 100 0 0,98 114 0 0 0,47 94-14 0 0,-209-263 24 0 0,9 7 13 0 0,-6-2 23 0 0,9 9 205 0 0,-11-15-189 0 0,6 11 6 0 0,-6-11 434 0 0,-1 0-353 0 0,5 6-4524 0 0,-12-12 821 0 0,-1-2 4023 0 0,2 3-3286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1.6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3240 0 0,'0'0'6830'0'0,"2"3"-6656"0"0,55 51 297 0 0,62 53-914 0 0,-97-90-251 0 0,-3-7-246 0 0,-16-9 798 0 0,1 2-412 0 0,0 0 0 0 0,1 0 0 0 0,-1-1 1 0 0,1 1-1 0 0,0-1 0 0 0,0 0 0 0 0,0-1 0 0 0,8 3 0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1.7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171 1 2660 0 0,'0'0'2788'0'0,"-23"11"-1759"0"0,7 13-389 0 0,-5 17-404 0 0,10-16-60 0 0,1 5-104 0 0,-5 9-240 0 0,3-1-324 0 0,-4 0-596 0 0,4 4 135 0 0,-6 1-611 0 0,2-1-1732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2.5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 4028 0 0,'0'0'6361'0'0,"-2"3"-6020"0"0,0 1-272 0 0,0 0 0 0 0,1-1 0 0 0,-1 1 0 0 0,1 0-1 0 0,0 0 1 0 0,0 0 0 0 0,0 0 0 0 0,0 0 0 0 0,1 0-1 0 0,-1 0 1 0 0,1 1 0 0 0,0-1 0 0 0,1 4 0 0 0,-1 42 280 0 0,14 281-233 0 0,-14-325-407 0 0,1 0-60 0 0,1 17-71 0 0,-1-17-94 0 0,0-2-1040 0 0,1-1 1081 0 0,2 5 225 0 0,-2 0-3922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2.6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48 152 2252 0 0,'0'0'1311'0'0,"-6"0"-261"0"0,-14-3-136 0 0,15 3 1949 0 0,-9-2-1955 0 0,14 2-892 0 0,-1-1 1 0 0,1 1 0 0 0,0 0-1 0 0,0 0 1 0 0,0 0 0 0 0,0 0-1 0 0,0 0 1 0 0,-1 0 0 0 0,1 0-1 0 0,0 0 1 0 0,0 0 0 0 0,0-1-1 0 0,0 1 1 0 0,0 0 0 0 0,0 0-1 0 0,0 0 1 0 0,0 0 0 0 0,-1 0-1 0 0,1 0 1 0 0,0-1 0 0 0,0 1-1 0 0,0 0 1 0 0,0 0 0 0 0,0 0-1 0 0,0 0 1 0 0,0-1 0 0 0,0 1 0 0 0,0 0-1 0 0,0 0 1 0 0,0 0 0 0 0,0 0-1 0 0,0-1 1 0 0,0 1 0 0 0,0 0-1 0 0,0 0 1 0 0,0 0 0 0 0,0 0-1 0 0,0 0 1 0 0,1-1 0 0 0,-1 1-1 0 0,0 0 1 0 0,0 0 0 0 0,0 0-1 0 0,2-2 41 0 0,0 0-1 0 0,1 0 1 0 0,-1 1-1 0 0,1-1 1 0 0,-1 1-1 0 0,1 0 1 0 0,0 0-1 0 0,-1 0 1 0 0,1 0-1 0 0,5-1 1 0 0,159-40 177 0 0,307-37 0 0 0,-368 76-6492 0 0,-98 3 1435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3.3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0 128 1708 0 0,'0'0'1825'0'0,"1"5"-1114"0"0,3 17-157 0 0,-3-16 225 0 0,24-1-14 0 0,-20-3-541 0 0,0-3 98 0 0,15-1-5 0 0,-15 1-24 0 0,1 0 2 0 0,6-2-50 0 0,-1 0 0 0 0,0-1-1 0 0,1 0 1 0 0,-1-1-1 0 0,10-6 1 0 0,-18 9-118 0 0,-2 2-120 0 0,-1 0-1 0 0,1 0 1 0 0,-1-1 0 0 0,1 1 0 0 0,0 0 0 0 0,-1 0 0 0 0,1 0 0 0 0,-1-1 0 0 0,1 1 0 0 0,-1 0 0 0 0,1-1 0 0 0,-1 1 0 0 0,1 0 0 0 0,-1-1 0 0 0,0 1 0 0 0,1-1 0 0 0,-1 1 0 0 0,1-1 0 0 0,-1 1 0 0 0,0-1 0 0 0,0 1 0 0 0,1-1 0 0 0,-1 1 0 0 0,0-1 0 0 0,1 0 0 0 0,-1 0-2 0 0,0 1 0 0 0,0-1 1 0 0,0 1-1 0 0,1-1 0 0 0,-1 1 0 0 0,0-1 1 0 0,1 1-1 0 0,-1-1 0 0 0,0 1 0 0 0,1-1 1 0 0,-1 1-1 0 0,0-1 0 0 0,1 1 1 0 0,-1 0-1 0 0,1-1 0 0 0,-1 1 0 0 0,1 0 1 0 0,-1-1-1 0 0,1 1 0 0 0,-1 0 0 0 0,1 0 1 0 0,-1 0-1 0 0,1-1 0 0 0,-1 1 0 0 0,1 0 1 0 0,0 0-1 0 0,1-4 62 0 0,7-12-5 0 0,-7 13-10 0 0,-1-2-21 0 0,2-13-1 0 0,-2 14-15 0 0,-2-1-9 0 0,-2-12 6 0 0,2 12 20 0 0,-10-11 3 0 0,9 12-38 0 0,1 4 9 0 0,-1 0 0 0 0,1-1-1 0 0,0 1 1 0 0,-1-1 0 0 0,1 1-1 0 0,0-1 1 0 0,0 1 0 0 0,-1-1-1 0 0,1 0 1 0 0,0 0 0 0 0,0 1-1 0 0,-2-3 1 0 0,1 1 8 0 0,-3 0 32 0 0,1 3-14 0 0,-1 0 3 0 0,0 1 0 0 0,0 0-1 0 0,0 0 1 0 0,0 0 0 0 0,0 1-1 0 0,1 0 1 0 0,-1 0 0 0 0,1 0 0 0 0,0 0-1 0 0,0 0 1 0 0,-7 8 0 0 0,2 0 7 0 0,1-1 0 0 0,1 2-1 0 0,0-1 1 0 0,-7 15 0 0 0,10-19-19 0 0,1 0-1 0 0,0 0 0 0 0,0 0 0 0 0,0 0 1 0 0,1 0-1 0 0,0 0 0 0 0,1 1 0 0 0,0-1 1 0 0,0 1-1 0 0,0-1 0 0 0,1 1 1 0 0,0 0-1 0 0,0-1 0 0 0,3 13 0 0 0,-2-16 7 0 0,-1-2-23 0 0,0 0 0 0 0,0-1 0 0 0,0 1 0 0 0,0 0 0 0 0,1-1 0 0 0,-1 1 0 0 0,0-1 0 0 0,1 1 0 0 0,0 0 0 0 0,-1-1 0 0 0,1 1 0 0 0,0-1 0 0 0,0 0 0 0 0,0 1 0 0 0,0-1 0 0 0,2 3 0 0 0,-1-1 20 0 0,22 24-26 0 0,-16-23-29 0 0,-3-3 4 0 0,1 1-57 0 0,-1 1 0 0 0,1-1 0 0 0,-1-1 0 0 0,1 1 0 0 0,0-1 0 0 0,-1 0 0 0 0,1 0 0 0 0,0-1 0 0 0,8 1 1 0 0,-9-1 26 0 0,4 0-114 0 0,0 0 1 0 0,1-1-1 0 0,-1 0 1 0 0,0 0-1 0 0,0-1 1 0 0,0 0-1 0 0,10-4 1 0 0,-7 3 134 0 0,2-1-72 0 0,1-2-1 0 0,-1 1 0 0 0,1-2 0 0 0,-2 0 0 0 0,1 0 1 0 0,-1-2-1 0 0,0 1 0 0 0,-1-2 0 0 0,0 0 0 0 0,0 0 0 0 0,-1-1 1 0 0,-1 0-1 0 0,10-13 0 0 0,-15 17 50 0 0,7-13-13 0 0,-5 3 15 0 0,10-28 58 0 0,-16 39 7 0 0,0 1 19 0 0,-1 0 20 0 0,0-1 13 0 0,0 0-1 0 0,-1 0 0 0 0,0 0 1 0 0,0 0-1 0 0,0 0 0 0 0,-4-8 1 0 0,3 9 202 0 0,-2 4-150 0 0,-15-5-35 0 0,14 5 40 0 0,0 2 35 0 0,-6 3 49 0 0,0 1 1 0 0,1 1 0 0 0,-1-1-1 0 0,-11 9 1 0 0,19-11-72 0 0,0 1-7 0 0,-10 13-18 0 0,9-13-14 0 0,3 1-7 0 0,-6 14-10 0 0,5-14 62 0 0,3 1-96 0 0,0 0-34 0 0,0 0 0 0 0,0 1 0 0 0,1-1 0 0 0,-1 0 1 0 0,2 0-1 0 0,-1 0 0 0 0,1-1 0 0 0,0 1 0 0 0,0-1 1 0 0,0 1-1 0 0,1-1 0 0 0,0 0 0 0 0,0 0 1 0 0,0-1-1 0 0,9 9 0 0 0,26 18 38 0 0,-1-4-27 0 0,-35-25-8 0 0,-1-2-10 0 0,-1 1 0 0 0,1 0-1 0 0,-1 0 1 0 0,0-1 0 0 0,1 1 0 0 0,-1 0 0 0 0,0 0 0 0 0,0 0-1 0 0,1 0 1 0 0,-1 1 0 0 0,2 1 0 0 0,-3-2 0 0 0,3 2 31 0 0,0 0-12 0 0,5 10 10 0 0,-6-9 5 0 0,-4-1-32 0 0,0 0-2 0 0,1-1 0 0 0,-1 1 0 0 0,1-1 0 0 0,-1 0 0 0 0,0 0 0 0 0,0 1 0 0 0,0-1 0 0 0,0-1 0 0 0,0 1 1 0 0,-1 0-1 0 0,1 0 0 0 0,-1-1 0 0 0,1 1 0 0 0,-1-1 0 0 0,1 0 0 0 0,-1 0 0 0 0,0 0 0 0 0,-3 1 0 0 0,-18 5 8 0 0,18-6-5 0 0,1 0-25 0 0,-53-3-1479 0 0,52 2 693 0 0,4-4-219 0 0,-4-8 224 0 0,3 8-1941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3.6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21 2948 0 0,'0'0'1244'0'0,"3"-3"-195"0"0,-2 2-847 0 0,0 0-92 0 0,0 0-1 0 0,0 0 1 0 0,0 0-1 0 0,0 0 1 0 0,-1 0-1 0 0,1 0 0 0 0,0 0 1 0 0,0 0-1 0 0,-1 0 1 0 0,3-5 4305 0 0,-4 11-4029 0 0,-9 136 1851 0 0,9-92-1818 0 0,2-1-274 0 0,2-2-20 0 0,-2-35-111 0 0,0 2 0 0 0,0 0-1 0 0,1 0 0 0 0,1-1 0 0 0,0 1 0 0 0,0-1 0 0 0,2 1 0 0 0,-1-1 0 0 0,12 19 0 0 0,10-1-535 0 0,-23-27 88 0 0,2-1-174 0 0,15 6-125 0 0,-15-6-193 0 0,1-3-330 0 0,-1 1 707 0 0,7-1-14 0 0,1-5-3055 0 0,6-5-1530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3.8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18 112 3468 0 0,'0'0'1446'0'0,"-4"-2"-206"0"0,4 2-1325 0 0,-14-10 1767 0 0,16 2-174 0 0,17 0-755 0 0,244-43-1735 0 0,-111 26-4190 0 0,-115 18 1354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7.2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225 113 3240 0 0,'0'0'5899'0'0,"-5"1"-5587"0"0,-10 3 220 0 0,0-2 0 0 0,-1 0 1 0 0,1-1-1 0 0,-1 0 0 0 0,-24-3 0 0 0,34 1-331 0 0,0 0 2 0 0,-41-20 430 0 0,43 18-517 0 0,3 3-111 0 0,1 0-1 0 0,0 0 1 0 0,-1 0-1 0 0,1-1 1 0 0,-1 1-1 0 0,1 0 1 0 0,0 0-1 0 0,-1 0 1 0 0,1-1-1 0 0,-1 1 1 0 0,1 0-1 0 0,0-1 1 0 0,-1 1-1 0 0,1 0 1 0 0,0-1-1 0 0,0 1 1 0 0,-1 0-1 0 0,1-1 1 0 0,0 1-1 0 0,0-1 1 0 0,0 1-1 0 0,-1 0 1 0 0,1-1-1 0 0,0 1 1 0 0,0-1-1 0 0,0 0 1 0 0,0 1 0 0 0,0-1 1 0 0,0 1-1 0 0,0-1 1 0 0,-1 1-1 0 0,1-1 0 0 0,0 1 1 0 0,0 0-1 0 0,0-1 1 0 0,-1 1-1 0 0,1-1 1 0 0,0 1-1 0 0,0 0 0 0 0,-1-1 1 0 0,1 1-1 0 0,0 0 1 0 0,-1-1-1 0 0,1 1 1 0 0,0 0-1 0 0,-1-1 0 0 0,1 1 1 0 0,0 0-1 0 0,-1 0 1 0 0,1 0-1 0 0,-1-1 0 0 0,1 1 1 0 0,-1 0-1 0 0,0-5 13 0 0,-1-14 10 0 0,1 15-21 0 0,2 3-9 0 0,-1 1-1 0 0,1 0 1 0 0,-1 0-1 0 0,1-1 1 0 0,-1 1 0 0 0,0 0-1 0 0,1-1 1 0 0,-1 1-1 0 0,0 0 1 0 0,1-1 0 0 0,-1 1-1 0 0,0-1 1 0 0,1 1-1 0 0,-1 0 1 0 0,0-1 0 0 0,0 1-1 0 0,1-1 1 0 0,-1 1-1 0 0,0-1 1 0 0,0 1 0 0 0,0-1-1 0 0,0 1 1 0 0,0-1-1 0 0,0 1 1 0 0,0-1-1 0 0,0 0 5 0 0,0 1-1 0 0,1-1 0 0 0,-1 1 0 0 0,0-1 0 0 0,0 1 1 0 0,0-1-1 0 0,0 1 0 0 0,0-1 0 0 0,0 1 0 0 0,1-1 0 0 0,-1 1 1 0 0,0-1-1 0 0,0 1 0 0 0,1 0 0 0 0,-1-1 0 0 0,0 1 0 0 0,1-1 1 0 0,-1 1-1 0 0,0 0 0 0 0,1-1 0 0 0,-1 1 0 0 0,1 0 0 0 0,-1 0 1 0 0,1-1-1 0 0,0 1 0 0 0,-1 0-1 0 0,0 0 0 0 0,1 0 1 0 0,-1 0-1 0 0,1 0 0 0 0,-1 0 1 0 0,1 0-1 0 0,-1 0 0 0 0,1 0 0 0 0,-1-1 1 0 0,1 1-1 0 0,-1 0 0 0 0,1 0 0 0 0,-1 0 1 0 0,0-1-1 0 0,1 1 0 0 0,-1 0 0 0 0,1 0 1 0 0,-1-1-1 0 0,0 1 0 0 0,1 0 0 0 0,-1-1 1 0 0,0 1-1 0 0,1 0 0 0 0,-1-1 1 0 0,0 1-1 0 0,0-1 0 0 0,1 1 0 0 0,-1-1 1 0 0,1 0-1 0 0,-1 0 1 0 0,1 0-1 0 0,0 0 1 0 0,-1 1-1 0 0,1-1 1 0 0,0 0 0 0 0,0 0-1 0 0,-1 1 1 0 0,1-1-1 0 0,0 0 1 0 0,0 1 0 0 0,0-1-1 0 0,0 1 1 0 0,0-1-1 0 0,0 1 1 0 0,0-1 0 0 0,0 1-1 0 0,0 0 1 0 0,2-1-1 0 0,1-1 3 0 0,-3 1-2 0 0,1 1-1 0 0,-1-1 1 0 0,1 0 0 0 0,-1 1-1 0 0,1-1 1 0 0,-1 1 0 0 0,1-1 0 0 0,-1 1-1 0 0,1 0 1 0 0,-1 0 0 0 0,1 0-1 0 0,-1 0 1 0 0,1 0 0 0 0,-1 0-1 0 0,1 0 1 0 0,0 0 0 0 0,-1 1 0 0 0,3 0-1 0 0,-1-1-4 0 0,2 1 5 0 0,0 0 0 0 0,0 1 0 0 0,-1-1 0 0 0,1 1 0 0 0,-1 0 0 0 0,0 0 0 0 0,1 0 0 0 0,-1 0 0 0 0,0 1 0 0 0,0 0 0 0 0,0 0 0 0 0,3 4 0 0 0,35 40-72 0 0,-38-41 62 0 0,0 1 0 0 0,-1-1 0 0 0,0 1 0 0 0,0 0 0 0 0,0 0 1 0 0,-1 0-1 0 0,0 0 0 0 0,1 12 0 0 0,-1-12-7 0 0,-1 1-15 0 0,0 1-1 0 0,0-1 0 0 0,0 1 0 0 0,-1-1 1 0 0,-1 1-1 0 0,1-1 0 0 0,-1 1 0 0 0,-1-1 1 0 0,1 1-1 0 0,-6 13 0 0 0,5-16 12 0 0,-1 3-41 0 0,0 0 0 0 0,-1-1 0 0 0,0 1 0 0 0,-1-1 1 0 0,-9 14-1 0 0,11-17 51 0 0,1-3-16 0 0,-14 19-106 0 0,1-8-21 0 0,-27 19-211 0 0,38-29 220 0 0,-1-2 18 0 0,-16 4-16 0 0,15-3 7 0 0,0-2-68 0 0,-17-2 103 0 0,17 2-5 0 0,5 0 102 0 0,1-1-1 0 0,0 1 1 0 0,0-1 0 0 0,0 1-1 0 0,-1-1 1 0 0,1 1-1 0 0,0 0 1 0 0,0-1 0 0 0,-1 1-1 0 0,1 0 1 0 0,-1-1-1 0 0,1 1 1 0 0,0 0 0 0 0,-1-1-1 0 0,1 1 1 0 0,-1 0 0 0 0,1-1-1 0 0,0 1 1 0 0,-1 0-1 0 0,1 0 1 0 0,-1 0 0 0 0,1 0-1 0 0,-2-1 1 0 0,2 1-4 0 0,-1 0 1 0 0,0 0-1 0 0,0-1 1 0 0,0 1-1 0 0,1 0 0 0 0,-1-1 1 0 0,0 1-1 0 0,0-1 1 0 0,1 1-1 0 0,-1-1 0 0 0,0 1 1 0 0,1-1-1 0 0,-1 0 1 0 0,0 1-1 0 0,1-1 1 0 0,-1 0-1 0 0,1 1 0 0 0,0-1 1 0 0,-1 0-1 0 0,1 0 1 0 0,-1-1-1 0 0,-9-14-32 0 0,8 12 25 0 0,1-1-37 0 0,-2-14 42 0 0,2 14 17 0 0,1 1-10 0 0,3-14-30 0 0,-3 14 101 0 0,3 0-14 0 0,6-12-1 0 0,-6 12 42 0 0,1 3-53 0 0,0-1-22 0 0,0 1 0 0 0,1 1 0 0 0,-1-1 0 0 0,1 1 0 0 0,-1-1 0 0 0,0 1 0 0 0,1 1 0 0 0,-1-1 0 0 0,0 0-1 0 0,1 1 1 0 0,-1 0 0 0 0,0 0 0 0 0,0 1 0 0 0,1-1 0 0 0,-1 1 0 0 0,5 2 0 0 0,51 34 95 0 0,-44-26-189 0 0,1-1 1 0 0,1 0 0 0 0,-1-1-1 0 0,1-1 1 0 0,1-1 0 0 0,23 7-1 0 0,-32-12-23 0 0,-1-1-1 0 0,0-1 0 0 0,1 0 0 0 0,-1 0 0 0 0,1-1 0 0 0,-1 0 0 0 0,1 0 0 0 0,-1-1 1 0 0,1-1-1 0 0,-1 1 0 0 0,1-1 0 0 0,-1-1 0 0 0,0 0 0 0 0,0 0 0 0 0,0-1 0 0 0,12-7 1 0 0,33-28-211 0 0,-49 34 271 0 0,0-1 0 0 0,-1 1 0 0 0,1 0 0 0 0,-1-1 0 0 0,0 0 1 0 0,-1 0-1 0 0,6-13 0 0 0,-6 13 32 0 0,1-1-1 0 0,-1 0 1 0 0,0 0 0 0 0,0-1 0 0 0,-1 1 0 0 0,0-1 0 0 0,-1 0 0 0 0,2-11 0 0 0,-2 13-1 0 0,1-10 85 0 0,-1 0 0 0 0,0 1-1 0 0,-1-1 1 0 0,-2-17 0 0 0,1 29-5 0 0,-3-24 67 0 0,3 22-58 0 0,-6-5 8 0 0,7 10-76 0 0,0 1-1 0 0,0-1 0 0 0,0 1 1 0 0,0-1-1 0 0,0 1 0 0 0,0-1 1 0 0,0 1-1 0 0,0 0 0 0 0,-1-1 1 0 0,1 1-1 0 0,0-1 0 0 0,0 1 1 0 0,0-1-1 0 0,-1 1 0 0 0,1 0 1 0 0,0-1-1 0 0,-1 1 0 0 0,1 0 1 0 0,0-1-1 0 0,-1 1 0 0 0,1 0 1 0 0,0-1-1 0 0,-2 1 0 0 0,1-1-1 0 0,-1 1 0 0 0,0 0 0 0 0,0 1-1 0 0,0-1 1 0 0,1 0 0 0 0,-1 0 0 0 0,0 1-1 0 0,0-1 1 0 0,1 1 0 0 0,-1 0 0 0 0,-2 1-1 0 0,-1 0 20 0 0,4-2-24 0 0,0 0-1 0 0,0 0 1 0 0,0 1-1 0 0,0-1 1 0 0,0 0-1 0 0,0 1 0 0 0,0-1 1 0 0,0 1-1 0 0,0 0 1 0 0,0-1-1 0 0,0 1 1 0 0,1 0-1 0 0,-1-1 1 0 0,0 1-1 0 0,0 0 0 0 0,1 0 1 0 0,-1 0-1 0 0,0-1 1 0 0,1 1-1 0 0,-1 0 1 0 0,1 0-1 0 0,-1 2 1 0 0,0-1 20 0 0,-5 5 45 0 0,1 0 0 0 0,0 1 0 0 0,0-1 0 0 0,-7 17-1 0 0,9-18-56 0 0,-1 2 37 0 0,-5 13 22 0 0,3 0-10 0 0,4-15-53 0 0,-2 9 26 0 0,-1 0 0 0 0,2 0 0 0 0,0 1-1 0 0,-1 21 1 0 0,13 17-88 0 0,-7-50 20 0 0,-2-2 24 0 0,1-1 1 0 0,1 1-1 0 0,-1 0 0 0 0,0-1 1 0 0,0 0-1 0 0,1 1 0 0 0,-1-1 1 0 0,0 0-1 0 0,1 0 0 0 0,2 2 1 0 0,-1 0-60 0 0,21 4-66 0 0,-19-5-6 0 0,0-3 110 0 0,2 0 65 0 0,0 0 0 0 0,0 0 1 0 0,0-1-1 0 0,0 0 1 0 0,0-1-1 0 0,0 1 0 0 0,-1-1 1 0 0,1 0-1 0 0,-1-1 1 0 0,0 0-1 0 0,8-5 0 0 0,29-39 619 0 0,-39 43-613 0 0,0-1 0 0 0,-1-1-1 0 0,1 1 1 0 0,-1-1 0 0 0,-1 1 0 0 0,1-1 0 0 0,-1 0 0 0 0,2-10 0 0 0,-3 10-62 0 0,1 1 50 0 0,-1 0 1 0 0,0-1-1 0 0,0 1 0 0 0,-1-1 1 0 0,0 1-1 0 0,0-1 0 0 0,0 1 1 0 0,-1-1-1 0 0,-2-10 0 0 0,2 11-28 0 0,0-1 3 0 0,-1-1 0 0 0,0 1 0 0 0,0 0 0 0 0,0 0 0 0 0,-1 0 1 0 0,-7-12-1 0 0,7 12-9 0 0,1 4-10 0 0,0 1 0 0 0,0 0 0 0 0,0-1 0 0 0,0 1 0 0 0,0 0 1 0 0,0 0-1 0 0,-1 0 0 0 0,1 0 0 0 0,0 1 0 0 0,-1-1 1 0 0,0 1-1 0 0,1-1 0 0 0,-1 1 0 0 0,0 0 0 0 0,0 0 1 0 0,-3-1-1 0 0,3 1-3 0 0,-1 0-62 0 0,-2 2 9 0 0,0-1 45 0 0,4 0 13 0 0,0 0-1 0 0,0 0 1 0 0,0 1 0 0 0,0-1 0 0 0,0 0-1 0 0,0 1 1 0 0,0-1 0 0 0,0 1 0 0 0,1-1-1 0 0,-1 1 1 0 0,0 0 0 0 0,0 0 0 0 0,1 0-1 0 0,-1 0 1 0 0,-2 2 0 0 0,-4 2-114 0 0,0 1 0 0 0,0 1 0 0 0,-10 10 0 0 0,15-14-14 0 0,0 0 0 0 0,1 1 1 0 0,-1-1-1 0 0,1 1 0 0 0,-1-1 0 0 0,1 1 0 0 0,0 0 0 0 0,0 0 1 0 0,1 0-1 0 0,-1 0 0 0 0,1 0 0 0 0,0 0 0 0 0,0 1 0 0 0,0 7 1 0 0,1-5-692 0 0,0-1 0 0 0,1 1 0 0 0,0 0 1 0 0,0 0-1 0 0,1 0 0 0 0,3 11 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7.5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 54 3576 0 0,'1'-3'1562'0'0,"19"-31"2822"0"0,-18 31-2650 0 0,2-3-1198 0 0,-4 6-491 0 0,0 0 0 0 0,0-1 0 0 0,0 1 0 0 0,1-1 0 0 0,-1 1 0 0 0,0 0 1 0 0,0-1-1 0 0,0 1 0 0 0,1-1 0 0 0,-1 1 0 0 0,0 0 0 0 0,0-1 0 0 0,1 1 0 0 0,-1 0 0 0 0,0 0 0 0 0,1-1 0 0 0,-1 1 1 0 0,0 0-1 0 0,1-1 0 0 0,-1 1 0 0 0,0 0 0 0 0,1 0 0 0 0,-1 0 0 0 0,0 0 0 0 0,1-1 0 0 0,-1 1 0 0 0,1 0 0 0 0,-1 0 0 0 0,1 0 1 0 0,1 16 159 0 0,0 0 0 0 0,-1 0 0 0 0,-1 0 1 0 0,-3 28-1 0 0,-15 71-9 0 0,6-47-86 0 0,-26 117-750 0 0,10-55-2628 0 0,27-125 2485 0 0,-2 14-1086 0 0,2-15 1469 0 0,0 1-942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7.9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103 17 3468 0 0,'0'0'1137'0'0,"-6"0"-156"0"0,-17 0-178 0 0,17 0 417 0 0,1 2-738 0 0,-14 7-73 0 0,14-6-46 0 0,4-2-309 0 0,1 1 0 0 0,-1-1 0 0 0,-1 0 0 0 0,1 1 0 0 0,0-1 0 0 0,0 0 0 0 0,0 0 0 0 0,-1 0-1 0 0,1 0 1 0 0,-3 2 0 0 0,2 0 178 0 0,-1 0-34 0 0,-14 38 409 0 0,15-37-400 0 0,4 1-159 0 0,0-1-30 0 0,3 14 95 0 0,0-17-107 0 0,14 2 32 0 0,-14-2 53 0 0,0-3-13 0 0,18-4 44 0 0,-18 4 34 0 0,0-1 24 0 0,30-22 427 0 0,-32 23-402 0 0,0-2-1 0 0,10-10-27 0 0,-9 10-1 0 0,-3 0-8 0 0,6-11-18 0 0,-5 11 234 0 0,-2-1-304 0 0,-1-15-33 0 0,0 15 11 0 0,-6-1-20 0 0,7 5-44 0 0,0 1 0 0 0,-1 0 0 0 0,1-1-1 0 0,0 1 1 0 0,0-1 0 0 0,-1 1 0 0 0,1-1 0 0 0,0 1 0 0 0,-1 0 0 0 0,1-1 0 0 0,-1 1 0 0 0,1 0 0 0 0,0 0 0 0 0,-1-1 0 0 0,1 1 0 0 0,-1 0 0 0 0,1 0 0 0 0,-1-1-1 0 0,1 1 1 0 0,-1 0 0 0 0,1 0 0 0 0,-1 0 0 0 0,1 0 0 0 0,-1 0 0 0 0,1 0 0 0 0,-1 0 0 0 0,1 0 0 0 0,-1 0 0 0 0,1 0 0 0 0,-1 0 0 0 0,1 0 0 0 0,-1 0-1 0 0,1 0 1 0 0,-1 1 0 0 0,0-1 0 0 0,-4 2-206 0 0,0-1 0 0 0,0 1 0 0 0,0 1-1 0 0,0-1 1 0 0,0 1 0 0 0,-6 5 0 0 0,8-5-300 0 0,-8 17-1973 0 0,12-15 1643 0 0,-1 0 545 0 0,5 16-1389 0 0,8-6-632 0 0,-9-12 1604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8.3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0 116 2888 0 0,'5'-4'1414'0'0,"38"-31"2591"0"0,-39 32-3205 0 0,-3 1-667 0 0,-1 1 0 0 0,1 0 0 0 0,1-1 0 0 0,-1 1 0 0 0,0 0 0 0 0,0-1 0 0 0,0 1 0 0 0,1 0 0 0 0,-1 0 0 0 0,3-1 0 0 0,-2-1 1001 0 0,1 0-676 0 0,8-7-93 0 0,-9 8 1203 0 0,-3 7-1536 0 0,-3 17-12 0 0,2-16 6 0 0,0-1 5 0 0,-6 15 8 0 0,-1 11-7 0 0,7-25-39 0 0,1-2 19 0 0,2 52-6 0 0,11-42-10 0 0,-12-13 4 0 0,2 2 36 0 0,4-4 0 0 0,0 2-26 0 0,-4-1-5 0 0,0 0-1 0 0,0 0 1 0 0,0 0-1 0 0,-1 0 1 0 0,1 0-1 0 0,0 0 1 0 0,0 0-1 0 0,0-1 1 0 0,0 1-1 0 0,0-1 1 0 0,3 0-1 0 0,1-4 86 0 0,0 1-1 0 0,0-1 1 0 0,0 0-1 0 0,-1 0 1 0 0,0 0 0 0 0,0-1-1 0 0,0 0 1 0 0,-1 0-1 0 0,1 0 1 0 0,-1-1 0 0 0,-1 1-1 0 0,4-9 1 0 0,-6 11-116 0 0,0 1 1 0 0,0 0 0 0 0,0 0-1 0 0,-1-1 1 0 0,1 1 0 0 0,-1-1-1 0 0,0 1 1 0 0,0-1 0 0 0,0 1-1 0 0,0 0 1 0 0,-1-1-1 0 0,1 1 1 0 0,-2-5 0 0 0,1 5-36 0 0,1 2 1 0 0,0-1-1 0 0,-1 0 0 0 0,1 1 0 0 0,-1-1 0 0 0,1 0 0 0 0,-1 1 1 0 0,1-1-1 0 0,-1 1 0 0 0,0-1 0 0 0,0 1 0 0 0,0-1 1 0 0,0 1-1 0 0,-2-3 0 0 0,0 0-141 0 0,2 2 122 0 0,0 1 1 0 0,0-1-1 0 0,0 1 1 0 0,0-1-1 0 0,0 1 1 0 0,0-1-1 0 0,0 1 0 0 0,-1 0 1 0 0,1 0-1 0 0,-1-1 1 0 0,1 1-1 0 0,-1 0 1 0 0,1 0-1 0 0,-1 1 1 0 0,1-1-1 0 0,-4-1 0 0 0,0 0-194 0 0,1-1-30 0 0,0 0-1 0 0,0 1 1 0 0,-1 0 0 0 0,1 0-1 0 0,-1 0 1 0 0,0 1-1 0 0,0-1 1 0 0,0 1 0 0 0,1 0-1 0 0,-9 0 1 0 0,3-1-687 0 0,-4 2-1990 0 0,-35 1-2146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8.9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398 12 2696 0 0,'-9'-3'680'0'0,"-1"1"-1"0"0,1-1 0 0 0,0 2 0 0 0,-17-2 1 0 0,23 3-587 0 0,0 0 1 0 0,1 0 0 0 0,-1 0 0 0 0,0 1-1 0 0,1-1 1 0 0,-1 1 0 0 0,0-1 0 0 0,1 1-1 0 0,-1 0 1 0 0,1 0 0 0 0,-1 0-1 0 0,1 1 1 0 0,-4 1 0 0 0,-3 2 135 0 0,-8 4 52 0 0,0 0 0 0 0,0 1 0 0 0,1 0 0 0 0,0 2 0 0 0,1 0 0 0 0,1 0 0 0 0,0 2-1 0 0,0-1 1 0 0,1 2 0 0 0,1 0 0 0 0,1 0 0 0 0,0 1 0 0 0,1 1 0 0 0,-15 32 0 0 0,13-21-134 0 0,1 0 0 0 0,1 1-1 0 0,2 0 1 0 0,1 1 0 0 0,1 0 0 0 0,1 0 0 0 0,2 0-1 0 0,1 49 1 0 0,4-55-145 0 0,1 1 1 0 0,0 0-1 0 0,2-1 0 0 0,1 0 0 0 0,1 0 1 0 0,1-1-1 0 0,1 0 0 0 0,1 0 0 0 0,1-1 1 0 0,1 0-1 0 0,1-1 0 0 0,0 0 0 0 0,2-1 1 0 0,1-1-1 0 0,19 20 0 0 0,-15-20-388 0 0,1 0 1 0 0,1-1-1 0 0,1-1 0 0 0,0-1 1 0 0,1-2-1 0 0,1 0 1 0 0,0-1-1 0 0,1-2 0 0 0,0 0 1 0 0,1-2-1 0 0,0-1 0 0 0,1-1 1 0 0,29 4-1 0 0,60-3-3384 0 0,-56-9-226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09.4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 15 3100 0 0,'0'0'2695'0'0,"4"-3"-1690"0"0,-2 2-863 0 0,1-1 0 0 0,-1 1 0 0 0,1 0 0 0 0,-1 0 0 0 0,1 0 0 0 0,-1 0 0 0 0,1 0 0 0 0,0 0 0 0 0,0 1 0 0 0,-1-1 0 0 0,1 1 0 0 0,0 0 0 0 0,0 0 0 0 0,0 0 0 0 0,-1 0 0 0 0,1 0 0 0 0,0 1 0 0 0,0-1 0 0 0,-1 1 0 0 0,5 1 0 0 0,9 3 63 0 0,0 0 0 0 0,-1 2 0 0 0,0-1 0 0 0,0 2 1 0 0,0 0-1 0 0,-1 1 0 0 0,0 0 0 0 0,-1 1 1 0 0,0 1-1 0 0,-1 0 0 0 0,0 0 0 0 0,-1 1 1 0 0,0 1-1 0 0,0 0 0 0 0,-2 0 0 0 0,0 1 0 0 0,0 1 1 0 0,-1-1-1 0 0,9 26 0 0 0,-9-21-243 0 0,-2 1 0 0 0,0 0 1 0 0,-1 0-1 0 0,-1 1 0 0 0,-1 0 0 0 0,-1-1 0 0 0,0 1 0 0 0,-2 0 0 0 0,-1 0 1 0 0,0 0-1 0 0,-1-1 0 0 0,-2 1 0 0 0,0-1 0 0 0,-1 1 0 0 0,-14 35 1 0 0,7-30-383 0 0,-1 0 0 0 0,-1 0 0 0 0,-2-1 0 0 0,-1-1 0 0 0,-32 36 0 0 0,18-28-1026 0 0,-1-1-1 0 0,-2-1 1 0 0,-39 26 0 0 0,2-7-3490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7:56.6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153 59 3996 0 0,'0'-6'1260'0'0,"-9"-42"2353"0"0,7 43-2161 0 0,-3 8-1110 0 0,-16 7-31 0 0,13-3-22 0 0,-1 15-58 0 0,1-1 1 0 0,1 1-1 0 0,1 0 0 0 0,-4 29 0 0 0,-7 102 292 0 0,7-56-329 0 0,-25 120-596 0 0,34-212 114 0 0,1 0-118 0 0,-1 0 109 0 0,-1 3 80 0 0,0 1-7093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7:56.9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197 30 1316 0 0,'-14'-3'777'0'0,"-1"2"1"0"0,-1 0-1 0 0,1 1 0 0 0,0 1 1 0 0,-28 4-1 0 0,28 0-392 0 0,2 0 701 0 0,0-1 1 0 0,-25 6-1 0 0,38-10-1075 0 0,1 0-1 0 0,-1 0 1 0 0,0 0-1 0 0,1 0 1 0 0,-1 0 0 0 0,0 0-1 0 0,0 0 1 0 0,1 0-1 0 0,-1 0 1 0 0,0 0-1 0 0,0 1 1 0 0,1-1-1 0 0,-1 0 1 0 0,0 0 0 0 0,0 0-1 0 0,0 0 1 0 0,1 1-1 0 0,-1-1 1 0 0,0 0-1 0 0,0 0 1 0 0,0 0-1 0 0,0 1 1 0 0,0-1 0 0 0,1 0-1 0 0,-1 0 1 0 0,0 1-1 0 0,0-1 1 0 0,0 0-1 0 0,0 0 1 0 0,0 1-1 0 0,0-1 1 0 0,0 0 0 0 0,0 0-1 0 0,0 1 1 0 0,0-1-1 0 0,0 0 1 0 0,0 1-1 0 0,0-1-1 0 0,0 1-1 0 0,0 0 0 0 0,0-1 0 0 0,0 1 0 0 0,1-1 0 0 0,-1 1 0 0 0,0-1 0 0 0,0 1 1 0 0,0-1-1 0 0,1 1 0 0 0,-1-1 0 0 0,0 1 0 0 0,1-1 0 0 0,-1 1 0 0 0,0-1 0 0 0,1 1 1 0 0,-1-1-1 0 0,1 1 0 0 0,-1-1 0 0 0,0 0 0 0 0,1 1 0 0 0,-1-1 0 0 0,1 0 0 0 0,-1 1 1 0 0,1-1-1 0 0,-1 0 0 0 0,1 0 0 0 0,0 0 0 0 0,-1 1 0 0 0,1-1 0 0 0,-1 0 1 0 0,1 0-1 0 0,-1 0 0 0 0,1 0 0 0 0,0 0 0 0 0,-1 0 0 0 0,2 0 0 0 0,94-2 267 0 0,0-5-1 0 0,105-19 0 0 0,-29 2-291 0 0,-107 16-1494 0 0,119 1 0 0 0,-182 7 1329 0 0,1 0 0 0 0,0 0 0 0 0,0 0 0 0 0,-1 0 0 0 0,1 1 0 0 0,0-1 0 0 0,0 1 0 0 0,-1 0 0 0 0,6 2 0 0 0,-2 0-269 0 0,4 1-1702 0 0,9 12-1501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7:57.4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0 113 3116 0 0,'0'0'2133'0'0,"0"-5"-1294"0"0,6-41 1429 0 0,-5 42-1887 0 0,2 0-47 0 0,8-7 114 0 0,1 0-1 0 0,21-15 1 0 0,-30 25-339 0 0,3 0-17 0 0,-2 0-52 0 0,-1 0-32 0 0,1 0-1 0 0,-1 1 1 0 0,1 0-1 0 0,-1-1 1 0 0,1 1-1 0 0,-1 0 1 0 0,1 0-1 0 0,-1 1 1 0 0,1-1-1 0 0,-1 1 1 0 0,1 0-1 0 0,-1 0 1 0 0,0 0-1 0 0,6 3 1 0 0,-3-1 0 0 0,-1 1 1 0 0,1 0-1 0 0,-1 0 1 0 0,0 0-1 0 0,0 1 1 0 0,-1-1-1 0 0,1 1 1 0 0,-1 1-1 0 0,0-1 1 0 0,0 0-1 0 0,-1 1 1 0 0,1 0-1 0 0,-1 0 1 0 0,-1 0-1 0 0,1 0 1 0 0,-1 0-1 0 0,0 1 1 0 0,0-1-1 0 0,-1 1 1 0 0,0-1-1 0 0,0 1 1 0 0,-1 0-1 0 0,0 12 1 0 0,0-13-6 0 0,-3 20 13 0 0,-4 11-3 0 0,3-27-8 0 0,-4 1-16 0 0,-34 47 109 0 0,39-54 160 0 0,2-4-210 0 0,0 1 0 0 0,0 0 0 0 0,0-1 0 0 0,0 1 0 0 0,0 0-1 0 0,0-1 1 0 0,-1 1 0 0 0,1-1 0 0 0,0 0 0 0 0,0 1-1 0 0,0-1 1 0 0,0 0 0 0 0,-1 0 0 0 0,1 0 0 0 0,0 0 0 0 0,0 0-1 0 0,-1 0 1 0 0,-1 0 0 0 0,1-3-35 0 0,1 1-1 0 0,0-1 0 0 0,-1 1 1 0 0,1-1-1 0 0,0 0 1 0 0,0 0-1 0 0,0 0 0 0 0,1 0 1 0 0,-1 0-1 0 0,1 0 1 0 0,-1 0-1 0 0,1 0 0 0 0,0 0 1 0 0,0 0-1 0 0,0 0 1 0 0,1 1-1 0 0,-1-1 0 0 0,1 0 1 0 0,1-4-1 0 0,3-11-35 0 0,1 0-1 0 0,1 0 0 0 0,1 0 1 0 0,0 1-1 0 0,1 0 1 0 0,1 0-1 0 0,1 1 1 0 0,0 1-1 0 0,1-1 0 0 0,20-18 1 0 0,-27 30-104 0 0,-1 1 0 0 0,1-1 0 0 0,-1 1 0 0 0,1 1 0 0 0,0-1 0 0 0,0 1 0 0 0,0-1 0 0 0,6 0 0 0 0,-4 0-70 0 0,-3 2-353 0 0,3 1-197 0 0,17 1-236 0 0,-17-1-202 0 0,-2 2-133 0 0,16 3-937 0 0,-15-3-1579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7:58.2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170 136 3088 0 0,'32'-36'3457'0'0,"-28"32"-2932"0"0,-4 3-472 0 0,0-1 0 0 0,0 1 0 0 0,1 0 0 0 0,-1-1 0 0 0,1 1 0 0 0,-1 0 0 0 0,1 0 0 0 0,-1-1 0 0 0,1 1 0 0 0,0 0 0 0 0,0 0 0 0 0,1-2 0 0 0,0 0 55 0 0,0-1 436 0 0,-1-1-292 0 0,3-16 22 0 0,-4 16 36 0 0,-1 0-308 0 0,-6-11 84 0 0,5 12 85 0 0,-2 1-49 0 0,3 2-101 0 0,-1-1 0 0 0,0 1 0 0 0,1 0-1 0 0,-1 0 1 0 0,0 0 0 0 0,0 0 0 0 0,0 0 0 0 0,0 1-1 0 0,0-1 1 0 0,0 1 0 0 0,0-1 0 0 0,0 1 0 0 0,0 0-1 0 0,0-1 1 0 0,0 1 0 0 0,0 0 0 0 0,0 0 0 0 0,0 1-1 0 0,0-1 1 0 0,-1 0 0 0 0,1 1 0 0 0,0-1 0 0 0,0 1-1 0 0,-3 1 1 0 0,-4 3 10 0 0,0 1-1 0 0,1 0 0 0 0,-1 1 0 0 0,1 0 1 0 0,0 0-1 0 0,1 0 0 0 0,0 1 1 0 0,0 1-1 0 0,0-1 0 0 0,-4 10 1 0 0,-7 12-3 0 0,-21 49 1 0 0,36-72-12 0 0,2-5-16 0 0,1-1-1 0 0,-1 0 0 0 0,0 1 0 0 0,1-1 1 0 0,-1 1-1 0 0,1-1 0 0 0,-1 1 1 0 0,1-1-1 0 0,0 1 0 0 0,0-1 0 0 0,0 1 1 0 0,-1-1-1 0 0,2 3 0 0 0,-1 1 2 0 0,-1-1 8 0 0,1 1-24 0 0,0 0 14 0 0,0 0 0 0 0,1 0 1 0 0,-1 0-1 0 0,1 0 1 0 0,1 0-1 0 0,-1 0 1 0 0,3 6-1 0 0,-2-7 13 0 0,3-3 9 0 0,17 1 5 0 0,-17-1 12 0 0,1-3-39 0 0,6-2-3 0 0,0-1 1 0 0,0 0-1 0 0,-1-1 0 0 0,0 0 1 0 0,0 0-1 0 0,13-11 1 0 0,-16 10 0 0 0,4-3 7 0 0,0-1-1 0 0,0 0 1 0 0,-1-1 0 0 0,-1 0 0 0 0,0 0-1 0 0,9-18 1 0 0,-17 27 25 0 0,1 0-1 0 0,5-10-12 0 0,-6 9 7 0 0,0 1-28 0 0,-2 3 4 0 0,0 0-1 0 0,0-1 1 0 0,1 1 0 0 0,-1 0 0 0 0,0-1-1 0 0,0 1 1 0 0,0 0 0 0 0,0-1 0 0 0,0 1-1 0 0,1 0 1 0 0,-1 0 0 0 0,0-1 0 0 0,0 1-1 0 0,0 0 1 0 0,1 0 0 0 0,-1-1-1 0 0,0 1 1 0 0,0 0 0 0 0,1 0 0 0 0,-1 0-1 0 0,0-1 1 0 0,1 1 0 0 0,-1 0 0 0 0,0 0-1 0 0,1 0 1 0 0,-1 0 0 0 0,0 0-1 0 0,1 0 1 0 0,-1-1 0 0 0,0 1 0 0 0,1 0-1 0 0,-1 0 1 0 0,0 0 0 0 0,1 0 0 0 0,-1 0-1 0 0,0 0 1 0 0,1 1 0 0 0,-1-1 0 0 0,0 0-1 0 0,1 0 1 0 0,-1 0 0 0 0,0 0-1 0 0,1 0 1 0 0,-1 0 0 0 0,0 1 0 0 0,1-1-1 0 0,-1 0 1 0 0,0 0 0 0 0,0 0 0 0 0,1 1-1 0 0,-1-1 1 0 0,0 0 0 0 0,0 0 0 0 0,1 1-1 0 0,-1-1 1 0 0,0 0 0 0 0,0 1-1 0 0,0-1 1 0 0,0 0 0 0 0,1 0 0 0 0,-1 1-1 0 0,0-1 1 0 0,0 0 0 0 0,0 1 0 0 0,0-1-1 0 0,0 0 1 0 0,0 1 0 0 0,0 0 0 0 0,2 32 32 0 0,-1-19-21 0 0,-1-8 1 0 0,2-2-3 0 0,4 14-5 0 0,-5-13-12 0 0,1-2 21 0 0,4 13 29 0 0,-5-12-40 0 0,7 1-11 0 0,4 7 1 0 0,-9-11 7 0 0,0-1 0 0 0,0 1-1 0 0,1 0 1 0 0,-1-1 0 0 0,0 0 0 0 0,0 1-1 0 0,1-1 1 0 0,-1-1 0 0 0,0 1 0 0 0,0 0 0 0 0,6-2-1 0 0,-4 1-14 0 0,-3 0 16 0 0,0 1 0 0 0,0-1-1 0 0,-1 0 1 0 0,1 1 0 0 0,0-1-1 0 0,-1 0 1 0 0,1 0-1 0 0,-1 0 1 0 0,1 0 0 0 0,-1 0-1 0 0,1 0 1 0 0,1-3 0 0 0,0 2-2 0 0,2-1 6 0 0,1-1 0 0 0,0 1-1 0 0,-1-2 1 0 0,1 1-1 0 0,-1 0 1 0 0,0-1 0 0 0,-1 0-1 0 0,1 0 1 0 0,-1-1 0 0 0,0 1-1 0 0,5-10 1 0 0,4-5 65 0 0,-2 0 31 0 0,-9 16-51 0 0,0 0 4 0 0,5-11-15 0 0,-5 11 344 0 0,-7 13-305 0 0,4-8-70 0 0,1 0 1 0 0,-1-1-1 0 0,0 1 1 0 0,0 0-1 0 0,1 0 1 0 0,-1 0-1 0 0,0-1 1 0 0,1 1-1 0 0,-1 0 1 0 0,1 0-1 0 0,-1 0 1 0 0,1 0-1 0 0,0 0 1 0 0,-1 0-1 0 0,1 2 1 0 0,-4 21 88 0 0,-2 44 1 0 0,6-62-80 0 0,2-1 23 0 0,2 15-37 0 0,-2-15-11 0 0,0-1-3 0 0,7 12-31 0 0,-6-12-84 0 0,18 8-344 0 0,-17-9 112 0 0,0-3-70 0 0,2 0 46 0 0,0 1 0 0 0,-1-1 0 0 0,1-1 1 0 0,0 1-1 0 0,-1-1 0 0 0,1 0 1 0 0,-1-1-1 0 0,1 1 0 0 0,-1-1 0 0 0,0 0 1 0 0,0 0-1 0 0,9-5 0 0 0,2-4-1679 0 0,-11 8-1433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7:58.6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230 9 2492 0 0,'-5'-2'917'0'0,"-2"0"-696"0"0,1 1 0 0 0,0 0 0 0 0,0-1 0 0 0,0 2 1 0 0,-1-1-1 0 0,1 1 0 0 0,0 0 0 0 0,-1 0 0 0 0,1 1 0 0 0,0 0 0 0 0,-1 0 0 0 0,1 1 0 0 0,-10 3 1 0 0,4 1-82 0 0,0 1 1 0 0,0 0-1 0 0,1 1 1 0 0,0 1 0 0 0,1 0-1 0 0,0 0 1 0 0,0 1-1 0 0,-10 12 1 0 0,18-18-53 0 0,-1 0 5 0 0,-8 14-6 0 0,9-14 118 0 0,2 1-110 0 0,1 22 102 0 0,3-25-37 0 0,3 0-103 0 0,0 0 0 0 0,0-1-1 0 0,0 1 1 0 0,0-1 0 0 0,0-1-1 0 0,0 1 1 0 0,0-1 0 0 0,0 0 0 0 0,1-1-1 0 0,-1 0 1 0 0,7-1 0 0 0,1-3 206 0 0,-1 0 0 0 0,1-1 1 0 0,-1 0-1 0 0,0-1 0 0 0,-1-1 1 0 0,24-16-1 0 0,-35 21-203 0 0,1 1 1 0 0,-1-1-1 0 0,0 0 0 0 0,1 1 1 0 0,-1-1-1 0 0,0 0 0 0 0,0 0 1 0 0,-1-1-1 0 0,1 1 0 0 0,-1 0 0 0 0,0-1 1 0 0,2-4-1 0 0,-9-13-55 0 0,5 17 14 0 0,-4 3-135 0 0,0 0-68 0 0,1 1 1 0 0,0 0-1 0 0,0 0 1 0 0,-1 0-1 0 0,1 0 0 0 0,0 1 1 0 0,-1 0-1 0 0,1 0 0 0 0,0 0 1 0 0,0 0-1 0 0,0 1 0 0 0,0-1 1 0 0,0 1-1 0 0,0 0 0 0 0,1 0 1 0 0,-1 1-1 0 0,-4 3 0 0 0,-22 23-4438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7:59.1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 2792 0 0,'0'0'2195'0'0,"6"0"-1365"0"0,19 2-169 0 0,-19-2-102 0 0,-1 1-23 0 0,15 3-94 0 0,-15-2-55 0 0,0 0-47 0 0,32 20 418 0 0,-34-20-575 0 0,0 2-72 0 0,12 13-9 0 0,-12-13 3 0 0,-1 0-31 0 0,18 42 237 0 0,-19-41-213 0 0,-1 0-7 0 0,2 15-9 0 0,-2-15-3 0 0,-2 0 15 0 0,-22 41 342 0 0,22-42-341 0 0,-16 10 138 0 0,14-11 9 0 0,-14 7 47 0 0,15-8 218 0 0,-25-4-112 0 0,22 2-77 0 0,6-2-297 0 0,-1 0 1 0 0,0 0 0 0 0,1 1 0 0 0,-1-1 0 0 0,0 0-1 0 0,0 0 1 0 0,0 1 0 0 0,0-1 0 0 0,0 1 0 0 0,-3-3 0 0 0,2 0 67 0 0,1-2 10 0 0,1-3-61 0 0,0-1 1 0 0,0 0-1 0 0,1 1 0 0 0,0-1 0 0 0,1 0 0 0 0,0 1 0 0 0,0 0 0 0 0,1-1 0 0 0,0 1 1 0 0,1 0-1 0 0,0 0 0 0 0,0 1 0 0 0,1-1 0 0 0,9-12 0 0 0,-10 17-38 0 0,0-1 0 0 0,0 1 0 0 0,0 0 0 0 0,1 0 0 0 0,0 0 0 0 0,-1 0 0 0 0,1 1 0 0 0,0-1 0 0 0,1 2 0 0 0,5-4 0 0 0,-6 4 2 0 0,2-3-13 0 0,-5 4 10 0 0,-1 0 1 0 0,1 0 0 0 0,0 0 0 0 0,0 0 0 0 0,0 0 0 0 0,-1 1-1 0 0,1-1 1 0 0,0 0 0 0 0,0 1 0 0 0,0-1 0 0 0,0 1 0 0 0,0 0 0 0 0,0 0-1 0 0,0 0 1 0 0,0 0 0 0 0,4 0 0 0 0,-3 0 0 0 0,41 2 6 0 0,-34 1-6 0 0,-4 1-2 0 0,-3-4 1 0 0,-1 1 0 0 0,1-1 0 0 0,-1 1 0 0 0,0 0 1 0 0,1 0-1 0 0,-1 0 0 0 0,0 0 0 0 0,0 1 0 0 0,0-1 0 0 0,0 1 0 0 0,0-1 0 0 0,0 1 0 0 0,3 3 0 0 0,2 1 0 0 0,-1-1-55 0 0,0 1 0 0 0,-1 0 0 0 0,0 0 0 0 0,1 0 0 0 0,-2 1 0 0 0,1 0 0 0 0,-1 0 0 0 0,0 0 0 0 0,-1 0 0 0 0,1 0 0 0 0,-1 1 0 0 0,-1 0 0 0 0,1-1 0 0 0,-2 1 0 0 0,1 0 0 0 0,-1 0 0 0 0,0 0-1 0 0,0 0 1 0 0,-1 1 0 0 0,0-1 0 0 0,-1 0 0 0 0,-3 15 0 0 0,0 2-1179 0 0,-2 0-1 0 0,-1-1 0 0 0,-1 0 0 0 0,-2 0 0 0 0,-22 43 0 0 0,7-22-4343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2.4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273 75 2256 0 0,'0'0'1308'0'0,"-1"-5"-274"0"0,-4-11-170 0 0,4 12-157 0 0,-2 0-124 0 0,-7-12-92 0 0,7 12-46 0 0,-1 1-46 0 0,-13-8-40 0 0,13 9-53 0 0,-1 0-33 0 0,-7-1-30 0 0,0 2 0 0 0,1-1-1 0 0,-14 1 1 0 0,19 1-23 0 0,-5 2-86 0 0,0 0 0 0 0,0 0 0 0 0,0 1 0 0 0,1 0 0 0 0,-1 1 0 0 0,1 1 0 0 0,0-1-1 0 0,0 1 1 0 0,1 1 0 0 0,-18 12 0 0 0,16-2 22 0 0,9-12-127 0 0,0-1 52 0 0,1 2-12 0 0,-4 15-8 0 0,4-15-5 0 0,2 0-16 0 0,0-1-33 0 0,0 1 3 0 0,0-1 1 0 0,0 0 0 0 0,0 0-1 0 0,0 0 1 0 0,1-1 0 0 0,0 1-1 0 0,-1 0 1 0 0,1-1-1 0 0,1 1 1 0 0,-1-1 0 0 0,0 1-1 0 0,1-1 1 0 0,4 5-1 0 0,29 20 14 0 0,2 0 0 0 0,0-3-1 0 0,49 25 1 0 0,-78-45-66 0 0,0 1-1 0 0,-1 0 1 0 0,14 13-1 0 0,-12-10-13 0 0,-8-8 41 0 0,-1 1 0 0 0,1-1 0 0 0,0 1-1 0 0,-1 0 1 0 0,1-1 0 0 0,-1 1 0 0 0,1 0 0 0 0,-1 0-1 0 0,0 0 1 0 0,0 0 0 0 0,0 0 0 0 0,0 1 0 0 0,0-1 0 0 0,-1 0-1 0 0,1 0 1 0 0,0 1 0 0 0,-1-1 0 0 0,0 0 0 0 0,0 1-1 0 0,0-1 1 0 0,0 4 0 0 0,0-4 9 0 0,-1-1 1 0 0,0 1-1 0 0,1 0 0 0 0,-1 0 0 0 0,0-1 0 0 0,0 1 1 0 0,0-1-1 0 0,0 1 0 0 0,0-1 0 0 0,-1 1 1 0 0,1-1-1 0 0,-3 2 0 0 0,3-2-4 0 0,-3 4 3 0 0,0 0 0 0 0,-1-1 0 0 0,0 0 0 0 0,0 0-1 0 0,0-1 1 0 0,0 1 0 0 0,0-1 0 0 0,-1 0 0 0 0,-6 2 0 0 0,7-2 4 0 0,3-2 4 0 0,0 1-1 0 0,0-1 0 0 0,1 0 0 0 0,-1 1 1 0 0,-1-1-1 0 0,1 0 0 0 0,0 0 0 0 0,0-1 1 0 0,0 1-1 0 0,0 0 0 0 0,-5 0 0 0 0,-16 3 15 0 0,-16 5 0 0 0,-18-2-6 0 0,51-6-11 0 0,0-2 12 0 0,-20-4-3 0 0,19 4 12 0 0,3-2-1 0 0,3 2-21 0 0,-1 0 4 0 0,0 0 0 0 0,0 0 1 0 0,1 0-1 0 0,-1 0 0 0 0,0 0 0 0 0,1-1 0 0 0,-1 1 1 0 0,1-1-1 0 0,-1 1 0 0 0,1-1 0 0 0,0 0 0 0 0,0 1 0 0 0,-1-1 1 0 0,1 0-1 0 0,1 0 0 0 0,-1 0 0 0 0,0 0 0 0 0,0 0 0 0 0,1 0 1 0 0,-1 0-1 0 0,1 0 0 0 0,0 0 0 0 0,-1 0 0 0 0,1-4 0 0 0,4-5-19 0 0,-1 0 0 0 0,2 0 0 0 0,0 0 0 0 0,0 0 0 0 0,1 1 0 0 0,0 0 0 0 0,0 0 0 0 0,14-15 0 0 0,76-73-161 0 0,-68 70 152 0 0,43-45-32 0 0,-36 30 58 0 0,-32 39 9 0 0,3-7-5 0 0,-6 11-7 0 0,1 0 1 0 0,-1-1-1 0 0,1 1 0 0 0,-1-1 0 0 0,1 1 0 0 0,-1-1 0 0 0,0 1 1 0 0,1-1-1 0 0,-1 1 0 0 0,0-1 0 0 0,1 1 0 0 0,-1-1 0 0 0,0 1 1 0 0,0-1-1 0 0,1 0 0 0 0,-1 1 0 0 0,0-1 0 0 0,0 1 0 0 0,0-1 0 0 0,0 0 1 0 0,0 1-1 0 0,0-1 0 0 0,0 0 0 0 0,0 1 0 0 0,0-1 0 0 0,0 1 1 0 0,0-1-1 0 0,0 0 0 0 0,-1 1 0 0 0,1-1 0 0 0,0 0 0 0 0,-6-17-62 0 0,4 14 16 0 0,-19-3-114 0 0,17 5 80 0 0,0 3-187 0 0,-15 1 95 0 0,14-1-52 0 0,1 0-37 0 0,1 2 65 0 0,0-1 1 0 0,0 0-1 0 0,0 1 0 0 0,0 0 0 0 0,0-1 0 0 0,1 1 1 0 0,-1 0-1 0 0,-2 4 0 0 0,3-3-476 0 0,1 1-1018 0 0,-1 13 646 0 0,2-13-692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2.8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116 45 2456 0 0,'40'-26'4131'0'0,"-36"24"-2493"0"0,3-7-1235 0 0,-7 9-372 0 0,1 0-1 0 0,-1 0 1 0 0,0 0 0 0 0,0 0-1 0 0,0 0 1 0 0,0 0 0 0 0,1 0-1 0 0,-1 0 1 0 0,0 0-1 0 0,0-1 1 0 0,0 1 0 0 0,0 0-1 0 0,0 0 1 0 0,1 0 0 0 0,-1 0-1 0 0,0 0 1 0 0,0 0 0 0 0,0-1-1 0 0,0 1 1 0 0,0 0 0 0 0,0 0-1 0 0,0 0 1 0 0,0 0 0 0 0,1-1-1 0 0,-1 1 1 0 0,0 0-1 0 0,0 0 1 0 0,0 0 0 0 0,0 0-1 0 0,0-1 1 0 0,0 1 0 0 0,0 0-1 0 0,0 0 1 0 0,0 0 0 0 0,0-1-1 0 0,0 1 1 0 0,0 0 0 0 0,0 0-1 0 0,-1 0 1 0 0,1 0 0 0 0,0-1-1 0 0,0 1 1 0 0,0 0-1 0 0,0 0 1 0 0,0 0 0 0 0,0 0-1 0 0,0-1 1 0 0,0 1 0 0 0,-1 0-1 0 0,1 0 1 0 0,0 0 0 0 0,0 0-1 0 0,0 0 1 0 0,0 0 0 0 0,-1-1-1 0 0,-22 4 119 0 0,17-3 4 0 0,6 1-144 0 0,-1 0 0 0 0,1-1 0 0 0,0 1 0 0 0,-1 0 0 0 0,1-1 0 0 0,-1 1 0 0 0,1-1 0 0 0,-1 1 0 0 0,1-1 0 0 0,-1 1 0 0 0,1-1 0 0 0,-1 1 0 0 0,1-1 1 0 0,-1 1-1 0 0,0-1 0 0 0,1 0 0 0 0,-1 1 0 0 0,0-1 0 0 0,1 0 0 0 0,-2 1 0 0 0,-16 12 167 0 0,-41 66 181 0 0,51-67-347 0 0,1 0 0 0 0,1 1 0 0 0,0-1 0 0 0,0 1 1 0 0,2 0-1 0 0,-6 21 0 0 0,9-29-5 0 0,1 2 2 0 0,-2 19-17 0 0,2-19-44 0 0,2-2 61 0 0,-1-1-17 0 0,0 0 0 0 0,1-1 1 0 0,0 1-1 0 0,-1 0 0 0 0,1-1 0 0 0,1 1 0 0 0,-1-1 1 0 0,0 1-1 0 0,1-1 0 0 0,0 0 0 0 0,-1 0 0 0 0,1-1 1 0 0,1 1-1 0 0,-1 0 0 0 0,0-1 0 0 0,7 4 0 0 0,-2-4-38 0 0,0 1-1 0 0,1-2 0 0 0,-1 1 0 0 0,0-1 0 0 0,1-1 0 0 0,0 1 1 0 0,-1-1-1 0 0,1-1 0 0 0,-1 0 0 0 0,1 0 0 0 0,-1 0 0 0 0,0-1 1 0 0,1-1-1 0 0,-1 1 0 0 0,0-1 0 0 0,13-7 0 0 0,-8 4 229 0 0,0 0 0 0 0,0 0 0 0 0,23-17 1 0 0,-31 20-78 0 0,-1-1 0 0 0,0 0 0 0 0,0 0 0 0 0,0 0 0 0 0,-1 0 0 0 0,0 0 0 0 0,1-1 0 0 0,-2 0 0 0 0,1 1 0 0 0,0-1 0 0 0,-1 0 0 0 0,0 0 0 0 0,0 0 0 0 0,0-1 0 0 0,0-5 0 0 0,-1 4-44 0 0,1 1 0 0 0,-2-1 0 0 0,1 0 1 0 0,-1 0-1 0 0,0 0 0 0 0,-1 0 0 0 0,1 1 1 0 0,-1-1-1 0 0,-1 0 0 0 0,1 0 0 0 0,-1 1 1 0 0,0-1-1 0 0,-1 1 0 0 0,0 0 0 0 0,0-1 1 0 0,0 1-1 0 0,-1 1 0 0 0,1-1 0 0 0,-1 0 1 0 0,-1 1-1 0 0,1 0 0 0 0,-10-9 0 0 0,7 9-33 0 0,-1 0-1 0 0,1 0 0 0 0,-16-6 1 0 0,19 9-24 0 0,-3 3-24 0 0,-22 1-29 0 0,27-2 40 0 0,0 0 1 0 0,0 0-1 0 0,0 1 0 0 0,1-1 0 0 0,-1 0 1 0 0,0 1-1 0 0,0-1 0 0 0,0 1 1 0 0,0 0-1 0 0,1 0 0 0 0,-1 0 1 0 0,0-1-1 0 0,1 2 0 0 0,-1-1 0 0 0,0 0 1 0 0,-1 2-1 0 0,-3 2-40 0 0,-2 0-231 0 0,0 1-1 0 0,1 0 1 0 0,0 0-1 0 0,0 0 0 0 0,0 1 1 0 0,1 0-1 0 0,0 1 1 0 0,1-1-1 0 0,-1 1 1 0 0,2 0-1 0 0,-1 0 0 0 0,1 1 1 0 0,0-1-1 0 0,1 1 1 0 0,-1 0-1 0 0,-1 12 1 0 0,4-16-1319 0 0,1 0-1154 0 0,2 21-1973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3.2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121 81 3676 0 0,'2'-4'1640'0'0,"16"-44"4136"0"0,-18 47-5549 0 0,3-18 417 0 0,-4 11 2179 0 0,-4 10-2687 0 0,-13 9-25 0 0,13-3-31 0 0,-8 52 68 0 0,-44 181-653 0 0,19-95-3166 0 0,37-141 3084 0 0,-2 9 69 0 0,1-7-1094 0 0,1 0-3464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3.6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80 8 3076 0 0,'0'0'852'0'0,"-3"-2"-131"0"0,1 1-537 0 0,0 0-1 0 0,0 1 1 0 0,0-1-1 0 0,0 0 1 0 0,0 1-1 0 0,-1-1 1 0 0,1 1-1 0 0,0 0 1 0 0,0 0-1 0 0,-1 0 1 0 0,1 0-1 0 0,0 0 1 0 0,0 0-1 0 0,0 1 1 0 0,-1-1-1 0 0,-2 1 1 0 0,0 1 197 0 0,6-2-371 0 0,-1 1 0 0 0,0-1 0 0 0,-1 1 0 0 0,1-1 0 0 0,0 1 0 0 0,0-1 0 0 0,0 0 0 0 0,0 1 0 0 0,0-1 0 0 0,0 1 0 0 0,0-1 0 0 0,-1 0 0 0 0,1 1 0 0 0,0-1 0 0 0,0 1 0 0 0,-1-1 0 0 0,1 0 0 0 0,0 1 0 0 0,0-1 0 0 0,-1 0 0 0 0,1 1 0 0 0,0-1 0 0 0,-1 0 0 0 0,0 1 0 0 0,-10 13 446 0 0,-3 29-70 0 0,12-38 600 0 0,4-1-899 0 0,-2-2-61 0 0,0 0-13 0 0,0-1-1 0 0,0 0 0 0 0,0 0 1 0 0,0 1-1 0 0,1-1 0 0 0,-1 0 1 0 0,0 1-1 0 0,1-1 0 0 0,-1 0 1 0 0,1 0-1 0 0,0 0 0 0 0,1 3 1 0 0,2-6 36 0 0,12-3 13 0 0,-12 3 20 0 0,0 0 18 0 0,12-6 30 0 0,-12 7 24 0 0,-1-1-44 0 0,1 0 0 0 0,0-1-1 0 0,-1 1 1 0 0,0-1 0 0 0,1 1 0 0 0,-1-1 0 0 0,4-5-1 0 0,-4 5-21 0 0,0 1 469 0 0,-3 1-596 0 0,0 1 33 0 0,0-1 0 0 0,0 1 0 0 0,0-1 0 0 0,0 1 0 0 0,0-1-1 0 0,0 1 1 0 0,0-1 0 0 0,0 1 0 0 0,0-1 0 0 0,0 1 0 0 0,0 0 0 0 0,-1-1 0 0 0,1 1 0 0 0,0-1 0 0 0,0 1 0 0 0,0-1-1 0 0,-1 1 1 0 0,1 0 0 0 0,0-1 0 0 0,0 1 0 0 0,-1 0 0 0 0,1-1 0 0 0,-1 1 0 0 0,-4-11-534 0 0,1 12 247 0 0,-15 5-151 0 0,17-6 350 0 0,1 1 1 0 0,0-1-1 0 0,-1 1 0 0 0,1-1 0 0 0,0 1 0 0 0,0-1 1 0 0,-1 1-1 0 0,1 0 0 0 0,0-1 0 0 0,0 1 0 0 0,0 0 0 0 0,0 0 1 0 0,0 0-1 0 0,0 0 0 0 0,0 0 0 0 0,0 0 0 0 0,0 2 1 0 0,-4 17-5839 0 0,4-15 2452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4.0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19 3364 0 0,'0'0'7551'0'0,"-1"5"-7432"0"0,0 14-25 0 0,1-14 112 0 0,-1-1-157 0 0,-3 14-10 0 0,3-14 173 0 0,2 0-174 0 0,4 17 152 0 0,-1-20-159 0 0,14 4 28 0 0,-14-4 212 0 0,1-3-96 0 0,13-4 22 0 0,-14 4 11 0 0,0 0 52 0 0,11-7 28 0 0,-11 7 75 0 0,-1-1-70 0 0,-2 2-268 0 0,1-2 98 0 0,1 1 0 0 0,0-1 1 0 0,-1 0-1 0 0,1 0 0 0 0,-1-1 0 0 0,0 1 0 0 0,0 0 0 0 0,0-1 0 0 0,2-4 0 0 0,-10-21-1177 0 0,3 28-130 0 0,-11-6 424 0 0,10 5-156 0 0,-1 2-1850 0 0,0 0 2237 0 0,-7 0 9 0 0,2-3-2576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4.3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493 24 3804 0 0,'4'-2'1570'0'0,"3"-1"-1004"0"0,0-1 1 0 0,1 1 0 0 0,0 0 0 0 0,-1 1-1 0 0,1 0 1 0 0,0 0 0 0 0,0 1-1 0 0,1 0 1 0 0,-1 1 0 0 0,0-1-1 0 0,0 1 1 0 0,0 1 0 0 0,16 2-1 0 0,-16-1-337 0 0,25 9 822 0 0,-23-6-927 0 0,1 1-1 0 0,-1 0 0 0 0,-1 0 1 0 0,1 1-1 0 0,-1 0 1 0 0,0 0-1 0 0,-1 1 0 0 0,0 0 1 0 0,0 1-1 0 0,0 0 0 0 0,-1 0 1 0 0,-1 1-1 0 0,0 0 1 0 0,0 0-1 0 0,0 0 0 0 0,-2 1 1 0 0,1-1-1 0 0,-1 1 0 0 0,-1 1 1 0 0,0-1-1 0 0,-1 0 1 0 0,0 1-1 0 0,0-1 0 0 0,-1 22 1 0 0,-3-13-124 0 0,0 0 1 0 0,-2 0-1 0 0,0-1 1 0 0,-1 1 0 0 0,-1-1-1 0 0,-1 0 1 0 0,0 0-1 0 0,-2-1 1 0 0,0 0 0 0 0,-1-1-1 0 0,-1 0 1 0 0,-23 28-1 0 0,4-10-462 0 0,-2-1-1 0 0,-1-2 0 0 0,-1-1 1 0 0,-56 38-1 0 0,47-40-498 0 0,-1-1 0 0 0,-85 38-1 0 0,100-54-355 0 0,-1-1-1 0 0,-1-1 1 0 0,0-2-1 0 0,0 0 1 0 0,-55 4-1 0 0,49-10-3219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4.8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361 19 2680 0 0,'-6'-3'1239'0'0,"2"0"-907"0"0,2 2-240 0 0,1 0 0 0 0,-1 0 0 0 0,1 0 0 0 0,-1 0 1 0 0,0 0-1 0 0,1 0 0 0 0,-1 1 0 0 0,0-1 0 0 0,1 1 0 0 0,-1-1 0 0 0,0 1 0 0 0,0 0 0 0 0,0-1 0 0 0,1 1 0 0 0,-1 0 0 0 0,-3 1 1 0 0,-2-3 142 0 0,5 2-162 0 0,0-1 0 0 0,-1 1-1 0 0,1 0 1 0 0,0 0 0 0 0,0 0 0 0 0,-1 0-1 0 0,1 0 1 0 0,0 0 0 0 0,0 1 0 0 0,-1-1-1 0 0,1 1 1 0 0,0-1 0 0 0,0 1 0 0 0,-3 1-1 0 0,-8 4 122 0 0,-1-1 0 0 0,1 2 0 0 0,0 0 0 0 0,0 0-1 0 0,1 2 1 0 0,0-1 0 0 0,0 1 0 0 0,1 1 0 0 0,1 0-1 0 0,-1 1 1 0 0,2 0 0 0 0,-11 14 0 0 0,4 1-45 0 0,2 1 0 0 0,0 0 0 0 0,2 1 0 0 0,1 1 1 0 0,1 0-1 0 0,2 0 0 0 0,0 0 0 0 0,-3 36 0 0 0,7-26-106 0 0,1 1 1 0 0,1-1-1 0 0,3 1 0 0 0,1-1 0 0 0,14 72 0 0 0,-12-91-47 0 0,1-1 0 0 0,2 0-1 0 0,0-1 1 0 0,0 0-1 0 0,2 0 1 0 0,0 0-1 0 0,1-1 1 0 0,1-1 0 0 0,0 1-1 0 0,2-2 1 0 0,-1 0-1 0 0,18 16 1 0 0,-17-20-288 0 0,0 0 0 0 0,1-1-1 0 0,0 0 1 0 0,1-1 0 0 0,0 0 0 0 0,1-2-1 0 0,-1 0 1 0 0,1 0 0 0 0,1-1 0 0 0,-1-2-1 0 0,1 1 1 0 0,0-2 0 0 0,0 0 0 0 0,23 1-1 0 0,10-4-2210 0 0,0-1-1777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5.9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172 60 3160 0 0,'-1'-5'1699'0'0,"-3"-45"3832"0"0,3 45-4539 0 0,0 11-491 0 0,-41 483 2137 0 0,27-245-2314 0 0,-20 166-421 0 0,-8 119-1872 0 0,15 1-3655 0 0,27-475 2999 0 0,1-3-1865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7.1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1 117 2100 0 0,'0'0'7155'0'0,"7"1"-6858"0"0,0 2-217 0 0,-3-1-35 0 0,-1-1 0 0 0,0 0 1 0 0,1 0-1 0 0,-1-1 1 0 0,1 1-1 0 0,-1-1 0 0 0,1 0 1 0 0,5 0-1 0 0,586-8 1687 0 0,13-46-800 0 0,-456 39-513 0 0,-103 10-333 0 0,599-38 392 0 0,-587 41-462 0 0,-37 2-51 0 0,-18 0-84 0 0,-1 0 111 0 0,84 3 134 0 0,-84-3 369 0 0,0 0-395 0 0,49 2 3714 0 0,-53 3-3631 0 0,15 116 81 0 0,-5 0 0 0 0,-6 130 0 0 0,-29 250-924 0 0,18-413 376 0 0,-43 587-4457 0 0,9-226-3408 0 0,32-357 2972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7.8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0 150 4196 0 0,'0'0'2350'0'0,"10"0"-1557"0"0,1188-70 3656 0 0,166-5-6449 0 0,-1275 74 1303 0 0,328-2-4461 0 0,-304 7 1265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8.7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57 3368 0 0,'0'0'1546'0'0,"-1"-5"-222"0"0,-8-43 3236 0 0,8 44-3669 0 0,1 11-636 0 0,42 921 846 0 0,-53-217-5884 0 0,7-559 1294 0 0,2-58-1244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19.2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0 146 3412 0 0,'0'0'4175'0'0,"7"-2"-3655"0"0,20-4-293 0 0,1 1 0 0 0,-1 2 1 0 0,1 0-1 0 0,0 2 0 0 0,33 3 1 0 0,-7-1-71 0 0,91-1 93 0 0,995-12 1411 0 0,-11-37-2414 0 0,-378-7-6063 0 0,-627 45 2886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21.2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75 72 3408 0 0,'9'-25'1430'0'0,"-7"20"821"0"0,-1 1-1370 0 0,1-2-928 0 0,8-25 3639 0 0,-10 31-3550 0 0,0 0 0 0 0,0 0 0 0 0,0 0 0 0 0,0 0 0 0 0,0 0 0 0 0,0 0 0 0 0,0 0 0 0 0,0 0 0 0 0,0 1 0 0 0,0-1 0 0 0,1 0 0 0 0,-1 0 1 0 0,0 0-1 0 0,0 0 0 0 0,0 0 0 0 0,0 0 0 0 0,0 0 0 0 0,0 0 0 0 0,0 0 0 0 0,0 0 0 0 0,0 0 0 0 0,0 0 0 0 0,0 0 0 0 0,0 0 1 0 0,0 0-1 0 0,1 0 0 0 0,-1 0 0 0 0,0 0 0 0 0,0 0 0 0 0,0 0 0 0 0,0 0 0 0 0,0 0 0 0 0,0 0 0 0 0,0 0 0 0 0,0 0 0 0 0,0 0 0 0 0,0 0 1 0 0,0 0-1 0 0,1 0 0 0 0,-4 27-163 0 0,-83 344-167 0 0,74-326-153 0 0,11-41 28 0 0,2 1-776 0 0,1 18 368 0 0,-1-18-226 0 0,4-4-1524 0 0,17 0 254 0 0,-17-1-1633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22.1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118 75 2420 0 0,'2'-4'1290'0'0,"22"-39"2120"0"0,-22 39-2404 0 0,4-16-341 0 0,-5 16 464 0 0,-3 4-1114 0 0,0 1-1 0 0,1-1 1 0 0,-1 0 0 0 0,0 1 0 0 0,0-1 0 0 0,0 1 0 0 0,1 0 0 0 0,-1-1 0 0 0,0 1 0 0 0,1 0 0 0 0,-4 2 0 0 0,1-1 17 0 0,3-1-25 0 0,-1-1 0 0 0,1 1 0 0 0,0-1 0 0 0,0 1 0 0 0,0 0 0 0 0,-1-1 0 0 0,1 1 0 0 0,0 0 0 0 0,0 0 0 0 0,0 0 0 0 0,0 0 0 0 0,0 0 0 0 0,1 0 0 0 0,-1 0 0 0 0,0 0 0 0 0,0 0 0 0 0,1 0 0 0 0,-1 0 0 0 0,0 1 0 0 0,0 0 0 0 0,0 1 19 0 0,-13 16 92 0 0,1-1 1 0 0,1 1-1 0 0,-15 32 1 0 0,-3 19 75 0 0,29-66-143 0 0,0 1-9 0 0,-4 17 116 0 0,6-21-157 0 0,-1 1 0 0 0,1-1 1 0 0,-1 1-1 0 0,1-1 0 0 0,0 0 0 0 0,0 1 0 0 0,-1-1 1 0 0,1 0-1 0 0,0 0 0 0 0,0 1 0 0 0,0-1 1 0 0,2 1-1 0 0,-1-1 2 0 0,0 3 9 0 0,19-1-25 0 0,-16-2 14 0 0,0 0 0 0 0,1-1 0 0 0,-1 1-1 0 0,1-1 1 0 0,-1 0 0 0 0,10-2 0 0 0,48-11-24 0 0,-34 2 22 0 0,-7 0 53 0 0,-7 3 84 0 0,0-1 1 0 0,23-20-1 0 0,-35 26-20 0 0,-1-1-18 0 0,6-15-22 0 0,-6 14-13 0 0,-3 0 7 0 0,0 1-59 0 0,0 0 1 0 0,0 0-1 0 0,0-1 0 0 0,-1 1 1 0 0,1 0-1 0 0,-1 0 0 0 0,0 1 1 0 0,-1-1-1 0 0,1 0 0 0 0,-1 1 1 0 0,1-1-1 0 0,-1 1 0 0 0,0 0 1 0 0,0 0-1 0 0,0 0 0 0 0,-6-4 1 0 0,-21-8 50 0 0,-35-13 0 0 0,61 27-50 0 0,-17-5-8 0 0,17 5-8 0 0,255-3-877 0 0,-113-8 927 0 0,-132 12-36 0 0,-7 5 49 0 0,1-3-53 0 0,1 0-6 0 0,-1-1 0 0 0,0 0-1 0 0,0 1 1 0 0,0-1-1 0 0,0 0 1 0 0,0 1 0 0 0,0-1-1 0 0,0 1 1 0 0,0-1 0 0 0,-1 0-1 0 0,1 1 1 0 0,0-1-1 0 0,-1 0 1 0 0,1 0 0 0 0,-1 1-1 0 0,0-1 1 0 0,1 0-1 0 0,-2 2 1 0 0,-19 20-14 0 0,-13 19 9 0 0,17-20 25 0 0,1 2 0 0 0,1-1 0 0 0,-18 40 0 0 0,25-34 92 0 0,7-24-102 0 0,0 0-10 0 0,0 19 0 0 0,1-18-47 0 0,2-2-114 0 0,1 0 168 0 0,0 0 0 0 0,0 0 0 0 0,1 0 1 0 0,-1-1-1 0 0,1 0 0 0 0,0 1 0 0 0,0-1 1 0 0,0-1-1 0 0,0 1 0 0 0,1 0 0 0 0,-1-1 1 0 0,1 0-1 0 0,4 1 0 0 0,-4-1-11 0 0,6-2 27 0 0,0 0 0 0 0,0-1 0 0 0,0-1 0 0 0,0 1 0 0 0,0-1 0 0 0,0-1 0 0 0,20-8 0 0 0,-21 7 16 0 0,-1-1 0 0 0,0-1-1 0 0,0 0 1 0 0,0 0 0 0 0,9-9 0 0 0,-14 11-23 0 0,-1 1 0 0 0,0-1 0 0 0,0 0 1 0 0,0 0-1 0 0,0 0 0 0 0,-1-1 0 0 0,1 1 1 0 0,-1-1-1 0 0,0 1 0 0 0,0-1 1 0 0,-1 0-1 0 0,0 1 0 0 0,1-1 0 0 0,-1 0 1 0 0,0-6-1 0 0,-1 5-13 0 0,1 1 0 0 0,-1-1 1 0 0,0 1-1 0 0,0-1 0 0 0,-1 1 1 0 0,0 0-1 0 0,0-1 0 0 0,0 1 1 0 0,0 0-1 0 0,-1-1 0 0 0,0 1 0 0 0,0 0 1 0 0,-1 0-1 0 0,1 1 0 0 0,-1-1 1 0 0,0 0-1 0 0,0 1 0 0 0,0 0 1 0 0,-8-7-1 0 0,6 5-65 0 0,0 2 0 0 0,-1-1 0 0 0,1 0 0 0 0,-1 1 0 0 0,0 0 0 0 0,-1 1 0 0 0,-9-5 0 0 0,13 7-47 0 0,-1 0 0 0 0,0 0-1 0 0,0 0 1 0 0,0 1 0 0 0,1-1-1 0 0,-1 1 1 0 0,0 0-1 0 0,0 0 1 0 0,0 0 0 0 0,0 1-1 0 0,0-1 1 0 0,0 1 0 0 0,0 0-1 0 0,-4 2 1 0 0,5-2 125 0 0,0-1-211 0 0,0 1-1 0 0,0 1 1 0 0,0-1 0 0 0,0 0 0 0 0,0 1 0 0 0,1-1 0 0 0,-1 1 0 0 0,0 0 0 0 0,1 0-1 0 0,-1 0 1 0 0,1 0 0 0 0,0 1 0 0 0,0-1 0 0 0,-2 3 0 0 0,0 0-237 0 0,-9 16-2930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22.4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2164 0 0,'0'0'4814'0'0,"4"3"-4249"0"0,8 10-166 0 0,0 1-1 0 0,-1 1 1 0 0,-1 0 0 0 0,-1 0 0 0 0,13 27 0 0 0,-14-28-325 0 0,15 29-538 0 0,2-2 0 0 0,1-1 0 0 0,35 40 0 0 0,-58-77-235 0 0,-3-3 652 0 0,0 1 1 0 0,0-1 0 0 0,1 1-1 0 0,-1-1 1 0 0,0 1 0 0 0,0-1-1 0 0,0 0 1 0 0,1 1 0 0 0,-1-1 0 0 0,0 0-1 0 0,0 1 1 0 0,1-1 0 0 0,-1 0-1 0 0,0 1 1 0 0,1-1 0 0 0,-1 0-1 0 0,0 1 1 0 0,1-1 0 0 0,-1 0-1 0 0,1 0 1 0 0,-1 0 0 0 0,0 1-1 0 0,1-1 1 0 0,-1 0 0 0 0,1 0 0 0 0,0 0-1 0 0,-1 0-54 0 0,1 0-1 0 0,-1 1 0 0 0,1-1 1 0 0,-1 0-1 0 0,1 0 0 0 0,-1 0 1 0 0,0 0-1 0 0,1 1 0 0 0,-1-1 1 0 0,1 0-1 0 0,-1 0 0 0 0,0 1 1 0 0,1-1-1 0 0,-1 0 0 0 0,0 1 1 0 0,1-1-1 0 0,-1 0 0 0 0,0 1 1 0 0,0-1-1 0 0,1 0 1 0 0,-1 1-1 0 0,0-1 0 0 0,0 1 1 0 0,0-1-1 0 0,1 0 0 0 0,-1 2 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22.7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287 34 2264 0 0,'-2'-4'974'0'0,"1"2"-719"0"0,-1-1 0 0 0,0 1 0 0 0,0 0 0 0 0,0-1 0 0 0,0 1 0 0 0,0 0 1 0 0,0 0-1 0 0,0 0 0 0 0,-1 0 0 0 0,1 1 0 0 0,-6-3 0 0 0,4 2 147 0 0,0 3-70 0 0,-5 2-243 0 0,0 1-1 0 0,0 1 0 0 0,1 0 0 0 0,0 0 0 0 0,0 0 1 0 0,0 1-1 0 0,1 0 0 0 0,0 1 0 0 0,0 0 1 0 0,0 0-1 0 0,1 0 0 0 0,0 1 0 0 0,0 0 1 0 0,-4 8-1 0 0,-19 32-821 0 0,2 2 1 0 0,-40 103 0 0 0,66-148-349 0 0,0 0-784 0 0,-5 20-1309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23.0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162 35 2872 0 0,'3'-3'1434'0'0,"21"-26"1853"0"0,-22 26-1409 0 0,-5 7-1684 0 0,-136 134 1407 0 0,126-126-1523 0 0,10-9 57 0 0,-15 15 218 0 0,14-14-139 0 0,-5 14 294 0 0,8-15-31 0 0,1-1-452 0 0,0-1-1 0 0,1 1 0 0 0,-1-1 1 0 0,1 0-1 0 0,-1 1 1 0 0,1-1-1 0 0,0 0 0 0 0,-1 0 1 0 0,1 1-1 0 0,0-1 1 0 0,0 0-1 0 0,2 2 1 0 0,-1-1 25 0 0,-2-1-39 0 0,1 0 1 0 0,0 0-1 0 0,-1 0 1 0 0,1 0 0 0 0,0-1-1 0 0,0 1 1 0 0,0 0 0 0 0,0 0-1 0 0,0-1 1 0 0,0 1-1 0 0,0 0 1 0 0,0-1 0 0 0,0 1-1 0 0,0-1 1 0 0,0 0 0 0 0,0 1-1 0 0,0-1 1 0 0,1 0-1 0 0,-1 0 1 0 0,0 0 0 0 0,2 1-1 0 0,-2-1 19 0 0,21 5 36 0 0,-1-1 0 0 0,1 0 0 0 0,0-2 0 0 0,0-1-1 0 0,30-1 1 0 0,1-2-521 0 0,-1-3-1 0 0,91-20 0 0 0,-134 23-48 0 0,-1-1-1 0 0,0-1 0 0 0,0 1 0 0 0,0-1 0 0 0,0 0 1 0 0,7-6-1 0 0,-14 10 293 0 0,0-1 1 0 0,1 0-1 0 0,-1 1 1 0 0,0-1-1 0 0,-1 0 0 0 0,1 0 1 0 0,0 0-1 0 0,0 0 1 0 0,0 1-1 0 0,0-1 1 0 0,-1 0-1 0 0,1 0 0 0 0,0 0 1 0 0,-1-1-1 0 0,2-1 1 0 0,-1 0-797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23.2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1 2492 0 0,'0'0'3772'0'0,"-5"0"-3045"0"0,-15 2-19 0 0,15-1 502 0 0,2 308 1246 0 0,-19-1-9505 0 0,15-255 2773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38.9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74 1652 0 0,'0'0'5401'0'0,"-5"0"-5066"0"0,-15 1 10 0 0,15-1 1070 0 0,70 6-939 0 0,315-1 615 0 0,-297-7-887 0 0,1168-55 1321 0 0,-1130 50-1523 0 0,-1-2 62 0 0,-11-1 1777 0 0,-105 9-1570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39.8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50 2872 0 0,'0'0'1296'0'0,"-2"3"-187"0"0,1-3-961 0 0,1 0 1 0 0,-1 0-1 0 0,1 1 0 0 0,-1-1 0 0 0,1 0 1 0 0,0 1-1 0 0,-1-1 0 0 0,1 0 1 0 0,0 1-1 0 0,-1-1 0 0 0,1 1 0 0 0,0-1 1 0 0,0 1-1 0 0,-1-1 0 0 0,1 0 0 0 0,0 1 1 0 0,0-1-1 0 0,0 1 0 0 0,0-1 0 0 0,0 1 1 0 0,-1-1-1 0 0,1 1 0 0 0,0-1 1 0 0,0 1-1 0 0,0-1 0 0 0,0 1 0 0 0,0-1 1 0 0,1 1-1 0 0,-1-1 0 0 0,0 1 0 0 0,0 0 1 0 0,2 0-34 0 0,0 0 1 0 0,0 0-1 0 0,0 0 1 0 0,0 0-1 0 0,0 0 1 0 0,0 0-1 0 0,0-1 1 0 0,0 1-1 0 0,0-1 1 0 0,1 1-1 0 0,-1-1 1 0 0,0 0-1 0 0,0 0 1 0 0,4 0-1 0 0,723-15 470 0 0,-442 1-736 0 0,221 1 620 0 0,-50 2-1501 0 0,-153-4-3550 0 0,-257 12 2002 0 0,-8-2-1843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41.5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11 2368 0 0,'0'0'5724'0'0,"-1"-4"-5335"0"0,-3-2 1043 0 0,2 8-450 0 0,1 20-34 0 0,5 40-771 0 0,-3-53 101 0 0,4 166 756 0 0,-3 382 533 0 0,0-481-1333 0 0,0-5-40 0 0,0-18-100 0 0,-1-3-1 0 0,1 0 31 0 0,0-1 42 0 0,19 276 692 0 0,-17-264-790 0 0,3 95 202 0 0,-7-151-234 0 0,-1 2 1 0 0,-20 213 271 0 0,20-215-304 0 0,1 0-2 0 0,-1 1-3 0 0,-7 123 172 0 0,8-122-170 0 0,-1-1 66 0 0,0 18 12 0 0,1-18-26 0 0,0 0-22 0 0,-2 17 1 0 0,2-17-4 0 0,0 0-11 0 0,-7 151 473 0 0,7-152-421 0 0,-1 1-9 0 0,-5 44 165 0 0,6-46-125 0 0,-1 2-82 0 0,-1 16 2 0 0,1-16 9 0 0,1-1-79 0 0,-3 13-76 0 0,3-13 216 0 0,-1 0 12 0 0,0 17-62 0 0,1-17 64 0 0,0 0-57 0 0,1 78 1167 0 0,0-78-959 0 0,-1 0-227 0 0,1 15 17 0 0,0-15 133 0 0,-21-65-14855 0 0,11 32 8591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43.2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1 2352 0 0,'0'0'7837'0'0,"-4"2"-7670"0"0,3 0-115 0 0,-1 0 0 0 0,0-1 0 0 0,1 1 0 0 0,0 0 0 0 0,-1 0 1 0 0,1 0-1 0 0,0 0 0 0 0,0 0 0 0 0,0 0 0 0 0,0 0 0 0 0,0 1 1 0 0,0-1-1 0 0,1 0 0 0 0,-1 0 0 0 0,1 1 0 0 0,0 2 0 0 0,-1 0 142 0 0,1 1 17 0 0,-2 63 653 0 0,3 41 82 0 0,-5 221 432 0 0,4-280-1209 0 0,0 9 85 0 0,0-13-15 0 0,0 108 363 0 0,0-149-542 0 0,0 1 12 0 0,0 52 127 0 0,0-54-123 0 0,0 2-8 0 0,1 60 62 0 0,0-61-48 0 0,-1 1 22 0 0,0 20-19 0 0,0-21-10 0 0,0 1 15 0 0,0 20 7 0 0,0-21-16 0 0,-1 1-3 0 0,-3 59 188 0 0,3-59-166 0 0,1 0-66 0 0,-1 18-12 0 0,1-18-5 0 0,0 0 18 0 0,-4 89 333 0 0,4-89-334 0 0,0-1 4 0 0,-10 189 742 0 0,9-188-763 0 0,1 0 16 0 0,-2 32 217 0 0,1 90 206 0 0,1-124-412 0 0,0 0-30 0 0,1 18 3 0 0,0-18-26 0 0,-1 0 37 0 0,3 49-9 0 0,-3-48 0 0 0,0 1-25 0 0,-2 85 98 0 0,2-86-105 0 0,0-1 1 0 0,0 47 67 0 0,0-47-74 0 0,0 0 12 0 0,-3 47-103 0 0,3-47 106 0 0,0 0 9 0 0,0 19 6 0 0,0-18-9 0 0,0-1 23 0 0,-2 61-146 0 0,2 26 207 0 0,0-87-80 0 0,0 0 5 0 0,-2 57-17 0 0,2-41 11 0 0,0-16 44 0 0,0 0-59 0 0,2 47-3 0 0,-2-47-103 0 0,0 0 144 0 0,2 51 157 0 0,-2-51-33 0 0,0 1-53 0 0,3 47 124 0 0,-3-48-84 0 0,1 0-128 0 0,2 46-9246 0 0,-8-52 7172 0 0,-15-3-1409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45.0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14 1528 0 0,'0'0'5811'0'0,"-3"-2"-5413"0"0,-9-7-81 0 0,9 7 1936 0 0,-1 3-2074 0 0,-40 15 1755 0 0,44-16-1935 0 0,1 0-1 0 0,-1 0 1 0 0,1 0 0 0 0,-1 0 0 0 0,0 0-1 0 0,1 0 1 0 0,-1 0 0 0 0,1 0 0 0 0,-1 0-1 0 0,0 0 1 0 0,1 0 0 0 0,-1 0 0 0 0,0 1-1 0 0,1-1 1 0 0,-1 0 0 0 0,0 0 0 0 0,1 0-1 0 0,-1 1 1 0 0,0-1 0 0 0,0 0 0 0 0,1 0-1 0 0,-1 1 1 0 0,0-1 0 0 0,0 0 0 0 0,1 1 0 0 0,-1-1-1 0 0,0 1 1 0 0,1 0 18 0 0,-1 0 0 0 0,1 0 0 0 0,0-1-1 0 0,-1 1 1 0 0,1 0 0 0 0,0 0 0 0 0,0-1 0 0 0,0 1 0 0 0,-1 0-1 0 0,1-1 1 0 0,0 1 0 0 0,0-1 0 0 0,0 1 0 0 0,0-1-1 0 0,0 0 1 0 0,1 1 0 0 0,16 5 80 0 0,-14-5-9 0 0,2 0 12 0 0,61 10 334 0 0,35-1 18 0 0,1-5 0 0 0,150-11-1 0 0,-99-8-405 0 0,-147 14 72 0 0,27 0-141 0 0,-27 0-13 0 0,-1-1 4 0 0,100-1 35 0 0,-99 1-2 0 0,0 1-8 0 0,151-1-103 0 0,-99 0 230 0 0,206 8-196 0 0,-260-7 84 0 0,2 0-2 0 0,166 0-24 0 0,-168 0 32 0 0,0 0-9 0 0,17 0-11 0 0,-17 0-7 0 0,0 0 25 0 0,17 0-8 0 0,-17 0 8 0 0,1 1-8 0 0,19 0 12 0 0,12-1-69 0 0,-30 0 68 0 0,-1 0 7 0 0,19 0 6 0 0,8 0-41 0 0,39 4-1 0 0,-20-2 42 0 0,-24-3-11 0 0,37 2-39 0 0,-58 0 26 0 0,-1-1 8 0 0,59-2 10 0 0,-58 2-56 0 0,57-1 201 0 0,-59 0-112 0 0,0 2-25 0 0,53-1 459 0 0,-52-1-265 0 0,1 1-102 0 0,53-3 440 0 0,-55 3-310 0 0,1 0-122 0 0,32-3 207 0 0,19-1-284 0 0,-25 3-10214 0 0,-66 1 3136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52.6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 36 1972 0 0,'0'0'812'0'0,"-6"0"-174"0"0,-19 1-161 0 0,19-1 886 0 0,1 0-1265 0 0,-15-1-82 0 0,14 1-20 0 0,10-2-652 0 0,39-18-368 0 0,-38 18 663 0 0,13-6-851 0 0,-14 7 848 0 0,1-1-1351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52.8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0 2212 0 0,'0'0'7874'0'0,"-4"2"-7601"0"0,3-1-238 0 0,-1 0 0 0 0,0 0 1 0 0,0 1-1 0 0,1-1 0 0 0,-1 1 0 0 0,1-1 0 0 0,-1 1 1 0 0,1-1-1 0 0,0 1 0 0 0,0 0 0 0 0,0-1 0 0 0,0 1 1 0 0,0 0-1 0 0,0 0 0 0 0,0 0 0 0 0,0 0 0 0 0,1 0 1 0 0,-1 0-1 0 0,1 0 0 0 0,-1 0 0 0 0,1 0 0 0 0,0 0 1 0 0,0 3-1 0 0,-10 59 289 0 0,2-6-160 0 0,0 71-1424 0 0,15-112-197 0 0,0-11-3832 0 0,11 4 1643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53.9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62 3020 0 0,'0'0'3561'0'0,"3"-3"-3052"0"0,13-23 5837 0 0,-12 18-6929 0 0,-2 5 823 0 0,1 0-201 0 0,0 1-18 0 0,1-1 1 0 0,0 0-1 0 0,0 1 1 0 0,0 0-1 0 0,0 0 0 0 0,7-2 1 0 0,-7 3-31 0 0,1 2 14 0 0,17 1-7 0 0,-17-2 21 0 0,0 4-2 0 0,31 24-20 0 0,-34-23 1 0 0,2 1 2 0 0,-1-1-1 0 0,1 1 0 0 0,-1 0 0 0 0,-1 0 1 0 0,1 1-1 0 0,-1-1 0 0 0,0 0 1 0 0,-1 1-1 0 0,1 0 0 0 0,-1-1 0 0 0,-1 1 1 0 0,1-1-1 0 0,-1 8 0 0 0,-1-4 10 0 0,0-1 1 0 0,0 1-1 0 0,-1-1 0 0 0,0 1 0 0 0,-1-1 0 0 0,0 0 1 0 0,-1 0-1 0 0,0 0 0 0 0,0 0 0 0 0,-1-1 0 0 0,0 1 0 0 0,0-1 1 0 0,-1 0-1 0 0,0-1 0 0 0,0 0 0 0 0,-1 0 0 0 0,-8 7 1 0 0,11-9-5 0 0,-32 17 4 0 0,32-20-46 0 0,-19 2-111 0 0,19-3 50 0 0,0-3-159 0 0,1-1 209 0 0,0 1 0 0 0,0-1 1 0 0,1 0-1 0 0,-1 0 0 0 0,1 0 1 0 0,-1 0-1 0 0,1 0 0 0 0,0-1 1 0 0,0 1-1 0 0,0-1 0 0 0,1 1 1 0 0,-1-1-1 0 0,1 1 0 0 0,0-1 1 0 0,0 0-1 0 0,0-7 0 0 0,0 6-24 0 0,1 0-7 0 0,1-15 22 0 0,0 15 7 0 0,0 1-4 0 0,1 1 38 0 0,-1 0 0 0 0,1 0 0 0 0,0 0 0 0 0,0 0 0 0 0,0 0 1 0 0,1 0-1 0 0,-1 1 0 0 0,1-1 0 0 0,3-3 0 0 0,-2 4-7 0 0,0 3 9 0 0,3 2 10 0 0,0 0 1 0 0,0 0-1 0 0,0 1 0 0 0,-1 0 1 0 0,0 0-1 0 0,1 0 1 0 0,-2 1-1 0 0,9 7 0 0 0,39 51 45 0 0,-9-11-46 0 0,11-1-627 0 0,-51-49 319 0 0,0 0-38 0 0,12 3-99 0 0,-11-3-55 0 0,1-3-602 0 0,1 1 918 0 0,-1-1-1 0 0,0 0 1 0 0,0 0 0 0 0,0 0 0 0 0,0-1 0 0 0,0 0 0 0 0,0 0 0 0 0,0 0-1 0 0,0-1 1 0 0,-1 0 0 0 0,0 0 0 0 0,9-6 0 0 0,24-37-436 0 0,-30 35 575 0 0,-1-2-1 0 0,0 1 0 0 0,10-24 1 0 0,-6 10 252 0 0,11-38 1186 0 0,-21 59-935 0 0,0 0-2 0 0,4-17-33 0 0,-4 16 310 0 0,0 1-419 0 0,0-14-31 0 0,-1 15 689 0 0,-3 2-838 0 0,-13-10 167 0 0,16 13-291 0 0,0-1-1 0 0,0 1 0 0 0,-1-1 1 0 0,1 0-1 0 0,0 1 1 0 0,0-1-1 0 0,0 0 0 0 0,0 1 1 0 0,0-1-1 0 0,0 1 1 0 0,-1-1-1 0 0,1 0 0 0 0,0 1 1 0 0,0-1-1 0 0,0 0 1 0 0,-1 0-1 0 0,1 1 0 0 0,0-1 1 0 0,0 0-1 0 0,-1 1 1 0 0,1-1-1 0 0,0 0 0 0 0,-1 0 1 0 0,1 0-1 0 0,0 1 1 0 0,-1-1-1 0 0,0 0 0 0 0,0 1 13 0 0,0-1 0 0 0,0 1 0 0 0,0 0 0 0 0,0-1-1 0 0,0 1 1 0 0,0 0 0 0 0,0 0 0 0 0,0 0 0 0 0,0 0 0 0 0,1 0-1 0 0,-1 0 1 0 0,0 0 0 0 0,1 0 0 0 0,-2 2 0 0 0,-4 9 94 0 0,1 1 1 0 0,0 0 0 0 0,0 1 0 0 0,2-1-1 0 0,-1 1 1 0 0,2-1 0 0 0,0 1 0 0 0,0 0-1 0 0,1 0 1 0 0,1 0 0 0 0,3 28-1 0 0,1-28 3 0 0,0 1 0 0 0,12 22 0 0 0,-14-33-68 0 0,1-1-7 0 0,12 12-9 0 0,-12-12 12 0 0,-1-2-33 0 0,-1-1 0 0 0,0 0 0 0 0,1 0-1 0 0,-1 1 1 0 0,0-1 0 0 0,1 1 0 0 0,-1-1-1 0 0,0 1 1 0 0,0 0 0 0 0,0-1 0 0 0,0 1 0 0 0,2 1-1 0 0,0 0 16 0 0,1 0 164 0 0,2-2-75 0 0,18 0 37 0 0,-18 0 23 0 0,-2-2 7 0 0,0 1-173 0 0,-2 0 27 0 0,1 0-1 0 0,0 0 1 0 0,0 0-1 0 0,-1-1 1 0 0,1 1-1 0 0,0-1 1 0 0,-1 0-1 0 0,0 1 1 0 0,1-1-1 0 0,-1 0 1 0 0,0 0-1 0 0,0-1 1 0 0,0 1-1 0 0,2-4 1 0 0,13-24-28 0 0,-16 22-43 0 0,-1 3 5 0 0,1-1-77 0 0,0 0 1 0 0,-1-1-1 0 0,0 1 1 0 0,0 0-1 0 0,-1 0 1 0 0,1 0-1 0 0,-1 0 1 0 0,-1 0-1 0 0,-2-10 1 0 0,2 11 34 0 0,1-2-122 0 0,-1 1-1 0 0,0-1 1 0 0,0 1-1 0 0,0-1 1 0 0,-1 1-1 0 0,0 0 1 0 0,0 0-1 0 0,-1 1 1 0 0,0-1 0 0 0,0 1-1 0 0,0-1 1 0 0,-1 1-1 0 0,1 0 1 0 0,-11-7-1 0 0,9 7-610 0 0,-1 1 1 0 0,1 0-1 0 0,-1 1 0 0 0,0 0 0 0 0,0 0 0 0 0,-14-4 0 0 0,14 5-3599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55.9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3440 0 0,'0'0'6718'0'0,"5"0"-5982"0"0,-1 1-598 0 0,-1-1 0 0 0,1 1 0 0 0,-1-1 1 0 0,1 1-1 0 0,-1 0 0 0 0,1 1 0 0 0,-1-1 0 0 0,1 1 1 0 0,-1-1-1 0 0,0 1 0 0 0,0 0 0 0 0,0 0 1 0 0,0 0-1 0 0,0 1 0 0 0,3 2 0 0 0,192 190 2177 0 0,-131-127-4021 0 0,-2-2-3401 0 0,-63-63 4394 0 0,21 5-4183 0 0,-21-13 3796 0 0,7-20-758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56.0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401 25 3548 0 0,'-2'-4'1196'0'0,"-7"-17"1641"0"0,4 22-2453 0 0,-16 1-73 0 0,20-2-301 0 0,1 0 1 0 0,-1 0-1 0 0,1 0 0 0 0,-1 0 1 0 0,1 0-1 0 0,-1 1 0 0 0,1-1 1 0 0,-1 0-1 0 0,1 0 0 0 0,0 0 1 0 0,-1 0-1 0 0,1 1 0 0 0,-1-1 1 0 0,1 0-1 0 0,0 1 0 0 0,-1-1 1 0 0,1 0-1 0 0,-1 0 0 0 0,1 1 1 0 0,0-1-1 0 0,0 1 0 0 0,-1-1 0 0 0,1 0 1 0 0,-1 1-1 0 0,-235 331-87 0 0,136-182-4864 0 0,84-127 1465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56.8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363 17 3128 0 0,'-2'-3'1018'0'0,"2"2"-932"0"0,0 0 0 0 0,0 0-1 0 0,0 1 1 0 0,-1-1-1 0 0,1 0 1 0 0,0 0-1 0 0,-1 1 1 0 0,1-1 0 0 0,-1 0-1 0 0,1 1 1 0 0,-1-1-1 0 0,1 0 1 0 0,-1 1 0 0 0,1-1-1 0 0,-1 1 1 0 0,0-1-1 0 0,1 1 1 0 0,-1-1 0 0 0,-1 0-1 0 0,0 1 4 0 0,1 0-1 0 0,-1 1 1 0 0,0-1 0 0 0,0 1-1 0 0,1-1 1 0 0,-1 1-1 0 0,0-1 1 0 0,0 1 0 0 0,1 0-1 0 0,-1 0 1 0 0,1 0-1 0 0,-1 0 1 0 0,-1 1 0 0 0,-42 32 1019 0 0,1 1 1 0 0,-59 63 0 0 0,-12 10 1462 0 0,112-106-2388 0 0,-13 17 458 0 0,19-16-551 0 0,10 8 16 0 0,-9-9 34 0 0,4-1-86 0 0,32 0-20 0 0,1-1 0 0 0,42-7-1 0 0,-37 3-24 0 0,143-16-1976 0 0,-184 19 1321 0 0,1 0-103 0 0,18-3-139 0 0,-18 3-188 0 0,17-8-7878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6:57.0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10 2960 0 0,'0'0'1620'0'0,"-3"-2"-225"0"0,3 1-1209 0 0,-1 1 0 0 0,1-1 0 0 0,0 1 0 0 0,-1-1 0 0 0,1 1 1 0 0,-1-1-1 0 0,1 1 0 0 0,-1-1 0 0 0,1 1 0 0 0,-1 0 0 0 0,1-1 1 0 0,-1 1-1 0 0,1 0 0 0 0,-1 0 0 0 0,1-1 0 0 0,-1 1 1 0 0,0 0-1 0 0,1 0 0 0 0,-1 0 0 0 0,0 0 0 0 0,1 0 0 0 0,-1 0 1 0 0,1 0-1 0 0,-1 0 0 0 0,0 0 0 0 0,1 0 0 0 0,-1 0 0 0 0,1 0 1 0 0,-1 0-1 0 0,0 0 0 0 0,1 0 0 0 0,-1 1 0 0 0,0-1 1 0 0,-7 7-467 0 0,6-4 721 0 0,-2 76 684 0 0,6 63-834 0 0,-1 16-2110 0 0,-7-1-5000 0 0,2-112 1615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33.8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143 286 2088 0 0,'0'0'795'0'0,"-2"-4"-103"0"0,-2-14-101 0 0,2 13-68 0 0,1-2-91 0 0,0 0 1 0 0,-1-1-1 0 0,0 1 0 0 0,-6-14 1 0 0,6 15-405 0 0,-33-116 3296 0 0,33 117-3069 0 0,1 0 25 0 0,-5-15 21 0 0,4 15 326 0 0,1 0-301 0 0,-5-13-22 0 0,4 13 388 0 0,1 0-469 0 0,-3-6-225 0 0,4 11 10 0 0,0 0 0 0 0,0 0 0 0 0,0 0 0 0 0,0 0 1 0 0,0 0-1 0 0,-1 1 0 0 0,1-1 0 0 0,0 0 0 0 0,0 0 0 0 0,0 0 0 0 0,0 0 0 0 0,0 0 0 0 0,0 0 0 0 0,0 0 0 0 0,0 0 0 0 0,0 0 0 0 0,0 0 0 0 0,0 0 0 0 0,0 0 0 0 0,-1 0 0 0 0,1 0 0 0 0,0 0 0 0 0,0 0 0 0 0,0 0 0 0 0,0 0 0 0 0,0 0 1 0 0,0 0-1 0 0,0 0 0 0 0,0 0 0 0 0,0 0 0 0 0,0 0 0 0 0,0 0 0 0 0,0 0 0 0 0,-1 0 0 0 0,1-1 0 0 0,0 1 0 0 0,0 0 0 0 0,0 0 0 0 0,0 0 0 0 0,0 0 0 0 0,0 0 0 0 0,0 0 0 0 0,0 0 0 0 0,0 0 0 0 0,0 0 0 0 0,0 0 0 0 0,0 0 0 0 0,0 0 1 0 0,0 0-1 0 0,0 0 0 0 0,0-1 0 0 0,0 1 0 0 0,0 0 0 0 0,0 0 0 0 0,0 0 0 0 0,0 0 0 0 0,0 0 0 0 0,-12 68 352 0 0,-4 133 0 0 0,12-112-283 0 0,-19 1088 405 0 0,23-944-574 0 0,6 333-1823 0 0,1-188-6569 0 0,-6-340 4060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34.8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69 2436 0 0,'0'0'4873'0'0,"5"-1"-4688"0"0,21-3-85 0 0,0 2 0 0 0,0 1-1 0 0,0 1 1 0 0,32 3 0 0 0,2 0 76 0 0,734 12 1890 0 0,0-40-87 0 0,-551 8-1725 0 0,300-17 4 0 0,-505 31-258 0 0,-32 2 7 0 0,0 1-2 0 0,16-1-16 0 0,-16 1 693 0 0,-6 0-677 0 0,0 1 0 0 0,0-1 0 0 0,0 0 0 0 0,0 1 0 0 0,0-1 0 0 0,1 0 0 0 0,-1 0 0 0 0,0 1 1 0 0,0-1-1 0 0,0 0 0 0 0,0 1 0 0 0,1-1 0 0 0,-1 0 0 0 0,0 0 0 0 0,0 1 0 0 0,1-1 0 0 0,-1 0 1 0 0,0 0-1 0 0,0 1 0 0 0,1-1 0 0 0,-1 0 0 0 0,0 0 0 0 0,1 0 0 0 0,-1 0 0 0 0,0 0 0 0 0,1 1 1 0 0,-1-1-1 0 0,0 0 0 0 0,1 0 0 0 0,-1 0 0 0 0,1 0 0 0 0,-1 0 4 0 0,1 0-1 0 0,-1 0 0 0 0,1 0 1 0 0,-1 0-1 0 0,1 1 1 0 0,-1-1-1 0 0,1 0 1 0 0,-1 0-1 0 0,1 0 0 0 0,-1 1 1 0 0,1-1-1 0 0,-1 0 1 0 0,1 1-1 0 0,-1-1 1 0 0,0 0-1 0 0,1 1 1 0 0,-1-1-1 0 0,1 1 0 0 0,-1-1 1 0 0,0 0-1 0 0,0 1 1 0 0,1-1-1 0 0,-1 1 1 0 0,0-1-1 0 0,0 1 0 0 0,1-1 1 0 0,-1 1-1 0 0,0-1 1 0 0,0 1-1 0 0,0 0 1 0 0,0-1-1 0 0,0 1 0 0 0,0-1 1 0 0,0 1-1 0 0,0-1 1 0 0,0 1-1 0 0,0-1 1 0 0,0 1-1 0 0,0-1 1 0 0,-1 2-1 0 0,-8 85 612 0 0,5 156 0 0 0,5-152-516 0 0,-1 129 20 0 0,-8 740-526 0 0,-15-481-2661 0 0,-21-3-3670 0 0,31-376 1585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35.4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51 3328 0 0,'0'0'3719'0'0,"3"-4"-3253"0"0,8-14-68 0 0,-11 17-385 0 0,0 1 1 0 0,0-1-1 0 0,1 1 0 0 0,-1 0 0 0 0,0-1 0 0 0,1 1 0 0 0,-1 0 0 0 0,0-1 0 0 0,1 1 0 0 0,-1 0 1 0 0,1-1-1 0 0,-1 1 0 0 0,1 0 0 0 0,-1 0 0 0 0,0-1 0 0 0,1 1 0 0 0,-1 0 0 0 0,1 0 0 0 0,-1 0 0 0 0,1 0 1 0 0,-1 0-1 0 0,1 0 0 0 0,-1 0 0 0 0,1 0 0 0 0,-1 0 0 0 0,1 0 0 0 0,-1 0 0 0 0,1 0 0 0 0,493-21 1254 0 0,-336 20-899 0 0,1576 21 137 0 0,-1524-13-1108 0 0,404 13-5112 0 0,-481-12 1642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37.0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179 53 2716 0 0,'0'0'3889'0'0,"0"-4"-3323"0"0,1-30 4522 0 0,-2 24-5390 0 0,1 5 1818 0 0,0 14-1270 0 0,0 304 576 0 0,-24 976-865 0 0,-49-547-2873 0 0,6-249-4226 0 0,53-389 2742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37.4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0 161 3428 0 0,'0'0'2751'0'0,"5"1"-2179"0"0,26 3-210 0 0,0-1 1 0 0,0-2 0 0 0,0-1 0 0 0,44-5-1 0 0,-7 1-205 0 0,1036-51 2766 0 0,-215 10-3597 0 0,-203-2-5810 0 0,-549 34 2038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46.3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276 84 2608 0 0,'0'0'2892'0'0,"2"-3"-1839"0"0,10-14 3078 0 0,-9 14-3959 0 0,3-7-73 0 0,-10 9 266 0 0,-18 12 445 0 0,10-5-784 0 0,7-4 592 0 0,3-5-591 0 0,-9-7-34 0 0,8 8-22 0 0,5-2-66 0 0,15-29-121 0 0,-14 30 156 0 0,1 1-28 0 0,15-9 118 0 0,-14 12-118 0 0,16 6-74 0 0,-15-5 161 0 0,6 20 95 0 0,-10-18-73 0 0,-2 3 21 0 0,1-1-6 0 0,0 0-38 0 0,-1 1-1 0 0,1-1 1 0 0,-1 0 0 0 0,-1 0-1 0 0,1 0 1 0 0,-1 0 0 0 0,0 0-1 0 0,0 0 1 0 0,-1-1 0 0 0,-4 11-1 0 0,-1 1-32 0 0,-1 0-1 0 0,-1-1 0 0 0,-1 0 0 0 0,0-1 0 0 0,-1 0 0 0 0,-1-1 0 0 0,0 0 0 0 0,0-1 0 0 0,-2 0 0 0 0,0-1 0 0 0,0 0 1 0 0,-1-1-1 0 0,-22 12 0 0 0,-40 9-408 0 0,72-31 354 0 0,0-1-94 0 0,-25 0 18 0 0,29 0 158 0 0,0-1 1 0 0,0 1 0 0 0,0-1 0 0 0,0 1 0 0 0,0-1 0 0 0,0 0 0 0 0,0 1-1 0 0,1-1 1 0 0,-1 0 0 0 0,0 0 0 0 0,0 1 0 0 0,1-1 0 0 0,-1 0-1 0 0,1 0 1 0 0,-1 0 0 0 0,1 0 0 0 0,-1 0 0 0 0,1 0 0 0 0,-1 0-1 0 0,1 0 1 0 0,0 0 0 0 0,-1 0 0 0 0,1 0 0 0 0,0 0 0 0 0,0-2-1 0 0,-3-20-41 0 0,4 13 30 0 0,6-21 17 0 0,-2 19 6 0 0,4 1-1 0 0,7-12 21 0 0,5 0-16 0 0,-15 21-9 0 0,-2 1 1 0 0,-1-1 27 0 0,3 1 64 0 0,-3 1-87 0 0,1-1 1 0 0,0 1-1 0 0,0 0 1 0 0,-1 0-1 0 0,1 1 0 0 0,0-1 1 0 0,0 1-1 0 0,-1 0 1 0 0,1 0-1 0 0,0 0 0 0 0,-1 0 1 0 0,1 0-1 0 0,5 4 1 0 0,5 6-3 0 0,-2 0 0 0 0,1 1 0 0 0,-2 0 0 0 0,11 15 1 0 0,-13-17-26 0 0,16 20-230 0 0,34 30 0 0 0,-55-57 102 0 0,1 0-1 0 0,-1 0 1 0 0,1 0 0 0 0,0-1-1 0 0,0 0 1 0 0,0 0 0 0 0,8 2-1 0 0,-3-1-95 0 0,-5-1 45 0 0,1-1 0 0 0,0 0 0 0 0,0 0 0 0 0,-1-1-1 0 0,1 1 1 0 0,0-1 0 0 0,0 0 0 0 0,9-2-1 0 0,-10 2 128 0 0,4-1-96 0 0,0-1 0 0 0,0 1 0 0 0,0-1-1 0 0,-1-1 1 0 0,1 0 0 0 0,12-5 0 0 0,-15 5 138 0 0,4-1-2 0 0,-1 0 1 0 0,0-1 0 0 0,0-1 0 0 0,0 1-1 0 0,0-1 1 0 0,-1-1 0 0 0,0 1 0 0 0,0-2 0 0 0,10-11-1 0 0,-8 6 221 0 0,0-1-1 0 0,0 0 0 0 0,-2-1 0 0 0,10-20 1 0 0,-12 22 207 0 0,-1 0 1 0 0,5-23-1 0 0,-9 31-130 0 0,-1 0-32 0 0,1-18-51 0 0,-1 18-34 0 0,-7-18 315 0 0,-1 17-357 0 0,8 6-98 0 0,0-1 1 0 0,-1 1 0 0 0,1 0-1 0 0,0-1 1 0 0,-1 1 0 0 0,1-1-1 0 0,0 1 1 0 0,-1 0 0 0 0,1 0 0 0 0,0-1-1 0 0,-1 1 1 0 0,1 0 0 0 0,-1-1-1 0 0,1 1 1 0 0,-1 0 0 0 0,1 0-1 0 0,-1 0 1 0 0,1 0 0 0 0,0 0-1 0 0,-1-1 1 0 0,1 1 0 0 0,-1 0-1 0 0,1 0 1 0 0,-1 0 0 0 0,1 0-1 0 0,-1 0 1 0 0,1 0 0 0 0,-1 0-1 0 0,1 1 1 0 0,-1-1 0 0 0,1 0-1 0 0,-1 0 1 0 0,1 0 0 0 0,-1 1 0 0 0,-5 2 45 0 0,1 0 1 0 0,-1 1 0 0 0,1 0 0 0 0,0 0 0 0 0,0 1 0 0 0,0-1 0 0 0,0 1 0 0 0,1 0 0 0 0,0 0 0 0 0,0 1 0 0 0,-6 10 0 0 0,1 1 34 0 0,0 0 1 0 0,-10 33-1 0 0,13-24-31 0 0,6-19-45 0 0,-1-2 15 0 0,1 1-26 0 0,1 19-48 0 0,0-19 53 0 0,1-2 24 0 0,7 14 1 0 0,-8-17-26 0 0,-1 0-1 0 0,1 0 0 0 0,-1 0 0 0 0,1 0 1 0 0,-1 0-1 0 0,1 0 0 0 0,-1 0 0 0 0,1 0 1 0 0,0-1-1 0 0,0 1 0 0 0,-1 0 0 0 0,1 0 1 0 0,0-1-1 0 0,0 1 0 0 0,0-1 0 0 0,0 1 1 0 0,0-1-1 0 0,0 1 0 0 0,1 0 0 0 0,10 6-93 0 0,-11-6 94 0 0,1 0-1 0 0,-1-1 1 0 0,0 1-1 0 0,1-1 1 0 0,0 1 0 0 0,-1-1-1 0 0,1 1 1 0 0,-1-1 0 0 0,1 0-1 0 0,0 0 1 0 0,-1 1-1 0 0,4-2 1 0 0,-3 1 2 0 0,3 2 12 0 0,2-3 2 0 0,5-1 35 0 0,1-1-1 0 0,-1 0 1 0 0,0-1-1 0 0,0 0 1 0 0,-1-1-1 0 0,1 0 1 0 0,-1-1-1 0 0,0 0 1 0 0,13-10-1 0 0,-19 12 4 0 0,0-1 0 0 0,-1 1-1 0 0,0-1 1 0 0,0 0 0 0 0,0 0 0 0 0,0-1-1 0 0,-1 1 1 0 0,0-1 0 0 0,3-6 0 0 0,-3 6-49 0 0,6-10 65 0 0,-8 14-68 0 0,0 0-1 0 0,0 0 1 0 0,0 0 0 0 0,0 0 0 0 0,0 0-1 0 0,0 0 1 0 0,-1 0 0 0 0,1 0-1 0 0,-1 0 1 0 0,0-1 0 0 0,1-2 0 0 0,-1 2 3 0 0,1-4-5 0 0,-1 0 0 0 0,0-1 1 0 0,0 1-1 0 0,0-1 1 0 0,-1 1-1 0 0,0-1 0 0 0,0 1 1 0 0,-3-8-1 0 0,2 12-93 0 0,1 3 81 0 0,1 0 0 0 0,-1 0 0 0 0,0 0-1 0 0,1-1 1 0 0,-1 1 0 0 0,1 0 0 0 0,-1 0 0 0 0,1 0-1 0 0,-1-1 1 0 0,0 1 0 0 0,1 0 0 0 0,-1-1-1 0 0,1 1 1 0 0,-1-1 0 0 0,1 1 0 0 0,0 0 0 0 0,-1-1-1 0 0,1 1 1 0 0,-1-1 0 0 0,1 1 0 0 0,0-1-1 0 0,-1 1 1 0 0,1-1 0 0 0,-1 0 0 0 0,1 0-1 0 0,0 0 0 0 0,0 1 0 0 0,0-1 1 0 0,-1 1-1 0 0,1-1 0 0 0,0 1 0 0 0,-1 0 0 0 0,1-1 1 0 0,0 1-1 0 0,-1-1 0 0 0,1 1 0 0 0,-1 0 1 0 0,1-1-1 0 0,-1 1 0 0 0,1 0 0 0 0,-1-1 0 0 0,1 1 1 0 0,-1 0-1 0 0,1 0 0 0 0,-1-1 0 0 0,1 1 1 0 0,-1 0-1 0 0,1 0 0 0 0,-1 0 0 0 0,1 0 0 0 0,-2 0 1 0 0,-4 1-79 0 0,0 0 0 0 0,0 0 1 0 0,0 1-1 0 0,0 0 1 0 0,0 1-1 0 0,0-1 0 0 0,0 1 1 0 0,1 0-1 0 0,0 0 0 0 0,-1 1 1 0 0,1-1-1 0 0,0 1 0 0 0,1 1 1 0 0,-1-1-1 0 0,-6 9 1 0 0,-19 35-1725 0 0,28-44 817 0 0,1 1-186 0 0,-4 15-884 0 0,4-15-1433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46.6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17 3308 0 0,'3'-3'1368'0'0,"9"-10"2713"0"0,11 18-2904 0 0,-21-5-1142 0 0,-1 1 0 0 0,0-1 0 0 0,0 1 1 0 0,1-1-1 0 0,-1 1 0 0 0,0 0 1 0 0,0-1-1 0 0,0 1 0 0 0,0 0 1 0 0,0 0-1 0 0,0 0 0 0 0,0-1 0 0 0,0 1 1 0 0,0 0-1 0 0,0 1 0 0 0,0-1 1 0 0,-1 0-1 0 0,1 0 0 0 0,0 0 0 0 0,0 2 1 0 0,0-1 71 0 0,20 23 312 0 0,-2 1 1 0 0,0 1-1 0 0,24 47 1 0 0,17 26-952 0 0,-52-86-178 0 0,2-1 0 0 0,-1-1 0 0 0,2 1-1 0 0,0-2 1 0 0,13 12 0 0 0,-21-21-257 0 0,3-1-2236 0 0,22 3-254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46.8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407 19 2536 0 0,'-3'-3'343'0'0,"-13"-13"1892"0"0,9 17-1607 0 0,-22 4-169 0 0,16 0-39 0 0,-12 12-152 0 0,1 2-1 0 0,1 0 1 0 0,0 2 0 0 0,-37 45-1 0 0,23-20-147 0 0,-53 88-1 0 0,83-122-319 0 0,-22 42-392 0 0,14-15-3605 0 0,9-15 1028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47.1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149 1 3564 0 0,'0'0'3842'0'0,"-3"3"-3383"0"0,-85 116 1492 0 0,53-59-1150 0 0,16-13-290 0 0,18-43-345 0 0,0 1-41 0 0,2-1-115 0 0,-1-2 0 0 0,0-1 0 0 0,1 1 0 0 0,-1-1 1 0 0,0 1-1 0 0,0-1 0 0 0,0 1 0 0 0,-1-1 0 0 0,1 1 0 0 0,0-1 1 0 0,0 1-1 0 0,-1-1 0 0 0,0 2 0 0 0,4 1 173 0 0,1 0-152 0 0,-1 0 1 0 0,1 0-1 0 0,0 0 1 0 0,1-1-1 0 0,-1 0 0 0 0,0 0 1 0 0,1 0-1 0 0,0 0 1 0 0,0-1-1 0 0,0 0 1 0 0,0 0-1 0 0,0 0 1 0 0,0-1-1 0 0,0 1 1 0 0,1-1-1 0 0,-1-1 0 0 0,0 1 1 0 0,1-1-1 0 0,-1 0 1 0 0,1 0-1 0 0,-1 0 1 0 0,8-2-1 0 0,35-3-84 0 0,-44 4 12 0 0,13-2-315 0 0,0 0 0 0 0,-1-1 0 0 0,1-1-1 0 0,-1 0 1 0 0,0-2 0 0 0,26-13 0 0 0,-38 18 213 0 0,0 1-249 0 0,0-2-1 0 0,0 1 1 0 0,-1 0-1 0 0,1-1 0 0 0,0 1 1 0 0,-1-1-1 0 0,0 0 1 0 0,1-1-1 0 0,-1 1 1 0 0,-1 0-1 0 0,1-1 1 0 0,0 0-1 0 0,-1 1 1 0 0,3-6-1 0 0,4-14-3416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8:47.3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105 1 3512 0 0,'0'0'1247'0'0,"-7"0"-145"0"0,-25 3 494 0 0,30-2-1499 0 0,1-1 1 0 0,-1 1 0 0 0,1-1-1 0 0,-1 1 1 0 0,1 0-1 0 0,-1-1 1 0 0,1 1 0 0 0,-1 0-1 0 0,1 0 1 0 0,0 0 0 0 0,0 0-1 0 0,-3 3 1 0 0,3-3 101 0 0,-2 1-42 0 0,0 1 1 0 0,1-1 0 0 0,-1 1-1 0 0,1 0 1 0 0,0 0 0 0 0,0-1-1 0 0,0 1 1 0 0,0 1-1 0 0,0-1 1 0 0,1 0 0 0 0,-1 0-1 0 0,1 1 1 0 0,0-1 0 0 0,-1 5-1 0 0,1-5-103 0 0,-2 6 106 0 0,1 1 1 0 0,0-1-1 0 0,0 0 1 0 0,1 1-1 0 0,0-1 1 0 0,1 17-1 0 0,0-18-143 0 0,0 193-145 0 0,0-16-4194 0 0,0-135 1383 0 0,-2 0-2115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00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3748 0 0,'0'0'2749'0'0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04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9132 3572 0 0,'0'0'6700'0'0,"-2"5"-6470"0"0,-2 10 73 0 0,0 1 1 0 0,2 0 0 0 0,-1-1 0 0 0,1 21 0 0 0,1-15-191 0 0,0 120 462 0 0,2-125-521 0 0,1 33 183 0 0,5 68 132 0 0,5-1 0 0 0,5-1 0 0 0,6-1 0 0 0,53 164 0 0 0,-50-184-62 0 0,-3 2 0 0 0,13 132 0 0 0,-23-127 30 0 0,50 190-1 0 0,-21-169-179 0 0,4-1 0 0 0,113 207 0 0 0,-98-226-25 0 0,111 142 0 0 0,-125-187-126 0 0,3-3 0 0 0,2-2 0 0 0,67 52 1 0 0,-39-44 3 0 0,156 91 1 0 0,-166-115-11 0 0,101 37-1 0 0,79 13-4 0 0,-41-16 7 0 0,-55-22 9 0 0,1-7 1 0 0,182 23-1 0 0,79 15 33 0 0,35 6 2 0 0,-207-46-29 0 0,632 88 51 0 0,244-72-251 0 0,-1026-55 208 0 0,563-20-24 0 0,83-104-493 0 0,-432 38 248 0 0,-129 32 180 0 0,106-33 81 0 0,375-169 1 0 0,-126-6-13 0 0,-463 221 16 0 0,-3-4 1 0 0,-1-3 0 0 0,-2-3 0 0 0,-3-2-1 0 0,69-76 1 0 0,-36 19 194 0 0,-5-4-1 0 0,-5-4 0 0 0,90-167 1 0 0,-76 91-185 0 0,131-366 0 0 0,-30-100 355 0 0,-146 469-270 0 0,-2-3-52 0 0,21-66 218 0 0,129-584-118 0 0,-67-15-130 0 0,-73 115 16 0 0,-57-3 126 0 0,-26 165 267 0 0,0 26 465 0 0,18 253-885 0 0,43-361 1 0 0,139-372-42 0 0,76 16-143 0 0,-15 305 95 0 0,-67 327 110 0 0,-143 333-58 0 0,3 1 0 0 0,2 2 0 0 0,2 1 0 0 0,75-79 0 0 0,-90 109 0 0 0,1 1-1 0 0,0 2 1 0 0,2 0-1 0 0,0 1 1 0 0,44-20-1 0 0,-27 18 2 0 0,1 1 1 0 0,82-20-1 0 0,-106 34 12 0 0,1 1 0 0 0,24-1 0 0 0,-33 3-4 0 0,13-2 6 0 0,-5 3 0 0 0,4 1-6 0 0,23 0-8 0 0,4 1 31 0 0,75 9 0 0 0,46 9-104 0 0,-164-19 86 0 0,-1-1 14 0 0,50 3-36 0 0,-51-3-2 0 0,0-2-578 0 0,13-3 329 0 0,-14 4-44 0 0,-2-4-408 0 0,5-11 432 0 0,-5 12-206 0 0,-2-2-48 0 0,5-55-1322 0 0,-5 54 1545 0 0,0 1 64 0 0,-1 1 230 0 0,1-1-17 0 0,0 0 1 0 0,-1 0-1 0 0,0 0 0 0 0,0 0 0 0 0,0 0 0 0 0,-1 1 0 0 0,0-1 0 0 0,0 1 0 0 0,-1-1 0 0 0,1 1 0 0 0,-1 0 0 0 0,0 0 1 0 0,0 0-1 0 0,-1 0 0 0 0,0 0 0 0 0,-7-7 0 0 0,-51-28 320 0 0,58 38-189 0 0,-1 0 4 0 0,-17-7-11 0 0,17 7-18 0 0,-20-5 84 0 0,20 5-44 0 0,3 3-95 0 0,1-1 0 0 0,-1 0 1 0 0,1 0-1 0 0,-1 0 0 0 0,1 0 1 0 0,-1 0-1 0 0,1 0 1 0 0,-1 0-1 0 0,1-1 0 0 0,-1 1 1 0 0,1-1-1 0 0,-3 0 0 0 0,2 0 1 0 0,-3 1 172 0 0,6 5-167 0 0,0 16-6 0 0,-1-20-4 0 0,0-1 1 0 0,0 0-1 0 0,0 1 0 0 0,0-1 0 0 0,0 0 0 0 0,0 1 0 0 0,0-1 0 0 0,0 0 1 0 0,0 1-1 0 0,0-1 0 0 0,0 0 0 0 0,0 1 0 0 0,0-1 0 0 0,1 0 0 0 0,-1 1 0 0 0,0-1 1 0 0,0 0-1 0 0,0 0 0 0 0,0 1 0 0 0,1-1 0 0 0,-1 0 0 0 0,0 0 0 0 0,0 1 1 0 0,1-1-1 0 0,-1 0 0 0 0,0 0 0 0 0,1 0 0 0 0,-1 0 0 0 0,1 1 0 0 0,56 34 66 0 0,65 28 0 0 0,-118-61-40 0 0,-2-2-22 0 0,0 0 0 0 0,-1 1 0 0 0,1-1 0 0 0,-1 0 0 0 0,1 1 0 0 0,-1 0 0 0 0,1-1 0 0 0,-1 1 0 0 0,0 0 0 0 0,1-1 0 0 0,-1 1 0 0 0,2 2 0 0 0,0-1 16 0 0,2 0 66 0 0,-5-2-82 0 0,1 0 1 0 0,-1 0 0 0 0,1 0-1 0 0,-1 0 1 0 0,1 0 0 0 0,-1 0-1 0 0,1 0 1 0 0,-1 0 0 0 0,1 0-1 0 0,-1 0 1 0 0,1 0 0 0 0,-1 1-1 0 0,0-1 1 0 0,1 0 0 0 0,-1 0-1 0 0,1 0 1 0 0,-1 1 0 0 0,0-1-1 0 0,1 0 1 0 0,-1 1 0 0 0,1-1-1 0 0,-1 0 1 0 0,0 1 0 0 0,1-1 0 0 0,-1 0-1 0 0,0 1 1 0 0,1 0 12 0 0,-1-1 0 0 0,0 0 0 0 0,1 1 0 0 0,-1-1 1 0 0,0 0-1 0 0,1 1 0 0 0,-1-1 0 0 0,0 0 0 0 0,1 1 0 0 0,-1-1 1 0 0,0 0-1 0 0,1 0 0 0 0,-1 1 0 0 0,1-1 0 0 0,-1 0 0 0 0,1 0 1 0 0,-1 0-1 0 0,1 0 0 0 0,-1 0 0 0 0,1 0 0 0 0,-1 0 0 0 0,0 0 0 0 0,1 0 1 0 0,-1 0-1 0 0,1 0 0 0 0,0 0 0 0 0,2 3 197 0 0,-1-1-167 0 0,-1 0-1 0 0,1-1 1 0 0,-1 1 0 0 0,1 0-1 0 0,-1 0 1 0 0,0 0 0 0 0,0 0-1 0 0,0 0 1 0 0,0 1 0 0 0,0-1-1 0 0,0 0 1 0 0,0 0 0 0 0,-1 1-1 0 0,1-1 1 0 0,-1 0 0 0 0,0 1-1 0 0,0-1 1 0 0,0 0 0 0 0,0 1-1 0 0,0-1 1 0 0,0 0 0 0 0,0 1-1 0 0,-2 3 1 0 0,-14 43 358 0 0,-1-1 0 0 0,-45 83-1 0 0,9-31-5844 0 0,27-51-861 0 0,11-21 356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2.8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56 4524 0 0,'0'-5'1797'0'0,"-3"-14"-261"0"0,3 15 993 0 0,-1-1-1586 0 0,-1-13-200 0 0,1 14 2318 0 0,2 9-2767 0 0,18 185 833 0 0,20 145-4228 0 0,-38-330 2678 0 0,1 1 0 0 0,-1 0 0 0 0,1-1 0 0 0,0 1 0 0 0,0-1 0 0 0,1 0 0 0 0,-1 0 0 0 0,1 0 0 0 0,5 6 0 0 0,-6-7-1233 0 0,2-2-1111 0 0,17 10-1993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3.2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393 1 3216 0 0,'0'0'2717'0'0,"-6"1"-2169"0"0,0 1-421 0 0,-1 0 1 0 0,1 1 0 0 0,0 0 0 0 0,0 0 0 0 0,0 0 0 0 0,0 0 0 0 0,0 1 0 0 0,1 0 0 0 0,0 1-1 0 0,-7 6 1 0 0,-80 77 562 0 0,-109 97 431 0 0,198-182-1089 0 0,-1 0 12 0 0,-9 8-24 0 0,10-8 44 0 0,6-7-222 0 0,6-12 133 0 0,-7 12 9 0 0,0 3 8 0 0,0 0 0 0 0,0 0-1 0 0,-1 0 1 0 0,1 0 0 0 0,-1 0 0 0 0,1 0 0 0 0,-1-1-1 0 0,1 1 1 0 0,-1-1 0 0 0,3-2 0 0 0,1-1 33 0 0,0 1 1 0 0,1 0-1 0 0,0 0 1 0 0,0 1-1 0 0,8-4 1 0 0,-11 6-38 0 0,2-1 72 0 0,0 1 36 0 0,1 1-21 0 0,1 0-1 0 0,0 1 1 0 0,-1 0 0 0 0,1 0-1 0 0,-1 0 1 0 0,1 1-1 0 0,-1 0 1 0 0,0 0-1 0 0,0 1 1 0 0,1 0 0 0 0,-2 0-1 0 0,7 4 1 0 0,43 43 249 0 0,-40-34-385 0 0,1-1-1 0 0,0-1 1 0 0,1 0 0 0 0,0-1 0 0 0,2-1 0 0 0,19 11 0 0 0,20-7-1869 0 0,-46-14 701 0 0,0 0 1 0 0,0-2-1 0 0,22 0 0 0 0,-29-1 730 0 0,2 1-2849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3.5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51 2736 0 0,'0'0'6075'0'0,"-4"-1"-5598"0"0,-11-5 209 0 0,16 6-647 0 0,-1-1 0 0 0,0 1 0 0 0,0-1-1 0 0,1 1 1 0 0,-1-1 0 0 0,0 1 0 0 0,1-1 0 0 0,-1 1 0 0 0,0 0 0 0 0,1-1-1 0 0,-1 1 1 0 0,1 0 0 0 0,-1-1 0 0 0,1 1 0 0 0,-1 0 0 0 0,0-1 0 0 0,1 1-1 0 0,0 0 1 0 0,-1 0 0 0 0,1-1 0 0 0,-1 1 0 0 0,1 0 0 0 0,-1 0 0 0 0,1 0-1 0 0,0 0 1 0 0,3-2 46 0 0,5 1-33 0 0,0 0-1 0 0,0-1 1 0 0,16-5 0 0 0,23-4-666 0 0,-27 8 297 0 0,42-5-6179 0 0,-57 8 2687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3.8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24 1752 0 0,'0'0'1069'0'0,"-4"2"-112"0"0,-35 19 6020 0 0,43-19-6811 0 0,10 5-19 0 0,-11-6 41 0 0,3-1-76 0 0,160-32 533 0 0,-90 15-902 0 0,-71 16-42 0 0,0 0-112 0 0,0-1 71 0 0,4-1 265 0 0,0 3-6121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4.2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 3260 0 0,'0'0'4678'0'0,"-1"-4"-3371"0"0,2-8 5328 0 0,7 40-5336 0 0,8 37-1626 0 0,3 18 271 0 0,13 58-913 0 0,-14-40-8417 0 0,-14-73 2985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4.7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198 0 3452 0 0,'0'0'9246'0'0,"-2"5"-8921"0"0,-21 34-777 0 0,-49 66-1 0 0,48-75-2971 0 0,-31 30 0 0 0,34-39-1806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5.1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 82 2972 0 0,'-28'7'10693'0'0,"34"-8"-10467"0"0,119-14 107 0 0,99-15-2762 0 0,-77-1-3998 0 0,-104 20 1099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6.2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54 4432 0 0,'-1'-5'1735'0'0,"-4"-12"-260"0"0,4 12 1961 0 0,-1 1-2627 0 0,-4-14-119 0 0,5 14 1528 0 0,-1 9-1906 0 0,-7 52 411 0 0,18 117-290 0 0,-6-141-520 0 0,11 114-1057 0 0,0-50-3192 0 0,-13-92 2896 0 0,0-1-224 0 0,2 14-1116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6.7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1 129 3040 0 0,'0'-8'448'0'0,"1"-1"0"0"0,0 0-1 0 0,1 1 1 0 0,0 0 0 0 0,0-1 0 0 0,0 1-1 0 0,1 0 1 0 0,1 0 0 0 0,-1 0 0 0 0,8-10-1 0 0,-9 15-383 0 0,0 1-1 0 0,0 0 1 0 0,0 0-1 0 0,1 1 1 0 0,-1-1-1 0 0,0 0 0 0 0,1 1 1 0 0,-1-1-1 0 0,1 1 1 0 0,0 0-1 0 0,-1 0 1 0 0,1 0-1 0 0,0 0 1 0 0,0 0-1 0 0,5 0 0 0 0,-6 1-23 0 0,3-1 182 0 0,3 1-42 0 0,0-2-130 0 0,-5 2-30 0 0,0-1 0 0 0,0 1 1 0 0,0 0-1 0 0,0 0 0 0 0,-1 0 1 0 0,1 0-1 0 0,0 1 0 0 0,0-1 1 0 0,0 1-1 0 0,5 1 1 0 0,0 0-5 0 0,0 0 0 0 0,0 0 0 0 0,0 1 0 0 0,-1 0 0 0 0,1 0 0 0 0,-1 1 1 0 0,1 0-1 0 0,-1 0 0 0 0,-1 1 0 0 0,1 0 0 0 0,-1 0 0 0 0,1 0 1 0 0,-1 1-1 0 0,-1 0 0 0 0,1 0 0 0 0,-1 1 0 0 0,8 12 0 0 0,-12-16-26 0 0,0 0 0 0 0,0 0 0 0 0,0 0 0 0 0,0 1 0 0 0,-1-1 0 0 0,1 0 0 0 0,-1 0 0 0 0,0 0 0 0 0,0 1 0 0 0,0-1 0 0 0,0 0 0 0 0,0 0 0 0 0,-1 1 0 0 0,-1 3 0 0 0,2-4 4 0 0,-1 1 2 0 0,-1 1 0 0 0,1-1 0 0 0,-1 1 0 0 0,0-1 0 0 0,0 0 0 0 0,0 1 1 0 0,-1-1-1 0 0,1 0 0 0 0,-1 0 0 0 0,-5 6 0 0 0,5-7 7 0 0,-1 2 0 0 0,-1 1 1 0 0,0-1-1 0 0,0-1 1 0 0,0 1-1 0 0,0-1 1 0 0,-1 0-1 0 0,0 0 1 0 0,-6 4-1 0 0,6-5 2 0 0,-18 12-13 0 0,4-8 43 0 0,-29 11 111 0 0,44-16-93 0 0,0-1-9 0 0,-16 2-11 0 0,15-2-16 0 0,2-2-7 0 0,-15-1-34 0 0,14 2-12 0 0,7-3-86 0 0,8-8 116 0 0,-8 8 30 0 0,3 5 8 0 0,24 13 157 0 0,-2 1 0 0 0,0 1 0 0 0,48 42 0 0 0,-33-26-108 0 0,-34-27-95 0 0,22 16 15 0 0,-10-10-315 0 0,41 15-1851 0 0,-44-21 544 0 0,0-3 764 0 0,-2-3-1370 0 0,18 2-1397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7.2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38 2860 0 0,'6'-21'1039'0'0,"-4"17"1567"0"0,-2 4-2586 0 0,1 0-1 0 0,-1 0 1 0 0,1 0-1 0 0,-1 0 1 0 0,1 0-1 0 0,-1-1 1 0 0,1 1-1 0 0,-1 0 1 0 0,1 0-1 0 0,-1 0 1 0 0,1 0 0 0 0,-1 0-1 0 0,1-1 1 0 0,-1 1-1 0 0,1 0 1 0 0,-1-1-1 0 0,1 1 1 0 0,-1 0-1 0 0,1-1 1 0 0,-1 1-1 0 0,0 0 1 0 0,1-1-1 0 0,-1 0 1 0 0,1 1 15 0 0,0-1 1 0 0,-1 0 0 0 0,1 1 0 0 0,-1-1-1 0 0,1 1 1 0 0,0-1 0 0 0,-1 1-1 0 0,1 0 1 0 0,0-1 0 0 0,0 1-1 0 0,-1 0 1 0 0,1-1 0 0 0,0 1-1 0 0,0 0 1 0 0,0 0 0 0 0,-1 0-1 0 0,1 0 1 0 0,0-1 0 0 0,0 1-1 0 0,0 0 1 0 0,-1 0 0 0 0,1 1-1 0 0,0-1 1 0 0,0 0 0 0 0,1 0-1 0 0,17 3 367 0 0,1 0 0 0 0,-1 1 0 0 0,33 12-1 0 0,-47-13-361 0 0,0-1 0 0 0,-1 1 0 0 0,0 0 0 0 0,1 0 0 0 0,-1 0 0 0 0,0 1 0 0 0,-1-1 0 0 0,5 5 0 0 0,-4-3 12 0 0,-1-2-27 0 0,-1 0 1 0 0,0 1 0 0 0,0-1-1 0 0,0 1 1 0 0,0-1 0 0 0,0 1-1 0 0,-1-1 1 0 0,0 1 0 0 0,0 0 0 0 0,0 0-1 0 0,0-1 1 0 0,0 7 0 0 0,0-6-26 0 0,0 2 76 0 0,-2 0 26 0 0,-2 7 170 0 0,0-1-1 0 0,-1 1 0 0 0,0-1 0 0 0,-12 21 0 0 0,5-15-69 0 0,9-13-16 0 0,-10 13 180 0 0,9-15 99 0 0,-5 15-256 0 0,6-14-24 0 0,12 0-133 0 0,-10-4-52 0 0,1 1 1 0 0,0-1 0 0 0,-1 1 0 0 0,1-1-1 0 0,0 1 1 0 0,0-1 0 0 0,-1 0-1 0 0,1 1 1 0 0,0-1 0 0 0,0 0 0 0 0,-1 0-1 0 0,1 1 1 0 0,0-1 0 0 0,0 0-1 0 0,0 0 1 0 0,-1 0 0 0 0,1 0 0 0 0,0 0-1 0 0,0 0 1 0 0,0 0 0 0 0,0 0-1 0 0,-1-1 1 0 0,1 1 0 0 0,1-1 0 0 0,44-4-313 0 0,91-25-2215 0 0,-41 6-2404 0 0,-91 23 4520 0 0,40-11-4839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7.6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69 4864 0 0,'0'0'6836'0'0,"3"-5"-6516"0"0,9-15-57 0 0,-12 19-257 0 0,0 1 0 0 0,1-1 1 0 0,-1 1-1 0 0,0-1 0 0 0,0 1 0 0 0,1 0 0 0 0,-1-1 0 0 0,0 1 1 0 0,1 0-1 0 0,-1-1 0 0 0,1 1 0 0 0,-1 0 0 0 0,0-1 0 0 0,1 1 0 0 0,-1 0 1 0 0,1 0-1 0 0,-1-1 0 0 0,1 1 0 0 0,-1 0 0 0 0,1 0 0 0 0,-1 0 1 0 0,1 0-1 0 0,-1 0 0 0 0,1 0 0 0 0,0 0 0 0 0,202-28-716 0 0,-130 20-5454 0 0,-66 7 635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7.8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29 4568 0 0,'-3'2'1457'0'0,"-10"11"2564"0"0,18-11-3367 0 0,56 6 590 0 0,215-25-1902 0 0,-99-10-5716 0 0,-127 18 1502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8.9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271 217 3104 0 0,'8'-11'394'0'0,"-5"7"-146"0"0,0 1 0 0 0,-1 0 0 0 0,0-1 1 0 0,1 1-1 0 0,-1-1 0 0 0,2-7 0 0 0,18-47 1882 0 0,-20 52-1352 0 0,-2 0-57 0 0,2-21-67 0 0,-2 20-46 0 0,-2 1-46 0 0,0-1-273 0 0,0 0 1 0 0,-1 0 0 0 0,0 0 0 0 0,-6-9-1 0 0,7 13 114 0 0,-3 1-57 0 0,-14-7-52 0 0,14 7-70 0 0,-1 1-122 0 0,-1 1-24 0 0,-1 0 0 0 0,1 1 0 0 0,-1 0 0 0 0,1 0 0 0 0,0 1 0 0 0,-1 0 0 0 0,1 0 0 0 0,0 0 1 0 0,-13 7-1 0 0,8-2-19 0 0,1 0 0 0 0,0 1 0 0 0,0 0 1 0 0,1 0-1 0 0,-15 16 0 0 0,13-11-25 0 0,0 1 0 0 0,1 1 0 0 0,1-1 0 0 0,0 1 0 0 0,1 1-1 0 0,1 0 1 0 0,-10 25 0 0 0,10-10-71 0 0,6-26 5 0 0,2 2-26 0 0,6 44-196 0 0,-4-47 82 0 0,1 0 61 0 0,2 1 65 0 0,0 0 0 0 0,0-1 0 0 0,0 0-1 0 0,11 7 1 0 0,-13-9-64 0 0,4-1 12 0 0,3 0 102 0 0,0-1 1 0 0,0 1-1 0 0,0-2 1 0 0,0 1 0 0 0,0-1-1 0 0,0-1 1 0 0,0 0-1 0 0,18-6 1 0 0,-8-1 231 0 0,-1 0 0 0 0,30-22-1 0 0,-41 25-198 0 0,-1-1 0 0 0,0 0 0 0 0,0 0 0 0 0,-1 0 0 0 0,0-1 0 0 0,0 0 0 0 0,-1 0 1 0 0,0-1-1 0 0,0 1 0 0 0,-1-1 0 0 0,0 0 0 0 0,-1 0 0 0 0,0 0 0 0 0,-1-1 0 0 0,1 1 0 0 0,0-13 0 0 0,-1 9 10 0 0,-1-9-15 0 0,-4 6 3 0 0,2 10-29 0 0,0 0 0 0 0,0 0 1 0 0,-1 0-1 0 0,1 0 0 0 0,-2 0 0 0 0,1 0 0 0 0,-1 0 0 0 0,1 0 0 0 0,-5-5 0 0 0,5 9-38 0 0,-1-1 0 0 0,1 0 1 0 0,-1 0-1 0 0,0 1 0 0 0,0-1 1 0 0,0 1-1 0 0,0 0 0 0 0,0 0 1 0 0,-1 0-1 0 0,1 1 0 0 0,0-1 0 0 0,-1 1 1 0 0,1-1-1 0 0,-1 1 0 0 0,-7-1 1 0 0,7 2-77 0 0,-1 0 0 0 0,1 0 0 0 0,-1 0 0 0 0,1 1 0 0 0,-1 0 0 0 0,1 0 0 0 0,-1 0 0 0 0,1 0 0 0 0,0 1 0 0 0,-1 0 0 0 0,-6 4 0 0 0,1-2-116 0 0,1 2 0 0 0,1-1-1 0 0,-1 1 1 0 0,-7 8 0 0 0,8-6-280 0 0,1 0 0 0 0,0 0 0 0 0,0 1 0 0 0,1 0 0 0 0,-7 12 1 0 0,10-15-231 0 0,0 0 1 0 0,1 0 0 0 0,-1 0-1 0 0,1 1 1 0 0,1-1-1 0 0,-2 8 1 0 0,0 11-3508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39.6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89 3200 0 0,'0'0'1760'0'0,"4"-3"-239"0"0,27-23 3967 0 0,-28 23-3998 0 0,-4 8-1662 0 0,-4 17 248 0 0,4-18-198 0 0,-5 11 164 0 0,4-11 6 0 0,6-4-127 0 0,0-1 74 0 0,0 0 1 0 0,0 0 0 0 0,0 0 0 0 0,-1 0-1 0 0,1-1 1 0 0,-1 1 0 0 0,1-1 0 0 0,-1 0-1 0 0,5-3 1 0 0,-5 2 298 0 0,-1 2-271 0 0,0 0 1 0 0,-1 0-1 0 0,1 0 0 0 0,-1 0 0 0 0,0 0 1 0 0,1 0-1 0 0,-1 0 0 0 0,0-1 0 0 0,0 1 0 0 0,2-3 1 0 0,0 1 108 0 0,-1 0-12 0 0,0 0-47 0 0,0-1 0 0 0,0 1 0 0 0,0-1 0 0 0,-1 1 0 0 0,1-1 0 0 0,-1 1 0 0 0,0-1 0 0 0,0 0 0 0 0,1-6 0 0 0,-3 9-67 0 0,1 0 0 0 0,-1-1 1 0 0,1 1-1 0 0,-1 0 0 0 0,0 0 1 0 0,1 0-1 0 0,-1 0 0 0 0,0 0 1 0 0,0 0-1 0 0,0 1 0 0 0,0-1 0 0 0,0 0 1 0 0,0 0-1 0 0,0 0 0 0 0,0 1 1 0 0,0-1-1 0 0,0 1 0 0 0,0-1 1 0 0,0 1-1 0 0,0-1 0 0 0,-1 1 1 0 0,1 0-1 0 0,0-1 0 0 0,0 1 1 0 0,0 0-1 0 0,-1 0 0 0 0,0 0 1 0 0,-11-4-13 0 0,7 4 65 0 0,-16 4-26 0 0,16-3 4 0 0,2 0 3 0 0,-35 19-11 0 0,36-18 10 0 0,2-2-41 0 0,0 1-1 0 0,0 0 1 0 0,0-1-1 0 0,0 1 1 0 0,0 0-1 0 0,0 0 1 0 0,0-1-1 0 0,1 1 1 0 0,-1 0-1 0 0,0 0 1 0 0,0 0-1 0 0,1 0 1 0 0,-1 0-1 0 0,1 0 0 0 0,-1 0 1 0 0,1 0-1 0 0,-1 1 1 0 0,1-1-1 0 0,-1 2 1 0 0,-4 14-54 0 0,4-12 14 0 0,8 3-359 0 0,-7-7 397 0 0,0-1 1 0 0,0 1-1 0 0,1 0 0 0 0,-1-1 1 0 0,0 1-1 0 0,0-1 1 0 0,1 1-1 0 0,-1-1 0 0 0,1 1 1 0 0,-1-1-1 0 0,0 1 0 0 0,1-1 1 0 0,-1 1-1 0 0,1-1 1 0 0,-1 1-1 0 0,1-1 0 0 0,0 0 1 0 0,-1 1-1 0 0,1-1 0 0 0,-1 0 1 0 0,1 0-1 0 0,-1 1 0 0 0,1-1 1 0 0,0 0-1 0 0,-1 0 1 0 0,2 0-1 0 0,14 6-17 0 0,-12-5 5 0 0,2-1-11 0 0,15-1 56 0 0,1-3 101 0 0,-18 2-93 0 0,0 1 102 0 0,0-1 35 0 0,-1 1-111 0 0,0 0 0 0 0,0-1 0 0 0,0 1 0 0 0,0-1-1 0 0,0 0 1 0 0,0 0 0 0 0,-1 0 0 0 0,1 0 0 0 0,-1 0 0 0 0,1-1 0 0 0,-1 1 0 0 0,0-1 0 0 0,0 1 0 0 0,0-1 0 0 0,0 0 0 0 0,-1 0 0 0 0,1 0 0 0 0,-1 0 0 0 0,1 0 0 0 0,-1 0 0 0 0,0-1 0 0 0,-1 1 0 0 0,1 0 0 0 0,0 0 0 0 0,-1-6 0 0 0,-3 7-85 0 0,1 1-7 0 0,0 1 1 0 0,0-1 0 0 0,0 0 0 0 0,0 1-1 0 0,0-1 1 0 0,0 1 0 0 0,0-1 0 0 0,0 1 0 0 0,0 0-1 0 0,0 0 1 0 0,0 0 0 0 0,0 0 0 0 0,0 1 0 0 0,0-1-1 0 0,0 0 1 0 0,0 1 0 0 0,0-1 0 0 0,-2 2-1 0 0,-1 0-199 0 0,3-1 93 0 0,-1 0 0 0 0,0 1 0 0 0,0-1 0 0 0,0 1 0 0 0,1 0 0 0 0,-1 0 0 0 0,1 0 0 0 0,0 0 0 0 0,-1 0-1 0 0,1 0 1 0 0,-2 4 0 0 0,4-6 148 0 0,-3 3-450 0 0,3-1-254 0 0,-1 0 488 0 0,1-1 0 0 0,-1 1 1 0 0,1 0-1 0 0,-1 0 1 0 0,0-1-1 0 0,1 1 1 0 0,-1 0-1 0 0,0-1 0 0 0,0 1 1 0 0,0-1-1 0 0,-2 2 1 0 0,16 16-3229 0 0,-9-18 2134 0 0,15 3-878 0 0,-14-3-1512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0.3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177 167 2424 0 0,'4'-6'1512'0'0,"48"-71"3119"0"0,-50 73-4040 0 0,0-1-54 0 0,2-16-42 0 0,-3 15-52 0 0,-2 2-34 0 0,-3-11-33 0 0,2 11-14 0 0,-2 1-30 0 0,3 2-283 0 0,-3-2 57 0 0,0 1 1 0 0,1 0-1 0 0,-1 0 1 0 0,0 0-1 0 0,0 0 0 0 0,0 0 1 0 0,0 1-1 0 0,0 0 1 0 0,-1 0-1 0 0,1 0 0 0 0,0 0 1 0 0,0 1-1 0 0,-9-1 1 0 0,6 1-54 0 0,0 0 19 0 0,-1 0-1 0 0,0 0 0 0 0,0 1 1 0 0,0 0-1 0 0,0 1 1 0 0,1-1-1 0 0,-1 1 0 0 0,0 1 1 0 0,1 0-1 0 0,0 0 1 0 0,0 0-1 0 0,0 1 1 0 0,0 0-1 0 0,-8 6 0 0 0,9-3-47 0 0,0 1 0 0 0,0 1-1 0 0,1-1 1 0 0,1 1 0 0 0,-5 9-1 0 0,8-14 19 0 0,1 2-4 0 0,1 1-53 0 0,1 0 1 0 0,-1 0-1 0 0,1 0 0 0 0,1-1 0 0 0,-1 1 0 0 0,1-1 0 0 0,0 1 0 0 0,0-1 0 0 0,1 0 0 0 0,0 0 1 0 0,0-1-1 0 0,8 9 0 0 0,2 1-188 0 0,1-1 1 0 0,1-1-1 0 0,26 18 1 0 0,123 74-858 0 0,-160-101 956 0 0,1 0 0 0 0,-1 1 0 0 0,0-1 0 0 0,8 11 0 0 0,-10-12 106 0 0,0 0-108 0 0,-4 1-38 0 0,0 0 135 0 0,-1-1-1 0 0,1 1 1 0 0,0-1 0 0 0,-1 0 0 0 0,0 0-1 0 0,0 0 1 0 0,0 0 0 0 0,0 0 0 0 0,0 0-1 0 0,-1 0 1 0 0,1-1 0 0 0,-1 1 0 0 0,0-1 0 0 0,0 0-1 0 0,0 0 1 0 0,0 0 0 0 0,0 0 0 0 0,-7 3-1 0 0,-33 10 274 0 0,39-14-103 0 0,-3 0 14 0 0,-19 1-11 0 0,20-1-3 0 0,0-2-8 0 0,-16 0-18 0 0,16 1-43 0 0,2-2-18 0 0,-14-4-6 0 0,13 4-7 0 0,4 0-58 0 0,0 1 0 0 0,0 0 0 0 0,-1-1 0 0 0,1 1-1 0 0,0 0 1 0 0,-1 0 0 0 0,1 0 0 0 0,-1 0 0 0 0,0 0 0 0 0,-1-1 0 0 0,-1-1-35 0 0,2 0-23 0 0,-10-39-349 0 0,12 37 347 0 0,1 1-7 0 0,2-7 29 0 0,1 1 0 0 0,0-1 1 0 0,1 1-1 0 0,0 0 0 0 0,1 0 0 0 0,9-12 1 0 0,51-63 169 0 0,-51 66 16 0 0,6-6 223 0 0,-8 10 66 0 0,-1-1 1 0 0,11-19-1 0 0,-21 32-216 0 0,0-2-50 0 0,7-13-27 0 0,-7 14 59 0 0,-1-1-160 0 0,1 1-54 0 0,4-15-273 0 0,-6 18 270 0 0,0 0 0 0 0,0 1 0 0 0,0-1 0 0 0,0 0 0 0 0,-1 1 0 0 0,1-1 0 0 0,0 0-1 0 0,0 1 1 0 0,0-1 0 0 0,-1 1 0 0 0,1-1 0 0 0,0 0 0 0 0,0 1 0 0 0,-1-1 0 0 0,1 1 0 0 0,-1-1 0 0 0,1 1 0 0 0,0-1 0 0 0,-2 0-1 0 0,2 1-168 0 0,-1-1 0 0 0,1 1 0 0 0,0-1 0 0 0,-1 1 0 0 0,1-1-1 0 0,-1 1 1 0 0,1-1 0 0 0,0 0 0 0 0,-1 1 0 0 0,1-1 0 0 0,0 1-1 0 0,0-1 1 0 0,0 0 0 0 0,-1 1 0 0 0,1-1 0 0 0,0 1 0 0 0,0-1-1 0 0,0 0 1 0 0,0 0 0 0 0,-5 2-827 0 0,-14 5-283 0 0,15-5-311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0.6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132 54 4012 0 0,'5'-4'995'0'0,"0"0"-1"0"0,-1 0 1 0 0,1 0 0 0 0,-1-1-1 0 0,6-7 1 0 0,-8 9 1818 0 0,-5 0-2432 0 0,-9-8-61 0 0,9 8-49 0 0,-1 5-43 0 0,-5 1-165 0 0,0 0 0 0 0,1 1-1 0 0,-1 1 1 0 0,1 0 0 0 0,0 0 0 0 0,1 0-1 0 0,-1 1 1 0 0,1 0 0 0 0,0 0-1 0 0,0 1 1 0 0,1 0 0 0 0,0 0 0 0 0,0 1-1 0 0,1-1 1 0 0,0 1 0 0 0,-4 9-1 0 0,-8 16 18 0 0,16-25-68 0 0,1-2 2 0 0,-1 0-28 0 0,0-1-1 0 0,1 1 0 0 0,0-1 0 0 0,0 0 0 0 0,0 1 0 0 0,1-1 0 0 0,0 1 0 0 0,0-1 0 0 0,0 0 0 0 0,0 1 1 0 0,1-1-1 0 0,0 0 0 0 0,0 0 0 0 0,1 0 0 0 0,-1 0 0 0 0,1-1 0 0 0,0 1 0 0 0,0 0 0 0 0,1-1 1 0 0,-1 0-1 0 0,1 0 0 0 0,0 0 0 0 0,7 5 0 0 0,7 3-96 0 0,-14-10 88 0 0,0 0-14 0 0,2 0 4 0 0,16 5-21 0 0,-16-6 19 0 0,1-1 99 0 0,19 0 74 0 0,-20 0 62 0 0,0-2 40 0 0,-5 2-236 0 0,5-2 96 0 0,-1 1-1 0 0,0-1 1 0 0,1 0-1 0 0,-1 0 0 0 0,0-1 1 0 0,0 0-1 0 0,-1 0 1 0 0,1 0-1 0 0,0 0 1 0 0,-1-1-1 0 0,0 0 0 0 0,0 0 1 0 0,0 0-1 0 0,0 0 1 0 0,-1 0-1 0 0,0-1 0 0 0,0 0 1 0 0,4-8-1 0 0,-4 6-141 0 0,0 0 0 0 0,-1-1 0 0 0,0 1 1 0 0,0-1-1 0 0,0 0 0 0 0,-1 0 0 0 0,-1 1 0 0 0,0-14 0 0 0,0 16-205 0 0,-1-1 0 0 0,0 1 0 0 0,-1 0 1 0 0,1-1-1 0 0,-1 1 0 0 0,0 0 0 0 0,0 0 0 0 0,-1 0 1 0 0,1 1-1 0 0,-1-1 0 0 0,0 0 0 0 0,-1 1 0 0 0,1 0 0 0 0,-1 0 1 0 0,-5-6-1 0 0,2 4-964 0 0,0 0 1 0 0,-1 1 0 0 0,1 0-1 0 0,-15-8 1 0 0,-12-3-5422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4.3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30 4932 0 0,'0'0'1617'0'0,"1"-5"-293"0"0,4-15-246 0 0,-4 15 2483 0 0,0 11-3080 0 0,3 44 38 0 0,-3-1 1 0 0,-4 54-1 0 0,0 1-293 0 0,2-35-1130 0 0,4-1 1 0 0,11 74 0 0 0,-12-135 362 0 0,0-1 0 0 0,0 1 0 0 0,0-1 0 0 0,1 1 0 0 0,0-1 0 0 0,0 0 1 0 0,6 10-1 0 0,-6-12 67 0 0,4 3-2190 0 0,12 5-1898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4.7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442 54 2200 0 0,'0'-5'1340'0'0,"0"-18"-232"0"0,0 18 549 0 0,-3 1-1075 0 0,-8-9-113 0 0,9 10-64 0 0,-3 4-57 0 0,-18 10-182 0 0,2 1 0 0 0,-1 1-1 0 0,2 1 1 0 0,0 0 0 0 0,-27 26 0 0 0,5-6-78 0 0,-149 103 101 0 0,187-135-167 0 0,-19 6-240 0 0,16-31-192 0 0,10 19 342 0 0,3-2 91 0 0,0-1 0 0 0,1 1 0 0 0,0 1 0 0 0,0-1 0 0 0,13-7 0 0 0,-16 12 103 0 0,3 0 33 0 0,-2-1-103 0 0,-3 1-32 0 0,0 1 1 0 0,0-1-1 0 0,0 1 1 0 0,0-1-1 0 0,0 1 0 0 0,0 0 1 0 0,0-1-1 0 0,0 1 1 0 0,-1 0-1 0 0,1 1 1 0 0,0-1-1 0 0,0 0 1 0 0,0 0-1 0 0,0 1 0 0 0,3 0 1 0 0,15 7 118 0 0,0 0-1 0 0,-1 2 1 0 0,0 0 0 0 0,0 1-1 0 0,-2 0 1 0 0,31 27 0 0 0,-16-14-141 0 0,11 4-425 0 0,15 0-2056 0 0,-24-18-1192 0 0,-28-9-294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5.0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66 3480 0 0,'0'0'2361'0'0,"-3"-2"-1440"0"0,-13-6-100 0 0,12 6 2158 0 0,9 0-2777 0 0,12-6-215 0 0,1 1 0 0 0,0 1 0 0 0,28-5 0 0 0,55-7-3493 0 0,-96 17 2246 0 0,1 1-930 0 0,22 0-1526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5.2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3 1752 0 0,'-46'32'6209'0'0,"57"-12"-4988"0"0,-5-19-933 0 0,103-2 434 0 0,-46-6-2877 0 0,100-25-1 0 0,-122 23-209 0 0,-11 2-1111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5.8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84 70 2392 0 0,'0'0'9771'0'0,"-3"-2"-9487"0"0,-8-7 8 0 0,8 7 1012 0 0,6-16-1086 0 0,1 6-58 0 0,-3 11-136 0 0,0-1-1 0 0,0 1 0 0 0,0 0 1 0 0,0-1-1 0 0,0 1 0 0 0,1 0 1 0 0,-1 0-1 0 0,1 0 0 0 0,-1 0 1 0 0,0 0-1 0 0,1 0 1 0 0,0 1-1 0 0,-1-1 0 0 0,1 0 1 0 0,2 0-1 0 0,16-5 157 0 0,-15 4-50 0 0,1 2-32 0 0,-2-1-89 0 0,0 1 8 0 0,0-1 1 0 0,0 1-1 0 0,0 0 0 0 0,0 0 0 0 0,-1 0 0 0 0,1 1 0 0 0,0-1 0 0 0,0 1 1 0 0,-1 0-1 0 0,1 0 0 0 0,0 0 0 0 0,-1 1 0 0 0,1-1 0 0 0,3 3 0 0 0,1 1 8 0 0,0 0 0 0 0,0 1 0 0 0,-1 0 0 0 0,1 0-1 0 0,-1 1 1 0 0,-1-1 0 0 0,1 2 0 0 0,-1-1 0 0 0,0 1-1 0 0,-1 0 1 0 0,0 0 0 0 0,0 0 0 0 0,-1 1 0 0 0,0-1-1 0 0,0 1 1 0 0,-1 0 0 0 0,0 1 0 0 0,-1-1 0 0 0,3 17-1 0 0,-4-17-36 0 0,0-5 6 0 0,0-1-1 0 0,-1 1 1 0 0,1-1 0 0 0,-1 1-1 0 0,0 0 1 0 0,0-1 0 0 0,-1 1 0 0 0,1-1-1 0 0,-2 5 1 0 0,0 8-11 0 0,0 0 0 0 0,-2-1 0 0 0,0 0 0 0 0,-1 0 0 0 0,0 0 0 0 0,-1 0 0 0 0,-1-1 0 0 0,0 0 0 0 0,-1 0 0 0 0,-1-1 0 0 0,0 0 0 0 0,-17 20 0 0 0,14-22-22 0 0,1-1 0 0 0,-22 15 0 0 0,28-22 18 0 0,0 0 0 0 0,0 0 0 0 0,-1 0 0 0 0,1-1 0 0 0,0 0 0 0 0,-1 0 0 0 0,0 0 0 0 0,1-1 0 0 0,-1 0 0 0 0,-11 1 0 0 0,12-3-44 0 0,-16-2-49 0 0,15 2 19 0 0,2-2 0 0 0,1 1 61 0 0,-1 0 0 0 0,1 0 0 0 0,0 0 0 0 0,0-1 0 0 0,0 0 0 0 0,0 1 0 0 0,1-1 0 0 0,-1 0 0 0 0,1 0 0 0 0,0-1 0 0 0,-1 1 0 0 0,1 0 0 0 0,1-1 1 0 0,-1 1-1 0 0,1-1 0 0 0,-1 0 0 0 0,0-4 0 0 0,1 1 4 0 0,0 0-1 0 0,0 0 1 0 0,1 0 0 0 0,0 0 0 0 0,0 0 0 0 0,1 0 0 0 0,0 0-1 0 0,0 0 1 0 0,0 0 0 0 0,1 0 0 0 0,0 1 0 0 0,1-1 0 0 0,5-11 0 0 0,-7 16 23 0 0,1 0 1 0 0,-1 0-1 0 0,1 0 1 0 0,-1 1 0 0 0,1-1-1 0 0,0 0 1 0 0,0 1-1 0 0,0-1 1 0 0,-1 1 0 0 0,2 0-1 0 0,-1 0 1 0 0,0 0-1 0 0,0 0 1 0 0,0 0 0 0 0,0 0-1 0 0,1 0 1 0 0,-1 1-1 0 0,0-1 1 0 0,4 0 0 0 0,-3 1 8 0 0,2-1-5 0 0,0 1 0 0 0,-1 0 1 0 0,1 1-1 0 0,0-1 1 0 0,0 1-1 0 0,0 0 0 0 0,0 0 1 0 0,-1 0-1 0 0,1 1 1 0 0,-1-1-1 0 0,1 1 1 0 0,7 5-1 0 0,-4-4 1 0 0,39 19 44 0 0,-1 1-1 0 0,52 36 1 0 0,-66-37-540 0 0,0-2 0 0 0,2-2 0 0 0,0-1 0 0 0,1-2 0 0 0,44 14 0 0 0,-27-15-4655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7.5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11 3804 0 0,'-9'-11'4836'0'0,"5"13"-1837"0"0,6 30-867 0 0,11 38-1844 0 0,33 93 461 0 0,10 48-1372 0 0,-47-153-1242 0 0,-6-36 1360 0 0,5 43-7280 0 0,-8-60 3795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7.9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0 193 3064 0 0,'1'-7'1161'0'0,"0"-8"-687"0"0,0 0 0 0 0,1 1 0 0 0,1-1 0 0 0,0 1 0 0 0,1 0-1 0 0,1 0 1 0 0,0 0 0 0 0,8-15 0 0 0,-11 26-412 0 0,1-1 1 0 0,-1 1-1 0 0,1 0 0 0 0,0 0 1 0 0,0 1-1 0 0,0-1 0 0 0,0 0 1 0 0,1 1-1 0 0,-1 0 0 0 0,1 0 0 0 0,-1 0 1 0 0,1 0-1 0 0,5-1 0 0 0,-6 2-30 0 0,2-1 158 0 0,2 2-18 0 0,1-1-122 0 0,-5 1-29 0 0,0-1 0 0 0,0 1 0 0 0,0 0 0 0 0,0 0 0 0 0,0 0 0 0 0,0 1 0 0 0,-1-1 0 0 0,1 1 0 0 0,0 0 0 0 0,0-1 0 0 0,2 2 0 0 0,3 0 27 0 0,-5-2-28 0 0,0 0-1 0 0,-1 1 1 0 0,1 0-1 0 0,0 0 1 0 0,0 0-1 0 0,-1 0 1 0 0,1 0 0 0 0,0 0-1 0 0,3 4 1 0 0,-1-3-8 0 0,3 2 13 0 0,0 1 0 0 0,0-1 0 0 0,-1 1 0 0 0,1 1 0 0 0,-1-1-1 0 0,0 1 1 0 0,-1 1 0 0 0,1-1 0 0 0,6 11 0 0 0,-9-12-33 0 0,0 1 1 0 0,-1 0-1 0 0,0 0 0 0 0,0 1 1 0 0,-1-1-1 0 0,0 0 0 0 0,0 1 1 0 0,0 0-1 0 0,-1-1 0 0 0,0 1 0 0 0,0 0 1 0 0,-1 0-1 0 0,1 0 0 0 0,-2-1 1 0 0,1 1-1 0 0,-1 0 0 0 0,0 0 1 0 0,0 0-1 0 0,-1-1 0 0 0,-4 13 1 0 0,5-17-9 0 0,1-1 1 0 0,-1 1 0 0 0,1 0 0 0 0,-1 0 0 0 0,0-1 0 0 0,0 1 0 0 0,0 0 0 0 0,0-1-1 0 0,0 1 1 0 0,0-1 0 0 0,0 0 0 0 0,0 1 0 0 0,-1-1 0 0 0,1 0 0 0 0,-1 1-1 0 0,-1 0 1 0 0,-8 7-157 0 0,-11 9 104 0 0,2-4 20 0 0,1-8-27 0 0,-34 11-114 0 0,47-16 187 0 0,0 0 32 0 0,-19 2 2 0 0,19-2 18 0 0,0-2-22 0 0,-18 0 69 0 0,18 1 886 0 0,10 3-933 0 0,30 24-40 0 0,1-2 0 0 0,1-1 0 0 0,1-2 1 0 0,60 27-1 0 0,-84-45-496 0 0,0 0-1 0 0,-1-1 1 0 0,23 3 0 0 0,-26-4 167 0 0,24 1-2760 0 0,-26-4 2041 0 0,0 2-3452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8.3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38 125 3864 0 0,'-26'-49'3387'0'0,"24"45"-2623"0"0,0-1-102 0 0,-5-18 819 0 0,18-4-745 0 0,-10 26-716 0 0,1 0 1 0 0,-1-1-1 0 0,1 1 1 0 0,0 0-1 0 0,0 0 1 0 0,-1 0-1 0 0,1 0 1 0 0,0 1-1 0 0,3-2 1 0 0,0 0 103 0 0,26-1 59 0 0,-25 2-125 0 0,1 2-6 0 0,-2 0-17 0 0,45 9-16 0 0,-47-9-14 0 0,0 0 0 0 0,0 0 0 0 0,0 0 0 0 0,0 1 0 0 0,0-1-1 0 0,-1 1 1 0 0,1 0 0 0 0,-1 0 0 0 0,1 0 0 0 0,-1 0 0 0 0,0 0 0 0 0,1 1 0 0 0,-1-1 0 0 0,0 1 0 0 0,0-1 0 0 0,-1 1-1 0 0,3 4 1 0 0,-2 0 10 0 0,0 0 0 0 0,-1 1 0 0 0,0-1 0 0 0,0 0 0 0 0,-1 1 0 0 0,0-1 0 0 0,-2 15 0 0 0,1-17-8 0 0,-1 1 5 0 0,0 0 1 0 0,0 0-1 0 0,0 0 1 0 0,-1 0-1 0 0,0 0 0 0 0,-7 9 1 0 0,8-11-9 0 0,-1 1 10 0 0,1-2 6 0 0,-20 37 1400 0 0,25-38-1269 0 0,3 1-142 0 0,-1-1 0 0 0,1 0 1 0 0,0 0-1 0 0,-1 0 0 0 0,1-1 0 0 0,0 0 0 0 0,0 0 0 0 0,0 0 0 0 0,0-1 0 0 0,11 0 0 0 0,150-4-1349 0 0,-4-1-6274 0 0,-154 5 3027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8.6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29 2592 0 0,'0'0'2837'0'0,"-3"2"-1647"0"0,-2 2 790 0 0,8-2-583 0 0,24-4 29 0 0,61-10-1400 0 0,-48 5 161 0 0,-20 4-339 0 0,39-7-2109 0 0,-28 8-2435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8.8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0 3608 0 0,'-4'2'1311'0'0,"-5"3"-207"0"0,0 0-1 0 0,0 1 1 0 0,-10 8 1117 0 0,20-13-2178 0 0,-1 1 1 0 0,1-1-1 0 0,-1 1 1 0 0,1-1-1 0 0,-1 1 1 0 0,0-1-1 0 0,1 1 0 0 0,-1-1 1 0 0,0 1-1 0 0,0-1 1 0 0,0 1-1 0 0,-1 1 1 0 0,1-2 12 0 0,0-1-49 0 0,0 0-1 0 0,0 1 0 0 0,0-1 0 0 0,0 0 0 0 0,0 0 1 0 0,0 0-1 0 0,0 1 0 0 0,0-1 0 0 0,0 0 0 0 0,0 0 0 0 0,0 0 1 0 0,0 1-1 0 0,0-1 0 0 0,1 0 0 0 0,-1 0 0 0 0,0 0 1 0 0,0 1-1 0 0,0-1 0 0 0,0 0 0 0 0,0 0 0 0 0,0 0 1 0 0,1 0-1 0 0,-1 1 0 0 0,0-1 0 0 0,0 0 0 0 0,0 0 1 0 0,0 0-1 0 0,1 0 0 0 0,-1 0 0 0 0,0 0 0 0 0,0 0 1 0 0,0 1-1 0 0,1-1 0 0 0,-1 0 0 0 0,0 0 0 0 0,0 0 0 0 0,1 0 1 0 0,6 2 35 0 0,1 1-1 0 0,-1-1 1 0 0,1 0 0 0 0,0-1 0 0 0,0 0 0 0 0,10 0-1 0 0,33 0-621 0 0,53-13-1402 0 0,-27-3-2660 0 0,-45 6 286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9.5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154 148 3564 0 0,'1'-5'1242'0'0,"7"-76"3019"0"0,-8 76-3550 0 0,-2 1-431 0 0,-5-13-19 0 0,5 13 242 0 0,-1 4-430 0 0,0 1 0 0 0,0-1 0 0 0,0 1 1 0 0,0 0-1 0 0,0 0 0 0 0,0 1 0 0 0,1-1 1 0 0,-1 0-1 0 0,0 1 0 0 0,1 0 0 0 0,-1-1 0 0 0,1 1 1 0 0,-3 3-1 0 0,-27 29 542 0 0,21-18-516 0 0,1 1-1 0 0,1 0 0 0 0,1 1 1 0 0,0 0-1 0 0,1 1 0 0 0,1-1 1 0 0,1 1-1 0 0,0 1 0 0 0,2-1 1 0 0,-3 38-1 0 0,6-52-96 0 0,0 1 0 0 0,0-1 0 0 0,0 0 0 0 0,0 0 1 0 0,1 0-1 0 0,0 1 0 0 0,0-1 0 0 0,0 0 0 0 0,1 0 0 0 0,0 0 0 0 0,0-1 1 0 0,3 7-1 0 0,-3-8-6 0 0,0 0-1 0 0,1 0 1 0 0,-1 0 0 0 0,1 0 0 0 0,0-1 0 0 0,0 0 0 0 0,0 1 0 0 0,0-1 0 0 0,0 0-1 0 0,0-1 1 0 0,0 1 0 0 0,1 0 0 0 0,6 1 0 0 0,-6-1-1 0 0,3-3 11 0 0,2 2 0 0 0,-5 0-3 0 0,-1-1 1 0 0,1 0-1 0 0,-1 0 0 0 0,0 0 1 0 0,1-1-1 0 0,-1 1 1 0 0,1-1-1 0 0,-1 0 1 0 0,4-1-1 0 0,9-2 128 0 0,1-1 0 0 0,-1-1-1 0 0,-1-1 1 0 0,1 0 0 0 0,-1-1-1 0 0,0 0 1 0 0,-1-2 0 0 0,26-21 0 0 0,-30 23-84 0 0,-1-1 1 0 0,-1 0 0 0 0,0 0 0 0 0,0-1 0 0 0,0 0-1 0 0,-2-1 1 0 0,1 0 0 0 0,-1 0 0 0 0,-1 0 0 0 0,0 0-1 0 0,0-1 1 0 0,-1 0 0 0 0,2-15 0 0 0,-3 12-18 0 0,-2 13-27 0 0,0-1 1 0 0,-1 1-1 0 0,0-1 1 0 0,1 1-1 0 0,-1-1 0 0 0,0 0 1 0 0,-1 1-1 0 0,1-1 1 0 0,-1-3-1 0 0,-1-8 35 0 0,2 10-35 0 0,-1-8 9 0 0,-1 1 0 0 0,0-1-1 0 0,-6-14 1 0 0,7 23-12 0 0,0 0 1 0 0,0-1-1 0 0,0 1 0 0 0,-1 0 0 0 0,0-1 1 0 0,0 1-1 0 0,0 0 0 0 0,0 1 0 0 0,0-1 1 0 0,0 0-1 0 0,-1 0 0 0 0,1 1 0 0 0,-1 0 1 0 0,0-1-1 0 0,0 1 0 0 0,0 0 1 0 0,0 0-1 0 0,-6-2 0 0 0,4 3-100 0 0,0 0 1 0 0,0 0-1 0 0,0 0 0 0 0,0 1 0 0 0,0 0 1 0 0,0 0-1 0 0,0 1 0 0 0,0-1 0 0 0,0 1 1 0 0,1 0-1 0 0,-1 0 0 0 0,0 1 0 0 0,0 0 1 0 0,1-1-1 0 0,-1 2 0 0 0,1-1 0 0 0,-1 0 1 0 0,1 1-1 0 0,0 0 0 0 0,0 0 1 0 0,0 0-1 0 0,0 0 0 0 0,1 1 0 0 0,-5 5 1 0 0,2-4-157 0 0,4-4 134 0 0,-1 1 0 0 0,1 0 0 0 0,0 0 0 0 0,0-1 0 0 0,1 2 0 0 0,-1-1 0 0 0,0 0 0 0 0,1 0 0 0 0,-1 0 1 0 0,1 1-1 0 0,-2 2 0 0 0,-25 57-3958 0 0,25-48 1416 0 0,-3 21-1898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49.9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60 3300 0 0,'0'0'1989'0'0,"4"-1"-407"0"0,12-7 469 0 0,0 1 2276 0 0,-16 9-3276 0 0,-6 7-1814 0 0,3-6 1675 0 0,11 2-717 0 0,-8-4-177 0 0,0-1-1 0 0,0 1 1 0 0,1-1-1 0 0,-1 0 1 0 0,0 1 0 0 0,1-1-1 0 0,-1 0 1 0 0,0 1 0 0 0,1-1-1 0 0,-1 0 1 0 0,1 0-1 0 0,-1 1 1 0 0,0-1 0 0 0,1 0-1 0 0,-1 0 1 0 0,1 0 0 0 0,-1 1-1 0 0,1-1 1 0 0,-1 0-1 0 0,1 0 1 0 0,-1 0 0 0 0,0 0-1 0 0,1 0 1 0 0,-1 0 0 0 0,1 0-1 0 0,-1 0 1 0 0,1 0-1 0 0,-1 0 1 0 0,1 0 0 0 0,-1 0-1 0 0,1 0 1 0 0,-1-1 0 0 0,1 1-1 0 0,-1 0 1 0 0,0 0-1 0 0,1-1 1 0 0,32-25 556 0 0,-30 23-441 0 0,-2 3-174 0 0,0-1 0 0 0,-1 0-1 0 0,1 0 1 0 0,0 0-1 0 0,0 0 1 0 0,0 0-1 0 0,-1 0 1 0 0,1 0-1 0 0,0 0 1 0 0,-1 0 0 0 0,1 0-1 0 0,-1 0 1 0 0,1 0-1 0 0,-1-1 1 0 0,0 1-1 0 0,1 0 1 0 0,-1 0 0 0 0,0-2-1 0 0,-8-10-185 0 0,3 9-3810 0 0,-14 11 2305 0 0,15-6 607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0.4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139 157 3224 0 0,'4'-3'1417'0'0,"6"-6"-639"0"0,-1-1-1 0 0,0 0 1 0 0,0-1 0 0 0,-1 1 0 0 0,0-1-1 0 0,7-16 1 0 0,-13 23-345 0 0,0-1-93 0 0,-1 0-141 0 0,-1 0-1 0 0,1 0 1 0 0,-1 0-1 0 0,0 0 1 0 0,0-1-1 0 0,-2-9 1 0 0,0 11 324 0 0,-2 3-275 0 0,-14-3-18 0 0,14 2 32 0 0,-2 5-28 0 0,-6 4-145 0 0,0 0-1 0 0,1 1 1 0 0,-1 0 0 0 0,1 0 0 0 0,1 1 0 0 0,0 1 0 0 0,0 0 0 0 0,1 0 0 0 0,0 1 0 0 0,1 0 0 0 0,-12 21 0 0 0,-18 48 78 0 0,36-75-157 0 0,1 0-14 0 0,-3 18 3 0 0,3-21-23 0 0,1 0 1 0 0,0 0-1 0 0,-1 0 0 0 0,1 0 0 0 0,0 0 0 0 0,0 0 0 0 0,1 0 0 0 0,-1 0 1 0 0,0 0-1 0 0,1 0 0 0 0,-1-1 0 0 0,1 1 0 0 0,-1 0 0 0 0,1 0 0 0 0,0 0 0 0 0,0-1 1 0 0,1 3-1 0 0,10 7-36 0 0,-9-8 21 0 0,3-4-24 0 0,1 0 100 0 0,0 0 1 0 0,-1-1-1 0 0,1 0 0 0 0,0 0 0 0 0,-1 0 0 0 0,0-1 0 0 0,1 0 1 0 0,-1-1-1 0 0,0 1 0 0 0,9-9 0 0 0,31-32 428 0 0,15-26 714 0 0,-37 41-309 0 0,-22 26-482 0 0,14-13 311 0 0,-12 18-661 0 0,19 11 47 0 0,-22-7-29 0 0,16 136-240 0 0,-6-42-1360 0 0,-10-90 832 0 0,1 1 0 0 0,1-1 0 0 0,0 1-1 0 0,0-1 1 0 0,6 11 0 0 0,-6-16-301 0 0,0 0-1 0 0,0 0 1 0 0,0 0-1 0 0,1 0 1 0 0,0-1 0 0 0,4 4-1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1.1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136 1 2564 0 0,'0'0'5562'0'0,"-6"0"-4909"0"0,-23 3 351 0 0,12 12-295 0 0,14-12-393 0 0,0 2-17 0 0,-20 45 642 0 0,21-45-743 0 0,1 1-19 0 0,0 16-20 0 0,1-16-12 0 0,1-1-19 0 0,0 0-86 0 0,-1-1 1 0 0,1 1 0 0 0,1-1 0 0 0,-1 1-1 0 0,1-1 1 0 0,0 0 0 0 0,0 0-1 0 0,0 0 1 0 0,0 0 0 0 0,1 0 0 0 0,-1 0-1 0 0,1 0 1 0 0,7 6 0 0 0,-2-4 19 0 0,1 0-1 0 0,0 0 1 0 0,0 0 0 0 0,0-1-1 0 0,1-1 1 0 0,11 4 0 0 0,-14-5-20 0 0,44 21 268 0 0,-47-22-288 0 0,0 0-1 0 0,-1 1 1 0 0,1 0-1 0 0,0 0 1 0 0,-1 0 0 0 0,0 0-1 0 0,0 0 1 0 0,0 0-1 0 0,0 1 1 0 0,4 7 0 0 0,-5-6 12 0 0,0-1-19 0 0,-1 1 0 0 0,1 0 0 0 0,-1 0 0 0 0,0-1 0 0 0,0 1 0 0 0,-1 6 0 0 0,1-9-11 0 0,-1 1 0 0 0,0 0 0 0 0,-1-1 0 0 0,1 1 0 0 0,0 0 1 0 0,-1-1-1 0 0,0 1 0 0 0,1-1 0 0 0,-1 1 0 0 0,0-1 0 0 0,0 1 1 0 0,0-1-1 0 0,-1 0 0 0 0,1 1 0 0 0,-1-1 0 0 0,1 0 1 0 0,-4 3-1 0 0,-1 2-58 0 0,-1-1 0 0 0,0-1 0 0 0,-1 1 0 0 0,1-1 0 0 0,-1-1 0 0 0,0 1 0 0 0,0-1 0 0 0,0-1 0 0 0,0 0 0 0 0,-1 0 0 0 0,0 0 0 0 0,0-1 0 0 0,1 0 0 0 0,-1-1 0 0 0,0 0 0 0 0,-15 0 0 0 0,17-1-280 0 0,1-1 0 0 0,-1 0 0 0 0,0 0 0 0 0,0 0-1 0 0,-8-3 1 0 0,10 2-383 0 0,0 1 0 0 0,0-2 0 0 0,0 1 0 0 0,1-1-1 0 0,-1 1 1 0 0,1-1 0 0 0,-1-1 0 0 0,1 1 0 0 0,-4-5-1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1.2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0 250 2860 0 0,'2'-4'1659'0'0,"4"-5"-796"0"0,1 0 0 0 0,-1 0 0 0 0,1 1 1 0 0,1-1-1 0 0,0 2 0 0 0,0-1 0 0 0,0 1 0 0 0,19-12 0 0 0,23-8-387 0 0,2 2 0 0 0,71-24-1 0 0,33-1-6094 0 0,-144 47 2656 0 0,22-4-2129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2.1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31 4176 0 0,'0'0'1695'0'0,"-1"-5"-293"0"0,-8-20 4492 0 0,11 33-5580 0 0,35 232 759 0 0,4 18-1636 0 0,-37-242-96 0 0,0 0 1 0 0,10 26-1 0 0,-11-37 162 0 0,-1 0 0 0 0,1 0 0 0 0,0 0 0 0 0,0 0 0 0 0,0 0 0 0 0,1-1 0 0 0,0 1-1 0 0,0-1 1 0 0,0 0 0 0 0,7 5 0 0 0,-4-6-1908 0 0,14 3-1697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2.6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399 64 2484 0 0,'-1'-6'580'0'0,"0"-1"-1"0"0,-1 0 0 0 0,0 1 1 0 0,-5-13-1 0 0,6 16 69 0 0,0 2-584 0 0,0 0 0 0 0,0 0 0 0 0,0 0-1 0 0,0 0 1 0 0,0 0 0 0 0,0 0 0 0 0,-1 0 0 0 0,1 1 0 0 0,0-1-1 0 0,0 0 1 0 0,0 1 0 0 0,-3-2 0 0 0,1 1 61 0 0,0-1 283 0 0,-3 3-109 0 0,-5 0-165 0 0,0 2 0 0 0,1 0 0 0 0,-1 0 0 0 0,1 1-1 0 0,0 0 1 0 0,0 0 0 0 0,0 1 0 0 0,1 1 0 0 0,0 0 0 0 0,0 0 0 0 0,-16 14 0 0 0,-9 13 290 0 0,-45 53-1 0 0,49-51-290 0 0,-38 49 281 0 0,66-81-312 0 0,1-3-61 0 0,1 1 0 0 0,-1-1 0 0 0,0 1 0 0 0,1-1 0 0 0,-1 1 0 0 0,1 0 0 0 0,-1-1 0 0 0,1 1 0 0 0,0 0 0 0 0,-1-1 0 0 0,1 1 0 0 0,0 0 0 0 0,-1 0-1 0 0,1-1 1 0 0,0 1 0 0 0,0 0 0 0 0,0 0 0 0 0,0 0 0 0 0,0-1 0 0 0,-1 1 0 0 0,2 0 0 0 0,-1 0 0 0 0,0 0 0 0 0,0 1 0 0 0,105-35 921 0 0,-100 32-867 0 0,1 0-9 0 0,0-1-56 0 0,-4 2-14 0 0,0-1-1 0 0,0 1 0 0 0,0-1 1 0 0,0 1-1 0 0,0 0 0 0 0,0 0 1 0 0,0 0-1 0 0,0 0 1 0 0,0 0-1 0 0,0 0 0 0 0,0 0 1 0 0,0 1-1 0 0,0-1 0 0 0,3 2 1 0 0,3 0 13 0 0,0 1 1 0 0,-1 0-1 0 0,1 0 1 0 0,-1 0-1 0 0,0 1 1 0 0,0 0-1 0 0,-1 1 1 0 0,1 0-1 0 0,-1 0 0 0 0,12 11 1 0 0,20 31 11 0 0,-13-15-22 0 0,-21-26-137 0 0,-1-1-1 0 0,1 0 1 0 0,0 0-1 0 0,0 0 1 0 0,1-1-1 0 0,-1 1 1 0 0,1-1-1 0 0,0 0 1 0 0,0 0 0 0 0,1-1-1 0 0,-1 1 1 0 0,1-1-1 0 0,9 3 1 0 0,-12-4-481 0 0,4-2-175 0 0,-2 1 609 0 0,29 0-1836 0 0,0-9-2218 0 0,-2-5 69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2.8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50 3252 0 0,'0'0'3387'0'0,"-4"-1"-2493"0"0,3 1-796 0 0,1 0 1 0 0,-1 0-1 0 0,0 0 1 0 0,1 0 0 0 0,-1 0-1 0 0,1 0 1 0 0,-1 0-1 0 0,1-1 1 0 0,-1 1-1 0 0,1 0 1 0 0,-1 0 0 0 0,1 0-1 0 0,-1-1 1 0 0,1 1-1 0 0,-1 0 1 0 0,1 0 0 0 0,-1-1-1 0 0,1 1 1 0 0,-1 0-1 0 0,1-1 1 0 0,0 1-1 0 0,-1-1 1 0 0,1 1 0 0 0,0-1-1 0 0,-1 1 1 0 0,1-1-1 0 0,0 1 1 0 0,0-1 0 0 0,-1 1-1 0 0,1-1 1 0 0,0 1-1 0 0,0-1 1 0 0,0 1-1 0 0,-1-2 1 0 0,3 1-44 0 0,-1 0 0 0 0,0 0 1 0 0,0 0-1 0 0,0 1 0 0 0,0-1 1 0 0,1 0-1 0 0,-1 0 0 0 0,0 1 0 0 0,1-1 1 0 0,-1 1-1 0 0,1-1 0 0 0,1 0 0 0 0,65-12-1114 0 0,-67 13 1068 0 0,107-13-6506 0 0,-102 12 2383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3.0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14 2364 0 0,'-42'32'7790'0'0,"44"-28"-7404"0"0,9 13-84 0 0,-11-17-295 0 0,0 0 0 0 0,0 1 0 0 0,0-1 1 0 0,1 0-1 0 0,-1 0 0 0 0,0 1 0 0 0,0-1 0 0 0,0 0 1 0 0,0 0-1 0 0,1 0 0 0 0,-1 1 0 0 0,0-1 1 0 0,0 0-1 0 0,1 0 0 0 0,-1 0 0 0 0,0 0 1 0 0,0 1-1 0 0,1-1 0 0 0,-1 0 0 0 0,0 0 0 0 0,0 0 1 0 0,1 0-1 0 0,-1 0 0 0 0,0 0 0 0 0,1 0 1 0 0,-1 0-1 0 0,0 0 0 0 0,0 0 0 0 0,1 0 1 0 0,-1 0-1 0 0,1 0 0 0 0,58 2 157 0 0,-21-3-553 0 0,-1-2 1 0 0,1-2-1 0 0,52-12 1 0 0,35-19-5351 0 0,-96 26 1835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3.7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146 126 3636 0 0,'0'0'1288'0'0,"-1"-5"-155"0"0,-2-14-198 0 0,2 15 1256 0 0,0-1-1598 0 0,1 1-386 0 0,0-1 0 0 0,0 1 0 0 0,0 0 1 0 0,1 0-1 0 0,0 0 0 0 0,-1 0 1 0 0,1 0-1 0 0,1 1 0 0 0,2-9 0 0 0,-2 8 135 0 0,-1 4-326 0 0,0 0 1 0 0,-1 0 0 0 0,1-1-1 0 0,-1 1 1 0 0,1 0 0 0 0,-1 0 0 0 0,1 0-1 0 0,-1-1 1 0 0,1 1 0 0 0,-1 0-1 0 0,0-1 1 0 0,1 1 0 0 0,-1 0-1 0 0,1-1 1 0 0,-1 1 0 0 0,0 0-1 0 0,1-1 1 0 0,-1 1 0 0 0,0-1-1 0 0,1 1 1 0 0,-1-1 0 0 0,0 1-1 0 0,0-1 1 0 0,1 1 0 0 0,-1-1-1 0 0,0 0 1 0 0,0 0-4 0 0,0 1 1 0 0,1-1-1 0 0,-1 1 0 0 0,0-1 0 0 0,0 1 1 0 0,0-1-1 0 0,1 1 0 0 0,-1-1 1 0 0,0 1-1 0 0,1 0 0 0 0,-1-1 0 0 0,0 1 1 0 0,1-1-1 0 0,-1 1 0 0 0,1 0 0 0 0,-1-1 1 0 0,0 1-1 0 0,1 0 0 0 0,-1-1 1 0 0,1 1-1 0 0,-1 0 0 0 0,1 0 0 0 0,-1 0 1 0 0,1-1-1 0 0,-1 1 0 0 0,2 0 1 0 0,-1 0 9 0 0,1 0 1 0 0,-1-1 0 0 0,1 1 0 0 0,-1-1 0 0 0,1 1 0 0 0,-1-1 0 0 0,1 1 0 0 0,-1-1 0 0 0,1 0 0 0 0,-1 0 0 0 0,0 0 0 0 0,2-1 0 0 0,0 0 29 0 0,2 0 103 0 0,0 1-31 0 0,15-4-40 0 0,-15 4-49 0 0,0 2 16 0 0,40 12 114 0 0,-41-10-142 0 0,-2 1 6 0 0,1 0-19 0 0,-1 0 1 0 0,0 0 0 0 0,0 1-1 0 0,-1-1 1 0 0,1 1 0 0 0,-1-1-1 0 0,0 1 1 0 0,-1-1 0 0 0,1 1-1 0 0,-1 0 1 0 0,1 0 0 0 0,-1-1-1 0 0,-1 1 1 0 0,1 0 0 0 0,-1-1-1 0 0,0 1 1 0 0,-2 8 0 0 0,-6 6-19 0 0,0 0 0 0 0,-2 0 0 0 0,0 0 0 0 0,-25 29 0 0 0,34-45 9 0 0,1-2 52 0 0,1-1 0 0 0,-1 1 0 0 0,0-1 0 0 0,1 1 1 0 0,-1-1-1 0 0,1 1 0 0 0,-1 0 0 0 0,1-1 0 0 0,-1 1 0 0 0,1 0 0 0 0,-1-1 0 0 0,1 1 0 0 0,0 0 1 0 0,-1-1-1 0 0,1 1 0 0 0,0 0 0 0 0,0 0 0 0 0,0-1 0 0 0,-1 1 0 0 0,1 0 0 0 0,0 0 0 0 0,0 0 1 0 0,0-1-1 0 0,0 3 0 0 0,23-2-64 0 0,-17-1 1 0 0,-1-1 22 0 0,19-2-8 0 0,-18 2-2 0 0,0 1 1 0 0,3 0-9 0 0,0 0 1 0 0,0 1 0 0 0,0 0-1 0 0,0 0 1 0 0,0 1-1 0 0,-1 0 1 0 0,1 1 0 0 0,0 0-1 0 0,-1 0 1 0 0,0 0-1 0 0,0 1 1 0 0,0 1 0 0 0,0-1-1 0 0,10 10 1 0 0,-15-12 5 0 0,0 1 0 0 0,0 0 0 0 0,-1 0 0 0 0,1 1 0 0 0,-1-1 0 0 0,0 1 0 0 0,0-1 0 0 0,0 1 0 0 0,2 6 0 0 0,-1-5 5 0 0,-2-1-3 0 0,-1 1-21 0 0,1-1 9 0 0,-1-1 8 0 0,0 0 0 0 0,0 1 0 0 0,0-1 0 0 0,0 0 0 0 0,0 1 0 0 0,-1-1 0 0 0,1 0 0 0 0,-1 1 0 0 0,0-1 0 0 0,0 0 0 0 0,0 0 0 0 0,0 0 0 0 0,-1 0 0 0 0,1 0 0 0 0,-1 0 0 0 0,-2 2 0 0 0,-9 8 16 0 0,-1-1-1 0 0,0 0 1 0 0,-26 16 0 0 0,34-26-13 0 0,-2 3-4 0 0,0-1 0 0 0,-1 0 0 0 0,0-1 0 0 0,0 0 0 0 0,-17 4 0 0 0,-44 4-57 0 0,61-11-240 0 0,-1 0-1 0 0,1 0 1 0 0,0-1-1 0 0,-1 0 1 0 0,1 0-1 0 0,0-1 1 0 0,0-1-1 0 0,0 1 1 0 0,0-1 0 0 0,0-1-1 0 0,1 0 1 0 0,0 0-1 0 0,-1 0 1 0 0,-12-11-1 0 0,17 12-92 0 0,0 1 0 0 0,0-2-1 0 0,0 1 1 0 0,0 0 0 0 0,0-1-1 0 0,1 0 1 0 0,0 1 0 0 0,-1-1 0 0 0,1-1-1 0 0,1 1 1 0 0,-4-6 0 0 0,2 4-787 0 0,-8-14-3875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4.4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82 4376 0 0,'-6'-24'1708'0'0,"5"20"-248"0"0,1 3-1353 0 0,0 0 1 0 0,0 0-1 0 0,0-1 0 0 0,0 1 1 0 0,0 0-1 0 0,0 0 0 0 0,-1 0 1 0 0,1 0-1 0 0,0 0 0 0 0,0 0 1 0 0,-1 0-1 0 0,1 0 0 0 0,0 0 1 0 0,-1 0-1 0 0,1 1 0 0 0,-1-1 0 0 0,0-1 1 0 0,-5-11 2292 0 0,-1-9-940 0 0,7 38 62 0 0,8 40-438 0 0,-8-54-1220 0 0,124 517-375 0 0,-115-488-48 0 0,17 32-3111 0 0,-24-58 2319 0 0,-2-4 1055 0 0,0 1 1 0 0,1-1-1 0 0,-1 0 1 0 0,1 0-1 0 0,0 1 1 0 0,-1-1 0 0 0,1 0-1 0 0,0 0 1 0 0,0 0-1 0 0,0 0 1 0 0,0 0-1 0 0,1 2 1 0 0,-1-2-513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4.8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0 181 2236 0 0,'7'-56'2425'0'0,"-6"51"-2255"0"0,0-1 58 0 0,0 0 1 0 0,0-1-1 0 0,0 1 0 0 0,1 0 0 0 0,0 1 0 0 0,0-1 1 0 0,0 0-1 0 0,1 1 0 0 0,0-1 0 0 0,5-7 0 0 0,-4 9-117 0 0,-1 0-1 0 0,0 0 0 0 0,1 1 0 0 0,-1-1 0 0 0,1 1 0 0 0,0 0 1 0 0,0 0-1 0 0,1 0 0 0 0,-1 1 0 0 0,0-1 0 0 0,1 1 0 0 0,0 0 1 0 0,-1 1-1 0 0,1-1 0 0 0,0 1 0 0 0,9-2 0 0 0,-5 3-82 0 0,-1 1 0 0 0,0-1 0 0 0,0 1-1 0 0,0 1 1 0 0,-1 0 0 0 0,1 0 0 0 0,0 1 0 0 0,0-1-1 0 0,-1 2 1 0 0,0-1 0 0 0,0 1 0 0 0,0 0 0 0 0,0 0 0 0 0,0 1-1 0 0,-1 0 1 0 0,0 0 0 0 0,0 1 0 0 0,0 0 0 0 0,-1 0-1 0 0,7 9 1 0 0,-11-14-29 0 0,0 1 0 0 0,1 0 0 0 0,-1-1 0 0 0,0 1 0 0 0,0 0 0 0 0,0 0-1 0 0,0 0 1 0 0,0 0 0 0 0,-1 0 0 0 0,1 0 0 0 0,0 0 0 0 0,-1 0 0 0 0,1 4 0 0 0,0 1-3 0 0,0 1-18 0 0,0 0-1 0 0,0 0 1 0 0,0 0 0 0 0,-1 0 0 0 0,-1 0-1 0 0,1 0 1 0 0,-1 0 0 0 0,0 0 0 0 0,-1-1-1 0 0,0 1 1 0 0,0 0 0 0 0,-1-1 0 0 0,0 1-1 0 0,0-1 1 0 0,-7 10 0 0 0,2-4 16 0 0,-1-1 0 0 0,0 0 0 0 0,-1 0 0 0 0,-1-1 1 0 0,1-1-1 0 0,-2 0 0 0 0,1 0 0 0 0,-2-1 0 0 0,1-1 0 0 0,-1 0 1 0 0,0 0-1 0 0,-26 9 0 0 0,34-15-61 0 0,-22 2 333 0 0,22-3 140 0 0,0-1-185 0 0,-1-1-196 0 0,-5 0 210 0 0,15 1 147 0 0,59 12 310 0 0,50 33-850 0 0,45 16-829 0 0,-129-52-1255 0 0,46 8 0 0 0,-63-15 76 0 0,16-1-1506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5.3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63 2900 0 0,'2'-4'1106'0'0,"-1"1"-936"0"0,13-28 1836 0 0,-13 29-1926 0 0,0 1 0 0 0,0-1-1 0 0,0 1 1 0 0,1-1 0 0 0,-1 1 0 0 0,0-1-1 0 0,1 1 1 0 0,-1 0 0 0 0,1 0-1 0 0,-1 0 1 0 0,1 0 0 0 0,-1 0-1 0 0,1 0 1 0 0,0 0 0 0 0,-1 0-1 0 0,1 0 1 0 0,0 1 0 0 0,0-1-1 0 0,3 0 1 0 0,15 0 67 0 0,-15 1-21 0 0,1 2-4 0 0,-4-1-112 0 0,4 1 14 0 0,0 0-1 0 0,0 0 1 0 0,-1 1 0 0 0,1 0-1 0 0,-1 0 1 0 0,1 0 0 0 0,-1 0 0 0 0,0 1-1 0 0,0 0 1 0 0,0 0 0 0 0,-1 1 0 0 0,0-1-1 0 0,1 1 1 0 0,-1 0 0 0 0,-1 0-1 0 0,6 11 1 0 0,3 24 7 0 0,-11-36 2 0 0,-2 3 0 0 0,0 4 20 0 0,-1 1 0 0 0,0-1 0 0 0,-1 0 1 0 0,0 0-1 0 0,0 0 0 0 0,-2-1 0 0 0,1 1 0 0 0,-1-1 1 0 0,-9 13-1 0 0,4-9 25 0 0,8-11 8 0 0,-2 4 80 0 0,4-6-129 0 0,0-1 1 0 0,-1 0 0 0 0,1 1-1 0 0,0-1 1 0 0,-1 0 0 0 0,1 0-1 0 0,0 1 1 0 0,-1-1 0 0 0,1 1-1 0 0,0-1 1 0 0,-1 0 0 0 0,1 1-1 0 0,0-1 1 0 0,0 1 0 0 0,0-1 0 0 0,-1 1-1 0 0,1-1 1 0 0,0 0 0 0 0,0 1-1 0 0,0-1 1 0 0,0 1 0 0 0,0-1-1 0 0,0 1 1 0 0,0-1 0 0 0,0 1-1 0 0,0-1 1 0 0,0 1 0 0 0,0-1 0 0 0,0 1-1 0 0,0-1 1 0 0,0 1 0 0 0,1-1-1 0 0,-1 0 1 0 0,0 1 0 0 0,2 1-33 0 0,0-1 0 0 0,-1 0 0 0 0,1 0-1 0 0,0 0 1 0 0,-1 0 0 0 0,1-1 0 0 0,0 1 0 0 0,0-1 0 0 0,0 1 0 0 0,0-1 0 0 0,0 1 0 0 0,0-1 0 0 0,0 0 0 0 0,-1 0 0 0 0,1 0 0 0 0,4 0 0 0 0,33-10-30 0 0,-19 4 66 0 0,168-41-1063 0 0,-69 24-4748 0 0,-114 22 1640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5.5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 84 2492 0 0,'0'0'2816'0'0,"-4"-1"-1769"0"0,-15-4-213 0 0,14 4 921 0 0,5 1-1736 0 0,1 0 0 0 0,-1 0-1 0 0,1-1 1 0 0,-1 1 0 0 0,1 0 0 0 0,-1 0 0 0 0,0 0-1 0 0,1-1 1 0 0,-1 1 0 0 0,1 0 0 0 0,-1 0-1 0 0,0-1 1 0 0,1 1 0 0 0,-1 0 0 0 0,0-1 0 0 0,0 1-1 0 0,1 0 1 0 0,-1-1 0 0 0,0 1 0 0 0,0-1-1 0 0,1 1 1 0 0,-1 0 0 0 0,0-1 0 0 0,0 1-1 0 0,0-1 1 0 0,0 1 0 0 0,0-1 0 0 0,1 1 0 0 0,-1-1-1 0 0,0 0-1 0 0,0 0 0 0 0,0 0 0 0 0,1 0 0 0 0,-1 0 0 0 0,0 0 0 0 0,1 0-1 0 0,-1 1 1 0 0,1-1 0 0 0,-1 0 0 0 0,1 0 0 0 0,-1 0 0 0 0,1 1 0 0 0,0-1-1 0 0,-1 0 1 0 0,1 0 0 0 0,0 1 0 0 0,-1-1 0 0 0,1 1 0 0 0,0-1 0 0 0,0 1-1 0 0,1-1 1 0 0,14-7-492 0 0,1 0 0 0 0,0 1-1 0 0,0 1 1 0 0,24-5 0 0 0,-27 8-628 0 0,-4 0-1250 0 0,15-1-1653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5.7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29 3544 0 0,'-22'15'1239'0'0,"18"-12"-167"0"0,-1 0-178 0 0,-13 9-95 0 0,14-9 2494 0 0,4-1-3262 0 0,1-1 1 0 0,-1 0-1 0 0,1 0 0 0 0,-1 1 0 0 0,1-1 1 0 0,0 0-1 0 0,0 0 0 0 0,0 0 0 0 0,-1 0 1 0 0,1 0-1 0 0,0 0 0 0 0,2 1 1 0 0,-2-1 14 0 0,-1-1-42 0 0,0 0-1 0 0,0 1 0 0 0,0-1 1 0 0,0 0-1 0 0,0 0 0 0 0,1 0 1 0 0,-1 1-1 0 0,0-1 1 0 0,0 0-1 0 0,0 0 0 0 0,0 0 1 0 0,1 0-1 0 0,-1 0 0 0 0,0 1 1 0 0,0-1-1 0 0,1 0 0 0 0,-1 0 1 0 0,0 0-1 0 0,0 0 0 0 0,0 0 1 0 0,1 0-1 0 0,-1 0 0 0 0,0 0 1 0 0,0 0-1 0 0,1 0 1 0 0,-1 0-1 0 0,0 0 0 0 0,0 0 1 0 0,1 0-1 0 0,-1 0 0 0 0,0 0 1 0 0,0 0-1 0 0,1 0 0 0 0,-1 0 1 0 0,0 0-1 0 0,147-27-1525 0 0,5-16-4305 0 0,-108 28 1801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6.4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148 44 3624 0 0,'0'0'2518'0'0,"0"-5"-1670"0"0,-3-15-181 0 0,3 15 611 0 0,-1 4-1245 0 0,-1 1 0 0 0,1 0 1 0 0,0-1-1 0 0,0 1 0 0 0,-1-1 1 0 0,1 0-1 0 0,0 1 0 0 0,0-1 1 0 0,0 0-1 0 0,0 0 0 0 0,0 0 1 0 0,-2-1-1 0 0,2 1 30 0 0,-3-2 361 0 0,0 6-213 0 0,-2 1-136 0 0,0 0 0 0 0,1 1-1 0 0,0-1 1 0 0,-1 1 0 0 0,2 0 0 0 0,-1 1-1 0 0,1-1 1 0 0,-1 1 0 0 0,2 0 0 0 0,-5 8-1 0 0,-4 11 92 0 0,-13 36-1 0 0,16-31-113 0 0,5-3-29 0 0,1-16-23 0 0,1-1 7 0 0,-1-1 0 0 0,2 1-1 0 0,-1 0 1 0 0,1 0 0 0 0,1 0-1 0 0,0 0 1 0 0,1 0 0 0 0,-1 0-1 0 0,4 14 1 0 0,-1-14 0 0 0,6 11-13 0 0,-3-12 11 0 0,10 4 2 0 0,-14-12-4 0 0,-1 0 0 0 0,0 0 1 0 0,0 0-1 0 0,1 0 0 0 0,-1-1 1 0 0,1 1-1 0 0,-1 0 1 0 0,0-1-1 0 0,1 1 0 0 0,-1-1 1 0 0,1 1-1 0 0,0-1 0 0 0,-1 0 1 0 0,1 0-1 0 0,-1 0 0 0 0,1 0 1 0 0,-1 0-1 0 0,3 0 0 0 0,0 0 16 0 0,2 0 47 0 0,-1 1 1 0 0,1-1-1 0 0,-1-1 1 0 0,1 1-1 0 0,-1-1 1 0 0,0 0-1 0 0,1 0 1 0 0,9-4-1 0 0,37-16 473 0 0,-49 19-534 0 0,8-3 43 0 0,-1-1-1 0 0,-1 0 1 0 0,1 0-1 0 0,-1-1 1 0 0,0 0-1 0 0,0-1 1 0 0,-1 0-1 0 0,0 0 0 0 0,-1-1 1 0 0,0 0-1 0 0,0-1 1 0 0,-1 1-1 0 0,0-1 1 0 0,-1 0-1 0 0,0 0 0 0 0,0-1 1 0 0,-1 0-1 0 0,-1 0 1 0 0,3-12-1 0 0,-4 9-25 0 0,-4-40 17 0 0,0 47-30 0 0,1 3-10 0 0,0-1 1 0 0,0 1 0 0 0,-1 0 0 0 0,1 0 0 0 0,-1-1-1 0 0,0 1 1 0 0,0 0 0 0 0,0 1 0 0 0,-1-1 0 0 0,1 0-1 0 0,-6-5 1 0 0,7 8-2 0 0,-1-1-18 0 0,0 0-1 0 0,0 0 1 0 0,-1 0 0 0 0,1 0 0 0 0,0 1-1 0 0,-1-1 1 0 0,0 1 0 0 0,1 0 0 0 0,-1 0-1 0 0,0 0 1 0 0,1 0 0 0 0,-1 0-1 0 0,0 0 1 0 0,0 1 0 0 0,-5-1 0 0 0,5 0 1 0 0,-1 1-60 0 0,0 0 0 0 0,0 0 0 0 0,0 1 0 0 0,0-1 0 0 0,0 1 0 0 0,0 0 0 0 0,0 0 0 0 0,0 0-1 0 0,1 0 1 0 0,-1 1 0 0 0,0-1 0 0 0,0 1 0 0 0,-4 4 0 0 0,5-4 25 0 0,1-2-6 0 0,0 1-1 0 0,0 0 1 0 0,1 0-1 0 0,-1-1 1 0 0,1 1-1 0 0,-1 1 1 0 0,1-1-1 0 0,-1 0 1 0 0,1 0-1 0 0,-1 0 1 0 0,1 1-1 0 0,0-1 1 0 0,0 1-1 0 0,-2 1 1 0 0,0 2-141 0 0,0-2-223 0 0,1 1-1 0 0,-1-1 0 0 0,1 1 1 0 0,0 0-1 0 0,0-1 0 0 0,0 1 1 0 0,1 0-1 0 0,-1 0 1 0 0,1 0-1 0 0,0 0 0 0 0,-1 5 1 0 0,1-3-745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6.8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98 42 3532 0 0,'0'0'5784'0'0,"-3"-3"-5348"0"0,-6-11-67 0 0,7 11-69 0 0,-2 4-66 0 0,-33 19 298 0 0,33-18-441 0 0,3 0-81 0 0,1-1 1 0 0,-1 1 0 0 0,0 0-1 0 0,0-1 1 0 0,0 0 0 0 0,0 1 0 0 0,0-1-1 0 0,-1 0 1 0 0,1 1 0 0 0,0-1-1 0 0,-3 1 1 0 0,4-2-5 0 0,-3 4 47 0 0,-7 16 90 0 0,8-16-130 0 0,-5 11 0 0 0,5-11 19 0 0,4 0-4 0 0,8 12 165 0 0,-5-18-109 0 0,14-5 18 0 0,-14 5 1 0 0,-1-1 42 0 0,32-28 279 0 0,-33 28-344 0 0,0-1-14 0 0,8-13-14 0 0,-8 13-18 0 0,-1 1-13 0 0,0 1-14 0 0,7-13 55 0 0,-10 10-447 0 0,-3-14-15 0 0,3 15-210 0 0,-22-5-11022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7.3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280 61 3176 0 0,'3'-25'1357'0'0,"-2"20"697"0"0,-3 0-1310 0 0,-8-13-108 0 0,8 14-33 0 0,-14 2 221 0 0,12 2-713 0 0,1-1 0 0 0,-1 1 0 0 0,0 0 0 0 0,0 0 0 0 0,1 0 0 0 0,-1 0 0 0 0,0 0 0 0 0,1 1 0 0 0,-1 0 0 0 0,-6 2 0 0 0,3-2-30 0 0,4-1-52 0 0,1 1 0 0 0,0-1 0 0 0,0 1 0 0 0,-1-1 0 0 0,1 1 0 0 0,0 0-1 0 0,0 0 1 0 0,0 0 0 0 0,-1 0 0 0 0,1 0 0 0 0,-3 3 0 0 0,-10 6 101 0 0,0 1 1 0 0,0 1-1 0 0,1 0 1 0 0,1 1-1 0 0,-23 28 1 0 0,28-31-88 0 0,1 0 0 0 0,1 1 1 0 0,0-1-1 0 0,0 1 0 0 0,1 1 0 0 0,1-1 1 0 0,-1 1-1 0 0,2 0 0 0 0,0 0 1 0 0,0 0-1 0 0,0 16 0 0 0,1-19-20 0 0,1 30 69 0 0,2-32-84 0 0,-1 5 9 0 0,1 0-1 0 0,1-1 1 0 0,0 1-1 0 0,1-1 0 0 0,0 0 1 0 0,5 13-1 0 0,12 22-25 0 0,-15-39 6 0 0,1 0-1 0 0,-2-2-9 0 0,0 0 0 0 0,0 0 0 0 0,0-1 0 0 0,0 1 0 0 0,1-1 0 0 0,0 0 0 0 0,0 0 0 0 0,9 5 0 0 0,-11-7 5 0 0,2 1-1 0 0,-1-1-1 0 0,1 0 0 0 0,0 0 0 0 0,-1-1 0 0 0,1 1 0 0 0,0-1 0 0 0,0 0 0 0 0,0 0 0 0 0,0-1 0 0 0,9 1 0 0 0,-9-1-8 0 0,10 2-69 0 0,5-4 82 0 0,-7 0 5 0 0,35-10 15 0 0,-39 8-6 0 0,-1-1-2 0 0,5-1 12 0 0,7-6-4 0 0,-8 1-7 0 0,-8 7-5 0 0,33-33 59 0 0,-34 34-53 0 0,0 0 1 0 0,-1-1-1 0 0,0 1 0 0 0,0-1 0 0 0,0 1 1 0 0,0-1-1 0 0,-1 0 0 0 0,1 0 0 0 0,-1 1 1 0 0,0-1-1 0 0,0 0 0 0 0,0 0 0 0 0,-1-5 0 0 0,0 6-6 0 0,-1 1 0 0 0,0 0-1 0 0,0 0 1 0 0,0 0 0 0 0,0 0-1 0 0,-1 0 1 0 0,1 0 0 0 0,0 1-1 0 0,-1-1 1 0 0,0 0-1 0 0,1 1 1 0 0,-1-1 0 0 0,0 1-1 0 0,0-1 1 0 0,0 1 0 0 0,0 0-1 0 0,0 0 1 0 0,-3-2-1 0 0,4 2-5 0 0,-4-1 20 0 0,-1 1 1 0 0,-5 0-10 0 0,1 0 1 0 0,0 1 0 0 0,-1 1-1 0 0,1-1 1 0 0,0 2-1 0 0,0-1 1 0 0,-1 1 0 0 0,-15 6-1 0 0,-36 21 63 0 0,54-25-52 0 0,-13 10 6 0 0,6 0-95 0 0,12-12-44 0 0,-28 26 278 0 0,29-26-301 0 0,1-1 0 0 0,-1 1-1 0 0,0 0 1 0 0,1 0 0 0 0,-1-1 0 0 0,1 1-1 0 0,0 0 1 0 0,0 0 0 0 0,0 0 0 0 0,0 0-1 0 0,0 1 1 0 0,0-1 0 0 0,0 0 0 0 0,1 0-1 0 0,-1 1 1 0 0,0 2 0 0 0,6 21-2125 0 0,1-24 814 0 0,16 7-1013 0 0,-16-7-1739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7.8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166 66 2792 0 0,'0'-28'1149'0'0,"0"22"616"0"0,-3 2-1092 0 0,-9-11-83 0 0,9 11-88 0 0,-9 0 162 0 0,11 3-618 0 0,1 1-1 0 0,-1-1 1 0 0,0 1 0 0 0,0-1 0 0 0,0 1-1 0 0,1 0 1 0 0,-1-1 0 0 0,0 1 0 0 0,0 0 0 0 0,0 0-1 0 0,0-1 1 0 0,0 1 0 0 0,0 0 0 0 0,0 0 0 0 0,0 0-1 0 0,0 0 1 0 0,1 0 0 0 0,-1 0 0 0 0,0 0 0 0 0,0 1-1 0 0,-1-1 1 0 0,-6 1 147 0 0,1 0-1 0 0,-1 1 1 0 0,1-1 0 0 0,0 1-1 0 0,-1 1 1 0 0,-12 6-1 0 0,16-8-136 0 0,1 2 0 0 0,-1-1 0 0 0,1 0-1 0 0,0 1 1 0 0,0 0 0 0 0,0-1 0 0 0,0 1-1 0 0,0 0 1 0 0,0 1 0 0 0,1-1 0 0 0,0 0 0 0 0,-1 1-1 0 0,1-1 1 0 0,1 1 0 0 0,-1 0 0 0 0,-2 7-1 0 0,3-3-23 0 0,0-1 0 0 0,0 1-1 0 0,1 0 1 0 0,0 0 0 0 0,1-1-1 0 0,0 1 1 0 0,0 0 0 0 0,0-1-1 0 0,1 1 1 0 0,0-1 0 0 0,1 1-1 0 0,0-1 1 0 0,0 0 0 0 0,0 0-1 0 0,1 0 1 0 0,0-1-1 0 0,0 1 1 0 0,6 6 0 0 0,4 5-21 0 0,0 0 0 0 0,1 0 0 0 0,1-2 1 0 0,20 18-1 0 0,15 13 2 0 0,-48-44-30 0 0,0 0 0 0 0,0 1 0 0 0,0 0 0 0 0,0-1 0 0 0,-1 1 0 0 0,0 0 0 0 0,3 6 1 0 0,-1-3 10 0 0,-3-3 16 0 0,2 51-67 0 0,-4-50 77 0 0,-1-1 5 0 0,-9 12-2 0 0,-5 2-17 0 0,11-15-7 0 0,2 1 6 0 0,-2-2 9 0 0,-56 16 71 0 0,54-17-8 0 0,-27-2 122 0 0,27 1-65 0 0,1-2 12 0 0,-16-3 1 0 0,16 3-33 0 0,3-1-18 0 0,2 2-71 0 0,1-1 0 0 0,-2 1 0 0 0,1-1 0 0 0,0 1 0 0 0,0 0 0 0 0,0-1 1 0 0,-1 1-1 0 0,1 0 0 0 0,0 0 0 0 0,-2-1 0 0 0,4-5 13 0 0,2-5-26 0 0,1 0 0 0 0,0 0 0 0 0,1 1 0 0 0,0-1 0 0 0,1 1 0 0 0,0 0 0 0 0,10-12 0 0 0,65-82 26 0 0,-47 64-113 0 0,-17 19-258 0 0,-1 0 0 0 0,-1-1 0 0 0,-1-1 1 0 0,14-34-1 0 0,-26 52-453 0 0,-2 0-466 0 0,-1-17-453 0 0,-3 14-1214 0 0,-14-6-2099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9.0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4596 0 0,'0'0'6547'0'0,"0"7"-5934"0"0,10 274 2004 0 0,-7-224-2459 0 0,9 79-173 0 0,-9-114-758 0 0,2-1 0 0 0,0 1 1 0 0,14 36-1 0 0,-19-57 639 0 0,1 1 1 0 0,-1-1-1 0 0,1 1 0 0 0,0-1 0 0 0,-1 0 1 0 0,1 1-1 0 0,0-1 0 0 0,0 0 1 0 0,0 0-1 0 0,0 1 0 0 0,0-1 1 0 0,3 2-1 0 0,6 0-4767 0 0,15 3 155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9.4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343 57 3176 0 0,'0'0'1350'0'0,"0"-5"-197"0"0,0-18-245 0 0,0 18 451 0 0,-2 1-851 0 0,-5-12-82 0 0,6 12 282 0 0,-26 10-132 0 0,25-6-554 0 0,0 1 0 0 0,1-1 0 0 0,-1 1 0 0 0,0-1 0 0 0,1 1 0 0 0,-1 0 0 0 0,1 0 0 0 0,-1 0 0 0 0,1 0 1 0 0,-1 0-1 0 0,1 0 0 0 0,-1 0 0 0 0,1 0 0 0 0,0 0 0 0 0,0 1 0 0 0,-2 2 0 0 0,-2 1 38 0 0,-28 25 129 0 0,2 1 0 0 0,2 1 0 0 0,-27 37 0 0 0,-49 56 25 0 0,88-105-120 0 0,14-17 395 0 0,7-6-444 0 0,27-18-47 0 0,-24 17 2 0 0,2 0 3 0 0,-4 1 0 0 0,0 0 1 0 0,0 1 0 0 0,1 0 0 0 0,-1 0-1 0 0,1 0 1 0 0,0 1 0 0 0,-1 0-1 0 0,1 0 1 0 0,0 0 0 0 0,0 1-1 0 0,0 0 1 0 0,0 0 0 0 0,0 0-1 0 0,-1 1 1 0 0,1 0 0 0 0,10 2-1 0 0,-11-1 1 0 0,0 0 0 0 0,0 0 0 0 0,-1 1 0 0 0,1-1 0 0 0,-1 1 0 0 0,1 0 0 0 0,-1 0 0 0 0,0 0-1 0 0,0 1 1 0 0,3 3 0 0 0,-4-3 3 0 0,11 8 31 0 0,-1 0 1 0 0,20 25 0 0 0,-27-28-138 0 0,1-1-1 0 0,1 0 1 0 0,0 0 0 0 0,0-1 0 0 0,0 1 0 0 0,1-2-1 0 0,0 1 1 0 0,19 9 0 0 0,26 4-2000 0 0,-48-18 1251 0 0,1-1 0 0 0,-1 0 0 0 0,0 0-1 0 0,0-1 1 0 0,11 0 0 0 0,12-3-3457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59.6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91 2536 0 0,'0'0'1530'0'0,"-2"-3"-298"0"0,1 2-1141 0 0,0 0-1 0 0,0 0 0 0 0,1 0 0 0 0,-1 0 0 0 0,0 0 0 0 0,1 0 0 0 0,-1 0 0 0 0,1 0 0 0 0,-1 0 0 0 0,1-1 0 0 0,0 1 0 0 0,-1 0 0 0 0,1 0 0 0 0,0 0 0 0 0,0-1 0 0 0,0 1 0 0 0,0 0 1 0 0,0 0-1 0 0,0 0 0 0 0,0-1 0 0 0,0 1 0 0 0,0 0 0 0 0,1 0 0 0 0,-1 0 0 0 0,0 0 0 0 0,1-1 0 0 0,-1 1 0 0 0,1 0 0 0 0,0 0 0 0 0,-1 0 0 0 0,1 0 0 0 0,0 0 0 0 0,-1 0 0 0 0,1 0 0 0 0,0 0 1 0 0,0 1-1 0 0,0-1 0 0 0,0 0 0 0 0,0 0 0 0 0,1 0 0 0 0,11-5-154 0 0,1 0 0 0 0,-1 1 1 0 0,1 1-1 0 0,23-5 0 0 0,28-1-3335 0 0,-51 8 1902 0 0,-8 1-2239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0.2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58 271 2620 0 0,'-4'4'1348'0'0,"-47"43"3245"0"0,49-45-3322 0 0,3 0-1218 0 0,1-1 1 0 0,-1 1 0 0 0,1-1 0 0 0,0 0-1 0 0,-1 1 1 0 0,1-1 0 0 0,0 0 0 0 0,0 0-1 0 0,0-1 1 0 0,-1 1 0 0 0,1 0 0 0 0,3 0 0 0 0,34-1-230 0 0,9-6-300 0 0,7-7-228 0 0,-1-1 1 0 0,-1-3-1 0 0,54-25 1 0 0,-76 27 575 0 0,-1-1 1 0 0,-1-1 0 0 0,0-1 0 0 0,-1-2-1 0 0,-1-1 1 0 0,38-38 0 0 0,-15-1 1892 0 0,-48 57-1431 0 0,0-1-38 0 0,-2 4-252 0 0,0 0 0 0 0,1 0-1 0 0,-1 0 1 0 0,0-1-1 0 0,0 1 1 0 0,1 0-1 0 0,-1-1 1 0 0,0 1-1 0 0,0 0 1 0 0,0-1 0 0 0,0 1-1 0 0,1 0 1 0 0,-1-1-1 0 0,0 1 1 0 0,0 0-1 0 0,0-1 1 0 0,0 1-1 0 0,0-1 1 0 0,0 1-1 0 0,0 0 1 0 0,0-1 0 0 0,0 1-1 0 0,0 0 1 0 0,0-1-1 0 0,0 1 1 0 0,0-1-1 0 0,0 1 1 0 0,0 0-1 0 0,0-1 1 0 0,0 1 0 0 0,-1 0-1 0 0,1-1 1 0 0,0 1-1 0 0,0 0 1 0 0,0-1-1 0 0,-1 1 1 0 0,1 0-1 0 0,0 0 1 0 0,0-1 0 0 0,-1 1-1 0 0,-15 0 1608 0 0,11 1-2087 0 0,4-1 451 0 0,0 0 0 0 0,0 0 1 0 0,0 1-1 0 0,0-1 0 0 0,0 0 0 0 0,0 1 0 0 0,-1-1 0 0 0,2 0 0 0 0,-1 1 0 0 0,0-1 0 0 0,0 1 0 0 0,0 0 0 0 0,0-1 0 0 0,0 1 0 0 0,0 0 0 0 0,0 0 0 0 0,1-1 0 0 0,-1 1 0 0 0,0 0 0 0 0,1 0 0 0 0,-1 0 1 0 0,0 1-1 0 0,0 0 33 0 0,-5 3 31 0 0,1 0 0 0 0,1 0-1 0 0,-1 1 1 0 0,1-1 0 0 0,0 1 0 0 0,0 0 0 0 0,0 0-1 0 0,-4 11 1 0 0,7-12-50 0 0,0-1 0 0 0,-1 0 0 0 0,2 0 0 0 0,-1 0-1 0 0,0 1 1 0 0,1-1 0 0 0,0 0 0 0 0,0 1 0 0 0,0-1 0 0 0,1 0-1 0 0,-1 0 1 0 0,1 1 0 0 0,1 4 0 0 0,0-5-18 0 0,0-1 1 0 0,0 1-1 0 0,0-1 0 0 0,0 0 1 0 0,1 0-1 0 0,-1 1 0 0 0,1-2 1 0 0,0 1-1 0 0,0 0 0 0 0,0 0 1 0 0,0-1-1 0 0,7 4 1 0 0,-7-4-8 0 0,5 4 12 0 0,0-1 0 0 0,0-1 1 0 0,0 1-1 0 0,0-1 0 0 0,15 4 0 0 0,-16-5-9 0 0,-5-2 2 0 0,24 8 77 0 0,-3-4 20 0 0,-10-1-89 0 0,8 1 189 0 0,0 1 1 0 0,34 14-1 0 0,-52-18-121 0 0,-2-2-81 0 0,-1 0 1 0 0,1 0-1 0 0,-1 0 0 0 0,1 0 1 0 0,-1 1-1 0 0,1-1 0 0 0,-1 0 1 0 0,1 0-1 0 0,-1 0 0 0 0,1 1 1 0 0,-1-1-1 0 0,1 0 0 0 0,-1 1 0 0 0,1-1 1 0 0,-1 0-1 0 0,1 1 0 0 0,-1-1 1 0 0,0 0-1 0 0,1 1 0 0 0,-1-1 1 0 0,0 1-1 0 0,1-1 0 0 0,-1 1 1 0 0,0-1-1 0 0,1 1 0 0 0,-1 0 10 0 0,0-1 1 0 0,0 1-1 0 0,1-1 0 0 0,-1 1 0 0 0,0-1 0 0 0,1 1 0 0 0,-1-1 1 0 0,0 1-1 0 0,1-1 0 0 0,-1 0 0 0 0,1 1 0 0 0,-1-1 0 0 0,0 1 0 0 0,1-1 1 0 0,-1 0-1 0 0,1 0 0 0 0,-1 1 0 0 0,1-1 0 0 0,-1 0 0 0 0,1 0 0 0 0,0 0 1 0 0,-1 1-1 0 0,1-1 0 0 0,0 0 0 0 0,1 4 90 0 0,-2-3-98 0 0,1 1 10 0 0,0 0 0 0 0,-1 0 0 0 0,1 0 0 0 0,0-1 0 0 0,-1 1 0 0 0,0 0 1 0 0,1 0-1 0 0,-1 0 0 0 0,0 0 0 0 0,0 0 0 0 0,0 0 0 0 0,0 0 0 0 0,0 0 0 0 0,-1 0 0 0 0,1 0 1 0 0,-1 0-1 0 0,1-1 0 0 0,-1 1 0 0 0,1 0 0 0 0,-1 0 0 0 0,0 0 0 0 0,0-1 0 0 0,0 1 0 0 0,0 0 1 0 0,0-1-1 0 0,-2 3 0 0 0,-9 5-40 0 0,0 1 1 0 0,-1-2-1 0 0,0 0 0 0 0,0 0 1 0 0,0-1-1 0 0,-1-1 1 0 0,0 0-1 0 0,-24 5 0 0 0,19-5-581 0 0,0-2-1 0 0,0-1 0 0 0,-1 0 0 0 0,0-2 1 0 0,1 0-1 0 0,-27-2 0 0 0,43 1-13 0 0,1 0 476 0 0,1 0-1 0 0,-1 0 0 0 0,0-1 1 0 0,1 1-1 0 0,-1 0 1 0 0,0-1-1 0 0,0 1 0 0 0,1-1 1 0 0,-1 1-1 0 0,1-1 0 0 0,-3-1 1 0 0,-4-6-3331 0 0,-7-7-1484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0.4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0 199 4084 0 0,'16'-15'1029'0'0,"1"1"0"0"0,0 0-1 0 0,1 1 1 0 0,0 1 0 0 0,1 0-1 0 0,36-14 1 0 0,142-45-1524 0 0,-133 50-4905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1.1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52 4512 0 0,'-1'-3'1683'0'0,"-6"-31"4978"0"0,5 25-6793 0 0,2 4 2997 0 0,3 9-2599 0 0,6 7-136 0 0,0 2 0 0 0,-1-1 0 0 0,0 1 0 0 0,-1 0 0 0 0,7 18 0 0 0,27 83 111 0 0,-31-85-179 0 0,61 192-775 0 0,-29-76-5797 0 0,-40-141 4768 0 0,-1 0-1176 0 0,5 17-2097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1.6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1 311 2920 0 0,'0'-20'622'0'0,"0"1"-1"0"0,1 0 0 0 0,1-1 1 0 0,1 1-1 0 0,0 0 1 0 0,1 0-1 0 0,2 0 0 0 0,0 1 1 0 0,15-33-1 0 0,-18 46-540 0 0,0 1 0 0 0,0 0 1 0 0,0 0-1 0 0,0 0 0 0 0,1 1 0 0 0,0-1 0 0 0,-1 1 0 0 0,6-4 0 0 0,6-5 197 0 0,-10 8-186 0 0,0 0 0 0 0,1 1-1 0 0,-1-1 1 0 0,1 1 0 0 0,0 0-1 0 0,0 0 1 0 0,0 1-1 0 0,1 0 1 0 0,8-2 0 0 0,-10 2-47 0 0,4 1 7 0 0,0 0 1 0 0,0 0-1 0 0,0 1 1 0 0,0 0 0 0 0,0 1-1 0 0,0-1 1 0 0,0 2-1 0 0,0-1 1 0 0,-1 1 0 0 0,1 1-1 0 0,0 0 1 0 0,-1 0-1 0 0,0 0 1 0 0,12 8-1 0 0,-14-8-47 0 0,-1 0 0 0 0,1 1-1 0 0,-1 0 1 0 0,0 0-1 0 0,0 0 1 0 0,0 1-1 0 0,-1-1 1 0 0,1 1 0 0 0,-1 0-1 0 0,0 0 1 0 0,-1 1-1 0 0,1-1 1 0 0,-1 1-1 0 0,0 0 1 0 0,-1 0 0 0 0,1 0-1 0 0,-1 0 1 0 0,-1 0-1 0 0,1 1 1 0 0,-1-1 0 0 0,1 10-1 0 0,-2-14-3 0 0,1 0-1 0 0,-1 0 1 0 0,0 0-1 0 0,-1 0 1 0 0,1 0 0 0 0,0 0-1 0 0,-1 0 1 0 0,1 0-1 0 0,-1 0 1 0 0,1 0 0 0 0,-1 0-1 0 0,0 0 1 0 0,0 0-1 0 0,-2 2 1 0 0,-1 4-2 0 0,0 1 3 0 0,-1 0-1 0 0,0 0 0 0 0,-1 0 1 0 0,0-1-1 0 0,0 1 1 0 0,-1-1-1 0 0,0-1 1 0 0,0 1-1 0 0,-1-1 1 0 0,0-1-1 0 0,0 1 0 0 0,-17 8 1 0 0,1-1 33 0 0,-2-1-1 0 0,1-2 1 0 0,-35 10 0 0 0,55-19 52 0 0,0 0 23 0 0,-18 3 66 0 0,18-4 999 0 0,7 4-1115 0 0,5 4-44 0 0,1 0 1 0 0,0-1 0 0 0,0 1 0 0 0,1-2-1 0 0,0 1 1 0 0,0-2 0 0 0,1 1 0 0 0,0-1 0 0 0,11 5-1 0 0,25 18 29 0 0,97 61-75 0 0,-125-80-958 0 0,1-1 0 0 0,0 0 1 0 0,1-2-1 0 0,0 0 0 0 0,36 7 0 0 0,-50-14-1944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2.0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0 148 3304 0 0,'2'-7'1242'0'0,"1"-4"-812"0"0,-2 2-64 0 0,1 1 0 0 0,0-1 0 0 0,1 0 0 0 0,0 1 0 0 0,0 0 0 0 0,1 0 0 0 0,0 0 1 0 0,1 0-1 0 0,-1 0 0 0 0,1 1 0 0 0,11-12 0 0 0,-15 19-331 0 0,1-3 31 0 0,0 2 0 0 0,0-1 0 0 0,0 0 1 0 0,1 0-1 0 0,-1 1 0 0 0,1-1 0 0 0,-1 1 0 0 0,1 0 0 0 0,-1 0 1 0 0,1 0-1 0 0,0 0 0 0 0,0 0 0 0 0,-1 0 0 0 0,1 1 1 0 0,0 0-1 0 0,0-1 0 0 0,0 1 0 0 0,0 0 0 0 0,3 1 1 0 0,1 0-38 0 0,0 1 0 0 0,0 0 0 0 0,0 1 0 0 0,0 0 0 0 0,-1 0 0 0 0,1 0 0 0 0,-1 1 0 0 0,0 0 0 0 0,0 0 0 0 0,0 0 0 0 0,-1 1 0 0 0,1 0 0 0 0,-1 0 0 0 0,0 0 0 0 0,-1 1 0 0 0,1 0 0 0 0,-1-1 0 0 0,0 2 0 0 0,0-1 0 0 0,-1 0 0 0 0,0 1 0 0 0,0 0 0 0 0,-1-1 0 0 0,0 1 0 0 0,0 0 0 0 0,1 9 0 0 0,0-8-29 0 0,-2-5 3 0 0,0 0 0 0 0,0 0 0 0 0,0 0 0 0 0,-1 1 0 0 0,1-1 0 0 0,-1 0 0 0 0,0 0 0 0 0,0 7 0 0 0,-5 61 32 0 0,3-56-48 0 0,-3 6 2 0 0,-1-3-81 0 0,-14 32 181 0 0,19-45-7 0 0,-2-1 52 0 0,-6 14 81 0 0,6-14 1117 0 0,6 0-1198 0 0,6 9-47 0 0,-9-13-87 0 0,0 0-1 0 0,0 0 1 0 0,1 1 0 0 0,-1-1 0 0 0,0 0 0 0 0,0 0-1 0 0,0 0 1 0 0,0 1 0 0 0,0-1 0 0 0,1 0 0 0 0,-1 0-1 0 0,0 0 1 0 0,0 0 0 0 0,0 0 0 0 0,0 0 0 0 0,1 1-1 0 0,-1-1 1 0 0,0 0 0 0 0,0 0 0 0 0,0 0-1 0 0,1 0 1 0 0,-1 0 0 0 0,0 0 0 0 0,0 0 0 0 0,1 0-1 0 0,-1 0 1 0 0,0 0 0 0 0,0 0 0 0 0,0 0 0 0 0,1 0-1 0 0,-1 0 1 0 0,0 0 0 0 0,0 0 0 0 0,1 0 0 0 0,-1 0-1 0 0,0 0 1 0 0,1-1 0 0 0,184-27-2658 0 0,-57 11-3536 0 0,-91 12 1564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2.2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47 3712 0 0,'0'0'2956'0'0,"-3"3"-1935"0"0,3-3-924 0 0,-1 0 0 0 0,1 0 0 0 0,0 1 0 0 0,-1-1-1 0 0,1 0 1 0 0,0 0 0 0 0,-1 0 0 0 0,1 1 0 0 0,0-1 0 0 0,-1 0-1 0 0,1 0 1 0 0,0 1 0 0 0,-1-1 0 0 0,1 0 0 0 0,0 1 0 0 0,0-1-1 0 0,0 0 1 0 0,-1 1 0 0 0,1-1 0 0 0,0 1 0 0 0,0-1 0 0 0,0 0-1 0 0,0 1 1 0 0,0-1 0 0 0,-1 1 0 0 0,1-1 0 0 0,0 0-1 0 0,0 1 1 0 0,0-1 0 0 0,0 1 0 0 0,0-1 0 0 0,0 0 0 0 0,1 2-1 0 0,14-1 912 0 0,34-10-1115 0 0,-41 8 445 0 0,19-5-335 0 0,94-19-380 0 0,-34 8-6799 0 0,-65 13 2546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2.4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0 3388 0 0,'-4'3'1362'0'0,"-33"28"1632"0"0,34-28-2127 0 0,-1 4 245 0 0,4-7-1062 0 0,0 1 0 0 0,-1-1 0 0 0,1 0 0 0 0,0 1 0 0 0,-1-1 1 0 0,1 0-1 0 0,0 1 0 0 0,-1-1 0 0 0,1 0 0 0 0,0 1 1 0 0,-1-1-1 0 0,1 0 0 0 0,0 1 0 0 0,0-1 0 0 0,0 1 0 0 0,-1-1 1 0 0,1 1-1 0 0,0-1 0 0 0,0 1 0 0 0,0-1 0 0 0,0 0 1 0 0,0 1-1 0 0,0-1 0 0 0,0 1 0 0 0,0-1 0 0 0,0 1 0 0 0,0-1 1 0 0,0 1-1 0 0,0-1 0 0 0,0 1 0 0 0,0-1 0 0 0,1 1 1 0 0,-1-1-1 0 0,0 0 0 0 0,1 2 0 0 0,1 0 0 0 0,0-1 1 0 0,1 1-1 0 0,-1 0 1 0 0,0-1-1 0 0,1 1 0 0 0,0-1 1 0 0,-1 0-1 0 0,1 0 0 0 0,0 0 1 0 0,0 0-1 0 0,0 0 1 0 0,-1-1-1 0 0,1 1 0 0 0,0-1 1 0 0,0 0-1 0 0,0 0 0 0 0,4 0 1 0 0,40 1-95 0 0,97-17-1643 0 0,-43-4-3676 0 0,-66 10 61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3.1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187 72 3636 0 0,'0'0'1390'0'0,"1"-5"-199"0"0,2-47 2417 0 0,-3 47-2179 0 0,-5 3-1037 0 0,2 0-283 0 0,-16-4 436 0 0,14 8-429 0 0,-1 0 0 0 0,1 0 0 0 0,0 0-1 0 0,0 1 1 0 0,0 0 0 0 0,0 0 0 0 0,1 0 0 0 0,-1 0 0 0 0,-3 5 0 0 0,7-7-92 0 0,-8 6 50 0 0,1 1 0 0 0,0 1 0 0 0,1 0 0 0 0,0 0 0 0 0,0 0 0 0 0,1 1 0 0 0,0 0 0 0 0,-7 16 0 0 0,5-5-17 0 0,1-1 0 0 0,0 1 0 0 0,-3 22 0 0 0,6-24-7 0 0,1 7-24 0 0,3-13-3 0 0,6 58 45 0 0,-3-57-53 0 0,14 36-66 0 0,-13-45 37 0 0,1 3-5 0 0,16 14 22 0 0,-13-19-1 0 0,-2 4 9 0 0,-1-6-7 0 0,3 0 30 0 0,-1-1-1 0 0,1 1 1 0 0,0-2 0 0 0,-1 1 0 0 0,1-1 0 0 0,-1 0 0 0 0,0 0-1 0 0,1-1 1 0 0,-1 0 0 0 0,0 0 0 0 0,0-1 0 0 0,0 0 0 0 0,0 0 0 0 0,0-1-1 0 0,-1 0 1 0 0,0 0 0 0 0,1 0 0 0 0,-1-1 0 0 0,-1 0 0 0 0,1 0 0 0 0,6-8-1 0 0,-6 6 48 0 0,0 1 0 0 0,0-1 0 0 0,-1 0-1 0 0,0 0 1 0 0,-1 0 0 0 0,6-12 0 0 0,14-46 169 0 0,-22 58-236 0 0,-1-1 0 0 0,1 1 1 0 0,-2-1-1 0 0,1 0 0 0 0,-1 1 1 0 0,0-1-1 0 0,-1 0 0 0 0,1 1 1 0 0,-2-1-1 0 0,1 1 0 0 0,-1-1 1 0 0,0 1-1 0 0,0-1 0 0 0,-5-6 0 0 0,6 10-130 0 0,-3 2-23 0 0,1 0 0 0 0,0 0-1 0 0,-1 0 1 0 0,1 0-1 0 0,-1 0 1 0 0,0 1 0 0 0,0 0-1 0 0,0-1 1 0 0,0 1 0 0 0,1 1-1 0 0,-1-1 1 0 0,-8 0-1 0 0,10 1 182 0 0,-2 0-218 0 0,0 0-1 0 0,0 0 1 0 0,0 1-1 0 0,0-1 1 0 0,0 1-1 0 0,0 0 0 0 0,0 0 1 0 0,0 1-1 0 0,0-1 1 0 0,0 1-1 0 0,-5 3 1 0 0,5-3 72 0 0,0 0-207 0 0,0 1 0 0 0,0 0 0 0 0,0 0 0 0 0,1 0 0 0 0,-1 0 0 0 0,1 1 0 0 0,0-1 0 0 0,0 1 0 0 0,0 0 0 0 0,0 0 0 0 0,1 0 0 0 0,-1 0-1 0 0,1 0 1 0 0,-2 6 0 0 0,2-6-1000 0 0,2 1-963 0 0,-3 23-1596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3.5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72 3712 0 0,'62'-36'5732'0'0,"-58"34"-4539"0"0,-1 0-752 0 0,9-7-54 0 0,-9 6 1384 0 0,-6 7-1716 0 0,-9 8-13 0 0,9-9 16 0 0,1 0-37 0 0,-5 12-3 0 0,5-12 29 0 0,-5 22-80 0 0,11-23 26 0 0,-2-1 21 0 0,0 0 0 0 0,-1-1-1 0 0,1 1 1 0 0,0-1 0 0 0,0 1-1 0 0,0-1 1 0 0,0 0 0 0 0,0 0-1 0 0,0 0 1 0 0,0 0 0 0 0,0 0-1 0 0,-1 0 1 0 0,1 0 0 0 0,0-1-1 0 0,0 1 1 0 0,0-1 0 0 0,3-1-1 0 0,-1 0 137 0 0,-2 2-116 0 0,-1-1 0 0 0,1 0-1 0 0,0 0 1 0 0,0 0 0 0 0,-1 0 0 0 0,1 0-1 0 0,-1 0 1 0 0,1 0 0 0 0,2-3 0 0 0,0 1 133 0 0,-3 2-141 0 0,0-1-1 0 0,0 0 1 0 0,0 1 0 0 0,0-1-1 0 0,0 1 1 0 0,0-1-1 0 0,1 1 1 0 0,-1 0 0 0 0,1 0-1 0 0,2-3 1 0 0,-1 1 173 0 0,-1-1-120 0 0,7-13-18 0 0,-7 13 33 0 0,-4 0-486 0 0,-7-12 50 0 0,7 12-32 0 0,-2 5-1094 0 0,-1 1 1087 0 0,-4 0 261 0 0,1-2-7416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4.0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286 128 4156 0 0,'2'-5'1408'0'0,"7"-45"2490"0"0,-9 45-3188 0 0,-2 0-134 0 0,-2-3-164 0 0,0 1 0 0 0,0-1 0 0 0,-11-12 0 0 0,12 16-105 0 0,-2 2-42 0 0,-17-7-12 0 0,17 7-49 0 0,-2 2-22 0 0,2-1-158 0 0,1 0 13 0 0,-1 1 0 0 0,0 0 0 0 0,1 0 0 0 0,-1 0 0 0 0,0 0 0 0 0,1 1 0 0 0,-1-1 0 0 0,1 1 0 0 0,-1 0 0 0 0,1 1 0 0 0,-9 3 0 0 0,6-3-12 0 0,4-1-12 0 0,0 0 0 0 0,1 0 0 0 0,-1 1 0 0 0,1-1 0 0 0,-1 0 0 0 0,1 1 0 0 0,0 0 0 0 0,-1-1 0 0 0,-2 5 0 0 0,-6 2 3 0 0,1 1 0 0 0,0 0 1 0 0,0 1-1 0 0,1 0 0 0 0,1 0 0 0 0,0 1 1 0 0,0 0-1 0 0,1 1 0 0 0,0-1 0 0 0,1 1 0 0 0,1 1 1 0 0,0-1-1 0 0,0 1 0 0 0,1 0 0 0 0,1 0 1 0 0,0 0-1 0 0,-1 15 0 0 0,7-5-59 0 0,-2-18 46 0 0,0-1 12 0 0,2 1-22 0 0,6 17-22 0 0,-6-17-19 0 0,-2-5 42 0 0,1 1 0 0 0,0 0 0 0 0,-1-1 0 0 0,1 1 0 0 0,-1 0 1 0 0,1 0-1 0 0,-1 0 0 0 0,1 0 0 0 0,-1 0 0 0 0,0 0 0 0 0,1 0 1 0 0,1 3-1 0 0,-2-3-4 0 0,3 2-12 0 0,2-2 4 0 0,16 1-11 0 0,-16-2-13 0 0,1-1 12 0 0,2-2 28 0 0,0 1 0 0 0,1-2 1 0 0,-1 1-1 0 0,0-1 0 0 0,-1-1 0 0 0,1 1 1 0 0,-1-2-1 0 0,9-6 0 0 0,0-7 172 0 0,-1 0 0 0 0,23-36 1 0 0,-37 51 19 0 0,0 0 0 0 0,8-13 2 0 0,-8 13 260 0 0,3-2-327 0 0,-5 6-113 0 0,0-1-1 0 0,1 1 0 0 0,-1-1 0 0 0,0 1 0 0 0,0 0 0 0 0,0-1 1 0 0,1 1-1 0 0,-1-1 0 0 0,0 1 0 0 0,0 0 0 0 0,1-1 0 0 0,-1 1 1 0 0,0 0-1 0 0,1-1 0 0 0,-1 1 0 0 0,0 0 0 0 0,1 0 0 0 0,-1-1 0 0 0,1 1 1 0 0,-1 0-1 0 0,1 0 0 0 0,-1 0 0 0 0,0-1 0 0 0,1 1 0 0 0,-1 0 1 0 0,1 0-1 0 0,-1 0 0 0 0,1 0 0 0 0,10 95 245 0 0,-3-7-225 0 0,22 82-1031 0 0,-1-60-6253 0 0,-28-106 4260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4.4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89 4088 0 0,'9'-62'4312'0'0,"-8"57"-3840"0"0,-1 6-456 0 0,1-1 0 0 0,-1-1 1 0 0,0 1-1 0 0,1 0 0 0 0,-1 0 0 0 0,0 0 0 0 0,1 0 0 0 0,-1 0 0 0 0,0 0 0 0 0,0 0 1 0 0,1 0-1 0 0,-1 0 0 0 0,0-1 0 0 0,0 1 0 0 0,1 0 0 0 0,-1 0 0 0 0,0 0 0 0 0,0 0 1 0 0,1-1-1 0 0,-1 1 0 0 0,0 0 0 0 0,0 0 0 0 0,0-1 0 0 0,0 1 0 0 0,1 0 0 0 0,-1 0 1 0 0,0-1-1 0 0,0 1 0 0 0,0 0 0 0 0,0 0 0 0 0,0-1 0 0 0,0 1 0 0 0,0-1 0 0 0,0 1 10 0 0,1-1-1 0 0,-1 0 0 0 0,0 1 1 0 0,0-1-1 0 0,1 1 0 0 0,-1-1 1 0 0,0 1-1 0 0,1-1 0 0 0,-1 1 0 0 0,0-1 1 0 0,1 1-1 0 0,-1-1 0 0 0,1 1 1 0 0,-1-1-1 0 0,1 1 0 0 0,-1 0 1 0 0,1-1-1 0 0,-1 1 0 0 0,1 0 1 0 0,-1-1-1 0 0,1 1 0 0 0,0 0 0 0 0,-1 0 1 0 0,1-1-1 0 0,-1 1 0 0 0,1 0 1 0 0,1 0-1 0 0,17-3 168 0 0,-14 2-28 0 0,1 2-3 0 0,2 1-125 0 0,1 0-1 0 0,-1 0 1 0 0,0 0 0 0 0,0 1 0 0 0,0 1-1 0 0,-1-1 1 0 0,1 1 0 0 0,-1 0 0 0 0,0 1-1 0 0,0 0 1 0 0,0 0 0 0 0,-1 0 0 0 0,1 1-1 0 0,-1 0 1 0 0,-1 1 0 0 0,1-1 0 0 0,-1 1-1 0 0,6 10 1 0 0,-9-13-4 0 0,0 1 0 0 0,0-1-1 0 0,-1 0 1 0 0,0 1 0 0 0,0 0-1 0 0,0-1 1 0 0,0 1 0 0 0,-1 0 0 0 0,1-1-1 0 0,-1 1 1 0 0,0 0 0 0 0,-1 5 0 0 0,0-6-15 0 0,1 6 70 0 0,-1-1 0 0 0,-1 1 0 0 0,0-1 0 0 0,0 1 0 0 0,-1-1 0 0 0,0 0 0 0 0,0 0 0 0 0,-1 0 0 0 0,-5 8 0 0 0,5-8-16 0 0,-46 80 1432 0 0,48-85-1225 0 0,2-3-235 0 0,-1 1 0 0 0,1-1 0 0 0,0 0 0 0 0,-1 1 0 0 0,1-1 0 0 0,-1 0 0 0 0,1 0 0 0 0,-1 0 0 0 0,0 0 0 0 0,1 1 0 0 0,-1-1-1 0 0,-2 1 1 0 0,2 1 52 0 0,-1 0 964 0 0,5-1-952 0 0,1 0-96 0 0,0-1 1 0 0,0-1 0 0 0,1 1-1 0 0,-1 0 1 0 0,0-1 0 0 0,0 0-1 0 0,0 0 1 0 0,1-1 0 0 0,-1 1-1 0 0,0-1 1 0 0,0 1 0 0 0,0-1-1 0 0,0-1 1 0 0,7-2 0 0 0,70-29-245 0 0,-60 23 120 0 0,365-171-3989 0 0,-135 51-3075 0 0,-190 96 2286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5.6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44 4032 0 0,'8'-23'1886'0'0,"-6"19"1056"0"0,-2 3-2853 0 0,0 0-1 0 0,0 1 1 0 0,0-1 0 0 0,0 0-1 0 0,1 0 1 0 0,-1 0-1 0 0,0 1 1 0 0,0-1 0 0 0,0 0-1 0 0,1 0 1 0 0,-1 1-1 0 0,0-1 1 0 0,1 0 0 0 0,-1 1-1 0 0,1-1 1 0 0,4-3 4583 0 0,-16 196-3865 0 0,-1 47-578 0 0,12-202-1107 0 0,2-1 1 0 0,2 1-1 0 0,13 64 0 0 0,-6-80-809 0 0,-8-17 1279 0 0,-1 0-1100 0 0,2-2-109 0 0,11 6-1043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6.0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317 46 3504 0 0,'0'0'1258'0'0,"1"-5"-189"0"0,2-22 1512 0 0,-3 27-2556 0 0,0-1 0 0 0,0 1 0 0 0,0-1 0 0 0,0 1 0 0 0,0-1 0 0 0,0 1 1 0 0,0-1-1 0 0,0 1 0 0 0,-1-1 0 0 0,1 1 0 0 0,0-1 0 0 0,0 1 0 0 0,0-1 0 0 0,0 1 0 0 0,-1-1 0 0 0,1 1 0 0 0,0 0 0 0 0,0-1 0 0 0,-1 1 0 0 0,1-1 0 0 0,0 1 0 0 0,-1 0 1 0 0,1-1-1 0 0,-1 1 0 0 0,1 0 0 0 0,0-1 0 0 0,-1 1 0 0 0,1 0 0 0 0,-1 0 0 0 0,1-1 0 0 0,-1 1 0 0 0,1 0 0 0 0,-1 0 0 0 0,1 0 0 0 0,-1 0 0 0 0,1-1 0 0 0,-1 1 0 0 0,1 0 1 0 0,-1 0-1 0 0,1 0 0 0 0,-1 0 0 0 0,1 0 0 0 0,-1 0 0 0 0,1 1 0 0 0,-1-1 0 0 0,1 0 0 0 0,-1 0 0 0 0,0 0 0 0 0,-2 1 39 0 0,0 0-1 0 0,0 1 0 0 0,1-1 1 0 0,-1 1-1 0 0,0-1 0 0 0,1 1 1 0 0,-1 0-1 0 0,-4 4 0 0 0,-230 227 763 0 0,202-201-252 0 0,33-30-239 0 0,6-4-311 0 0,59-27 123 0 0,-59 28-115 0 0,2 1-3 0 0,2-1-4 0 0,0 0 0 0 0,0 1-1 0 0,-1 1 1 0 0,1-1 0 0 0,0 1-1 0 0,0 1 1 0 0,-1 0 0 0 0,1 0 0 0 0,-1 0-1 0 0,0 1 1 0 0,11 5 0 0 0,15 14 60 0 0,54 50 0 0 0,-51-38-74 0 0,-30-29-25 0 0,11 7-200 0 0,-10-7-54 0 0,1-1 0 0 0,-1 1 0 0 0,1-1 0 0 0,0 0 0 0 0,0-1 0 0 0,0 0 0 0 0,1 0 0 0 0,11 2 0 0 0,-10-4-900 0 0,-1 0 0 0 0,1-1 0 0 0,0 0 0 0 0,13-1 0 0 0,-18 0-2967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6.2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98 2732 0 0,'-4'-1'1280'0'0,"-15"-5"487"0"0,18 5-1579 0 0,0 1-1 0 0,0 0 0 0 0,-1-1 1 0 0,1 1-1 0 0,0-1 1 0 0,0 0-1 0 0,0 1 1 0 0,0-1-1 0 0,-1 0 1 0 0,1 0-1 0 0,0 0 1 0 0,0 1-1 0 0,1-1 1 0 0,-1 0-1 0 0,0 0 0 0 0,0-1 1 0 0,0 1-1 0 0,0-1 1 0 0,2 1-156 0 0,-1 0 0 0 0,1 0 0 0 0,0-1 1 0 0,-1 1-1 0 0,1 0 0 0 0,0 0 0 0 0,0 0 0 0 0,0 0 0 0 0,0 1 1 0 0,0-1-1 0 0,0 0 0 0 0,0 0 0 0 0,1 1 0 0 0,-1-1 1 0 0,0 0-1 0 0,0 1 0 0 0,0-1 0 0 0,2 1 0 0 0,15-7 95 0 0,19-5-321 0 0,1 2 1 0 0,-1 1-1 0 0,41-3 1 0 0,-25 4-2447 0 0,-46 7 191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6.5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7 3184 0 0,'-16'16'1426'0'0,"13"-12"-207"0"0,-1-1-262 0 0,-8 7-410 0 0,8-3 2312 0 0,10 19-2103 0 0,-5-21-489 0 0,0-5-252 0 0,0 0-1 0 0,0 0 0 0 0,-1 0 1 0 0,1 0-1 0 0,0 0 1 0 0,0 0-1 0 0,-1 0 1 0 0,1 1-1 0 0,0-1 1 0 0,0 0-1 0 0,-1 0 1 0 0,1 1-1 0 0,0-1 1 0 0,-1 0-1 0 0,1 1 1 0 0,0-1-1 0 0,-1 1 1 0 0,1-1-1 0 0,0 1 1 0 0,0 0-1 0 0,0 0-1 0 0,0 0 0 0 0,1 0-1 0 0,-1 0 1 0 0,0 0 0 0 0,0 0 0 0 0,1-1 0 0 0,-1 1-1 0 0,0 0 1 0 0,1-1 0 0 0,-1 1 0 0 0,0-1 0 0 0,1 0-1 0 0,-1 1 1 0 0,1-1 0 0 0,2 0 0 0 0,58 6 156 0 0,-25-7-708 0 0,0-1 0 0 0,1-1 0 0 0,-2-3 0 0 0,1-1 0 0 0,56-18 0 0 0,2-12-3256 0 0,-82 32 2767 0 0,18-9-2768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6.9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343 3 3336 0 0,'0'0'1380'0'0,"-4"-1"-223"0"0,-1 0-919 0 0,0 1 1 0 0,0 0-1 0 0,0 0 0 0 0,0 0 0 0 0,0 0 1 0 0,1 1-1 0 0,-1 0 0 0 0,0 0 0 0 0,0 0 1 0 0,1 1-1 0 0,-1 0 0 0 0,0 0 0 0 0,1 0 0 0 0,0 0 1 0 0,-1 0-1 0 0,1 1 0 0 0,-4 3 0 0 0,1-2 9 0 0,-12 9 29 0 0,0 1 1 0 0,0 1-1 0 0,2 1 1 0 0,0 0-1 0 0,0 1 1 0 0,2 1-1 0 0,0 1 1 0 0,1 0-1 0 0,1 0 1 0 0,1 2 0 0 0,1-1-1 0 0,0 2 1 0 0,2-1-1 0 0,1 1 1 0 0,0 1-1 0 0,-6 32 1 0 0,11-39-202 0 0,2-14-67 0 0,0 1 0 0 0,1 0 0 0 0,0 0 0 0 0,-1 0 0 0 0,1 0 0 0 0,0 0 0 0 0,1 0 0 0 0,-1 0 0 0 0,0 0 0 0 0,1 0 0 0 0,0 0 0 0 0,1 3 0 0 0,0 3 1 0 0,0 0 0 0 0,0-1 0 0 0,1 1-1 0 0,1 0 1 0 0,-1-1 0 0 0,1 0 0 0 0,1 0 0 0 0,-1 0 0 0 0,2-1 0 0 0,-1 1-1 0 0,1-1 1 0 0,0 0 0 0 0,0-1 0 0 0,14 12 0 0 0,-16-15-14 0 0,2 1 14 0 0,-1-1 0 0 0,1 0 0 0 0,0 0 0 0 0,0 0 0 0 0,0 0 1 0 0,0-1-1 0 0,0 0 0 0 0,11 2 0 0 0,-9-1-28 0 0,-4-2 9 0 0,-1 0 0 0 0,1 0-1 0 0,-1-1 1 0 0,1 1 0 0 0,0-1 0 0 0,-1 0-1 0 0,1 0 1 0 0,3 0 0 0 0,66-6-106 0 0,-53 4 97 0 0,-18 2 18 0 0,0-1 1 0 0,1 1 0 0 0,-1 0-1 0 0,0-1 1 0 0,0 0 0 0 0,0 1-1 0 0,0-1 1 0 0,0 0 0 0 0,0 0-1 0 0,3-2 1 0 0,3-1-3 0 0,0 0 22 0 0,-1 0 1 0 0,1-1-1 0 0,-1 0 1 0 0,0 0 0 0 0,-1 0-1 0 0,1-1 1 0 0,7-8-1 0 0,-11 10-4 0 0,0 0 0 0 0,0 0 0 0 0,-1-1 0 0 0,1 1 0 0 0,-1-1 0 0 0,0 0 0 0 0,0 1 0 0 0,-1-1 0 0 0,1 0 0 0 0,-1 0 0 0 0,0 0 0 0 0,0-10 0 0 0,-1 13-11 0 0,0-1-1 0 0,-1 0 0 0 0,1 1 1 0 0,-1-1-1 0 0,0 1 1 0 0,1-1-1 0 0,-1 1 1 0 0,0-1-1 0 0,0 1 0 0 0,-1-1 1 0 0,1 1-1 0 0,-1 0 1 0 0,1 0-1 0 0,-1 0 1 0 0,1 0-1 0 0,-1 0 0 0 0,-3-3 1 0 0,3 4-6 0 0,2 0 0 0 0,-1 0 0 0 0,0 0-1 0 0,0 0 1 0 0,0 1 0 0 0,0-1 0 0 0,0 0-1 0 0,0 1 1 0 0,0-1 0 0 0,0 0 0 0 0,0 1 0 0 0,0 0-1 0 0,-1-1 1 0 0,1 1 0 0 0,0 0 0 0 0,0-1-1 0 0,0 1 1 0 0,-1 0 0 0 0,-1 0 0 0 0,0 0-6 0 0,-1-1-2 0 0,0 0 0 0 0,0 1 0 0 0,0 0 1 0 0,0 0-1 0 0,0 0 0 0 0,0 0 0 0 0,0 1 0 0 0,0 0 0 0 0,0-1 0 0 0,0 1 0 0 0,0 1 1 0 0,0-1-1 0 0,-4 3 0 0 0,0-1-34 0 0,-17 6-230 0 0,1 2 0 0 0,0 0 0 0 0,0 2-1 0 0,-31 23 1 0 0,37-23-959 0 0,-30 30 0 0 0,37-32-375 0 0,1 1 1 0 0,0 1-1 0 0,-9 14 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8.3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50 4204 0 0,'-1'-4'1617'0'0,"-5"-12"-293"0"0,4 11 1812 0 0,1 1-2383 0 0,-4-12-105 0 0,4 11 1916 0 0,2 11-2171 0 0,4 39 16 0 0,3 0-1 0 0,2-1 1 0 0,16 46 0 0 0,6 28-420 0 0,6 63-5744 0 0,-37-176 4212 0 0,8 16-7382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8.8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1 136 2872 0 0,'1'-9'637'0'0,"1"-1"-1"0"0,1 1 1 0 0,-1 0-1 0 0,1 0 0 0 0,1 0 1 0 0,4-9-1 0 0,-6 14-485 0 0,1 0 1 0 0,0 0-1 0 0,0 0 0 0 0,0 1 0 0 0,0-1 0 0 0,0 1 0 0 0,1 0 0 0 0,-1 0 0 0 0,1 0 0 0 0,0 0 0 0 0,0 1 1 0 0,0 0-1 0 0,0 0 0 0 0,0 0 0 0 0,7-2 0 0 0,-2 1-43 0 0,-1 0 1 0 0,1 1-1 0 0,0 1 0 0 0,0-1 1 0 0,0 1-1 0 0,13 1 0 0 0,-17 0-92 0 0,0 0 0 0 0,0 1-1 0 0,0 0 1 0 0,0 0 0 0 0,0 1 0 0 0,0-1-1 0 0,0 1 1 0 0,-1 0 0 0 0,1 0-1 0 0,-1 1 1 0 0,1-1 0 0 0,-1 1-1 0 0,0 0 1 0 0,0 0 0 0 0,0 0 0 0 0,4 6-1 0 0,17 24 11 0 0,-23-31-31 0 0,-1 1 0 0 0,1 0 0 0 0,-1 0 0 0 0,0 0 0 0 0,0-1 0 0 0,0 1 1 0 0,0 0-1 0 0,-1 0 0 0 0,1 1 0 0 0,-1-1 0 0 0,1 0 0 0 0,-1 0 0 0 0,0 0 0 0 0,0 0 0 0 0,-1 5 0 0 0,-2 1-18 0 0,0 1-1 0 0,-1 0 1 0 0,0-1 0 0 0,-1 0-1 0 0,1 0 1 0 0,-2 0 0 0 0,1-1 0 0 0,-1 1-1 0 0,-1-1 1 0 0,1-1 0 0 0,-1 1-1 0 0,-1-1 1 0 0,1 0 0 0 0,-1-1 0 0 0,0 0-1 0 0,-1 0 1 0 0,-11 6 0 0 0,-24 13 9 0 0,40-23 15 0 0,-12 4-8 0 0,-1 1-6 0 0,13-6 32 0 0,-1 0 20 0 0,5-1-15 0 0,-1 1 0 0 0,0-1-1 0 0,1 0 1 0 0,-1 0 0 0 0,0 0 0 0 0,0 0 0 0 0,1 0-1 0 0,-1 1 1 0 0,0-1 0 0 0,1 0 0 0 0,-1 1 0 0 0,0-1-1 0 0,1 0 1 0 0,-1 1 0 0 0,1-1 0 0 0,-1 1 0 0 0,1-1-1 0 0,-1 1 1 0 0,1-1 0 0 0,-1 1 0 0 0,1-1 0 0 0,-1 1-1 0 0,1 0 1 0 0,-1 0 0 0 0,2 1-8 0 0,0-1 0 0 0,-1 1 0 0 0,1-1 0 0 0,0 1 0 0 0,0-1 0 0 0,0 1 0 0 0,1-1 0 0 0,-1 0 1 0 0,0 1-1 0 0,0-1 0 0 0,1 0 0 0 0,-1 0 0 0 0,1 0 0 0 0,-1 0 0 0 0,1 0 0 0 0,2 1 0 0 0,88 56 163 0 0,106 65-167 0 0,-195-121-87 0 0,24 10-271 0 0,-6-7-301 0 0,-17-4 524 0 0,27 5-1452 0 0,0-8-2739 0 0,-6-3 52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9.2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95 3756 0 0,'-1'-4'1274'0'0,"-5"-11"-241"0"0,4 11-226 0 0,2-1-143 0 0,-1-15-95 0 0,0 15-86 0 0,3 1-100 0 0,0 2-313 0 0,-1-1-3 0 0,0 1 1 0 0,0 0 0 0 0,0 0 0 0 0,0 0-1 0 0,1 0 1 0 0,-1 0 0 0 0,1 0-1 0 0,-1 0 1 0 0,1 0 0 0 0,0 1 0 0 0,0-1-1 0 0,-1 1 1 0 0,1-1 0 0 0,0 1 0 0 0,1 0-1 0 0,-1 0 1 0 0,0 0 0 0 0,0 0-1 0 0,0 0 1 0 0,5-1 0 0 0,58 2 358 0 0,-18 11-264 0 0,-45-10-155 0 0,1 0 0 0 0,-1 0 0 0 0,0 0 0 0 0,1 0 0 0 0,-1 0 1 0 0,0 1-1 0 0,0-1 0 0 0,0 1 0 0 0,0 0 0 0 0,0-1 0 0 0,0 1 0 0 0,-1 0 0 0 0,1 0 1 0 0,2 4-1 0 0,4 12 0 0 0,-6-14 12 0 0,-2 1 17 0 0,-1 3 9 0 0,-1 1-1 0 0,-1-1 1 0 0,1 0-1 0 0,-1 0 1 0 0,-1 0-1 0 0,0 0 1 0 0,0-1-1 0 0,0 0 1 0 0,-1 1-1 0 0,0-2 1 0 0,0 1-1 0 0,-12 11 1 0 0,17-17-36 0 0,-3 1 70 0 0,2 0 6 0 0,-1-1 1 0 0,0 0-1 0 0,1 1 0 0 0,-1-1 1 0 0,1 1-1 0 0,0-1 0 0 0,0 1 1 0 0,-1-1-1 0 0,-1 5 1 0 0,4-5-82 0 0,-1 1 1 0 0,1 0 0 0 0,-1 0-1 0 0,1-1 1 0 0,0 1 0 0 0,0 0-1 0 0,0-1 1 0 0,0 1 0 0 0,0-1-1 0 0,0 1 1 0 0,3 1 0 0 0,4-2 40 0 0,43 0-42 0 0,149-10-1717 0 0,-62-7-4339 0 0,-103 9 1017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9.4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22 2720 0 0,'-4'2'1476'0'0,"-3"4"1335"0"0,12-3-1027 0 0,29-2-394 0 0,54-11-1034 0 0,11-3-1237 0 0,-33 5-4235 0 0,-36 5 616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09.7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29 3784 0 0,'0'0'4331'0'0,"2"3"-3623"0"0,-1-2-622 0 0,0 0 0 0 0,1 1 0 0 0,-1-1 0 0 0,0 0 1 0 0,1 0-1 0 0,-1 0 0 0 0,0 0 0 0 0,1 0 0 0 0,-1-1 0 0 0,1 1 0 0 0,0 0 1 0 0,-1-1-1 0 0,1 1 0 0 0,2 0 0 0 0,37 0 605 0 0,7-3-343 0 0,208-12-1602 0 0,-78-9-4891 0 0,-143 15 2430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10.1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286 141 2892 0 0,'14'-57'3361'0'0,"-13"52"-2587"0"0,-3-1-84 0 0,2 3-535 0 0,-1-1-1 0 0,0 0 0 0 0,0 1 1 0 0,0-1-1 0 0,-1 1 0 0 0,1 0 1 0 0,-1-1-1 0 0,0 1 0 0 0,1 0 1 0 0,-2 0-1 0 0,1 0 0 0 0,0 0 1 0 0,-1 0-1 0 0,1 1 0 0 0,-1-1 1 0 0,0 1-1 0 0,1 0 0 0 0,-1 0 1 0 0,-1-1-1 0 0,1 2 0 0 0,0-1 1 0 0,0 0-1 0 0,-1 1 0 0 0,-6-3 1 0 0,6 3 267 0 0,-3 2-14 0 0,-1-2-282 0 0,6 0-80 0 0,0 1 0 0 0,-1 0 0 0 0,1 0 0 0 0,0-1-1 0 0,-1 2 1 0 0,1-1 0 0 0,0 0 0 0 0,-1 0-1 0 0,1 1 1 0 0,0-1 0 0 0,-1 1 0 0 0,1 0-1 0 0,-3 1 1 0 0,-6 3 61 0 0,0-1 0 0 0,0 1-1 0 0,1 1 1 0 0,0 0 0 0 0,0 1 0 0 0,1 0-1 0 0,0 0 1 0 0,0 1 0 0 0,1 0 0 0 0,0 0-1 0 0,0 1 1 0 0,1 0 0 0 0,0 1 0 0 0,0-1-1 0 0,1 2 1 0 0,0-1 0 0 0,1 0 0 0 0,1 1-1 0 0,-5 12 1 0 0,6-13-67 0 0,0 0-1 0 0,0 0 1 0 0,1 0-1 0 0,1 1 1 0 0,-2 15-1 0 0,2-19-29 0 0,0-4-5 0 0,1-1-1 0 0,0 1 0 0 0,-1-1 1 0 0,1 1-1 0 0,0-1 1 0 0,0 1-1 0 0,0 0 0 0 0,1-1 1 0 0,-1 1-1 0 0,1-1 1 0 0,0 4-1 0 0,2 6 16 0 0,0 0 1 0 0,0-1-1 0 0,1 1 0 0 0,1-1 1 0 0,6 13-1 0 0,-8-19-24 0 0,1 0-1 0 0,-1 0 1 0 0,1-1 0 0 0,0 1 0 0 0,0-1-1 0 0,0 0 1 0 0,0 0 0 0 0,1 0 0 0 0,0-1-1 0 0,0 0 1 0 0,0 1 0 0 0,0-2 0 0 0,0 1-1 0 0,9 3 1 0 0,-13-6 4 0 0,10 4-6 0 0,-1 0 1 0 0,1-1 0 0 0,0 0-1 0 0,0-1 1 0 0,0 0 0 0 0,0-1-1 0 0,0 0 1 0 0,13-1-1 0 0,-14-2 12 0 0,0 1 20 0 0,-1-1 0 0 0,1 0 0 0 0,-1 0-1 0 0,0-1 1 0 0,0 0 0 0 0,0-1-1 0 0,0 0 1 0 0,9-6 0 0 0,-6 2 22 0 0,-1 0 1 0 0,0 0-1 0 0,-1-1 1 0 0,0-1-1 0 0,-1 0 1 0 0,0 0-1 0 0,8-12 1 0 0,-15 18-35 0 0,3-3 27 0 0,-1-1 0 0 0,1 0 1 0 0,-2 0-1 0 0,1 0 0 0 0,3-17 0 0 0,-3 9-18 0 0,-1 0 0 0 0,-1 0-1 0 0,-1-1 1 0 0,0 1 0 0 0,-1 0-1 0 0,-3-20 1 0 0,2 32-80 0 0,0 1-1 0 0,0-1 1 0 0,0 1 0 0 0,-1 0-1 0 0,0 0 1 0 0,1 0 0 0 0,-1-1-1 0 0,-1 2 1 0 0,1-1 0 0 0,0 0-1 0 0,-1 0 1 0 0,1 1 0 0 0,-1-1-1 0 0,1 1 1 0 0,-4-2-1 0 0,3 2-14 0 0,1 0-5 0 0,1 1 0 0 0,-1-1 1 0 0,1 1-1 0 0,-1 0 1 0 0,0 0-1 0 0,1 0 0 0 0,-1 0 1 0 0,0 0-1 0 0,0 0 0 0 0,0 0 1 0 0,0 0-1 0 0,0 1 0 0 0,0-1 1 0 0,-2 1-1 0 0,-3-2-174 0 0,5 1 125 0 0,0 0 1 0 0,0 0-1 0 0,0 0 1 0 0,-1 0-1 0 0,1 0 1 0 0,0 1-1 0 0,-1-1 0 0 0,1 1 1 0 0,-1-1-1 0 0,1 1 1 0 0,-1 0-1 0 0,-3 0 1 0 0,-13 1-1680 0 0,11-2 1210 0 0,-4 0-128 0 0,-7 4-3139 0 0,-12 2-1753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10.5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75 4692 0 0,'0'0'10293'0'0,"1"4"-10165"0"0,4 13-14 0 0,-4-13 632 0 0,20-10-332 0 0,-16 4-329 0 0,1 0 612 0 0,-3-1-470 0 0,25-32 281 0 0,-25 31-452 0 0,-5 0-184 0 0,-5-15-80 0 0,5 14-132 0 0,-2 3-131 0 0,-11-7-121 0 0,11 7-99 0 0,0 1-923 0 0,-13-4 705 0 0,13 4-99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10.9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85 2748 0 0,'0'0'1429'0'0,"-3"-2"-186"0"0,-12-12 2775 0 0,12 11-3337 0 0,-10-5-14 0 0,10 5 2158 0 0,6 0-2621 0 0,0 0-127 0 0,0 1 0 0 0,0-1 0 0 0,0 0 0 0 0,1 1 0 0 0,0 0 0 0 0,-1 0 0 0 0,1 0 0 0 0,0 0 0 0 0,0 1 0 0 0,7-3 0 0 0,45-7 800 0 0,-34 7-357 0 0,-18 3-171 0 0,2 0-11 0 0,84-8 2525 0 0,-86 13-2789 0 0,-1-1 0 0 0,0 1 0 0 0,0 0 0 0 0,0 0-1 0 0,-1 0 1 0 0,1 0 0 0 0,-1 0 0 0 0,3 8 0 0 0,2 6-13 0 0,-1 0-1 0 0,0 0 1 0 0,-1 0 0 0 0,-1 1-1 0 0,3 36 1 0 0,-6-45-58 0 0,2 19-49 0 0,-2 2-43 0 0,-1-23 49 0 0,-2 44-541 0 0,-4 13-1001 0 0,-5 9-4591 0 0,10-70 4063 0 0,-7 18-7870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11.1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1 232 3696 0 0,'0'0'2461'0'0,"1"-4"-1403"0"0,5-14-122 0 0,-4 14-100 0 0,1 0-79 0 0,11-6-366 0 0,0 1-1 0 0,1 0 0 0 0,0 1 0 0 0,0 0 1 0 0,0 2-1 0 0,1-1 0 0 0,21-4 1 0 0,128-52-1963 0 0,-60 8-5062 0 0,-80 40 2013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11.4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142 11 3172 0 0,'0'0'2763'0'0,"-3"-2"-1742"0"0,0 0-738 0 0,-14-4 1180 0 0,16 6-1365 0 0,-1 1 0 0 0,0-1-1 0 0,1 1 1 0 0,-1 0 0 0 0,1 0-1 0 0,-1 0 1 0 0,1 0 0 0 0,-1 0-1 0 0,1 0 1 0 0,0 0 0 0 0,-1 0-1 0 0,-1 3 1 0 0,2-3 68 0 0,-9 7 535 0 0,-1 1 1 0 0,1 0-1 0 0,-12 15 1 0 0,19-21-350 0 0,1 2-25 0 0,-5 16-16 0 0,6-15-54 0 0,1 0-87 0 0,2 3-80 0 0,0 1 0 0 0,0-1 0 0 0,1 1 0 0 0,1-1 0 0 0,0 0 1 0 0,0 0-1 0 0,0-1 0 0 0,8 11 0 0 0,7 5 81 0 0,2-2 1 0 0,0 0-1 0 0,32 24 1 0 0,-28-25-33 0 0,-2 0 0 0 0,0 2 0 0 0,23 29 0 0 0,-19-9-23 0 0,-26-39-89 0 0,-1 1-19 0 0,-1 19-49 0 0,-4-20 39 0 0,3-1 4 0 0,1-2-1 0 0,1 1 0 0 0,-1-1 0 0 0,0 0 0 0 0,0 0 0 0 0,0 0 0 0 0,0 0-1 0 0,0 0 1 0 0,0 0 0 0 0,0 0 0 0 0,-1 0 0 0 0,1 0 0 0 0,0 0 0 0 0,-1-1 0 0 0,1 1 0 0 0,0 0 0 0 0,-1-1 0 0 0,1 1 0 0 0,-3 0 0 0 0,-66 8-501 0 0,54-8-97 0 0,-1-2 0 0 0,1 0-1 0 0,-1-1 1 0 0,1-1 0 0 0,-30-9-1 0 0,31 7-1073 0 0,2 0 0 0 0,-1-1 0 0 0,-18-11 1 0 0,9 2-4065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11.6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1 208 3420 0 0,'6'-3'1920'0'0,"127"-66"6017"0"0,-24 11-5562 0 0,-66 34-3864 0 0,-37 21 1202 0 0,22-14-2072 0 0,-7-2-3237 0 0,-8 4-285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27.4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95 3732 0 0,'-2'-29'1438'0'0,"2"23"919"0"0,0 1-1335 0 0,3-45 3454 0 0,-3 45-2842 0 0,3 8-1188 0 0,1 2-343 0 0,0 0 0 0 0,0 1 0 0 0,0 0 0 0 0,-1 0-1 0 0,0 0 1 0 0,-1 0 0 0 0,1 0 0 0 0,-1 1 0 0 0,0-1-1 0 0,-1 1 1 0 0,2 9 0 0 0,8 84 186 0 0,-10-83-229 0 0,2 233-183 0 0,-4-148-817 0 0,-1-77 81 0 0,3 3-190 0 0,1-17 685 0 0,4 17-1799 0 0,-4-9-4563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27.8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407 41 2504 0 0,'-1'-24'1364'0'0,"1"20"631"0"0,-10-2-1053 0 0,10 6-906 0 0,-1-1 0 0 0,1 1 1 0 0,0-1-1 0 0,-1 1 0 0 0,1-1 1 0 0,-1 1-1 0 0,1 0 0 0 0,-1-1 1 0 0,1 1-1 0 0,-1 0 0 0 0,1-1 1 0 0,-1 1-1 0 0,1 0 1 0 0,-1 0-1 0 0,0-1 0 0 0,1 1 1 0 0,-1 0-1 0 0,1 0 0 0 0,-1 0 1 0 0,0 0-1 0 0,1 0 0 0 0,-1 0 1 0 0,1 0-1 0 0,-1 0 0 0 0,0 0 1 0 0,1 0-1 0 0,-1 0 0 0 0,1 1 1 0 0,-1-1-1 0 0,0 0 0 0 0,1 0 1 0 0,-1 0-1 0 0,1 1 0 0 0,-1-1 1 0 0,-15 8 226 0 0,1 0 1 0 0,0 2 0 0 0,0-1 0 0 0,1 2-1 0 0,-21 19 1 0 0,-67 75 584 0 0,46-45-455 0 0,28-30-256 0 0,-34 31 159 0 0,59-58-259 0 0,1-1-20 0 0,-9 8-10 0 0,8-7-15 0 0,7-7-145 0 0,10-9 3 0 0,-10 10-21 0 0,0-1-1 0 0,40-21-282 0 0,-39 24 402 0 0,0 0 16 0 0,0 0 25 0 0,-1 1-1 0 0,1 0 1 0 0,-1 0 0 0 0,1 0-1 0 0,-1 1 1 0 0,1 0-1 0 0,-1-1 1 0 0,1 2-1 0 0,-1-1 1 0 0,1 0-1 0 0,-1 1 1 0 0,0 0 0 0 0,7 4-1 0 0,-4-1 48 0 0,-1 0-1 0 0,0 0 1 0 0,0 0-1 0 0,0 1 1 0 0,-1 0-1 0 0,0 1 1 0 0,0-1 0 0 0,0 1-1 0 0,5 11 1 0 0,62 96 139 0 0,-69-109-481 0 0,1-1-1 0 0,0 0 1 0 0,0-1 0 0 0,0 1 0 0 0,0-1-1 0 0,1 0 1 0 0,-1 0 0 0 0,1 0-1 0 0,0 0 1 0 0,0-1 0 0 0,0 0 0 0 0,0 0-1 0 0,0 0 1 0 0,0-1 0 0 0,1 0-1 0 0,-1 0 1 0 0,0 0 0 0 0,1 0 0 0 0,7-1-1 0 0,-11 0-70 0 0,3 0-3649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28.1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2228 0 0,'0'0'5369'0'0,"39"2"-4961"0"0,9 0-456 0 0,-10-1-892 0 0,4 1-6037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28.3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 1 3276 0 0,'-46'26'4239'0'0,"42"-24"-3267"0"0,3-1-869 0 0,0-1 0 0 0,-1 1 0 0 0,1-1 0 0 0,0 1 0 0 0,0 0 0 0 0,-1-1 0 0 0,1 1 0 0 0,0 0 0 0 0,0 0 0 0 0,0 0 0 0 0,0 0 0 0 0,-1 2 0 0 0,1-2 64 0 0,-3 1 1922 0 0,6 2-1903 0 0,6 13-47 0 0,-7-17-136 0 0,-1 1 0 0 0,0-1 0 0 0,0 0 0 0 0,0 0 0 0 0,0 1 0 0 0,0-1 0 0 0,0 0 0 0 0,0 0-1 0 0,1 0 1 0 0,-1 1 0 0 0,0-1 0 0 0,0 0 0 0 0,0 0 0 0 0,1 0 0 0 0,-1 1 0 0 0,0-1 0 0 0,0 0 0 0 0,0 0 0 0 0,1 0 0 0 0,-1 0-1 0 0,0 0 1 0 0,0 1 0 0 0,1-1 0 0 0,-1 0 0 0 0,0 0 0 0 0,1 0 0 0 0,-1 0 0 0 0,0 0 0 0 0,0 0 0 0 0,1 0 0 0 0,-1 0 0 0 0,0 0 0 0 0,1 0-1 0 0,64 1-96 0 0,73-15-2064 0 0,-52-1-2122 0 0,-70 12 2970 0 0,17-2-3314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28.6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85 3588 0 0,'0'0'3008'0'0,"-2"-3"-2343"0"0,-10-10 2874 0 0,14 8-3359 0 0,0 2-131 0 0,4-16 207 0 0,-1 17-60 0 0,29-9 1056 0 0,0 2-1 0 0,66-10 1 0 0,-95 18-857 0 0,3 2 1 0 0,-4-1-350 0 0,0-1 39 0 0,1 1 0 0 0,0 0 1 0 0,-1 0-1 0 0,1 1 0 0 0,0-1 0 0 0,-1 1 0 0 0,1 0 1 0 0,-1 1-1 0 0,1-1 0 0 0,-1 1 0 0 0,0-1 0 0 0,1 1 0 0 0,5 4 1 0 0,-1 4-17 0 0,0 0 1 0 0,-1 1 0 0 0,0-1 0 0 0,-1 1 0 0 0,0 1 0 0 0,-1-1 0 0 0,0 1 0 0 0,-1 1 0 0 0,0-1 0 0 0,-1 1-1 0 0,0-1 1 0 0,-1 1 0 0 0,0 0 0 0 0,0 15 0 0 0,1 17-99 0 0,-1 0 0 0 0,-7 87 0 0 0,1-109-382 0 0,0 0 0 0 0,-8 29 0 0 0,7-38-537 0 0,-1 1 0 0 0,-1-1 0 0 0,0 0 0 0 0,-8 15 0 0 0,8-20-1106 0 0,-4 4 870 0 0,1-9-2337 0 0,-12 6-1934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28.8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1 154 3716 0 0,'0'0'1595'0'0,"2"-3"-289"0"0,1-1-1005 0 0,1 1-1 0 0,-1 0 1 0 0,0 0 0 0 0,1 0 0 0 0,0 0 0 0 0,0 0 0 0 0,0 1 0 0 0,0-1 0 0 0,0 1 0 0 0,1 0 0 0 0,-1 1 0 0 0,0-1-1 0 0,7-1 1 0 0,14-2 162 0 0,35-4-1 0 0,-31 5-223 0 0,66-9-73 0 0,131-22-1710 0 0,-75 2-4201 0 0,-100 19 915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29.8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32 222 3512 0 0,'4'-69'5706'0'0,"-4"55"-4549"0"0,-1-4-335 0 0,-3-4 481 0 0,-7-71 2553 0 0,11 87-2174 0 0,-3 10-1497 0 0,0 3-148 0 0,1-1-1 0 0,-1 1 1 0 0,1 0 0 0 0,0 0 0 0 0,1 0-1 0 0,-1 0 1 0 0,1 0 0 0 0,1 1-1 0 0,-1-1 1 0 0,2 8 0 0 0,7 85 145 0 0,-4-71-113 0 0,38 244-289 0 0,-19-144-3556 0 0,-18-103 1579 0 0,-4-22 866 0 0,0 0-185 0 0,2 13-249 0 0,-2-13-1186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0.2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0 156 3100 0 0,'2'-8'1235'0'0,"-2"-1"-901"0"0,1 6-189 0 0,-1-1-1 0 0,0 0 0 0 0,1 1 1 0 0,0-1-1 0 0,0 0 0 0 0,0 1 1 0 0,0-1-1 0 0,3-3 1 0 0,-3 2-32 0 0,1-1 15 0 0,0 0 0 0 0,0 1 0 0 0,0-1 0 0 0,0 1 0 0 0,1 0 0 0 0,0 0 0 0 0,0 0 1 0 0,0 0-1 0 0,1 0 0 0 0,0 1 0 0 0,4-5 0 0 0,40-20 595 0 0,-44 27-438 0 0,3 2 51 0 0,22 0-65 0 0,-27 0-250 0 0,-1 0-1 0 0,1 0 1 0 0,0 0-1 0 0,-1 0 1 0 0,1 0-1 0 0,0 0 1 0 0,-1 1 0 0 0,1-1-1 0 0,0 0 1 0 0,-1 1-1 0 0,1 0 1 0 0,0-1-1 0 0,-1 1 1 0 0,1 0-1 0 0,-1 0 1 0 0,1 0 0 0 0,1 1-1 0 0,1 1 43 0 0,3 1-18 0 0,0 0 0 0 0,0 0 1 0 0,0 1-1 0 0,-1-1 0 0 0,1 2 0 0 0,-1-1 1 0 0,-1 0-1 0 0,1 1 0 0 0,-1 0 0 0 0,0 1 1 0 0,0-1-1 0 0,7 15 0 0 0,-6-10-15 0 0,0 1 1 0 0,-1 1-1 0 0,-1-1 1 0 0,0 1-1 0 0,0 0 0 0 0,1 13 1 0 0,-5-19-23 0 0,1-1 0 0 0,-1 1 0 0 0,0-1 0 0 0,0 1 0 0 0,-1-1 0 0 0,0 1-1 0 0,0-1 1 0 0,0 1 0 0 0,-1-1 0 0 0,0 0 0 0 0,0 0 0 0 0,0 0 0 0 0,-1 0 0 0 0,0 0 0 0 0,-1 0 0 0 0,1-1 0 0 0,-1 0 0 0 0,0 0 0 0 0,-8 9 0 0 0,1-4 23 0 0,0-1-1 0 0,0 0 0 0 0,-1-1 1 0 0,0 0-1 0 0,0-1 1 0 0,-1 0-1 0 0,-23 8 0 0 0,9-9 68 0 0,23-5-40 0 0,-2-1-4 0 0,-16 1 9 0 0,16 0 82 0 0,1-2-85 0 0,-15-1-20 0 0,15 1 98 0 0,9 0-128 0 0,0-1 3 0 0,0 1 0 0 0,0 0 0 0 0,0 0 0 0 0,-1 1 0 0 0,1-1 0 0 0,0 1 0 0 0,0 0 0 0 0,0 0 0 0 0,0 0-1 0 0,0 1 1 0 0,0-1 0 0 0,-1 1 0 0 0,1 0 0 0 0,0 0 0 0 0,0 0 0 0 0,4 2 0 0 0,194 79 691 0 0,-18-6-2247 0 0,-162-70-155 0 0,-1 1-2376 0 0,0 0-1031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0.6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87 2464 0 0,'1'-38'2005'0'0,"2"34"-1294"0"0,0 0-607 0 0,0 1 0 0 0,0-1 0 0 0,0 1-1 0 0,0 0 1 0 0,0 0 0 0 0,0 0 0 0 0,1 1 0 0 0,0-1 0 0 0,-1 1 0 0 0,1 0 0 0 0,0 0 0 0 0,0 0 0 0 0,0 0 0 0 0,0 1 0 0 0,1-1-1 0 0,-1 1 1 0 0,0 0 0 0 0,1 1 0 0 0,-1-1 0 0 0,0 1 0 0 0,1-1 0 0 0,-1 2 0 0 0,1-1 0 0 0,-1 0 0 0 0,0 1 0 0 0,1 0-1 0 0,6 2 1 0 0,-6-2-68 0 0,5 1 65 0 0,1 1-1 0 0,-1 1 0 0 0,18 8 1 0 0,-24-10-84 0 0,0 0 1 0 0,-1 0-1 0 0,1 0 1 0 0,-1 0-1 0 0,0 1 1 0 0,0 0 0 0 0,0 0-1 0 0,0 0 1 0 0,0 0-1 0 0,0 0 1 0 0,-1 0-1 0 0,0 1 1 0 0,1-1 0 0 0,-1 1-1 0 0,-1 0 1 0 0,1-1-1 0 0,2 7 1 0 0,3 25 96 0 0,-8-27-86 0 0,-1-2 6 0 0,1 0 38 0 0,0 0 0 0 0,0 0 0 0 0,-1 0 0 0 0,0 0 0 0 0,0 0 0 0 0,0-1 0 0 0,-1 1 0 0 0,-6 9 0 0 0,6-10-37 0 0,-5 9 257 0 0,-2 0-1 0 0,0 0 1 0 0,-17 18-1 0 0,24-28-265 0 0,0-1 133 0 0,2-2-134 0 0,0 1 0 0 0,1-1 0 0 0,-1 0 0 0 0,0 1-1 0 0,0-1 1 0 0,0 0 0 0 0,0 0 0 0 0,0 1 0 0 0,0-1 0 0 0,0 0 0 0 0,-2 1 0 0 0,2-1-1 0 0,-1 2 464 0 0,7-3-452 0 0,14-3-155 0 0,0-1 0 0 0,0 0 0 0 0,0-1 0 0 0,-1-1 0 0 0,1-1 0 0 0,28-16-1 0 0,19-5-1008 0 0,87-28-4270 0 0,-97 39 898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0.9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88 3624 0 0,'0'0'2433'0'0,"16"-22"-1057"0"0,9 7-444 0 0,14 0-592 0 0,-10 7-36 0 0,-3 1 64 0 0,21-5-228 0 0,-1 6-364 0 0,-14 4-1116 0 0,-2 4-2085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1.1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96 1 3368 0 0,'-73'46'4533'0'0,"70"-44"-3967"0"0,-14 11 327 0 0,14-11 171 0 0,8 0-968 0 0,-1 1-76 0 0,-3-2-16 0 0,0-1 1 0 0,0 1-1 0 0,0 0 1 0 0,1 0-1 0 0,-1-1 1 0 0,1 1 0 0 0,-1-1-1 0 0,0 1 1 0 0,1-1-1 0 0,-1 1 1 0 0,1-1-1 0 0,-1 0 1 0 0,1 0-1 0 0,-1 0 1 0 0,1 0-1 0 0,2 0 1 0 0,17 0-42 0 0,1 0 1 0 0,28-4-1 0 0,-20 0-54 0 0,109-14-2296 0 0,-47-1-2034 0 0,-61 11 853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1.6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24 3340 0 0,'2'-4'1400'0'0,"8"-15"3972"0"0,-34 24-4991 0 0,23-4-368 0 0,0-1 0 0 0,-1 1 0 0 0,1-1 0 0 0,0 1 0 0 0,0-1 0 0 0,-1 1 1 0 0,1 0-1 0 0,0-1 0 0 0,0 1 0 0 0,0 0 0 0 0,0 0 0 0 0,0 0 0 0 0,0 0 0 0 0,0 0 0 0 0,0 0 0 0 0,0 0 0 0 0,0 0 0 0 0,0 1 1 0 0,0 1-1 0 0,-1-1 29 0 0,-16 20 85 0 0,1 0 0 0 0,0 1-1 0 0,2 1 1 0 0,1 0 0 0 0,1 1 0 0 0,0 0-1 0 0,-14 49 1 0 0,22-62-77 0 0,0 10-12 0 0,5-6-16 0 0,-1-9-23 0 0,0-1-1 0 0,1 0 0 0 0,0 1 1 0 0,1-1-1 0 0,-1 0 1 0 0,1 1-1 0 0,0-1 1 0 0,1 0-1 0 0,-1 0 1 0 0,1 0-1 0 0,0 0 1 0 0,1 0-1 0 0,-1 0 1 0 0,1-1-1 0 0,1 1 1 0 0,-1-1-1 0 0,1 0 0 0 0,0 0 1 0 0,8 9-1 0 0,-9-12 8 0 0,0 0-1 0 0,1 0 0 0 0,-1 0 0 0 0,1 0 0 0 0,-1-1 0 0 0,1 1 0 0 0,-1-1 0 0 0,1 0 0 0 0,0 0 1 0 0,0 0-1 0 0,6 0 0 0 0,-7-1-1 0 0,2 2 24 0 0,2-3 9 0 0,4 1 65 0 0,-1-1-1 0 0,0 0 1 0 0,0-1-1 0 0,1 0 1 0 0,-1-1 0 0 0,-1 1-1 0 0,1-2 1 0 0,0 0-1 0 0,-1 0 1 0 0,0-1-1 0 0,1 0 1 0 0,-2 0 0 0 0,1-1-1 0 0,-1 0 1 0 0,0-1-1 0 0,0 1 1 0 0,-1-2-1 0 0,0 1 1 0 0,12-17 0 0 0,-14 17-71 0 0,-1 0 0 0 0,-1 0 0 0 0,1 0 1 0 0,-1 0-1 0 0,0-1 0 0 0,-1 1 0 0 0,3-12 1 0 0,-3 10-106 0 0,-1 1 0 0 0,1 0 0 0 0,-1-1 0 0 0,-1 0 0 0 0,1 1 0 0 0,-2-1 0 0 0,1 1 0 0 0,-1-1 1 0 0,0 1-1 0 0,-1 0 0 0 0,0-1 0 0 0,0 1 0 0 0,-1 0 0 0 0,0 0 0 0 0,-1 0 0 0 0,1 0 0 0 0,-1 1 0 0 0,-6-8 1 0 0,8 13-66 0 0,0-1 1 0 0,0 1-1 0 0,-1 0 1 0 0,1 0 0 0 0,-1 0-1 0 0,1 0 1 0 0,-1 0 0 0 0,0 0-1 0 0,0 1 1 0 0,0-1-1 0 0,0 1 1 0 0,0 0 0 0 0,-6-2-1 0 0,5 2-44 0 0,0 0-457 0 0,-2 2-182 0 0,-46 18-4156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2.0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97 39 3556 0 0,'8'-5'-308'0'0,"-6"3"971"0"0,1 1 0 0 0,-1-1-1 0 0,0 0 1 0 0,-1 1 0 0 0,1-1 0 0 0,0 0 0 0 0,0 0 0 0 0,-1 0 0 0 0,1-1 0 0 0,-1 1 0 0 0,2-3 0 0 0,-2 1 1138 0 0,-6 3-1610 0 0,-20-1 153 0 0,20 4-258 0 0,-15 7 12 0 0,15-7-9 0 0,1 1-26 0 0,-48 50 91 0 0,49-49-166 0 0,-1 3-86 0 0,4-7 103 0 0,-1 0 0 0 0,1 0 0 0 0,0 0 0 0 0,-1 1 0 0 0,1-1 0 0 0,0 0 0 0 0,-1 0 0 0 0,1 1 0 0 0,0-1 0 0 0,0 0 0 0 0,-1 1 0 0 0,1-1 0 0 0,0 0 0 0 0,0 1 0 0 0,0-1 0 0 0,-1 0 0 0 0,1 1 0 0 0,0-1 0 0 0,0 1 0 0 0,0-1 0 0 0,0 0 1 0 0,0 1-1 0 0,0-1 0 0 0,0 1 0 0 0,0-1 0 0 0,0 1 0 0 0,0-1 0 0 0,0 0 0 0 0,0 1 0 0 0,0-1 0 0 0,0 1 0 0 0,0-1 0 0 0,0 0 0 0 0,0 1 0 0 0,1 0 0 0 0,27-3 52 0 0,-15-14-123 0 0,-10 12-50 0 0,-1 1-77 0 0,0 1-272 0 0,13-19-556 0 0,-9 6-6517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2.5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347 122 4108 0 0,'0'0'1358'0'0,"0"-7"-263"0"0,0 3-1038 0 0,1 1 154 0 0,-1 0 0 0 0,0-1 0 0 0,0 1 0 0 0,0-1 1 0 0,-1 1-1 0 0,1 0 0 0 0,-1-1 0 0 0,0 1 0 0 0,1 0 0 0 0,-2-1 0 0 0,1 1 0 0 0,0 0 0 0 0,-1 0 0 0 0,1 0 0 0 0,-4-5 1 0 0,0 3-39 0 0,-1 0 0 0 0,0 0 0 0 0,0 0 0 0 0,0 1 0 0 0,0 0 1 0 0,-1 0-1 0 0,0 1 0 0 0,0-1 0 0 0,0 1 0 0 0,0 1 0 0 0,0-1 1 0 0,0 1-1 0 0,-1 1 0 0 0,1 0 0 0 0,-1 0 0 0 0,1 0 1 0 0,-1 0-1 0 0,-13 2 0 0 0,14 0-139 0 0,1 0 0 0 0,0 0 0 0 0,0 0 0 0 0,0 1 0 0 0,0 0 1 0 0,0 0-1 0 0,0 1 0 0 0,0-1 0 0 0,-8 6 0 0 0,9-5-28 0 0,-9 4 36 0 0,12-6-39 0 0,0 0 0 0 0,0 0 1 0 0,1 0-1 0 0,-1 0 0 0 0,1 0 0 0 0,-1 0 1 0 0,1 0-1 0 0,-1 1 0 0 0,1-1 0 0 0,-3 3 0 0 0,-4 5 36 0 0,2-3-29 0 0,-1 2-7 0 0,0 0-1 0 0,0 1 0 0 0,0-1 0 0 0,1 1 0 0 0,1 1 1 0 0,0-1-1 0 0,0 1 0 0 0,0 0 0 0 0,-3 15 0 0 0,7-23-6 0 0,0 0-1 0 0,0 0 1 0 0,1 0-1 0 0,-1 0 0 0 0,1 0 1 0 0,-1 0-1 0 0,1 0 1 0 0,0 0-1 0 0,0 1 1 0 0,0-1-1 0 0,0 0 0 0 0,1 3 1 0 0,-1 2-9 0 0,0-1-28 0 0,1 0-12 0 0,4 16-24 0 0,-4-16 0 0 0,2-3 17 0 0,8 13 3 0 0,-9-12 11 0 0,0-4 42 0 0,-1 1 0 0 0,0-1 0 0 0,1 1 0 0 0,-1-1 0 0 0,0 1 0 0 0,1 0 0 0 0,-1 0 0 0 0,0-1 0 0 0,0 1 0 0 0,0 0 0 0 0,0 0 0 0 0,2 2 0 0 0,-2-2-2 0 0,3 2-13 0 0,3-3-150 0 0,17 3 182 0 0,-17-3 44 0 0,15-7 51 0 0,-17 6-62 0 0,0 0-1 0 0,-1 0 1 0 0,1-1-1 0 0,-1 0 1 0 0,1 0 0 0 0,-1 0-1 0 0,1 0 1 0 0,5-5 0 0 0,30-27 543 0 0,-1-1 0 0 0,41-49 0 0 0,-77 81-352 0 0,-3 3-229 0 0,1 0 1 0 0,-1 0 0 0 0,1-1-1 0 0,-1 1 1 0 0,1 0-1 0 0,-1 0 1 0 0,1 0-1 0 0,-1-1 1 0 0,0 1 0 0 0,1 0-1 0 0,-1 0 1 0 0,1-1-1 0 0,-1 1 1 0 0,0 0 0 0 0,1-1-1 0 0,-1 1 1 0 0,0 0-1 0 0,1-1 1 0 0,-1 1 0 0 0,0-1-1 0 0,0 1 1 0 0,1-1-1 0 0,-1 1 1 0 0,0-1-1 0 0,0 1 1 0 0,1-1 0 0 0,-1 0 3 0 0,0 1 0 0 0,0-1-1 0 0,0 1 1 0 0,0-1 0 0 0,0 1 0 0 0,1-1 0 0 0,-1 1 0 0 0,0 0 0 0 0,0-1 0 0 0,1 1 0 0 0,-1-1 0 0 0,0 1 0 0 0,1 0 0 0 0,-1-1 0 0 0,1 1 0 0 0,-1 0 0 0 0,0-1-1 0 0,1 1 1 0 0,-1 0 0 0 0,1 0 0 0 0,-1-1 0 0 0,1 1 0 0 0,-1 0 0 0 0,1 0 0 0 0,-1 0 0 0 0,1 0 0 0 0,0 0-6 0 0,0 0 1 0 0,0 0 0 0 0,0 0-1 0 0,0 0 1 0 0,0 1 0 0 0,0-1-1 0 0,-1 0 1 0 0,1 0 0 0 0,0 1-1 0 0,0-1 1 0 0,0 1 0 0 0,-1-1-1 0 0,1 1 1 0 0,0-1 0 0 0,0 1-1 0 0,-1 0 1 0 0,1-1-1 0 0,-1 1 1 0 0,1 0 0 0 0,0-1-1 0 0,-1 1 1 0 0,1 0 0 0 0,-1 0-1 0 0,0 0 1 0 0,1 1 0 0 0,5 29-68 0 0,-4 91 173 0 0,2 53-224 0 0,-1-139-705 0 0,1-1-1 0 0,16 62 1 0 0,-17-87-47 0 0,1-1 1 0 0,0 1-1 0 0,0-1 1 0 0,1 0-1 0 0,7 9 0 0 0,-6-10-2315 0 0,12 7-2279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3.0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421 102 3760 0 0,'0'-9'176'0'0,"0"6"17"0"0,0 0 0 0 0,-1 0 1 0 0,1 0-1 0 0,0 1 0 0 0,-1-1 1 0 0,0 0-1 0 0,1 0 0 0 0,-1 0 1 0 0,0 1-1 0 0,0-1 1 0 0,-1 1-1 0 0,1-1 0 0 0,-1 1 1 0 0,1-1-1 0 0,-1 1 0 0 0,0 0 1 0 0,-3-4-1 0 0,0 2-27 0 0,0-1 0 0 0,0 1 0 0 0,-1 1 0 0 0,1-1 0 0 0,-1 1 0 0 0,0 0 0 0 0,0 0 0 0 0,0 0 0 0 0,0 1 0 0 0,-1 0 1 0 0,1 1-1 0 0,-1-1 0 0 0,1 1 0 0 0,-1 0 0 0 0,1 1 0 0 0,-1-1 0 0 0,0 1 0 0 0,1 1 0 0 0,-1-1 0 0 0,1 1 0 0 0,-9 2 0 0 0,7 0-123 0 0,0-1 1 0 0,0 2-1 0 0,1-1 1 0 0,-1 1-1 0 0,1 0 1 0 0,0 0-1 0 0,0 1 1 0 0,1 0-1 0 0,-1 0 1 0 0,1 1-1 0 0,0 0 1 0 0,0 0-1 0 0,1 0 1 0 0,0 1-1 0 0,0 0 1 0 0,0 0-1 0 0,1 0 1 0 0,0 0-1 0 0,1 1 1 0 0,-1-1-1 0 0,1 1 0 0 0,1 0 1 0 0,-4 15-1 0 0,6-16-33 0 0,-1 1-1 0 0,1-1 0 0 0,0 1 0 0 0,1 0 0 0 0,-1-1 0 0 0,2 1 0 0 0,-1-1 1 0 0,1 0-1 0 0,0 1 0 0 0,5 11 0 0 0,0-4 28 0 0,0-1-1 0 0,1 0 1 0 0,16 22 0 0 0,2-5-1 0 0,1-1 0 0 0,34 27 0 0 0,3 5 103 0 0,-46-38-248 0 0,-15-20 59 0 0,-2 1 3 0 0,4 17 11 0 0,-7-14-20 0 0,-3-3 47 0 0,0 0 1 0 0,-1 0-1 0 0,0-1 0 0 0,0 0 0 0 0,0 0 0 0 0,-1 0 1 0 0,1-1-1 0 0,-1 0 0 0 0,0 0 0 0 0,0-1 0 0 0,0 0 1 0 0,0 0-1 0 0,-10 1 0 0 0,-17 2 89 0 0,-50 2 0 0 0,71-6-33 0 0,-10 0 268 0 0,-5-3-229 0 0,13 0 12 0 0,11 2-89 0 0,-1 0 21 0 0,0 0 1 0 0,0-1-1 0 0,1 0 1 0 0,-1 1-1 0 0,0-1 1 0 0,0-1 0 0 0,1 1-1 0 0,-1-1 1 0 0,1 0-1 0 0,-1 0 1 0 0,1 0-1 0 0,-8-6 1 0 0,0-4 57 0 0,9 9-13 0 0,3-3 6 0 0,1-2-67 0 0,0 1 1 0 0,1 0-1 0 0,0 0 1 0 0,0 0-1 0 0,1 0 1 0 0,0 0-1 0 0,0 0 1 0 0,0 1-1 0 0,1-1 1 0 0,0 1-1 0 0,0 0 1 0 0,1 0-1 0 0,0 1 1 0 0,5-6-1 0 0,180-174-425 0 0,-23 24-3240 0 0,-161 155 3123 0 0,1-1-74 0 0,1-6-2889 0 0,7-12-1545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4.2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 29 5076 0 0,'0'-5'1776'0'0,"3"-19"4217"0"0,-5 29-5677 0 0,-6 13-180 0 0,1 0-1 0 0,1 0 1 0 0,1 0-1 0 0,0 1 0 0 0,1-1 1 0 0,-1 21-1 0 0,-4 121 179 0 0,9-119-267 0 0,1 0 0 0 0,8 47 0 0 0,-6-70-392 0 0,1 0-1 0 0,1 0 1 0 0,0 0 0 0 0,1-1 0 0 0,1 0 0 0 0,16 31 0 0 0,-19-43-378 0 0,-1-1-1 0 0,1 1 1 0 0,-1-1-1 0 0,1 0 1 0 0,0 0-1 0 0,1-1 1 0 0,-1 1-1 0 0,1-1 1 0 0,6 4-1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4.6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315 15 4080 0 0,'-3'-2'1086'0'0,"-9"-8"-191"0"0,9 7 381 0 0,-3 5-806 0 0,0-2-334 0 0,4 0-95 0 0,0 0 1 0 0,0 0 0 0 0,1 0 0 0 0,-1 0 0 0 0,0 0-1 0 0,0 1 1 0 0,0-1 0 0 0,0 1 0 0 0,0-1-1 0 0,1 1 1 0 0,-1 0 0 0 0,0 0 0 0 0,1 0-1 0 0,-1 0 1 0 0,1 0 0 0 0,-4 2 0 0 0,-19 16 289 0 0,0 1 0 0 0,1 1 1 0 0,-32 39-1 0 0,-54 82 351 0 0,106-139-668 0 0,0 1 27 0 0,-3 6-11 0 0,6-10-27 0 0,0 0 1 0 0,0 0 0 0 0,-1 0 0 0 0,1 0 0 0 0,0 0 0 0 0,-1 1-1 0 0,1-1 1 0 0,0 0 0 0 0,0 0 0 0 0,-1 0 0 0 0,1 1 0 0 0,0-1-1 0 0,0 0 1 0 0,0 0 0 0 0,-1 1 0 0 0,1-1 0 0 0,0 0 0 0 0,0 1-1 0 0,0-1 1 0 0,0 0 0 0 0,0 0 0 0 0,0 1 0 0 0,-1-1 0 0 0,1 0-1 0 0,0 1 1 0 0,0-1 0 0 0,0 0 0 0 0,0 1 0 0 0,0-1 0 0 0,0 0-1 0 0,0 1 1 0 0,0-1 0 0 0,1 0 0 0 0,-1 1 0 0 0,0-1 0 0 0,0 1-1 0 0,12-7 11 0 0,-1 0 0 0 0,21-14 0 0 0,18-10 8 0 0,-43 26 0 0 0,0 1 1 0 0,1 1-1 0 0,-1-1 1 0 0,1 1-1 0 0,-1 1 1 0 0,1-1-1 0 0,0 1 1 0 0,0 1-1 0 0,-1-1 1 0 0,1 1-1 0 0,0 1 1 0 0,0-1 0 0 0,14 4-1 0 0,-20-4-12 0 0,0 0 1 0 0,0 1-1 0 0,0-1 0 0 0,0 0 0 0 0,0 1 1 0 0,0 0-1 0 0,0-1 0 0 0,0 1 0 0 0,0 0 1 0 0,-1 0-1 0 0,1 0 0 0 0,0 0 1 0 0,0 0-1 0 0,1 2 0 0 0,12 8 125 0 0,64 51 92 0 0,11 7-146 0 0,-83-65-223 0 0,0 0 1 0 0,1-1-1 0 0,-1 0 0 0 0,1 0 0 0 0,-1-1 0 0 0,1 0 0 0 0,15 2 0 0 0,-16-3 36 0 0,15 3-923 0 0,-19-3 911 0 0,0 0 0 0 0,-1-1 1 0 0,1 0-1 0 0,0 0 0 0 0,-1 1 0 0 0,1-2 1 0 0,0 1-1 0 0,0 0 0 0 0,3-1 0 0 0,6 0-738 0 0,53-11-2776 0 0,-37 4-254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4.8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92 2560 0 0,'-4'-1'1498'0'0,"-5"-2"-1123"0"0,-24-11 6098 0 0,36 11-6249 0 0,2-1-161 0 0,-1 1 1 0 0,1 0 0 0 0,0 0-1 0 0,0 0 1 0 0,0 0 0 0 0,0 1-1 0 0,0 0 1 0 0,1 0 0 0 0,10-2-1 0 0,129-27-222 0 0,-47 21-3337 0 0,-92 9 2024 0 0,-1 2-964 0 0,22 0-1727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5.0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12 2284 0 0,'-5'4'1250'0'0,"-35"33"1209"0"0,37-33-1950 0 0,1 0-51 0 0,-8 15 680 0 0,13-16-891 0 0,-2-1-218 0 0,1 0 0 0 0,-1 0-1 0 0,1 0 1 0 0,0-1-1 0 0,0 1 1 0 0,0-1-1 0 0,-1 0 1 0 0,1 1 0 0 0,1-1-1 0 0,-1 0 1 0 0,0 0-1 0 0,0 0 1 0 0,0 0-1 0 0,1-1 1 0 0,-1 1 0 0 0,0-1-1 0 0,1 1 1 0 0,-1-1-1 0 0,0 0 1 0 0,5 0-1 0 0,41 1-276 0 0,-1-3 0 0 0,79-13 0 0 0,97-34-2965 0 0,-143 23 833 0 0,-41 12-188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5.5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344 152 3576 0 0,'3'-5'1238'0'0,"3"-1"-742"0"0,-1 0 0 0 0,-1 0 0 0 0,1-1 0 0 0,-1 0 1 0 0,0 0-1 0 0,-1 0 0 0 0,0 0 0 0 0,0-1 0 0 0,0 0 0 0 0,-1 1 0 0 0,2-15 1 0 0,-4 17-145 0 0,-3 1-39 0 0,1 0-244 0 0,-1 1 0 0 0,-1 0-1 0 0,1 0 1 0 0,0 0 0 0 0,-1 0 0 0 0,0 0-1 0 0,1 1 1 0 0,-1 0 0 0 0,0 0 0 0 0,0 0-1 0 0,0 0 1 0 0,-1 0 0 0 0,1 1 0 0 0,0 0-1 0 0,-1 0 1 0 0,1 0 0 0 0,-1 0-1 0 0,1 1 1 0 0,-1 0 0 0 0,1-1 0 0 0,-1 2-1 0 0,1-1 1 0 0,-1 1 0 0 0,1-1 0 0 0,0 1-1 0 0,-5 2 1 0 0,-14 2 58 0 0,1 1 1 0 0,0 2-1 0 0,1 0 0 0 0,-32 17 0 0 0,42-19-78 0 0,1 0 0 0 0,0 1 0 0 0,1 0 0 0 0,0 1 1 0 0,0 0-1 0 0,0 0 0 0 0,1 1 0 0 0,0 0 0 0 0,1 1 0 0 0,0 0 0 0 0,-11 21 0 0 0,14-25-37 0 0,1 1 0 0 0,0 0 1 0 0,1 0-1 0 0,0 0 0 0 0,0 0 0 0 0,0 1 0 0 0,1-1 1 0 0,0 10-1 0 0,1-12-19 0 0,0 0 1 0 0,1 0 0 0 0,0 0-1 0 0,0 0 1 0 0,0 0-1 0 0,0 0 1 0 0,1 0 0 0 0,0 0-1 0 0,0-1 1 0 0,0 1-1 0 0,1-1 1 0 0,4 8 0 0 0,-4-10 8 0 0,-1 1-1 0 0,1-1 1 0 0,0 1 0 0 0,0-1 0 0 0,-1 0 0 0 0,2 0 0 0 0,-1 0-1 0 0,0 0 1 0 0,0 0 0 0 0,1-1 0 0 0,-1 0 0 0 0,0 0 0 0 0,1 0-1 0 0,3 1 1 0 0,-4-1 3 0 0,4 1 0 0 0,0-1 0 0 0,-1 1 0 0 0,1-1-1 0 0,0-1 1 0 0,0 1 0 0 0,0-1 0 0 0,12-2-1 0 0,-14 2 2 0 0,9-1 19 0 0,9-3 1 0 0,-4-2 23 0 0,-7 2 73 0 0,0 0 0 0 0,0-1 0 0 0,0 0 1 0 0,0-1-1 0 0,-1 0 0 0 0,0-1 0 0 0,0-1 0 0 0,-1 1 1 0 0,0-2-1 0 0,0 1 0 0 0,-1-1 0 0 0,16-20 0 0 0,25-38 708 0 0,-47 63-677 0 0,16 14-141 0 0,-19-10-12 0 0,1 0 1 0 0,-1 1-1 0 0,0-1 0 0 0,0 0 0 0 0,1 0 0 0 0,-1 0 0 0 0,0 0 1 0 0,1 1-1 0 0,-1-1 0 0 0,0 0 0 0 0,0 0 0 0 0,0 1 0 0 0,1-1 1 0 0,-1 0-1 0 0,0 1 0 0 0,0-1 0 0 0,0 0 0 0 0,1 0 1 0 0,-1 1-1 0 0,0-1 0 0 0,0 0 0 0 0,0 1 0 0 0,0-1 0 0 0,0 0 1 0 0,0 1-1 0 0,0-1 0 0 0,0 0 0 0 0,0 1 0 0 0,0-1 0 0 0,0 1 1 0 0,52 633-5276 0 0,-49-560 3626 0 0,1 51-3357 0 0,-2-65-330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6.2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48 5096 0 0,'-6'-25'1635'0'0,"5"20"1036"0"0,0 1-1568 0 0,-6-9 4795 0 0,7 35-4796 0 0,6 41-1331 0 0,43 341 680 0 0,-45-304-1620 0 0,-3-95 606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6.7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0 216 3640 0 0,'7'-51'2176'0'0,"-2"33"-1685"0"0,0 0 0 0 0,1 1 0 0 0,1 0 0 0 0,0 1 1 0 0,19-30-1 0 0,-24 43-435 0 0,1 0 0 0 0,-1 0 0 0 0,1 1 0 0 0,0-1 0 0 0,0 1 0 0 0,0 0 0 0 0,0 0 0 0 0,0 0 0 0 0,1 0 0 0 0,-1 1 0 0 0,0-1 0 0 0,1 1 0 0 0,-1 0 0 0 0,6-1 0 0 0,-7 1-40 0 0,3 1 49 0 0,0-1 1 0 0,0 1-1 0 0,0 0 1 0 0,0 1-1 0 0,0-1 0 0 0,0 1 1 0 0,0 0-1 0 0,0 0 1 0 0,0 0-1 0 0,0 1 0 0 0,-1 0 1 0 0,10 4-1 0 0,-9-3-52 0 0,8 3 33 0 0,-1 2 1 0 0,0-1 0 0 0,0 2-1 0 0,-1-1 1 0 0,0 1 0 0 0,-1 1-1 0 0,0 0 1 0 0,0 1 0 0 0,-1 0-1 0 0,-1 0 1 0 0,1 1 0 0 0,-2 0-1 0 0,11 21 1 0 0,-13-22-27 0 0,-4-9-19 0 0,0 0 0 0 0,0 0 1 0 0,0 0-1 0 0,0 0 0 0 0,-1 0 1 0 0,1 0-1 0 0,-1 0 0 0 0,1 0 1 0 0,-1 0-1 0 0,0 0 0 0 0,1 1 1 0 0,-1-1-1 0 0,-1 0 0 0 0,1 0 1 0 0,-1 4-1 0 0,1-5 0 0 0,-1 9-34 0 0,0 0 1 0 0,-1 0-1 0 0,-1 0 1 0 0,1-1-1 0 0,-2 1 0 0 0,1-1 1 0 0,-1 0-1 0 0,-1 0 1 0 0,1 0-1 0 0,-2-1 0 0 0,1 1 1 0 0,-1-1-1 0 0,0 0 1 0 0,-1-1-1 0 0,0 0 0 0 0,0 0 1 0 0,-1 0-1 0 0,1-1 1 0 0,-1 0-1 0 0,-9 5 0 0 0,12-8 15 0 0,-2 2-15 0 0,0-1 0 0 0,0 0 0 0 0,0 0 0 0 0,-1-1-1 0 0,1 0 1 0 0,-10 3 0 0 0,-38 9-171 0 0,50-14 52 0 0,0 0 180 0 0,-18 0 36 0 0,18-1 106 0 0,-16-7 12 0 0,17 6-20 0 0,6-3-136 0 0,0 2-13 0 0,-1 1-5 0 0,0 0-1 0 0,0 0 1 0 0,-1 0 0 0 0,1 0 0 0 0,0 0 0 0 0,0 0 0 0 0,0 0 0 0 0,-1-1 0 0 0,1 1 0 0 0,-1 0 0 0 0,1-1 0 0 0,0-2 0 0 0,5 5 75 0 0,52 13 230 0 0,-30 0-195 0 0,0 0 1 0 0,0 2 0 0 0,35 28-1 0 0,-43-30-85 0 0,9 7-161 0 0,70 47-292 0 0,-36-35-2863 0 0,-58-32 1894 0 0,0 0-936 0 0,20 0-1627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7.1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1 148 3468 0 0,'0'-7'1144'0'0,"2"-10"-548"0"0,0 1 0 0 0,0-1 0 0 0,2 0 0 0 0,0 1 1 0 0,7-17-1 0 0,-10 31-564 0 0,0 1 1 0 0,0-1 0 0 0,1 0-1 0 0,-1 1 1 0 0,1-1 0 0 0,-1 1 0 0 0,1 0-1 0 0,0-1 1 0 0,-1 1 0 0 0,1 0-1 0 0,0 0 1 0 0,0 0 0 0 0,0 0-1 0 0,0 0 1 0 0,-1 1 0 0 0,1-1-1 0 0,1 0 1 0 0,-1 1 0 0 0,0 0-1 0 0,0-1 1 0 0,0 1 0 0 0,3 0-1 0 0,-2 0-48 0 0,-2 0 27 0 0,1-1-1 0 0,-1 1 1 0 0,0 0-1 0 0,1 0 0 0 0,-1 0 1 0 0,1 0-1 0 0,-1 0 1 0 0,0 0-1 0 0,1 1 1 0 0,-1-1-1 0 0,0 0 1 0 0,1 1-1 0 0,-1-1 1 0 0,0 1-1 0 0,1-1 1 0 0,-1 1-1 0 0,0-1 1 0 0,2 2-1 0 0,1 0 25 0 0,0 0-16 0 0,0 0 1 0 0,0 1 0 0 0,0-1 0 0 0,0 1 0 0 0,0-1 0 0 0,0 1 0 0 0,0 0 0 0 0,-1 0 0 0 0,0 1 0 0 0,1-1 0 0 0,-1 1 0 0 0,3 5 0 0 0,24 44 89 0 0,-26-45-81 0 0,-1-2 9 0 0,-2-3-31 0 0,1-1 0 0 0,-1 0 0 0 0,0 1 0 0 0,0-1 0 0 0,0 1 0 0 0,-1-1 0 0 0,1 1 0 0 0,-1 0 0 0 0,1-1 0 0 0,-1 1 0 0 0,0 0 0 0 0,0 4 0 0 0,0 3 23 0 0,0 63 55 0 0,1-70-74 0 0,-1 0 1 0 0,0-1 0 0 0,0 1 0 0 0,0 0 0 0 0,-1-1 0 0 0,1 1 0 0 0,-1-1 0 0 0,1 1 0 0 0,-1 0 0 0 0,0-1-1 0 0,-1 4 1 0 0,-8 15 179 0 0,-4 8 157 0 0,-1-2 1 0 0,-24 34-1 0 0,37-58-163 0 0,-9 17 1129 0 0,51-32-1346 0 0,50-24 0 0 0,46-16-737 0 0,28 15-1754 0 0,-55 19-2303 0 0,-70 13 413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7.3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3 4128 0 0,'-12'9'1102'0'0,"-4"4"3576"0"0,18-12-4602 0 0,-1-1-1 0 0,1 1 1 0 0,-1-1 0 0 0,1 1 0 0 0,0-1-1 0 0,-1 0 1 0 0,1 1 0 0 0,0-1 0 0 0,-1 0-1 0 0,1 0 1 0 0,-1-1 0 0 0,1 1 0 0 0,0 0-1 0 0,-1 0 1 0 0,1-1 0 0 0,2 0 0 0 0,107-11 184 0 0,-47 6-1806 0 0,6-1-3954 0 0,-64 6 1130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7.5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39 122 3900 0 0,'-36'30'4407'0'0,"33"-27"-1934"0"0,7-2-2076 0 0,3 1-312 0 0,-1-1 0 0 0,1 0 0 0 0,0-1 1 0 0,0 1-1 0 0,0-1 0 0 0,0-1 0 0 0,-1 1 0 0 0,1-1 0 0 0,0 0 1 0 0,8-3-1 0 0,77-25-303 0 0,-68 20 10 0 0,48-18-3299 0 0,72-40 0 0 0,-101 45-1127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8.3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207 117 2780 0 0,'10'-55'4345'0'0,"-9"50"-3309"0"0,-1 0-108 0 0,3-15-187 0 0,-3 15 321 0 0,-1 1-640 0 0,-4-14-57 0 0,4 14 429 0 0,-28 8-414 0 0,25-3-351 0 0,1-1-1 0 0,0 1 0 0 0,0 1 1 0 0,1-1-1 0 0,-1 0 0 0 0,0 1 1 0 0,0-1-1 0 0,1 1 0 0 0,-1 0 1 0 0,1 0-1 0 0,-1 0 1 0 0,1 0-1 0 0,0 0 0 0 0,-1 1 1 0 0,-1 3-1 0 0,-2 0 26 0 0,-12 16-3 0 0,1 2 0 0 0,1-1 0 0 0,1 2 0 0 0,1 0 0 0 0,1 1 0 0 0,2 0 0 0 0,-12 38 0 0 0,21-58-56 0 0,0 0 0 0 0,1 0 1 0 0,0 1-1 0 0,1-1 0 0 0,-1 0 1 0 0,1 1-1 0 0,0-1 0 0 0,2 8 1 0 0,-2-8 9 0 0,1 0-16 0 0,1-1-5 0 0,-1-1 7 0 0,-1-3 7 0 0,0 1 0 0 0,0-1 1 0 0,1 0-1 0 0,-1 1 0 0 0,1-1 0 0 0,-1 0 0 0 0,1 1 0 0 0,-1-1 0 0 0,1 0 1 0 0,0 0-1 0 0,0 1 0 0 0,0-1 0 0 0,-1 0 0 0 0,1 0 0 0 0,0 0 1 0 0,0 0-1 0 0,0 0 0 0 0,1 0 0 0 0,0 0 0 0 0,3 2 9 0 0,0 0 0 0 0,0-1 0 0 0,0 0 0 0 0,0 0 0 0 0,1 0-1 0 0,-1 0 1 0 0,0-1 0 0 0,1 0 0 0 0,-1 0 0 0 0,1-1 0 0 0,-1 0 0 0 0,1 1-1 0 0,-1-2 1 0 0,1 1 0 0 0,-1-1 0 0 0,8-1 0 0 0,0-2 55 0 0,1-1 0 0 0,-1-1 1 0 0,0 0-1 0 0,0 0 0 0 0,0-1 0 0 0,15-13 1 0 0,-20 14 23 0 0,0 0 0 0 0,0-1 1 0 0,-1 0-1 0 0,0-1 1 0 0,-1 0-1 0 0,1 0 1 0 0,-2 0-1 0 0,1-1 1 0 0,-1 1-1 0 0,0-2 1 0 0,4-11-1 0 0,-6 14-59 0 0,0 0 11 0 0,0 0 0 0 0,-1-1 0 0 0,0 1-1 0 0,0-1 1 0 0,0 1 0 0 0,-1-1 0 0 0,0 0-1 0 0,0 0 1 0 0,-1 0 0 0 0,0 0 0 0 0,-1 1 0 0 0,0-1-1 0 0,0 0 1 0 0,-4-14 0 0 0,-12-7-416 0 0,15 27 321 0 0,1 1-1 0 0,0 0 0 0 0,0-1 0 0 0,-1 1 1 0 0,1 0-1 0 0,-1 0 0 0 0,1 0 1 0 0,-1 0-1 0 0,0 0 0 0 0,1 0 0 0 0,-1 0 1 0 0,0 1-1 0 0,0-1 0 0 0,1 1 1 0 0,-1-1-1 0 0,0 1 0 0 0,0 0 1 0 0,0-1-1 0 0,0 1 0 0 0,1 0 0 0 0,-1 0 1 0 0,-3 1-1 0 0,-2 0-149 0 0,1 1 1 0 0,-1 0-1 0 0,1 1 0 0 0,0-1 1 0 0,0 1-1 0 0,0 0 0 0 0,0 1 0 0 0,0 0 1 0 0,1 0-1 0 0,-1 0 0 0 0,1 0 1 0 0,0 1-1 0 0,0 0 0 0 0,1 0 1 0 0,-5 5-1 0 0,6-5-301 0 0,0 0 1 0 0,0 0 0 0 0,1 0-1 0 0,-1 1 1 0 0,1-1-1 0 0,0 0 1 0 0,-2 12-1 0 0,0 2-1979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8.6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97 22 3752 0 0,'0'0'7975'0'0,"-2"-3"-7525"0"0,0 2-331 0 0,1 0-55 0 0,0 0 0 0 0,0 0-1 0 0,0 0 1 0 0,1 0-1 0 0,-1 0 1 0 0,0-1 0 0 0,0 1-1 0 0,1 0 1 0 0,-1 0-1 0 0,0 0 1 0 0,1-1 0 0 0,-1-1-1 0 0,-4 4 143 0 0,-41 14 340 0 0,42-13-496 0 0,-21 33 136 0 0,23-32 108 0 0,24 2-180 0 0,-17-5 44 0 0,-2-2-78 0 0,10-9 54 0 0,-10 8-230 0 0,5-5-1155 0 0,-3 1-251 0 0,12-12-10500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9.1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328 64 4340 0 0,'0'-5'1501'0'0,"1"-15"-296"0"0,-1 15-190 0 0,-2 1-106 0 0,-9-12-88 0 0,8 11-85 0 0,-11 1 238 0 0,13 4-933 0 0,0-1-1 0 0,0 0 1 0 0,0 1 0 0 0,0 0-1 0 0,0-1 1 0 0,0 1 0 0 0,0-1-1 0 0,0 1 1 0 0,-1 0 0 0 0,1 0-1 0 0,0 0 1 0 0,0 0 0 0 0,0 0-1 0 0,0 0 1 0 0,0 0 0 0 0,0 0-1 0 0,-1 0 1 0 0,-1 1 0 0 0,-6 0 101 0 0,0 1 1 0 0,0 0 0 0 0,0 0 0 0 0,0 1-1 0 0,0 0 1 0 0,1 1 0 0 0,-1 0-1 0 0,1 1 1 0 0,0-1 0 0 0,-10 9-1 0 0,6-4-34 0 0,1 1 0 0 0,0 1-1 0 0,1 0 1 0 0,0 0 0 0 0,-16 25 0 0 0,12-13-65 0 0,1 0 0 0 0,1 1 1 0 0,2 1-1 0 0,0 0 0 0 0,1 0 0 0 0,-9 50 1 0 0,15-62-19 0 0,2 14 50 0 0,3-4-57 0 0,-2-14-24 0 0,-1-4 0 0 0,1-1 0 0 0,1 0 0 0 0,-1 1 0 0 0,1-1 0 0 0,-1 1 0 0 0,4 7 0 0 0,-3-4-7 0 0,1 1-32 0 0,0 1-1 0 0,1 0 1 0 0,0-1-1 0 0,0 0 0 0 0,1 1 1 0 0,0-1-1 0 0,1-1 1 0 0,9 15-1 0 0,-8-16 13 0 0,1 0 0 0 0,-1 0 0 0 0,1-1 0 0 0,0 1 0 0 0,1-2 0 0 0,8 6-1 0 0,-11-9 55 0 0,-1 1 0 0 0,1-2 0 0 0,0 1 0 0 0,-1 0 0 0 0,1-1 0 0 0,0 0 0 0 0,0 0 0 0 0,0-1-1 0 0,0 1 1 0 0,0-1 0 0 0,0 0 0 0 0,0-1 0 0 0,0 1 0 0 0,-1-1 0 0 0,10-2 0 0 0,-7 1 89 0 0,0-1 1 0 0,0 0-1 0 0,0 0 1 0 0,-1 0 0 0 0,1-1-1 0 0,-1 0 1 0 0,1-1-1 0 0,-1 0 1 0 0,-1 1 0 0 0,1-2-1 0 0,-1 1 1 0 0,0-1-1 0 0,0 1 1 0 0,5-9-1 0 0,-8 11 51 0 0,0-2-67 0 0,4-12-26 0 0,-5 12 24 0 0,-1 0-49 0 0,-1-14 2 0 0,0 15-19 0 0,1 4-29 0 0,0 0 0 0 0,-1 0-1 0 0,1 0 1 0 0,0 0 0 0 0,0 0 0 0 0,-1 0 0 0 0,1 0-1 0 0,0-1 1 0 0,-1 1 0 0 0,1 0 0 0 0,0 0-1 0 0,-1 0 1 0 0,1 0 0 0 0,0 0 0 0 0,0-1-1 0 0,-1 1 1 0 0,1 0 0 0 0,0 0 0 0 0,0 0 0 0 0,-1-1-1 0 0,1 1 1 0 0,0 0 0 0 0,0 0 0 0 0,0-1-1 0 0,0 1 1 0 0,-1 0 0 0 0,1 0 0 0 0,0-1-1 0 0,0 1 1 0 0,0 0 0 0 0,0-1 0 0 0,0 1-1 0 0,0-1 1 0 0,0 1-3 0 0,-1-1 0 0 0,1 1 1 0 0,0-1-1 0 0,0 0 0 0 0,-1 1 0 0 0,1-1 0 0 0,0 1 0 0 0,0-1 0 0 0,-1 1 0 0 0,1-1 0 0 0,-1 1 1 0 0,1 0-1 0 0,0-1 0 0 0,-1 1 0 0 0,1-1 0 0 0,-1 1 0 0 0,1 0 0 0 0,-1-1 0 0 0,1 1 0 0 0,-1 0 1 0 0,1 0-1 0 0,-1-1 0 0 0,0 1 0 0 0,1 0 0 0 0,-1 0 0 0 0,1 0 0 0 0,-1 0 0 0 0,1 0 0 0 0,-1 0 1 0 0,0 0-1 0 0,1 0 0 0 0,-1 0 0 0 0,1 0 0 0 0,-2 0 0 0 0,-7 0-152 0 0,-1 1-1 0 0,0 0 1 0 0,1 0 0 0 0,0 1-1 0 0,-1 0 1 0 0,1 1-1 0 0,0 0 1 0 0,0 0-1 0 0,-10 6 1 0 0,18-9 122 0 0,-7 6-381 0 0,0-1 0 0 0,0 1 0 0 0,0 0 0 0 0,-9 10 0 0 0,14-12-39 0 0,1-1 0 0 0,-1 1 0 0 0,1-1 0 0 0,0 1 0 0 0,0 0 0 0 0,0 0 0 0 0,0-1 0 0 0,0 1 0 0 0,0 6 0 0 0,0-5-1010 0 0,5-2-988 0 0,9 15-1735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0:39.5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179 94 5136 0 0,'33'-42'4111'0'0,"-31"39"-2312"0"0,-1-1-1089 0 0,3-13-86 0 0,-4 13 382 0 0,-6 4-883 0 0,-1 0 0 0 0,1 1 0 0 0,-1 0 1 0 0,1 0-1 0 0,-1 1 0 0 0,1-1 0 0 0,0 1 0 0 0,0 1 0 0 0,-1-1 1 0 0,2 1-1 0 0,-9 5 0 0 0,1 1-40 0 0,0 0-1 0 0,0 1 1 0 0,1 0-1 0 0,1 1 1 0 0,0 1 0 0 0,0 0-1 0 0,-15 22 1 0 0,24-32-80 0 0,1 0 1 0 0,0-1 0 0 0,-1 1 0 0 0,1 0-1 0 0,0-1 1 0 0,0 1 0 0 0,0 0-1 0 0,0 0 1 0 0,0 0 0 0 0,0 0 0 0 0,1 0-1 0 0,-1 4 1 0 0,-2 8-4 0 0,-5 26 12 0 0,9-30-18 0 0,1-3 2 0 0,-2 0-9 0 0,2-2 2 0 0,-1-3 13 0 0,0 1-11 0 0,0-1 0 0 0,0 1 0 0 0,0-1 0 0 0,0 1 0 0 0,0-1 0 0 0,1 0 1 0 0,-1 0-1 0 0,0 0 0 0 0,1 1 0 0 0,0-2 0 0 0,0 1 0 0 0,-1 0 0 0 0,1 0 0 0 0,0 0 0 0 0,0-1 0 0 0,1 1 0 0 0,-1-1 0 0 0,0 0 1 0 0,0 1-1 0 0,1-1 0 0 0,2 0 0 0 0,15 5-33 0 0,-15-5 15 0 0,1-2 28 0 0,3-1 7 0 0,-1 0-1 0 0,1-1 1 0 0,-1 0-1 0 0,0-1 1 0 0,0 0-1 0 0,0 0 1 0 0,-1 0-1 0 0,1-1 1 0 0,12-10-1 0 0,-15 10-2 0 0,-3 4-3 0 0,0-1 0 0 0,0 0-1 0 0,0 1 1 0 0,0-1 0 0 0,0 0 0 0 0,0-1 0 0 0,-1 1 0 0 0,1 0 0 0 0,1-4-1 0 0,14-23 1 0 0,-14 22-91 0 0,-1 0 0 0 0,1 0 0 0 0,-1-1 0 0 0,0 1 0 0 0,-1-1 0 0 0,0 0 0 0 0,0 1 0 0 0,0-1 0 0 0,-1 0 0 0 0,0 0 0 0 0,-1 1 0 0 0,0-1 0 0 0,0 0 0 0 0,-1 1 0 0 0,0-1 0 0 0,0 1 0 0 0,-3-8 0 0 0,4 13-9 0 0,1 0 0 0 0,-1 0 0 0 0,0 1 0 0 0,0-1 0 0 0,0 0 0 0 0,0 0 0 0 0,0 1 1 0 0,0-1-1 0 0,0 1 0 0 0,-1-1 0 0 0,1 1 0 0 0,0-1 0 0 0,-1 1 0 0 0,-2-2 0 0 0,0-1-244 0 0,2 3 159 0 0,1-1 1 0 0,-1 0-1 0 0,1 0 1 0 0,-1 1-1 0 0,0-1 0 0 0,1 1 1 0 0,-1 0-1 0 0,0-1 1 0 0,0 1-1 0 0,0 0 1 0 0,0 0-1 0 0,0 0 1 0 0,-3-1-1 0 0,-1 0-474 0 0,-7-4-2558 0 0,-19-5-2293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0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2376 0 0,'0'0'1388'0'0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4.2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584 112 4236 0 0,'4'-25'1501'0'0,"-3"20"-337"0"0,-2-1-238 0 0,1 3-845 0 0,0 1 21 0 0,0-1 0 0 0,0 0-1 0 0,0 0 1 0 0,-1 1-1 0 0,1-1 1 0 0,-1 0 0 0 0,0 1-1 0 0,0-1 1 0 0,0 1-1 0 0,0-1 1 0 0,0 1 0 0 0,-1-1-1 0 0,1 1 1 0 0,-1 0-1 0 0,1-1 1 0 0,-1 1-1 0 0,0 0 1 0 0,0 0 0 0 0,-3-2-1 0 0,-1 0-23 0 0,0 1 0 0 0,0 1 0 0 0,0-1-1 0 0,-1 1 1 0 0,1 0 0 0 0,-1 1 0 0 0,1-1-1 0 0,-1 1 1 0 0,1 1 0 0 0,-1-1 0 0 0,0 1-1 0 0,-7 1 1 0 0,0 0 0 0 0,1 1 0 0 0,0 1-1 0 0,0 0 1 0 0,0 1 0 0 0,-21 9 0 0 0,5 1 28 0 0,0 2 0 0 0,1 0 0 0 0,0 2 0 0 0,-32 29 0 0 0,38-28-37 0 0,1 1-1 0 0,0 1 0 0 0,2 1 0 0 0,-18 27 0 0 0,26-34-43 0 0,1 2 0 0 0,0 0 0 0 0,1 0 0 0 0,1 1 0 0 0,1-1 0 0 0,-10 37 0 0 0,13-38 12 0 0,3-14-33 0 0,1 0-1 0 0,0 0 1 0 0,-1 0-1 0 0,1 1 1 0 0,0-1-1 0 0,0 0 0 0 0,0 0 1 0 0,0 1-1 0 0,0-1 1 0 0,1 0-1 0 0,-1 0 0 0 0,2 4 1 0 0,-2 1 1 0 0,0-6-3 0 0,0 1 0 0 0,0 0 0 0 0,0 0 0 0 0,0 0 0 0 0,1 0 0 0 0,-1 0 0 0 0,1 0 0 0 0,-1 0 1 0 0,1-1-1 0 0,0 1 0 0 0,-1 0 0 0 0,1 0 0 0 0,0-1 0 0 0,2 4 0 0 0,-1 0 2 0 0,-2-3-3 0 0,1-1 0 0 0,-1 1 0 0 0,1 0-1 0 0,0-1 1 0 0,0 1 0 0 0,0-1 0 0 0,0 1 0 0 0,0-1-1 0 0,0 1 1 0 0,0-1 0 0 0,0 1 0 0 0,0-1 0 0 0,1 0-1 0 0,-1 0 1 0 0,0 0 0 0 0,4 2 0 0 0,23 15-33 0 0,-18-15 31 0 0,-1 0 1 0 0,1 0-1 0 0,0-1 0 0 0,0 0 1 0 0,1-1-1 0 0,-1 0 0 0 0,0 0 1 0 0,1-1-1 0 0,-1-1 1 0 0,0 1-1 0 0,0-2 0 0 0,0 0 1 0 0,0 0-1 0 0,0 0 0 0 0,15-7 1 0 0,-2 0 110 0 0,-1 0 1 0 0,1-2 0 0 0,-2-1-1 0 0,0 0 1 0 0,30-24-1 0 0,-34 22-8 0 0,-1-2-1 0 0,0 0 1 0 0,-1 0 0 0 0,-1-2-1 0 0,0 0 1 0 0,-1 0 0 0 0,-2-1-1 0 0,0-1 1 0 0,0 0 0 0 0,-2-1-1 0 0,-1 0 1 0 0,0 0-1 0 0,-2 0 1 0 0,0-1 0 0 0,2-24-1 0 0,-6 9-103 0 0,-3 27 5 0 0,1 8 0 0 0,1-1-1 0 0,-1 1 1 0 0,0-1 0 0 0,-1 1 0 0 0,1 0-1 0 0,0-1 1 0 0,-1 1 0 0 0,1 0 0 0 0,-1-1-1 0 0,0 1 1 0 0,1 0 0 0 0,-3-4-1 0 0,0 0 5 0 0,2 3-4 0 0,0 1-1 0 0,0-1 1 0 0,0 0 0 0 0,-1 1-1 0 0,1 0 1 0 0,-1-1 0 0 0,1 1-1 0 0,-1 0 1 0 0,0 0 0 0 0,0 0-1 0 0,0 0 1 0 0,0 0-1 0 0,-1 0 1 0 0,1 1 0 0 0,0-1-1 0 0,-1 1 1 0 0,-2-2 0 0 0,1 1-2 0 0,3 1-2 0 0,0 0 0 0 0,0 1 1 0 0,-1-1-1 0 0,1 1 0 0 0,0-1 1 0 0,0 1-1 0 0,-1-1 0 0 0,1 1 1 0 0,-1 0-1 0 0,1-1 0 0 0,0 1 1 0 0,-1 0-1 0 0,1 0 0 0 0,-1 0 1 0 0,1 0-1 0 0,-2 1 0 0 0,-2-1-4 0 0,3 0 4 0 0,0-1 1 0 0,0 1-1 0 0,0 0 0 0 0,-1 0 1 0 0,1 0-1 0 0,0 1 0 0 0,0-1 1 0 0,0 0-1 0 0,0 1 0 0 0,0 0 0 0 0,-1-1 1 0 0,1 1-1 0 0,0 0 0 0 0,-2 1 1 0 0,-3 2-1 0 0,-6 1-61 0 0,1 0 1 0 0,1 1-1 0 0,-1 1 0 0 0,1 0 0 0 0,0 0 0 0 0,1 1 0 0 0,0 1 0 0 0,0 0 0 0 0,1 0 0 0 0,0 1 1 0 0,0 0-1 0 0,1 0 0 0 0,1 1 0 0 0,0 0 0 0 0,0 1 0 0 0,-7 18 0 0 0,7-14-287 0 0,6-14 305 0 0,0 1 0 0 0,0-1 1 0 0,0 0-1 0 0,1 1 1 0 0,-1-1-1 0 0,1 1 1 0 0,-1-1-1 0 0,1 0 1 0 0,0 1-1 0 0,0-1 1 0 0,1 5-1 0 0,6 53-985 0 0,-6-56 950 0 0,0-1 0 0 0,1 1 0 0 0,-1 0 0 0 0,1-1 0 0 0,0 0 0 0 0,0 1 0 0 0,0-1 0 0 0,1 0 0 0 0,-1 0 0 0 0,1 0 0 0 0,0 0 0 0 0,3 3 0 0 0,0 0-192 0 0,-2-3 126 0 0,0 0 1 0 0,0 0 0 0 0,0 0-1 0 0,0-1 1 0 0,1 1 0 0 0,-1-1-1 0 0,1 0 1 0 0,-1 0-1 0 0,11 2 1 0 0,-7-2-208 0 0,-5-1 245 0 0,-1 0 0 0 0,1 0-1 0 0,0 0 1 0 0,-1-1 0 0 0,1 1 0 0 0,0-1-1 0 0,0 0 1 0 0,-1 0 0 0 0,1 0 0 0 0,0 0-1 0 0,4-1 1 0 0,2 0-166 0 0,9 2-364 0 0,0-2 1 0 0,0 0-1 0 0,0 0 0 0 0,-1-2 0 0 0,1 0 1 0 0,20-8-1 0 0,4-1-2170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4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134 369 2324 0 0,'16'-29'756'0'0,"-1"-1"0"0"0,-2-1 0 0 0,-1 0-1 0 0,-2 0 1 0 0,-1-1 0 0 0,-1-1 0 0 0,5-46 0 0 0,-13 44 117 0 0,0 29-559 0 0,0 1-39 0 0,-2 1-176 0 0,2 3-41 0 0,-1-1 0 0 0,0 1 0 0 0,1-1 0 0 0,0 0 0 0 0,-1 1 0 0 0,1-1 0 0 0,0 1 0 0 0,0-1 0 0 0,0 0 0 0 0,0 1 0 0 0,0-1 0 0 0,0-1 0 0 0,-5 4 34 0 0,-14 5 125 0 0,19-6-208 0 0,0 0 0 0 0,-1 0 1 0 0,1 0-1 0 0,-1 0 0 0 0,1 1 0 0 0,-1-1 0 0 0,1 0 0 0 0,-1 0 1 0 0,1 1-1 0 0,0-1 0 0 0,-1 0 0 0 0,1 0 0 0 0,0 1 0 0 0,-1-1 1 0 0,1 0-1 0 0,0 1 0 0 0,-1-1 0 0 0,1 1 0 0 0,0-1 0 0 0,0 0 1 0 0,-1 1-1 0 0,1-1 0 0 0,0 1 0 0 0,0 0 0 0 0,-22 40 178 0 0,3 1 0 0 0,1 1 0 0 0,-17 65-1 0 0,-26 146-32 0 0,25-13-338 0 0,35-232-41 0 0,1 1-1 0 0,0 0 1 0 0,0-1-1 0 0,2 13 1 0 0,-1-15 59 0 0,0-2-351 0 0,0 0-103 0 0,7 15-110 0 0,-7-15-218 0 0,4-2-229 0 0,11 5-22 0 0,-12-5-812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5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173 559 2540 0 0,'4'-6'1329'0'0,"40"-64"3301"0"0,-42 66-4048 0 0,-2 2-506 0 0,0 0 1 0 0,0 0-1 0 0,0 0 0 0 0,1 0 1 0 0,-1 0-1 0 0,0 0 0 0 0,1 0 1 0 0,0 0-1 0 0,-1 0 0 0 0,1 0 1 0 0,1-1-1 0 0,-1-2 705 0 0,-2 1-654 0 0,-4-13-16 0 0,4 13 92 0 0,-6 5-175 0 0,0 0 0 0 0,0 1 0 0 0,0 0 0 0 0,0 0 0 0 0,0 1 0 0 0,0 0 1 0 0,1 0-1 0 0,-1 1 0 0 0,1 0 0 0 0,0 0 0 0 0,0 0 0 0 0,0 1 0 0 0,1-1 0 0 0,-9 10 0 0 0,0 2 14 0 0,0-1 1 0 0,0 2-1 0 0,2 0 0 0 0,-14 23 0 0 0,-10 47 103 0 0,35-82-127 0 0,1 1-22 0 0,0 16 13 0 0,0-17 12 0 0,9 12-31 0 0,-8-13 0 0 0,1 0-34 0 0,0-2 31 0 0,0-1 0 0 0,0 1 0 0 0,-1-1 1 0 0,1 0-1 0 0,0 0 0 0 0,0 0 0 0 0,0 0 1 0 0,1 0-1 0 0,-1 0 0 0 0,0-1 0 0 0,0 1 1 0 0,3 0-1 0 0,10 0-105 0 0,-12-1 102 0 0,-1 1 0 0 0,1-1 0 0 0,-1 0-1 0 0,0 0 1 0 0,1-1 0 0 0,-1 1 0 0 0,1 0 0 0 0,-1-1 0 0 0,0 1 0 0 0,1-1 0 0 0,-1 0-1 0 0,3-1 1 0 0,11-4-21 0 0,0-1-1 0 0,0 0 0 0 0,-1-2 0 0 0,0 1 1 0 0,-1-2-1 0 0,0 0 0 0 0,0 0 1 0 0,24-26-1 0 0,-20 16 69 0 0,-1-1 0 0 0,0-1 0 0 0,-2 0 0 0 0,-1-1 0 0 0,14-29 1 0 0,-4-5 379 0 0,-2-1 1 0 0,-2-2-1 0 0,-3 0 1 0 0,11-77-1 0 0,-19 64 411 0 0,-8 68-698 0 0,-2 3-96 0 0,1-1 0 0 0,0 1 0 0 0,0 0-1 0 0,-1-1 1 0 0,1 1 0 0 0,1 0 0 0 0,-1-1 0 0 0,0 1-1 0 0,1-1 1 0 0,-1 1 0 0 0,2-4 0 0 0,-2 7-26 0 0,0-1-1 0 0,-1 0 1 0 0,1 1 0 0 0,0-1 0 0 0,0 0 0 0 0,0 1 0 0 0,0-1 0 0 0,0 0-1 0 0,-1 0 1 0 0,1 1 0 0 0,0-1 0 0 0,0 0 0 0 0,-1 0 0 0 0,1 1 0 0 0,0-1-1 0 0,0 0 1 0 0,-1 0 0 0 0,1 0 0 0 0,0 1 0 0 0,-1-1 0 0 0,1 0 0 0 0,0 0 0 0 0,-1 0-1 0 0,1 0 1 0 0,0 0 0 0 0,-1 0 0 0 0,1 0 0 0 0,0 0 0 0 0,-1 0 0 0 0,1 0-1 0 0,-1 0 0 0 0,0 0-1 0 0,1 1 0 0 0,-1-1 0 0 0,0 0 0 0 0,0 0 0 0 0,1 1 0 0 0,-1-1 1 0 0,0 0-1 0 0,1 1 0 0 0,-1-1 0 0 0,1 0 0 0 0,-1 1 0 0 0,0-1 0 0 0,1 1 1 0 0,-1-1-1 0 0,1 1 0 0 0,-1-1 0 0 0,1 1 0 0 0,0 0 0 0 0,-1-1 0 0 0,1 1 1 0 0,-1-1-1 0 0,1 1 0 0 0,0 0 0 0 0,0-1 0 0 0,-1 1 0 0 0,1 0 0 0 0,0 0 1 0 0,0 1-1 0 0,-20 46-35 0 0,2 0 0 0 0,-19 92 0 0 0,-9 117-223 0 0,35-184 84 0 0,-45 438-1166 0 0,60-167-5861 0 0,2-260 1590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5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119 124 3168 0 0,'-23'-91'5856'0'0,"21"87"-5109"0"0,2 2-678 0 0,0 1 1 0 0,0-1-1 0 0,0 1 0 0 0,0-1 1 0 0,0 1-1 0 0,0 0 1 0 0,-1-1-1 0 0,1 1 0 0 0,0-1 1 0 0,-1 1-1 0 0,1 0 0 0 0,-2-3 1 0 0,0 1 58 0 0,1-2 1214 0 0,-2 8-1217 0 0,0 1-107 0 0,0-1 0 0 0,1 1 0 0 0,-1 0 0 0 0,1 0 0 0 0,0 0-1 0 0,0 0 1 0 0,0 0 0 0 0,1 0 0 0 0,-1 1 0 0 0,1-1-1 0 0,-1 8 1 0 0,-6 61 2 0 0,5-35 19 0 0,-42 278-2108 0 0,42-285 819 0 0,3-26 391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5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95 3040 0 0,'21'-95'6520'0'0,"-15"96"-6176"0"0,16 4-69 0 0,-12 0-47 0 0,20 29 61 0 0,38 56 1 0 0,-40-50-933 0 0,40 42 1 0 0,-61-74 251 0 0,10 6-40 0 0,-1-5-449 0 0,-13-6 724 0 0,0-1-177 0 0,1 1 0 0 0,-1-1 0 0 0,1 0 0 0 0,-1 0 0 0 0,1 0 1 0 0,0 0-1 0 0,0-1 0 0 0,0 1 0 0 0,0-1 0 0 0,0 0 0 0 0,0 0 0 0 0,0-1 0 0 0,6 1 0 0 0,17-2-2809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6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425 22 2096 0 0,'-2'-3'1165'0'0,"-7"-12"-202"0"0,6 12-173 0 0,0 5-110 0 0,-7 5-417 0 0,0 1 0 0 0,0 0 0 0 0,1 0 0 0 0,1 1 0 0 0,-13 16 0 0 0,-40 62 32 0 0,28-37-117 0 0,-197 288-1014 0 0,227-334 286 0 0,1 0-172 0 0,-6 10-268 0 0,6-10-705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6.4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67 2652 0 0,'25'-48'3450'0'0,"-24"44"-2757"0"0,2 1-154 0 0,10-8 1012 0 0,-5 14-676 0 0,-2 15-788 0 0,33 329 926 0 0,10 57-3113 0 0,-39-369 439 0 0,-8-29 451 0 0,0-1-959 0 0,5 20-1511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7.1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0 449 3432 0 0,'0'0'3452'0'0,"3"3"-3107"0"0,10 9 809 0 0,-11-8-1005 0 0,7 14 310 0 0,-4-20-405 0 0,31-8 2 0 0,-31 6-50 0 0,-3 0 3 0 0,8-3 4 0 0,0-2-12 0 0,-4 1-2 0 0,-2 4 8 0 0,0 0 1 0 0,-1 0-1 0 0,1 0 1 0 0,-1-1-1 0 0,0 1 1 0 0,0-1-1 0 0,-1 0 1 0 0,1 0-1 0 0,-1 0 1 0 0,3-11-1 0 0,-3 9 32 0 0,0 2 61 0 0,2-27 138 0 0,-3 26-123 0 0,-1 0 1 0 0,-9-49 187 0 0,7 51-267 0 0,2 3-51 0 0,0 1 11 0 0,0-1-1 0 0,0 1 1 0 0,-1-1-1 0 0,1 1 1 0 0,0 0 0 0 0,0-1-1 0 0,-1 1 1 0 0,1-1-1 0 0,0 1 1 0 0,0 0-1 0 0,-1-1 1 0 0,1 1 0 0 0,-1 0-1 0 0,1-1 1 0 0,0 1-1 0 0,-1 0 1 0 0,1 0-1 0 0,-1-1 1 0 0,1 1-1 0 0,0 0 1 0 0,-1 0 0 0 0,1 0-1 0 0,-1 0 1 0 0,1 0-1 0 0,-2-1 1 0 0,2 1 11 0 0,0 0 0 0 0,-1 0 0 0 0,1 0-1 0 0,-1 0 1 0 0,1 0 0 0 0,-1 0 0 0 0,1-1 0 0 0,-1 1 0 0 0,1 0 0 0 0,0 0 0 0 0,-1-1-1 0 0,1 1 1 0 0,-1 0 0 0 0,1 0 0 0 0,0-1 0 0 0,-1 1 0 0 0,1 0 0 0 0,0-1 0 0 0,-1 1-1 0 0,1-1 1 0 0,0 1 0 0 0,0 0 0 0 0,-1-1 0 0 0,1 1 0 0 0,0-1 0 0 0,0 0 0 0 0,-5 2-5 0 0,1 0-15 0 0,1 0 0 0 0,-1 1 0 0 0,1-1 0 0 0,-1 1 0 0 0,1 0-1 0 0,-1 0 1 0 0,1 0 0 0 0,0 0 0 0 0,0 0 0 0 0,0 1 0 0 0,0 0-1 0 0,1-1 1 0 0,-1 1 0 0 0,1 0 0 0 0,-1 0 0 0 0,-2 6 0 0 0,-2 4 79 0 0,0 1-1 0 0,1 0 1 0 0,-5 17 0 0 0,11-30-62 0 0,-1 1 2 0 0,0 0 0 0 0,0 0 0 0 0,0 1 0 0 0,0-1 0 0 0,1 0 0 0 0,-1 1 0 0 0,1-1 0 0 0,0 1 0 0 0,-1-1 0 0 0,1 1 0 0 0,1 4 0 0 0,0 11 26 0 0,6 44 37 0 0,-5-55-67 0 0,0 0-1 0 0,0 0 1 0 0,0-1-1 0 0,1 1 1 0 0,0-1-1 0 0,0 0 1 0 0,1 0 0 0 0,5 8-1 0 0,-5-9-7 0 0,-1 0-29 0 0,0-1-1 0 0,0 0 1 0 0,1 0 0 0 0,0 0 0 0 0,0-1 0 0 0,0 1-1 0 0,0-1 1 0 0,1 0 0 0 0,-1 0 0 0 0,1-1-1 0 0,9 5 1 0 0,-10-5 8 0 0,1 0-36 0 0,1 0 0 0 0,-1 0 1 0 0,1 0-1 0 0,-1 0 0 0 0,1-1 0 0 0,-1 0 0 0 0,1 0 1 0 0,0-1-1 0 0,0 0 0 0 0,9 0 0 0 0,-10 0 25 0 0,4-1-17 0 0,0 0 1 0 0,0 0 0 0 0,0-1 0 0 0,0 0 0 0 0,0 0 0 0 0,0-1 0 0 0,-1 0 0 0 0,1-1 0 0 0,-1 1 0 0 0,0-2 0 0 0,0 1 0 0 0,0-1 0 0 0,-1-1 0 0 0,0 1 0 0 0,0-1 0 0 0,12-14 0 0 0,-4 3 2 0 0,-1 0 1 0 0,-1-2-1 0 0,0 0 0 0 0,-1 0 0 0 0,12-29 1 0 0,-11 16 305 0 0,0 0 1 0 0,-3-1-1 0 0,0 0 1 0 0,-2 0-1 0 0,-2-1 1 0 0,-1 0 0 0 0,-1 0-1 0 0,-2-44 1 0 0,-2 74-200 0 0,0 1 0 0 0,0-1 0 0 0,0 0 1 0 0,0 1-1 0 0,-1-1 0 0 0,0 1 0 0 0,0-1 1 0 0,0 1-1 0 0,0 0 0 0 0,0-1 0 0 0,-1 1 1 0 0,1 0-1 0 0,-1 0 0 0 0,-3-4 0 0 0,-15 18 91 0 0,15-8-120 0 0,-2 5 40 0 0,-4 21-22 0 0,2 0 0 0 0,1 0 0 0 0,2 1 0 0 0,-6 60 1 0 0,5 125-1209 0 0,9-148-860 0 0,-5-5-2585 0 0,2-57 835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7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1 420 2368 0 0,'0'0'4104'0'0,"2"-3"-3597"0"0,-2 1-449 0 0,1 1 1 0 0,0-1-1 0 0,0 1 1 0 0,0-1-1 0 0,0 1 1 0 0,0-1-1 0 0,0 1 0 0 0,1 0 1 0 0,-1 0-1 0 0,0 0 1 0 0,1 0-1 0 0,-1 0 1 0 0,1 0-1 0 0,-1 0 1 0 0,1 0-1 0 0,-1 0 1 0 0,1 1-1 0 0,-1-1 1 0 0,1 0-1 0 0,0 1 1 0 0,0 0-1 0 0,-1-1 1 0 0,1 1-1 0 0,0 0 1 0 0,-1 0-1 0 0,1 0 1 0 0,3 0-1 0 0,56-7 173 0 0,-31 3-441 0 0,0-1 0 0 0,0-1 0 0 0,0-2 0 0 0,33-14 0 0 0,-51 18 88 0 0,-1-1 0 0 0,0 0 0 0 0,0-1 0 0 0,-1-1 0 0 0,1 1 0 0 0,-1-2 0 0 0,-1 1 0 0 0,1-2 1 0 0,-1 1-1 0 0,-1-1 0 0 0,0 0 0 0 0,8-12 0 0 0,-11 12 220 0 0,0 0 1 0 0,0 0-1 0 0,-2 0 1 0 0,1-1-1 0 0,-1 0 1 0 0,0 1-1 0 0,-1-1 1 0 0,0 0-1 0 0,0-11 1 0 0,-1 0 441 0 0,-1 0 1 0 0,-5-38 0 0 0,4 54-331 0 0,-5-15 64 0 0,5 15 245 0 0,0 6-498 0 0,-1-1 1 0 0,1 1-1 0 0,-1-1 1 0 0,1 1-1 0 0,0 0 1 0 0,0-1-1 0 0,-1 1 1 0 0,1 0-1 0 0,0 0 1 0 0,0 0-1 0 0,0 0 1 0 0,-2 2-1 0 0,2-2 18 0 0,-5 8 52 0 0,-12 67 4 0 0,3 1 0 0 0,3 0 0 0 0,-2 154 0 0 0,14-225-90 0 0,1-1 15 0 0,-1 1 15 0 0,1 0 1 0 0,0 0 0 0 0,1 0-1 0 0,0 0 1 0 0,4 10 0 0 0,-4-12 36 0 0,15-7-77 0 0,-16 3 5 0 0,0 0 0 0 0,0 0 0 0 0,0 0 0 0 0,0 0 0 0 0,0 0 0 0 0,1 0 0 0 0,-1 0 0 0 0,0 0 0 0 0,0 0 0 0 0,0-1 0 0 0,0 1 0 0 0,0-1 0 0 0,0 1 0 0 0,0 0 0 0 0,0-1 0 0 0,0 0 0 0 0,0 1 0 0 0,0-1-1 0 0,-1 0 1 0 0,1 1 0 0 0,0-1 0 0 0,1-1 0 0 0,28-27 37 0 0,47-57-1 0 0,-74 83-23 0 0,-2 2-10 0 0,1 0-1 0 0,-1 0 0 0 0,1 0 0 0 0,-1-1 0 0 0,0 1 1 0 0,0 0-1 0 0,1-1 0 0 0,-1 1 0 0 0,2-4 0 0 0,0 2-3 0 0,0 5-22 0 0,-1-2 26 0 0,0 1 0 0 0,-1 0 0 0 0,0-1 0 0 0,1 1 0 0 0,-1 0 0 0 0,1 0-1 0 0,-1 0 1 0 0,0 0 0 0 0,1 0 0 0 0,-1 0 0 0 0,0 1 0 0 0,0-1 0 0 0,0 0 0 0 0,0 0 0 0 0,0 1-1 0 0,0-1 1 0 0,-1 1 0 0 0,1-1 0 0 0,0 1 0 0 0,-1-1 0 0 0,2 4 0 0 0,-1-1 9 0 0,0 2 22 0 0,-1-1-60 0 0,2 8-70 0 0,0 1-1 0 0,1-1 1 0 0,1 0-1 0 0,0 0 1 0 0,10 23 0 0 0,-12-33-36 0 0,-1 0 0 0 0,1 0 0 0 0,0 0 0 0 0,0 0 0 0 0,1-1 0 0 0,-1 1 0 0 0,1-1 0 0 0,-1 1 0 0 0,1-1 0 0 0,0 0 0 0 0,0 0 0 0 0,0 0 0 0 0,0 0 0 0 0,0-1 0 0 0,4 2 0 0 0,-2-1-115 0 0,1-1 1 0 0,-1 0-1 0 0,1 0 1 0 0,0-1-1 0 0,-1 1 1 0 0,1-1-1 0 0,0 0 0 0 0,-1-1 1 0 0,1 0-1 0 0,-1 1 1 0 0,1-2-1 0 0,5-1 0 0 0,6-2-706 0 0,-1-2-1 0 0,20-10 1 0 0,-12 1-1335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8.1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104 151 3028 0 0,'4'-6'666'0'0,"33"-63"2352"0"0,-35 65-2639 0 0,2-16 159 0 0,-3 15 339 0 0,-2 2-648 0 0,-5-13-104 0 0,4 12 210 0 0,-21 8 76 0 0,18-3-261 0 0,1 3-74 0 0,-10 9 5 0 0,2 1 0 0 0,0 0 0 0 0,1 1 0 0 0,0 1 1 0 0,1 0-1 0 0,1 0 0 0 0,0 1 0 0 0,-12 34 0 0 0,20-45-118 0 0,1-1-90 0 0,0 20 45 0 0,4-24 92 0 0,-2 0 25 0 0,-1 0-1 0 0,1 0 1 0 0,0-1-1 0 0,0 1 0 0 0,0 0 1 0 0,0-1-1 0 0,0 0 1 0 0,0 1-1 0 0,0-1 1 0 0,0 0-1 0 0,0 0 0 0 0,0 0 1 0 0,0-1-1 0 0,0 1 1 0 0,0 0-1 0 0,0-1 0 0 0,-1 1 1 0 0,1-1-1 0 0,0 0 1 0 0,0 1-1 0 0,0-1 1 0 0,0 0-1 0 0,-1 0 0 0 0,1 0 1 0 0,0 0-1 0 0,1-2 1 0 0,15-13 233 0 0,-1 0 0 0 0,0-2 1 0 0,-1 0-1 0 0,-2 0 0 0 0,1-1 1 0 0,-2-1-1 0 0,-1 0 0 0 0,11-23 1 0 0,-21 39-147 0 0,0 0-47 0 0,6-13-38 0 0,-6 13 97 0 0,-5 1-132 0 0,-10-12-79 0 0,7 17-75 0 0,1 1 0 0 0,-1 0-1 0 0,1 1 1 0 0,-1-1 0 0 0,1 1 0 0 0,0 0 0 0 0,1 0 0 0 0,-1 1 0 0 0,-4 5-1 0 0,8-9 121 0 0,-2 2-433 0 0,1 2-56 0 0,0-1 216 0 0,1-1 0 0 0,0 1 1 0 0,0-1-1 0 0,0 1 0 0 0,1 0 1 0 0,-1-1-1 0 0,1 1 0 0 0,0 0 0 0 0,0-1 1 0 0,1 6-1 0 0,0-5-1110 0 0,3-1-1028 0 0,20 10-1731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28.5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40 653 4068 0 0,'7'-8'777'0'0,"0"0"0"0"0,-1 0 0 0 0,-1-1 1 0 0,1 0-1 0 0,-1 0 0 0 0,0-1 0 0 0,-1 1 0 0 0,4-13 0 0 0,-8 18 371 0 0,-16-10-824 0 0,13 11-203 0 0,-1 5-7 0 0,0 1-97 0 0,-1 0 1 0 0,1 1 0 0 0,0-1 0 0 0,0 1-1 0 0,0 0 1 0 0,1 0 0 0 0,-1 0 0 0 0,1 0-1 0 0,0 1 1 0 0,0-1 0 0 0,1 1 0 0 0,-4 9 0 0 0,1-3-71 0 0,1 0 1 0 0,1 1 0 0 0,0 0 0 0 0,-1 17 0 0 0,3-24-93 0 0,2 2-27 0 0,9 48-514 0 0,-9-52 457 0 0,2 2-11 0 0,8 13 14 0 0,-9-14 43 0 0,0-3 147 0 0,0 0 0 0 0,-1 0 0 0 0,0 0 0 0 0,1 0 0 0 0,-1 0 0 0 0,1 0 0 0 0,-1 1 0 0 0,0-1 0 0 0,0 0 0 0 0,2 3 0 0 0,0-1-139 0 0,2-3-60 0 0,-4 0 231 0 0,2 0 20 0 0,0 0 0 0 0,0-1 0 0 0,0 1 0 0 0,0-1 0 0 0,0 1 0 0 0,0-1 0 0 0,0 0 1 0 0,0 0-1 0 0,-1 0 0 0 0,1-1 0 0 0,0 1 0 0 0,-1-1 0 0 0,1 1 0 0 0,-1-1 0 0 0,1 0 0 0 0,-1 0 0 0 0,0 0 0 0 0,0 0 1 0 0,3-3-1 0 0,23-50 610 0 0,-21 33-392 0 0,0-1-1 0 0,-2 1 1 0 0,-1-2-1 0 0,0 1 1 0 0,-2 0-1 0 0,0-35 1 0 0,-1 13-28 0 0,1-56 1026 0 0,-22-191 0 0 0,13 259-752 0 0,5 28-384 0 0,1 0 0 0 0,0 1 0 0 0,0-1 1 0 0,0 0-1 0 0,1 0 0 0 0,-1 0 0 0 0,2-6 0 0 0,-1 12-90 0 0,0-1-1 0 0,0 0 1 0 0,0 1-1 0 0,0-1 0 0 0,0 1 1 0 0,-1-1-1 0 0,1 1 1 0 0,0-1-1 0 0,0 0 1 0 0,0 1-1 0 0,0-1 1 0 0,0 1-1 0 0,-1-1 0 0 0,1 0 1 0 0,0 1-1 0 0,0-1 1 0 0,-1 0-1 0 0,1 1 1 0 0,0-1-1 0 0,-1 0 1 0 0,1 1-1 0 0,0-1 0 0 0,-1 0 1 0 0,1 0-1 0 0,0 0 1 0 0,-1 1-1 0 0,0 0-1 0 0,0-1 1 0 0,0 1-1 0 0,1-1 0 0 0,-1 1 1 0 0,0-1-1 0 0,1 1 0 0 0,-1 0 0 0 0,1-1 1 0 0,-1 1-1 0 0,1 0 0 0 0,-1 0 1 0 0,1 0-1 0 0,0-1 0 0 0,-1 1 1 0 0,1 0-1 0 0,0 0 0 0 0,0 0 0 0 0,-1 0 1 0 0,1-1-1 0 0,0 1 0 0 0,0 0 1 0 0,0 0-1 0 0,0 0 0 0 0,0 0 0 0 0,0 0 1 0 0,0 0-1 0 0,1-1 0 0 0,-1 2 1 0 0,18 286-152 0 0,1-42-1902 0 0,-19-139-2066 0 0,-20 150 1 0 0,3-151-2243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2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666 661 2328 0 0,'-10'-14'806'0'0,"6"8"-544"0"0,0 0 0 0 0,0 0 0 0 0,0 1 0 0 0,-1-1 0 0 0,0 1 0 0 0,0 0 0 0 0,-1 0 0 0 0,1 1 0 0 0,-1 0 0 0 0,-9-6 0 0 0,9 8-182 0 0,0-1 0 0 0,0 1 0 0 0,0 0 0 0 0,0 0 0 0 0,0 1 0 0 0,0 0 0 0 0,-1 0 0 0 0,1 0 0 0 0,-1 1 0 0 0,1 0 0 0 0,0 0 0 0 0,-8 2 0 0 0,3 0-6 0 0,-1 1 0 0 0,1 0-1 0 0,0 1 1 0 0,-1 0 0 0 0,2 1 0 0 0,-14 7 0 0 0,2 1-20 0 0,1 1 1 0 0,0 1-1 0 0,2 1 1 0 0,0 1-1 0 0,0 0 0 0 0,2 1 1 0 0,0 1-1 0 0,1 1 1 0 0,1 0-1 0 0,1 1 1 0 0,1 1-1 0 0,-18 39 1 0 0,28-53-44 0 0,1-6-10 0 0,1 0 1 0 0,0 0-1 0 0,0 1 0 0 0,1-1 0 0 0,-1 0 1 0 0,0 1-1 0 0,1-1 0 0 0,-1 1 0 0 0,1-1 1 0 0,0 3-1 0 0,-2 10-9 0 0,1-6 15 0 0,0-3-3 0 0,1 1 0 0 0,0 0 0 0 0,0 0 1 0 0,0 0-1 0 0,1 0 0 0 0,0 0 0 0 0,0 0 0 0 0,1-1 0 0 0,0 1 0 0 0,0 0 0 0 0,0-1 0 0 0,4 7 0 0 0,-4-9 17 0 0,5 16 45 0 0,-5-16-76 0 0,-3 0-16 0 0,-2 7 34 0 0,-1 0 0 0 0,0 0 0 0 0,0-1 0 0 0,-1 1 1 0 0,-1-1-1 0 0,0 0 0 0 0,-11 13 0 0 0,-22 42 87 0 0,21-26-16 0 0,3 0 0 0 0,1 1-1 0 0,2 0 1 0 0,2 1 0 0 0,1 0-1 0 0,-5 78 1 0 0,12-92-59 0 0,2-1 0 0 0,1 1 0 0 0,1 0 0 0 0,1-1 0 0 0,1 0 0 0 0,1 1 0 0 0,2-2 1 0 0,1 1-1 0 0,0-1 0 0 0,2 0 0 0 0,26 46 0 0 0,-28-59-5 0 0,1 0 0 0 0,1-1 0 0 0,0 1-1 0 0,0-2 1 0 0,1 0 0 0 0,0 0 0 0 0,1-1 0 0 0,0 0 0 0 0,1-1 0 0 0,0 0 0 0 0,0-1 0 0 0,0-1-1 0 0,1 0 1 0 0,23 6 0 0 0,-34-11-8 0 0,0 0-1 0 0,0 0 1 0 0,0 0-1 0 0,1-1 1 0 0,-1 1-1 0 0,0-1 1 0 0,1 0-1 0 0,-1 0 1 0 0,6 0-1 0 0,0-1 7 0 0,3 1-3 0 0,0 0 1 0 0,0-1-1 0 0,1 0 1 0 0,-1-1 0 0 0,-1 0-1 0 0,1-1 1 0 0,0 0 0 0 0,-1-1-1 0 0,1 0 1 0 0,-1-1-1 0 0,0 0 1 0 0,-1-1 0 0 0,1 0-1 0 0,14-12 1 0 0,22-19 25 0 0,-33 24-21 0 0,19-14 85 0 0,-30 25-84 0 0,1 4-31 0 0,-1-1 19 0 0,-1 1 1 0 0,1 0 0 0 0,0 0-1 0 0,-1 1 1 0 0,0-1-1 0 0,1 0 1 0 0,-1 1 0 0 0,0-1-1 0 0,0 1 1 0 0,-1 0-1 0 0,1 0 1 0 0,0 0 0 0 0,-1-1-1 0 0,0 2 1 0 0,2 3-1 0 0,45 89 108 0 0,-42-85-100 0 0,1 0 0 0 0,0-1 0 0 0,1 1 0 0 0,1-1 0 0 0,-1-1 0 0 0,1 0 0 0 0,1 0 1 0 0,-1-1-1 0 0,2 0 0 0 0,-1 0 0 0 0,1-1 0 0 0,16 7 0 0 0,-10-7-4 0 0,0-1-1 0 0,0 0 1 0 0,0-1-1 0 0,1-1 1 0 0,-1-1-1 0 0,1-1 1 0 0,35 1 0 0 0,0-6 23 0 0,-2-3 1 0 0,1-1 0 0 0,-1-3-1 0 0,0-2 1 0 0,51-20 0 0 0,11-11 602 0 0,-92 31-472 0 0,-18 10-81 0 0,2 1-60 0 0,12-5-8 0 0,-12 5 41 0 0,-1 3 49 0 0,20 12 48 0 0,-2 2-1 0 0,0 0 0 0 0,27 26 1 0 0,13 10-227 0 0,-17-18 177 0 0,1-2 0 0 0,2-2 0 0 0,99 46 1 0 0,-125-67-88 0 0,0-1 0 0 0,1-1 0 0 0,-1-1 1 0 0,2 0-1 0 0,-1-2 0 0 0,0-1 1 0 0,1-1-1 0 0,0-1 0 0 0,-1-1 1 0 0,1-1-1 0 0,0-1 0 0 0,23-5 0 0 0,-1-6-14 0 0,0-2 0 0 0,-2-3-1 0 0,48-24 1 0 0,-60 27-2 0 0,-28 12-2 0 0,0 1-1 0 0,0 0 1 0 0,0 0-1 0 0,0 0 1 0 0,1 0-1 0 0,-1 1 1 0 0,1-1 0 0 0,-1 1-1 0 0,1 0 1 0 0,-1 1-1 0 0,1-1 1 0 0,4 1-1 0 0,1 0 4 0 0,5 4 9 0 0,-1-1 0 0 0,0 2 0 0 0,0 0-1 0 0,25 13 1 0 0,-29-14 1 0 0,56 25-37 0 0,1-3 1 0 0,1-3 0 0 0,1-3-1 0 0,123 19 1 0 0,-138-32 19 0 0,0-3-1 0 0,1-2 1 0 0,-1-3 0 0 0,0-2 0 0 0,0-2-1 0 0,97-23 1 0 0,-121 19 71 0 0,1 0-1 0 0,-2-3 1 0 0,1 0-1 0 0,-1-2 1 0 0,-1-1-1 0 0,41-28 1 0 0,-67 40-41 0 0,14-5 3 0 0,-14 7-20 0 0,2-1 3 0 0,0 1-12 0 0,14-3-2 0 0,-14 4 20 0 0,2 1-16 0 0,49 11-29 0 0,-4 2-72 0 0,1-3 0 0 0,0-2-1 0 0,0-2 1 0 0,1-3 0 0 0,0-2 0 0 0,82-7 0 0 0,-57-7 31 0 0,-1-3 0 0 0,83-28 0 0 0,130-28 534 0 0,-285 70-402 0 0,0 1-22 0 0,17 3 11 0 0,1 1 1 0 0,-1 1-1 0 0,0 1 0 0 0,-1 1 1 0 0,38 17-1 0 0,7 2-42 0 0,-38-16-41 0 0,1 0 1 0 0,0-3 0 0 0,0 0-1 0 0,1-2 1 0 0,0-1 0 0 0,0-1-1 0 0,0-2 1 0 0,1-1-1 0 0,-1-1 1 0 0,0-1 0 0 0,0-2-1 0 0,0-1 1 0 0,-1-2 0 0 0,34-11-1 0 0,-18 0 3 0 0,-1-2 0 0 0,-1-1-1 0 0,0-3 1 0 0,56-41 0 0 0,93-88 352 0 0,-149 118 195 0 0,-40 33-433 0 0,-2 2-78 0 0,-1-1 0 0 0,1 1 0 0 0,-1 0 0 0 0,1 0-1 0 0,0 0 1 0 0,-1-1 0 0 0,1 1 0 0 0,0 0 0 0 0,-1-1 0 0 0,1 1 0 0 0,-1 0 0 0 0,1-1 0 0 0,-1 1 0 0 0,1-1 0 0 0,-1 1 0 0 0,1-1-1 0 0,-1 1 1 0 0,1-1 0 0 0,-1 0 0 0 0,12-10 90 0 0,23-10-170 0 0,-31 19-20 0 0,3 1-194 0 0,13-3 253 0 0,0-1 0 0 0,1-1 0 0 0,-2-1 0 0 0,1 0 1 0 0,-1-2-1 0 0,0 0 0 0 0,-1-1 0 0 0,0-1 0 0 0,29-22 0 0 0,-29 15 93 0 0,0 1-1 0 0,-1-2 1 0 0,-1 0 0 0 0,-1-1-1 0 0,-1-1 1 0 0,0 0-1 0 0,-2-1 1 0 0,0 0 0 0 0,-2-1-1 0 0,0-1 1 0 0,-2 1-1 0 0,-1-1 1 0 0,6-30 0 0 0,-10 39-38 0 0,-1 0 1 0 0,0 0-1 0 0,-2 1 1 0 0,1-1-1 0 0,-2 0 1 0 0,0 0-1 0 0,-1 0 1 0 0,0 0-1 0 0,-1 1 1 0 0,-1-1 0 0 0,0 1-1 0 0,-1 0 1 0 0,0 0-1 0 0,-1 1 1 0 0,-1-1-1 0 0,0 1 1 0 0,-1 1-1 0 0,0-1 1 0 0,-1 1-1 0 0,-1 1 1 0 0,0 0 0 0 0,0 0-1 0 0,-17-13 1 0 0,6 9-15 0 0,0 1 1 0 0,-1 0-1 0 0,0 2 0 0 0,-45-18 1 0 0,-96-20-187 0 0,163 49 181 0 0,-5 0-91 0 0,-1 0 4 0 0,-47-10-137 0 0,61-7 103 0 0,12-23-1 0 0,-16 33 136 0 0,0 1 1 0 0,-1 0-1 0 0,1-1 0 0 0,-2 0 0 0 0,1 0 0 0 0,-1 0 0 0 0,0 0 1 0 0,0 0-1 0 0,0-10 0 0 0,-1 10-34 0 0,0 6 13 0 0,-1-1-1 0 0,1 0 0 0 0,-1 1 0 0 0,0-1 1 0 0,0 0-1 0 0,0 0 0 0 0,0 0 1 0 0,-1 1-1 0 0,1-1 0 0 0,-1 0 1 0 0,-1-3-1 0 0,-2-8-10 0 0,0-1 1 0 0,-2 2 0 0 0,0-1-1 0 0,0 1 1 0 0,-1 0-1 0 0,-1 0 1 0 0,0 1 0 0 0,-1 0-1 0 0,0 0 1 0 0,-15-14 0 0 0,0 5-4 0 0,-2 2 0 0 0,0 0 1 0 0,-1 1-1 0 0,-1 2 0 0 0,0 1 1 0 0,-1 1-1 0 0,-45-14 0 0 0,-8 2-12 0 0,-134-22-1 0 0,103 29 9 0 0,-225-6 0 0 0,275 27-208 0 0,38-1 110 0 0,19-1 34 0 0,0 0-24 0 0,-51-1-139 0 0,52 0 230 0 0,3-2-48 0 0,-16-40-118 0 0,16 35 169 0 0,-1 1 0 0 0,1 0 1 0 0,-1 0-1 0 0,-1 0 1 0 0,0 0-1 0 0,-8-12 1 0 0,1 7-13 0 0,-1 0 0 0 0,0 1 1 0 0,-1 0-1 0 0,0 1 0 0 0,-1 0 0 0 0,0 1 1 0 0,0 1-1 0 0,-1 0 0 0 0,0 1 0 0 0,-26-8 1 0 0,-8 0 37 0 0,-1 2-1 0 0,0 2 1 0 0,-1 3 0 0 0,-101-5 0 0 0,67 13 33 0 0,-1 4 0 0 0,-99 17 0 0 0,103-6-17 0 0,1 3 1 0 0,-80 30-1 0 0,155-46-23 0 0,-8 3-18 0 0,13-4 17 0 0,0 0 0 0 0,0-1 0 0 0,0 1 0 0 0,0-1 0 0 0,0 1 0 0 0,0-1 0 0 0,0 1 0 0 0,-1-1 0 0 0,1 0 0 0 0,0 0 0 0 0,0 1 0 0 0,-1-1-1 0 0,1 0 1 0 0,0 0 0 0 0,0 0 0 0 0,-1 0 0 0 0,1-1 0 0 0,-2 1 0 0 0,-38-5 32 0 0,34 1-31 0 0,3 0 3 0 0,-20-8-41 0 0,1-2-1 0 0,1-1 0 0 0,-24-20 0 0 0,-32-19 60 0 0,37 29-30 0 0,-1 3 0 0 0,-2 1-1 0 0,-52-17 1 0 0,63 29 4 0 0,0 0 0 0 0,0 2-1 0 0,0 1 1 0 0,-1 2 0 0 0,-44 0 0 0 0,19 5 36 0 0,0 2 1 0 0,1 3 0 0 0,0 3-1 0 0,0 2 1 0 0,1 2 0 0 0,0 3-1 0 0,1 3 1 0 0,1 1 0 0 0,1 4-1 0 0,1 1 1 0 0,-94 62 0 0 0,129-74-49 0 0,1 1 0 0 0,0 0 1 0 0,-23 28-1 0 0,37-39 28 0 0,28-13-175 0 0,-24 10 165 0 0,0-1 0 0 0,0 1-1 0 0,0-1 1 0 0,0 1-1 0 0,0-1 1 0 0,0 1 0 0 0,-1-1-1 0 0,1 1 1 0 0,0-1-1 0 0,0 0 1 0 0,-1 0-1 0 0,1 1 1 0 0,-1-1 0 0 0,1 0-1 0 0,-1 0 1 0 0,1 0-1 0 0,-1 0 1 0 0,1 0 0 0 0,-1 1-1 0 0,1-1 1 0 0,-1 0-1 0 0,0 0 1 0 0,1-2 0 0 0,-1 2-2 0 0,4-7-21 0 0,9-33-18 0 0,-13 35 33 0 0,1 0-8 0 0,-1 1 0 0 0,0-1 0 0 0,0 1 0 0 0,0-1 0 0 0,-1 1 0 0 0,0-1 0 0 0,0 1-1 0 0,0 0 1 0 0,-3-7 0 0 0,3 7-9 0 0,-1 0 21 0 0,1 1 1 0 0,-1-1 0 0 0,0 1-1 0 0,0 0 1 0 0,0-1 0 0 0,-1 1-1 0 0,1 0 1 0 0,-1 1-1 0 0,0-1 1 0 0,0 0 0 0 0,-6-4-1 0 0,5 3 3 0 0,-2 0 2 0 0,0 1-1 0 0,0-1 1 0 0,0 1-1 0 0,0 0 1 0 0,-1 1-1 0 0,0-1 1 0 0,0 1-1 0 0,0 1 1 0 0,0-1-1 0 0,0 1 1 0 0,-1 0-1 0 0,1 1 1 0 0,0 0 0 0 0,-1 0-1 0 0,0 0 1 0 0,-8 2-1 0 0,-10-1-9 0 0,0 3 0 0 0,0 0 0 0 0,-35 9 0 0 0,-38 14 109 0 0,1 4 0 0 0,-107 50 0 0 0,201-79-3 0 0,-1 0-25 0 0,-14 3 54 0 0,14-4 147 0 0,3-3-168 0 0,-5-10 36 0 0,6 9-118 0 0,-1-1-31 0 0,-1-13 4 0 0,-1 1 0 0 0,-1-1 0 0 0,-1 1 0 0 0,-9-20 0 0 0,13 32-4 0 0,-1 0 0 0 0,0 0 0 0 0,1 1 0 0 0,-2 0 0 0 0,1-1 0 0 0,0 1 0 0 0,-1 0 0 0 0,0 0 0 0 0,0 1 0 0 0,0-1 0 0 0,0 1 0 0 0,-1 0 0 0 0,1 0 0 0 0,-1 1 0 0 0,0-1 0 0 0,0 1 0 0 0,0 0 0 0 0,0 0 0 0 0,-6-1 0 0 0,-3 1-33 0 0,1 1 1 0 0,-1 0 0 0 0,1 1 0 0 0,-1 1-1 0 0,0 0 1 0 0,1 1 0 0 0,0 0-1 0 0,-1 1 1 0 0,1 1 0 0 0,0 0-1 0 0,0 0 1 0 0,-22 12 0 0 0,5 1-109 0 0,-1 1 0 0 0,2 1 0 0 0,-49 41 0 0 0,27-12-1101 0 0,3 1 0 0 0,2 3 0 0 0,2 2 0 0 0,-53 84 0 0 0,45-55-3295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2.7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1369 20 2876 0 0,'0'0'1021'0'0,"-4"-3"-201"0"0,-11-11-172 0 0,6 12-130 0 0,-17 6-262 0 0,1 1 0 0 0,-1 1 0 0 0,2 1 0 0 0,-48 21 0 0 0,-96 57 220 0 0,133-66-297 0 0,-541 333 1684 0 0,321-189-1326 0 0,126-79-179 0 0,124-81-323 0 0,11-6-3008 0 0,2-1 2067 0 0,0 0 0 0 0,0-1 0 0 0,14-10 0 0 0,-2-3-3068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3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257 24 1832 0 0,'0'0'1403'0'0,"-1"-4"-496"0"0,-7-16 460 0 0,3 23-862 0 0,-10 4-278 0 0,0 2 0 0 0,1 0 0 0 0,0 0 0 0 0,1 2 0 0 0,-1-1 0 0 0,2 2 0 0 0,0 0 1 0 0,-16 20-1 0 0,10-10 79 0 0,1 1 1 0 0,1 1 0 0 0,2 1-1 0 0,-17 35 1 0 0,29-55-222 0 0,0 1 0 0 0,1-1-1 0 0,0 1 1 0 0,-1 0 0 0 0,2 0 0 0 0,-1 0 0 0 0,1-1 0 0 0,0 1 0 0 0,0 0-1 0 0,1 6 1 0 0,-1-11-70 0 0,1 1 1 0 0,-1 0-1 0 0,0 0 0 0 0,0-1 0 0 0,1 1 0 0 0,-1-1 0 0 0,1 1 0 0 0,0 0 1 0 0,-1-1-1 0 0,1 1 0 0 0,0-1 0 0 0,0 1 0 0 0,0-1 0 0 0,0 0 0 0 0,0 1 0 0 0,1 0 1 0 0,2 2 26 0 0,-3-2-30 0 0,0 0-1 0 0,0 0 1 0 0,0 0-1 0 0,1 0 0 0 0,-1 0 1 0 0,1 0-1 0 0,-1 0 0 0 0,1-1 1 0 0,0 1-1 0 0,0-1 1 0 0,0 1-1 0 0,0-1 0 0 0,0 0 1 0 0,3 2-1 0 0,3 1 24 0 0,0 1-5 0 0,0-1 0 0 0,1 0-1 0 0,-1 0 1 0 0,1-1-1 0 0,0 0 1 0 0,0 0 0 0 0,15 2-1 0 0,64 3-12 0 0,-79-8-19 0 0,35 1-682 0 0,83-11 1 0 0,-20-6-4904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4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232 30 3852 0 0,'0'0'1421'0'0,"1"-5"-263"0"0,5-15-245 0 0,-4 15 2519 0 0,-8 10-3238 0 0,0 2-147 0 0,-1 0 0 0 0,1 0 0 0 0,0 1 0 0 0,1-1 0 0 0,0 1 0 0 0,0 1 0 0 0,1-1 0 0 0,-7 18 0 0 0,-24 88 216 0 0,21-62-181 0 0,-43 159 186 0 0,-5 15-1874 0 0,60-221 1039 0 0,-4 13-823 0 0,4-14 1060 0 0,1 1-844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5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0 524 3228 0 0,'7'3'1194'0'0,"3"2"-842"0"0,0 0-1 0 0,0 0 0 0 0,-1 1 1 0 0,0 1-1 0 0,0 0 0 0 0,-1 0 1 0 0,1 0-1 0 0,-2 1 0 0 0,11 13 0 0 0,63 94 972 0 0,-29-39-887 0 0,-15-25-74 0 0,3-3-1 0 0,62 61 1 0 0,-87-95-351 0 0,1 0 1 0 0,0-1-1 0 0,1-1 1 0 0,0-1-1 0 0,1 0 1 0 0,0-1 0 0 0,1-1-1 0 0,0-1 1 0 0,1-1-1 0 0,39 10 1 0 0,-47-15-225 0 0,-1-2 1 0 0,1 1-1 0 0,0-2 1 0 0,0 1-1 0 0,0-2 1 0 0,0 1 0 0 0,0-2-1 0 0,-1 1 1 0 0,1-2-1 0 0,-1 0 1 0 0,0 0-1 0 0,0-1 1 0 0,20-11-1 0 0,-21 8 28 0 0,1-1 0 0 0,-1 0-1 0 0,-1-1 1 0 0,0 1-1 0 0,0-2 1 0 0,-1 1 0 0 0,-1-1-1 0 0,0-1 1 0 0,0 1-1 0 0,-1-1 1 0 0,0 0 0 0 0,-1-1-1 0 0,0 1 1 0 0,-1-1-1 0 0,3-17 1 0 0,2-19 242 0 0,-2 0 1 0 0,1-86-1 0 0,-9-26 921 0 0,-26-201 0 0 0,22 335-648 0 0,-1 1 0 0 0,-18-49 0 0 0,21 69-174 0 0,-17-2 144 0 0,19 8-296 0 0,1 0 0 0 0,0 0 0 0 0,0 0-1 0 0,0 0 1 0 0,-1 0 0 0 0,1-1 0 0 0,0 1-1 0 0,0 0 1 0 0,-1 0 0 0 0,1 0 0 0 0,0 0-1 0 0,0 0 1 0 0,-1 0 0 0 0,1 0 0 0 0,0 0-1 0 0,0 0 1 0 0,-1 0 0 0 0,1 1 0 0 0,0-1-1 0 0,0 0 1 0 0,-1 0 0 0 0,1 0 0 0 0,0 0-1 0 0,0 0 1 0 0,0 0 0 0 0,-1 0 0 0 0,1 0-1 0 0,0 1 1 0 0,0-1 0 0 0,0 0 0 0 0,-1 0-1 0 0,1 0 1 0 0,0 1 0 0 0,0-1 0 0 0,0 0-1 0 0,0 0 1 0 0,0 0 0 0 0,0 1 0 0 0,-1-1-1 0 0,1 0 1 0 0,0 0 0 0 0,0 1 0 0 0,0-1-1 0 0,0 0 1 0 0,-11 17 88 0 0,0 1 0 0 0,2 0 0 0 0,0 0 0 0 0,1 1 0 0 0,-11 38 0 0 0,-20 110 229 0 0,35-148-294 0 0,-20 118 104 0 0,7 1 1 0 0,0 156-1 0 0,18-259-306 0 0,0-1-1 0 0,12 61 1 0 0,-13-92 97 0 0,1 0 0 0 0,0 1 1 0 0,0-1-1 0 0,0 0 0 0 0,1 0 1 0 0,-1 0-1 0 0,1-1 1 0 0,-1 1-1 0 0,1 0 0 0 0,0 0 1 0 0,0-1-1 0 0,0 1 0 0 0,0-1 1 0 0,4 4-1 0 0,-4-5 0 0 0,1 2-394 0 0,2-2-16 0 0,1-1 216 0 0,0 0 0 0 0,0 0 0 0 0,0-1 0 0 0,0 0 1 0 0,0 0-1 0 0,0 0 0 0 0,0-1 0 0 0,-1 0 0 0 0,1 0 1 0 0,-1-1-1 0 0,10-4 0 0 0,24-24-1657 0 0,-21 14-113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5.8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1 265 1596 0 0,'2'-3'759'0'0,"-1"2"-378"0"0,8-8-542 0 0,-5 1 3917 0 0,0 9-3420 0 0,16 3 17 0 0,-19-3-321 0 0,0-1 0 0 0,0 0 0 0 0,0 0-1 0 0,0 1 1 0 0,0-1 0 0 0,0 1 0 0 0,0-1-1 0 0,0 1 1 0 0,0-1 0 0 0,0 1-1 0 0,0 0 1 0 0,0-1 0 0 0,-1 1 0 0 0,1 0-1 0 0,0 0 1 0 0,0 0 0 0 0,-1-1 0 0 0,1 1-1 0 0,0 0 1 0 0,-1 0 0 0 0,1 0 0 0 0,-1 0-1 0 0,1 2 177 0 0,4-1-40 0 0,12 7-30 0 0,-12-7 75 0 0,1-1-110 0 0,1-1-71 0 0,0 0-1 0 0,1 0 1 0 0,-1-1-1 0 0,0 0 1 0 0,0 0-1 0 0,0-1 1 0 0,0 0-1 0 0,-1 0 1 0 0,1 0-1 0 0,12-7 1 0 0,-8 2-24 0 0,0-1 0 0 0,-1 0 1 0 0,0-1-1 0 0,0 0 0 0 0,-1 0 1 0 0,9-12-1 0 0,7-18-11 0 0,-22 30 5 0 0,-1 2-1 0 0,0 1-2 0 0,-1 1 1 0 0,1-1 0 0 0,-1 1-1 0 0,0-1 1 0 0,-1 0 0 0 0,1 1-1 0 0,-1-12 1 0 0,-1 10 12 0 0,1 3-9 0 0,0 1 0 0 0,-1-1 0 0 0,1 0 1 0 0,-1 0-1 0 0,0 1 0 0 0,-1-1 0 0 0,1 1 0 0 0,0-1 0 0 0,-1 1 0 0 0,0 0 0 0 0,0-1 0 0 0,-4-4 0 0 0,5 6-1 0 0,-2-2 3 0 0,3 4-4 0 0,-1 0 0 0 0,0 0-1 0 0,1 0 1 0 0,-1 0-1 0 0,1 0 1 0 0,-1 0-1 0 0,0 0 1 0 0,1-1-1 0 0,-1 1 1 0 0,1 0-1 0 0,-1 0 1 0 0,1-1-1 0 0,-1 1 1 0 0,1 0-1 0 0,-1-1 1 0 0,1 1-1 0 0,-1-1 1 0 0,1 1-1 0 0,-1 0 1 0 0,1-1-1 0 0,-1 1 1 0 0,0-2-1 0 0,1 2 0 0 0,0-1 0 0 0,-1 0-1 0 0,1 1 1 0 0,-1-1 0 0 0,1 1 0 0 0,-1-1-1 0 0,1 1 1 0 0,-1-1 0 0 0,0 1 0 0 0,1 0-1 0 0,-1-1 1 0 0,1 1 0 0 0,-1 0 0 0 0,0-1-1 0 0,1 1 1 0 0,-1 0 0 0 0,0 0 0 0 0,0 0-1 0 0,1-1 1 0 0,-1 1 0 0 0,0 0 0 0 0,1 0-1 0 0,-1 0 1 0 0,0 0 0 0 0,0 0 0 0 0,1 0-1 0 0,-1 1 1 0 0,0-1 0 0 0,-1 0-1 0 0,-5 2 11 0 0,0 1 0 0 0,0 0 0 0 0,1 0 0 0 0,-1 0-1 0 0,0 0 1 0 0,1 1 0 0 0,0 1 0 0 0,0-1 0 0 0,0 1-1 0 0,1 0 1 0 0,-1 0 0 0 0,1 0 0 0 0,0 1 0 0 0,1 0-1 0 0,-1 0 1 0 0,1 0 0 0 0,0 0 0 0 0,1 1-1 0 0,-3 7 1 0 0,-4 5 21 0 0,2 2 0 0 0,1-1 0 0 0,1 1 0 0 0,0 0 0 0 0,-2 24 1 0 0,6-33-22 0 0,1-10-9 0 0,1 0-1 0 0,-1 0 1 0 0,1 0-1 0 0,0 0 1 0 0,0 0 0 0 0,0 0-1 0 0,0 0 1 0 0,0 0-1 0 0,0 0 1 0 0,2 4 0 0 0,1 12-7 0 0,-2-11-95 0 0,0-1-1 0 0,0 1 1 0 0,1-1 0 0 0,0 0 0 0 0,0 0 0 0 0,0 0-1 0 0,0 0 1 0 0,1 0 0 0 0,0-1 0 0 0,1 1 0 0 0,-1-1-1 0 0,1 0 1 0 0,0 0 0 0 0,0 0 0 0 0,1 0 0 0 0,-1-1-1 0 0,1 1 1 0 0,0-1 0 0 0,0 0 0 0 0,1-1-1 0 0,-1 0 1 0 0,1 1 0 0 0,0-2 0 0 0,11 5 0 0 0,-12-5-221 0 0,1-1-1 0 0,0 0 1 0 0,-1 0 0 0 0,1-1 0 0 0,0 1 0 0 0,0-1 0 0 0,0-1 0 0 0,-1 1 0 0 0,1-1 0 0 0,0 0 0 0 0,10-3 0 0 0,-9 2-78 0 0,23-6-2204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6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46 117 2180 0 0,'17'-57'1952'0'0,"-17"52"-1100"0"0,1 1-524 0 0,1-15-204 0 0,-1 14 1761 0 0,-2 5-1858 0 0,0 1 0 0 0,-1-1 1 0 0,1 1-1 0 0,0-1 1 0 0,0 1-1 0 0,0 0 0 0 0,0-1 1 0 0,0 1-1 0 0,0 0 0 0 0,0 0 1 0 0,0-1-1 0 0,0 1 1 0 0,0 0-1 0 0,0 0 0 0 0,1 0 1 0 0,-1 0-1 0 0,0 0 0 0 0,1 1 1 0 0,-1-1-1 0 0,0 2 1 0 0,-7 17 131 0 0,8-20-156 0 0,-23 75 375 0 0,19-65-330 0 0,0 10 11 0 0,2 0-27 0 0,1-11-14 0 0,-1-1-1 0 0,1 1 0 0 0,0 0 1 0 0,0 0-1 0 0,1 0 0 0 0,0 0 0 0 0,1 0 0 0 0,3 16 0 0 0,3-8-26 0 0,-5-12-3 0 0,24-1-98 0 0,-20-3 78 0 0,-1-4-17 0 0,42-27-34 0 0,-35 19 29 0 0,0 0 0 0 0,-1-1 0 0 0,-1 0 1 0 0,0 0-1 0 0,16-27 0 0 0,0 2 261 0 0,-24 34-164 0 0,1 0-20 0 0,10-13-45 0 0,-12 17 26 0 0,-1-1 0 0 0,1 0 0 0 0,-1 0 0 0 0,1 0 0 0 0,-1 1 0 0 0,1-1-1 0 0,-1 0 1 0 0,0 0 0 0 0,1 1 0 0 0,-1-1 0 0 0,0 0 0 0 0,1 1 0 0 0,-1-1-1 0 0,0 0 1 0 0,1 1 0 0 0,-1-1 0 0 0,0 1 0 0 0,0-1 0 0 0,1 1 0 0 0,-1-1-1 0 0,0 0 1 0 0,0 1 0 0 0,0-1 0 0 0,0 1 0 0 0,0-1 0 0 0,0 1 0 0 0,1 0 2 0 0,-1-1 1 0 0,0 1-1 0 0,0-1 1 0 0,0 1-1 0 0,0-1 1 0 0,0 1-1 0 0,0-1 1 0 0,1 1-1 0 0,-1-1 1 0 0,0 0-1 0 0,0 1 0 0 0,1-1 1 0 0,-1 1-1 0 0,0-1 1 0 0,0 0-1 0 0,1 1 1 0 0,-1-1-1 0 0,1 0 1 0 0,-1 1-1 0 0,0-1 1 0 0,1 0-1 0 0,-1 0 1 0 0,1 1-1 0 0,-1-1 1 0 0,0 0-1 0 0,1 0 1 0 0,0 5 140 0 0,1 15 112 0 0,-1-15-144 0 0,0 2-34 0 0,-1 1-59 0 0,0-3 14 0 0,0 1-1 0 0,1-1 0 0 0,-1 1 0 0 0,1-1 0 0 0,0 0 1 0 0,1 0-1 0 0,-1 1 0 0 0,1-1 0 0 0,0 0 0 0 0,0 0 1 0 0,1-1-1 0 0,0 1 0 0 0,3 5 0 0 0,-4-6-21 0 0,1-1 1 0 0,-1 0-1 0 0,0 0 0 0 0,1 0 1 0 0,0 0-1 0 0,0 0 0 0 0,0 0 0 0 0,0-1 1 0 0,0 0-1 0 0,1 1 0 0 0,-1-1 0 0 0,1 0 1 0 0,-1-1-1 0 0,1 1 0 0 0,0-1 0 0 0,-1 1 1 0 0,1-1-1 0 0,0 0 0 0 0,0 0 0 0 0,0-1 1 0 0,0 1-1 0 0,0-1 0 0 0,0 0 0 0 0,0 0 1 0 0,0 0-1 0 0,0-1 0 0 0,0 0 1 0 0,0 1-1 0 0,0-1 0 0 0,0 0 0 0 0,0-1 1 0 0,-1 1-1 0 0,1-1 0 0 0,0 0 0 0 0,4-3 1 0 0,1 0 46 0 0,-1-1-1 0 0,0-1 1 0 0,0 1 0 0 0,-1-1 0 0 0,0 0 0 0 0,0-1 0 0 0,-1 0 0 0 0,0 0 0 0 0,0 0 0 0 0,-1-1 0 0 0,0 0-1 0 0,0 0 1 0 0,-1 0 0 0 0,0 0 0 0 0,-1-1 0 0 0,3-10 0 0 0,-5 17-57 0 0,-1 1 1 0 0,1-1-1 0 0,0 0 0 0 0,-1 0 1 0 0,1 0-1 0 0,-1-1 0 0 0,0 1 1 0 0,0 0-1 0 0,-1-4 0 0 0,1 0 2 0 0,0 4-11 0 0,0 1-1 0 0,1-1 0 0 0,-1 0 0 0 0,-1 1 0 0 0,1-1 0 0 0,0 1 1 0 0,0-1-1 0 0,-1 1 0 0 0,0-1 0 0 0,1 1 0 0 0,-1-1 0 0 0,-2-2 1 0 0,0-2-76 0 0,-4-7-149 0 0,6 13 223 0 0,-2-3-153 0 0,-1-1 0 0 0,0 1 0 0 0,-1 0 0 0 0,1 0 0 0 0,0 0 0 0 0,-1 1 0 0 0,0-1 0 0 0,0 1 0 0 0,0 0 0 0 0,0 1 0 0 0,-1-1 0 0 0,1 1 0 0 0,-8-2 0 0 0,4 3-534 0 0,0-1 0 0 0,0 2 0 0 0,-1-1 0 0 0,1 2 1 0 0,-16 1-1 0 0,-20 5-3828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8.3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34 129 3700 0 0,'0'-5'1086'0'0,"-1"-14"-204"0"0,1 14 1815 0 0,-9 22-2319 0 0,6-11-309 0 0,1 1 1 0 0,0-1 0 0 0,1 0-1 0 0,-1 1 1 0 0,2-1-1 0 0,-1 1 1 0 0,0 10-1 0 0,1-11-52 0 0,-6 88 230 0 0,6-78-199 0 0,-5 47-20 0 0,5-40-21 0 0,1-2 2 0 0,-1-16 7 0 0,1 1 37 0 0,0 17 2 0 0,-1-17 32 0 0,2-2-49 0 0,5 13-12 0 0,-5-13 78 0 0,1-4-101 0 0,1 0 1 0 0,-1-1-1 0 0,0 1 1 0 0,1-1-1 0 0,-1 0 1 0 0,0 0 0 0 0,1 0-1 0 0,-1-1 1 0 0,0 1-1 0 0,0-1 1 0 0,0 1 0 0 0,0-1-1 0 0,0 0 1 0 0,0 0-1 0 0,-1-1 1 0 0,3-2-1 0 0,4-4-7 0 0,-1 0-1 0 0,-1-1 1 0 0,8-12-1 0 0,-3 4-19 0 0,1 0 46 0 0,16-32 1 0 0,-23 38-38 0 0,-4 8 21 0 0,11-16-20 0 0,-10 23 0 0 0,11 8 7 0 0,-10-8 39 0 0,-3 2-20 0 0,11 43-3 0 0,-11-43 12 0 0,-1-3-17 0 0,1 0 0 0 0,-1 0 0 0 0,0 0 1 0 0,1 0-1 0 0,-1 0 0 0 0,1 0 0 0 0,0-1 0 0 0,-1 1 1 0 0,1 0-1 0 0,2 2 0 0 0,-2 0-23 0 0,-1-4 18 0 0,1 0 0 0 0,-1 0 0 0 0,0 0 0 0 0,1 1 0 0 0,-1-1 0 0 0,0 0-1 0 0,0 0 1 0 0,1 0 0 0 0,-1 0 0 0 0,0 1 0 0 0,0-1 0 0 0,1 0 0 0 0,-1 0 0 0 0,0 1-1 0 0,0-1 1 0 0,0 0 0 0 0,1 0 0 0 0,-1 1 0 0 0,0-1 0 0 0,0 0 0 0 0,0 0 0 0 0,0 1-1 0 0,0-1 1 0 0,1 0 0 0 0,-1 1 0 0 0,0-1 0 0 0,0 0 0 0 0,0 1 0 0 0,0-1 0 0 0,0 1-3 0 0,0 0 1 0 0,0 0 0 0 0,1 0 0 0 0,-1 0 0 0 0,1 0 0 0 0,-1 0 0 0 0,1-1 0 0 0,-1 1-1 0 0,1 0 1 0 0,-1 0 0 0 0,1 0 0 0 0,-1-1 0 0 0,1 1 0 0 0,0 0 0 0 0,0-1 0 0 0,-1 1-1 0 0,2 0 1 0 0,12 7-51 0 0,-10-6-5 0 0,1-3-12 0 0,1-1 68 0 0,0 1 0 0 0,0-1 0 0 0,0 0 0 0 0,-1 0 0 0 0,1 0 0 0 0,-1-1-1 0 0,1 0 1 0 0,-1 0 0 0 0,0-1 0 0 0,0 1 0 0 0,7-8 0 0 0,9-15 285 0 0,0-2 0 0 0,16-30 0 0 0,-36 57-278 0 0,1-2 93 0 0,1-3 37 0 0,-3 6-122 0 0,0-1-1 0 0,0 1 1 0 0,0-1-1 0 0,1 1 1 0 0,-1-1 0 0 0,0 1-1 0 0,0-1 1 0 0,0 1-1 0 0,1-1 1 0 0,-1 1-1 0 0,0-1 1 0 0,0 1-1 0 0,1 0 1 0 0,-1-1-1 0 0,0 1 1 0 0,1-1-1 0 0,-1 1 1 0 0,0 0-1 0 0,1-1 1 0 0,-1 1 0 0 0,1 0-1 0 0,-1 0 1 0 0,1-1-1 0 0,-1 1 1 0 0,0 0-1 0 0,1 0 1 0 0,-1 0-1 0 0,1-1 1 0 0,0 1-1 0 0,3 7-7 0 0,0 0 0 0 0,-1 0 0 0 0,1 1 0 0 0,-2-1 0 0 0,1 1 0 0 0,-1 0 0 0 0,0 0 1 0 0,-1-1-1 0 0,0 1 0 0 0,1 11 0 0 0,-1-3-21 0 0,1-1 0 0 0,1 0 0 0 0,9 27 1 0 0,-10-37 20 0 0,0 3-95 0 0,1-1 0 0 0,0 1 0 0 0,1-1 0 0 0,0 0 0 0 0,0 1 0 0 0,1-2 1 0 0,-1 1-1 0 0,1 0 0 0 0,7 6 0 0 0,-9-11-324 0 0,2-1-91 0 0,-1 0 279 0 0,0 0 1 0 0,0 0 0 0 0,0 0-1 0 0,1 0 1 0 0,-1-1 0 0 0,0 0 0 0 0,0 0-1 0 0,1 0 1 0 0,-1 0 0 0 0,0-1-1 0 0,0 0 1 0 0,1 0 0 0 0,3-1-1 0 0,-3-1-15 0 0,0 1 0 0 0,1-1-1 0 0,-1 0 1 0 0,0-1-1 0 0,-1 1 1 0 0,1-1-1 0 0,-1 0 1 0 0,1 0-1 0 0,-1 0 1 0 0,6-9-1 0 0,26-55 982 0 0,-34 63 76 0 0,-1 1-578 0 0,4-14 25 0 0,-4 14 1432 0 0,-3 7-1614 0 0,-7 15 284 0 0,18-13-442 0 0,-9-4 79 0 0,0-1-1 0 0,1 0 1 0 0,-1 1 0 0 0,1-1 0 0 0,-1 1 0 0 0,0-1-1 0 0,1 0 1 0 0,-1 0 0 0 0,1 1 0 0 0,-1-1-1 0 0,1 0 1 0 0,-1 0 0 0 0,1 1 0 0 0,-1-1 0 0 0,1 0-1 0 0,-1 0 1 0 0,1 0 0 0 0,0 0 0 0 0,-1 0 0 0 0,1 0-1 0 0,-1 0 1 0 0,1 0 0 0 0,-1 0 0 0 0,1 0-1 0 0,-1 0 1 0 0,1 0 0 0 0,-1 0 0 0 0,1 0 0 0 0,-1-1-1 0 0,1 1 1 0 0,-1 0 0 0 0,2-1 0 0 0,4-2-19 0 0,-2 1 0 0 0,1 0 0 0 0,-1-1 0 0 0,1 1 0 0 0,-1-1 0 0 0,0 0 0 0 0,7-7 1 0 0,-5 3-14 0 0,-1 0 1 0 0,1 0 0 0 0,-1-1 0 0 0,-1 0 0 0 0,1 0 0 0 0,5-17 0 0 0,-7 15 185 0 0,1-10-137 0 0,-3 15-14 0 0,-1-1 0 0 0,1 0-1 0 0,-1 0 1 0 0,0 0 0 0 0,0 0-1 0 0,-1 0 1 0 0,1 0 0 0 0,-1 0 0 0 0,-1 0-1 0 0,1 0 1 0 0,-1 0 0 0 0,0 1 0 0 0,-4-8-1 0 0,5 9-4 0 0,-1 1 14 0 0,2 3-17 0 0,-1 0 0 0 0,1-1 1 0 0,-1 1-1 0 0,1 0 0 0 0,-1 0 0 0 0,1 0 1 0 0,-1-1-1 0 0,1 1 0 0 0,0 0 0 0 0,-1 0 1 0 0,1-1-1 0 0,-1 1 0 0 0,1-1 0 0 0,0 1 0 0 0,-1 0 1 0 0,1-1-1 0 0,0 1 0 0 0,-1-1 0 0 0,1 1 1 0 0,0 0-1 0 0,0-1 0 0 0,-1 1 0 0 0,1-1 1 0 0,0 1-1 0 0,0-1 0 0 0,0 0 0 0 0,0 0 16 0 0,-1 1-1 0 0,1-1 1 0 0,0 1-1 0 0,0-1 1 0 0,0 1-1 0 0,0-1 1 0 0,-1 1-1 0 0,1-1 0 0 0,0 1 1 0 0,-1 0-1 0 0,1-1 1 0 0,0 1-1 0 0,-1-1 1 0 0,1 1-1 0 0,0 0 1 0 0,-1-1-1 0 0,1 1 1 0 0,-1 0-1 0 0,1-1 1 0 0,0 1-1 0 0,-1 0 1 0 0,1 0-1 0 0,-1-1 1 0 0,1 1-1 0 0,-1 0 1 0 0,0 0-1 0 0,-27 5 300 0 0,27-5-291 0 0,0 1-1 0 0,0-1 1 0 0,0 0-1 0 0,0 0 1 0 0,0 1-1 0 0,0-1 1 0 0,0 1-1 0 0,0-1 1 0 0,0 1-1 0 0,0-1 0 0 0,0 1 1 0 0,0-1-1 0 0,1 1 1 0 0,-1 0-1 0 0,0 0 1 0 0,0-1-1 0 0,1 1 1 0 0,-1 0-1 0 0,0 0 1 0 0,1 0-1 0 0,-1 0 1 0 0,0 1-1 0 0,0 0 51 0 0,-3 2-8 0 0,1 1 0 0 0,0 0 0 0 0,-1 0 1 0 0,1 0-1 0 0,1 0 0 0 0,-1 0 0 0 0,1 1 0 0 0,0-1 1 0 0,-2 7-1 0 0,3-7-41 0 0,0-1 21 0 0,-6 24 145 0 0,5-6-10 0 0,1 40 97 0 0,1-50-248 0 0,0-10-23 0 0,0 0 0 0 0,0 0 0 0 0,0 0 0 0 0,1 0 0 0 0,-1 0 0 0 0,0 0 0 0 0,1 0 0 0 0,-1-1 0 0 0,1 1 0 0 0,1 3 0 0 0,4 10 45 0 0,-4-10-20 0 0,-2-3-21 0 0,0 0 0 0 0,1 0 0 0 0,-1 0 0 0 0,1-1 0 0 0,-1 1 1 0 0,1 0-1 0 0,0 0 0 0 0,0-1 0 0 0,0 1 0 0 0,0-1 0 0 0,0 1 0 0 0,0-1 0 0 0,0 1 0 0 0,0-1 0 0 0,2 2 0 0 0,43 39-235 0 0,-36-34 0 0 0,-8-7 201 0 0,0 1 0 0 0,-1-1 0 0 0,1 0 0 0 0,0 0 0 0 0,0 0 0 0 0,-1 0 0 0 0,1 0 0 0 0,0 0-1 0 0,0 0 1 0 0,0-1 0 0 0,0 1 0 0 0,0-1 0 0 0,0 1 0 0 0,1-1 0 0 0,-1 0 0 0 0,2 0 0 0 0,57 3-1447 0 0,-50-4 1342 0 0,1 0 0 0 0,-1-1 0 0 0,0-1 0 0 0,0 0 0 0 0,0 0-1 0 0,0-1 1 0 0,0-1 0 0 0,-1 0 0 0 0,0 0 0 0 0,0-1 0 0 0,0 0 0 0 0,-1 0 0 0 0,0-1 0 0 0,13-13 0 0 0,-7 5 129 0 0,-2 0 0 0 0,0-1 1 0 0,-1 0-1 0 0,0-1 1 0 0,-1 0-1 0 0,16-37 1 0 0,-15 20 562 0 0,-2 0 1 0 0,-2 0-1 0 0,-1-1 1 0 0,4-52-1 0 0,-10 81-320 0 0,-1 1-38 0 0,1-16 2 0 0,-1 15 863 0 0,-3 9-843 0 0,0 1-184 0 0,-1-1 0 0 0,1 1 0 0 0,0 0 0 0 0,0 0 0 0 0,0 1 0 0 0,1-1 0 0 0,-1 1 0 0 0,1-1 0 0 0,0 1 0 0 0,0 0-1 0 0,1 0 1 0 0,0-1 0 0 0,0 1 0 0 0,-1 8 0 0 0,-1 1-23 0 0,-12 60-247 0 0,-9 130 1 0 0,23-169-520 0 0,2 22-5050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8.6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7 211 2212 0 0,'0'0'2656'0'0,"-2"-4"-1638"0"0,2 4-921 0 0,-1 0 0 0 0,1-1 1 0 0,-1 1-1 0 0,1-1 0 0 0,0 1 0 0 0,-1 0 0 0 0,1-1 1 0 0,0 1-1 0 0,0-1 0 0 0,-1 1 0 0 0,1-1 0 0 0,0 0 1 0 0,0 1-1 0 0,0-1 0 0 0,0 1 0 0 0,-1-1 1 0 0,1 1-1 0 0,0-1 0 0 0,0 1 0 0 0,0-1 0 0 0,0 1 1 0 0,0-1-1 0 0,1-1 0 0 0,14 1 2672 0 0,5 2-3379 0 0,43-4 474 0 0,-37 1-176 0 0,0-1 1 0 0,-1-1 0 0 0,0-2 0 0 0,0 0 0 0 0,39-17 0 0 0,-53 19-75 0 0,-1-1 1 0 0,0-1 0 0 0,0 1-1 0 0,0-2 1 0 0,0 1 0 0 0,-1-2-1 0 0,-1 1 1 0 0,1-1 0 0 0,-1 0 0 0 0,0-1-1 0 0,-1 0 1 0 0,0 0 0 0 0,0 0-1 0 0,5-13 1 0 0,-1-2-2170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9.0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135 101 2800 0 0,'-2'-6'854'0'0,"-2"-10"217"0"0,-1 0 1 0 0,-14-27 0 0 0,17 39-573 0 0,-6-3 132 0 0,8 7-602 0 0,0-1 1 0 0,0 1-1 0 0,0-1 0 0 0,0 1 0 0 0,0-1 1 0 0,-1 1-1 0 0,1 0 0 0 0,0-1 1 0 0,-1 1-1 0 0,1-1 0 0 0,0 1 1 0 0,0 0-1 0 0,-1-1 0 0 0,1 1 0 0 0,-1 0 1 0 0,1 0-1 0 0,0-1 0 0 0,-1 1 1 0 0,1 0-1 0 0,-1 0 0 0 0,1-1 0 0 0,0 1 1 0 0,-1 0-1 0 0,1 0 0 0 0,-1 0 1 0 0,1 0-1 0 0,-1 0 0 0 0,1 0 1 0 0,-1 0-1 0 0,1-1 0 0 0,-1 2 0 0 0,1-1 1 0 0,-1 0-1 0 0,1 0 0 0 0,-1 0 1 0 0,1 0-1 0 0,-1 0 0 0 0,-2 1-2 0 0,1-1 5 0 0,0 1 1 0 0,0-1-1 0 0,0 1 1 0 0,0 0-1 0 0,0 0 1 0 0,1 0 0 0 0,-1 0-1 0 0,0 0 1 0 0,0 0-1 0 0,1 0 1 0 0,-1 0-1 0 0,1 1 1 0 0,-1-1 0 0 0,1 0-1 0 0,0 1 1 0 0,0-1-1 0 0,-1 1 1 0 0,1 0-1 0 0,0-1 1 0 0,0 1 0 0 0,0 0-1 0 0,1 0 1 0 0,-2 2-1 0 0,-7 25 49 0 0,1 0 0 0 0,2 0 0 0 0,0 1 0 0 0,-1 38-1 0 0,1 124-166 0 0,7-125 274 0 0,11 36-8 0 0,-11-98-114 0 0,3-2-65 0 0,-4-1-9 0 0,1-1 1 0 0,1 1-1 0 0,-1-1 0 0 0,0 1 0 0 0,0-1 1 0 0,1 0-1 0 0,-1 0 0 0 0,0 0 1 0 0,1 0-1 0 0,2 2 0 0 0,0-4-5 0 0,-1 0 0 0 0,1 1 0 0 0,0-2 0 0 0,0 1 1 0 0,-1 0-1 0 0,1-1 0 0 0,-1 1 0 0 0,1-1 0 0 0,-1 0 0 0 0,0 0 0 0 0,0-1 0 0 0,1 1 0 0 0,2-4 0 0 0,40-41-195 0 0,-38 38 191 0 0,25-28-51 0 0,-30 34 52 0 0,0 0 8 0 0,10-9 2 0 0,-9 9-5 0 0,0 4-23 0 0,14 5 27 0 0,-14-5-3 0 0,4 23-16 0 0,-7-20 28 0 0,1 1 4 0 0,5 14 24 0 0,-5-14-56 0 0,1-1-62 0 0,9 13-72 0 0,-9-13-63 0 0,0-1-103 0 0,0-2 100 0 0,-1 1-93 0 0,1 0 0 0 0,-1 0 0 0 0,1 0 1 0 0,-1-1-1 0 0,1 1 0 0 0,0-1 0 0 0,0 0 0 0 0,0 0 1 0 0,0 0-1 0 0,0 0 0 0 0,0 0 0 0 0,0-1 0 0 0,0 1 1 0 0,0-1-1 0 0,0 0 0 0 0,0 0 0 0 0,4 0 0 0 0,24-6-2887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39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31 2000 0 0,'0'0'1140'0'0,"0"-5"-210"0"0,3-15-133 0 0,-3 15 2023 0 0,-26 10-2224 0 0,18 0-322 0 0,-4 15-46 0 0,1-1 0 0 0,2 1 1 0 0,0 1-1 0 0,0 0 0 0 0,2 0 1 0 0,-6 30-1 0 0,12-46-228 0 0,2 1 13 0 0,12 50-11 0 0,-11-51-26 0 0,2-2-47 0 0,10 12-7 0 0,-10-12-21 0 0,0-1-26 0 0,12 5 11 0 0,-11-6 15 0 0,-1-1 23 0 0,1-1 83 0 0,0 0 0 0 0,0 0 0 0 0,0 0 1 0 0,0 0-1 0 0,0-1 0 0 0,-1 0 0 0 0,1 0 0 0 0,-1 0 0 0 0,1-1 0 0 0,-1 0 0 0 0,0 1 0 0 0,0-1 0 0 0,6-6 1 0 0,-5 3 43 0 0,0 1 1 0 0,0-1 0 0 0,0 0 0 0 0,-1 0 0 0 0,0-1 0 0 0,0 0 0 0 0,-1 1 0 0 0,0-1-1 0 0,0 0 1 0 0,-1 0 0 0 0,1-1 0 0 0,-1 1 0 0 0,-1 0 0 0 0,0-1 0 0 0,0 0 0 0 0,0 1-1 0 0,-1-1 1 0 0,0 1 0 0 0,-1-1 0 0 0,-1-11 0 0 0,1 14-53 0 0,0 0-1 0 0,0 1 1 0 0,0-1-1 0 0,-1 0 1 0 0,0 1 0 0 0,0-1-1 0 0,0 1 1 0 0,0 0 0 0 0,-1-1-1 0 0,1 1 1 0 0,-1 1 0 0 0,0-1-1 0 0,-4-4 1 0 0,4 6-75 0 0,0 1 0 0 0,0-1 0 0 0,0 0 0 0 0,0 1 0 0 0,0 0 0 0 0,-1 0-1 0 0,1 0 1 0 0,0 0 0 0 0,-1 0 0 0 0,1 1 0 0 0,-1-1 0 0 0,1 1 0 0 0,-1 0 0 0 0,1 0 0 0 0,-1 0 0 0 0,1 0 0 0 0,0 1 0 0 0,-1 0 0 0 0,1-1 0 0 0,-4 3 0 0 0,-6 0-886 0 0,0 1 0 0 0,1 0 0 0 0,0 1 1 0 0,-19 10-1 0 0,5 0-3246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40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353 774 2640 0 0,'-3'-5'208'0'0,"0"1"1"0"0,-1-1-1 0 0,0 1 0 0 0,0 0 0 0 0,0 0 0 0 0,-1 0 1 0 0,1 0-1 0 0,-1 1 0 0 0,0 0 0 0 0,0 0 0 0 0,0 0 1 0 0,0 0-1 0 0,0 1 0 0 0,-1 0 0 0 0,1 0 0 0 0,-1 0 1 0 0,0 1-1 0 0,1 0 0 0 0,-1 0 0 0 0,0 1 0 0 0,0-1 0 0 0,1 1 1 0 0,-1 0-1 0 0,0 1 0 0 0,0-1 0 0 0,-9 3 0 0 0,7-2-130 0 0,5 0-36 0 0,0-1-1 0 0,0 1 1 0 0,-1-1-1 0 0,1 1 1 0 0,0 0-1 0 0,0 0 1 0 0,0 1-1 0 0,-5 2 1 0 0,-3 1 23 0 0,0 1 0 0 0,0 1 0 0 0,1 0 0 0 0,0 0 0 0 0,0 1 1 0 0,1 0-1 0 0,-1 1 0 0 0,2 0 0 0 0,-1 0 0 0 0,2 1 0 0 0,-1 0 0 0 0,1 0 1 0 0,1 1-1 0 0,0 0 0 0 0,-6 14 0 0 0,7-13-43 0 0,1 0 0 0 0,1 1 0 0 0,0-1 0 0 0,0 1 0 0 0,1 0 0 0 0,1 0 0 0 0,0 0 0 0 0,2 20 0 0 0,-1-27-37 0 0,11 11-57 0 0,-10-12 51 0 0,2-1-116 0 0,6 1-152 0 0,-8-5 261 0 0,-1 1-1 0 0,1-1 1 0 0,-1 0-1 0 0,1 1 1 0 0,0-1 0 0 0,-1 0-1 0 0,1 1 1 0 0,-1-1-1 0 0,1 0 1 0 0,0 1 0 0 0,-1-1-1 0 0,1 0 1 0 0,0 0-1 0 0,-1 0 1 0 0,1 0-1 0 0,0 0 1 0 0,-1 0 0 0 0,1 0-1 0 0,0 0 1 0 0,-1 0-1 0 0,1 0 1 0 0,0 0 0 0 0,-1 0-1 0 0,1 0 1 0 0,0-1-1 0 0,-1 1 1 0 0,1 0 0 0 0,-1 0-1 0 0,2-1 1 0 0,4 0-44 0 0,-4 1 48 0 0,-1 0 0 0 0,1-1 0 0 0,0 1 0 0 0,0 0 0 0 0,0-1 0 0 0,0 0-1 0 0,-1 1 1 0 0,1-1 0 0 0,0 0 0 0 0,-1 0 0 0 0,1 0 0 0 0,0 0 0 0 0,-1 0 0 0 0,1 0 0 0 0,1-2 0 0 0,11-10-46 0 0,0 1 0 0 0,0-2 0 0 0,-2 0 0 0 0,0 0 0 0 0,0-2 0 0 0,-1 1 0 0 0,-1-1 0 0 0,-1-1 0 0 0,0 1 0 0 0,-1-2 0 0 0,7-21 0 0 0,2-21 292 0 0,-2 0-1 0 0,-3-1 1 0 0,-2-1 0 0 0,1-75-1 0 0,-17-243 1367 0 0,-3 305-479 0 0,9 79-1005 0 0,-1 1 1 0 0,0-1-1 0 0,0 1 1 0 0,0-1-1 0 0,0 1 1 0 0,-3 4-1 0 0,-5 23 280 0 0,1 54 297 0 0,4 98 0 0 0,1-38-544 0 0,-25 176-2010 0 0,-4-107-4048 0 0,16-121 66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41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75 3216 0 0,'-101'8'6070'0'0,"96"-7"-4926"0"0,11-2-995 0 0,222-27 145 0 0,19-3-3806 0 0,-240 30 3254 0 0,4 0-655 0 0,-1-1 0 0 0,1 0-1 0 0,-1 0 1 0 0,11-5-1 0 0,0-2-1582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41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22 1124 0 0,'-4'-2'788'0'0,"-18"-12"438"0"0,4 8 3271 0 0,17 7-4335 0 0,0-1-141 0 0,0 1 1 0 0,0-1 0 0 0,0 1-1 0 0,1-1 1 0 0,-1 1 0 0 0,0 0 0 0 0,0-1-1 0 0,1 1 1 0 0,-1 0 0 0 0,0 0-1 0 0,1-1 1 0 0,-1 1 0 0 0,1 0-1 0 0,-1 0 1 0 0,1 0 0 0 0,-1 0 0 0 0,1 0-1 0 0,0-1 1 0 0,0 1 0 0 0,-1 0-1 0 0,1 2 1 0 0,26 33 456 0 0,-22-33-333 0 0,0-1-71 0 0,15 5 12 0 0,-14-6 263 0 0,2-1-217 0 0,19-1-10 0 0,-20 1 297 0 0,-1-1-324 0 0,14-1-45 0 0,-14 1 50 0 0,-7 6-185 0 0,0-1-1 0 0,-1 0 1 0 0,1 0 0 0 0,-1 0 0 0 0,0 0 0 0 0,0 0 0 0 0,0-1 0 0 0,-1 1 0 0 0,1-1 0 0 0,-1 0 0 0 0,-5 3 0 0 0,5-2-22 0 0,-75 63-4788 0 0,50-41 634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42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42 2524 0 0,'0'0'4157'0'0,"5"-1"-3837"0"0,60-2 493 0 0,406-22-843 0 0,-465 24-463 0 0,1 0-139 0 0,-1 1 318 0 0,7 0 165 0 0,3-4-3673 0 0,5-3 1488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42.5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242 32 1152 0 0,'0'0'2192'0'0,"-2"-3"-1693"0"0,1 3-442 0 0,0-3 342 0 0,-1 0-1 0 0,0 1 1 0 0,-1-1-1 0 0,1 1 1 0 0,0-1-1 0 0,-1 1 1 0 0,1 0-1 0 0,-1 0 1 0 0,0 0 0 0 0,-4-2-1 0 0,-13 19 560 0 0,23 7-585 0 0,-2-18-219 0 0,1 1 4 0 0,3 3-56 0 0,0-1 0 0 0,0 0 0 0 0,1 0 0 0 0,-1 0 0 0 0,2 0 0 0 0,-1-1 1 0 0,8 6-1 0 0,51 22 739 0 0,-61-32-716 0 0,0 0 50 0 0,13 6-108 0 0,-13-6-8 0 0,-2 1-36 0 0,8 14 19 0 0,-13-12-36 0 0,-9 8-200 0 0,0 0-1 0 0,-1-1 1 0 0,0-1 0 0 0,-1 0-1 0 0,0 0 1 0 0,-1-2 0 0 0,-19 11 0 0 0,-122 52-4903 0 0,133-63 3823 0 0,-21 10-2843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42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2592 0 0,'0'0'4540'0'0,"4"3"-4234"0"0,0 0-242 0 0,1 0 1 0 0,-1 0-1 0 0,1-1 0 0 0,0 0 1 0 0,0 0-1 0 0,0 0 1 0 0,0-1-1 0 0,0 0 0 0 0,0 0 1 0 0,9 1-1 0 0,101 6-162 0 0,1-5 0 0 0,159-17 0 0 0,-269 14-501 0 0,22-4-577 0 0,-22 3 583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43.2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261 1 1824 0 0,'0'0'5351'0'0,"-4"1"-4897"0"0,-20 4 1071 0 0,15 17-858 0 0,11-19-370 0 0,3 3-186 0 0,0 0 0 0 0,0-1 1 0 0,0 0-1 0 0,1 0 1 0 0,-1 0-1 0 0,1 0 1 0 0,0-1-1 0 0,9 4 1 0 0,58 27 290 0 0,-23-12-200 0 0,-46-21-157 0 0,0 1 28 0 0,11 10-60 0 0,-11-4-75 0 0,-3 14-184 0 0,-5-12 240 0 0,-12 10-95 0 0,-1 0 0 0 0,-1-1 0 0 0,0-2 0 0 0,-2 1 0 0 0,0-2-1 0 0,-34 22 1 0 0,-9 0-3058 0 0,-81 38-1 0 0,83-47-1315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1:45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27 2032 0 0,'0'0'1225'0'0,"-4"-2"-224"0"0,-11-1 732 0 0,15 4-1611 0 0,0 0-1 0 0,0-1 1 0 0,0 1 0 0 0,0 0-1 0 0,0-1 1 0 0,0 1-1 0 0,0-1 1 0 0,0 1-1 0 0,0 0 1 0 0,0-1-1 0 0,0 1 1 0 0,0-1-1 0 0,1 1 1 0 0,-1 0-1 0 0,0-1 1 0 0,0 1 0 0 0,1-1-1 0 0,-1 1 1 0 0,0-1-1 0 0,1 1 1 0 0,-1-1-1 0 0,1 1 1 0 0,1 3-86 0 0,22 1-12 0 0,-19-3-4 0 0,-1 0 0 0 0,1-1 1 0 0,-1 0-1 0 0,1 0 0 0 0,0-1 0 0 0,0 1 1 0 0,8-1-1 0 0,50-3 65 0 0,-46 3-128 0 0,3-3 23 0 0,0-2-10 0 0,70-17-106 0 0,-85 20 112 0 0,0 0 69 0 0,6-1-21 0 0,-1 0 1 0 0,1 0-1 0 0,0 1 0 0 0,-1 0 0 0 0,19 0 0 0 0,-24 3 25 0 0,-1 2 63 0 0,8 9-155 0 0,-7-7 10 0 0,0 1 0 0 0,0-1 0 0 0,1 0 1 0 0,0 0-1 0 0,0-1 0 0 0,0 1 0 0 0,0-1 0 0 0,1-1 0 0 0,0 1 0 0 0,-1-1 1 0 0,1 0-1 0 0,1-1 0 0 0,-1 0 0 0 0,0 0 0 0 0,13 2 0 0 0,6-5 157 0 0,0-2 0 0 0,-1 0 0 0 0,1-1 0 0 0,-1-2 0 0 0,47-16 0 0 0,-42 9 30 0 0,-24 10-93 0 0,0 0 0 0 0,0 1 0 0 0,1-1 0 0 0,-1 1-1 0 0,12-2 1 0 0,-13 5-63 0 0,12 5-12 0 0,-12-5 11 0 0,-4 0 1 0 0,1-1 0 0 0,-1 1 0 0 0,1 0 0 0 0,-1 0 0 0 0,0-1 0 0 0,1 1 0 0 0,-1 0-1 0 0,0 0 1 0 0,1 0 0 0 0,-1 0 0 0 0,0 0 0 0 0,1 2 0 0 0,-1-2-1 0 0,3 2-6 0 0,0 0-4 0 0,5 3 0 0 0,1 0 0 0 0,0-1 0 0 0,0 0 0 0 0,0 0 0 0 0,1-1 0 0 0,0 0 1 0 0,0-1-1 0 0,0 0 0 0 0,0-1 0 0 0,0 0 0 0 0,0-1 0 0 0,1 0 0 0 0,21-1 0 0 0,34-9 129 0 0,-9-4-52 0 0,6-5-29 0 0,-57 16-30 0 0,1-1-2 0 0,0 0-1 0 0,1 1 1 0 0,-1 0-1 0 0,1 0 1 0 0,-1 1-1 0 0,1 0 1 0 0,0 1-1 0 0,-1 0 1 0 0,1 0-1 0 0,9 2 1 0 0,-14-1-8 0 0,0 1 13 0 0,11 7-9 0 0,-11-7 1 0 0,1 0-12 0 0,14 7 18 0 0,-14-7-32 0 0,1 1-58 0 0,8 1 61 0 0,0 0 0 0 0,1-1 0 0 0,0 0 0 0 0,0-1 0 0 0,15-1 0 0 0,37-3 243 0 0,-35-2 88 0 0,-6-3-179 0 0,96-27 224 0 0,-117 33-341 0 0,-1 0 4 0 0,2-1 5 0 0,1 1 1 0 0,0 0 0 0 0,-1 1 0 0 0,12 0-1 0 0,-10 0 23 0 0,1 8-32 0 0,2 6-136 0 0,-6-10 99 0 0,0 0 1 0 0,0 0 0 0 0,0 0 0 0 0,1 0 0 0 0,0-1 0 0 0,0 0-1 0 0,-1 0 1 0 0,2-1 0 0 0,-1 0 0 0 0,7 2 0 0 0,14-1 55 0 0,0-1 0 0 0,0-2 0 0 0,0-1 1 0 0,0-1-1 0 0,0-1 0 0 0,-1-1 0 0 0,27-8 1 0 0,14-6-8 0 0,-46 12-11 0 0,-15 5-39 0 0,-1 0 38 0 0,15-2-13 0 0,-15 2 4 0 0,-1 2-48 0 0,33 17 149 0 0,-34-16-194 0 0,3 2 36 0 0,0 0-1 0 0,0 0 0 0 0,-1 0 1 0 0,11 11-1 0 0,-9-11 12 0 0,0 0 0 0 0,0 0 0 0 0,1-1 0 0 0,-1 0 1 0 0,1 0-1 0 0,0-1 0 0 0,0 0 0 0 0,0 0 0 0 0,0-1 0 0 0,0 0 0 0 0,1 0 0 0 0,-1-1 1 0 0,0 0-1 0 0,0 0 0 0 0,15-3 0 0 0,-10 2 78 0 0,0-1 1 0 0,-1 0 0 0 0,0 0-1 0 0,1-1 1 0 0,-1-1-1 0 0,0 0 1 0 0,13-7-1 0 0,6-2 2 0 0,1-2 149 0 0,-22 10-154 0 0,0 0 0 0 0,0 0 0 0 0,0 1 0 0 0,1 1 0 0 0,14-4 0 0 0,1 11-92 0 0,-21-3 66 0 0,-2 2-9 0 0,10 8-46 0 0,-10-8-8 0 0,0 0 4 0 0,1 3-3 0 0,-1-2 37 0 0,0 0 0 0 0,0 0 0 0 0,0-1 0 0 0,1 1 0 0 0,-1-1 1 0 0,9 6-1 0 0,-8-5 22 0 0,1-1 0 0 0,0 0 0 0 0,0 0 0 0 0,0-1 0 0 0,0 1 0 0 0,1-1 0 0 0,-1 0 0 0 0,0-1 0 0 0,1 1 0 0 0,10 0 0 0 0,-8-1 12 0 0,2 1-12 0 0,-1 0 0 0 0,1-1 1 0 0,0-1-1 0 0,-1 1 0 0 0,16-3 1 0 0,-19 2-2 0 0,22 0-1 0 0,7-6 130 0 0,109-32 119 0 0,-139 36-207 0 0,14-4 56 0 0,-15 4-82 0 0,1 0 80 0 0,-1 1-71 0 0,13-5-20 0 0,-13 5 72 0 0,0 2-123 0 0,23 9-42 0 0,-15-5 70 0 0,1 0 1 0 0,-1-2-1 0 0,1 1 0 0 0,0-2 0 0 0,0 1 0 0 0,15-1 0 0 0,22-1 37 0 0,195-29 208 0 0,-239 27-392 0 0,-1-1-282 0 0,0 0 72 0 0,6-1 97 0 0,0 1-4430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44.9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923 91 2976 0 0,'0'0'2241'0'0,"-2"-3"-1365"0"0,-18-28 2483 0 0,17 28-2231 0 0,2 2-1123 0 0,-1 0 1 0 0,0 0-1 0 0,0 1 1 0 0,1-1-1 0 0,-1 0 1 0 0,0 1-1 0 0,0-1 1 0 0,0 1-1 0 0,0 0 1 0 0,-2-1-1 0 0,0 0 61 0 0,-1 1-40 0 0,-63 14 141 0 0,24-4 1 0 0,12-2-17 0 0,0 1-1 0 0,1 1 1 0 0,-34 17-1 0 0,43-17-77 0 0,-39 23 0 0 0,-93 57 462 0 0,150-88-499 0 0,3-2-36 0 0,-1 1 0 0 0,1-1 1 0 0,-1 0-1 0 0,1 1 1 0 0,-1-1-1 0 0,1 1 0 0 0,-1 0 1 0 0,1-1-1 0 0,0 1 0 0 0,-1 0 1 0 0,1 0-1 0 0,-2 1 0 0 0,0 0 0 0 0,-2 1 47 0 0,1-1-3 0 0,-33 28 143 0 0,33-27-153 0 0,2 0-11 0 0,-10 9-7 0 0,-6 6 16 0 0,15-15-4 0 0,-2 2-10 0 0,0 1 1 0 0,0-1 0 0 0,1 1-1 0 0,-6 10 1 0 0,7-12 125 0 0,2-4-145 0 0,1 0 0 0 0,0 0 1 0 0,-1 1-1 0 0,1-1 0 0 0,-1 0 0 0 0,1 1 1 0 0,-1-1-1 0 0,1 0 0 0 0,0 1 0 0 0,-1-1 1 0 0,1 0-1 0 0,0 1 0 0 0,-1-1 0 0 0,1 0 1 0 0,0 1-1 0 0,-1-1 0 0 0,1 1 0 0 0,0-1 1 0 0,0 1-1 0 0,0-1 0 0 0,-1 1 0 0 0,1-1 1 0 0,0 1-1 0 0,0-1 0 0 0,0 2 0 0 0,0-2 1 0 0,0 1 0 0 0,0-1 0 0 0,0 1-1 0 0,0-1 1 0 0,-1 1 0 0 0,1-1 0 0 0,0 1-1 0 0,0-1 1 0 0,0 1 0 0 0,-1-1 0 0 0,1 1-1 0 0,0-1 1 0 0,0 0 0 0 0,-1 1 0 0 0,1-1-1 0 0,0 1 1 0 0,-1-1 0 0 0,1 0 0 0 0,0 1-1 0 0,-1-1 1 0 0,1 0 0 0 0,-1 0 0 0 0,1 1-1 0 0,-1-1 1 0 0,0 1 0 0 0,-9 15-27 0 0,5-9 23 0 0,-3 5-10 0 0,-15 28 21 0 0,21-37-8 0 0,-9 17 36 0 0,9-17-21 0 0,-26 62 49 0 0,26-61-81 0 0,0-1 7 0 0,-5 13 28 0 0,6-12-1 0 0,-1 0-18 0 0,-4 11 7 0 0,5-11 20 0 0,-1 1-24 0 0,-7 14-6 0 0,7-14 19 0 0,1-2-18 0 0,-5 12 1 0 0,-4 12-5 0 0,8-22 2 0 0,0-1 9 0 0,-34 87 19 0 0,35-86 3 0 0,-1 0-16 0 0,-2 15-6 0 0,3-15 15 0 0,-1 0 2 0 0,-5 48 5 0 0,7-48-27 0 0,0 0 9 0 0,0 18 9 0 0,0-18-19 0 0,0 1 3 0 0,3 16 8 0 0,-3-16 10 0 0,1-1-4 0 0,1 19-2 0 0,-1-18-14 0 0,0-2 5 0 0,2 12 0 0 0,-2-11-11 0 0,0-1 14 0 0,4 15 8 0 0,0-4-17 0 0,0 0 0 0 0,1 0 0 0 0,9 16 0 0 0,-13-27 5 0 0,1 0 11 0 0,9 13 4 0 0,1-1 1 0 0,0 0 0 0 0,2-1-1 0 0,0 0 1 0 0,0-1-1 0 0,1-1 1 0 0,21 13 0 0 0,129 69 60 0 0,-121-72-112 0 0,29 13-40 0 0,-65-32 157 0 0,65 20 33 0 0,3-3-85 0 0,-72-20-16 0 0,1 0-17 0 0,99 13 85 0 0,-48-11-27 0 0,125 0-13 0 0,-177-3-50 0 0,3 0 3 0 0,21 0 4 0 0,-21 0 24 0 0,-1 0-13 0 0,69-1 70 0 0,-69 1-83 0 0,1 0 17 0 0,59-5 46 0 0,-62 5-41 0 0,3 0-8 0 0,23 0 6 0 0,13-2 24 0 0,-36 2-10 0 0,-1 0-7 0 0,20 0-5 0 0,-20 0 10 0 0,-1 0 6 0 0,20-1-16 0 0,-19 0-52 0 0,-1 2 77 0 0,53 3 99 0 0,-53-4-92 0 0,0 1-10 0 0,53 5 139 0 0,313-6 1321 0 0,-337-3-1489 0 0,-29 3-6 0 0,1 0 12 0 0,22-2 5 0 0,-22 2-9 0 0,0 0 0 0 0,20-3-2 0 0,-20 3 4 0 0,-1 0-5 0 0,87-8-33 0 0,-59 4-9 0 0,29-6-71 0 0,117-35-1 0 0,-157 38 108 0 0,-11 4-2 0 0,0-1 0 0 0,-1 0 1 0 0,0 0-1 0 0,0-1 0 0 0,0-1 0 0 0,14-10 1 0 0,-12 7 5 0 0,114-84-106 0 0,-51 34 164 0 0,-27 19-4 0 0,-41 34-59 0 0,1 0 0 0 0,-1-1 0 0 0,-1 0 0 0 0,1 0 0 0 0,-1-1 0 0 0,0 0 0 0 0,7-12 0 0 0,-3 3 41 0 0,25-36 48 0 0,56-99 158 0 0,-85 141-216 0 0,-1-1 0 0 0,0 1 0 0 0,0-1 0 0 0,-2-1 1 0 0,1 1-1 0 0,-2-1 0 0 0,0 0 0 0 0,0 0 0 0 0,1-16 0 0 0,-3 2 68 0 0,-1-1 0 0 0,-1 0 0 0 0,-1 0 0 0 0,-2 0 0 0 0,-1 1 0 0 0,-10-37 0 0 0,9 42-58 0 0,0 5-7 0 0,1 3 16 0 0,-23-45 128 0 0,19 43-136 0 0,0 0 0 0 0,-2 1 1 0 0,1 0-1 0 0,-2 0 0 0 0,-14-14 0 0 0,-47-32 155 0 0,41 39-184 0 0,0 2 0 0 0,-1 0 0 0 0,-67-26 0 0 0,-97-20 72 0 0,183 63-86 0 0,-65-17-58 0 0,20 9 134 0 0,25 5-80 0 0,-41-3-1 0 0,-276 8 18 0 0,146 6-11 0 0,115 1-51 0 0,85-5 44 0 0,-2-1 6 0 0,-94 4-1 0 0,95-3-18 0 0,0-1-5 0 0,-19 1 22 0 0,14 0 11 0 0,-11 1 1 0 0,-1-1 12 0 0,10 0-33 0 0,0 1 0 0 0,0 0-1 0 0,1 1 1 0 0,-20 7 0 0 0,-25 2-15 0 0,52-11 26 0 0,-1 1-17 0 0,-15 3 10 0 0,16-3 24 0 0,0-1-29 0 0,-43 10 28 0 0,44-10 12 0 0,-1 0-59 0 0,-14 5-1 0 0,14-5 6 0 0,1 0 49 0 0,-41 12-23 0 0,41-12-11 0 0,-1 0 1 0 0,-12 4-4 0 0,12-4 23 0 0,1 1-29 0 0,-14 4 27 0 0,14-4 155 0 0,-1 0-160 0 0,-10 3-368 0 0,0 2 1 0 0,1 0-1 0 0,1 0 1 0 0,-22 16-1 0 0,-52 46-6094 0 0,50-39 2320 0 0,5-5-2283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45.9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 46 5052 0 0,'-32'-45'8335'0'0,"17"56"-7465"0"0,12-2-529 0 0,3 27-67 0 0,2 1 0 0 0,1-1 1 0 0,2 0-1 0 0,18 65 0 0 0,-10-56-315 0 0,2 1-1 0 0,3-2 1 0 0,30 57-1 0 0,0-33-4237 0 0,-45-65 2661 0 0,1-1-180 0 0,13 6-1166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46.5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27 338 3884 0 0,'-3'-4'220'0'0,"0"0"-1"0"0,0 0 0 0 0,1 0 0 0 0,-1 0 0 0 0,1-1 1 0 0,0 1-1 0 0,0-1 0 0 0,1 1 0 0 0,-1-1 0 0 0,1 0 0 0 0,0 0 1 0 0,1 0-1 0 0,-1 0 0 0 0,1 0 0 0 0,0 1 0 0 0,0-1 1 0 0,0 0-1 0 0,0 0 0 0 0,1 0 0 0 0,2-7 0 0 0,4-1-122 0 0,1 0-1 0 0,0 1 1 0 0,0 0-1 0 0,1 1 0 0 0,1 0 1 0 0,0 0-1 0 0,1 1 0 0 0,0 0 1 0 0,0 1-1 0 0,1 0 1 0 0,0 1-1 0 0,24-12 0 0 0,-3 3-52 0 0,0 2-1 0 0,1 1 1 0 0,0 2 0 0 0,40-9-1 0 0,-65 19-44 0 0,0 1 0 0 0,1 0-1 0 0,0 0 1 0 0,-1 1 0 0 0,18 2-1 0 0,-26-2 2 0 0,0 0 0 0 0,0 0-1 0 0,0 0 1 0 0,0 0 0 0 0,0 0-1 0 0,0 0 1 0 0,0 1 0 0 0,0-1 0 0 0,0 0-1 0 0,0 1 1 0 0,0-1 0 0 0,0 1-1 0 0,0-1 1 0 0,0 1 0 0 0,-1-1 0 0 0,1 1-1 0 0,0 0 1 0 0,1 1 0 0 0,0 0 3 0 0,2 0 24 0 0,1 12 50 0 0,-5-13-70 0 0,1 0 0 0 0,-1 0 0 0 0,1 0 0 0 0,-1 0-1 0 0,1-1 1 0 0,-1 1 0 0 0,0 0 0 0 0,1 0 0 0 0,-1 0-1 0 0,0 0 1 0 0,0 0 0 0 0,0 0 0 0 0,0 0 0 0 0,0 0-1 0 0,0 0 1 0 0,0 0 0 0 0,0 0 0 0 0,0 0 0 0 0,0 0-1 0 0,0 0 1 0 0,-1 0 0 0 0,1 0 0 0 0,0 0-1 0 0,-1 1 1 0 0,-6 18 169 0 0,-1-1 0 0 0,0 0-1 0 0,-1-1 1 0 0,-19 28 0 0 0,-57 71 840 0 0,21-31-332 0 0,61-82-632 0 0,3-3-49 0 0,0-1 0 0 0,0 1 0 0 0,0-1 0 0 0,0 1 0 0 0,0 0 0 0 0,0-1-1 0 0,0 1 1 0 0,-1-1 0 0 0,1 1 0 0 0,0-1 0 0 0,0 1 0 0 0,-1-1 0 0 0,1 1 0 0 0,0-1 0 0 0,-1 1 0 0 0,1-1-1 0 0,0 1 1 0 0,-1-1 0 0 0,1 0 0 0 0,-1 1 0 0 0,1-1 0 0 0,-1 1 0 0 0,0-1 0 0 0,1 1 0 0 0,0-1 1 0 0,-1 0-1 0 0,1 1 0 0 0,-1-1 1 0 0,1 0-1 0 0,0 1 0 0 0,-1-1 1 0 0,1 1-1 0 0,0-1 0 0 0,-1 1 1 0 0,1-1-1 0 0,0 1 0 0 0,0-1 0 0 0,-1 1 1 0 0,1-1-1 0 0,0 1 0 0 0,0 0 1 0 0,0-1-1 0 0,0 1 0 0 0,0-1 1 0 0,0 2-1 0 0,17 14-11 0 0,-12-17 31 0 0,17-6-94 0 0,141-35 181 0 0,-152 40-96 0 0,12 1 6 0 0,-8 3 7 0 0,-9-1-15 0 0,0-1 0 0 0,0 1 0 0 0,-1 0 0 0 0,1 1 0 0 0,0-1 0 0 0,0 1 0 0 0,-1 0 0 0 0,0 1 1 0 0,1-1-1 0 0,-1 1 0 0 0,0 0 0 0 0,0 0 0 0 0,0 1 0 0 0,-1-1 0 0 0,1 1 0 0 0,-1 0 0 0 0,0 1 0 0 0,0-1 0 0 0,4 6 0 0 0,-2-3 46 0 0,-5-5-49 0 0,1-1-1 0 0,-1 1 1 0 0,0 0-1 0 0,0-1 1 0 0,0 1-1 0 0,1 0 1 0 0,-2 0-1 0 0,1 0 1 0 0,0 0-1 0 0,0 0 1 0 0,-1 0-1 0 0,1 0 1 0 0,-1 0-1 0 0,1 4 1 0 0,0-1 38 0 0,5 55 209 0 0,-7-49-225 0 0,0 0 1 0 0,0 0-1 0 0,-1 0 0 0 0,-1 0 0 0 0,0-1 0 0 0,0 1 0 0 0,-1-1 0 0 0,0 0 0 0 0,-1 0 0 0 0,0 0 1 0 0,-1 0-1 0 0,0-1 0 0 0,0 0 0 0 0,-1 0 0 0 0,0-1 0 0 0,-10 9 0 0 0,0-1 5 0 0,0-1 0 0 0,-1-1-1 0 0,-1-1 1 0 0,0 0 0 0 0,-1-2-1 0 0,-31 14 1 0 0,42-20-66 0 0,-1-1-1 0 0,0-1 1 0 0,0 0 0 0 0,0 0 0 0 0,-1-1-1 0 0,1 0 1 0 0,-1 0 0 0 0,1-2 0 0 0,-13 1-1 0 0,18-2-76 0 0,0 1 0 0 0,0-1-1 0 0,0 0 1 0 0,0-1 0 0 0,0 1-1 0 0,0-1 1 0 0,1 0 0 0 0,-1 0 0 0 0,1-1-1 0 0,-1 1 1 0 0,1-1 0 0 0,0 0-1 0 0,0 0 1 0 0,0-1 0 0 0,0 1-1 0 0,1-1 1 0 0,-1 1 0 0 0,1-1-1 0 0,-5-8 1 0 0,2 4-293 0 0,1 0 0 0 0,1 0 0 0 0,-1 0 0 0 0,1 0 0 0 0,1-1 0 0 0,0 1 0 0 0,0-1 0 0 0,1 0 0 0 0,0 0 0 0 0,0 0 0 0 0,1 0 0 0 0,0-1 0 0 0,0 1 0 0 0,2-13 0 0 0,4-20-1873 0 0,2 9-1585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47.0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60 184 3348 0 0,'0'0'7564'0'0,"3"-2"-7388"0"0,34-20 288 0 0,-33 19-404 0 0,-2-1 0 0 0,4-7-5 0 0,0-1-1 0 0,-1 0 0 0 0,5-22 1 0 0,-9 29-53 0 0,-2-1 4 0 0,-4-18 7 0 0,4 19 17 0 0,-1 0 32 0 0,0 0-56 0 0,0-1-3 0 0,-19-17-59 0 0,18 20 46 0 0,-2 3 8 0 0,-17-1 9 0 0,17 0 17 0 0,0 5 24 0 0,0 1-39 0 0,0 0-1 0 0,0 0 1 0 0,0 0-1 0 0,0 1 1 0 0,1 0-1 0 0,0 0 1 0 0,0 0-1 0 0,1 0 1 0 0,0 1-1 0 0,0-1 1 0 0,-3 9-1 0 0,4-3 7 0 0,-1 0 1 0 0,2 0-1 0 0,0 0 0 0 0,0 0 1 0 0,1 0-1 0 0,0 0 0 0 0,1 0 1 0 0,3 12-1 0 0,-3-20-12 0 0,1-1 0 0 0,-1 0-1 0 0,1 0 1 0 0,0 0 0 0 0,0 0-1 0 0,0 0 1 0 0,0 0 0 0 0,0 0-1 0 0,1 0 1 0 0,-1-1 0 0 0,1 1-1 0 0,0-1 1 0 0,3 3 0 0 0,-3-3-12 0 0,1 0-47 0 0,0 1-1 0 0,0-1 0 0 0,0-1 0 0 0,0 1 0 0 0,0-1 0 0 0,0 1 0 0 0,1-1 0 0 0,-1-1 0 0 0,0 1 0 0 0,0 0 0 0 0,1-1 0 0 0,5 0 0 0 0,-6 0 5 0 0,10-1-329 0 0,-1 0 0 0 0,0-1 0 0 0,0 0-1 0 0,1-1 1 0 0,-2 0 0 0 0,1-1 0 0 0,0-1-1 0 0,-1 0 1 0 0,0-1 0 0 0,22-13 0 0 0,-18 9-101 0 0,-8 5 114 0 0,0 1 0 0 0,-1-1 1 0 0,0-1-1 0 0,0 1 0 0 0,0-1 0 0 0,-1-1 0 0 0,0 1 1 0 0,0-1-1 0 0,8-11 0 0 0,-1-4-789 0 0,-10 16-793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47.4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64 2620 0 0,'0'0'605'0'0,"-1"-6"38"0"0,-1-2-367 0 0,0 0 0 0 0,-1 0 0 0 0,1 0 0 0 0,-6-8 0 0 0,6 12 305 0 0,-2 2-316 0 0,1 1-161 0 0,0 0-1 0 0,1 1 1 0 0,-1-1-1 0 0,0 1 1 0 0,0-1 0 0 0,-1 1-1 0 0,1 0 1 0 0,0 0 0 0 0,0 0-1 0 0,0 1 1 0 0,0-1 0 0 0,-4 2-1 0 0,3-1 186 0 0,0 1-194 0 0,1 0-1 0 0,-1 0 1 0 0,1 0 0 0 0,0 0-1 0 0,0 1 1 0 0,0-1 0 0 0,0 1-1 0 0,0 0 1 0 0,-4 6 0 0 0,6-8-69 0 0,-2 2 154 0 0,-7 18 413 0 0,13 4-329 0 0,-3-20-194 0 0,2-4-64 0 0,0 0 0 0 0,-1 0 0 0 0,1 1 0 0 0,-1-1 0 0 0,0 0 0 0 0,1 1 0 0 0,-1-1 1 0 0,0 1-1 0 0,0-1 0 0 0,2 3 0 0 0,4 3 10 0 0,1-1 1 0 0,0 0-1 0 0,0-1 1 0 0,0 1-1 0 0,1-1 1 0 0,13 5-1 0 0,57 19 35 0 0,-47-18-61 0 0,-27-9 117 0 0,-1 0 64 0 0,38 20 810 0 0,-38-20-469 0 0,-3 2-414 0 0,4 13 5 0 0,-4-13 75 0 0,-15 16-84 0 0,10-17-136 0 0,-9 8-90 0 0,10-8-86 0 0,-1-2-73 0 0,-11 5-60 0 0,11-5-49 0 0,-1-2-1586 0 0,-17-5 979 0 0,17 5-343 0 0,3-3-1037 0 0,-10-15-1686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47.7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61 2548 0 0,'0'-5'1482'0'0,"3"-45"3336"0"0,-3 45-3167 0 0,1 11-1308 0 0,4 45-70 0 0,3-1 0 0 0,3 1 0 0 0,1-2 0 0 0,3 0 0 0 0,1 0 0 0 0,39 76 0 0 0,-17-63-267 0 0,-20-41-467 0 0,-15-17 20 0 0,-2-4 355 0 0,0 0 0 0 0,1 0 0 0 0,-1 1 0 0 0,0-1 0 0 0,1 1-1 0 0,-1-1 1 0 0,0 1 0 0 0,1 0 0 0 0,-1 0 0 0 0,0-1 0 0 0,0 1 0 0 0,2 2 0 0 0,-1-1-152 0 0,3 0-886 0 0,28-4-8212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47.9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25 282 3492 0 0,'0'0'1479'0'0,"-4"-1"-198"0"0,0-1-828 0 0,-4-1-96 0 0,0 2 3233 0 0,8-4-3297 0 0,2-15-64 0 0,3 12-50 0 0,130-108-1111 0 0,-41 39-3038 0 0,-66 53 1597 0 0,-1-1-1665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49.7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19 2988 0 0,'0'0'3261'0'0,"-1"-5"-1924"0"0,0-8 4456 0 0,13 35-4725 0 0,17 42-1350 0 0,42 102 635 0 0,-57-137-741 0 0,2 0 1 0 0,1 0 0 0 0,27 33 0 0 0,-28-49-819 0 0,-13-11 941 0 0,1 0-706 0 0,3-3-1993 0 0,20 0 195 0 0,-20 1-1985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50.1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220 0 2448 0 0,'-4'2'1131'0'0,"-3"0"-856"0"0,1 0 0 0 0,0 1 0 0 0,0 0 0 0 0,1 0 0 0 0,-1 1 0 0 0,0-1 0 0 0,1 1 0 0 0,0 0 0 0 0,0 1 0 0 0,0-1 0 0 0,-5 8 0 0 0,-3 5-93 0 0,1 1 0 0 0,-12 23 0 0 0,7-11 296 0 0,-39 73 249 0 0,53-98-670 0 0,1 0-6 0 0,-2 4-29 0 0,-8 19 116 0 0,11-23-90 0 0,9-15-61 0 0,-6 7 26 0 0,0-1-6 0 0,-2 3-8 0 0,17-28-59 0 0,-17 28 64 0 0,1 0 1 0 0,0-1 0 0 0,-1 1 0 0 0,1 0-1 0 0,0 0 1 0 0,0 0 0 0 0,0-1 0 0 0,0 1 0 0 0,0 0-1 0 0,0 0 1 0 0,0 1 0 0 0,0-1 0 0 0,1 0-1 0 0,-1 0 1 0 0,0 0 0 0 0,0 1 0 0 0,1-1 0 0 0,-1 1-1 0 0,0-1 1 0 0,1 1 0 0 0,-1 0 0 0 0,1-1-1 0 0,1 1 1 0 0,7 4 20 0 0,0 0 1 0 0,-1 1-1 0 0,1 0 0 0 0,-1 0 0 0 0,-1 1 1 0 0,1 1-1 0 0,11 10 0 0 0,-6-5-45 0 0,0-1 1 0 0,0-1-1 0 0,29 15 1 0 0,38 2-1050 0 0,-76-26 540 0 0,2-2-198 0 0,60-11-3040 0 0,-61 10 769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50.4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1 157 3616 0 0,'0'0'4871'0'0,"2"-3"-4735"0"0,8-12-413 0 0,1 1 0 0 0,1 1 0 0 0,0 0 0 0 0,1 0 0 0 0,1 2 0 0 0,18-14 0 0 0,9-9-3534 0 0,-23 19 978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50.7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70 2212 0 0,'0'0'3971'0'0,"3"5"-3484"0"0,67 129 1815 0 0,-35-63-1634 0 0,-2-10-273 0 0,-9-22 170 0 0,-22-35-91 0 0,4 1-110 0 0,-6-4-334 0 0,0-1 0 0 0,0 0 0 0 0,1 1 0 0 0,-1-1 0 0 0,0 1-1 0 0,0-1 1 0 0,0 0 0 0 0,1 1 0 0 0,-1-1 0 0 0,0 0 0 0 0,1 1 0 0 0,-1-1 0 0 0,0 0 0 0 0,1 0-1 0 0,-1 1 1 0 0,0-1 0 0 0,1 0 0 0 0,-1 0 0 0 0,1 1 0 0 0,-1-1 0 0 0,0 0 0 0 0,1 0-1 0 0,-1 0 1 0 0,1 0 0 0 0,-1 0 0 0 0,1 0 0 0 0,-1 0 0 0 0,0 0 0 0 0,1 0 0 0 0,-1 0 0 0 0,1 0-1 0 0,-1 0 1 0 0,1 0 0 0 0,-1 0 0 0 0,0 0 0 0 0,1 0 0 0 0,2-4 4 0 0,0 1 0 0 0,0-1 1 0 0,-1 0-1 0 0,1 0 0 0 0,-1 0 1 0 0,0 0-1 0 0,0 0 0 0 0,-1-1 1 0 0,1 1-1 0 0,-1-1 0 0 0,0 1 1 0 0,0-1-1 0 0,0-5 0 0 0,1-73 16 0 0,-2 59-169 0 0,0-25-217 0 0,-2-93-3389 0 0,2 137 2743 0 0,2 0-1268 0 0,2-14 162 0 0,-3 14-1446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51.3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137 89 2608 0 0,'0'-26'1496'0'0,"0"20"-287"0"0,-1 3-282 0 0,-4-13-205 0 0,4 12-151 0 0,-4-3 87 0 0,5 6-612 0 0,0 0 1 0 0,0 1-1 0 0,0-1 1 0 0,-1 0-1 0 0,1 0 1 0 0,0 0-1 0 0,-1 0 1 0 0,1 0-1 0 0,-1 1 1 0 0,1-1 0 0 0,-1 0-1 0 0,1 0 1 0 0,-1 1-1 0 0,0-1 1 0 0,1 0-1 0 0,-1 1 1 0 0,0-1-1 0 0,0 0 1 0 0,-15-8 97 0 0,12 7 253 0 0,-2 2-309 0 0,-25 3 50 0 0,29-2-127 0 0,1 0 1 0 0,-1-1-1 0 0,1 1 0 0 0,-1 0 0 0 0,1 0 0 0 0,-1 0 0 0 0,1 0 0 0 0,0 1 1 0 0,-1-1-1 0 0,1 0 0 0 0,-2 3 0 0 0,3-4 0 0 0,-4 5 2 0 0,0-1-1 0 0,0 1 1 0 0,1 0 0 0 0,0 0 0 0 0,0 0-1 0 0,0 1 1 0 0,1-1 0 0 0,-1 0 0 0 0,1 1-1 0 0,1 0 1 0 0,-1-1 0 0 0,1 1 0 0 0,0 0-1 0 0,0 0 1 0 0,0 9 0 0 0,0-5 13 0 0,0-5 6 0 0,1 2 1 0 0,2 44-5 0 0,-1-45-25 0 0,0-2 4 0 0,-1-3-7 0 0,1-1 1 0 0,-1 1-1 0 0,1-1 1 0 0,-1 1-1 0 0,1 0 1 0 0,-1-1-1 0 0,0 1 1 0 0,1-1-1 0 0,-1 1 1 0 0,0 0-1 0 0,0-1 1 0 0,1 1-1 0 0,-1-1 1 0 0,0 1-1 0 0,0 0 1 0 0,0-1-1 0 0,0 1 1 0 0,0 0-1 0 0,0-1 1 0 0,0 1-1 0 0,0 0 1 0 0,0 1-1 0 0,0-1 0 0 0,0 1 0 0 0,-1-1 0 0 0,2 1 0 0 0,-1-1 0 0 0,0 1 0 0 0,0-1 0 0 0,0 1 0 0 0,1-1 0 0 0,-1 1 0 0 0,1-1-1 0 0,-1 1 1 0 0,2 1 0 0 0,0 2 19 0 0,1-1 0 0 0,0 0 0 0 0,1 0 0 0 0,-1 0 0 0 0,7 6 0 0 0,-7-8 126 0 0,2-3-74 0 0,15-3 8 0 0,-15 3 44 0 0,10-14 201 0 0,-12 11-212 0 0,0 0-10 0 0,6-15 8 0 0,-7 14-14 0 0,0-1-1 0 0,2-17 32 0 0,-2 17-41 0 0,-2 0-6 0 0,1-17 22 0 0,-1 17 5 0 0,0 1 14 0 0,0-18 21 0 0,0 18 173 0 0,0 3-303 0 0,-1 0 1 0 0,1 0-1 0 0,-1 0 0 0 0,1 0 0 0 0,0 0 0 0 0,0 0 0 0 0,0 0 1 0 0,0 0-1 0 0,0 0 0 0 0,1-3 0 0 0,-1 0 315 0 0,0 6-321 0 0,0 1-1 0 0,1-1 1 0 0,-1 0 0 0 0,1 1-1 0 0,-1-1 1 0 0,1 0 0 0 0,-1 1-1 0 0,1-1 1 0 0,0 0 0 0 0,0 0-1 0 0,0 1 1 0 0,2 1 0 0 0,-2-1 5 0 0,2 2 27 0 0,0 0-3 0 0,6 7-21 0 0,0 0 0 0 0,1 0 1 0 0,1-1-1 0 0,18 14 0 0 0,-26-22-9 0 0,-2-2-7 0 0,0 0 0 0 0,-1 0-1 0 0,1 0 1 0 0,0 0 0 0 0,-1 0 0 0 0,1 0 0 0 0,0 0-1 0 0,-1 0 1 0 0,1 1 0 0 0,0-1 0 0 0,-1 0 0 0 0,1 0-1 0 0,-1 1 1 0 0,1-1 0 0 0,0 0 0 0 0,-1 1 0 0 0,1-1 0 0 0,-1 1-1 0 0,1-1 1 0 0,-1 0 0 0 0,1 1 0 0 0,0 0-6 0 0,0 0 0 0 0,-1-1 0 0 0,1 1 0 0 0,0 0 0 0 0,0-1-1 0 0,0 1 1 0 0,0-1 0 0 0,-1 0 0 0 0,1 1 0 0 0,0-1 0 0 0,0 0 0 0 0,0 1 0 0 0,0-1 0 0 0,0 0 0 0 0,0 0 0 0 0,0 0 0 0 0,0 0 0 0 0,0 0 0 0 0,0 0 0 0 0,0 0 0 0 0,0 0 0 0 0,1 0 0 0 0,6-1-261 0 0,0 0 0 0 0,0 0 0 0 0,-1 0 0 0 0,1-1 0 0 0,0 0 1 0 0,-1-1-1 0 0,0 0 0 0 0,1 0 0 0 0,-1 0 0 0 0,7-6 1 0 0,-8 5-274 0 0,0 0 0 0 0,0-1 0 0 0,0 0 1 0 0,-1 0-1 0 0,0 0 0 0 0,0-1 0 0 0,0 1 1 0 0,-1-1-1 0 0,0 0 0 0 0,0-1 0 0 0,-1 1 1 0 0,4-8-1 0 0,-1-14-2661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51.6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24 3156 0 0,'-3'-4'1180'0'0,"-8"-15"4663"0"0,10 25-5302 0 0,-1-1-386 0 0,2-3-109 0 0,-1 0 0 0 0,1-1-1 0 0,-1 1 1 0 0,1 0 0 0 0,0 0-1 0 0,0 0 1 0 0,-1 0 0 0 0,1 0 0 0 0,1-1-1 0 0,-1 1 1 0 0,0 0 0 0 0,0 0-1 0 0,1 0 1 0 0,-1-1 0 0 0,2 4-1 0 0,7 28 207 0 0,1 0 0 0 0,2-1-1 0 0,1-1 1 0 0,2 1 0 0 0,1-2 0 0 0,1 0-1 0 0,37 47 1 0 0,-29-47-249 0 0,-16-20-4 0 0,4 2-50 0 0,23 18-863 0 0,-32-27 433 0 0,-1-1-94 0 0,0-1-37 0 0,6 4 997 0 0,4-5-7545 0 0,14-5 2986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52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 3376 0 0,'0'0'8008'0'0,"0"5"-7744"0"0,-1 2-143 0 0,1 1 0 0 0,1 0 0 0 0,-1-1 0 0 0,1 1-1 0 0,1-1 1 0 0,-1 1 0 0 0,1-1 0 0 0,4 10 0 0 0,25 52 296 0 0,-30-67-422 0 0,2 3 52 0 0,-1-2 16 0 0,1 1-11 0 0,1-1 1 0 0,-1 0 0 0 0,1 0-1 0 0,0 0 1 0 0,-1-1-1 0 0,1 1 1 0 0,5 1 0 0 0,-5-2 72 0 0,0-4-75 0 0,12-5-8 0 0,-12 6-21 0 0,-4-1-18 0 0,1 1 0 0 0,-1 0 0 0 0,1-1 0 0 0,0 1 0 0 0,-1 0-1 0 0,1-1 1 0 0,0 1 0 0 0,0 0 0 0 0,0 0 0 0 0,0 0 0 0 0,0 0-1 0 0,2-2 1 0 0,-2 3 2 0 0,2-4 9 0 0,-2 3-13 0 0,0 0-1 0 0,0-1 0 0 0,0 1 1 0 0,0-1-1 0 0,0 1 1 0 0,0-1-1 0 0,-1 1 1 0 0,1-1-1 0 0,-1 0 0 0 0,1 1 1 0 0,0-3-1 0 0,0-1 1 0 0,2 0 13 0 0,-2-2 2 0 0,6-48 44 0 0,-6 50-35 0 0,-1 0-2 0 0,0-19 51 0 0,0 18 180 0 0,0 1-126 0 0,0-14-10 0 0,0 14 684 0 0,1 9-767 0 0,4 14-5 0 0,-4-14 7 0 0,1 1 10 0 0,-2-4-47 0 0,3 7 24 0 0,1 1 0 0 0,0-1 0 0 0,1 0 0 0 0,0 0 0 0 0,0 0 0 0 0,10 11 0 0 0,0-5-33 0 0,-11-10 5 0 0,-4-4 5 0 0,1 0-1 0 0,-1 0 0 0 0,1 0 0 0 0,-1 0 1 0 0,1 0-1 0 0,-1 0 0 0 0,1 0 1 0 0,-1 0-1 0 0,1 0 0 0 0,-1 0 0 0 0,1 0 1 0 0,-1 0-1 0 0,0 1 0 0 0,1-1 0 0 0,-1 0 1 0 0,1 0-1 0 0,-1 1 0 0 0,0-1 0 0 0,1 0 1 0 0,-1 0-1 0 0,1 1 0 0 0,-1-1 0 0 0,0 0 1 0 0,1 1-1 0 0,-1 0 0 0 0,1-1-28 0 0,-1 1 0 0 0,1 0 0 0 0,-1-1 0 0 0,1 1 0 0 0,0-1 0 0 0,0 1-1 0 0,-1-1 1 0 0,1 1 0 0 0,0-1 0 0 0,0 0 0 0 0,-1 1 0 0 0,1-1 0 0 0,0 0 0 0 0,0 1-1 0 0,0-1 1 0 0,0 0 0 0 0,-1 0 0 0 0,1 0 0 0 0,0 0 0 0 0,0 0 0 0 0,0 0 0 0 0,0 0 0 0 0,0 0-1 0 0,0-1 1 0 0,4 3-114 0 0,-3-2 79 0 0,0 0-1 0 0,0 1 1 0 0,-1-1 0 0 0,1 0-1 0 0,0 0 1 0 0,0 0 0 0 0,-1 0-1 0 0,1 0 1 0 0,0 0 0 0 0,0 0-1 0 0,-1 0 1 0 0,1-1-1 0 0,0 1 1 0 0,0-1 0 0 0,-1 0-1 0 0,1 1 1 0 0,1-2 0 0 0,4-1-371 0 0,-1 0 1 0 0,0-1 0 0 0,0 1-1 0 0,-1-1 1 0 0,1-1 0 0 0,-1 1-1 0 0,0-1 1 0 0,0 0 0 0 0,0 0-1 0 0,-1 0 1 0 0,0-1 0 0 0,0 1-1 0 0,0-1 1 0 0,0 0 0 0 0,-1 0-1 0 0,0-1 1 0 0,-1 1 0 0 0,3-9-1 0 0,-3 10-1622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52.9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38 268 1724 0 0,'-3'-3'1112'0'0,"-10"-9"2239"0"0,10 14-2771 0 0,1 1-397 0 0,0 0 1 0 0,0 0-1 0 0,0 0 0 0 0,0 0 0 0 0,1 1 0 0 0,-1-1 0 0 0,1 0 1 0 0,0 1-1 0 0,0-1 0 0 0,0 1 0 0 0,1-1 0 0 0,-1 1 0 0 0,1-1 0 0 0,0 1 1 0 0,0 0-1 0 0,0 5 0 0 0,1-4-8 0 0,1-2-105 0 0,0-2-43 0 0,0 1-1 0 0,-1-1 1 0 0,1 0-1 0 0,0 0 1 0 0,0 0-1 0 0,0 0 1 0 0,0 0-1 0 0,0 0 1 0 0,0 0-1 0 0,0 0 1 0 0,0-1 0 0 0,0 1-1 0 0,0-1 1 0 0,0 0-1 0 0,1 1 1 0 0,-1-1-1 0 0,3 0 1 0 0,0 0 5 0 0,-5-1-29 0 0,0 1-1 0 0,1-1 0 0 0,-1 1 1 0 0,0-1-1 0 0,0 1 1 0 0,0-1-1 0 0,1 1 0 0 0,-1 0 1 0 0,0-1-1 0 0,1 1 1 0 0,-1 0-1 0 0,0-1 0 0 0,1 1 1 0 0,-1 0-1 0 0,0-1 1 0 0,1 1-1 0 0,-1 0 0 0 0,0 0 1 0 0,1-1-1 0 0,-1 1 0 0 0,1 0 1 0 0,-1 0-1 0 0,1-1 1 0 0,14-9 81 0 0,-11 5-81 0 0,0 0 1 0 0,0 0 0 0 0,0-1-1 0 0,-1 1 1 0 0,0-1 0 0 0,0 0 0 0 0,0 1-1 0 0,-1-1 1 0 0,0-1 0 0 0,2-10-1 0 0,-5-59-51 0 0,0 72 72 0 0,0-1-18 0 0,-5-15-24 0 0,4 15 38 0 0,-1 3-89 0 0,2 1 85 0 0,0 0-1 0 0,0 1 1 0 0,0-1 0 0 0,0 1-1 0 0,-1-1 1 0 0,1 1-1 0 0,0 0 1 0 0,0-1 0 0 0,0 1-1 0 0,0 0 1 0 0,-1 0 0 0 0,1 0-1 0 0,0 0 1 0 0,0 0 0 0 0,0 0-1 0 0,-1 0 1 0 0,1 0 0 0 0,0 0-1 0 0,0 0 1 0 0,0 1-1 0 0,-1-1 1 0 0,1 1 0 0 0,-1 0-1 0 0,-1 1 42 0 0,0-1 0 0 0,0 1-1 0 0,1 0 1 0 0,-1 1 0 0 0,1-1-1 0 0,-1 0 1 0 0,1 1-1 0 0,0-1 1 0 0,-3 5 0 0 0,2-2 36 0 0,0 1 1 0 0,0-1-1 0 0,0 1 1 0 0,0 0-1 0 0,1 0 1 0 0,0 0-1 0 0,1 0 1 0 0,-1 1 0 0 0,1-1-1 0 0,0 0 1 0 0,0 13-1 0 0,1-14-74 0 0,0 0 1 0 0,1 0-1 0 0,-1-1 0 0 0,1 1 0 0 0,0 0 0 0 0,0 0 0 0 0,0-1 1 0 0,1 1-1 0 0,0-1 0 0 0,0 1 0 0 0,0-1 0 0 0,0 0 0 0 0,1 0 1 0 0,-1 0-1 0 0,1 0 0 0 0,0 0 0 0 0,1-1 0 0 0,-1 1 0 0 0,0-1 1 0 0,1 0-1 0 0,0 0 0 0 0,0 0 0 0 0,0 0 0 0 0,0-1 0 0 0,0 1 1 0 0,0-1-1 0 0,6 2 0 0 0,9 1-9 0 0,-14-4-25 0 0,1-1-11 0 0,3 1-69 0 0,1-2 0 0 0,-1 0 1 0 0,0 0-1 0 0,0 0 0 0 0,0-1 1 0 0,0-1-1 0 0,0 1 0 0 0,-1-1 0 0 0,17-9 1 0 0,-16 7-130 0 0,0-1 1 0 0,0 0-1 0 0,0 0 1 0 0,-1-1-1 0 0,0-1 1 0 0,0 1-1 0 0,-1-1 1 0 0,0 0-1 0 0,0-1 1 0 0,-1 1-1 0 0,0-1 1 0 0,-1-1-1 0 0,0 1 1 0 0,0-1-1 0 0,-1 0 1 0 0,0 0-1 0 0,-1 0 1 0 0,3-16-1 0 0,-4 13 106 0 0,-1 0-1 0 0,-1 0 1 0 0,0 0-1 0 0,0-1 1 0 0,-2 1-1 0 0,1 0 1 0 0,-7-22-1 0 0,6 31 227 0 0,-1 0 12 0 0,-9-11 70 0 0,9 11 240 0 0,-8 0-139 0 0,10 4-268 0 0,1-1 1 0 0,-1 1-1 0 0,0-1 0 0 0,0 1 1 0 0,1 0-1 0 0,-1-1 0 0 0,0 1 1 0 0,0 0-1 0 0,1 0 0 0 0,-1 0 1 0 0,0-1-1 0 0,0 1 0 0 0,0 0 1 0 0,1 0-1 0 0,-1 0 0 0 0,0 0 1 0 0,0 0-1 0 0,0 1 0 0 0,1-1 1 0 0,-1 0-1 0 0,0 0 0 0 0,0 0 1 0 0,1 1-1 0 0,-1-1 0 0 0,-1 1 1 0 0,-13 7 207 0 0,11-6-2 0 0,1 1-7 0 0,-1 2-88 0 0,1-1 0 0 0,-1 1 0 0 0,1 0 1 0 0,1 0-1 0 0,-1 0 0 0 0,-2 8 0 0 0,3-8 72 0 0,3 0-56 0 0,1 3-81 0 0,0 0-1 0 0,0 0 0 0 0,0 0 0 0 0,1-1 1 0 0,0 1-1 0 0,1-1 0 0 0,-1 0 1 0 0,1 0-1 0 0,6 8 0 0 0,74 76 838 0 0,-81-87-819 0 0,-1 0 0 0 0,1 0 0 0 0,-1 0 0 0 0,0 0 0 0 0,0 0 0 0 0,0 0 0 0 0,-1 1 0 0 0,2 4-1 0 0,-2-4-9 0 0,1-1 102 0 0,-3 3-35 0 0,1 0-104 0 0,0-5-27 0 0,1 0 0 0 0,-1 1 0 0 0,0-1 0 0 0,0 0 0 0 0,-1 0 0 0 0,1 0 0 0 0,0 1 0 0 0,-1-1 0 0 0,1 0 0 0 0,-1 0 0 0 0,0 0 0 0 0,0 0 0 0 0,0 0 0 0 0,-2 4 0 0 0,-5 7 73 0 0,0 1 0 0 0,-1-1 1 0 0,0-1-1 0 0,-1 1 0 0 0,0-2 0 0 0,-20 18 1 0 0,-29 16-1770 0 0,-8-6-5301 0 0,40-25 1197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6:54.3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1294 2920 0 0,'0'0'8798'0'0,"-4"-1"-8562"0"0,0 0-129 0 0,1-1 0 0 0,0 0 0 0 0,0 0 0 0 0,-1 0 0 0 0,1 0 0 0 0,1-1 0 0 0,-1 1 0 0 0,0-1 0 0 0,1 0 0 0 0,-1 1 0 0 0,1-1 0 0 0,0 0 0 0 0,0 0 0 0 0,0-1 0 0 0,0 1 0 0 0,0 0 0 0 0,1-1 0 0 0,0 1 0 0 0,-1-1 0 0 0,1 1 0 0 0,0-5 0 0 0,-5-16-76 0 0,1-1 0 0 0,-1-27 0 0 0,1 14 14 0 0,-13-52-93 0 0,6 28 109 0 0,-35-136 132 0 0,46 193-192 0 0,-12-38-59 0 0,12 40 150 0 0,6 2-78 0 0,15 0-8 0 0,112-14-12 0 0,-74 7 51 0 0,-53 8-49 0 0,2-1-10 0 0,19-3 11 0 0,-19 4-1 0 0,-1-1-5 0 0,19-1-4 0 0,-19 1 4 0 0,0 1-8 0 0,17-3 17 0 0,-17 3 25 0 0,1-1-16 0 0,19-1-11 0 0,-19 2 0 0 0,-2-1 9 0 0,87-5-14 0 0,-86 6 0 0 0,0-1-1 0 0,19-1 9 0 0,-19 2 3 0 0,0-1-3 0 0,18 0-13 0 0,-18 1 3 0 0,0-1 10 0 0,19-1-7 0 0,-19 2 9 0 0,-1-1 4 0 0,52-5-9 0 0,-52 6 13 0 0,1 0-41 0 0,50-5 21 0 0,-50 5 3 0 0,0-1 3 0 0,19-2 6 0 0,-19 2-11 0 0,1 1 1 0 0,35-2-4 0 0,1-2 0 0 0,42-10 1 0 0,-16 3-36 0 0,-5 2 76 0 0,84-17-10 0 0,-144 25-16 0 0,3 0-8 0 0,55-10-18 0 0,-56 10 29 0 0,0 0 2 0 0,92-12 15 0 0,-92 12-46 0 0,0 0-50 0 0,18-2 62 0 0,10-1-24 0 0,-28 4 51 0 0,-1-1-1 0 0,117-8 64 0 0,-116 9-55 0 0,0-1-15 0 0,18-1 3 0 0,38-6-30 0 0,-56 7 19 0 0,-1 0 1 0 0,53-7-84 0 0,-52 7 104 0 0,-5 1-22 0 0,-1 1 0 0 0,1-1-1 0 0,0 0 1 0 0,-1 0 0 0 0,1 0 0 0 0,0 0 0 0 0,-1 1-1 0 0,1-1 1 0 0,0 0 0 0 0,-1 0 0 0 0,1 0-1 0 0,0 0 1 0 0,0 0 0 0 0,-1-1 0 0 0,1 1 0 0 0,0 0-1 0 0,-1 0 1 0 0,1 0 0 0 0,-1-1 0 0 0,1 1 0 0 0,0 0-1 0 0,-1-1 1 0 0,1 1 0 0 0,0-1 0 0 0,0 1-2 0 0,0-1 1 0 0,-1 1-1 0 0,1-1 1 0 0,0 1-1 0 0,0 0 1 0 0,0-1-1 0 0,0 1 1 0 0,0 0-1 0 0,-1 0 1 0 0,1 0-1 0 0,0 0 1 0 0,0-1-1 0 0,0 1 1 0 0,0 0-1 0 0,0 0 1 0 0,0 1-1 0 0,1-1 1 0 0,0 0-5 0 0,-1 0 0 0 0,1 1 0 0 0,-1-1 0 0 0,1 0 0 0 0,0-1 0 0 0,-1 1 0 0 0,1 0 0 0 0,0 0 0 0 0,-1-1 0 0 0,1 1 0 0 0,-1-1 0 0 0,2 0 0 0 0,2 0 10 0 0,0 0 63 0 0,1 0-50 0 0,16-2-11 0 0,-16 2 10 0 0,-2 0-12 0 0,14-4 0 0 0,-14 4 19 0 0,1 0-25 0 0,38-10 49 0 0,-39 10 85 0 0,1 0-210 0 0,41-11 117 0 0,-42 12-21 0 0,0-1-53 0 0,14-4 4 0 0,-13 4 92 0 0,0 0-276 0 0,15-2 208 0 0,-15 2 14 0 0,1 1-2 0 0,51-4 52 0 0,845-55-58 0 0,-834 55-8 0 0,194-9-32 0 0,-256 13 54 0 0,1 0 3 0 0,19-1 6 0 0,-20 0-29 0 0,1 1-14 0 0,30-4 25 0 0,102-7 184 0 0,-73 5-316 0 0,41-1 62 0 0,-47 1 59 0 0,-8 4-20 0 0,-7 1-4 0 0,24-4-72 0 0,-16 2 129 0 0,-2 1-10 0 0,112-4 24 0 0,-1 1-20 0 0,-90 3-11 0 0,-20-1-10 0 0,-47 3-78 0 0,2 0 85 0 0,23 0 8 0 0,8-1 7 0 0,-31 0-16 0 0,-1 1 2 0 0,52-1 24 0 0,-53 1-40 0 0,0-1 6 0 0,82-1-32 0 0,-81 1 42 0 0,0 1-4 0 0,20-1 14 0 0,-19 1 4 0 0,0-1 5 0 0,104-4 44 0 0,-20 0-79 0 0,-52 5 21 0 0,11-1-61 0 0,0-1 91 0 0,2 1-8 0 0,1 0-54 0 0,-3-1 67 0 0,2-1-45 0 0,272-15 30 0 0,-249 13-118 0 0,-12 1 126 0 0,64 0-36 0 0,162-11-51 0 0,-284 15 62 0 0,2-1-3 0 0,179-6 175 0 0,-180 7-224 0 0,21-1 4 0 0,-20 2 26 0 0,0-1-11 0 0,0-1-5 0 0,66 0 10 0 0,-16 1 47 0 0,153-8-35 0 0,-205 8 20 0 0,2-1 27 0 0,106-6-130 0 0,-64 2 86 0 0,-42 5-13 0 0,13 1 3 0 0,44-1 10 0 0,58-5 450 0 0,-64 1-375 0 0,-52 3 20 0 0,-1 0-46 0 0,17-1-39 0 0,-17 2 0 0 0,22-9-416 0 0,-25 5 185 0 0,5-14-64 0 0,-6 14-41 0 0,-8-20-653 0 0,4 20 710 0 0,-1-2 195 0 0,0 0-1 0 0,0 0 1 0 0,-1 0-1 0 0,0 1 1 0 0,0 0-1 0 0,-1 0 1 0 0,1 1-1 0 0,-1-1 0 0 0,0 1 1 0 0,-8-4-1 0 0,1 2 80 0 0,-1 0 0 0 0,-1 1 0 0 0,1 0 0 0 0,-1 1 0 0 0,-25-3 0 0 0,35 6 27 0 0,0 0-6 0 0,-49 4 201 0 0,49-2 72 0 0,6 5-239 0 0,3 15-10 0 0,-3-19-29 0 0,1 1-1 0 0,-1 0 1 0 0,1-1 0 0 0,0 1-1 0 0,0-1 1 0 0,0 0 0 0 0,0 0-1 0 0,0 0 1 0 0,0 0 0 0 0,1 0-1 0 0,-1 0 1 0 0,1 0 0 0 0,-1-1 0 0 0,6 3-1 0 0,-2 0-20 0 0,0-1 0 0 0,1 1 0 0 0,-1-1-1 0 0,1 0 1 0 0,0-1 0 0 0,8 3 0 0 0,-8-3 19 0 0,13 5 97 0 0,-13-4-118 0 0,1 0-1 0 0,1-1 0 0 0,-1 0 0 0 0,0-1 0 0 0,13 1 0 0 0,10 2 16 0 0,25 4 485 0 0,-50-7 56 0 0,-2 1-485 0 0,17 6 177 0 0,-23-2-179 0 0,-17 49 97 0 0,2-12-280 0 0,-26 83-65 0 0,21-30-4203 0 0,21-91 3795 0 0,-1 5-141 0 0,1 1-3002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6:55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37 127 2848 0 0,'-20'-93'7608'0'0,"19"88"-6765"0"0,0 0-174 0 0,-4-14-110 0 0,4 14 887 0 0,-1 10-1039 0 0,0 10-155 0 0,0 1 1 0 0,0-1-1 0 0,1 1 1 0 0,1-1-1 0 0,4 32 1 0 0,18 86 279 0 0,-18-111-460 0 0,59 281 102 0 0,-31-179-2676 0 0,-31-120 1925 0 0,1 0-921 0 0,0 0 980 0 0,3 4 430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6:55.6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71 264 2720 0 0,'-6'0'1322'0'0,"-17"-1"-214"0"0,17 0-194 0 0,0 1-162 0 0,-18-1-153 0 0,18 1 1692 0 0,10-4-2074 0 0,4-2-148 0 0,0 1 1 0 0,0 0-1 0 0,1 0 1 0 0,-1 1 0 0 0,1 0-1 0 0,16-5 1 0 0,68-15 128 0 0,-40 11-116 0 0,144-43-14 0 0,100-26-156 0 0,-102 41-3688 0 0,-183 40 1246 0 0,19 0-1794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6:56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98 114 2452 0 0,'0'0'3171'0'0,"0"5"-2491"0"0,2 14-129 0 0,-2-14 1570 0 0,7 1-1688 0 0,-7-5-401 0 0,0-1 1 0 0,0 0 0 0 0,0 1-1 0 0,0-1 1 0 0,1 1-1 0 0,-1-1 1 0 0,0 0-1 0 0,0 1 1 0 0,1-1 0 0 0,-1 0-1 0 0,0 1 1 0 0,0-1-1 0 0,1 0 1 0 0,-1 1-1 0 0,0-1 1 0 0,1 0 0 0 0,-1 1-1 0 0,1-1 1 0 0,-1 0-1 0 0,0 0 1 0 0,1 0-1 0 0,-1 1 1 0 0,1-1 0 0 0,-1 0-1 0 0,0 0 1 0 0,1 0-1 0 0,-1 0 1 0 0,1 0 0 0 0,-1 0-1 0 0,1 0 1 0 0,-1 0-1 0 0,1 0 1 0 0,-1 0-1 0 0,0 0 1 0 0,1 0 0 0 0,-1 0-1 0 0,1 0 1 0 0,0-1-1 0 0,6-1 25 0 0,0-1-1 0 0,0 0 0 0 0,0 0 1 0 0,0-1-1 0 0,-1 0 0 0 0,1 0 0 0 0,-1-1 1 0 0,0 0-1 0 0,0 0 0 0 0,-1 0 1 0 0,0-1-1 0 0,1 1 0 0 0,-2-1 0 0 0,1-1 1 0 0,3-6-1 0 0,-5 10-26 0 0,-2-2-15 0 0,6-14-6 0 0,-5 14 11 0 0,-2 0-14 0 0,-2-21-19 0 0,2 25 16 0 0,-1 0 0 0 0,1 0 0 0 0,-1 0 0 0 0,1 0 0 0 0,-1 1 1 0 0,0-1-1 0 0,0 0 0 0 0,1 1 0 0 0,-1-1 0 0 0,0 0 0 0 0,0 1 0 0 0,0-1 1 0 0,0 1-1 0 0,0-1 0 0 0,1 1 0 0 0,-1 0 0 0 0,0-1 0 0 0,0 1 0 0 0,0 0 1 0 0,0 0-1 0 0,0-1 0 0 0,0 1 0 0 0,0 0 0 0 0,0 0 0 0 0,-1 0 0 0 0,1 0 1 0 0,0 0-1 0 0,0 1 0 0 0,0-1 0 0 0,-1 1 0 0 0,-24 2 59 0 0,19-1-26 0 0,0 0 1 0 0,0 0-1 0 0,1 0 0 0 0,-1 1 1 0 0,1 0-1 0 0,-1 1 0 0 0,1-1 1 0 0,0 1-1 0 0,1 0 0 0 0,-9 8 1 0 0,0 1 51 0 0,1 0 0 0 0,-13 18-1 0 0,12-16-135 0 0,12-12 64 0 0,0-1-1 0 0,0 1 1 0 0,0 0-1 0 0,1-1 1 0 0,-1 1 0 0 0,1 0-1 0 0,-1 0 1 0 0,0 5-1 0 0,-11 32 142 0 0,12-37-148 0 0,1 1 0 0 0,-1-1 0 0 0,1 0 0 0 0,0 1-1 0 0,0-1 1 0 0,0 0 0 0 0,0 0 0 0 0,0 1-1 0 0,1-1 1 0 0,0 0 0 0 0,-1 1 0 0 0,1-1 0 0 0,0 0-1 0 0,3 4 1 0 0,12 17 27 0 0,-11-20-73 0 0,0 1 1 0 0,0-1 0 0 0,0-1 0 0 0,0 1-1 0 0,1-1 1 0 0,0 0 0 0 0,-1 0 0 0 0,11 3-1 0 0,-8-3-100 0 0,1-1-1 0 0,-1 0 0 0 0,1 0 1 0 0,0-1-1 0 0,-1 0 0 0 0,1-1 1 0 0,15-1-1 0 0,-17 1 94 0 0,9-1-189 0 0,0-1 0 0 0,1 0 0 0 0,-1-1 0 0 0,0-1 1 0 0,0 0-1 0 0,0-1 0 0 0,-1-1 0 0 0,0 0 0 0 0,0-1 0 0 0,0-1 0 0 0,-1-1 0 0 0,0 0 0 0 0,-1 0 0 0 0,0-1 1 0 0,19-20-1 0 0,-26 22 131 0 0,0 0 1 0 0,0-1-1 0 0,-1 0 1 0 0,-1 0 0 0 0,1 0-1 0 0,-2 0 1 0 0,5-13-1 0 0,-7 18 193 0 0,-2-2 28 0 0,-1-17 48 0 0,1 17 204 0 0,1 6-363 0 0,-1 0 0 0 0,1 0-1 0 0,0-1 1 0 0,-1 1-1 0 0,1 0 1 0 0,-1 0-1 0 0,1 0 1 0 0,0 0-1 0 0,-1 0 1 0 0,1-1 0 0 0,0 1-1 0 0,-1 0 1 0 0,1 0-1 0 0,0 0 1 0 0,-1-1-1 0 0,1 1 1 0 0,0 0 0 0 0,0-1-1 0 0,-1 1 1 0 0,1 0-1 0 0,0-1 1 0 0,0 1-1 0 0,-1 0 1 0 0,1-1 0 0 0,0 1-1 0 0,0 0 1 0 0,0-1-1 0 0,0 1 1 0 0,0-1-1 0 0,-1 0 17 0 0,1 1-1 0 0,0-1 0 0 0,0 0 1 0 0,-1 1-1 0 0,1-1 0 0 0,0 1 0 0 0,-1-1 1 0 0,1 1-1 0 0,0-1 0 0 0,-1 1 1 0 0,1-1-1 0 0,-1 1 0 0 0,1-1 0 0 0,0 1 1 0 0,-1 0-1 0 0,0-1 0 0 0,1 1 1 0 0,-1 0-1 0 0,1-1 0 0 0,-1 1 0 0 0,1 0 1 0 0,-1 0-1 0 0,1-1 0 0 0,-1 1 1 0 0,0 0-1 0 0,1 0 0 0 0,-1 0 0 0 0,0 0 1 0 0,1 0-1 0 0,-1 0 0 0 0,1 0 1 0 0,-2 0-1 0 0,-28-1 486 0 0,29 1-491 0 0,0 0 1 0 0,-1 1 0 0 0,1-1 0 0 0,0 1 0 0 0,0-1 0 0 0,0 1 0 0 0,-1 0 0 0 0,1-1 0 0 0,0 1 0 0 0,0 0 0 0 0,0 0 0 0 0,-1 2 0 0 0,0-2 15 0 0,-1 1 178 0 0,3-1-201 0 0,-1 1 1 0 0,1-1-1 0 0,0 0 1 0 0,-1 0 0 0 0,1 1-1 0 0,-1-1 1 0 0,0 0-1 0 0,1 0 1 0 0,-1 0 0 0 0,0 0-1 0 0,1 1 1 0 0,-3 0-1 0 0,1 0 9 0 0,0 2-17 0 0,3 1-10 0 0,-1-1 40 0 0,-1-3-22 0 0,1 0-1 0 0,0 1 1 0 0,0-1 0 0 0,0 0-1 0 0,0 1 1 0 0,0-1 0 0 0,0 0-1 0 0,0 0 1 0 0,1 1 0 0 0,-1-1-1 0 0,0 0 1 0 0,1 0 0 0 0,-1 1-1 0 0,1-1 1 0 0,-1 0 0 0 0,1 0-1 0 0,-1 0 1 0 0,1 0 0 0 0,1 2-1 0 0,1 3-1 0 0,1-1 0 0 0,1 1 0 0 0,-1-1 0 0 0,1 1 0 0 0,-1-1 0 0 0,2 0 0 0 0,-1-1 0 0 0,0 0 0 0 0,1 1-1 0 0,0-2 1 0 0,0 1 0 0 0,0-1 0 0 0,12 6 0 0 0,-6-4-15 0 0,91 45 219 0 0,-100-48-129 0 0,-1-2-69 0 0,-1 1 1 0 0,0-1 0 0 0,1 1 0 0 0,-1 0-1 0 0,0-1 1 0 0,0 1 0 0 0,1 0 0 0 0,-1 0 0 0 0,0 0-1 0 0,0 0 1 0 0,0 0 0 0 0,1 2 0 0 0,-1-2 12 0 0,3 1 437 0 0,-11 19-398 0 0,5-17-59 0 0,1-3-6 0 0,1 0-1 0 0,-1 0 1 0 0,1 0 0 0 0,-1 0-1 0 0,1-1 1 0 0,-1 1-1 0 0,0 0 1 0 0,1 0 0 0 0,-1-1-1 0 0,0 1 1 0 0,0 0 0 0 0,0-1-1 0 0,1 1 1 0 0,-1 0 0 0 0,0-1-1 0 0,0 0 1 0 0,0 1 0 0 0,0-1-1 0 0,0 1 1 0 0,0-1-1 0 0,0 0 1 0 0,0 0 0 0 0,-2 1-1 0 0,3-1 3 0 0,-10 4-126 0 0,1 0 1 0 0,-1-1-1 0 0,1 0 1 0 0,-1-1 0 0 0,0 1-1 0 0,0-2 1 0 0,0 0-1 0 0,0 0 1 0 0,0 0 0 0 0,-11-2-1 0 0,8 1-542 0 0,-3-7-1043 0 0,7 2-1512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6:56.6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 3544 0 0,'13'-20'7302'0'0,"-11"24"-6756"0"0,2 12-108 0 0,-1 0 0 0 0,0 0-1 0 0,-1 0 1 0 0,0 0-1 0 0,-1 20 1 0 0,2 20 159 0 0,-3-47-518 0 0,5 49 324 0 0,2 0 0 0 0,18 69-1 0 0,-20-113-428 0 0,0 0 1 0 0,14 25-1 0 0,-17-35-42 0 0,0-1 1 0 0,1 0-1 0 0,-1 0 1 0 0,1 0-1 0 0,-1 0 1 0 0,1 0 0 0 0,0 0-1 0 0,0 0 1 0 0,5 2-1 0 0,-4-2-77 0 0,-1-1-343 0 0,19 3-836 0 0,-17-5 479 0 0,0-1-161 0 0,14-6-264 0 0,-15 5-496 0 0,-1-2-1272 0 0,10-18-2190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6:56.8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1 122 2888 0 0,'0'0'5809'0'0,"5"-26"-4829"0"0,18 17-484 0 0,11-4-632 0 0,-9 3-60 0 0,4 0-328 0 0,-1 0-600 0 0,0-3-168 0 0,1-1-941 0 0,3-2-2395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6:58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21 3888 0 0,'0'0'8204'0'0,"0"6"-7882"0"0,2 10-97 0 0,1-1-1 0 0,0 0 1 0 0,0 0 0 0 0,10 22 0 0 0,-9-27-196 0 0,1 1 0 0 0,0-1 1 0 0,0-1-1 0 0,1 1 0 0 0,0-1 1 0 0,1 0-1 0 0,0 0 0 0 0,1-1 0 0 0,0 0 1 0 0,0 0-1 0 0,13 9 0 0 0,-18-15-18 0 0,1 0-1 0 0,0-1 1 0 0,0 1-1 0 0,0-1 1 0 0,0 0-1 0 0,0 0 1 0 0,0 0-1 0 0,0 0 0 0 0,1-1 1 0 0,-1 0-1 0 0,6 0 1 0 0,-6 0-14 0 0,0 0 5 0 0,0 0 1 0 0,0 0-1 0 0,0-1 0 0 0,0 1 1 0 0,0-1-1 0 0,0 0 0 0 0,0 0 1 0 0,-1-1-1 0 0,1 1 0 0 0,0-1 1 0 0,-1 0-1 0 0,5-2 0 0 0,-5 2-1 0 0,1-1-13 0 0,0 1-1 0 0,-1-1 1 0 0,0 1 0 0 0,0-1 0 0 0,0 0 0 0 0,0 0 0 0 0,0-1 0 0 0,0 1 0 0 0,3-6 0 0 0,-4 5 7 0 0,1 0 13 0 0,-1-1 0 0 0,0 1 0 0 0,1-1 1 0 0,-2 0-1 0 0,1 0 0 0 0,0 0 0 0 0,-1 0 1 0 0,1-7-1 0 0,-1 7-24 0 0,2-18-59 0 0,-3 17 85 0 0,0 2 39 0 0,0-2 13 0 0,0-19 18 0 0,0 19 74 0 0,-3-20-32 0 0,3 20 112 0 0,-2 12-129 0 0,-2 11-41 0 0,1 0 0 0 0,0 0 0 0 0,2 1 0 0 0,0-1 0 0 0,3 33 0 0 0,14 99 46 0 0,-13-130-89 0 0,75 387-2673 0 0,-77-402 2592 0 0,0 1 0 0 0,0-1 0 0 0,-1 1 0 0 0,1-1 0 0 0,-1 1 0 0 0,0-1 0 0 0,0 1 0 0 0,-2 7 0 0 0,0 6-1 0 0,2-18 62 0 0,0 1 0 0 0,-1-1 0 0 0,1 1 0 0 0,0-1-1 0 0,0 1 1 0 0,-1-1 0 0 0,1 1 0 0 0,0-1 0 0 0,-1 0 0 0 0,1 1 0 0 0,-1-1 0 0 0,1 0 0 0 0,0 1 0 0 0,-1-1 0 0 0,1 0 0 0 0,-1 1 0 0 0,1-1 0 0 0,-1 0 0 0 0,1 0 0 0 0,-1 0-1 0 0,1 1 1 0 0,-1-1 0 0 0,1 0 0 0 0,-1 0 0 0 0,-10 7 166 0 0,5-8-35 0 0,-2-1-89 0 0,1 0 0 0 0,0 0-1 0 0,0 0 1 0 0,-1-1-1 0 0,2-1 1 0 0,-1 1-1 0 0,0-1 1 0 0,1 0 0 0 0,-1-1-1 0 0,1 1 1 0 0,0-1-1 0 0,1 0 1 0 0,-1-1-1 0 0,1 1 1 0 0,0-1 0 0 0,-4-7-1 0 0,1 2-17 0 0,1-1 0 0 0,0-1 0 0 0,0 1 0 0 0,1-1 0 0 0,1 0-1 0 0,0 0 1 0 0,-5-25 0 0 0,9 35-30 0 0,0-1-1 0 0,0 0 1 0 0,1 0-1 0 0,-1 1 1 0 0,1-1-1 0 0,0 0 1 0 0,0 0-1 0 0,1 0 1 0 0,1-6-1 0 0,0-2-19 0 0,0-3-107 0 0,1 0 1 0 0,0 1 0 0 0,1-1 0 0 0,0 1 0 0 0,2 0 0 0 0,-1 1 0 0 0,2-1 0 0 0,0 1 0 0 0,15-21 0 0 0,7-4-729 0 0,52-55 1 0 0,-79 91 819 0 0,48-50-477 0 0,-16 18 402 0 0,-2-1 0 0 0,-1-1-1 0 0,42-65 1 0 0,-71 97 304 0 0,0 0-14 0 0,7-13-18 0 0,-7 13 1219 0 0,-4 4-1361 0 0,1 1 0 0 0,-1-1 1 0 0,1 1-1 0 0,-1-1 0 0 0,1 1 1 0 0,-1 0-1 0 0,1 0 0 0 0,-1 0 1 0 0,1 0-1 0 0,0 0 0 0 0,0 0 1 0 0,-3 2-1 0 0,3-1 12 0 0,-5 5 56 0 0,0 11-10 0 0,2-1 0 0 0,0 1 0 0 0,1 0 0 0 0,-2 34 0 0 0,8 7-75 0 0,-2-54 12 0 0,1 1-23 0 0,7 16-13 0 0,-6-17-27 0 0,-3-5 50 0 0,0 1 0 0 0,1-1 0 0 0,-1 0 0 0 0,0 0-1 0 0,1 0 1 0 0,-1 0 0 0 0,0 0 0 0 0,0 0 0 0 0,1 1 0 0 0,-1-1-1 0 0,0 0 1 0 0,0 0 0 0 0,0 0 0 0 0,1 1 0 0 0,-1-1-1 0 0,0 0 1 0 0,0 0 0 0 0,0 1 0 0 0,1-1 0 0 0,-1 0 0 0 0,0 0-1 0 0,0 1 1 0 0,0-1 0 0 0,0 0 0 0 0,0 1 0 0 0,0-1-1 0 0,0 0 1 0 0,0 0 0 0 0,0 1 0 0 0,0 0 0 0 0,1-1 4 0 0,-1 1 0 0 0,0 0 0 0 0,0 0 1 0 0,0 0-1 0 0,1-1 0 0 0,-1 1 0 0 0,1 0 1 0 0,-1 0-1 0 0,0-1 0 0 0,1 1 0 0 0,-1 0 1 0 0,1-1-1 0 0,0 1 0 0 0,-1 0 0 0 0,1-1 0 0 0,-1 1 1 0 0,1-1-1 0 0,0 1 0 0 0,1 0 0 0 0,-1 0 18 0 0,0 0 0 0 0,1-1 0 0 0,-1 1 0 0 0,0-1 0 0 0,1 1-1 0 0,-1-1 1 0 0,1 1 0 0 0,-1-1 0 0 0,1 0 0 0 0,-1 1 0 0 0,1-1 0 0 0,-1 0-1 0 0,1 0 1 0 0,-1 0 0 0 0,0 0 0 0 0,1-1 0 0 0,-1 1 0 0 0,1 0 0 0 0,-1-1-1 0 0,1 1 1 0 0,-1-1 0 0 0,1 1 0 0 0,-1-1 0 0 0,0 1 0 0 0,0-1-1 0 0,1 0 1 0 0,-1 0 0 0 0,0 0 0 0 0,0 0 0 0 0,0 0 0 0 0,0 0 0 0 0,2-1-1 0 0,2-6 96 0 0,0 1 0 0 0,0-1 0 0 0,0 1-1 0 0,-1-1 1 0 0,0 0 0 0 0,-1-1-1 0 0,0 1 1 0 0,0-1 0 0 0,-1 1 0 0 0,0-1-1 0 0,0 0 1 0 0,-1 0 0 0 0,0 0 0 0 0,-1 0-1 0 0,-1-17 1 0 0,-6-17-69 0 0,6 39-202 0 0,-1 3 130 0 0,0 0 0 0 0,1 0 0 0 0,-1 0 0 0 0,1-1 0 0 0,-1 1 0 0 0,1 0 1 0 0,0-1-1 0 0,0 1 0 0 0,0-1 0 0 0,-2-2 0 0 0,0 1-202 0 0,-2 2-71 0 0,-1 1 82 0 0,0 0-1 0 0,0 0 1 0 0,1 0-1 0 0,-1 1 1 0 0,0 0-1 0 0,1 0 1 0 0,-1 0-1 0 0,1 1 1 0 0,-1 0-1 0 0,1 0 1 0 0,0 0-1 0 0,-1 0 1 0 0,-7 6-1 0 0,-24 23-3284 0 0,33-28 1130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6:58.8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 3532 0 0,'16'-17'9536'0'0,"-15"21"-9339"0"0,1 1-116 0 0,-1 0-1 0 0,0 0 1 0 0,-1 1-1 0 0,1-1 1 0 0,-1 0-1 0 0,0 0 1 0 0,-1 10-1 0 0,0 37 56 0 0,4-32-100 0 0,1-1 1 0 0,0 0-1 0 0,8 19 0 0 0,-10-34-61 0 0,-1-3 29 0 0,1 0 1 0 0,-1 1-1 0 0,1-1 1 0 0,-1 0-1 0 0,0 1 1 0 0,1-1-1 0 0,-1 1 1 0 0,0-1-1 0 0,1 4 1 0 0,1-2 49 0 0,1-1-55 0 0,10 4-33 0 0,-10-4 28 0 0,2-3 2 0 0,-1 1 5 0 0,0 0-1 0 0,1-1 1 0 0,-1 0-1 0 0,0 0 1 0 0,0 0-1 0 0,0-1 1 0 0,0 0-1 0 0,-1 0 1 0 0,1 0-1 0 0,0-1 1 0 0,-1 1-1 0 0,1-1 1 0 0,-1 0-1 0 0,0 0 1 0 0,0-1-1 0 0,0 1 1 0 0,-1-1-1 0 0,1 0 1 0 0,5-8-1 0 0,-1-1 14 0 0,0 0 0 0 0,-1-1 0 0 0,-1 1-1 0 0,0-2 1 0 0,-1 1 0 0 0,-1 0 0 0 0,5-27-1 0 0,-8 37 66 0 0,0-1 26 0 0,1-14-12 0 0,-1 15 1514 0 0,-4 8-1378 0 0,-8 11-27 0 0,9-11-22 0 0,1 3-10 0 0,1 6-101 0 0,0 1 1 0 0,0 0 0 0 0,1 0-1 0 0,1-1 1 0 0,5 23 0 0 0,18 18-100 0 0,-22-50-108 0 0,0 1 0 0 0,0-1 0 0 0,1 0 1 0 0,-1 0-1 0 0,1 0 0 0 0,0-1 0 0 0,0 1 0 0 0,8 4 0 0 0,-7-4-70 0 0,1-1-351 0 0,-1 0 1 0 0,1 0-1 0 0,0-1 1 0 0,0 1-1 0 0,0-1 0 0 0,1-1 1 0 0,-1 1-1 0 0,0-1 1 0 0,1 0-1 0 0,-1 0 1 0 0,0-1-1 0 0,1 0 1 0 0,-1 0-1 0 0,1 0 1 0 0,-1-1-1 0 0,1 0 0 0 0,-1-1 1 0 0,0 1-1 0 0,12-6 1 0 0,12-4-4174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6:59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8 149 2820 0 0,'0'0'5465'0'0,"-1"-4"-4857"0"0,-5-16 1154 0 0,9 17-1453 0 0,12-10 22 0 0,-12 9-95 0 0,2 3-54 0 0,1-1-132 0 0,1 1 0 0 0,0 0 0 0 0,-1 0 0 0 0,1 0-1 0 0,0 1 1 0 0,0 0 0 0 0,-1 0 0 0 0,1 1 0 0 0,0 0 0 0 0,-1 0 0 0 0,1 0 0 0 0,0 1-1 0 0,-1 0 1 0 0,9 4 0 0 0,-10-3-48 0 0,-1-1 1 0 0,1 1-1 0 0,-1-1 0 0 0,0 1 1 0 0,0 1-1 0 0,0-1 0 0 0,0 1 1 0 0,0-1-1 0 0,-1 1 0 0 0,3 4 1 0 0,-3-4 18 0 0,1 0-5 0 0,-1 0-1 0 0,1 1 0 0 0,-1 0 1 0 0,0 0-1 0 0,0 0 0 0 0,3 9 0 0 0,-1-5 10 0 0,-3-5 12 0 0,-1 2 14 0 0,5 16 11 0 0,-4-16 37 0 0,-3-2 34 0 0,-1 15 40 0 0,1-14 21 0 0,-1-1 32 0 0,-6 10 11 0 0,6-10 269 0 0,-18 11 43 0 0,16-12 207 0 0,-1-3-506 0 0,-16 1-6 0 0,15 0 131 0 0,4-5-195 0 0,-9-10 100 0 0,8 10-164 0 0,4-2-76 0 0,2-8-137 0 0,1 1-1 0 0,0-1 1 0 0,1 1 0 0 0,1 0-1 0 0,0 0 1 0 0,0 0-1 0 0,1 1 1 0 0,1 0 0 0 0,0 0-1 0 0,11-11 1 0 0,-4 6-559 0 0,0 1 0 0 0,1 1 0 0 0,1 0 0 0 0,0 1 0 0 0,36-22 0 0 0,-46 32-244 0 0,0 1 0 0 0,1 0 1 0 0,-1 1-1 0 0,1 0 0 0 0,-1 0 0 0 0,1 0 0 0 0,13 0 0 0 0,-16 1-4002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1.6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51 4256 0 0,'-2'-4'1516'0'0,"-6"-14"-170"0"0,5 13 854 0 0,-4-11-963 0 0,6 13-1055 0 0,-1-1 1974 0 0,1 10-1914 0 0,-5 50 325 0 0,12 34-105 0 0,-5-61-380 0 0,4 4-23 0 0,12 57 73 0 0,-16-86-110 0 0,1 1-8 0 0,1 0-5 0 0,0 0-1 0 0,0 1 0 0 0,1-1 1 0 0,0-1-1 0 0,4 5 0 0 0,-5-6 38 0 0,1-4-36 0 0,13-5-10 0 0,-13 5 0 0 0,0-4 0 0 0,6-6-82 0 0,-1 0 0 0 0,0-1 0 0 0,-1 0 0 0 0,9-19 0 0 0,17-47-344 0 0,-33 73 393 0 0,2 2-30 0 0,-3 2 65 0 0,0 1 1 0 0,0-1 0 0 0,0 1-1 0 0,0-1 1 0 0,1 1 0 0 0,-1-1-1 0 0,0 1 1 0 0,1 0-1 0 0,-1-1 1 0 0,0 1 0 0 0,1 0-1 0 0,-1-1 1 0 0,0 1 0 0 0,1 0-1 0 0,-1-1 1 0 0,0 1 0 0 0,1 0-1 0 0,-1 0 1 0 0,1-1 0 0 0,-1 1-1 0 0,1 0 1 0 0,-1 0 0 0 0,1 0-1 0 0,-1 0 1 0 0,1 0 0 0 0,-1 0-1 0 0,1-1 1 0 0,-1 1 0 0 0,1 0-1 0 0,-1 1 1 0 0,1-1 0 0 0,9 11 37 0 0,-9-9-59 0 0,2 2-13 0 0,-1 1-26 0 0,6 13 44 0 0,-6-14-2 0 0,0-1-2 0 0,5 11-12 0 0,-6-13 22 0 0,-1-1 1 0 0,1 1 0 0 0,0 0 0 0 0,-1 0-1 0 0,1 0 1 0 0,0-1 0 0 0,0 1-1 0 0,-1 0 1 0 0,1-1 0 0 0,0 1 0 0 0,0 0-1 0 0,0-1 1 0 0,0 1 0 0 0,0-1 0 0 0,1 1-1 0 0,-1-1 9 0 0,-1 0-1 0 0,0 0 0 0 0,1 0 1 0 0,-1 0-1 0 0,0 0 0 0 0,1 1 1 0 0,-1-1-1 0 0,0 0 0 0 0,1 0 1 0 0,-1 0-1 0 0,0 0 0 0 0,1 1 1 0 0,-1-1-1 0 0,0 0 0 0 0,0 0 0 0 0,1 1 1 0 0,-1-1-1 0 0,0 0 0 0 0,0 1 1 0 0,0-1-1 0 0,1 0 0 0 0,-1 1 1 0 0,0-1-1 0 0,0 0 0 0 0,0 1 1 0 0,0-1-1 0 0,1 1 0 0 0,4-1-50 0 0,23-2-78 0 0,-26 2 118 0 0,0-1 0 0 0,0 0 0 0 0,-1 0 0 0 0,1 0-1 0 0,-1 0 1 0 0,1-1 0 0 0,0 1 0 0 0,-1 0 0 0 0,0 0 0 0 0,1-1-1 0 0,1-2 1 0 0,-3 4 1 0 0,4-4-60 0 0,0 0 9 0 0,4-3 50 0 0,-2 0 0 0 0,1-1 0 0 0,-1 0 1 0 0,0 0-1 0 0,-1 0 0 0 0,0-1 1 0 0,0 0-1 0 0,-1 0 0 0 0,0 0 1 0 0,4-16-1 0 0,-6 21 19 0 0,-1 0 26 0 0,-1 3 3 0 0,0 0 0 0 0,0 0 0 0 0,0 0 0 0 0,1 0 0 0 0,-1 1 0 0 0,0-1 0 0 0,0 0-1 0 0,1 0 1 0 0,-1 0 0 0 0,0 1 0 0 0,1-1 0 0 0,-1 0 0 0 0,1 1 0 0 0,-1-1 0 0 0,1 0 0 0 0,-1 1 0 0 0,1-1 0 0 0,0 0 0 0 0,0 0 0 0 0,3 6-15 0 0,0 1 0 0 0,-1 0 0 0 0,0-1 1 0 0,0 1-1 0 0,0 0 0 0 0,-1 1 0 0 0,0-1 0 0 0,0 0 0 0 0,-1 1 0 0 0,2 7 0 0 0,0 2-42 0 0,0-1 1 0 0,2 0-1 0 0,7 19 1 0 0,-8-26-241 0 0,0-1-1 0 0,0 0 1 0 0,0 1 0 0 0,1-1 0 0 0,0-1 0 0 0,0 1 0 0 0,1-1 0 0 0,0 0 0 0 0,11 9 0 0 0,-13-12-338 0 0,1-2-77 0 0,3 1-62 0 0,0-1-1 0 0,0 0 1 0 0,0-1 0 0 0,1 1-1 0 0,-1-2 1 0 0,0 1 0 0 0,0-1 0 0 0,9-2-1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2.1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86 2080 0 0,'7'-21'1343'0'0,"-5"17"851"0"0,-2-1-1248 0 0,4-15-192 0 0,-3 15 1564 0 0,-1 0-2219 0 0,-2-19 547 0 0,-1 27-587 0 0,-2 1-3 0 0,1 1 1 0 0,0 0-1 0 0,1 0 1 0 0,-1 0-1 0 0,1 0 0 0 0,0 0 1 0 0,1 1-1 0 0,-1 0 1 0 0,-2 10-1 0 0,3-11 26 0 0,1 24 77 0 0,0-23-75 0 0,2 0 26 0 0,0 19-62 0 0,-1-19-18 0 0,2 0-7 0 0,17 43 38 0 0,-17-44-52 0 0,0-4-5 0 0,-1 0 0 0 0,1 0 0 0 0,-1 0 1 0 0,1 0-1 0 0,-1 0 0 0 0,0 0 0 0 0,1 1 0 0 0,-1-1 0 0 0,0 0 0 0 0,2 3 0 0 0,0-1 0 0 0,21 4-52 0 0,-20-5-16 0 0,2-3-116 0 0,-1 0 207 0 0,0 0 1 0 0,0 0 0 0 0,0 0 0 0 0,0-1-1 0 0,-1 1 1 0 0,1-1 0 0 0,-1 0-1 0 0,1-1 1 0 0,-1 1 0 0 0,0-1 0 0 0,1 0-1 0 0,-1 0 1 0 0,-1 0 0 0 0,1 0-1 0 0,3-5 1 0 0,0-2 61 0 0,0 0-1 0 0,-1 0 1 0 0,0-1 0 0 0,-1 0-1 0 0,0 0 1 0 0,-1 0 0 0 0,5-22-1 0 0,-8 28-28 0 0,-1-1-16 0 0,-1-19 1 0 0,0 19-12 0 0,0 2-17 0 0,-7-15 2 0 0,7 14-8 0 0,-3 3 1 0 0,-9-7-19 0 0,10 7 4 0 0,-3 2 5 0 0,-18 1-9 0 0,23-1 2 0 0,0 0 1 0 0,0 0 0 0 0,0 0-1 0 0,0 0 1 0 0,0 0 0 0 0,0 0-1 0 0,-1 1 1 0 0,1-1 0 0 0,0 0-1 0 0,0 1 1 0 0,0-1-1 0 0,0 0 1 0 0,0 1 0 0 0,0 0-1 0 0,0-1 1 0 0,0 1 0 0 0,0-1-1 0 0,0 1 1 0 0,1 0-1 0 0,-3 1 1 0 0,-6 7-232 0 0,-25 22-680 0 0,31-28 524 0 0,0 2-52 0 0,1 0-7 0 0,0 1 0 0 0,1-1 0 0 0,-1 0 0 0 0,1 1 0 0 0,0 0 0 0 0,0 10 0 0 0,1-12-845 0 0,3 0-975 0 0,10 16-1586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3.2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133 365 3896 0 0,'0'0'1348'0'0,"3"-3"-218"0"0,-2 0-856 0 0,0 1 0 0 0,0 0 0 0 0,0 0 0 0 0,0-1 0 0 0,0 1 0 0 0,0-1 0 0 0,-1 1 0 0 0,1-1 1 0 0,-1 1-1 0 0,0-1 0 0 0,0 1 0 0 0,0-1 0 0 0,0 1 0 0 0,-1-6 0 0 0,0 3 91 0 0,-4 6-228 0 0,-18 2-13 0 0,18-2-13 0 0,0 2-15 0 0,-1 0-43 0 0,0 0 1 0 0,0 1 0 0 0,0 0 0 0 0,0 0 0 0 0,1 1-1 0 0,0-1 1 0 0,0 1 0 0 0,0 0 0 0 0,1 1-1 0 0,-6 6 1 0 0,2 5 18 0 0,0 1 0 0 0,1 0 0 0 0,-7 29 0 0 0,13-43-14 0 0,1 1-13 0 0,-2 16 21 0 0,2-15 80 0 0,7 11-128 0 0,-6-14-16 0 0,0 2 14 0 0,3-2-42 0 0,10 9 4 0 0,-11-9-6 0 0,3-3-7 0 0,1 0 24 0 0,0-1 0 0 0,0 0 0 0 0,0 0 1 0 0,0 0-1 0 0,0-1 0 0 0,0 0 0 0 0,0 0 0 0 0,-1-1 0 0 0,1 1 0 0 0,-1-2 0 0 0,0 1 0 0 0,0-1 1 0 0,0 0-1 0 0,11-9 0 0 0,-7 4-1 0 0,0-1 1 0 0,-1 0-1 0 0,0-1 0 0 0,-1 0 1 0 0,0 0-1 0 0,0 0 0 0 0,-1-1 1 0 0,-1-1-1 0 0,0 1 0 0 0,-1-1 1 0 0,0 0-1 0 0,5-25 0 0 0,-3-36 31 0 0,-8 27-8 0 0,-1 33-9 0 0,-6-50 8 0 0,5 53-3 0 0,0-3 46 0 0,-2-8-8 0 0,-3 1 56 0 0,-11-28 245 0 0,17 45-200 0 0,-1 1-3 0 0,1 2-91 0 0,1 0 0 0 0,0 0 0 0 0,-1 0 1 0 0,1 0-1 0 0,0-1 0 0 0,0 1 0 0 0,0 0 1 0 0,-1-1-1 0 0,2 1 0 0 0,-3-4 0 0 0,-1 8 222 0 0,3-3-260 0 0,-1 1 33 0 0,0 0 0 0 0,0 0 0 0 0,0 0 0 0 0,0 0 0 0 0,1 0 0 0 0,-1 1 1 0 0,0-1-1 0 0,1 1 0 0 0,-1-1 0 0 0,1 1 0 0 0,-1 0 0 0 0,1-1 0 0 0,0 1 0 0 0,0 0 0 0 0,-1 0 0 0 0,2 0 1 0 0,-1 0-1 0 0,0 0 0 0 0,0 0 0 0 0,0 0 0 0 0,1 0 0 0 0,-1 1 0 0 0,1-1 0 0 0,0 0 0 0 0,0 2 0 0 0,-2 5 32 0 0,-1 29 287 0 0,3-4-182 0 0,2 1-1 0 0,2-1 0 0 0,11 53 1 0 0,-11-71-230 0 0,0-1 0 0 0,1 1 1 0 0,1-1-1 0 0,1 0 0 0 0,0 0 1 0 0,1 0-1 0 0,1-1 0 0 0,0-1 0 0 0,19 23 1 0 0,-25-33-100 0 0,1 0 0 0 0,0 0 0 0 0,0 0 0 0 0,0 0 0 0 0,1 0 0 0 0,-1-1 0 0 0,0 0 0 0 0,1 0 0 0 0,9 3 0 0 0,-9-3-5 0 0,18 2-733 0 0,-17-4 708 0 0,-2 1-348 0 0,3-2 8 0 0,-5 1 495 0 0,4-1-200 0 0,0 0-1 0 0,0 0 0 0 0,-1 0 0 0 0,1-1 0 0 0,0 1 0 0 0,-1-1 0 0 0,1 0 0 0 0,-1-1 1 0 0,0 0-1 0 0,0 0 0 0 0,0 0 0 0 0,0 0 0 0 0,0-1 0 0 0,-1 1 0 0 0,1-1 0 0 0,-1 0 0 0 0,0-1 1 0 0,5-7-1 0 0,12-29-238 0 0,-19 36 902 0 0,-1 1-243 0 0,5-17 1522 0 0,-9 23-1588 0 0,2-1-112 0 0,0 0 0 0 0,0 0 0 0 0,0 0 0 0 0,0 0 0 0 0,0 0 0 0 0,0 1 0 0 0,0-1 0 0 0,0 0 0 0 0,1 0 0 0 0,-1 1 0 0 0,1-1 0 0 0,-1 0 0 0 0,1 1 0 0 0,-1-1 0 0 0,1 1 0 0 0,0-1 0 0 0,-1 0 0 0 0,1 1 0 0 0,0-1 0 0 0,0 1 0 0 0,0-1 0 0 0,0 1 0 0 0,0-1 0 0 0,1 3 0 0 0,0 1-1 0 0,2-3-11 0 0,-1-1-14 0 0,1 0 1 0 0,-1 0-1 0 0,1 0 0 0 0,-1 0 0 0 0,1 0 0 0 0,-1-1 0 0 0,1 1 1 0 0,-1-1-1 0 0,1 1 0 0 0,0-1 0 0 0,-1 0 0 0 0,1 0 0 0 0,0 0 1 0 0,-1 0-1 0 0,1-1 0 0 0,4-1 0 0 0,-1 1-1 0 0,0-2-1 0 0,0 1 1 0 0,0-1 0 0 0,-1 0-1 0 0,1 0 1 0 0,8-7 0 0 0,-11 7 20 0 0,1-1 0 0 0,-1 1 0 0 0,0-1 0 0 0,0 1-1 0 0,0-1 1 0 0,0 0 0 0 0,-1 0 0 0 0,1 0 0 0 0,-1-1 0 0 0,0 1 0 0 0,-1 0 0 0 0,1-1 0 0 0,-1 0 0 0 0,0 1 0 0 0,0-1 0 0 0,0 0 0 0 0,-1 1 0 0 0,1-1 0 0 0,-1 0 0 0 0,0 0 0 0 0,-1 1 0 0 0,1-1 0 0 0,-1 0 0 0 0,0 0 0 0 0,0 1 0 0 0,0-1 0 0 0,-1 1 0 0 0,1-1 0 0 0,-1 1 0 0 0,0 0 0 0 0,-1-1 0 0 0,-4-6 0 0 0,3 7 77 0 0,-1 3 26 0 0,-15-4 8 0 0,15 4 34 0 0,-1 2 52 0 0,2 0-182 0 0,0-1 18 0 0,0 1 0 0 0,0 0 0 0 0,0 0-1 0 0,0 0 1 0 0,0 0 0 0 0,0 0 0 0 0,1 1 0 0 0,-1 0-1 0 0,0 0 1 0 0,1 0 0 0 0,-1 0 0 0 0,1 0 0 0 0,0 1-1 0 0,-5 4 1 0 0,4-4 5 0 0,2-2-33 0 0,1 0-1 0 0,-1 0 0 0 0,1 1 1 0 0,-1-1-1 0 0,1 0 0 0 0,0 1 1 0 0,0-1-1 0 0,0 0 0 0 0,0 1 1 0 0,0 0-1 0 0,0-1 0 0 0,0 1 1 0 0,0 0-1 0 0,-1 3 0 0 0,2-4-7 0 0,-3 4 18 0 0,0 1 1 0 0,1 0 0 0 0,0-1 0 0 0,0 1-1 0 0,1 0 1 0 0,0 0 0 0 0,0 0 0 0 0,0 0-1 0 0,1 0 1 0 0,-1 0 0 0 0,2 0-1 0 0,-1 0 1 0 0,0 0 0 0 0,3 9 0 0 0,-1-8-32 0 0,-2-4 9 0 0,1-1 0 0 0,0 1 1 0 0,-1-1-1 0 0,1 0 0 0 0,0 1 0 0 0,0-1 1 0 0,1 0-1 0 0,-1 0 0 0 0,0 1 1 0 0,1-1-1 0 0,1 2 0 0 0,2 3-44 0 0,0 0-1 0 0,1 0 0 0 0,0 0 1 0 0,0-1-1 0 0,1 0 0 0 0,-1 0 1 0 0,1 0-1 0 0,0-1 0 0 0,1 0 1 0 0,13 6-1 0 0,-14-7-38 0 0,-4-2 34 0 0,0 0 0 0 0,-1-1 0 0 0,1 0 1 0 0,0 0-1 0 0,0 0 0 0 0,0 0 0 0 0,0 0 0 0 0,0 0 0 0 0,4 0 0 0 0,7 2-104 0 0,1-1 0 0 0,0 0-1 0 0,-1-1 1 0 0,1-1-1 0 0,0 0 1 0 0,-1-1-1 0 0,17-3 1 0 0,-28 3 135 0 0,14-3-142 0 0,-1-1 0 0 0,29-14 1 0 0,-37 16 84 0 0,-1-1 0 0 0,0-1 0 0 0,-1 0 0 0 0,1 1 1 0 0,-1-2-1 0 0,0 1 0 0 0,0-1 0 0 0,0 0 0 0 0,-1 0 1 0 0,7-11-1 0 0,-7 11 41 0 0,-3 4 18 0 0,0 0 1 0 0,-1 0-1 0 0,1 0 1 0 0,-1 0-1 0 0,1 0 0 0 0,-1-1 1 0 0,0 1-1 0 0,0-1 0 0 0,0 1 1 0 0,0-1-1 0 0,0-3 1 0 0,3-1-1 0 0,-3 4 13 0 0,0 0-1 0 0,1-1 0 0 0,-1 1 1 0 0,-1 0-1 0 0,1 0 1 0 0,0 0-1 0 0,-1-1 0 0 0,1-4 1 0 0,3-41 268 0 0,-2 39-210 0 0,-3-30 285 0 0,-4 7 382 0 0,-1 0 1 0 0,-13-39-1 0 0,18 68-399 0 0,-15-12 921 0 0,14 17-1219 0 0,0 0 0 0 0,1 0-1 0 0,-1 1 1 0 0,1-1 0 0 0,-1 1 0 0 0,1-1 0 0 0,-1 1 0 0 0,1 0 0 0 0,0-1-1 0 0,0 1 1 0 0,0 0 0 0 0,0 0 0 0 0,0 0 0 0 0,0 0 0 0 0,1 0-1 0 0,-1 0 1 0 0,1 0 0 0 0,-1 0 0 0 0,1 0 0 0 0,0 0 0 0 0,-1 0-1 0 0,1 0 1 0 0,0 1 0 0 0,0-1 0 0 0,1 0 0 0 0,-1 0 0 0 0,1 4-1 0 0,50 267-682 0 0,-20-133-2348 0 0,-9 1-3401 0 0,-16-95 1161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5.5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 4092 0 0,'4'-16'5022'0'0,"1"15"-2021"0"0,5 27-1192 0 0,4 39-1902 0 0,-1-5-49 0 0,37 110-1 0 0,-48-163-122 0 0,1-1 1 0 0,0-1 0 0 0,0 1-1 0 0,0 0 1 0 0,9 9-1 0 0,-10-12 132 0 0,0 0-439 0 0,2-1-44 0 0,-1 0 285 0 0,0-1 1 0 0,-1 0 0 0 0,1 1 0 0 0,0-1-1 0 0,0 0 1 0 0,0 0 0 0 0,-1-1-1 0 0,1 1 1 0 0,0-1 0 0 0,0 1 0 0 0,0-1-1 0 0,0 0 1 0 0,0 0 0 0 0,0 0-1 0 0,0-1 1 0 0,0 1 0 0 0,0-1 0 0 0,0 1-1 0 0,0-1 1 0 0,3-1 0 0 0,12-9-3332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5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232 72 2464 0 0,'0'-32'1201'0'0,"0"25"774"0"0,-2 2-1297 0 0,-5-20 1239 0 0,2 24-1597 0 0,3 1-270 0 0,0 0-1 0 0,0-1 1 0 0,-1 1-1 0 0,1 0 1 0 0,0 0-1 0 0,-1 0 0 0 0,1 0 1 0 0,-1 0-1 0 0,1 1 1 0 0,0-1-1 0 0,0 1 1 0 0,-1 0-1 0 0,1-1 0 0 0,0 1 1 0 0,0 0-1 0 0,0 0 1 0 0,0 0-1 0 0,0 1 1 0 0,0-1-1 0 0,0 0 0 0 0,0 1 1 0 0,-3 3-1 0 0,-39 36 354 0 0,6-3-109 0 0,-23 24-42 0 0,57-59-209 0 0,1 1 9 0 0,-8 9-20 0 0,8-10 186 0 0,7-4-229 0 0,47-13 132 0 0,-50 15-111 0 0,-1-1-1 0 0,1 1 1 0 0,0-1-1 0 0,0 0 0 0 0,-1 1 1 0 0,1-1-1 0 0,0 0 1 0 0,0 0-1 0 0,0 0 0 0 0,0 1 1 0 0,0-1-1 0 0,-1 0 1 0 0,1 0-1 0 0,0 0 0 0 0,0-1 1 0 0,0 1-1 0 0,0 0 0 0 0,0 0 1 0 0,1-1-1 0 0,-1 1 5 0 0,0 0-1 0 0,1-1 0 0 0,-1 1 0 0 0,0 0 1 0 0,0 0-1 0 0,0 0 0 0 0,1 0 0 0 0,-1 0 1 0 0,0 0-1 0 0,0 0 0 0 0,0 0 0 0 0,1 0 1 0 0,-1 1-1 0 0,0-1 0 0 0,0 1 1 0 0,0-1-1 0 0,0 1 0 0 0,2 0 0 0 0,16 10 174 0 0,-1 0 0 0 0,-1 1-1 0 0,18 15 1 0 0,-23-17-277 0 0,1 0 1 0 0,0 0 0 0 0,0-2-1 0 0,23 12 1 0 0,-32-19-256 0 0,3 0-94 0 0,40 2-1364 0 0,-37-3 711 0 0,-1-1-1 0 0,0 0 0 0 0,0-1 0 0 0,16-5 1 0 0,7-4-2654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6.1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81 3444 0 0,'0'0'4186'0'0,"-5"-1"-3644"0"0,5 1-471 0 0,-1 0 1 0 0,1 0-1 0 0,0 0 1 0 0,-1 0-1 0 0,1-1 1 0 0,-1 1-1 0 0,1 0 0 0 0,-1 0 1 0 0,1 0-1 0 0,-1 0 1 0 0,1 0-1 0 0,0-1 0 0 0,-1 1 1 0 0,1 0-1 0 0,-1 0 1 0 0,1-1-1 0 0,0 1 0 0 0,-1 0 1 0 0,1 0-1 0 0,0-1 1 0 0,-1 1-1 0 0,1 0 1 0 0,0-1-1 0 0,0 1 0 0 0,-1-1 1 0 0,1 1-1 0 0,0 0 1 0 0,0-1-1 0 0,0 1 0 0 0,-1-1 1 0 0,1 1-1 0 0,0-1 1 0 0,0 1-1 0 0,0 0 0 0 0,0-1 1 0 0,0 1-1 0 0,0-1 1 0 0,0 0-1 0 0,18-12 767 0 0,46-10-1523 0 0,-54 20 651 0 0,78-23-7138 0 0,-84 24 3308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6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99 3000 0 0,'-4'5'575'0'0,"-2"4"-130"0"0,4-2 5094 0 0,2-6-5514 0 0,0-1 1 0 0,0 1-1 0 0,0-1 0 0 0,0 1 1 0 0,0-1-1 0 0,0 1 1 0 0,1-1-1 0 0,-1 1 0 0 0,0-1 1 0 0,0 1-1 0 0,0-1 1 0 0,1 1-1 0 0,-1-1 0 0 0,0 1 1 0 0,0-1-1 0 0,1 0 1 0 0,-1 1-1 0 0,0-1 1 0 0,1 1-1 0 0,-1-1 0 0 0,1 0 1 0 0,-1 1-1 0 0,1-1 1 0 0,-1 0-8 0 0,1 1 0 0 0,-1-1 0 0 0,1 0 0 0 0,-1 1 0 0 0,1-1 0 0 0,-1 1 0 0 0,0-1 0 0 0,1 1 0 0 0,-1-1 0 0 0,0 0 0 0 0,1 1 0 0 0,-1-1 1 0 0,0 1-1 0 0,0-1 0 0 0,1 1 0 0 0,-1 0 0 0 0,0-1 0 0 0,0 1 0 0 0,0-1 0 0 0,0 1 0 0 0,0 0 0 0 0,6-2 180 0 0,49-16 200 0 0,-22 4-175 0 0,86-36-973 0 0,-101 40-945 0 0,0 0 0 0 0,0-1-1 0 0,25-20 1 0 0,-38 26-2119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6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80 3824 0 0,'0'0'5774'0'0,"2"-2"-5578"0"0,9-10-17 0 0,-8 10 0 0 0,1 1 9 0 0,45-12 660 0 0,-44 12-605 0 0,0-1 12 0 0,46-22 705 0 0,-46 21-708 0 0,-2 1 39 0 0,9-5-385 0 0,7-3 2520 0 0,-18 10-2396 0 0,-1 1 0 0 0,0-1 0 0 0,1 0 0 0 0,-1 0 0 0 0,1 1 0 0 0,-1-1 0 0 0,0 1 1 0 0,1-1-1 0 0,-1 0 0 0 0,0 1 0 0 0,1-1 0 0 0,-1 1 0 0 0,0-1 0 0 0,0 1 0 0 0,1-1 0 0 0,-1 0 0 0 0,0 1 0 0 0,0-1 0 0 0,0 1 0 0 0,0-1 0 0 0,0 1 0 0 0,0 0 1 0 0,0-1-1 0 0,0 1 0 0 0,0-1 0 0 0,0 1 0 0 0,0-1 0 0 0,0 1 0 0 0,0-1 0 0 0,0 1 0 0 0,0-1 0 0 0,0 1 0 0 0,-1-1 0 0 0,1 1 0 0 0,0-1 0 0 0,0 0 0 0 0,-1 2 1 0 0,-2 20 76 0 0,1 1 1 0 0,1 0 0 0 0,1 0-1 0 0,1 0 1 0 0,1 0 0 0 0,9 38 0 0 0,26 93-382 0 0,1-57-4039 0 0,-37-93 3136 0 0,1 0-326 0 0,2 9 349 0 0,-1-8-2555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6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16 152 2836 0 0,'0'0'3054'0'0,"-2"-3"-1969"0"0,-12-9 1654 0 0,18 9-2366 0 0,10-6-275 0 0,0 1-1 0 0,0 1 1 0 0,1 0 0 0 0,-1 1-1 0 0,1 1 1 0 0,18-5 0 0 0,-3 1-345 0 0,59-25-1761 0 0,-31 7-2386 0 0,-36 15 312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7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 4596 0 0,'0'0'4584'0'0,"5"-1"-3742"0"0,14-5-94 0 0,-9 7-52 0 0,11 11-493 0 0,0 0-1 0 0,0 1 0 0 0,-1 1 0 0 0,-1 1 0 0 0,-1 1 1 0 0,0 1-1 0 0,-1 0 0 0 0,0 1 0 0 0,-2 1 0 0 0,0 1 1 0 0,-1 0-1 0 0,-1 0 0 0 0,-1 1 0 0 0,-1 1 0 0 0,-1 0 1 0 0,11 36-1 0 0,-14-36-406 0 0,-1 0 0 0 0,-1 0 0 0 0,0 1-1 0 0,-2-1 1 0 0,-1 1 0 0 0,-1 0 0 0 0,-1 0 0 0 0,0-1 0 0 0,-2 1 0 0 0,-1 0 0 0 0,-1-1 0 0 0,0 1 0 0 0,-2-1 0 0 0,-1 0 0 0 0,0-1 0 0 0,-2 0-1 0 0,-22 40 1 0 0,18-41-512 0 0,-2 0 0 0 0,0-1-1 0 0,-1 0 1 0 0,-1-2-1 0 0,0 0 1 0 0,-2-1 0 0 0,0 0-1 0 0,-1-2 1 0 0,-37 21-1 0 0,13-10-3309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7.7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3 3104 0 0,'-9'-2'321'0'0,"0"2"0"0"0,0-1 0 0 0,0 1 0 0 0,0 0 0 0 0,0 1 0 0 0,0 0 0 0 0,1 1 0 0 0,-1 0 0 0 0,0 0 0 0 0,1 0 0 0 0,-1 1 0 0 0,1 1 0 0 0,-10 5 0 0 0,6-2-105 0 0,1 0-1 0 0,0 1 0 0 0,0 1 0 0 0,0 0 0 0 0,1 1 1 0 0,1-1-1 0 0,0 2 0 0 0,-8 11 0 0 0,2-2-49 0 0,2 2 1 0 0,1 0-1 0 0,1 0 0 0 0,0 1 0 0 0,2 0 0 0 0,1 1 0 0 0,1 0 1 0 0,0 1-1 0 0,-2 28 0 0 0,7-36-160 0 0,0 1-1 0 0,2 0 0 0 0,0-1 1 0 0,1 1-1 0 0,1-1 1 0 0,0 1-1 0 0,2-1 1 0 0,0 0-1 0 0,0 0 1 0 0,2 0-1 0 0,0-1 1 0 0,1 0-1 0 0,1 0 1 0 0,0 0-1 0 0,1-1 1 0 0,0 0-1 0 0,2-1 1 0 0,0 0-1 0 0,0-1 1 0 0,1 0-1 0 0,1-1 1 0 0,0 0-1 0 0,0-1 1 0 0,1 0-1 0 0,1-2 1 0 0,22 13-1 0 0,-15-11-395 0 0,0-2 0 0 0,0 0 0 0 0,0-1 0 0 0,1-1 0 0 0,44 7 0 0 0,-31-10-1906 0 0,53 1 0 0 0,-37-6-2077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09.1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197 63 3836 0 0,'-2'-6'1302'0'0,"-25"-38"2053"0"0,24 40-2851 0 0,-1 3-77 0 0,-14-5-47 0 0,13 5-52 0 0,0 2-120 0 0,-1 1-113 0 0,0 1 1 0 0,0 0 0 0 0,0 0-1 0 0,0 0 1 0 0,1 0 0 0 0,-1 1-1 0 0,1 0 1 0 0,0 0 0 0 0,0 0-1 0 0,0 1 1 0 0,1 0 0 0 0,-1 0-1 0 0,1 0 1 0 0,-4 8 0 0 0,0-1-2 0 0,1 1 0 0 0,0 0 0 0 0,1 0 0 0 0,1 0 1 0 0,-6 21-1 0 0,7-21-33 0 0,2 9-9 0 0,3-6 7 0 0,-1-7-50 0 0,1 1 0 0 0,0-1 0 0 0,1 1 0 0 0,0-1 0 0 0,6 16 0 0 0,-7-21-8 0 0,1-1 0 0 0,-1 0-1 0 0,1 1 1 0 0,0-1 0 0 0,0 0 0 0 0,0 0-1 0 0,1 0 1 0 0,-1 0 0 0 0,1-1 0 0 0,-1 1-1 0 0,1-1 1 0 0,0 1 0 0 0,0-1 0 0 0,0 0-1 0 0,0 0 1 0 0,1-1 0 0 0,-1 1 0 0 0,0 0-1 0 0,7 1 1 0 0,7 1 16 0 0,-13-2 47 0 0,4-3-57 0 0,30-3-12 0 0,-26 1 47 0 0,1-1-1 0 0,-1-1 1 0 0,0 0-1 0 0,0 0 1 0 0,0-1-1 0 0,-1 0 0 0 0,20-16 1 0 0,-25 17 38 0 0,-1 2-21 0 0,0-1 1 0 0,-1 0 0 0 0,1 0-1 0 0,-1 0 1 0 0,0 0 0 0 0,0-1-1 0 0,-1 0 1 0 0,5-7 0 0 0,-3 3-9 0 0,-2 5-22 0 0,0-1-1 0 0,0 0 1 0 0,0-1 0 0 0,-1 1-1 0 0,0 0 1 0 0,0-1-1 0 0,-1 1 1 0 0,1-1-1 0 0,-1 0 1 0 0,-1 1 0 0 0,1-1-1 0 0,-1 0 1 0 0,0 0-1 0 0,0 0 1 0 0,0 1 0 0 0,-1-1-1 0 0,0 0 1 0 0,-2-6-1 0 0,3 10-28 0 0,0 1 1 0 0,0 0-1 0 0,-1 0 0 0 0,1-1 0 0 0,-1 1 0 0 0,1 0 0 0 0,-1 0 1 0 0,1-1-1 0 0,-1 1 0 0 0,0 0 0 0 0,1 0 0 0 0,-1 0 0 0 0,0 0 1 0 0,0 0-1 0 0,0 0 0 0 0,0 0 0 0 0,0 0 0 0 0,0 0 0 0 0,-1 0 1 0 0,-1-2-3 0 0,-6-1 2 0 0,1 3-97 0 0,0 1 1 0 0,1 0-1 0 0,-1 1 1 0 0,0 0-1 0 0,1 0 1 0 0,-1 0-1 0 0,1 1 1 0 0,0 0-1 0 0,-1 1 1 0 0,-8 4-1 0 0,14-7 51 0 0,-38 25-772 0 0,37-23 553 0 0,0 0-1 0 0,0 1 1 0 0,0-1 0 0 0,1 1-1 0 0,-1 0 1 0 0,1-1 0 0 0,0 1-1 0 0,0 0 1 0 0,0 0-1 0 0,0 1 1 0 0,1-1 0 0 0,-3 5-1 0 0,3-4-491 0 0,4-2-710 0 0,1 0 1345 0 0,0-1 0 0 0,0 1 0 0 0,0-1 0 0 0,0 0 0 0 0,0-1 0 0 0,1 1 0 0 0,-1-1 0 0 0,0 1 0 0 0,0-1 0 0 0,0-1 0 0 0,1 1 0 0 0,-1 0 0 0 0,0-1 0 0 0,0 0 0 0 0,0 0 0 0 0,6-2 0 0 0,11-5 922 0 0,37-17 1 0 0,-42 17-478 0 0,14-8 501 0 0,-22 11-606 0 0,-1 1 1 0 0,1 0-1 0 0,-1 1 1 0 0,1 0-1 0 0,0 0 0 0 0,0 0 1 0 0,0 1-1 0 0,1 0 0 0 0,15-1 1 0 0,-21 4-185 0 0,-1-1-1 0 0,1 0 1 0 0,0 1 0 0 0,0 0-1 0 0,0 0 1 0 0,0 0 0 0 0,-1 0-1 0 0,1 0 1 0 0,-1 1 0 0 0,1-1-1 0 0,-1 1 1 0 0,1 0 0 0 0,-1-1-1 0 0,0 1 1 0 0,0 0 0 0 0,0 0-1 0 0,0 1 1 0 0,0-1 0 0 0,0 0-1 0 0,0 1 1 0 0,-1-1 0 0 0,1 1-1 0 0,0 2 1 0 0,4 8 75 0 0,0 0-1 0 0,-1 0 1 0 0,4 18-1 0 0,-7-26-43 0 0,-1-1 51 0 0,0 2-4 0 0,2 16 11 0 0,-2-16 35 0 0,0-2-43 0 0,0 15-3 0 0,-1-14 339 0 0,-1 0-269 0 0,-1 16 9 0 0,2-15 580 0 0,-6-2-589 0 0,6-4-169 0 0,0 1 0 0 0,0-1-1 0 0,0 0 1 0 0,0 1 0 0 0,-1-1-1 0 0,1 1 1 0 0,0-1 0 0 0,-1 0-1 0 0,1 1 1 0 0,0-1 0 0 0,-1 0-1 0 0,1 1 1 0 0,0-1-1 0 0,-1 0 1 0 0,1 0 0 0 0,0 1-1 0 0,-1-1 1 0 0,1 0 0 0 0,-1 0-1 0 0,1 0 1 0 0,0 0 0 0 0,-1 1-1 0 0,1-1 1 0 0,-1 0-1 0 0,1 0 1 0 0,-1 0 0 0 0,1 0-1 0 0,-1 0 1 0 0,1 0 0 0 0,0 0-1 0 0,-1 0 1 0 0,1 0 0 0 0,-1-1-1 0 0,-6-15 70 0 0,5 12 9 0 0,2-2-30 0 0,0-6-47 0 0,0 0 0 0 0,1 0 0 0 0,1 0 0 0 0,0 0 1 0 0,1 0-1 0 0,0 0 0 0 0,0 0 0 0 0,1 1 0 0 0,1 0 1 0 0,0 0-1 0 0,1 0 0 0 0,9-13 0 0 0,-13 20-38 0 0,0 4 25 0 0,0 0 1 0 0,-1-1 0 0 0,1 1-1 0 0,-1-1 1 0 0,1 1 0 0 0,-1-1-1 0 0,1 0 1 0 0,-1 0 0 0 0,0 1 0 0 0,1-1-1 0 0,-1 0 1 0 0,2-2 0 0 0,0 1 1 0 0,2-1 9 0 0,0 3-17 0 0,2 0 2 0 0,-1 1 0 0 0,0-1 0 0 0,0 1 1 0 0,0 1-1 0 0,0-1 0 0 0,0 1 1 0 0,0 0-1 0 0,-1 0 0 0 0,1 0 0 0 0,0 1 1 0 0,-1 0-1 0 0,0 0 0 0 0,9 8 1 0 0,-6-5-52 0 0,-1 1 0 0 0,0 0 0 0 0,-1 1 0 0 0,0-1 0 0 0,0 1 0 0 0,0 1 0 0 0,-1-1 0 0 0,5 12 0 0 0,-4-5-396 0 0,0-1 1 0 0,-1 1-1 0 0,-1 0 0 0 0,0 1 1 0 0,-1-1-1 0 0,0 1 0 0 0,-2-1 1 0 0,0 1-1 0 0,0 0 0 0 0,-2 0 0 0 0,-3 22 1 0 0,-5 4-2557 0 0,-2 1-2171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10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14 3996 0 0,'-12'-13'11364'0'0,"8"19"-11560"0"0,3-3-909 0 0,0 7 1384 0 0,8 47 78 0 0,3 0 0 0 0,2-1 0 0 0,38 102 0 0 0,-7-53-2778 0 0,-42-101 1905 0 0,1 0 2 0 0,7 13 8 0 0,-7-13-63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11.0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20 171 3696 0 0,'0'0'1202'0'0,"-4"-1"-174"0"0,3 1-859 0 0,0 0-1 0 0,0 0 1 0 0,0 0 0 0 0,1-1-1 0 0,-1 1 1 0 0,0 0 0 0 0,0 0-1 0 0,0 0 1 0 0,1-1 0 0 0,-1 1-1 0 0,0 0 1 0 0,0-1 0 0 0,1 1 0 0 0,-1-1-1 0 0,0 1 1 0 0,1-1 0 0 0,-1 1-1 0 0,0-1 1 0 0,0 0 0 0 0,10-7 963 0 0,38-7-1397 0 0,-34 11 626 0 0,86-26-18 0 0,236-68-1061 0 0,-297 92-1204 0 0,-31 5 474 0 0,-1 1-1043 0 0,22 1-1761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11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0 174 3212 0 0,'0'0'6966'0'0,"2"3"-6590"0"0,0-1-266 0 0,0-1 0 0 0,0 1 0 0 0,-1-1 0 0 0,1 0 0 0 0,0 1 1 0 0,0-1-1 0 0,0 0 0 0 0,1 0 0 0 0,-1 0 0 0 0,0-1 0 0 0,0 1 0 0 0,0 0 1 0 0,1-1-1 0 0,-1 0 0 0 0,0 1 0 0 0,1-1 0 0 0,-1 0 0 0 0,3 0 0 0 0,2 0 60 0 0,-2-2-27 0 0,-4 2-133 0 0,13-5 123 0 0,0 0-1 0 0,25-13 1 0 0,-35 16-126 0 0,0 0-1 0 0,0-1 1 0 0,0 1 0 0 0,0-1-1 0 0,-1 0 1 0 0,1 0-1 0 0,-1 0 1 0 0,0-1-1 0 0,0 1 1 0 0,0-1 0 0 0,0 0-1 0 0,-1 0 1 0 0,0 0-1 0 0,1 0 1 0 0,-1 0 0 0 0,1-5-1 0 0,3-13 19 0 0,-4 16 5 0 0,-2 1-6 0 0,-3-39 170 0 0,2 40-121 0 0,-2 1-61 0 0,2 1-4 0 0,0 0 0 0 0,0 1 1 0 0,0-1-1 0 0,0 0 1 0 0,0 1-1 0 0,-1 0 0 0 0,1-1 1 0 0,-1 1-1 0 0,-2-2 1 0 0,-25 7 77 0 0,26-3-73 0 0,0 0 1 0 0,0 1-1 0 0,0-1 1 0 0,0 1 0 0 0,0-1-1 0 0,1 1 1 0 0,-1 0-1 0 0,1 0 1 0 0,-1 0 0 0 0,1 0-1 0 0,0 1 1 0 0,0-1 0 0 0,0 1-1 0 0,0-1 1 0 0,-3 5-1 0 0,4-5-6 0 0,-7 7 57 0 0,-3 8-7 0 0,3 0 26 0 0,2-6-42 0 0,2 0 0 0 0,-1 1 0 0 0,2 0-1 0 0,0-1 1 0 0,0 1 0 0 0,1 1 0 0 0,0-1-1 0 0,0 17 1 0 0,3-26-54 0 0,-1 0-1 0 0,1 0 0 0 0,0 0 1 0 0,0 0-1 0 0,0 0 1 0 0,0 0-1 0 0,1-1 1 0 0,-1 1-1 0 0,1 0 1 0 0,-1 0-1 0 0,1-1 1 0 0,0 1-1 0 0,0-1 1 0 0,1 0-1 0 0,1 3 1 0 0,-1-3-15 0 0,-1 0-64 0 0,2 0-1 0 0,-1 0 1 0 0,0 0 0 0 0,0 0 0 0 0,1 0-1 0 0,-1-1 1 0 0,1 0 0 0 0,-1 1-1 0 0,1-1 1 0 0,-1 0 0 0 0,1-1-1 0 0,0 1 1 0 0,-1-1 0 0 0,1 0 0 0 0,4 0-1 0 0,-5 0 13 0 0,15 0-232 0 0,0-1 0 0 0,0 0 0 0 0,0-2-1 0 0,0 0 1 0 0,0-1 0 0 0,-1-1 0 0 0,0 0 0 0 0,0-1-1 0 0,0-1 1 0 0,29-17 0 0 0,-30 14-314 0 0,-1 0 1 0 0,1 0-1 0 0,-2-2 1 0 0,1 0-1 0 0,-2 0 0 0 0,1-2 1 0 0,-2 1-1 0 0,0-2 1 0 0,12-17-1 0 0,-8 9-2645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11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7 2908 0 0,'0'0'1260'0'0,"-5"-2"-188"0"0,1 1-826 0 0,0 0-1 0 0,1 0 0 0 0,-1 0 0 0 0,-1 1 0 0 0,1-1 1 0 0,0 1-1 0 0,0 0 0 0 0,0 1 0 0 0,0-1 0 0 0,0 0 0 0 0,0 1 1 0 0,0 0-1 0 0,0 0 0 0 0,0 1 0 0 0,1-1 0 0 0,-1 1 0 0 0,-6 3 1 0 0,4-1-66 0 0,-1 0 1 0 0,1 0 0 0 0,0 1 0 0 0,0-1 0 0 0,1 2-1 0 0,0-1 1 0 0,0 0 0 0 0,0 1 0 0 0,0 0 0 0 0,-6 13-1 0 0,9-16-8 0 0,-4 22 55 0 0,5-20-145 0 0,1 0-15 0 0,4 13-16 0 0,-3-13-48 0 0,2 0-129 0 0,6 5 161 0 0,0-1 0 0 0,0 0 0 0 0,1 0 1 0 0,18 12-1 0 0,85 44 314 0 0,-109-63-290 0 0,-4-1-52 0 0,0-1 0 0 0,0 0-1 0 0,0 1 1 0 0,0-1-1 0 0,0 1 1 0 0,0-1-1 0 0,0 0 1 0 0,1 1 0 0 0,-1-1-1 0 0,0 0 1 0 0,0 1-1 0 0,0-1 1 0 0,1 1-1 0 0,-1-1 1 0 0,0 0 0 0 0,1 0-1 0 0,-1 1 1 0 0,0-1-1 0 0,0 0 1 0 0,1 0-1 0 0,-1 1 1 0 0,0-1-1 0 0,1 0 1 0 0,-1 0 0 0 0,1 0-1 0 0,-1 1 1 0 0,1-1-1 0 0,0 0 20 0 0,0 1 1 0 0,0-1-1 0 0,0 1 0 0 0,0 0 0 0 0,0-1 0 0 0,0 1 1 0 0,0 0-1 0 0,0-1 0 0 0,-1 1 0 0 0,1 0 0 0 0,0 0 0 0 0,0 0 1 0 0,-1 0-1 0 0,1 0 0 0 0,0 1 0 0 0,0 0 5 0 0,0 0 0 0 0,-1-1 0 0 0,1 1 0 0 0,-1 0 0 0 0,1 0 0 0 0,-1-1 0 0 0,0 1 1 0 0,0 0-1 0 0,1 0 0 0 0,-1 0 0 0 0,-1 0 0 0 0,1-1 0 0 0,0 1 0 0 0,0 0 0 0 0,-1 0 0 0 0,1 0 0 0 0,-1-1 0 0 0,1 1 0 0 0,-2 2 0 0 0,0 0 14 0 0,2-4-44 0 0,0 0 0 0 0,0 1 0 0 0,0-1 1 0 0,0 1-1 0 0,-1-1 0 0 0,1 1 0 0 0,0-1 1 0 0,0 0-1 0 0,0 1 0 0 0,-1-1 0 0 0,1 0 1 0 0,0 1-1 0 0,-1-1 0 0 0,1 0 0 0 0,0 1 1 0 0,-1-1-1 0 0,1 0 0 0 0,0 0 0 0 0,-1 1 1 0 0,1-1-1 0 0,-1 0 0 0 0,1 0 0 0 0,-1 0 1 0 0,1 1-1 0 0,0-1 0 0 0,-2 0 0 0 0,2 0-5 0 0,0 0 0 0 0,-1 0 0 0 0,1 0 0 0 0,-1 0 0 0 0,1 1 1 0 0,-1-1-1 0 0,1 0 0 0 0,0 0 0 0 0,-1 0 0 0 0,1 1 0 0 0,-1-1 0 0 0,1 0 0 0 0,0 0 0 0 0,-1 1 0 0 0,1-1 0 0 0,0 0 0 0 0,0 1 0 0 0,-1-1 0 0 0,1 1 0 0 0,0-1 0 0 0,0 0 0 0 0,-1 1 0 0 0,1-1 0 0 0,0 1 0 0 0,0-1 0 0 0,0 1 0 0 0,-5 1-150 0 0,-13 7-53 0 0,14-6-72 0 0,-21 1-480 0 0,20-3 297 0 0,0-2-100 0 0,-14-1-90 0 0,14 1-158 0 0,5 1 748 0 0,0-1 1 0 0,0 1 0 0 0,0-1 0 0 0,0 1 0 0 0,-1-1 0 0 0,1 1 0 0 0,0-1-1 0 0,0 1 1 0 0,-1-1 0 0 0,1 1 0 0 0,0 0 0 0 0,-1-1 0 0 0,1 1 0 0 0,0-1-1 0 0,-1 1 1 0 0,1 0 0 0 0,-1 0 0 0 0,1-1 0 0 0,0 1 0 0 0,-1 0 0 0 0,1-1-1 0 0,-1 1 1 0 0,1 0 0 0 0,-1 0 0 0 0,1 0 0 0 0,-1 0 0 0 0,0-1 0 0 0,0 1-40 0 0,0 0 1 0 0,0 0 0 0 0,0-1 0 0 0,0 1 0 0 0,0-1 0 0 0,0 1 0 0 0,1-1 0 0 0,-1 1 0 0 0,0-1 0 0 0,0 1 0 0 0,0-1 0 0 0,1 0 0 0 0,-1 1 0 0 0,0-1 0 0 0,1 0 0 0 0,-1 1 0 0 0,1-1 0 0 0,-1 0 0 0 0,1 0 0 0 0,-1-1 0 0 0,-7-13-2181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12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 3328 0 0,'3'-3'1713'0'0,"0"-2"-1120"0"0,9-7 5793 0 0,-8 13-5730 0 0,20 5 168 0 0,-23 0-489 0 0,11 55 465 0 0,-1 20-173 0 0,-10-64-577 0 0,1 1 0 0 0,1-1-1 0 0,0 0 1 0 0,1 0 0 0 0,1-1 0 0 0,0 1 0 0 0,1-1-1 0 0,12 21 1 0 0,-14-31-127 0 0,-1 1 0 0 0,2-2 0 0 0,-1 1-1 0 0,1 0 1 0 0,-1-1 0 0 0,2 0 0 0 0,-1 0 0 0 0,0 0-1 0 0,1-1 1 0 0,0 0 0 0 0,0 0 0 0 0,0 0 0 0 0,9 3-1 0 0,-11-5-402 0 0,2-3-93 0 0,17 0-52 0 0,-17 1-83 0 0,0-2-129 0 0,34-22-3256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12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29 186 4144 0 0,'-4'-1'1663'0'0,"-20"-2"4018"0"0,25-2-5414 0 0,2-13-84 0 0,-3 17-181 0 0,0 1 0 0 0,0-1 0 0 0,1 1 0 0 0,-1 0 0 0 0,0-1 0 0 0,0 1 0 0 0,0 0 0 0 0,0-1 0 0 0,0 1 0 0 0,1 0 0 0 0,-1-1 0 0 0,0 1 0 0 0,0 0 0 0 0,0-1 0 0 0,1 1 0 0 0,-1 0 0 0 0,0 0 1 0 0,0-1-1 0 0,1 1 0 0 0,-1 0 0 0 0,0 0 0 0 0,1 0 0 0 0,-1-1 0 0 0,0 1 0 0 0,1 0 0 0 0,-1 0 0 0 0,0 0 0 0 0,1 0 0 0 0,-1 0 0 0 0,1 0 0 0 0,231-103-3507 0 0,-153 69-689 0 0,-48 21-68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14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238 452 3916 0 0,'1'-3'1290'0'0,"16"-42"2379"0"0,-16 40-3072 0 0,-1 0-136 0 0,-4-44 668 0 0,3 44-964 0 0,-2 3-19 0 0,1 0-116 0 0,1 1-2 0 0,0-1 0 0 0,-1 1 1 0 0,1-1-1 0 0,-1 1 1 0 0,1 0-1 0 0,-1 0 1 0 0,0 0-1 0 0,1 0 1 0 0,-1 0-1 0 0,0 0 0 0 0,0 0 1 0 0,1 1-1 0 0,-1-1 1 0 0,0 1-1 0 0,0-1 1 0 0,0 1-1 0 0,0 0 1 0 0,0-1-1 0 0,0 1 1 0 0,0 0-1 0 0,0 0 0 0 0,0 1 1 0 0,0-1-1 0 0,-2 1 1 0 0,-6 3 45 0 0,0 0 1 0 0,1 1-1 0 0,-1 0 1 0 0,1 0-1 0 0,0 1 1 0 0,0 1-1 0 0,1-1 0 0 0,0 2 1 0 0,-13 13-1 0 0,9-7-12 0 0,1-1 0 0 0,1 2 0 0 0,0 0 0 0 0,1 0 0 0 0,-12 28 0 0 0,17-34-49 0 0,0 0-3 0 0,0-1-1 0 0,1 1 1 0 0,1 0-1 0 0,-1 0 1 0 0,0 10 0 0 0,2-10-25 0 0,0 0 0 0 0,1 1 0 0 0,0-1 0 0 0,1 1 0 0 0,0-1 0 0 0,0 0 1 0 0,1 1-1 0 0,0-1 0 0 0,1 0 0 0 0,4 11 0 0 0,-5-17-89 0 0,0-2 88 0 0,-1 0-1 0 0,1 0 1 0 0,-1 0-1 0 0,1 0 1 0 0,-1 0-1 0 0,1 0 1 0 0,-1 1-1 0 0,0-1 1 0 0,0 0-1 0 0,1 1 1 0 0,0 1-1 0 0,1 0-83 0 0,3-3-29 0 0,16 3-35 0 0,-16-3 82 0 0,1-2 25 0 0,1 0 41 0 0,-1 1 8 0 0,1-1 0 0 0,0 0 0 0 0,-1-1-1 0 0,0 0 1 0 0,1 0 0 0 0,-1 0 0 0 0,0-1 0 0 0,-1 0-1 0 0,9-7 1 0 0,-3 0-6 0 0,1-1 0 0 0,-1 0 0 0 0,-1-1 0 0 0,0 0 0 0 0,-1-1 0 0 0,0 0 0 0 0,-1-1 0 0 0,-1 0 0 0 0,0 0 0 0 0,-2-1 0 0 0,1 0-1 0 0,6-28 1 0 0,-7 11 38 0 0,-1 0 0 0 0,-2 0-1 0 0,-2 0 1 0 0,-1-1-1 0 0,-1 1 1 0 0,-2 0-1 0 0,-1 0 1 0 0,-15-55-1 0 0,18 84 31 0 0,0-1-1 0 0,-1 1 0 0 0,1-1 0 0 0,-1 1 0 0 0,0 0 0 0 0,-1 0 1 0 0,1 0-1 0 0,-1 0 0 0 0,0 1 0 0 0,-4-6 0 0 0,5 7-43 0 0,-1-1 124 0 0,-1 5-45 0 0,3-1-79 0 0,-2 0 8 0 0,1 0 0 0 0,0 0 0 0 0,0 0 0 0 0,0 0 0 0 0,1 1-1 0 0,-1-1 1 0 0,0 1 0 0 0,0-1 0 0 0,1 1 0 0 0,-1 0 0 0 0,1-1 0 0 0,-1 1 0 0 0,1 0-1 0 0,0 0 1 0 0,0 0 0 0 0,0 0 0 0 0,0 0 0 0 0,0 0 0 0 0,0 1 0 0 0,0-1 0 0 0,1 0-1 0 0,-1 0 1 0 0,1 3 0 0 0,-2 3 9 0 0,-2 30 78 0 0,3-13-102 0 0,2 0 1 0 0,1 0 0 0 0,1 0-1 0 0,1 0 1 0 0,1 0 0 0 0,1 0-1 0 0,2-1 1 0 0,10 25 0 0 0,-13-37-161 0 0,1 0 0 0 0,0 0 1 0 0,1-1-1 0 0,0 0 0 0 0,1 0 1 0 0,0 0-1 0 0,0-1 1 0 0,2 0-1 0 0,-1-1 0 0 0,1 0 1 0 0,0 0-1 0 0,1-1 0 0 0,0-1 1 0 0,0 0-1 0 0,1 0 1 0 0,0-1-1 0 0,16 6 0 0 0,-15-8-326 0 0,-11-3 441 0 0,0 0 0 0 0,0 0 0 0 0,0-1 0 0 0,0 1 0 0 0,0-1 0 0 0,0 0 0 0 0,1 0 0 0 0,-1 1 0 0 0,0-1 0 0 0,2-1-1 0 0,8 1-345 0 0,55-5-701 0 0,-60 3 983 0 0,1 0 0 0 0,-1 0 0 0 0,1-1-1 0 0,-1 0 1 0 0,0 0 0 0 0,0-1 0 0 0,0 1-1 0 0,7-7 1 0 0,-8 6 70 0 0,0 0-21 0 0,1-1 1 0 0,-1 1-1 0 0,-1-1 0 0 0,1-1 1 0 0,-1 1-1 0 0,0-1 1 0 0,0 0-1 0 0,7-10 1 0 0,-8 10 52 0 0,6-7-15 0 0,-9 12 21 0 0,0-1 1 0 0,0 1-1 0 0,1-1 1 0 0,-1 1-1 0 0,0-1 1 0 0,-1 0-1 0 0,1 0 1 0 0,0 0-1 0 0,0 1 1 0 0,0-4-1 0 0,4-10 83 0 0,11-42 580 0 0,-15 52-367 0 0,-1-1 54 0 0,0-20 3 0 0,0 20 11 0 0,-1 1-34 0 0,0 0-127 0 0,-1 0 0 0 0,0 0 0 0 0,-1 0 0 0 0,1 0 1 0 0,-6-7-1 0 0,6 9 484 0 0,-4 3-506 0 0,-16 3-37 0 0,16-3-54 0 0,2 4 35 0 0,-35 37 222 0 0,32-31-323 0 0,1 1-1 0 0,-1-1 0 0 0,2 1 0 0 0,0 0 0 0 0,0 0 0 0 0,1 1 1 0 0,0-1-1 0 0,1 1 0 0 0,0 0 0 0 0,1 0 0 0 0,-1 13 0 0 0,2-20-25 0 0,1 0-20 0 0,-1 14-10 0 0,1-14-2 0 0,10 1-224 0 0,-9-6 243 0 0,-1 1 1 0 0,1-1 0 0 0,-1 0-1 0 0,1 1 1 0 0,-1-1 0 0 0,1 1 0 0 0,-1-1-1 0 0,1 0 1 0 0,-1 1 0 0 0,1-1-1 0 0,-1 0 1 0 0,1 1 0 0 0,0-1 0 0 0,-1 0-1 0 0,1 0 1 0 0,0 0 0 0 0,-1 1-1 0 0,1-1 1 0 0,0 0 0 0 0,-1 0 0 0 0,1 0-1 0 0,-1 0 1 0 0,1 0 0 0 0,0 0-1 0 0,-1-1 1 0 0,1 1 0 0 0,0 0 0 0 0,-1 0-1 0 0,1 0 1 0 0,0-1 0 0 0,0 1-1 0 0,13-6-21 0 0,1 0 0 0 0,-2-1 0 0 0,1 0 0 0 0,-1-1 0 0 0,0 0 0 0 0,0-1 0 0 0,-1-1 0 0 0,0 0 0 0 0,19-23 0 0 0,-28 30 242 0 0,0-1 35 0 0,9-11 19 0 0,-9 11 130 0 0,1-2-190 0 0,-4 6-182 0 0,0-1 1 0 0,0 1-1 0 0,1-1 1 0 0,-1 1-1 0 0,0-1 1 0 0,0 1-1 0 0,0-1 1 0 0,1 1-1 0 0,-1 0 1 0 0,0-1-1 0 0,0 1 1 0 0,1-1-1 0 0,-1 1 0 0 0,0 0 1 0 0,1-1-1 0 0,-1 1 1 0 0,1 0-1 0 0,-1-1 1 0 0,0 1-1 0 0,1 0 1 0 0,-1 0-1 0 0,1 0 1 0 0,-1-1-1 0 0,1 1 1 0 0,-1 0-1 0 0,1 0 1 0 0,-1 0-1 0 0,1 0 0 0 0,-1 0 1 0 0,1 0-1 0 0,0 0 1 0 0,6 18 1 0 0,-6-13-25 0 0,1 0-16 0 0,2 12 10 0 0,8 10-1 0 0,-10-23 30 0 0,-2-4-20 0 0,1 0 0 0 0,-1 1 1 0 0,0-1-1 0 0,1 0 0 0 0,-1 0 0 0 0,0 0 1 0 0,1 0-1 0 0,-1 0 0 0 0,0 0 1 0 0,1 0-1 0 0,-1 1 0 0 0,0-1 1 0 0,1 0-1 0 0,-1 0 0 0 0,0 0 1 0 0,1 1-1 0 0,-1-1 0 0 0,0 0 1 0 0,0 0-1 0 0,1 1 0 0 0,-1-1 1 0 0,0 0-1 0 0,0 0 0 0 0,0 1 1 0 0,1-1-1 0 0,-1 0 0 0 0,0 1 1 0 0,0-1-1 0 0,0 1 0 0 0,1 0-4 0 0,-1 0 0 0 0,0 0 1 0 0,1 0-1 0 0,-1-1 0 0 0,1 1 0 0 0,-1 0 0 0 0,1 0 0 0 0,0-1 0 0 0,-1 1 0 0 0,1 0 1 0 0,0-1-1 0 0,0 1 0 0 0,-1 0 0 0 0,1-1 0 0 0,0 1 0 0 0,0-1 0 0 0,0 0 0 0 0,1 1 1 0 0,16 6-59 0 0,-14-5-35 0 0,2-2 4 0 0,2 1 56 0 0,0-1 0 0 0,0 0 0 0 0,0-1 0 0 0,0 0 0 0 0,0 0 0 0 0,0-1 0 0 0,0 1 0 0 0,-1-2 0 0 0,1 1 0 0 0,0-1 0 0 0,-1 0 0 0 0,0-1-1 0 0,0 0 1 0 0,0 0 0 0 0,0 0 0 0 0,-1-1 0 0 0,1 0 0 0 0,9-11 0 0 0,-13 13 24 0 0,4-4-20 0 0,-1-1 0 0 0,0 1 0 0 0,-1-1-1 0 0,0 0 1 0 0,0-1 0 0 0,0 1 0 0 0,-1-1 0 0 0,4-12 0 0 0,-5 13 22 0 0,-1 4 12 0 0,0 0 0 0 0,-1 0 0 0 0,0 0 0 0 0,0 0-1 0 0,0 0 1 0 0,0 0 0 0 0,0-6 0 0 0,5-42 117 0 0,-4 42-79 0 0,-1-31 244 0 0,-3-11 244 0 0,-16-53 1445 0 0,17 100-1601 0 0,-1 1-41 0 0,-8-14-45 0 0,8 13 673 0 0,-3 7-783 0 0,-15 5-45 0 0,19-7-122 0 0,0 1 0 0 0,0-1 1 0 0,0 1-1 0 0,0-1 1 0 0,1 1-1 0 0,-1 0 1 0 0,0-1-1 0 0,1 1 0 0 0,-1 0 1 0 0,0 0-1 0 0,1-1 1 0 0,-1 1-1 0 0,1 0 1 0 0,-1 0-1 0 0,1 0 0 0 0,0 0 1 0 0,-1 0-1 0 0,1 0 1 0 0,0 0-1 0 0,0-1 1 0 0,-1 1-1 0 0,1 0 0 0 0,0 0 1 0 0,0 2-1 0 0,-2 3 30 0 0,1 1 0 0 0,0-1 0 0 0,0 1 0 0 0,0-1 0 0 0,1 1 0 0 0,0-1 0 0 0,0 1 0 0 0,2 9 0 0 0,-1-10-28 0 0,1 12-125 0 0,1 1 1 0 0,0 0-1 0 0,2-1 0 0 0,0 0 1 0 0,1 0-1 0 0,1 0 1 0 0,1-1-1 0 0,0 0 1 0 0,1 0-1 0 0,18 24 1 0 0,-23-35-231 0 0,1 0 0 0 0,-1-1 0 0 0,1 1 1 0 0,0-1-1 0 0,1 0 0 0 0,-1-1 0 0 0,1 1 1 0 0,0-1-1 0 0,0 0 0 0 0,1 0 0 0 0,-1-1 1 0 0,1 0-1 0 0,0 0 0 0 0,0-1 0 0 0,11 4 1 0 0,-13-6-486 0 0,1 0-113 0 0,19-1-78 0 0,-19 1-84 0 0,-1-2-140 0 0,15-7-920 0 0,-15 6-1504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14.6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90 177 3480 0 0,'0'0'1635'0'0,"-7"-1"-171"0"0,-19-2-266 0 0,19 2-187 0 0,2 0-180 0 0,-1 0-294 0 0,0 0-1 0 0,0-1 1 0 0,0 0 0 0 0,-11-4-1 0 0,14 4-438 0 0,3 2-99 0 0,1 0 0 0 0,-1 0 0 0 0,1 0-1 0 0,-1 0 1 0 0,0 0 0 0 0,1 0 0 0 0,-1-1-1 0 0,1 1 1 0 0,-1 0 0 0 0,1 0 0 0 0,-1 0-1 0 0,1-1 1 0 0,-1 1 0 0 0,0 0 0 0 0,1 0-1 0 0,-1-1 1 0 0,1 1 0 0 0,-1 0 0 0 0,0-1-1 0 0,1 1 1 0 0,-1 0 0 0 0,0-1 0 0 0,0 1-1 0 0,1-1 1 0 0,15-12-90 0 0,67-21-1513 0 0,119-32-1 0 0,-98 35-4136 0 0,-82 24 2453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15.1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24 3884 0 0,'0'0'9335'0'0,"-1"-4"-8713"0"0,0 3-413 0 0,0-1 0 0 0,1 1 0 0 0,-1-1 0 0 0,0 1 0 0 0,1-1-1 0 0,-1 1 1 0 0,1-1 0 0 0,0 1 0 0 0,-1-1 0 0 0,1-2 0 0 0,-5 4-126 0 0,-17 3-10 0 0,17-3-21 0 0,1 3-3 0 0,-7 8-21 0 0,-1 0 0 0 0,2 1 1 0 0,-1 0-1 0 0,2 1 0 0 0,0 0 0 0 0,0 0 0 0 0,1 1 0 0 0,-8 21 1 0 0,14-30-108 0 0,1-5 72 0 0,1 1 0 0 0,-1-1 0 0 0,1 1 0 0 0,0-1 1 0 0,-1 1-1 0 0,1 0 0 0 0,-1-1 0 0 0,1 1 0 0 0,0-1 0 0 0,0 1 1 0 0,-1 0-1 0 0,1-1 0 0 0,0 1 0 0 0,0 0 0 0 0,0-1 0 0 0,0 1 0 0 0,0 0 1 0 0,0-1-1 0 0,0 1 0 0 0,0 0 0 0 0,0 0 0 0 0,0 0 0 0 0,0 0-11 0 0,1 0-1 0 0,-1-1 0 0 0,0 1 0 0 0,0 0 0 0 0,0 0 0 0 0,0-1 0 0 0,0 1 1 0 0,0 0-1 0 0,0-1 0 0 0,0 1 0 0 0,-1 0 0 0 0,1-1 0 0 0,0 1 0 0 0,0 0 1 0 0,-1-1-1 0 0,1 1 0 0 0,0 0 0 0 0,0-1 0 0 0,-1 1 0 0 0,1-1 0 0 0,-1 1 0 0 0,1-1 1 0 0,-1 1-1 0 0,4 22-355 0 0,-3-19 156 0 0,12-1-692 0 0,-12-2 892 0 0,1-1-1 0 0,0 1 1 0 0,0-1 0 0 0,0 0 0 0 0,0 1-1 0 0,-1-1 1 0 0,1 0 0 0 0,0 0 0 0 0,0 0-1 0 0,0 0 1 0 0,0 0 0 0 0,0 0 0 0 0,0 0-1 0 0,0 0 1 0 0,-1 0 0 0 0,1 0 0 0 0,0 0-1 0 0,0 0 1 0 0,0-1 0 0 0,0 1 0 0 0,0 0-1 0 0,-1-1 1 0 0,1 1 0 0 0,1-1 0 0 0,9-5 81 0 0,-1 0 0 0 0,1 0 0 0 0,-2-1 1 0 0,1 0-1 0 0,-1 0 0 0 0,0-1 0 0 0,0-1 0 0 0,-1 1 1 0 0,0-2-1 0 0,-1 1 0 0 0,13-20 0 0 0,-18 25 189 0 0,0-1 38 0 0,5-14-36 0 0,-5 14 152 0 0,-1 2-254 0 0,5-13-12 0 0,-5 12 693 0 0,3 8-725 0 0,12 13-102 0 0,1 0 0 0 0,1 0 0 0 0,0-2-1 0 0,1 0 1 0 0,1-1 0 0 0,26 13 0 0 0,-30-19-619 0 0,1 0 0 0 0,0-2 1 0 0,0 0-1 0 0,1-1 0 0 0,34 6 1 0 0,-46-10 444 0 0,36 3-2379 0 0,-4-9-2942 0 0,-10-2 172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18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821 157 2736 0 0,'-5'-6'313'0'0,"1"0"-1"0"0,-1 1 1 0 0,-1-1-1 0 0,1 1 1 0 0,0 0-1 0 0,-1 0 1 0 0,0 1-1 0 0,-1 0 1 0 0,1 0-1 0 0,0 0 1 0 0,-1 1-1 0 0,0 0 1 0 0,-8-2-1 0 0,6 1-154 0 0,6 2-91 0 0,-1 1-1 0 0,1 0 1 0 0,-1 0 0 0 0,1 0-1 0 0,-1 0 1 0 0,0 1 0 0 0,1-1-1 0 0,-1 1 1 0 0,-3 0-1 0 0,-3-2 39 0 0,6 1-54 0 0,0 1-1 0 0,0-1 1 0 0,0 1 0 0 0,0 0-1 0 0,0 0 1 0 0,0 0 0 0 0,0 1-1 0 0,-5 0 1 0 0,-10 2 85 0 0,1 0 1 0 0,0 1-1 0 0,0 1 0 0 0,0 1 0 0 0,0 1 1 0 0,1 0-1 0 0,0 1 0 0 0,1 1 1 0 0,0 0-1 0 0,0 2 0 0 0,1-1 0 0 0,-25 24 1 0 0,20-13-38 0 0,1 0 1 0 0,1 2 0 0 0,1 0-1 0 0,2 0 1 0 0,0 2 0 0 0,1 0-1 0 0,1 0 1 0 0,2 2-1 0 0,-11 33 1 0 0,16-38-79 0 0,0 0 1 0 0,2 0-1 0 0,0 1 0 0 0,2-1 0 0 0,0 1 1 0 0,2 0-1 0 0,0-1 0 0 0,2 1 0 0 0,0-1 1 0 0,1 1-1 0 0,2-1 0 0 0,7 24 0 0 0,-5-27-58 0 0,1 1 0 0 0,0-2 0 0 0,2 1 0 0 0,0-1 0 0 0,1-1 0 0 0,1 1 0 0 0,0-2 0 0 0,2 0 0 0 0,15 15 0 0 0,-26-28-57 0 0,-1 0-3 0 0,6 11 9 0 0,-6-11 11 0 0,-3 3-12 0 0,-1 1 87 0 0,0-1 0 0 0,-1 1 0 0 0,0-1 0 0 0,0 0 0 0 0,0 1 0 0 0,-1-1 0 0 0,0-1 0 0 0,0 1 0 0 0,0-1 0 0 0,-8 8 0 0 0,-35 35 83 0 0,-94 103 442 0 0,123-129-461 0 0,2 0 0 0 0,1 1 0 0 0,0 0 0 0 0,2 2 0 0 0,-15 35-1 0 0,23-46-58 0 0,1 0-1 0 0,1 0 1 0 0,0 0-1 0 0,1 0 1 0 0,1 0-1 0 0,0 0 1 0 0,0 0-1 0 0,2 1 1 0 0,0-1-1 0 0,0 0 0 0 0,1 0 1 0 0,1 0-1 0 0,0 0 1 0 0,1 0-1 0 0,1-1 1 0 0,8 17-1 0 0,-4-10-20 0 0,2-1 0 0 0,0 0-1 0 0,2-1 1 0 0,0 0 0 0 0,1-1-1 0 0,0 0 1 0 0,2-1 0 0 0,0-1-1 0 0,27 20 1 0 0,-22-17-48 0 0,-17-15 40 0 0,14 8-23 0 0,-15-8 21 0 0,-1 1-44 0 0,3 15 40 0 0,-19-4 26 0 0,3-4-3 0 0,-80 90 95 0 0,79-86-12 0 0,1 1 0 0 0,1 0 1 0 0,1 0-1 0 0,0 1 0 0 0,-6 20 0 0 0,5-10-21 0 0,3 2-1 0 0,0-1 0 0 0,1 1 0 0 0,2 0 0 0 0,1 1 0 0 0,2-1 0 0 0,0 0 1 0 0,2 1-1 0 0,2-1 0 0 0,0 0 0 0 0,12 47 0 0 0,3-14-39 0 0,2 0 1 0 0,3-1-1 0 0,3-2 0 0 0,40 69 0 0 0,-41-81-25 0 0,-2-2 27 0 0,-20-36 3 0 0,1 10 2 0 0,-1-7-19 0 0,-1 1 0 0 0,0-1 0 0 0,-1 1 0 0 0,0-1 0 0 0,-1 1 0 0 0,-1 0 0 0 0,1-1 0 0 0,-6 23 0 0 0,-32 171 617 0 0,33-166-454 0 0,3 0 1 0 0,0 0 0 0 0,7 59 0 0 0,4-40-107 0 0,3-1 0 0 0,2 0 0 0 0,3 0 0 0 0,2-2 0 0 0,2 0 0 0 0,3-1 0 0 0,3-2 1 0 0,2-1-1 0 0,1-1 0 0 0,51 63 0 0 0,-23-25-39 0 0,-46-70-17 0 0,-10-16-2 0 0,0 1-5 0 0,8 12 0 0 0,-8-12-29 0 0,7 14-76 0 0,-7-15 150 0 0,0 1-21 0 0,6 8-9 0 0,-2-5-3 0 0,70 97 35 0 0,18 35-87 0 0,60 80-16 0 0,-128-187 16 0 0,1-2-1 0 0,1-1 1 0 0,2-2-1 0 0,54 41 1 0 0,-53-48-6 0 0,1-2 1 0 0,1-1-1 0 0,1-1 1 0 0,0-2-1 0 0,1-1 0 0 0,0-2 1 0 0,1-1-1 0 0,70 9 1 0 0,-48-13 47 0 0,1-3 1 0 0,0-3-1 0 0,0-2 1 0 0,109-18 0 0 0,-100 9-5 0 0,1 2 0 0 0,125 2 1 0 0,-156 9 10 0 0,0 1 0 0 0,0 2 0 0 0,0 2 0 0 0,0 2 0 0 0,-2 1 0 0 0,60 24 0 0 0,12 16-6 0 0,91 36-168 0 0,-173-78 84 0 0,1-1 0 0 0,-1 0 1 0 0,1-2-1 0 0,0-1 0 0 0,1-2 0 0 0,27 0 1 0 0,-1-6 86 0 0,-2-2 1 0 0,1-3 0 0 0,-1-2 0 0 0,0-2 0 0 0,-1-2 0 0 0,-1-3 0 0 0,0-2 0 0 0,49-27 0 0 0,-74 35 103 0 0,1 2 1 0 0,-1 1-1 0 0,2 0 1 0 0,-1 3-1 0 0,1 0 0 0 0,34-3 1 0 0,-52 9-71 0 0,0 0 0 0 0,0 0 1 0 0,0 1-1 0 0,0 0 0 0 0,0 0 0 0 0,9 4 1 0 0,-11-3-29 0 0,82 17-11 0 0,-50-11 5 0 0,1-2 0 0 0,0-2 0 0 0,58-2 1 0 0,-62-3-15 0 0,0-2 1 0 0,-1-1 0 0 0,1-2 0 0 0,-1-1 0 0 0,-1-2 0 0 0,1-1-1 0 0,-2-2 1 0 0,40-19 0 0 0,-50 19 11 0 0,-1-1 0 0 0,-1-1-1 0 0,0-1 1 0 0,0-1 0 0 0,-2 0 0 0 0,0-2 0 0 0,-1 0-1 0 0,-1-1 1 0 0,0-1 0 0 0,-2 0 0 0 0,0-1-1 0 0,14-27 1 0 0,8-25 407 0 0,-3-1 1 0 0,-3-1-1 0 0,25-92 0 0 0,-52 151-315 0 0,1 0 0 0 0,1 0 0 0 0,7-16 0 0 0,2-2-42 0 0,-11 24-51 0 0,53-108-26 0 0,33-77-17 0 0,-70 140 70 0 0,-3-1-1 0 0,-2 0 1 0 0,-2 0-1 0 0,8-91 1 0 0,-16 74 73 0 0,-3-1 1 0 0,-4 0 0 0 0,-11-83-1 0 0,-17 7 637 0 0,13 77-513 0 0,16 69-90 0 0,1-3-115 0 0,-2-30-66 0 0,2 18 16 0 0,1 0 1 0 0,1 0 0 0 0,0-1-1 0 0,2 1 1 0 0,0 1 0 0 0,7-21 0 0 0,-9 32 22 0 0,25-87-41 0 0,-4-1 0 0 0,18-168 0 0 0,-35 185 45 0 0,-4 1 0 0 0,-3-1-1 0 0,-23-152 1 0 0,9 150 93 0 0,-40-126 0 0 0,45 180 12 0 0,-9-47-1 0 0,18 68-65 0 0,1 1-44 0 0,-3-15 0 0 0,3 14 21 0 0,0 0-10 0 0,3-16-8 0 0,-3 15-14 0 0,1 1 8 0 0,5-89-37 0 0,-5 73 46 0 0,-1 0 1 0 0,-4-29-1 0 0,0 24-2 0 0,-2-18-88 0 0,-3 0 0 0 0,-1 0 0 0 0,-3 1 0 0 0,-1 0 0 0 0,-28-56 0 0 0,33 80 78 0 0,-1 1 0 0 0,-1 0 0 0 0,-1 0 0 0 0,0 1 0 0 0,-1 1 0 0 0,-1 0 1 0 0,0 1-1 0 0,-1 1 0 0 0,-1 0 0 0 0,-1 1 0 0 0,1 0 0 0 0,-2 2 0 0 0,-26-14 0 0 0,35 21 10 0 0,-31-12-1 0 0,16 13-83 0 0,-39-6-443 0 0,57 9 274 0 0,0 0 25 0 0,-22-1 118 0 0,21 0-149 0 0,2 1 4 0 0,-2-1 126 0 0,1 0 0 0 0,-1 0 1 0 0,0 0-1 0 0,1-1 1 0 0,-1 0-1 0 0,1 0 1 0 0,-1-1-1 0 0,1 0 0 0 0,0 0 1 0 0,-11-8-1 0 0,3-3-7 0 0,1-1-1 0 0,0 0 0 0 0,1-1 1 0 0,-18-32-1 0 0,-33-81-120 0 0,45 89 231 0 0,-1 1-1 0 0,-2 1 1 0 0,-30-43 0 0 0,33 59 31 0 0,-1 0 0 0 0,-1 0 0 0 0,-1 2 1 0 0,-1 1-1 0 0,-41-29 0 0 0,47 38 40 0 0,0 1-1 0 0,-1 0 1 0 0,0 1 0 0 0,0 1 0 0 0,-1 1-1 0 0,0 0 1 0 0,0 1 0 0 0,0 1-1 0 0,-1 1 1 0 0,-28-2 0 0 0,37 4-27 0 0,-31 2 32 0 0,-4 6 7 0 0,0 3 0 0 0,-52 18 0 0 0,47-11-15 0 0,5-3-46 0 0,40-13-51 0 0,0 0 96 0 0,-18 1 80 0 0,18-2-103 0 0,-1 0-28 0 0,-15-4 10 0 0,16 3 7 0 0,-1-1 7 0 0,-21-13-66 0 0,0 0 0 0 0,2-2 0 0 0,-30-24-1 0 0,39 27 67 0 0,-1 0 0 0 0,-1 2 0 0 0,0 0-1 0 0,-1 1 1 0 0,0 0 0 0 0,-1 2-1 0 0,0 0 1 0 0,-33-9 0 0 0,21 13 76 0 0,0 0 0 0 0,-51 0 1 0 0,59 6-9 0 0,0 1 0 0 0,0 1 1 0 0,0 2-1 0 0,0 0 0 0 0,-27 10 0 0 0,-109 49 146 0 0,56-21-78 0 0,46-23-86 0 0,53-19-42 0 0,-1 0-2 0 0,-91 8-44 0 0,91-9 14 0 0,0-1 2 0 0,-115-31-121 0 0,84 17 210 0 0,0 2 1 0 0,-1 2 0 0 0,0 1-1 0 0,-60-8 1 0 0,66 18 90 0 0,1 1 0 0 0,-1 2 0 0 0,1 1 0 0 0,0 1 0 0 0,0 2 0 0 0,-58 20 0 0 0,54-14-74 0 0,1 1-1 0 0,1 2 0 0 0,-46 30 0 0 0,-80 67-706 0 0,153-109 546 0 0,-18 12-185 0 0,21-14 215 0 0,-10 5-51 0 0,12-6 98 0 0,1 0 0 0 0,-1 0 1 0 0,0 0-1 0 0,0-1 0 0 0,0 1 0 0 0,0 0 0 0 0,0-1 1 0 0,-1 1-1 0 0,1-1 0 0 0,0 1 0 0 0,0-1 1 0 0,0 1-1 0 0,0-1 0 0 0,-1 0 0 0 0,-1 1 0 0 0,-16 3-57 0 0,15-3 16 0 0,-2-2 56 0 0,0 0-33 0 0,-1-1-1 0 0,1 0 0 0 0,-1 0 0 0 0,1-1 1 0 0,0 0-1 0 0,0 0 0 0 0,0 0 1 0 0,0-1-1 0 0,1 0 0 0 0,-1 0 0 0 0,-6-7 1 0 0,-53-63-95 0 0,-9-9 19 0 0,64 72 95 0 0,-2 1 0 0 0,1 1 0 0 0,-1 0-1 0 0,0 0 1 0 0,-17-8 0 0 0,16 10 17 0 0,11 6-18 0 0,-1 0-1 0 0,1 0 1 0 0,-1 0-1 0 0,1 0 1 0 0,-1 0-1 0 0,0 0 1 0 0,1 1-1 0 0,-1-1 1 0 0,0 1-1 0 0,0-1 1 0 0,0 1-1 0 0,1 0 1 0 0,-4 1-1 0 0,-2-2 18 0 0,-27 1 98 0 0,22 2-99 0 0,0 0 1 0 0,1 1-1 0 0,0 1 0 0 0,-1-1 0 0 0,1 2 0 0 0,0 0 0 0 0,1 0 0 0 0,-1 1 0 0 0,1 1 0 0 0,0 0 1 0 0,1 0-1 0 0,0 1 0 0 0,0 0 0 0 0,-12 14 0 0 0,1 2-42 0 0,0 2 0 0 0,2 1 0 0 0,-23 43 0 0 0,-37 92-2411 0 0,27-51-2773 0 0,40-87 2665 0 0,-2-1-1803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09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0 4004 0 0,'0'0'6550'0'0,"1"5"-5843"0"0,3 27-234 0 0,-1 0 1 0 0,-1 0-1 0 0,-4 50 0 0 0,-18 105-289 0 0,9-101-231 0 0,-7 90-1315 0 0,8-65-5615 0 0,9-104 2065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0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308 114 3200 0 0,'2'-6'377'0'0,"-1"1"-69"0"0,1 0-1 0 0,0 1 1 0 0,0-1-1 0 0,1 0 1 0 0,-1 1 0 0 0,1-1-1 0 0,0 1 1 0 0,0 0-1 0 0,1 0 1 0 0,6-6 0 0 0,-6 5-90 0 0,-3 3-138 0 0,1 0-1 0 0,-1 0 1 0 0,1 1 0 0 0,0-1 0 0 0,0 0-1 0 0,-1 1 1 0 0,1 0 0 0 0,0-1 0 0 0,0 1-1 0 0,0 0 1 0 0,0 0 0 0 0,4-1-1 0 0,1-2 92 0 0,-4 2-87 0 0,0 0 0 0 0,1 0 0 0 0,-1 1 0 0 0,0-1 0 0 0,0 1 0 0 0,1 0 0 0 0,-1 0 0 0 0,4 0 0 0 0,1-3 44 0 0,-6 3-80 0 0,1 0-1 0 0,0 0 1 0 0,0 0 0 0 0,-1 0 0 0 0,1 1 0 0 0,0-1 0 0 0,0 1 0 0 0,0 0 0 0 0,-1-1-1 0 0,1 1 1 0 0,4 1 0 0 0,3-2 39 0 0,28 3 334 0 0,-28 0-352 0 0,0 0 0 0 0,0 0 0 0 0,0 1 0 0 0,0 1 0 0 0,12 5 0 0 0,-17-6-49 0 0,0-1 1 0 0,-1 1-1 0 0,1 0 1 0 0,-1 0-1 0 0,0 1 1 0 0,0-1-1 0 0,0 1 1 0 0,0 0-1 0 0,-1 0 1 0 0,1 0-1 0 0,-1 1 1 0 0,0-1-1 0 0,0 1 1 0 0,2 5-1 0 0,-2-1 1 0 0,-1 0 0 0 0,0 1 0 0 0,2 18 0 0 0,-4-26-24 0 0,0 1 5 0 0,1 0-1 0 0,-1 0 1 0 0,0 0 0 0 0,0 0 0 0 0,0 0 0 0 0,-1 0 0 0 0,1 0 0 0 0,-1-1-1 0 0,1 1 1 0 0,-1 0 0 0 0,0 0 0 0 0,-2 4 0 0 0,-1 3 4 0 0,-7 20 2 0 0,-1-1-1 0 0,-1-1 0 0 0,-31 48 0 0 0,26-45-62 0 0,16-27 65 0 0,0-1 8 0 0,-6 13-2 0 0,6-12-10 0 0,5-1-130 0 0,-2 0 115 0 0,1-1 9 0 0,0-1-1 0 0,0 1 1 0 0,0 0 0 0 0,-1 0-1 0 0,2-1 1 0 0,-1 1 0 0 0,0-1-1 0 0,0 0 1 0 0,0 1 0 0 0,1-1-1 0 0,-1 0 1 0 0,0-1-1 0 0,1 1 1 0 0,-1 0 0 0 0,1-1-1 0 0,-1 1 1 0 0,1-1 0 0 0,4 1-1 0 0,-7-1 0 0 0,134 28-79 0 0,-117-24 117 0 0,0 2 1 0 0,-1 0-1 0 0,0 1 0 0 0,0 1 1 0 0,0 0-1 0 0,15 11 0 0 0,-21-12-16 0 0,-6-5-14 0 0,-1 1 0 0 0,1-1-1 0 0,-1 1 1 0 0,1 0 0 0 0,-1 0-1 0 0,0 0 1 0 0,0 0-1 0 0,-1 1 1 0 0,1-1 0 0 0,-1 1-1 0 0,3 4 1 0 0,-3-4 9 0 0,0 1-1 0 0,-1 0 1 0 0,1-1 0 0 0,-1 1-1 0 0,0 0 1 0 0,0 0 0 0 0,-1 0-1 0 0,0 0 1 0 0,0 0 0 0 0,0 0-1 0 0,0 0 1 0 0,-1 0 0 0 0,1 0-1 0 0,-1 0 1 0 0,-1 0 0 0 0,1 0-1 0 0,-1-1 1 0 0,0 1 0 0 0,0 0-1 0 0,0-1 1 0 0,0 0 0 0 0,-1 1-1 0 0,0-1 1 0 0,0 0 0 0 0,0 0-1 0 0,0 0 1 0 0,-1-1 0 0 0,1 1-1 0 0,-1-1 1 0 0,0 0 0 0 0,-7 4-1 0 0,-11 8 88 0 0,-1-2 0 0 0,0-1 0 0 0,-1 0-1 0 0,0-2 1 0 0,-1-1 0 0 0,-49 12-1 0 0,22-11 361 0 0,-1-2 1 0 0,-74 2-1 0 0,103-9-371 0 0,0-1 1 0 0,0-1-1 0 0,0-2 0 0 0,0 0 1 0 0,0-1-1 0 0,1-2 1 0 0,-1 0-1 0 0,-29-13 1 0 0,43 14-153 0 0,0 1 1 0 0,1-2 0 0 0,-1 1-1 0 0,1-1 1 0 0,0 0 0 0 0,1-1 0 0 0,0 0-1 0 0,0-1 1 0 0,0 0 0 0 0,1 0-1 0 0,1 0 1 0 0,-1-1 0 0 0,1 0-1 0 0,0 0 1 0 0,1-1 0 0 0,0 1-1 0 0,1-1 1 0 0,0 0 0 0 0,0-1 0 0 0,-3-17-1 0 0,5 11-183 0 0,0-1 1 0 0,1 1-1 0 0,1 0 0 0 0,0-1 0 0 0,2 1 1 0 0,0-1-1 0 0,0 1 0 0 0,2 0 0 0 0,0 0 0 0 0,1 1 1 0 0,8-18-1 0 0,-4 13-548 0 0,1 0-1 0 0,1 0 1 0 0,1 1-1 0 0,1 0 1 0 0,0 1 0 0 0,2 1-1 0 0,30-31 1 0 0,-5 15-3470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0 2228 0 0,'0'0'5748'0'0,"-1"6"-5249"0"0,-6 57 720 0 0,3-34-970 0 0,1 0 0 0 0,2 1 0 0 0,1-1 1 0 0,8 59-1 0 0,-8-83-189 0 0,0-5-55 0 0,0 1-1 0 0,0 0 0 0 0,0 0 0 0 0,0 0 0 0 0,1-1 0 0 0,-1 1 1 0 0,0 0-1 0 0,0 0 0 0 0,0 0 0 0 0,1-1 0 0 0,-1 1 0 0 0,0 0 1 0 0,1 0-1 0 0,-1-1 0 0 0,1 1 0 0 0,-1 0 0 0 0,1-1 0 0 0,-1 1 1 0 0,1 0-1 0 0,0 0 0 0 0,0 0 0 0 0,-1-1 0 0 0,1 1 0 0 0,-1 0 0 0 0,1 0 0 0 0,-1-1 0 0 0,1 1 0 0 0,-1 0 0 0 0,0 0 0 0 0,1-1 0 0 0,-1 1 0 0 0,0 0 0 0 0,0 0 0 0 0,1 0 0 0 0,-1 0 0 0 0,0 0 0 0 0,0 1 0 0 0,0-1-1 0 0,0-1-1 0 0,0 1 1 0 0,0-1-1 0 0,0 1 1 0 0,1-1-1 0 0,-1 1 1 0 0,0-1-1 0 0,0 1 1 0 0,1-1-1 0 0,-1 0 0 0 0,0 1 1 0 0,1-1-1 0 0,-1 1 1 0 0,0-1-1 0 0,1 0 1 0 0,-1 1-1 0 0,0-1 1 0 0,1 0-1 0 0,-1 1 1 0 0,1-1-1 0 0,-1 0 1 0 0,1 0-1 0 0,-1 0 0 0 0,0 1 1 0 0,1-1-1 0 0,-1 0 1 0 0,2 0-1 0 0,-2 0 1 0 0,1 0-1 0 0,-1 1 1 0 0,1-1 0 0 0,-1 0-1 0 0,1 0 1 0 0,-1 0 0 0 0,1 1-1 0 0,-1-1 1 0 0,0 0-1 0 0,1 1 1 0 0,-1-1 0 0 0,1 0-1 0 0,-1 1 1 0 0,0-1-1 0 0,1 1 1 0 0,-1-1 0 0 0,0 0-1 0 0,1 1 1 0 0,-1-1-1 0 0,0 1 1 0 0,1-1 0 0 0,-1 1-1 0 0,0-1 1 0 0,0 1-1 0 0,0 0 1 0 0,5 0 28 0 0,0 0-20 0 0,0 0-1 0 0,0 0 1 0 0,0-1-1 0 0,0 0 1 0 0,1 0-1 0 0,-1 0 1 0 0,0-1-1 0 0,0 0 1 0 0,0 0-1 0 0,0 0 1 0 0,0 0-1 0 0,0-1 1 0 0,0 0-1 0 0,8-4 1 0 0,-6 2 14 0 0,0 0-1 0 0,0-1 1 0 0,0 0 0 0 0,-1 0 0 0 0,0 0 0 0 0,0-1-1 0 0,0 0 1 0 0,-1 0 0 0 0,1 0 0 0 0,3-8-1 0 0,36-81 576 0 0,-47 107-602 0 0,1-1-1 0 0,0 1 0 0 0,0 0 0 0 0,2 0 1 0 0,-1 0-1 0 0,1-1 0 0 0,1 1 0 0 0,0 0 0 0 0,1-1 1 0 0,5 13-1 0 0,-6-20-41 0 0,0 0 1 0 0,1 0-1 0 0,0-1 1 0 0,0 1-1 0 0,0-1 0 0 0,0 0 1 0 0,0 0-1 0 0,1 0 1 0 0,-1-1-1 0 0,1 1 1 0 0,0-1-1 0 0,0 1 1 0 0,8 2-1 0 0,-12-5 44 0 0,3 2-70 0 0,3-2 10 0 0,1 0 45 0 0,-1-1-1 0 0,1 1 1 0 0,-1-1-1 0 0,1-1 0 0 0,-1 1 1 0 0,1-1-1 0 0,-1 0 0 0 0,0-1 1 0 0,1 1-1 0 0,-1-1 1 0 0,7-5-1 0 0,-4 1 78 0 0,0-1-1 0 0,-1 0 0 0 0,0 0 1 0 0,0-1-1 0 0,-1 0 1 0 0,0 0-1 0 0,0-1 1 0 0,-1 0-1 0 0,-1 0 1 0 0,9-21-1 0 0,-12 27 62 0 0,-1-1 16 0 0,5-15-32 0 0,-4 15 480 0 0,-3 11-549 0 0,0 9 1 0 0,-1 10 70 0 0,3 41 0 0 0,6-8-8 0 0,-6-51-155 0 0,1 0 1 0 0,0-1-1 0 0,0 1 1 0 0,1 0-1 0 0,6 11 1 0 0,-4-8-108 0 0,-4-7 38 0 0,1 0 1 0 0,-1 0-1 0 0,1-1 0 0 0,0 1 1 0 0,0 0-1 0 0,0-1 0 0 0,0 1 0 0 0,0-1 1 0 0,1 0-1 0 0,-1 0 0 0 0,1 0 1 0 0,0 0-1 0 0,-1 0 0 0 0,1 0 0 0 0,0-1 1 0 0,0 1-1 0 0,0-1 0 0 0,0 0 1 0 0,0 0-1 0 0,6 1 0 0 0,-4-1-507 0 0,1 0 0 0 0,-1-1 0 0 0,1 0 0 0 0,0 0 0 0 0,-1-1 0 0 0,1 1 0 0 0,-1-1 0 0 0,0 0 0 0 0,9-3 0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1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186 4 2016 0 0,'-5'-1'1206'0'0,"-6"-1"-810"0"0,1 2 0 0 0,0-1 0 0 0,-1 1-1 0 0,1 1 1 0 0,0 0 0 0 0,-1 0 0 0 0,1 1-1 0 0,0 0 1 0 0,0 1 0 0 0,0 0 0 0 0,-14 8-1 0 0,20-10-260 0 0,0 2 0 0 0,4-3-117 0 0,-3 2 9 0 0,0 0 0 0 0,0 0 0 0 0,0 0 0 0 0,0 0 0 0 0,1 0-1 0 0,-1 1 1 0 0,1-1 0 0 0,0 1 0 0 0,0 0 0 0 0,0 0 0 0 0,0-1 0 0 0,-3 7 0 0 0,6-7-21 0 0,-1-1-1 0 0,1 0 1 0 0,0 1-1 0 0,0-1 1 0 0,-1 0-1 0 0,1 1 1 0 0,0-1-1 0 0,0 0 1 0 0,1 0-1 0 0,-1 0 0 0 0,2 2 1 0 0,-3-3-2 0 0,3 3 14 0 0,3-1 6 0 0,4 1 26 0 0,0-1 1 0 0,-1 0 0 0 0,2-1-1 0 0,-1 0 1 0 0,0-1 0 0 0,0 0-1 0 0,0 0 1 0 0,11-2 0 0 0,-10 0 274 0 0,-1-1 0 0 0,0 0 0 0 0,1-1 0 0 0,-1 1 0 0 0,-1-2 0 0 0,1 0 0 0 0,0 0 0 0 0,15-12 0 0 0,-21 10 73 0 0,-4 6-377 0 0,1 1 0 0 0,-1 0 0 0 0,0-1 0 0 0,1 1 0 0 0,-1 0 0 0 0,0 0 0 0 0,1-1 0 0 0,-1 1 0 0 0,0-1 0 0 0,1 1 0 0 0,-1 0 0 0 0,0-1 0 0 0,0 1 0 0 0,1-1 0 0 0,-1 1 0 0 0,0-1 0 0 0,0 1 0 0 0,0-1 0 0 0,0 1 0 0 0,0 0 0 0 0,1-1 0 0 0,-1 1 0 0 0,0-1 0 0 0,0 1 0 0 0,0-1 0 0 0,0 1 1 0 0,-1-1-1 0 0,1 1 0 0 0,0-1 0 0 0,0 1 0 0 0,0-1 0 0 0,0 1 0 0 0,0-1 0 0 0,-1 1 0 0 0,1-1 0 0 0,0 1 0 0 0,-13-14 260 0 0,9 11-160 0 0,-17 2-38 0 0,13 0-81 0 0,-1 1-1 0 0,1 0 0 0 0,-1 0 0 0 0,1 1 0 0 0,-1 0 1 0 0,1 0-1 0 0,0 1 0 0 0,-1 0 0 0 0,-8 4 0 0 0,12-4-45 0 0,0 0-74 0 0,0 0-1 0 0,0 1 1 0 0,0 0-1 0 0,0 0 1 0 0,0 0 0 0 0,0 0-1 0 0,1 1 1 0 0,-1 0 0 0 0,1 0-1 0 0,0 0 1 0 0,-6 8-1 0 0,8-9-462 0 0,1 2-36 0 0,1-2 278 0 0,0 0 0 0 0,0 0-1 0 0,-1 0 1 0 0,2 0-1 0 0,-1 0 1 0 0,0 0-1 0 0,1 0 1 0 0,-1 0 0 0 0,1 0-1 0 0,0 0 1 0 0,0 0-1 0 0,0 0 1 0 0,2 2 0 0 0,-1 0-1999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1.6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82 3260 0 0,'7'-22'1484'0'0,"-5"18"-147"0"0,-1-2-134 0 0,8-33 2493 0 0,-8 28-1239 0 0,-7 28-2484 0 0,4-6 113 0 0,0-1 0 0 0,0 1 1 0 0,1-1-1 0 0,1 1 0 0 0,0 11 0 0 0,0-4-65 0 0,-5 153-277 0 0,4-160 146 0 0,3 31-480 0 0,-2-41 572 0 0,10 67-1056 0 0,-9-59 676 0 0,1 0 0 0 0,1 0 1 0 0,-1-1-1 0 0,2 1 0 0 0,-1-1 1 0 0,7 12-1 0 0,-9-19 292 0 0,0 0 1 0 0,-1 0-1 0 0,1 0 0 0 0,0 0 0 0 0,-1 0 0 0 0,1 0 0 0 0,0-1 1 0 0,0 1-1 0 0,0 0 0 0 0,0 0 0 0 0,0-1 0 0 0,0 1 1 0 0,0 0-1 0 0,0-1 0 0 0,0 1 0 0 0,0-1 0 0 0,3 1 1 0 0,-1 0-243 0 0,1 1-869 0 0,2-1-868 0 0,25 2-1437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2.0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192 508 2872 0 0,'6'-23'1476'0'0,"-5"19"793"0"0,-2-2-1413 0 0,-2-25 552 0 0,2 29-1301 0 0,0 1-1 0 0,0-1 1 0 0,0 1 0 0 0,-1-1 0 0 0,1 1-1 0 0,-1-1 1 0 0,1 1 0 0 0,-1 0-1 0 0,-2-2 1 0 0,1-1 311 0 0,-3 3-68 0 0,-15-6-53 0 0,16 5-46 0 0,-2 4-31 0 0,3-1-194 0 0,-1 0 19 0 0,0 0 0 0 0,0 0 0 0 0,1 0 1 0 0,-1 1-1 0 0,1 0 0 0 0,-1 0 0 0 0,1 0 0 0 0,0 1 0 0 0,0-1 1 0 0,0 1-1 0 0,0 0 0 0 0,-6 6 0 0 0,-28 39 188 0 0,31-38-125 0 0,6-8-103 0 0,-1-1 0 0 0,1 1-1 0 0,0 0 1 0 0,0-1 0 0 0,0 1 0 0 0,0 0 0 0 0,1 0 0 0 0,-1 0 0 0 0,0 0 0 0 0,0 4 0 0 0,-2 8 24 0 0,0-7-27 0 0,-5 40-293 0 0,9-20 88 0 0,1-9-75 0 0,-2-16 247 0 0,1 0 0 0 0,-1-1 0 0 0,0 1 0 0 0,1 0 0 0 0,-1-1 0 0 0,1 1 0 0 0,0 0 0 0 0,-1-1 0 0 0,1 1 0 0 0,0-1 0 0 0,0 1 0 0 0,2 1 0 0 0,-1 1-48 0 0,0 1-196 0 0,2-2-7 0 0,12 11-14 0 0,-12-11 0 0 0,1-2-4 0 0,18 3 36 0 0,-18-2 22 0 0,2-4 52 0 0,1 0 144 0 0,0-1 0 0 0,0 0-1 0 0,0 0 1 0 0,0-1 0 0 0,0 0-1 0 0,0-1 1 0 0,-1 1 0 0 0,0-1-1 0 0,13-12 1 0 0,-9 6 122 0 0,0-1-1 0 0,-1 0 0 0 0,0-1 1 0 0,-1 0-1 0 0,10-19 1 0 0,-1-3 260 0 0,-3 0 1 0 0,0-2 0 0 0,-3 0 0 0 0,-1 0 0 0 0,7-43 0 0 0,-4-9 1310 0 0,2-93 0 0 0,-16 177-1341 0 0,1 4-271 0 0,-1 0 0 0 0,0 0 0 0 0,0 1 0 0 0,1-1-1 0 0,-1 0 1 0 0,0 0 0 0 0,0 0 0 0 0,0 0 0 0 0,0 1-1 0 0,0-1 1 0 0,0 0 0 0 0,-1 0 0 0 0,1 0 0 0 0,0 1-1 0 0,0-1 1 0 0,-1 0 0 0 0,1 0 0 0 0,0 0 0 0 0,-1 1 0 0 0,1-1-1 0 0,0 0 1 0 0,-1 1 0 0 0,1-1 0 0 0,-2-1 0 0 0,-9 18 250 0 0,-6 36-139 0 0,-2 43-176 0 0,5-1 1 0 0,-3 101-1 0 0,5-46-875 0 0,1-31-399 0 0,-29 244-7160 0 0,27-277 3229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4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0 4336 0 0,'0'0'5414'0'0,"0"6"-5274"0"0,-4 51 189 0 0,-11 100 78 0 0,13-122-392 0 0,2-3 85 0 0,0-27 258 0 0,1 0-290 0 0,5 17 191 0 0,-1-24-253 0 0,3-1-28 0 0,6-4-5 0 0,26-31 52 0 0,32-43-131 0 0,-54 61 69 0 0,-15 16 10 0 0,15-14-33 0 0,-14 14 14 0 0,1 5-20 0 0,15 1 68 0 0,-15-2-4 0 0,-4 6-25 0 0,4 15 41 0 0,-4-16 0 0 0,0 0 0 0 0,2 15-11 0 0,-2-15 7 0 0,0 0 6 0 0,1 15-12 0 0,-1-15 7 0 0,0 0-8 0 0,2 12-2 0 0,-2-12 24 0 0,7 1-52 0 0,-7-6 25 0 0,-1 1 0 0 0,0-1 0 0 0,0 1 1 0 0,1-1-1 0 0,-1 0 0 0 0,0 1 1 0 0,1-1-1 0 0,-1 1 0 0 0,0-1 0 0 0,1 0 1 0 0,-1 0-1 0 0,0 1 0 0 0,1-1 0 0 0,-1 0 1 0 0,1 1-1 0 0,-1-1 0 0 0,1 0 0 0 0,-1 0 1 0 0,1 0-1 0 0,-1 0 0 0 0,1 0 1 0 0,-1 1-1 0 0,1-1 0 0 0,-1 0 0 0 0,1 0 1 0 0,-1 0-1 0 0,1 0 0 0 0,-1 0 0 0 0,1 0 1 0 0,-1 0-1 0 0,1-1 0 0 0,-1 1 1 0 0,0 0-1 0 0,1 0 0 0 0,0-1 0 0 0,8-2-9 0 0,0-1 0 0 0,-1-1 0 0 0,0 0 1 0 0,0 0-1 0 0,0-1 0 0 0,9-7 0 0 0,58-69 37 0 0,-72 79-38 0 0,-2 2 11 0 0,1 0-1 0 0,-1 0 0 0 0,1 0 1 0 0,-1-1-1 0 0,0 1 0 0 0,0 0 0 0 0,1 0 1 0 0,-1-1-1 0 0,0 1 0 0 0,1-2 1 0 0,1-1-20 0 0,15 14 70 0 0,-15-8-26 0 0,4 116 106 0 0,-4-90-155 0 0,-2-24-55 0 0,0 2-75 0 0,1 1-79 0 0,0 0 0 0 0,0-1 0 0 0,1 1-1 0 0,0-1 1 0 0,6 10 0 0 0,-6-13-316 0 0,1-1-84 0 0,12 6-71 0 0,-11-6-41 0 0,0-2-35 0 0,0 0 585 0 0,1 0-253 0 0,0 0 0 0 0,0-1 0 0 0,0 1 0 0 0,0-1 0 0 0,0-1 0 0 0,-1 1 0 0 0,12-5 0 0 0,12-6-1782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4.6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46 187 3492 0 0,'4'-5'310'0'0,"36"-45"431"0"0,-36 45-616 0 0,-1-1-1 0 0,1 0 0 0 0,-1 1 1 0 0,-1-1-1 0 0,1-1 1 0 0,1-8-1 0 0,-1 6 36 0 0,-2 5 70 0 0,1-11-16 0 0,-2 12-87 0 0,0 1 0 0 0,1-1 0 0 0,-1 1 0 0 0,0-1 0 0 0,0 0 0 0 0,0 1 0 0 0,-1-1 0 0 0,1 1 0 0 0,-1-1 0 0 0,1 1 0 0 0,-1 0 0 0 0,0-1 0 0 0,-1-3 0 0 0,-4 6 113 0 0,-15-1-28 0 0,16 1-21 0 0,0 2 7 0 0,0 0-121 0 0,1 1-1 0 0,-1 0 0 0 0,0 0 1 0 0,1 0-1 0 0,0 1 1 0 0,-1-1-1 0 0,2 1 0 0 0,-1 0 1 0 0,0 0-1 0 0,1 0 0 0 0,-5 8 1 0 0,2 3 14 0 0,0 1 0 0 0,-4 23 1 0 0,9-34-58 0 0,1 1-8 0 0,2 16-7 0 0,-2-16 6 0 0,2-1-7 0 0,6 15-14 0 0,-6-15-6 0 0,0-4-3 0 0,0 0 1 0 0,-1 0-1 0 0,1 0 1 0 0,-1 1-1 0 0,0-1 1 0 0,1 0-1 0 0,-1 1 1 0 0,0-1-1 0 0,0 1 1 0 0,2 1-1 0 0,0 1-31 0 0,1-2 6 0 0,13 5 26 0 0,-7-5 2 0 0,15-4 7 0 0,-19 1 20 0 0,0-1 52 0 0,1-2 30 0 0,1 1-1 0 0,-1-1 1 0 0,0 0 0 0 0,0-1 0 0 0,0 0 0 0 0,-1 0-1 0 0,0 0 1 0 0,0-1 0 0 0,0 0 0 0 0,0 0-1 0 0,-1 0 1 0 0,0-1 0 0 0,-1 0 0 0 0,8-12-1 0 0,-6-3 152 0 0,-6 18-216 0 0,1-1 71 0 0,-1-2-28 0 0,0-19-9 0 0,0 19-9 0 0,-1 1-22 0 0,1 4-50 0 0,-1-1 7 0 0,1 1 0 0 0,0-1-1 0 0,0 1 1 0 0,-1-1 0 0 0,0 0 0 0 0,1 1 0 0 0,-1-1 0 0 0,0 1 0 0 0,0 0 0 0 0,0-1 0 0 0,-1 1-1 0 0,1 0 1 0 0,-1 0 0 0 0,1 0 0 0 0,-1 0 0 0 0,1 0 0 0 0,-1 0 0 0 0,0 0 0 0 0,-2-1-1 0 0,-13-6-23 0 0,13 6-25 0 0,-1 4-20 0 0,-14 1 1 0 0,14-1-90 0 0,5-1 142 0 0,0 1 1 0 0,0-1 0 0 0,-1 1-1 0 0,1-1 1 0 0,0 1-1 0 0,-1-1 1 0 0,1 1 0 0 0,0-1-1 0 0,-1 1 1 0 0,1-1 0 0 0,-1 0-1 0 0,1 1 1 0 0,0-1-1 0 0,-1 0 1 0 0,1 1 0 0 0,-1-1-1 0 0,1 0 1 0 0,-1 0-1 0 0,0 1 1 0 0,1-1 0 0 0,-1 0-1 0 0,1 0 1 0 0,-1 0 0 0 0,1 0-1 0 0,-2 0 1 0 0,1 1-10 0 0,0-1 0 0 0,0 0 0 0 0,0 0 0 0 0,0 1 0 0 0,0-1 0 0 0,0 0 0 0 0,0 1 0 0 0,0-1 0 0 0,0 1 0 0 0,0-1 0 0 0,0 1 0 0 0,0 0 0 0 0,0-1 0 0 0,0 1 0 0 0,0 0 0 0 0,1 0 0 0 0,-1 0 0 0 0,-1 1 0 0 0,-16 31-1834 0 0,18-31 1642 0 0,-1-1 1 0 0,0 1 0 0 0,1 0-1 0 0,-1-1 1 0 0,1 1 0 0 0,-1 0-1 0 0,1-1 1 0 0,0 1 0 0 0,0 0-1 0 0,0 0 1 0 0,0-1 0 0 0,0 1-1 0 0,0 0 1 0 0,0 0-1 0 0,0-1 1 0 0,1 1 0 0 0,-1 0-1 0 0,1-1 1 0 0,0 1 0 0 0,-1-1-1 0 0,1 1 1 0 0,0 0 0 0 0,0-1-1 0 0,0 1 1 0 0,0-1 0 0 0,1 2-1 0 0,13 9-3213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5.6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198 225 3440 0 0,'10'-20'1199'0'0,"-8"15"1495"0"0,-2 5-2668 0 0,0 0-1 0 0,-1 0 1 0 0,1 0-1 0 0,0 0 1 0 0,-1 0-1 0 0,1 0 1 0 0,0 0-1 0 0,0-1 1 0 0,-1 1-1 0 0,1 0 1 0 0,0 0-1 0 0,0 0 1 0 0,0-1-1 0 0,-1 1 1 0 0,1 0-1 0 0,0 0 1 0 0,0 0-1 0 0,0-1 0 0 0,0 1 1 0 0,-1 0-1 0 0,1 0 1 0 0,0-1-1 0 0,0 1 1 0 0,0 0-1 0 0,0-1 1 0 0,0 1-1 0 0,0 0 1 0 0,0 0-1 0 0,0-1 1 0 0,0 1-1 0 0,0 0 1 0 0,0-1-1 0 0,0 0 13 0 0,0 1 0 0 0,0-1 0 0 0,0 1 0 0 0,0-1 0 0 0,0 1 0 0 0,0-1 0 0 0,-1 1 0 0 0,1-1-1 0 0,0 1 1 0 0,0-1 0 0 0,0 1 0 0 0,0 0 0 0 0,-1-1 0 0 0,1 1 0 0 0,0-1 0 0 0,-1 1 0 0 0,1 0 0 0 0,0-1 0 0 0,-1 1 0 0 0,1 0-1 0 0,0-1 1 0 0,-1 1 0 0 0,1 0 0 0 0,0-1 0 0 0,-1 1 0 0 0,1 0 0 0 0,-1 0 0 0 0,1-1 0 0 0,-1 1 0 0 0,1 0 0 0 0,-1 0-1 0 0,1 0 1 0 0,-1 0 0 0 0,1 0 0 0 0,-1 0 0 0 0,1 0 0 0 0,-1 0 0 0 0,0 0 0 0 0,-5 0 65 0 0,0 1-1 0 0,-1 0 1 0 0,1 1-1 0 0,0 0 1 0 0,0-1 0 0 0,0 2-1 0 0,0-1 1 0 0,1 1 0 0 0,-1 0-1 0 0,1 0 1 0 0,-1 1-1 0 0,-7 6 1 0 0,-32 36 137 0 0,34-32-161 0 0,2-1-48 0 0,1 2 69 0 0,-24 64-54 0 0,31-75-86 0 0,1 1-51 0 0,-1 17-56 0 0,0-17-59 0 0,10 14-236 0 0,-7-15 163 0 0,-2-4 262 0 0,1 0-1 0 0,-1 0 0 0 0,1 0 1 0 0,-1 0-1 0 0,1 0 0 0 0,-1 0 1 0 0,0 0-1 0 0,1 0 0 0 0,-1 0 1 0 0,1 1-1 0 0,-1-1 0 0 0,0 0 1 0 0,1 0-1 0 0,-1 0 0 0 0,1 1 1 0 0,-1-1-1 0 0,0 0 0 0 0,1 0 1 0 0,-1 1-1 0 0,0-1 0 0 0,0 0 1 0 0,1 0-1 0 0,-1 1 0 0 0,0-1 1 0 0,0 1-1 0 0,1-1 0 0 0,-1 0 1 0 0,0 1-1 0 0,1 0-9 0 0,-1 0 0 0 0,0-1 1 0 0,1 1-1 0 0,-1-1 0 0 0,1 1 0 0 0,-1-1 0 0 0,1 1 1 0 0,-1-1-1 0 0,1 1 0 0 0,-1-1 0 0 0,1 1 1 0 0,0-1-1 0 0,-1 0 0 0 0,1 1 0 0 0,-1-1 1 0 0,1 0-1 0 0,0 1 0 0 0,-1-1 0 0 0,1 0 0 0 0,0 0 1 0 0,0 0-1 0 0,-1 0 0 0 0,1 0 0 0 0,0 1 1 0 0,-1-1-1 0 0,1-1 0 0 0,0 1 0 0 0,1 0 0 0 0,3 0-16 0 0,0 1-96 0 0,1-1 0 0 0,0 0 0 0 0,0-1 0 0 0,-1 1 0 0 0,1-1 0 0 0,0 0 0 0 0,-1-1 0 0 0,10-3 0 0 0,35-17 48 0 0,-33 9 180 0 0,-4 0 2 0 0,0 2 45 0 0,-1-1 0 0 0,0-1-1 0 0,-1 0 1 0 0,0-1 0 0 0,-1 0-1 0 0,-1 0 1 0 0,0-1 0 0 0,12-29 0 0 0,-4-3 439 0 0,20-80 1 0 0,-26 83-229 0 0,-10 39-259 0 0,0 1-109 0 0,1-14 84 0 0,-1 13 132 0 0,-5 7-140 0 0,1-1-48 0 0,0 0 0 0 0,0 1 0 0 0,0-1-1 0 0,0 1 1 0 0,1 0 0 0 0,-1 0 0 0 0,1 0-1 0 0,-1 0 1 0 0,1 0 0 0 0,-1 0 0 0 0,1 1-1 0 0,0-1 1 0 0,0 1 0 0 0,0-1 0 0 0,-2 6-1 0 0,-10 14 37 0 0,2 0 1 0 0,0 0-1 0 0,2 1 0 0 0,-9 27 0 0 0,14-36-100 0 0,2 1 0 0 0,-1 0 1 0 0,2 0-1 0 0,0 0 0 0 0,1 1 0 0 0,1-1 1 0 0,0 0-1 0 0,3 21 0 0 0,-2-28-128 0 0,-1-6 148 0 0,0 0-1 0 0,1 0 0 0 0,-1 0 0 0 0,0 1 0 0 0,1-1 1 0 0,0 0-1 0 0,-1 0 0 0 0,1 0 0 0 0,0 0 0 0 0,0 0 0 0 0,0 0 1 0 0,0 0-1 0 0,1-1 0 0 0,-1 1 0 0 0,3 2 0 0 0,-1 0-135 0 0,0 1 3 0 0,0-1 0 0 0,0 0 0 0 0,1 0 0 0 0,-1 0 0 0 0,1 0 0 0 0,0-1 0 0 0,0 1-1 0 0,1-1 1 0 0,-1 0 0 0 0,1 0 0 0 0,-1-1 0 0 0,1 1 0 0 0,0-1 0 0 0,0 0 0 0 0,0 0 0 0 0,0-1-1 0 0,0 1 1 0 0,1-1 0 0 0,-1-1 0 0 0,0 1 0 0 0,1-1 0 0 0,-1 1 0 0 0,0-1 0 0 0,1-1 0 0 0,-1 1 0 0 0,0-1-1 0 0,0 0 1 0 0,1 0 0 0 0,4-3 0 0 0,-3 3 160 0 0,0-1 0 0 0,0-1 0 0 0,0 1 0 0 0,-1-1 0 0 0,1 0 0 0 0,-1-1 0 0 0,0 0 0 0 0,0 0 0 0 0,0 0 0 0 0,0-1 0 0 0,-1 1 0 0 0,0-1 0 0 0,0-1 0 0 0,0 1 0 0 0,0-1 0 0 0,6-11 0 0 0,-9 14 149 0 0,-1-2 47 0 0,4-14 10 0 0,-4 14 549 0 0,-2 1-451 0 0,-1-14 31 0 0,1 14 1201 0 0,-25 10-830 0 0,27-1-685 0 0,3 19-120 0 0,2-24 66 0 0,0 1 27 0 0,1-1 1 0 0,-1-1 0 0 0,1 1-1 0 0,0-1 1 0 0,-1 0-1 0 0,1-1 1 0 0,-1 1 0 0 0,0-1-1 0 0,0-1 1 0 0,1 1-1 0 0,-1-1 1 0 0,-1 0 0 0 0,1 0-1 0 0,0-1 1 0 0,-1 0-1 0 0,0 0 1 0 0,0 0 0 0 0,0-1-1 0 0,0 1 1 0 0,-1-1-1 0 0,5-6 1 0 0,-7 8 42 0 0,1-2 13 0 0,6-12 2 0 0,-6 12 13 0 0,-3 0 2 0 0,3-13-4 0 0,-3 13 0 0 0,-2 0-39 0 0,-6-14 29 0 0,6 14-8 0 0,-3 4 12 0 0,-12-6 18 0 0,12 5-9 0 0,-1 3 34 0 0,-1 0-49 0 0,0 0 1 0 0,0 0 0 0 0,0 0-1 0 0,0 1 1 0 0,1 0 0 0 0,-1 1-1 0 0,0 0 1 0 0,1 0 0 0 0,0 0-1 0 0,0 0 1 0 0,0 1 0 0 0,-9 8-1 0 0,-25 37 343 0 0,36-44-363 0 0,1 1 0 0 0,0 0 0 0 0,0 1 0 0 0,1-1 0 0 0,-1 0 0 0 0,1 1 0 0 0,-1 8 0 0 0,2-10-11 0 0,0 0 12 0 0,1 2 12 0 0,0-3-38 0 0,0-1-9 0 0,-1 1 0 0 0,1 0 0 0 0,0-1-1 0 0,1 1 1 0 0,-1-1 0 0 0,1 1-1 0 0,-1 0 1 0 0,1-1 0 0 0,0 1 0 0 0,0-1-1 0 0,1 1 1 0 0,-1-1 0 0 0,1 0 0 0 0,0 0-1 0 0,0 0 1 0 0,3 4 0 0 0,-1-2-116 0 0,1-1 0 0 0,0-1 1 0 0,0 1-1 0 0,0-1 0 0 0,0 0 1 0 0,1 0-1 0 0,-1 0 0 0 0,1-1 0 0 0,0 0 1 0 0,0 0-1 0 0,0 0 0 0 0,0-1 1 0 0,0 0-1 0 0,0 0 0 0 0,0-1 0 0 0,0 1 1 0 0,0-1-1 0 0,0-1 0 0 0,11-1 1 0 0,-8 1-42 0 0,28-7-798 0 0,-12 0-227 0 0,1-1 1 0 0,32-17-1 0 0,-36 13-1164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5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86 120 2080 0 0,'19'-86'4990'0'0,"-18"81"-3988"0"0,-1 3-950 0 0,0 1 1 0 0,0-1-1 0 0,0 1 0 0 0,0-1 0 0 0,0 1 1 0 0,0 0-1 0 0,1-1 0 0 0,-1 1 0 0 0,0-1 1 0 0,1 1-1 0 0,0 0 0 0 0,0-3 1 0 0,1 1 60 0 0,-1-2 1777 0 0,-3 11-1561 0 0,-18 77 338 0 0,-14 117 0 0 0,19-95-1270 0 0,-3-2-1414 0 0,0-7-3309 0 0,13-64 894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6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59 3800 0 0,'1'-4'1214'0'0,"6"-9"-209"0"0,-5 10 1477 0 0,-3-2-2069 0 0,-5-22 375 0 0,2 26-602 0 0,-14-3-24 0 0,13 2-44 0 0,0 4-1 0 0,-2 1-75 0 0,1 0 0 0 0,-1 0 1 0 0,1 1-1 0 0,-1-1 0 0 0,1 2 0 0 0,0-1 0 0 0,0 0 0 0 0,1 1 1 0 0,-1 0-1 0 0,-5 8 0 0 0,-21 38-102 0 0,26-39 93 0 0,0 0-1 0 0,1 1 1 0 0,1 0-1 0 0,0 0 1 0 0,-2 16-1 0 0,5-24-124 0 0,2 1 112 0 0,1 16 22 0 0,-1-17-5 0 0,1-1-7 0 0,8 12-2 0 0,-8-12-1 0 0,2-2-3 0 0,11 5 6 0 0,-11-5 65 0 0,2-2-48 0 0,19-2 15 0 0,-19 1 34 0 0,-1-1-43 0 0,-3 1-54 0 0,3-2 34 0 0,0 1 0 0 0,0-1 0 0 0,-1 0 0 0 0,1 0 0 0 0,-1 0 0 0 0,1-1 0 0 0,-1 0 0 0 0,0 1 0 0 0,0-2 0 0 0,-1 1 0 0 0,7-9 0 0 0,-5-1-157 0 0,-1 0 1 0 0,0 0 0 0 0,-1 0-1 0 0,2-22 1 0 0,1 14-232 0 0,-5 17 97 0 0,-1 5 244 0 0,1 1 1 0 0,-1-1-1 0 0,0 0 0 0 0,0-1 0 0 0,1 1 0 0 0,-1 0 0 0 0,0 0 0 0 0,1 0 0 0 0,-1 0 1 0 0,0 0-1 0 0,1 0 0 0 0,-1 0 0 0 0,0 0 0 0 0,1-1 0 0 0,-1 1 0 0 0,0 0 0 0 0,0 0 0 0 0,1 0 1 0 0,-1 0-1 0 0,0-1 0 0 0,0 1 0 0 0,1 0 0 0 0,-1 0 0 0 0,0-1 0 0 0,0 1 0 0 0,0 0 1 0 0,0-1-1 0 0,1 1 0 0 0,-1-1 0 0 0,0 1-16 0 0,1-1-1 0 0,-1 0 1 0 0,1 0 0 0 0,0 0-1 0 0,-1 0 1 0 0,1 1-1 0 0,0-1 1 0 0,0 0 0 0 0,-1 1-1 0 0,1-1 1 0 0,0 1 0 0 0,0-1-1 0 0,0 1 1 0 0,0-1 0 0 0,0 1-1 0 0,-1-1 1 0 0,3 1 0 0 0,10-4-145 0 0,0 1 0 0 0,0 0 0 0 0,0 1 0 0 0,0 0 0 0 0,19 1 0 0 0,-10 2 37 0 0,7 2 43 0 0,-10 2 162 0 0,-7-1-35 0 0,-1 0-1 0 0,1 1 1 0 0,19 12 0 0 0,-28-15 21 0 0,9 18 89 0 0,-9-16-93 0 0,-2 22-11 0 0,-1-21 17 0 0,-1-1 46 0 0,-6 12 17 0 0,5-12-12 0 0,-8 11 113 0 0,9-14-178 0 0,-1 3 135 0 0,-2 1 110 0 0,3-5-235 0 0,1 1 1 0 0,0-1-1 0 0,0 1 1 0 0,-1-1-1 0 0,1 1 1 0 0,0-1-1 0 0,-1 1 1 0 0,1-1-1 0 0,-1 0 1 0 0,1 1-1 0 0,0-1 1 0 0,-1 1-1 0 0,1-1 1 0 0,-1 0-1 0 0,1 1 1 0 0,-1-1-1 0 0,1 0 1 0 0,-1 0-1 0 0,0 0 1 0 0,1 1-1 0 0,-1-1 1 0 0,1 0-1 0 0,-1 0 1 0 0,1 0-1 0 0,-1 0 1 0 0,0 0-1 0 0,1 0 1 0 0,-1 0-1 0 0,1 0 1 0 0,-2 0-1 0 0,0-2-20 0 0,-15-6 138 0 0,19 3-81 0 0,3-6-16 0 0,1-1 0 0 0,0 1-1 0 0,0 1 1 0 0,1-1 0 0 0,1 1 0 0 0,0 0-1 0 0,0 0 1 0 0,1 1 0 0 0,0 1 0 0 0,14-12-1 0 0,-22 19-60 0 0,1 0 0 0 0,-1 0 0 0 0,1 0 0 0 0,-1 0-1 0 0,1 0 1 0 0,-1 0 0 0 0,1 0 0 0 0,-1 1 0 0 0,1-1-1 0 0,0 0 1 0 0,-1 1 0 0 0,1 0 0 0 0,0-1-1 0 0,0 1 1 0 0,0 0 0 0 0,1 0 0 0 0,-3 0-10 0 0,3 0 6 0 0,-1 0 0 0 0,0 0 0 0 0,1 0 0 0 0,-1 1-1 0 0,0-1 1 0 0,1 1 0 0 0,-1-1 0 0 0,0 1 0 0 0,4 2 0 0 0,0-1 10 0 0,-4-2-14 0 0,0 1 1 0 0,0-1 0 0 0,0 1 0 0 0,0 0 0 0 0,-1-1 0 0 0,1 1 0 0 0,0 0 0 0 0,0 0 0 0 0,-1 0 0 0 0,1 0 0 0 0,-1 0 0 0 0,1 1 0 0 0,-1-1 0 0 0,1 0 0 0 0,1 3 0 0 0,2 2-8 0 0,1 0-32 0 0,0 0 1 0 0,0 0-1 0 0,-1 1 1 0 0,0 0-1 0 0,-1 0 1 0 0,1 0-1 0 0,-1 1 1 0 0,-1-1-1 0 0,1 1 0 0 0,-2 0 1 0 0,1 0-1 0 0,-1 0 1 0 0,0 1-1 0 0,0-1 1 0 0,-1 0-1 0 0,0 1 1 0 0,-1-1-1 0 0,0 10 1 0 0,-1 2-287 0 0,-1 0 0 0 0,-1 0-1 0 0,0 0 1 0 0,-2 0 0 0 0,0-1 0 0 0,-10 25 0 0 0,6-24-755 0 0,-1-2-1 0 0,0 1 0 0 0,-1-1 0 0 0,-22 26 1 0 0,2-7-3449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7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0 4072 0 0,'0'0'6348'0'0,"-3"6"-6076"0"0,-14 47 150 0 0,1 0 0 0 0,3 1 1 0 0,3 1-1 0 0,-8 102 0 0 0,16-130-292 0 0,2-24-121 0 0,0 0 1 0 0,0 1 0 0 0,0-1 0 0 0,1 0 0 0 0,-1 0-1 0 0,1 1 1 0 0,-1-1 0 0 0,1 0 0 0 0,2 4 0 0 0,-2 1 5 0 0,-1-6-8 0 0,0 1 0 0 0,0 0-1 0 0,1 0 1 0 0,0 0 0 0 0,-1-1-1 0 0,1 1 1 0 0,0 0-1 0 0,0-1 1 0 0,1 1 0 0 0,2 4-1 0 0,-2 0 4 0 0,-1-4-11 0 0,0-1 1 0 0,0 1-1 0 0,1-1 0 0 0,-1 0 1 0 0,0 1-1 0 0,1-1 0 0 0,-1 0 1 0 0,1 1-1 0 0,0-1 1 0 0,3 2-1 0 0,-2 2-25 0 0,-1-4 6 0 0,-1 0 0 0 0,0 0 0 0 0,1 0 0 0 0,-1 0 0 0 0,1 0 0 0 0,0-1 0 0 0,-1 1 0 0 0,1 0 0 0 0,0-1 0 0 0,0 0 0 0 0,0 1 0 0 0,2 0 0 0 0,8 4-327 0 0,1 0-1 0 0,-1 0 1 0 0,1-2 0 0 0,0 1 0 0 0,0-2 0 0 0,0 0-1 0 0,1 0 1 0 0,16 0 0 0 0,-24-2-547 0 0,0-2-178 0 0,27-5-1319 0 0,-30 3 422 0 0,15-11-1376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7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38 2984 0 0,'0'0'999'0'0,"-6"0"-100"0"0,-17-4-117 0 0,17 3 1103 0 0,10 0-1763 0 0,21-6-279 0 0,0 2 0 0 0,1 0 0 0 0,0 2-1 0 0,0 1 1 0 0,30 1 0 0 0,12-2-922 0 0,4-1-1600 0 0,-39 2-251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8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0 2920 0 0,'0'0'867'0'0,"-4"2"-120"0"0,-2 1-1129 0 0,6-3 445 0 0,-1 0-1 0 0,1 0 0 0 0,0 0 0 0 0,0 0 1 0 0,-1 0-1 0 0,1 0 0 0 0,0 0 0 0 0,0 0 1 0 0,0 0-1 0 0,-1 0 0 0 0,1 0 0 0 0,0 1 1 0 0,0-1-1 0 0,-1 0 0 0 0,1 0 0 0 0,0 0 1 0 0,0 0-1 0 0,0 0 0 0 0,-1 0 0 0 0,1 1 1 0 0,0-1-1 0 0,0 0 0 0 0,0 0 0 0 0,0 0 1 0 0,-1 0-1 0 0,1 1 0 0 0,0-1 0 0 0,0 0 0 0 0,0 0 1 0 0,0 1-1 0 0,0-1 0 0 0,0 0 0 0 0,0 0 1 0 0,0 0-1 0 0,0 1 0 0 0,-1-1 0 0 0,1 0 1 0 0,0 0-1 0 0,0 1 0 0 0,25 9 2000 0 0,-10-6-2013 0 0,0 1 0 0 0,0 1 1 0 0,18 10-1 0 0,-28-13-33 0 0,1 1 0 0 0,-1-1 0 0 0,-1 1 1 0 0,1 0-1 0 0,-1 0 0 0 0,1 0 0 0 0,-1 1 1 0 0,0 0-1 0 0,-1-1 0 0 0,1 1 0 0 0,-1 1 1 0 0,0-1-1 0 0,4 8 0 0 0,0 5 90 0 0,-6-13 15 0 0,0 1 30 0 0,3 17 31 0 0,-3-17 42 0 0,-1-1 52 0 0,-2 4 27 0 0,1 0 0 0 0,-1-1 0 0 0,-5 16 0 0 0,5-19 277 0 0,-13 15 1149 0 0,12-23-1678 0 0,-13-11-12 0 0,17 8-98 0 0,1-1 1 0 0,0 1-1 0 0,0 0 0 0 0,1-1 0 0 0,0 1 0 0 0,0 1 1 0 0,0-1-1 0 0,6-7 0 0 0,-7 9 31 0 0,7-10-298 0 0,0 1 0 0 0,1 0 1 0 0,1 0-1 0 0,0 1 0 0 0,1 0 1 0 0,0 1-1 0 0,1 0 0 0 0,0 1 0 0 0,0 0 1 0 0,1 1-1 0 0,1 1 0 0 0,22-10 0 0 0,-22 12-908 0 0,9 0 171 0 0,-10 4-100 0 0,9-1-880 0 0,-17 2-1421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9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141 120 2660 0 0,'1'-5'1620'0'0,"4"-15"-213"0"0,-4 15 617 0 0,-1-1-1230 0 0,0-21-125 0 0,0 20-113 0 0,-1 3-101 0 0,-15-38 679 0 0,14 38-684 0 0,-4 5-373 0 0,-20 2 13 0 0,22 0-54 0 0,-7 10-13 0 0,0 0-1 0 0,2 1 0 0 0,-1 0 1 0 0,2 1-1 0 0,0 0 0 0 0,0 0 0 0 0,2 0 1 0 0,0 1-1 0 0,-4 18 0 0 0,8-30-49 0 0,2 2 33 0 0,-3 15-2 0 0,3-16-3 0 0,2-1-105 0 0,5 14 11 0 0,-6-13-13 0 0,23 0-230 0 0,-19-4 263 0 0,0-2 24 0 0,5-1 26 0 0,-1-1 0 0 0,0 0 0 0 0,0-1-1 0 0,-1 0 1 0 0,1 0 0 0 0,-1-1 0 0 0,13-9-1 0 0,-6 0 27 0 0,0 0 0 0 0,-1-2 0 0 0,12-17 0 0 0,-24 30 105 0 0,0-1-33 0 0,8-11-17 0 0,-8 11 171 0 0,-1 10-197 0 0,3 16 6 0 0,-4-17-14 0 0,0 1 0 0 0,0 16-12 0 0,0-16 2 0 0,1-1-5 0 0,3 16-31 0 0,-3-16-107 0 0,1 0 98 0 0,5 11 14 0 0,-6-12-31 0 0,0-4 44 0 0,-1 0 0 0 0,1 0 0 0 0,-1 0 0 0 0,1 0 0 0 0,-1 0 0 0 0,0 0 0 0 0,1 0 0 0 0,-1 1-1 0 0,1-1 1 0 0,-1 0 0 0 0,1 0 0 0 0,-1 0 0 0 0,0 0 0 0 0,1 1 0 0 0,-1-1 0 0 0,0 0 0 0 0,1 0-1 0 0,-1 0 1 0 0,0 1 0 0 0,1-1 0 0 0,-1 0 0 0 0,0 1 0 0 0,1-1 0 0 0,-1 0 0 0 0,0 1 0 0 0,0-1-1 0 0,1 0 1 0 0,-1 1 0 0 0,0 0-6 0 0,1 0-1 0 0,-1-1 0 0 0,1 1 1 0 0,-1 0-1 0 0,1-1 0 0 0,-1 1 1 0 0,1-1-1 0 0,0 1 0 0 0,-1-1 1 0 0,1 1-1 0 0,0-1 0 0 0,-1 1 1 0 0,1-1-1 0 0,0 0 1 0 0,0 1-1 0 0,-1-1 0 0 0,1 0 1 0 0,0 0-1 0 0,0 1 0 0 0,0-1 1 0 0,-1 0-1 0 0,1 0 0 0 0,0 0 1 0 0,1 0-1 0 0,7 0-21 0 0,0 0 0 0 0,0 0 0 0 0,0-1 0 0 0,0 0 0 0 0,0-1 0 0 0,0 0 0 0 0,-1 0 1 0 0,1-1-1 0 0,14-6 0 0 0,29-25 287 0 0,-42 26-105 0 0,0-1 1 0 0,0-1-1 0 0,13-16 0 0 0,-18 20-86 0 0,-3 3 189 0 0,13-11 466 0 0,-20 35-666 0 0,4-16 17 0 0,0-1-19 0 0,-3 14-20 0 0,4-13-4 0 0,0-1-8 0 0,1 15-27 0 0,-1-14-66 0 0,2-1-42 0 0,2 13-73 0 0,-3-13-107 0 0,0-4 282 0 0,-1 0 0 0 0,0 0 0 0 0,1 0 0 0 0,-1 0 0 0 0,0 0 0 0 0,0 0 1 0 0,1 0-1 0 0,-1 0 0 0 0,0 0 0 0 0,0 1 0 0 0,1-1 0 0 0,-1 0 0 0 0,0 0 0 0 0,0 0 0 0 0,0 0 1 0 0,1 0-1 0 0,-1 1 0 0 0,0-1 0 0 0,0 0 0 0 0,0 0 0 0 0,1 0 0 0 0,-1 1 0 0 0,0-1 0 0 0,0 0 1 0 0,0 0-1 0 0,0 0 0 0 0,0 1 0 0 0,1-1 0 0 0,-1 0 0 0 0,0 0 0 0 0,0 1 0 0 0,0-1 0 0 0,0 1-65 0 0,1 0 0 0 0,-1 0 0 0 0,0-1 0 0 0,1 1 0 0 0,-1 0 0 0 0,1 0 0 0 0,0-1 0 0 0,-1 1 0 0 0,1 0 0 0 0,-1-1 0 0 0,1 1 0 0 0,0-1 0 0 0,0 1 0 0 0,-1-1 0 0 0,1 1 0 0 0,0-1 0 0 0,0 1 0 0 0,-1-1 0 0 0,1 0 0 0 0,1 1 0 0 0,6 0-391 0 0,-1-1 0 0 0,0 1 0 0 0,0-1 0 0 0,0-1 1 0 0,8 0-1 0 0,-10 0-460 0 0,0-2-201 0 0,14-10-845 0 0,-15 10-1386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9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218 16 3140 0 0,'-53'-14'3482'0'0,"47"13"-2930"0"0,-1 1-83 0 0,0 1-366 0 0,-1-1 54 0 0,0 0 1 0 0,-1 1-1 0 0,1 0 0 0 0,0 1 1 0 0,0-1-1 0 0,0 2 0 0 0,0-1 0 0 0,1 1 1 0 0,-1 0-1 0 0,1 1 0 0 0,-1-1 1 0 0,-12 10-1 0 0,-6 18 218 0 0,23-28-281 0 0,3 2-60 0 0,3 14 15 0 0,-3-14-12 0 0,1-5-37 0 0,-1 0-1 0 0,0 0 1 0 0,1 0 0 0 0,-1 0 0 0 0,0 0 0 0 0,1 0 0 0 0,-1 0 0 0 0,0 1 0 0 0,0-1 0 0 0,1 0 0 0 0,-1 0 0 0 0,0 0 0 0 0,0 0 0 0 0,1 1 0 0 0,-1-1 0 0 0,0 0 0 0 0,0 0-1 0 0,1 0 1 0 0,-1 1 0 0 0,0-1 0 0 0,0 0 0 0 0,0 1 0 0 0,0-1 0 0 0,0 0 0 0 0,1 0 0 0 0,-1 1 0 0 0,0-1 0 0 0,0 0 0 0 0,0 1 0 0 0,0-1 0 0 0,0 1 3 0 0,0 0 1 0 0,0-1-1 0 0,1 1 1 0 0,-1-1 0 0 0,0 1-1 0 0,0 0 1 0 0,1-1 0 0 0,-1 1-1 0 0,0-1 1 0 0,1 1-1 0 0,-1-1 1 0 0,1 1 0 0 0,-1-1-1 0 0,1 0 1 0 0,-1 1-1 0 0,1-1 1 0 0,-1 1 0 0 0,1-1-1 0 0,-1 0 1 0 0,1 1-1 0 0,-1-1 1 0 0,1 0 0 0 0,-1 0-1 0 0,1 1 1 0 0,0-1-1 0 0,0 0 1 0 0,3 1-7 0 0,0 1-4 0 0,1 0 0 0 0,-1-1-1 0 0,1 0 1 0 0,0 0-1 0 0,0 0 1 0 0,-1 0 0 0 0,1-1-1 0 0,0 0 1 0 0,9-1-1 0 0,10-2-6 0 0,10-5-39 0 0,-28 7 29 0 0,-6 0 22 0 0,1 1 1 0 0,-1-1-1 0 0,1 1 0 0 0,-1-1 1 0 0,1 1-1 0 0,-1 0 0 0 0,1-1 0 0 0,-1 1 1 0 0,1 0-1 0 0,0-1 0 0 0,-1 1 1 0 0,1 0-1 0 0,0 0 0 0 0,-1-1 1 0 0,1 1-1 0 0,0 0 0 0 0,-1 0 1 0 0,1 0-1 0 0,1 0 0 0 0,18-5-335 0 0,-3-2 201 0 0,-12 5-26 0 0,18 10-6866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19.8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3168 0 0,'0'0'6236'0'0,"4"2"-5982"0"0,20 3 174 0 0,-23-4-402 0 0,0 1 0 0 0,1-1 0 0 0,-1 1 0 0 0,0 0 1 0 0,0-1-1 0 0,-1 1 0 0 0,1 0 0 0 0,0 0 0 0 0,0 3 1 0 0,1-2 73 0 0,-1 2-27 0 0,3 15-8 0 0,-3-15-20 0 0,-1 0-20 0 0,2 52 91 0 0,-2-50-70 0 0,-1-2-16 0 0,-11 38 256 0 0,10-40 967 0 0,-2-3-1076 0 0,-14-4-29 0 0,14 3 85 0 0,3-4-127 0 0,1-3-41 0 0,0 0 0 0 0,1 0 0 0 0,0 0 0 0 0,0 0 0 0 0,0 0 0 0 0,1 0 0 0 0,5-12 0 0 0,-6 16-63 0 0,0 0 0 0 0,1 1 1 0 0,0-1-1 0 0,0 0 0 0 0,0 1 1 0 0,1 0-1 0 0,-1-1 1 0 0,1 1-1 0 0,-1 0 0 0 0,1 0 1 0 0,0 1-1 0 0,0-1 0 0 0,1 1 1 0 0,-1-1-1 0 0,0 1 0 0 0,1 0 1 0 0,-1 0-1 0 0,1 0 1 0 0,7-2-1 0 0,6 0 20 0 0,-13 3 29 0 0,3 1-12 0 0,1 0-47 0 0,-1 0-1 0 0,1 1 1 0 0,-1 0 0 0 0,0 0-1 0 0,1 1 1 0 0,-1 0 0 0 0,0 1-1 0 0,0-1 1 0 0,0 1 0 0 0,0 0-1 0 0,-1 1 1 0 0,1 0 0 0 0,-1 0-1 0 0,0 0 1 0 0,10 10 0 0 0,-11-8-114 0 0,0 0 0 0 0,-1 1 1 0 0,1 0-1 0 0,-1 0 0 0 0,-1 1 1 0 0,1-1-1 0 0,-1 1 0 0 0,-1 0 1 0 0,1 0-1 0 0,-1-1 1 0 0,-1 2-1 0 0,1-1 0 0 0,-1 0 1 0 0,-1 0-1 0 0,0 0 0 0 0,-1 12 1 0 0,0-4-696 0 0,-2 0 1 0 0,0-1 0 0 0,-1 1 0 0 0,-1-1 0 0 0,0 1 0 0 0,-1-1-1 0 0,-11 21 1 0 0,-9 7-4143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21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367 530 3512 0 0,'2'-5'1433'0'0,"5"-15"-269"0"0,-5 15-274 0 0,-2 0-184 0 0,0-16-130 0 0,0 15-112 0 0,-2 1-93 0 0,0 1-324 0 0,1 0 3 0 0,0 1 0 0 0,0-1-1 0 0,0 0 1 0 0,-1 1 0 0 0,1-1 0 0 0,-1 1 0 0 0,0 0 0 0 0,0-1 0 0 0,0 1-1 0 0,-1 0 1 0 0,1 0 0 0 0,-1 0 0 0 0,1 1 0 0 0,-1-1 0 0 0,0 1 0 0 0,0-1-1 0 0,0 1 1 0 0,-1 0 0 0 0,1 0 0 0 0,0 1 0 0 0,-1-1 0 0 0,1 1 0 0 0,-1-1-1 0 0,0 1 1 0 0,1 0 0 0 0,-6 0 0 0 0,-1 0 30 0 0,0 2 0 0 0,-1-1-1 0 0,1 1 1 0 0,0 1 0 0 0,1 0 0 0 0,-1 0 0 0 0,0 1 0 0 0,1 0-1 0 0,-1 1 1 0 0,1 0 0 0 0,0 1 0 0 0,0-1 0 0 0,0 2 0 0 0,1-1-1 0 0,-10 10 1 0 0,4-4-7 0 0,0 1 0 0 0,1 0 0 0 0,1 1 0 0 0,1 1 0 0 0,-1 0 0 0 0,2 0 0 0 0,-17 31 0 0 0,21-32-34 0 0,1 0 1 0 0,0-1 0 0 0,-3 19-1 0 0,7-26-7 0 0,1 1-3 0 0,0-5-38 0 0,0 24 53 0 0,0-23-61 0 0,1 0 0 0 0,-1-1 0 0 0,0 1 1 0 0,1 0-1 0 0,-1-1 0 0 0,1 1 0 0 0,-1-1 0 0 0,1 1 1 0 0,0-1-1 0 0,0 1 0 0 0,-1-1 0 0 0,1 1 0 0 0,0-1 1 0 0,0 0-1 0 0,0 1 0 0 0,1-1 0 0 0,-1 0 0 0 0,0 0 1 0 0,3 2-1 0 0,-1 0-55 0 0,-2-2 48 0 0,0 0 1 0 0,0 0-1 0 0,1 0 1 0 0,-1 0-1 0 0,0 0 1 0 0,1-1-1 0 0,-1 1 1 0 0,0 0-1 0 0,1-1 1 0 0,-1 1-1 0 0,1 0 0 0 0,-1-1 1 0 0,1 0-1 0 0,-1 1 1 0 0,1-1-1 0 0,0 0 1 0 0,-1 0-1 0 0,1 0 1 0 0,2 0-1 0 0,4 1-42 0 0,-4-1 40 0 0,-1 1 0 0 0,0-1 0 0 0,0 0 0 0 0,0 0 0 0 0,1 0 0 0 0,-1 0 0 0 0,0-1-1 0 0,0 0 1 0 0,6-1 0 0 0,10-3-2 0 0,-1 0 0 0 0,1-2-1 0 0,-1 0 1 0 0,-1-1 0 0 0,1-1-1 0 0,-1 0 1 0 0,-1-1 0 0 0,0-1-1 0 0,18-16 1 0 0,-13 8 28 0 0,-1-1 1 0 0,-1-1-1 0 0,0-1 0 0 0,-2 0 0 0 0,25-44 1 0 0,-18 22 136 0 0,-3-2 0 0 0,-1 0 0 0 0,-3-1 1 0 0,-2-1-1 0 0,-2 0 0 0 0,13-91 1 0 0,-25 132-16 0 0,-1 1-10 0 0,-2-25 368 0 0,-4 33-377 0 0,-20 6 5 0 0,25-8-106 0 0,0 0 0 0 0,1 0 1 0 0,-1 0-1 0 0,1 1 1 0 0,-1-1-1 0 0,1 0 1 0 0,-1 0-1 0 0,1 1 1 0 0,-1-1-1 0 0,0 0 1 0 0,1 1-1 0 0,0-1 0 0 0,-1 0 1 0 0,1 1-1 0 0,-1-1 1 0 0,1 1-1 0 0,-1-1 1 0 0,1 1-1 0 0,0-1 1 0 0,-1 1-1 0 0,1 0 1 0 0,-15 23 58 0 0,1 0 1 0 0,1 1 0 0 0,1 1 0 0 0,1 0 0 0 0,1 0-1 0 0,-9 42 1 0 0,14-46-106 0 0,1 0 0 0 0,1 0-1 0 0,1 0 1 0 0,1 1 0 0 0,1-1-1 0 0,0 0 1 0 0,2 1 0 0 0,8 39 0 0 0,-8-55-93 0 0,0 0 0 0 0,1 0 0 0 0,0-1 1 0 0,0 1-1 0 0,0-1 0 0 0,0 0 1 0 0,1 0-1 0 0,0 0 0 0 0,1 0 1 0 0,-1-1-1 0 0,1 1 0 0 0,0-1 1 0 0,0-1-1 0 0,1 1 0 0 0,-1-1 1 0 0,1 0-1 0 0,12 7 0 0 0,-7-6-196 0 0,1 0-1 0 0,0-1 1 0 0,0-1-1 0 0,1 1 1 0 0,-1-2-1 0 0,1 0 1 0 0,-1 0-1 0 0,15-1 1 0 0,-19-1 265 0 0,-1 0 1 0 0,1 0 0 0 0,0-1 0 0 0,0 0-1 0 0,-1 0 1 0 0,1 0 0 0 0,13-6 0 0 0,-8 3-5 0 0,-1-1 181 0 0,1 0 1 0 0,-1-1 0 0 0,-1 0-1 0 0,1 0 1 0 0,-1-2 0 0 0,0 1-1 0 0,0-1 1 0 0,-1-1 0 0 0,0 0-1 0 0,-1 0 1 0 0,0-1 0 0 0,-1 0-1 0 0,0-1 1 0 0,0 0 0 0 0,-1 0-1 0 0,7-14 1 0 0,-12 20 275 0 0,1-26 435 0 0,-2 25-440 0 0,-4 1-59 0 0,1 2-228 0 0,1 1-54 0 0,0 1 0 0 0,0 0 1 0 0,0-1-1 0 0,0 1 1 0 0,1 0-1 0 0,-1-1 0 0 0,0 1 1 0 0,1-1-1 0 0,-1 0 1 0 0,1 1-1 0 0,-1-1 0 0 0,1-2 1 0 0,-5 2 248 0 0,-14-8-54 0 0,14 7-48 0 0,0 3-12 0 0,-1-1-132 0 0,1 1 0 0 0,-1 0 0 0 0,1 1 0 0 0,-1-1 0 0 0,1 1 0 0 0,-1 0 0 0 0,1 0 0 0 0,0 1 0 0 0,0-1 0 0 0,-1 1 0 0 0,1 0 0 0 0,0 1 0 0 0,1-1 0 0 0,-10 7 0 0 0,-27 31 161 0 0,35-33-189 0 0,1 0-1 0 0,0 1 0 0 0,0-1 1 0 0,1 1-1 0 0,0 0 1 0 0,1 0-1 0 0,-6 16 1 0 0,8-20-64 0 0,1 1-38 0 0,-3 14-29 0 0,3-15-8 0 0,2 1-179 0 0,6 11 158 0 0,-6-12 17 0 0,8 0-19 0 0,-9-3 146 0 0,-1-1-1 0 0,1 1 1 0 0,0-1 0 0 0,-1 0-1 0 0,1 1 1 0 0,-1-1-1 0 0,1 0 1 0 0,0 1-1 0 0,-1-1 1 0 0,1 0-1 0 0,0 1 1 0 0,0-1 0 0 0,-1 0-1 0 0,1 0 1 0 0,0 0-1 0 0,-1 0 1 0 0,1 0-1 0 0,0 0 1 0 0,0 0-1 0 0,-1 0 1 0 0,1 0-1 0 0,0 0 1 0 0,0 0 0 0 0,0-1-1 0 0,19-1-35 0 0,-15 1 35 0 0,1 0 41 0 0,15-6 46 0 0,-16 5 41 0 0,0 0 60 0 0,38-14 457 0 0,-39 14-243 0 0,-4 27-323 0 0,0-20 66 0 0,-2 0-150 0 0,-5 44-160 0 0,7-44 72 0 0,2-2-341 0 0,-1-1 362 0 0,1-1 0 0 0,-1 1 0 0 0,0 0-1 0 0,1-1 1 0 0,-1 1 0 0 0,1-1 0 0 0,-1 0 0 0 0,1 1 0 0 0,-1-1 0 0 0,1 0 0 0 0,0 0 0 0 0,0 0 0 0 0,-1 0-1 0 0,1 0 1 0 0,0-1 0 0 0,0 1 0 0 0,0 0 0 0 0,0-1 0 0 0,0 0 0 0 0,0 1 0 0 0,0-1 0 0 0,0 0 0 0 0,0 0-1 0 0,0 0 1 0 0,1 0 0 0 0,-1 0 0 0 0,2-1 0 0 0,7-2 20 0 0,0-1 1 0 0,-1 0-1 0 0,0 0 1 0 0,0-1-1 0 0,0 0 0 0 0,0-1 1 0 0,15-11-1 0 0,-10 2 193 0 0,-1-1 0 0 0,-1-1 0 0 0,-1 0 0 0 0,0 0 0 0 0,-1-1-1 0 0,-1 0 1 0 0,0-1 0 0 0,-2 0 0 0 0,0-1 0 0 0,-1 0 0 0 0,5-25-1 0 0,11-45 1286 0 0,-21 85-1219 0 0,-1 4-177 0 0,0-1 0 0 0,-1 0 1 0 0,1 1-1 0 0,0-1 0 0 0,0 0 0 0 0,-1 0 0 0 0,1 0 0 0 0,-1 1 0 0 0,1-1 0 0 0,-1-3 0 0 0,1 1 809 0 0,-3 8-744 0 0,-8 26 11 0 0,1-1-1 0 0,2 2 1 0 0,0-1 0 0 0,-3 61 0 0 0,9-63-157 0 0,3-5-172 0 0,4 36-1446 0 0,-5-53 1056 0 0,0-1-151 0 0,4 13-225 0 0,-4-14-348 0 0,19 8-8444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21.6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4 3612 0 0,'-35'-3'6479'0'0,"41"4"-6344"0"0,57 9 131 0 0,32-10-884 0 0,-29-2-1234 0 0,3-3-2562 0 0,-63 4 846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09:22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56 2900 0 0,'0'0'1219'0'0,"-1"-4"-124"0"0,-6-12-129 0 0,5 12-80 0 0,-2 1-35 0 0,0 0-647 0 0,-1 0 1 0 0,1 0 0 0 0,-1 0-1 0 0,1 1 1 0 0,-1-1-1 0 0,0 1 1 0 0,0 0 0 0 0,0 0-1 0 0,0 1 1 0 0,0 0 0 0 0,0 0-1 0 0,-1 0 1 0 0,1 0-1 0 0,0 1 1 0 0,-1 0 0 0 0,1 0-1 0 0,0 0 1 0 0,0 1-1 0 0,-1 0 1 0 0,1 0 0 0 0,0 0-1 0 0,0 0 1 0 0,0 1 0 0 0,0 0-1 0 0,0 0 1 0 0,0 1-1 0 0,1-1 1 0 0,-1 1 0 0 0,-7 6-1 0 0,6-4-188 0 0,0 0 0 0 0,1 0-1 0 0,0 1 1 0 0,0 0 0 0 0,1 0-1 0 0,0 0 1 0 0,0 0 0 0 0,0 1-1 0 0,1-1 1 0 0,0 1 0 0 0,0 0-1 0 0,0 0 1 0 0,-1 9 0 0 0,2-11-145 0 0,-2 24-188 0 0,3-23 126 0 0,2 0-178 0 0,3 21 0 0 0,-3-26 359 0 0,-1 0-1 0 0,0 0 1 0 0,0-1 0 0 0,1 1-1 0 0,-1 0 1 0 0,1-1 0 0 0,-1 1-1 0 0,0 0 1 0 0,1-1 0 0 0,-1 1-1 0 0,1-1 1 0 0,-1 1 0 0 0,1-1 0 0 0,0 1-1 0 0,-1-1 1 0 0,1 1 0 0 0,0-1-1 0 0,-1 0 1 0 0,1 1 0 0 0,0-1-1 0 0,-1 0 1 0 0,1 1 0 0 0,0-1-1 0 0,0 0 1 0 0,-1 0 0 0 0,1 0 0 0 0,0 0-1 0 0,0 0 1 0 0,-1 0 0 0 0,1 0-1 0 0,0 0 1 0 0,0 0 0 0 0,0 0-1 0 0,-1 0 1 0 0,1 0 0 0 0,1-1-1 0 0,20-3-21 0 0,-16 3 72 0 0,-4 0-25 0 0,-1 1-1 0 0,1-1 0 0 0,-1 0 1 0 0,1 0-1 0 0,-1 1 0 0 0,1-1 1 0 0,-1 0-1 0 0,1-1 0 0 0,-1 1 1 0 0,0 0-1 0 0,0 0 0 0 0,2-2 0 0 0,-2 2 11 0 0,29-29 727 0 0,-27 26-624 0 0,0 1 107 0 0,15-13 1348 0 0,-15 18-1383 0 0,13 7 12 0 0,-12-7-18 0 0,-4 11-103 0 0,1 0-1 0 0,1 0 1 0 0,0 0 0 0 0,1-1-1 0 0,0 1 1 0 0,1-1-1 0 0,7 15 1 0 0,-10-24-109 0 0,24 38 115 0 0,-23-38-182 0 0,-1-1 1 0 0,1 1-1 0 0,0-1 1 0 0,0 0-1 0 0,0 0 1 0 0,1 0-1 0 0,-1 0 1 0 0,0 0-1 0 0,1-1 1 0 0,0 1-1 0 0,-1-1 1 0 0,1 1-1 0 0,0-1 1 0 0,-1 0-1 0 0,1 0 1 0 0,4 1-1 0 0,4-2-881 0 0,0-1 0 0 0,0 0-1 0 0,1 0 1 0 0,-2-1 0 0 0,1 0 0 0 0,0-1-1 0 0,0 0 1 0 0,12-6 0 0 0,11-7-5706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23.0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1142 704 2752 0 0,'-12'-11'461'0'0,"-1"1"0"0"0,0 0 0 0 0,0 1 0 0 0,-1 1 0 0 0,0 0 0 0 0,0 1 0 0 0,-1 0 0 0 0,0 1-1 0 0,-29-7 1 0 0,41 12-422 0 0,0 1-1 0 0,0-1 0 0 0,0 1 0 0 0,0-1 1 0 0,0 1-1 0 0,0 0 0 0 0,0 0 0 0 0,0 0 1 0 0,0 0-1 0 0,0 1 0 0 0,0 0 0 0 0,-5 1 1 0 0,-3 1 46 0 0,-2-1-10 0 0,1 1-1 0 0,0 1 1 0 0,0 0-1 0 0,1 0 1 0 0,-1 2-1 0 0,1-1 1 0 0,0 1 0 0 0,-13 10-1 0 0,-7 7 66 0 0,-35 34 0 0 0,31-24-95 0 0,2 2 0 0 0,1 1 0 0 0,2 2 0 0 0,-28 47 0 0 0,55-81-43 0 0,1 0 8 0 0,-14 19-12 0 0,-2 0 0 0 0,-34 35 0 0 0,27-28 61 0 0,1 0 0 0 0,1 2 1 0 0,2 1-1 0 0,1 1 0 0 0,2 0 1 0 0,-20 53-1 0 0,12-16 110 0 0,3 2 0 0 0,-19 107 0 0 0,35-128-125 0 0,2 0 0 0 0,2 92 1 0 0,4-139-22 0 0,-1 0-5 0 0,0 15 6 0 0,0-15-2 0 0,0 0 8 0 0,0 17 30 0 0,0-17 42 0 0,-2-1-39 0 0,-1 4-15 0 0,-1 0 0 0 0,-1 0 0 0 0,1-1 0 0 0,-1 1 0 0 0,0-1 0 0 0,-13 12 0 0 0,-22 34 116 0 0,30-34-123 0 0,1 1 1 0 0,0 0-1 0 0,1 0 1 0 0,2 1-1 0 0,0 0 1 0 0,1 1-1 0 0,1-1 1 0 0,-2 30-1 0 0,4-10-34 0 0,2 0 0 0 0,2 0 0 0 0,10 62 0 0 0,-4-59 21 0 0,3 0-1 0 0,1-1 1 0 0,3 0-1 0 0,36 75 1 0 0,-23-66 76 0 0,2 0 0 0 0,3-2 0 0 0,40 48 0 0 0,-39-65-33 0 0,-27-28-57 0 0,-4-2 16 0 0,0 0-6 0 0,28 24-76 0 0,-27-24 80 0 0,0 1-3 0 0,25 30 117 0 0,-1 1 0 0 0,30 50-1 0 0,-28-40-42 0 0,48 57-1 0 0,-55-79-56 0 0,1 0 0 0 0,1-2-1 0 0,1-1 1 0 0,0-1 0 0 0,2-1 0 0 0,0-2 0 0 0,1-1 0 0 0,0 0 0 0 0,1-3-1 0 0,45 14 1 0 0,7-5 50 0 0,0-4-1 0 0,156 13 1 0 0,-184-23-84 0 0,-1 2 0 0 0,67 19 0 0 0,103 45-34 0 0,-102-32 25 0 0,233 90-117 0 0,122 36 104 0 0,-393-145 33 0 0,1-5-1 0 0,109 10 1 0 0,-132-23-5 0 0,0-3 0 0 0,1-2-1 0 0,118-18 1 0 0,-55-8 26 0 0,-2-6-1 0 0,133-53 1 0 0,-206 68-64 0 0,500-178 379 0 0,-500 183-314 0 0,73-23 6 0 0,-73 20-29 0 0,0-2 0 0 0,89-47 0 0 0,-123 55-20 0 0,1-1 0 0 0,-1 0-1 0 0,-1-1 1 0 0,0-1 0 0 0,-1 0-1 0 0,0-1 1 0 0,-1-1 0 0 0,-1 0 0 0 0,0 0-1 0 0,18-33 1 0 0,3-23-61 0 0,-3-1-1 0 0,23-84 1 0 0,-23 64 8 0 0,-14 46-4 0 0,-14 42 126 0 0,-1 0-45 0 0,14-36 221 0 0,-14 36-226 0 0,1 0-17 0 0,2-12 10 0 0,-2 12-20 0 0,-1 0 22 0 0,5-11 12 0 0,-5 11-8 0 0,1-2-56 0 0,13-42 65 0 0,-2-1 0 0 0,-2-1 0 0 0,-2 0 0 0 0,-3 0-1 0 0,-2 0 1 0 0,-2-1 0 0 0,-7-82 0 0 0,-2 75-37 0 0,-3 1 1 0 0,-3 0-1 0 0,-2 0 0 0 0,-2 1 0 0 0,-3 1 1 0 0,-2 1-1 0 0,-3 1 0 0 0,-59-95 1 0 0,46 97-97 0 0,35 47 103 0 0,0 1 18 0 0,-9-12 18 0 0,9 12 27 0 0,2 2-41 0 0,0 0-1 0 0,0 0 1 0 0,0 0-1 0 0,0 0 1 0 0,0 0-1 0 0,0 0 1 0 0,0 0-1 0 0,0-1 1 0 0,0 1-1 0 0,0 0 1 0 0,1 0 0 0 0,-2-2-1 0 0,2 2 9 0 0,-3-2 387 0 0,2-1-306 0 0,-7-13-31 0 0,7 13 42 0 0,0-2-68 0 0,-11-91-46 0 0,-1 15 3 0 0,-4 1 1 0 0,-52-150-1 0 0,50 183-22 0 0,-3 1 0 0 0,-1 1-1 0 0,-2 1 1 0 0,-2 1 0 0 0,-60-74 0 0 0,50 79 30 0 0,-21-20 7 0 0,55 57-32 0 0,2 1 9 0 0,-1 1 0 0 0,1-1 0 0 0,-1 0 0 0 0,1 0 0 0 0,0 0 0 0 0,-1 0 0 0 0,1 0 0 0 0,0 0 0 0 0,0 0 0 0 0,0 0 0 0 0,0 0 0 0 0,0 0 0 0 0,0-1 0 0 0,0 1 0 0 0,0 0-1 0 0,-1-3 1 0 0,2 3-3 0 0,-1 0-1 0 0,0 0 1 0 0,1-1-1 0 0,-1 1 0 0 0,0 0 1 0 0,0 0-1 0 0,1 0 1 0 0,-1 0-1 0 0,0 1 0 0 0,0-1 1 0 0,0 0-1 0 0,0 0 1 0 0,0 0-1 0 0,-2 0 0 0 0,0-3 22 0 0,0 1-1 0 0,1-1 0 0 0,-1 0 0 0 0,1 0 1 0 0,0 0-1 0 0,0 0 0 0 0,1 0 0 0 0,-3-7 1 0 0,3 6-26 0 0,1 4 5 0 0,0 0 0 0 0,0-1 1 0 0,-1 1-1 0 0,1 0 0 0 0,0 0 0 0 0,0-1 0 0 0,-1 1 0 0 0,1 0 0 0 0,0 0 0 0 0,-1 0 0 0 0,1-1 0 0 0,-1 1 0 0 0,0 0 0 0 0,1 0 0 0 0,-2-1 0 0 0,-10-18-133 0 0,-3-11 117 0 0,-1 1 0 0 0,-2 1-1 0 0,-1 1 1 0 0,-1 0 0 0 0,-1 2 0 0 0,-2 0 0 0 0,0 2 0 0 0,-2 0-1 0 0,0 2 1 0 0,-2 0 0 0 0,0 2 0 0 0,-2 1 0 0 0,0 2-1 0 0,0 0 1 0 0,-2 2 0 0 0,0 2 0 0 0,-38-12 0 0 0,-122-30 232 0 0,173 47-203 0 0,1 0-1 0 0,0-1 1 0 0,0-1-1 0 0,1-1 1 0 0,0 0 0 0 0,1-1-1 0 0,-22-22 1 0 0,-25-19 67 0 0,30 29-114 0 0,-2 1 1 0 0,-1 2-1 0 0,-53-24 0 0 0,67 36 24 0 0,-1 1 1 0 0,-1 2-1 0 0,0 0 1 0 0,0 1-1 0 0,0 1 1 0 0,0 1-1 0 0,-33 0 1 0 0,-1 4 7 0 0,0 3 0 0 0,1 3 0 0 0,-1 2 1 0 0,2 2-1 0 0,-1 3 0 0 0,-91 36 0 0 0,112-33-123 0 0,0 1-1 0 0,2 2 1 0 0,-50 39 0 0 0,48-33-418 0 0,-1-2 0 0 0,-61 32 0 0 0,59-38 352 0 0,-1-2 0 0 0,-1-1 0 0 0,0-2 0 0 0,-1-1 0 0 0,-1-3 0 0 0,-50 6 0 0 0,77-16 170 0 0,0 0 0 0 0,-1-1 1 0 0,1 0-1 0 0,0-2 0 0 0,0 1 0 0 0,1-2 0 0 0,-1 0 0 0 0,1-1 0 0 0,-19-10 0 0 0,3 0-9 0 0,15 6-15 0 0,-1 2 0 0 0,0 0 1 0 0,0 1-1 0 0,0 0 0 0 0,-1 1 0 0 0,-22-4 1 0 0,36 9 55 0 0,1 1 1 0 0,-1 0-1 0 0,1-1 1 0 0,-1 1-1 0 0,0 0 1 0 0,1 0 0 0 0,-1 0-1 0 0,0 1 1 0 0,1-1-1 0 0,-1 1 1 0 0,1-1-1 0 0,-5 3 1 0 0,-4 0 12 0 0,-5 1-1 0 0,-1 1 1 0 0,0 1 0 0 0,1 0-1 0 0,0 1 1 0 0,1 1 0 0 0,-16 10 0 0 0,-82 63-22 0 0,103-73 8 0 0,-105 93 19 0 0,81-70-18 0 0,0 0 1 0 0,-2-3 0 0 0,-56 36 0 0 0,84-60 30 0 0,-1 0 0 0 0,1-1 0 0 0,-1 1 1 0 0,0-1-1 0 0,-11 1 0 0 0,15-3 14 0 0,0-1 3 0 0,1-1-48 0 0,1 1 10 0 0,0 0 0 0 0,0 0 0 0 0,0-1 0 0 0,-1 1 1 0 0,1-1-1 0 0,0 0 0 0 0,0 0 0 0 0,1 0 0 0 0,-1 0 0 0 0,0-1 1 0 0,0 1-1 0 0,0-1 0 0 0,1 1 0 0 0,-1-1 0 0 0,-3-3 0 0 0,6 4-15 0 0,-10-8 25 0 0,0 0 0 0 0,0 1 0 0 0,0 0 0 0 0,-1 1 0 0 0,-16-9 0 0 0,4 12-29 0 0,-4 7 5 0 0,16 2-10 0 0,4 3-54 0 0,0 0-1 0 0,1 0 0 0 0,-1 0 0 0 0,2 1 0 0 0,-1 0 0 0 0,1 0 1 0 0,1 1-1 0 0,0-1 0 0 0,0 1 0 0 0,1 0 0 0 0,0 0 1 0 0,-2 14-1 0 0,-3 21-1686 0 0,-2 69 1 0 0,10-110 1606 0 0,-3 58-2402 0 0,4 7-1811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24 2776 0 0,'0'0'2741'0'0,"0"-5"-2031"0"0,-4-13 3814 0 0,-1 37-3619 0 0,-3 38-945 0 0,-20 846 2685 0 0,29-573-1818 0 0,-5 908 1066 0 0,7-1130-4823 0 0,-2-102 2109 0 0,4-8-3430 0 0,-4 1 3947 0 0,1 1 0 0 0,0-1-1 0 0,-1 0 1 0 0,1 0-1 0 0,-1 0 1 0 0,0 0-1 0 0,1-1 1 0 0,-1 1-1 0 0,2-2 1 0 0,-2 2-468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0 1860 0 0,'0'0'2052'0'0,"-5"1"-1356"0"0,-9 2 2542 0 0,31-1-1307 0 0,-14-2-2406 0 0,4 1 569 0 0,-1-2-18 0 0,17-1 4 0 0,-17 2 1 0 0,0-1-5 0 0,50-2 172 0 0,-50 3-95 0 0,0 0-73 0 0,87 0 1189 0 0,-87 0-691 0 0,-3 3-419 0 0,27 24 420 0 0,-28-23-491 0 0,0 0-26 0 0,5 21-106 0 0,0-1 1 0 0,-2 1-1 0 0,0 1 0 0 0,1 41 1 0 0,-5-23-2480 0 0,-1-1 0 0 0,-8 54 0 0 0,3-66-2575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 8 2744 0 0,'0'0'1962'0'0,"-1"-4"-1195"0"0,-2 0 1106 0 0,1 16-917 0 0,1 42-718 0 0,-1 21-304 0 0,-21 123-4600 0 0,16-151 898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1193 1 1860 0 0,'0'0'6506'0'0,"-2"3"-6397"0"0,-8 8 30 0 0,8-9 365 0 0,-7 20-198 0 0,7-18-236 0 0,-3 10-20 0 0,3-10 0 0 0,0-1-6 0 0,-174 318 1080 0 0,139-250-737 0 0,35-68-331 0 0,0 2-5 0 0,-8 15-19 0 0,8-15-6 0 0,0 0 20 0 0,-58 115 308 0 0,58-117-319 0 0,0 2-13 0 0,-8 15-9 0 0,8-15 17 0 0,0 0 16 0 0,-28 58 100 0 0,28-59-115 0 0,0 1 20 0 0,-30 66 15 0 0,-57 155 601 0 0,-62 160 289 0 0,83-224-598 0 0,55-129-258 0 0,-45 99 412 0 0,54-126-505 0 0,-15 39 40 0 0,-4 16-32 0 0,-2-3 19 0 0,-19 53 207 0 0,42-107-197 0 0,0 1-21 0 0,-22 45-78 0 0,22-45 54 0 0,2-4 0 0 0,0 0 0 0 0,0 0 0 0 0,-1 0 0 0 0,1 1 0 0 0,0-1 0 0 0,0 0 0 0 0,-1 0 0 0 0,1 0 0 0 0,0 0 0 0 0,-1 0 0 0 0,1 0 0 0 0,-1 0 0 0 0,0 0 0 0 0,1 0-1 0 0,-2 1 1 0 0,-8 12 13 0 0,1 3-7 0 0,6-13 3 0 0,-7 16-28 0 0,8-16 9 0 0,0 0-28 0 0,-8 12 53 0 0,8-11 35 0 0,-1-1-6 0 0,-22 42 130 0 0,22-41-150 0 0,1-1 1 0 0,-7 14 14 0 0,6-14-15 0 0,1 1 7 0 0,-24 46 20 0 0,19-37-42 0 0,5-10 14 0 0,0-1-29 0 0,-17 38 26 0 0,17-37 39 0 0,0 0-84 0 0,-5 14 18 0 0,5-13 34 0 0,0-1 30 0 0,-6 12 3 0 0,6-11 64 0 0,0-1-79 0 0,-14 41 107 0 0,14-41-49 0 0,1 0-71 0 0,-4 13-12 0 0,4-13 40 0 0,0 0 1 0 0,-3 3-583 0 0,-11 32 1539 0 0,10-17-7733 0 0,5-23 6664 0 0,0 1-1 0 0,0 0 1 0 0,0-1-1 0 0,0 1 1 0 0,0 0-1 0 0,0 0 1 0 0,0-1 0 0 0,0 1-1 0 0,-1 0 1 0 0,1-1-1 0 0,0 1 1 0 0,0 0 0 0 0,0 0-1 0 0,0-1 1 0 0,-1 1-1 0 0,1 0 1 0 0,0 0 0 0 0,0 0-1 0 0,-1-1 1 0 0,1 1-1 0 0,0 0 1 0 0,0 0 0 0 0,-1 0-1 0 0,1 0 1 0 0,0-1-1 0 0,0 1 1 0 0,-1 0 0 0 0,1 0-1 0 0,0 0 1 0 0,-1 0-1 0 0,1 0 1 0 0,0 0 0 0 0,-9-5-886 0 0,5-2-2587 0 0,-2-13-286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3304 0 0,'0'0'7271'0'0,"2"3"-6978"0"0,7 24 272 0 0,0-1 1 0 0,-2 1-1 0 0,6 46 1 0 0,-6-37-249 0 0,-6-31-187 0 0,9 50 476 0 0,-9-50-338 0 0,0-1-143 0 0,5 14-7 0 0,-5-14 71 0 0,3-1-117 0 0,-2-2-73 0 0,1 0 1 0 0,0 0 0 0 0,-1 0-1 0 0,1 0 1 0 0,0 0-1 0 0,-1 0 1 0 0,1 0 0 0 0,0-1-1 0 0,0 0 1 0 0,0 1-1 0 0,-1-1 1 0 0,1 0 0 0 0,0 0-1 0 0,4-1 1 0 0,39-13-390 0 0,-41 13 364 0 0,20-9-707 0 0,0-1 1 0 0,-1-1 0 0 0,38-25-1 0 0,19-22-5218 0 0,-51 34 339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1236 0 0,'0'0'5842'0'0,"3"5"-5448"0"0,14 14 286 0 0,0-1-1 0 0,23 20 1 0 0,-26-24-599 0 0,269 277 976 0 0,-8 28-426 0 0,-209-247-13 0 0,4-3 1 0 0,115 89 0 0 0,187 117 242 0 0,-44-35-692 0 0,-276-199-194 0 0,201 164-74 0 0,-187-146 100 0 0,98 114 0 0 0,47 94-14 0 0,-209-263 24 0 0,9 7 13 0 0,-6-2 23 0 0,9 9 205 0 0,-11-15-189 0 0,6 11 6 0 0,-6-11 434 0 0,-1 0-353 0 0,5 6-4524 0 0,-12-12 821 0 0,-1-2 4023 0 0,2 3-3286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3240 0 0,'0'0'6830'0'0,"2"3"-6656"0"0,55 51 297 0 0,62 53-914 0 0,-97-90-251 0 0,-3-7-246 0 0,-16-9 798 0 0,1 2-412 0 0,0 0 0 0 0,1 0 0 0 0,-1-1 1 0 0,1 1-1 0 0,0-1 0 0 0,0 0 0 0 0,0-1 0 0 0,8 3 0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171 1 2660 0 0,'0'0'2788'0'0,"-23"11"-1759"0"0,7 13-389 0 0,-5 17-404 0 0,10-16-60 0 0,1 5-104 0 0,-5 9-240 0 0,3-1-324 0 0,-4 0-596 0 0,4 4 135 0 0,-6 1-611 0 0,2-1-1732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 4028 0 0,'0'0'6361'0'0,"-2"3"-6020"0"0,0 1-272 0 0,0 0 0 0 0,1-1 0 0 0,-1 1 0 0 0,1 0-1 0 0,0 0 1 0 0,0 0 0 0 0,0 0 0 0 0,0 0 0 0 0,1 0-1 0 0,-1 0 1 0 0,1 1 0 0 0,0-1 0 0 0,1 4 0 0 0,-1 42 280 0 0,14 281-233 0 0,-14-325-407 0 0,1 0-60 0 0,1 17-71 0 0,-1-17-94 0 0,0-2-1040 0 0,1-1 1081 0 0,2 5 225 0 0,-2 0-3922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48 152 2252 0 0,'0'0'1311'0'0,"-6"0"-261"0"0,-14-3-136 0 0,15 3 1949 0 0,-9-2-1955 0 0,14 2-892 0 0,-1-1 1 0 0,1 1 0 0 0,0 0-1 0 0,0 0 1 0 0,0 0 0 0 0,0 0-1 0 0,0 0 1 0 0,-1 0 0 0 0,1 0-1 0 0,0 0 1 0 0,0 0 0 0 0,0-1-1 0 0,0 1 1 0 0,0 0 0 0 0,0 0-1 0 0,0 0 1 0 0,0 0 0 0 0,-1 0-1 0 0,1 0 1 0 0,0-1 0 0 0,0 1-1 0 0,0 0 1 0 0,0 0 0 0 0,0 0-1 0 0,0 0 1 0 0,0-1 0 0 0,0 1 0 0 0,0 0-1 0 0,0 0 1 0 0,0 0 0 0 0,0 0-1 0 0,0-1 1 0 0,0 1 0 0 0,0 0-1 0 0,0 0 1 0 0,0 0 0 0 0,0 0-1 0 0,0 0 1 0 0,1-1 0 0 0,-1 1-1 0 0,0 0 1 0 0,0 0 0 0 0,0 0-1 0 0,2-2 41 0 0,0 0-1 0 0,1 0 1 0 0,-1 1-1 0 0,1-1 1 0 0,-1 1-1 0 0,1 0 1 0 0,0 0-1 0 0,-1 0 1 0 0,1 0-1 0 0,5-1 1 0 0,159-40 177 0 0,307-37 0 0 0,-368 76-6492 0 0,-98 3 1435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0 128 1708 0 0,'0'0'1825'0'0,"1"5"-1114"0"0,3 17-157 0 0,-3-16 225 0 0,24-1-14 0 0,-20-3-541 0 0,0-3 98 0 0,15-1-5 0 0,-15 1-24 0 0,1 0 2 0 0,6-2-50 0 0,-1 0 0 0 0,0-1-1 0 0,1 0 1 0 0,-1-1-1 0 0,10-6 1 0 0,-18 9-118 0 0,-2 2-120 0 0,-1 0-1 0 0,1 0 1 0 0,-1-1 0 0 0,1 1 0 0 0,0 0 0 0 0,-1 0 0 0 0,1 0 0 0 0,-1-1 0 0 0,1 1 0 0 0,-1 0 0 0 0,1-1 0 0 0,-1 1 0 0 0,1 0 0 0 0,-1-1 0 0 0,0 1 0 0 0,1-1 0 0 0,-1 1 0 0 0,1-1 0 0 0,-1 1 0 0 0,0-1 0 0 0,0 1 0 0 0,1-1 0 0 0,-1 1 0 0 0,0-1 0 0 0,1 0 0 0 0,-1 0-2 0 0,0 1 0 0 0,0-1 1 0 0,0 1-1 0 0,1-1 0 0 0,-1 1 0 0 0,0-1 1 0 0,1 1-1 0 0,-1-1 0 0 0,0 1 0 0 0,1-1 1 0 0,-1 1-1 0 0,0-1 0 0 0,1 1 1 0 0,-1 0-1 0 0,1-1 0 0 0,-1 1 0 0 0,1 0 1 0 0,-1-1-1 0 0,1 1 0 0 0,-1 0 0 0 0,1 0 1 0 0,-1 0-1 0 0,1-1 0 0 0,-1 1 0 0 0,1 0 1 0 0,0 0-1 0 0,1-4 62 0 0,7-12-5 0 0,-7 13-10 0 0,-1-2-21 0 0,2-13-1 0 0,-2 14-15 0 0,-2-1-9 0 0,-2-12 6 0 0,2 12 20 0 0,-10-11 3 0 0,9 12-38 0 0,1 4 9 0 0,-1 0 0 0 0,1-1-1 0 0,0 1 1 0 0,-1-1 0 0 0,1 1-1 0 0,0-1 1 0 0,0 1 0 0 0,-1-1-1 0 0,1 0 1 0 0,0 0 0 0 0,0 1-1 0 0,-2-3 1 0 0,1 1 8 0 0,-3 0 32 0 0,1 3-14 0 0,-1 0 3 0 0,0 1 0 0 0,0 0-1 0 0,0 0 1 0 0,0 0 0 0 0,0 1-1 0 0,1 0 1 0 0,-1 0 0 0 0,1 0 0 0 0,0 0-1 0 0,0 0 1 0 0,-7 8 0 0 0,2 0 7 0 0,1-1 0 0 0,1 2-1 0 0,0-1 1 0 0,-7 15 0 0 0,10-19-19 0 0,1 0-1 0 0,0 0 0 0 0,0 0 0 0 0,0 0 1 0 0,1 0-1 0 0,0 0 0 0 0,1 1 0 0 0,0-1 1 0 0,0 1-1 0 0,0-1 0 0 0,1 1 1 0 0,0 0-1 0 0,0-1 0 0 0,3 13 0 0 0,-2-16 7 0 0,-1-2-23 0 0,0 0 0 0 0,0-1 0 0 0,0 1 0 0 0,0 0 0 0 0,1-1 0 0 0,-1 1 0 0 0,0-1 0 0 0,1 1 0 0 0,0 0 0 0 0,-1-1 0 0 0,1 1 0 0 0,0-1 0 0 0,0 0 0 0 0,0 1 0 0 0,0-1 0 0 0,2 3 0 0 0,-1-1 20 0 0,22 24-26 0 0,-16-23-29 0 0,-3-3 4 0 0,1 1-57 0 0,-1 1 0 0 0,1-1 0 0 0,-1-1 0 0 0,1 1 0 0 0,0-1 0 0 0,-1 0 0 0 0,1 0 0 0 0,0-1 0 0 0,8 1 1 0 0,-9-1 26 0 0,4 0-114 0 0,0 0 1 0 0,1-1-1 0 0,-1 0 1 0 0,0 0-1 0 0,0-1 1 0 0,0 0-1 0 0,10-4 1 0 0,-7 3 134 0 0,2-1-72 0 0,1-2-1 0 0,-1 1 0 0 0,1-2 0 0 0,-2 0 0 0 0,1 0 1 0 0,-1-2-1 0 0,0 1 0 0 0,-1-2 0 0 0,0 0 0 0 0,0 0 0 0 0,-1-1 1 0 0,-1 0-1 0 0,10-13 0 0 0,-15 17 50 0 0,7-13-13 0 0,-5 3 15 0 0,10-28 58 0 0,-16 39 7 0 0,0 1 19 0 0,-1 0 20 0 0,0-1 13 0 0,0 0-1 0 0,-1 0 0 0 0,0 0 1 0 0,0 0-1 0 0,0 0 0 0 0,-4-8 1 0 0,3 9 202 0 0,-2 4-150 0 0,-15-5-35 0 0,14 5 40 0 0,0 2 35 0 0,-6 3 49 0 0,0 1 1 0 0,1 1 0 0 0,-1-1-1 0 0,-11 9 1 0 0,19-11-72 0 0,0 1-7 0 0,-10 13-18 0 0,9-13-14 0 0,3 1-7 0 0,-6 14-10 0 0,5-14 62 0 0,3 1-96 0 0,0 0-34 0 0,0 0 0 0 0,0 1 0 0 0,1-1 0 0 0,-1 0 1 0 0,2 0-1 0 0,-1 0 0 0 0,1-1 0 0 0,0 1 0 0 0,0-1 1 0 0,0 1-1 0 0,1-1 0 0 0,0 0 0 0 0,0 0 1 0 0,0-1-1 0 0,9 9 0 0 0,26 18 38 0 0,-1-4-27 0 0,-35-25-8 0 0,-1-2-10 0 0,-1 1 0 0 0,1 0-1 0 0,-1 0 1 0 0,0-1 0 0 0,1 1 0 0 0,-1 0 0 0 0,0 0 0 0 0,0 0-1 0 0,1 0 1 0 0,-1 1 0 0 0,2 1 0 0 0,-3-2 0 0 0,3 2 31 0 0,0 0-12 0 0,5 10 10 0 0,-6-9 5 0 0,-4-1-32 0 0,0 0-2 0 0,1-1 0 0 0,-1 1 0 0 0,1-1 0 0 0,-1 0 0 0 0,0 0 0 0 0,0 1 0 0 0,0-1 0 0 0,0-1 0 0 0,0 1 1 0 0,-1 0-1 0 0,1 0 0 0 0,-1-1 0 0 0,1 1 0 0 0,-1-1 0 0 0,1 0 0 0 0,-1 0 0 0 0,0 0 0 0 0,-3 1 0 0 0,-18 5 8 0 0,18-6-5 0 0,1 0-25 0 0,-53-3-1479 0 0,52 2 693 0 0,4-4-219 0 0,-4-8 224 0 0,3 8-1941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21 2948 0 0,'0'0'1244'0'0,"3"-3"-195"0"0,-2 2-847 0 0,0 0-92 0 0,0 0-1 0 0,0 0 1 0 0,0 0-1 0 0,0 0 1 0 0,-1 0-1 0 0,1 0 0 0 0,0 0 1 0 0,0 0-1 0 0,-1 0 1 0 0,3-5 4305 0 0,-4 11-4029 0 0,-9 136 1851 0 0,9-92-1818 0 0,2-1-274 0 0,2-2-20 0 0,-2-35-111 0 0,0 2 0 0 0,0 0-1 0 0,1 0 0 0 0,1-1 0 0 0,0 1 0 0 0,0-1 0 0 0,2 1 0 0 0,-1-1 0 0 0,12 19 0 0 0,10-1-535 0 0,-23-27 88 0 0,2-1-174 0 0,15 6-125 0 0,-15-6-193 0 0,1-3-330 0 0,-1 1 707 0 0,7-1-14 0 0,1-5-3055 0 0,6-5-1530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18 112 3468 0 0,'0'0'1446'0'0,"-4"-2"-206"0"0,4 2-1325 0 0,-14-10 1767 0 0,16 2-174 0 0,17 0-755 0 0,244-43-1735 0 0,-111 26-4190 0 0,-115 18 1354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225 113 3240 0 0,'0'0'5899'0'0,"-5"1"-5587"0"0,-10 3 220 0 0,0-2 0 0 0,-1 0 1 0 0,1-1-1 0 0,-1 0 0 0 0,-24-3 0 0 0,34 1-331 0 0,0 0 2 0 0,-41-20 430 0 0,43 18-517 0 0,3 3-111 0 0,1 0-1 0 0,0 0 1 0 0,-1 0-1 0 0,1-1 1 0 0,-1 1-1 0 0,1 0 1 0 0,0 0-1 0 0,-1 0 1 0 0,1-1-1 0 0,-1 1 1 0 0,1 0-1 0 0,0-1 1 0 0,-1 1-1 0 0,1 0 1 0 0,0-1-1 0 0,0 1 1 0 0,-1 0-1 0 0,1-1 1 0 0,0 1-1 0 0,0-1 1 0 0,0 1-1 0 0,-1 0 1 0 0,1-1-1 0 0,0 1 1 0 0,0-1-1 0 0,0 0 1 0 0,0 1 0 0 0,0-1 1 0 0,0 1-1 0 0,0-1 1 0 0,-1 1-1 0 0,1-1 0 0 0,0 1 1 0 0,0 0-1 0 0,0-1 1 0 0,-1 1-1 0 0,1-1 1 0 0,0 1-1 0 0,0 0 0 0 0,-1-1 1 0 0,1 1-1 0 0,0 0 1 0 0,-1-1-1 0 0,1 1 1 0 0,0 0-1 0 0,-1-1 0 0 0,1 1 1 0 0,0 0-1 0 0,-1 0 1 0 0,1 0-1 0 0,-1-1 0 0 0,1 1 1 0 0,-1 0-1 0 0,0-5 13 0 0,-1-14 10 0 0,1 15-21 0 0,2 3-9 0 0,-1 1-1 0 0,1 0 1 0 0,-1 0-1 0 0,1-1 1 0 0,-1 1 0 0 0,0 0-1 0 0,1-1 1 0 0,-1 1-1 0 0,0 0 1 0 0,1-1 0 0 0,-1 1-1 0 0,0-1 1 0 0,1 1-1 0 0,-1 0 1 0 0,0-1 0 0 0,0 1-1 0 0,1-1 1 0 0,-1 1-1 0 0,0-1 1 0 0,0 1 0 0 0,0-1-1 0 0,0 1 1 0 0,0-1-1 0 0,0 1 1 0 0,0-1-1 0 0,0 0 5 0 0,0 1-1 0 0,1-1 0 0 0,-1 1 0 0 0,0-1 0 0 0,0 1 1 0 0,0-1-1 0 0,0 1 0 0 0,0-1 0 0 0,0 1 0 0 0,1-1 0 0 0,-1 1 1 0 0,0-1-1 0 0,0 1 0 0 0,1 0 0 0 0,-1-1 0 0 0,0 1 0 0 0,1-1 1 0 0,-1 1-1 0 0,0 0 0 0 0,1-1 0 0 0,-1 1 0 0 0,1 0 0 0 0,-1 0 1 0 0,1-1-1 0 0,0 1 0 0 0,-1 0-1 0 0,0 0 0 0 0,1 0 1 0 0,-1 0-1 0 0,1 0 0 0 0,-1 0 1 0 0,1 0-1 0 0,-1 0 0 0 0,1 0 0 0 0,-1-1 1 0 0,1 1-1 0 0,-1 0 0 0 0,1 0 0 0 0,-1 0 1 0 0,0-1-1 0 0,1 1 0 0 0,-1 0 0 0 0,1 0 1 0 0,-1-1-1 0 0,0 1 0 0 0,1 0 0 0 0,-1-1 1 0 0,0 1-1 0 0,1 0 0 0 0,-1-1 1 0 0,0 1-1 0 0,0-1 0 0 0,1 1 0 0 0,-1-1 1 0 0,1 0-1 0 0,-1 0 1 0 0,1 0-1 0 0,0 0 1 0 0,-1 1-1 0 0,1-1 1 0 0,0 0 0 0 0,0 0-1 0 0,-1 1 1 0 0,1-1-1 0 0,0 0 1 0 0,0 1 0 0 0,0-1-1 0 0,0 1 1 0 0,0-1-1 0 0,0 1 1 0 0,0-1 0 0 0,0 1-1 0 0,0 0 1 0 0,2-1-1 0 0,1-1 3 0 0,-3 1-2 0 0,1 1-1 0 0,-1-1 1 0 0,1 0 0 0 0,-1 1-1 0 0,1-1 1 0 0,-1 1 0 0 0,1-1 0 0 0,-1 1-1 0 0,1 0 1 0 0,-1 0 0 0 0,1 0-1 0 0,-1 0 1 0 0,1 0 0 0 0,-1 0-1 0 0,1 0 1 0 0,0 0 0 0 0,-1 1 0 0 0,3 0-1 0 0,-1-1-4 0 0,2 1 5 0 0,0 0 0 0 0,0 1 0 0 0,-1-1 0 0 0,1 1 0 0 0,-1 0 0 0 0,0 0 0 0 0,1 0 0 0 0,-1 0 0 0 0,0 1 0 0 0,0 0 0 0 0,0 0 0 0 0,3 4 0 0 0,35 40-72 0 0,-38-41 62 0 0,0 1 0 0 0,-1-1 0 0 0,0 1 0 0 0,0 0 0 0 0,0 0 1 0 0,-1 0-1 0 0,0 0 0 0 0,1 12 0 0 0,-1-12-7 0 0,-1 1-15 0 0,0 1-1 0 0,0-1 0 0 0,0 1 0 0 0,-1-1 1 0 0,-1 1-1 0 0,1-1 0 0 0,-1 1 0 0 0,-1-1 1 0 0,1 1-1 0 0,-6 13 0 0 0,5-16 12 0 0,-1 3-41 0 0,0 0 0 0 0,-1-1 0 0 0,0 1 0 0 0,-1-1 1 0 0,-9 14-1 0 0,11-17 51 0 0,1-3-16 0 0,-14 19-106 0 0,1-8-21 0 0,-27 19-211 0 0,38-29 220 0 0,-1-2 18 0 0,-16 4-16 0 0,15-3 7 0 0,0-2-68 0 0,-17-2 103 0 0,17 2-5 0 0,5 0 102 0 0,1-1-1 0 0,0 1 1 0 0,0-1 0 0 0,0 1-1 0 0,-1-1 1 0 0,1 1-1 0 0,0 0 1 0 0,0-1 0 0 0,-1 1-1 0 0,1 0 1 0 0,-1-1-1 0 0,1 1 1 0 0,0 0 0 0 0,-1-1-1 0 0,1 1 1 0 0,-1 0 0 0 0,1-1-1 0 0,0 1 1 0 0,-1 0-1 0 0,1 0 1 0 0,-1 0 0 0 0,1 0-1 0 0,-2-1 1 0 0,2 1-4 0 0,-1 0 1 0 0,0 0-1 0 0,0-1 1 0 0,0 1-1 0 0,1 0 0 0 0,-1-1 1 0 0,0 1-1 0 0,0-1 1 0 0,1 1-1 0 0,-1-1 0 0 0,0 1 1 0 0,1-1-1 0 0,-1 0 1 0 0,0 1-1 0 0,1-1 1 0 0,-1 0-1 0 0,1 1 0 0 0,0-1 1 0 0,-1 0-1 0 0,1 0 1 0 0,-1-1-1 0 0,-9-14-32 0 0,8 12 25 0 0,1-1-37 0 0,-2-14 42 0 0,2 14 17 0 0,1 1-10 0 0,3-14-30 0 0,-3 14 101 0 0,3 0-14 0 0,6-12-1 0 0,-6 12 42 0 0,1 3-53 0 0,0-1-22 0 0,0 1 0 0 0,1 1 0 0 0,-1-1 0 0 0,1 1 0 0 0,-1-1 0 0 0,0 1 0 0 0,1 1 0 0 0,-1-1 0 0 0,0 0-1 0 0,1 1 1 0 0,-1 0 0 0 0,0 0 0 0 0,0 1 0 0 0,1-1 0 0 0,-1 1 0 0 0,5 2 0 0 0,51 34 95 0 0,-44-26-189 0 0,1-1 1 0 0,1 0 0 0 0,-1-1-1 0 0,1-1 1 0 0,1-1 0 0 0,23 7-1 0 0,-32-12-23 0 0,-1-1-1 0 0,0-1 0 0 0,1 0 0 0 0,-1 0 0 0 0,1-1 0 0 0,-1 0 0 0 0,1 0 0 0 0,-1-1 1 0 0,1-1-1 0 0,-1 1 0 0 0,1-1 0 0 0,-1-1 0 0 0,0 0 0 0 0,0 0 0 0 0,0-1 0 0 0,12-7 1 0 0,33-28-211 0 0,-49 34 271 0 0,0-1 0 0 0,-1 1 0 0 0,1 0 0 0 0,-1-1 0 0 0,0 0 1 0 0,-1 0-1 0 0,6-13 0 0 0,-6 13 32 0 0,1-1-1 0 0,-1 0 1 0 0,0 0 0 0 0,0-1 0 0 0,-1 1 0 0 0,0-1 0 0 0,-1 0 0 0 0,2-11 0 0 0,-2 13-1 0 0,1-10 85 0 0,-1 0 0 0 0,0 1-1 0 0,-1-1 1 0 0,-2-17 0 0 0,1 29-5 0 0,-3-24 67 0 0,3 22-58 0 0,-6-5 8 0 0,7 10-76 0 0,0 1-1 0 0,0-1 0 0 0,0 1 1 0 0,0-1-1 0 0,0 1 0 0 0,0-1 1 0 0,0 1-1 0 0,0 0 0 0 0,-1-1 1 0 0,1 1-1 0 0,0-1 0 0 0,0 1 1 0 0,0-1-1 0 0,-1 1 0 0 0,1 0 1 0 0,0-1-1 0 0,-1 1 0 0 0,1 0 1 0 0,0-1-1 0 0,-1 1 0 0 0,1 0 1 0 0,0-1-1 0 0,-2 1 0 0 0,1-1-1 0 0,-1 1 0 0 0,0 0 0 0 0,0 1-1 0 0,0-1 1 0 0,1 0 0 0 0,-1 0 0 0 0,0 1-1 0 0,0-1 1 0 0,1 1 0 0 0,-1 0 0 0 0,-2 1-1 0 0,-1 0 20 0 0,4-2-24 0 0,0 0-1 0 0,0 0 1 0 0,0 1-1 0 0,0-1 1 0 0,0 0-1 0 0,0 1 0 0 0,0-1 1 0 0,0 1-1 0 0,0 0 1 0 0,0-1-1 0 0,0 1 1 0 0,1 0-1 0 0,-1-1 1 0 0,0 1-1 0 0,0 0 0 0 0,1 0 1 0 0,-1 0-1 0 0,0-1 1 0 0,1 1-1 0 0,-1 0 1 0 0,1 0-1 0 0,-1 2 1 0 0,0-1 20 0 0,-5 5 45 0 0,1 0 0 0 0,0 1 0 0 0,0-1 0 0 0,-7 17-1 0 0,9-18-56 0 0,-1 2 37 0 0,-5 13 22 0 0,3 0-10 0 0,4-15-53 0 0,-2 9 26 0 0,-1 0 0 0 0,2 0 0 0 0,0 1-1 0 0,-1 21 1 0 0,13 17-88 0 0,-7-50 20 0 0,-2-2 24 0 0,1-1 1 0 0,1 1-1 0 0,-1 0 0 0 0,0-1 1 0 0,0 0-1 0 0,1 1 0 0 0,-1-1 1 0 0,0 0-1 0 0,1 0 0 0 0,2 2 1 0 0,-1 0-60 0 0,21 4-66 0 0,-19-5-6 0 0,0-3 110 0 0,2 0 65 0 0,0 0 0 0 0,0 0 1 0 0,0-1-1 0 0,0 0 1 0 0,0-1-1 0 0,0 1 0 0 0,-1-1 1 0 0,1 0-1 0 0,-1-1 1 0 0,0 0-1 0 0,8-5 0 0 0,29-39 619 0 0,-39 43-613 0 0,0-1 0 0 0,-1-1-1 0 0,1 1 1 0 0,-1-1 0 0 0,-1 1 0 0 0,1-1 0 0 0,-1 0 0 0 0,2-10 0 0 0,-3 10-62 0 0,1 1 50 0 0,-1 0 1 0 0,0-1-1 0 0,0 1 0 0 0,-1-1 1 0 0,0 1-1 0 0,0-1 0 0 0,0 1 1 0 0,-1-1-1 0 0,-2-10 0 0 0,2 11-28 0 0,0-1 3 0 0,-1-1 0 0 0,0 1 0 0 0,0 0 0 0 0,0 0 0 0 0,-1 0 1 0 0,-7-12-1 0 0,7 12-9 0 0,1 4-10 0 0,0 1 0 0 0,0 0 0 0 0,0-1 0 0 0,0 1 0 0 0,0 0 1 0 0,0 0-1 0 0,-1 0 0 0 0,1 0 0 0 0,0 1 0 0 0,-1-1 1 0 0,0 1-1 0 0,1-1 0 0 0,-1 1 0 0 0,0 0 0 0 0,0 0 1 0 0,-3-1-1 0 0,3 1-3 0 0,-1 0-62 0 0,-2 2 9 0 0,0-1 45 0 0,4 0 13 0 0,0 0-1 0 0,0 0 1 0 0,0 1 0 0 0,0-1 0 0 0,0 0-1 0 0,0 1 1 0 0,0-1 0 0 0,0 1 0 0 0,1-1-1 0 0,-1 1 1 0 0,0 0 0 0 0,0 0 0 0 0,1 0-1 0 0,-1 0 1 0 0,-2 2 0 0 0,-4 2-114 0 0,0 1 0 0 0,0 1 0 0 0,-10 10 0 0 0,15-14-14 0 0,0 0 0 0 0,1 1 1 0 0,-1-1-1 0 0,1 1 0 0 0,-1-1 0 0 0,1 1 0 0 0,0 0 0 0 0,0 0 1 0 0,1 0-1 0 0,-1 0 0 0 0,1 0 0 0 0,0 0 0 0 0,0 1 0 0 0,0 7 1 0 0,1-5-692 0 0,0-1 0 0 0,1 1 0 0 0,0 0 1 0 0,0 0-1 0 0,1 0 0 0 0,3 11 1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 54 3576 0 0,'1'-3'1562'0'0,"19"-31"2822"0"0,-18 31-2650 0 0,2-3-1198 0 0,-4 6-491 0 0,0 0 0 0 0,0-1 0 0 0,0 1 0 0 0,1-1 0 0 0,-1 1 0 0 0,0 0 1 0 0,0-1-1 0 0,0 1 0 0 0,1-1 0 0 0,-1 1 0 0 0,0 0 0 0 0,0-1 0 0 0,1 1 0 0 0,-1 0 0 0 0,0 0 0 0 0,1-1 0 0 0,-1 1 1 0 0,0 0-1 0 0,1-1 0 0 0,-1 1 0 0 0,0 0 0 0 0,1 0 0 0 0,-1 0 0 0 0,0 0 0 0 0,1-1 0 0 0,-1 1 0 0 0,1 0 0 0 0,-1 0 0 0 0,1 0 1 0 0,1 16 159 0 0,0 0 0 0 0,-1 0 0 0 0,-1 0 1 0 0,-3 28-1 0 0,-15 71-9 0 0,6-47-86 0 0,-26 117-750 0 0,10-55-2628 0 0,27-125 2485 0 0,-2 14-1086 0 0,2-15 1469 0 0,0 1-942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103 17 3468 0 0,'0'0'1137'0'0,"-6"0"-156"0"0,-17 0-178 0 0,17 0 417 0 0,1 2-738 0 0,-14 7-73 0 0,14-6-46 0 0,4-2-309 0 0,1 1 0 0 0,-1-1 0 0 0,-1 0 0 0 0,1 1 0 0 0,0-1 0 0 0,0 0 0 0 0,0 0 0 0 0,-1 0-1 0 0,1 0 1 0 0,-3 2 0 0 0,2 0 178 0 0,-1 0-34 0 0,-14 38 409 0 0,15-37-400 0 0,4 1-159 0 0,0-1-30 0 0,3 14 95 0 0,0-17-107 0 0,14 2 32 0 0,-14-2 53 0 0,0-3-13 0 0,18-4 44 0 0,-18 4 34 0 0,0-1 24 0 0,30-22 427 0 0,-32 23-402 0 0,0-2-1 0 0,10-10-27 0 0,-9 10-1 0 0,-3 0-8 0 0,6-11-18 0 0,-5 11 234 0 0,-2-1-304 0 0,-1-15-33 0 0,0 15 11 0 0,-6-1-20 0 0,7 5-44 0 0,0 1 0 0 0,-1 0 0 0 0,1-1-1 0 0,0 1 1 0 0,0-1 0 0 0,-1 1 0 0 0,1-1 0 0 0,0 1 0 0 0,-1 0 0 0 0,1-1 0 0 0,-1 1 0 0 0,1 0 0 0 0,0 0 0 0 0,-1-1 0 0 0,1 1 0 0 0,-1 0 0 0 0,1 0 0 0 0,-1-1-1 0 0,1 1 1 0 0,-1 0 0 0 0,1 0 0 0 0,-1 0 0 0 0,1 0 0 0 0,-1 0 0 0 0,1 0 0 0 0,-1 0 0 0 0,1 0 0 0 0,-1 0 0 0 0,1 0 0 0 0,-1 0 0 0 0,1 0 0 0 0,-1 0-1 0 0,1 0 1 0 0,-1 1 0 0 0,0-1 0 0 0,-4 2-206 0 0,0-1 0 0 0,0 1 0 0 0,0 1-1 0 0,0-1 1 0 0,0 1 0 0 0,-6 5 0 0 0,8-5-300 0 0,-8 17-1973 0 0,12-15 1643 0 0,-1 0 545 0 0,5 16-1389 0 0,8-6-632 0 0,-9-12 1604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0 116 2888 0 0,'5'-4'1414'0'0,"38"-31"2591"0"0,-39 32-3205 0 0,-3 1-667 0 0,-1 1 0 0 0,1 0 0 0 0,1-1 0 0 0,-1 1 0 0 0,0 0 0 0 0,0-1 0 0 0,0 1 0 0 0,1 0 0 0 0,-1 0 0 0 0,3-1 0 0 0,-2-1 1001 0 0,1 0-676 0 0,8-7-93 0 0,-9 8 1203 0 0,-3 7-1536 0 0,-3 17-12 0 0,2-16 6 0 0,0-1 5 0 0,-6 15 8 0 0,-1 11-7 0 0,7-25-39 0 0,1-2 19 0 0,2 52-6 0 0,11-42-10 0 0,-12-13 4 0 0,2 2 36 0 0,4-4 0 0 0,0 2-26 0 0,-4-1-5 0 0,0 0-1 0 0,0 0 1 0 0,0 0-1 0 0,-1 0 1 0 0,1 0-1 0 0,0 0 1 0 0,0 0-1 0 0,0-1 1 0 0,0 1-1 0 0,0-1 1 0 0,3 0-1 0 0,1-4 86 0 0,0 1-1 0 0,0-1 1 0 0,0 0-1 0 0,-1 0 1 0 0,0 0 0 0 0,0-1-1 0 0,0 0 1 0 0,-1 0-1 0 0,1 0 1 0 0,-1-1 0 0 0,-1 1-1 0 0,4-9 1 0 0,-6 11-116 0 0,0 1 1 0 0,0 0 0 0 0,0 0-1 0 0,-1-1 1 0 0,1 1 0 0 0,-1-1-1 0 0,0 1 1 0 0,0-1 0 0 0,0 1-1 0 0,0 0 1 0 0,-1-1-1 0 0,1 1 1 0 0,-2-5 0 0 0,1 5-36 0 0,1 2 1 0 0,0-1-1 0 0,-1 0 0 0 0,1 1 0 0 0,-1-1 0 0 0,1 0 0 0 0,-1 1 1 0 0,1-1-1 0 0,-1 1 0 0 0,0-1 0 0 0,0 1 0 0 0,0-1 1 0 0,0 1-1 0 0,-2-3 0 0 0,0 0-141 0 0,2 2 122 0 0,0 1 1 0 0,0-1-1 0 0,0 1 1 0 0,0-1-1 0 0,0 1 1 0 0,0-1-1 0 0,0 1 0 0 0,-1 0 1 0 0,1 0-1 0 0,-1-1 1 0 0,1 1-1 0 0,-1 0 1 0 0,1 0-1 0 0,-1 1 1 0 0,1-1-1 0 0,-4-1 0 0 0,0 0-194 0 0,1-1-30 0 0,0 0-1 0 0,0 1 1 0 0,-1 0 0 0 0,1 0-1 0 0,-1 0 1 0 0,0 1-1 0 0,0-1 1 0 0,0 1 0 0 0,1 0-1 0 0,-9 0 1 0 0,3-1-687 0 0,-4 2-1990 0 0,-35 1-2146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398 12 2696 0 0,'-9'-3'680'0'0,"-1"1"-1"0"0,1-1 0 0 0,0 2 0 0 0,-17-2 1 0 0,23 3-587 0 0,0 0 1 0 0,1 0 0 0 0,-1 0 0 0 0,0 1-1 0 0,1-1 1 0 0,-1 1 0 0 0,0-1 0 0 0,1 1-1 0 0,-1 0 1 0 0,1 0 0 0 0,-1 0-1 0 0,1 1 1 0 0,-4 1 0 0 0,-3 2 135 0 0,-8 4 52 0 0,0 0 0 0 0,0 1 0 0 0,1 0 0 0 0,0 2 0 0 0,1 0 0 0 0,1 0 0 0 0,0 2-1 0 0,0-1 1 0 0,1 2 0 0 0,1 0 0 0 0,1 0 0 0 0,0 1 0 0 0,1 1 0 0 0,-15 32 0 0 0,13-21-134 0 0,1 0 0 0 0,1 1-1 0 0,2 0 1 0 0,1 1 0 0 0,1 0 0 0 0,1 0 0 0 0,2 0-1 0 0,1 49 1 0 0,4-55-145 0 0,1 1 1 0 0,0 0-1 0 0,2-1 0 0 0,1 0 0 0 0,1 0 1 0 0,1-1-1 0 0,1 0 0 0 0,1 0 0 0 0,1-1 1 0 0,1 0-1 0 0,1-1 0 0 0,0 0 0 0 0,2-1 1 0 0,1-1-1 0 0,19 20 0 0 0,-15-20-388 0 0,1 0 1 0 0,1-1-1 0 0,1-1 0 0 0,0-1 1 0 0,1-2-1 0 0,1 0 1 0 0,0-1-1 0 0,1-2 0 0 0,0 0 1 0 0,1-2-1 0 0,0-1 0 0 0,1-1 1 0 0,29 4-1 0 0,60-3-3384 0 0,-56-9-226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 15 3100 0 0,'0'0'2695'0'0,"4"-3"-1690"0"0,-2 2-863 0 0,1-1 0 0 0,-1 1 0 0 0,1 0 0 0 0,-1 0 0 0 0,1 0 0 0 0,-1 0 0 0 0,1 0 0 0 0,0 0 0 0 0,0 1 0 0 0,-1-1 0 0 0,1 1 0 0 0,0 0 0 0 0,0 0 0 0 0,0 0 0 0 0,-1 0 0 0 0,1 0 0 0 0,0 1 0 0 0,0-1 0 0 0,-1 1 0 0 0,5 1 0 0 0,9 3 63 0 0,0 0 0 0 0,-1 2 0 0 0,0-1 0 0 0,0 2 1 0 0,0 0-1 0 0,-1 1 0 0 0,0 0 0 0 0,-1 1 1 0 0,0 1-1 0 0,-1 0 0 0 0,0 0 0 0 0,-1 1 1 0 0,0 1-1 0 0,0 0 0 0 0,-2 0 0 0 0,0 1 0 0 0,0 1 1 0 0,-1-1-1 0 0,9 26 0 0 0,-9-21-243 0 0,-2 1 0 0 0,0 0 1 0 0,-1 0-1 0 0,-1 1 0 0 0,-1 0 0 0 0,-1-1 0 0 0,0 1 0 0 0,-2 0 0 0 0,-1 0 1 0 0,0 0-1 0 0,-1-1 0 0 0,-2 1 0 0 0,0-1 0 0 0,-1 1 0 0 0,-14 35 1 0 0,7-30-383 0 0,-1 0 0 0 0,-1 0 0 0 0,-2-1 0 0 0,-1-1 0 0 0,-32 36 0 0 0,18-28-1026 0 0,-1-1-1 0 0,-2-1 1 0 0,-39 26 0 0 0,2-7-3490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153 59 3996 0 0,'0'-6'1260'0'0,"-9"-42"2353"0"0,7 43-2161 0 0,-3 8-1110 0 0,-16 7-31 0 0,13-3-22 0 0,-1 15-58 0 0,1-1 1 0 0,1 1-1 0 0,1 0 0 0 0,-4 29 0 0 0,-7 102 292 0 0,7-56-329 0 0,-25 120-596 0 0,34-212 114 0 0,1 0-118 0 0,-1 0 109 0 0,-1 3 80 0 0,0 1-7093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197 30 1316 0 0,'-14'-3'777'0'0,"-1"2"1"0"0,-1 0-1 0 0,1 1 0 0 0,0 1 1 0 0,-28 4-1 0 0,28 0-392 0 0,2 0 701 0 0,0-1 1 0 0,-25 6-1 0 0,38-10-1075 0 0,1 0-1 0 0,-1 0 1 0 0,0 0-1 0 0,1 0 1 0 0,-1 0 0 0 0,0 0-1 0 0,0 0 1 0 0,1 0-1 0 0,-1 0 1 0 0,0 0-1 0 0,0 1 1 0 0,1-1-1 0 0,-1 0 1 0 0,0 0 0 0 0,0 0-1 0 0,0 0 1 0 0,1 1-1 0 0,-1-1 1 0 0,0 0-1 0 0,0 0 1 0 0,0 0-1 0 0,0 1 1 0 0,0-1 0 0 0,1 0-1 0 0,-1 0 1 0 0,0 1-1 0 0,0-1 1 0 0,0 0-1 0 0,0 0 1 0 0,0 1-1 0 0,0-1 1 0 0,0 0 0 0 0,0 0-1 0 0,0 1 1 0 0,0-1-1 0 0,0 0 1 0 0,0 1-1 0 0,0-1-1 0 0,0 1-1 0 0,0 0 0 0 0,0-1 0 0 0,0 1 0 0 0,1-1 0 0 0,-1 1 0 0 0,0-1 0 0 0,0 1 1 0 0,0-1-1 0 0,1 1 0 0 0,-1-1 0 0 0,0 1 0 0 0,1-1 0 0 0,-1 1 0 0 0,0-1 0 0 0,1 1 1 0 0,-1-1-1 0 0,1 1 0 0 0,-1-1 0 0 0,0 0 0 0 0,1 1 0 0 0,-1-1 0 0 0,1 0 0 0 0,-1 1 1 0 0,1-1-1 0 0,-1 0 0 0 0,1 0 0 0 0,0 0 0 0 0,-1 1 0 0 0,1-1 0 0 0,-1 0 1 0 0,1 0-1 0 0,-1 0 0 0 0,1 0 0 0 0,0 0 0 0 0,-1 0 0 0 0,2 0 0 0 0,94-2 267 0 0,0-5-1 0 0,105-19 0 0 0,-29 2-291 0 0,-107 16-1494 0 0,119 1 0 0 0,-182 7 1329 0 0,1 0 0 0 0,0 0 0 0 0,0 0 0 0 0,-1 0 0 0 0,1 1 0 0 0,0-1 0 0 0,0 1 0 0 0,-1 0 0 0 0,6 2 0 0 0,-2 0-269 0 0,4 1-1702 0 0,9 12-1501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0 113 3116 0 0,'0'0'2133'0'0,"0"-5"-1294"0"0,6-41 1429 0 0,-5 42-1887 0 0,2 0-47 0 0,8-7 114 0 0,1 0-1 0 0,21-15 1 0 0,-30 25-339 0 0,3 0-17 0 0,-2 0-52 0 0,-1 0-32 0 0,1 0-1 0 0,-1 1 1 0 0,1 0-1 0 0,-1-1 1 0 0,1 1-1 0 0,-1 0 1 0 0,1 0-1 0 0,-1 1 1 0 0,1-1-1 0 0,-1 1 1 0 0,1 0-1 0 0,-1 0 1 0 0,0 0-1 0 0,6 3 1 0 0,-3-1 0 0 0,-1 1 1 0 0,1 0-1 0 0,-1 0 1 0 0,0 0-1 0 0,0 1 1 0 0,-1-1-1 0 0,1 1 1 0 0,-1 1-1 0 0,0-1 1 0 0,0 0-1 0 0,-1 1 1 0 0,1 0-1 0 0,-1 0 1 0 0,-1 0-1 0 0,1 0 1 0 0,-1 0-1 0 0,0 1 1 0 0,0-1-1 0 0,-1 1 1 0 0,0-1-1 0 0,0 1 1 0 0,-1 0-1 0 0,0 12 1 0 0,0-13-6 0 0,-3 20 13 0 0,-4 11-3 0 0,3-27-8 0 0,-4 1-16 0 0,-34 47 109 0 0,39-54 160 0 0,2-4-210 0 0,0 1 0 0 0,0 0 0 0 0,0-1 0 0 0,0 1 0 0 0,0 0-1 0 0,0-1 1 0 0,-1 1 0 0 0,1-1 0 0 0,0 0 0 0 0,0 1-1 0 0,0-1 1 0 0,0 0 0 0 0,-1 0 0 0 0,1 0 0 0 0,0 0 0 0 0,0 0-1 0 0,-1 0 1 0 0,-1 0 0 0 0,1-3-35 0 0,1 1-1 0 0,0-1 0 0 0,-1 1 1 0 0,1-1-1 0 0,0 0 1 0 0,0 0-1 0 0,0 0 0 0 0,1 0 1 0 0,-1 0-1 0 0,1 0 1 0 0,-1 0-1 0 0,1 0 0 0 0,0 0 1 0 0,0 0-1 0 0,0 0 1 0 0,1 1-1 0 0,-1-1 0 0 0,1 0 1 0 0,1-4-1 0 0,3-11-35 0 0,1 0-1 0 0,1 0 0 0 0,1 0 1 0 0,0 1-1 0 0,1 0 1 0 0,1 0-1 0 0,1 1 1 0 0,0 1-1 0 0,1-1 0 0 0,20-18 1 0 0,-27 30-104 0 0,-1 1 0 0 0,1-1 0 0 0,-1 1 0 0 0,1 1 0 0 0,0-1 0 0 0,0 1 0 0 0,0-1 0 0 0,6 0 0 0 0,-4 0-70 0 0,-3 2-353 0 0,3 1-197 0 0,17 1-236 0 0,-17-1-202 0 0,-2 2-133 0 0,16 3-937 0 0,-15-3-1579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170 136 3088 0 0,'32'-36'3457'0'0,"-28"32"-2932"0"0,-4 3-472 0 0,0-1 0 0 0,0 1 0 0 0,1 0 0 0 0,-1-1 0 0 0,1 1 0 0 0,-1 0 0 0 0,1 0 0 0 0,-1-1 0 0 0,1 1 0 0 0,0 0 0 0 0,0 0 0 0 0,1-2 0 0 0,0 0 55 0 0,0-1 436 0 0,-1-1-292 0 0,3-16 22 0 0,-4 16 36 0 0,-1 0-308 0 0,-6-11 84 0 0,5 12 85 0 0,-2 1-49 0 0,3 2-101 0 0,-1-1 0 0 0,0 1 0 0 0,1 0-1 0 0,-1 0 1 0 0,0 0 0 0 0,0 0 0 0 0,0 0 0 0 0,0 1-1 0 0,0-1 1 0 0,0 1 0 0 0,0-1 0 0 0,0 1 0 0 0,0 0-1 0 0,0-1 1 0 0,0 1 0 0 0,0 0 0 0 0,0 0 0 0 0,0 1-1 0 0,0-1 1 0 0,-1 0 0 0 0,1 1 0 0 0,0-1 0 0 0,0 1-1 0 0,-3 1 1 0 0,-4 3 10 0 0,0 1-1 0 0,1 0 0 0 0,-1 1 0 0 0,1 0 1 0 0,0 0-1 0 0,1 0 0 0 0,0 1 1 0 0,0 1-1 0 0,0-1 0 0 0,-4 10 1 0 0,-7 12-3 0 0,-21 49 1 0 0,36-72-12 0 0,2-5-16 0 0,1-1-1 0 0,-1 0 0 0 0,0 1 0 0 0,1-1 1 0 0,-1 1-1 0 0,1-1 0 0 0,-1 1 1 0 0,1-1-1 0 0,0 1 0 0 0,0-1 0 0 0,0 1 1 0 0,-1-1-1 0 0,2 3 0 0 0,-1 1 2 0 0,-1-1 8 0 0,1 1-24 0 0,0 0 14 0 0,0 0 0 0 0,1 0 1 0 0,-1 0-1 0 0,1 0 1 0 0,1 0-1 0 0,-1 0 1 0 0,3 6-1 0 0,-2-7 13 0 0,3-3 9 0 0,17 1 5 0 0,-17-1 12 0 0,1-3-39 0 0,6-2-3 0 0,0-1 1 0 0,0 0-1 0 0,-1-1 0 0 0,0 0 1 0 0,0 0-1 0 0,13-11 1 0 0,-16 10 0 0 0,4-3 7 0 0,0-1-1 0 0,0 0 1 0 0,-1-1 0 0 0,-1 0 0 0 0,0 0-1 0 0,9-18 1 0 0,-17 27 25 0 0,1 0-1 0 0,5-10-12 0 0,-6 9 7 0 0,0 1-28 0 0,-2 3 4 0 0,0 0-1 0 0,0-1 1 0 0,1 1 0 0 0,-1 0 0 0 0,0-1-1 0 0,0 1 1 0 0,0 0 0 0 0,0-1 0 0 0,0 1-1 0 0,1 0 1 0 0,-1 0 0 0 0,0-1 0 0 0,0 1-1 0 0,0 0 1 0 0,1 0 0 0 0,-1-1-1 0 0,0 1 1 0 0,0 0 0 0 0,1 0 0 0 0,-1 0-1 0 0,0-1 1 0 0,1 1 0 0 0,-1 0 0 0 0,0 0-1 0 0,1 0 1 0 0,-1 0 0 0 0,0 0-1 0 0,1 0 1 0 0,-1-1 0 0 0,0 1 0 0 0,1 0-1 0 0,-1 0 1 0 0,0 0 0 0 0,1 0 0 0 0,-1 0-1 0 0,0 0 1 0 0,1 1 0 0 0,-1-1 0 0 0,0 0-1 0 0,1 0 1 0 0,-1 0 0 0 0,0 0-1 0 0,1 0 1 0 0,-1 0 0 0 0,0 1 0 0 0,1-1-1 0 0,-1 0 1 0 0,0 0 0 0 0,0 0 0 0 0,1 1-1 0 0,-1-1 1 0 0,0 0 0 0 0,0 0 0 0 0,1 1-1 0 0,-1-1 1 0 0,0 0 0 0 0,0 1-1 0 0,0-1 1 0 0,0 0 0 0 0,1 0 0 0 0,-1 1-1 0 0,0-1 1 0 0,0 0 0 0 0,0 1 0 0 0,0-1-1 0 0,0 0 1 0 0,0 1 0 0 0,0 0 0 0 0,2 32 32 0 0,-1-19-21 0 0,-1-8 1 0 0,2-2-3 0 0,4 14-5 0 0,-5-13-12 0 0,1-2 21 0 0,4 13 29 0 0,-5-12-40 0 0,7 1-11 0 0,4 7 1 0 0,-9-11 7 0 0,0-1 0 0 0,0 1-1 0 0,1 0 1 0 0,-1-1 0 0 0,0 0 0 0 0,0 1-1 0 0,1-1 1 0 0,-1-1 0 0 0,0 1 0 0 0,0 0 0 0 0,6-2-1 0 0,-4 1-14 0 0,-3 0 16 0 0,0 1 0 0 0,0-1-1 0 0,-1 0 1 0 0,1 1 0 0 0,0-1-1 0 0,-1 0 1 0 0,1 0-1 0 0,-1 0 1 0 0,1 0 0 0 0,-1 0-1 0 0,1 0 1 0 0,1-3 0 0 0,0 2-2 0 0,2-1 6 0 0,1-1 0 0 0,0 1-1 0 0,-1-2 1 0 0,1 1-1 0 0,-1 0 1 0 0,0-1 0 0 0,-1 0-1 0 0,1 0 1 0 0,-1-1 0 0 0,0 1-1 0 0,5-10 1 0 0,4-5 65 0 0,-2 0 31 0 0,-9 16-51 0 0,0 0 4 0 0,5-11-15 0 0,-5 11 344 0 0,-7 13-305 0 0,4-8-70 0 0,1 0 1 0 0,-1-1-1 0 0,0 1 1 0 0,0 0-1 0 0,1 0 1 0 0,-1 0-1 0 0,0-1 1 0 0,1 1-1 0 0,-1 0 1 0 0,1 0-1 0 0,-1 0 1 0 0,1 0-1 0 0,0 0 1 0 0,-1 0-1 0 0,1 2 1 0 0,-4 21 88 0 0,-2 44 1 0 0,6-62-80 0 0,2-1 23 0 0,2 15-37 0 0,-2-15-11 0 0,0-1-3 0 0,7 12-31 0 0,-6-12-84 0 0,18 8-344 0 0,-17-9 112 0 0,0-3-70 0 0,2 0 46 0 0,0 1 0 0 0,-1-1 0 0 0,1-1 1 0 0,0 1-1 0 0,-1-1 0 0 0,1 0 1 0 0,-1-1-1 0 0,1 1 0 0 0,-1-1 0 0 0,0 0 1 0 0,0 0-1 0 0,9-5 0 0 0,2-4-1679 0 0,-11 8-1433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230 9 2492 0 0,'-5'-2'917'0'0,"-2"0"-696"0"0,1 1 0 0 0,0 0 0 0 0,0-1 0 0 0,0 2 1 0 0,-1-1-1 0 0,1 1 0 0 0,0 0 0 0 0,-1 0 0 0 0,1 1 0 0 0,0 0 0 0 0,-1 0 0 0 0,1 1 0 0 0,-10 3 1 0 0,4 1-82 0 0,0 1 1 0 0,0 0-1 0 0,1 1 1 0 0,0 1 0 0 0,1 0-1 0 0,0 0 1 0 0,0 1-1 0 0,-10 12 1 0 0,18-18-53 0 0,-1 0 5 0 0,-8 14-6 0 0,9-14 118 0 0,2 1-110 0 0,1 22 102 0 0,3-25-37 0 0,3 0-103 0 0,0 0 0 0 0,0-1-1 0 0,0 1 1 0 0,0-1 0 0 0,0-1-1 0 0,0 1 1 0 0,0-1 0 0 0,0 0 0 0 0,1-1-1 0 0,-1 0 1 0 0,7-1 0 0 0,1-3 206 0 0,-1 0 0 0 0,1-1 1 0 0,-1 0-1 0 0,0-1 0 0 0,-1-1 1 0 0,24-16-1 0 0,-35 21-203 0 0,1 1 1 0 0,-1-1-1 0 0,0 0 0 0 0,1 1 1 0 0,-1-1-1 0 0,0 0 0 0 0,0 0 1 0 0,-1-1-1 0 0,1 1 0 0 0,-1 0 0 0 0,0-1 1 0 0,2-4-1 0 0,-9-13-55 0 0,5 17 14 0 0,-4 3-135 0 0,0 0-68 0 0,1 1 1 0 0,0 0-1 0 0,0 0 1 0 0,-1 0-1 0 0,1 0 0 0 0,0 1 1 0 0,-1 0-1 0 0,1 0 0 0 0,0 0 1 0 0,0 0-1 0 0,0 1 0 0 0,0-1 1 0 0,0 1-1 0 0,0 0 0 0 0,1 0 1 0 0,-1 1-1 0 0,-4 3 0 0 0,-22 23-4438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 2792 0 0,'0'0'2195'0'0,"6"0"-1365"0"0,19 2-169 0 0,-19-2-102 0 0,-1 1-23 0 0,15 3-94 0 0,-15-2-55 0 0,0 0-47 0 0,32 20 418 0 0,-34-20-575 0 0,0 2-72 0 0,12 13-9 0 0,-12-13 3 0 0,-1 0-31 0 0,18 42 237 0 0,-19-41-213 0 0,-1 0-7 0 0,2 15-9 0 0,-2-15-3 0 0,-2 0 15 0 0,-22 41 342 0 0,22-42-341 0 0,-16 10 138 0 0,14-11 9 0 0,-14 7 47 0 0,15-8 218 0 0,-25-4-112 0 0,22 2-77 0 0,6-2-297 0 0,-1 0 1 0 0,0 0 0 0 0,1 1 0 0 0,-1-1 0 0 0,0 0-1 0 0,0 0 1 0 0,0 1 0 0 0,0-1 0 0 0,0 1 0 0 0,-3-3 0 0 0,2 0 67 0 0,1-2 10 0 0,1-3-61 0 0,0-1 1 0 0,0 0-1 0 0,1 1 0 0 0,0-1 0 0 0,1 0 0 0 0,0 1 0 0 0,0 0 0 0 0,1-1 0 0 0,0 1 1 0 0,1 0-1 0 0,0 0 0 0 0,0 1 0 0 0,1-1 0 0 0,9-12 0 0 0,-10 17-38 0 0,0-1 0 0 0,0 1 0 0 0,0 0 0 0 0,1 0 0 0 0,0 0 0 0 0,-1 0 0 0 0,1 1 0 0 0,0-1 0 0 0,1 2 0 0 0,5-4 0 0 0,-6 4 2 0 0,2-3-13 0 0,-5 4 10 0 0,-1 0 1 0 0,1 0 0 0 0,0 0 0 0 0,0 0 0 0 0,0 0 0 0 0,-1 1-1 0 0,1-1 1 0 0,0 0 0 0 0,0 1 0 0 0,0-1 0 0 0,0 1 0 0 0,0 0 0 0 0,0 0-1 0 0,0 0 1 0 0,0 0 0 0 0,4 0 0 0 0,-3 0 0 0 0,41 2 6 0 0,-34 1-6 0 0,-4 1-2 0 0,-3-4 1 0 0,-1 1 0 0 0,1-1 0 0 0,-1 1 0 0 0,0 0 1 0 0,1 0-1 0 0,-1 0 0 0 0,0 0 0 0 0,0 1 0 0 0,0-1 0 0 0,0 1 0 0 0,0-1 0 0 0,0 1 0 0 0,3 3 0 0 0,2 1 0 0 0,-1-1-55 0 0,0 1 0 0 0,-1 0 0 0 0,0 0 0 0 0,1 0 0 0 0,-2 1 0 0 0,1 0 0 0 0,-1 0 0 0 0,0 0 0 0 0,-1 0 0 0 0,1 0 0 0 0,-1 1 0 0 0,-1 0 0 0 0,1-1 0 0 0,-2 1 0 0 0,1 0 0 0 0,-1 0 0 0 0,0 0-1 0 0,0 0 1 0 0,-1 1 0 0 0,0-1 0 0 0,-1 0 0 0 0,-3 15 0 0 0,0 2-1179 0 0,-2 0-1 0 0,-1-1 0 0 0,-1 0 0 0 0,-2 0 0 0 0,-22 43 0 0 0,7-22-4343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273 75 2256 0 0,'0'0'1308'0'0,"-1"-5"-274"0"0,-4-11-170 0 0,4 12-157 0 0,-2 0-124 0 0,-7-12-92 0 0,7 12-46 0 0,-1 1-46 0 0,-13-8-40 0 0,13 9-53 0 0,-1 0-33 0 0,-7-1-30 0 0,0 2 0 0 0,1-1-1 0 0,-14 1 1 0 0,19 1-23 0 0,-5 2-86 0 0,0 0 0 0 0,0 0 0 0 0,0 1 0 0 0,1 0 0 0 0,-1 1 0 0 0,1 1 0 0 0,0-1-1 0 0,0 1 1 0 0,1 1 0 0 0,-18 12 0 0 0,16-2 22 0 0,9-12-127 0 0,0-1 52 0 0,1 2-12 0 0,-4 15-8 0 0,4-15-5 0 0,2 0-16 0 0,0-1-33 0 0,0 1 3 0 0,0-1 1 0 0,0 0 0 0 0,0 0-1 0 0,0 0 1 0 0,1-1 0 0 0,0 1-1 0 0,-1 0 1 0 0,1-1-1 0 0,1 1 1 0 0,-1-1 0 0 0,0 1-1 0 0,1-1 1 0 0,4 5-1 0 0,29 20 14 0 0,2 0 0 0 0,0-3-1 0 0,49 25 1 0 0,-78-45-66 0 0,0 1-1 0 0,-1 0 1 0 0,14 13-1 0 0,-12-10-13 0 0,-8-8 41 0 0,-1 1 0 0 0,1-1 0 0 0,0 1-1 0 0,-1 0 1 0 0,1-1 0 0 0,-1 1 0 0 0,1 0 0 0 0,-1 0-1 0 0,0 0 1 0 0,0 0 0 0 0,0 0 0 0 0,0 1 0 0 0,0-1 0 0 0,-1 0-1 0 0,1 0 1 0 0,0 1 0 0 0,-1-1 0 0 0,0 0 0 0 0,0 1-1 0 0,0-1 1 0 0,0 4 0 0 0,0-4 9 0 0,-1-1 1 0 0,0 1-1 0 0,1 0 0 0 0,-1 0 0 0 0,0-1 0 0 0,0 1 1 0 0,0-1-1 0 0,0 1 0 0 0,0-1 0 0 0,-1 1 1 0 0,1-1-1 0 0,-3 2 0 0 0,3-2-4 0 0,-3 4 3 0 0,0 0 0 0 0,-1-1 0 0 0,0 0 0 0 0,0 0-1 0 0,0-1 1 0 0,0 1 0 0 0,0-1 0 0 0,-1 0 0 0 0,-6 2 0 0 0,7-2 4 0 0,3-2 4 0 0,0 1-1 0 0,0-1 0 0 0,1 0 0 0 0,-1 1 1 0 0,-1-1-1 0 0,1 0 0 0 0,0 0 0 0 0,0-1 1 0 0,0 1-1 0 0,0 0 0 0 0,-5 0 0 0 0,-16 3 15 0 0,-16 5 0 0 0,-18-2-6 0 0,51-6-11 0 0,0-2 12 0 0,-20-4-3 0 0,19 4 12 0 0,3-2-1 0 0,3 2-21 0 0,-1 0 4 0 0,0 0 0 0 0,0 0 1 0 0,1 0-1 0 0,-1 0 0 0 0,0 0 0 0 0,1-1 0 0 0,-1 1 1 0 0,1-1-1 0 0,-1 1 0 0 0,1-1 0 0 0,0 0 0 0 0,0 1 0 0 0,-1-1 1 0 0,1 0-1 0 0,1 0 0 0 0,-1 0 0 0 0,0 0 0 0 0,0 0 0 0 0,1 0 1 0 0,-1 0-1 0 0,1 0 0 0 0,0 0 0 0 0,-1 0 0 0 0,1-4 0 0 0,4-5-19 0 0,-1 0 0 0 0,2 0 0 0 0,0 0 0 0 0,0 0 0 0 0,1 1 0 0 0,0 0 0 0 0,0 0 0 0 0,14-15 0 0 0,76-73-161 0 0,-68 70 152 0 0,43-45-32 0 0,-36 30 58 0 0,-32 39 9 0 0,3-7-5 0 0,-6 11-7 0 0,1 0 1 0 0,-1-1-1 0 0,1 1 0 0 0,-1-1 0 0 0,1 1 0 0 0,-1-1 0 0 0,0 1 1 0 0,1-1-1 0 0,-1 1 0 0 0,0-1 0 0 0,1 1 0 0 0,-1-1 0 0 0,0 1 1 0 0,0-1-1 0 0,1 0 0 0 0,-1 1 0 0 0,0-1 0 0 0,0 1 0 0 0,0-1 0 0 0,0 0 1 0 0,0 1-1 0 0,0-1 0 0 0,0 0 0 0 0,0 1 0 0 0,0-1 0 0 0,0 1 1 0 0,0-1-1 0 0,0 0 0 0 0,-1 1 0 0 0,1-1 0 0 0,0 0 0 0 0,-6-17-62 0 0,4 14 16 0 0,-19-3-114 0 0,17 5 80 0 0,0 3-187 0 0,-15 1 95 0 0,14-1-52 0 0,1 0-37 0 0,1 2 65 0 0,0-1 1 0 0,0 0-1 0 0,0 1 0 0 0,0 0 0 0 0,0-1 0 0 0,1 1 1 0 0,-1 0-1 0 0,-2 4 0 0 0,3-3-476 0 0,1 1-1018 0 0,-1 13 646 0 0,2-13-692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116 45 2456 0 0,'40'-26'4131'0'0,"-36"24"-2493"0"0,3-7-1235 0 0,-7 9-372 0 0,1 0-1 0 0,-1 0 1 0 0,0 0 0 0 0,0 0-1 0 0,0 0 1 0 0,0 0 0 0 0,1 0-1 0 0,-1 0 1 0 0,0 0-1 0 0,0-1 1 0 0,0 1 0 0 0,0 0-1 0 0,0 0 1 0 0,1 0 0 0 0,-1 0-1 0 0,0 0 1 0 0,0 0 0 0 0,0-1-1 0 0,0 1 1 0 0,0 0 0 0 0,0 0-1 0 0,0 0 1 0 0,0 0 0 0 0,1-1-1 0 0,-1 1 1 0 0,0 0-1 0 0,0 0 1 0 0,0 0 0 0 0,0 0-1 0 0,0-1 1 0 0,0 1 0 0 0,0 0-1 0 0,0 0 1 0 0,0 0 0 0 0,0-1-1 0 0,0 1 1 0 0,0 0 0 0 0,0 0-1 0 0,-1 0 1 0 0,1 0 0 0 0,0-1-1 0 0,0 1 1 0 0,0 0-1 0 0,0 0 1 0 0,0 0 0 0 0,0 0-1 0 0,0-1 1 0 0,0 1 0 0 0,-1 0-1 0 0,1 0 1 0 0,0 0 0 0 0,0 0-1 0 0,0 0 1 0 0,0 0 0 0 0,-1-1-1 0 0,-22 4 119 0 0,17-3 4 0 0,6 1-144 0 0,-1 0 0 0 0,1-1 0 0 0,0 1 0 0 0,-1 0 0 0 0,1-1 0 0 0,-1 1 0 0 0,1-1 0 0 0,-1 1 0 0 0,1-1 0 0 0,-1 1 0 0 0,1-1 0 0 0,-1 1 0 0 0,1-1 1 0 0,-1 1-1 0 0,0-1 0 0 0,1 0 0 0 0,-1 1 0 0 0,0-1 0 0 0,1 0 0 0 0,-2 1 0 0 0,-16 12 167 0 0,-41 66 181 0 0,51-67-347 0 0,1 0 0 0 0,1 1 0 0 0,0-1 0 0 0,0 1 1 0 0,2 0-1 0 0,-6 21 0 0 0,9-29-5 0 0,1 2 2 0 0,-2 19-17 0 0,2-19-44 0 0,2-2 61 0 0,-1-1-17 0 0,0 0 0 0 0,1-1 1 0 0,0 1-1 0 0,-1 0 0 0 0,1-1 0 0 0,1 1 0 0 0,-1-1 1 0 0,0 1-1 0 0,1-1 0 0 0,0 0 0 0 0,-1 0 0 0 0,1-1 1 0 0,1 1-1 0 0,-1 0 0 0 0,0-1 0 0 0,7 4 0 0 0,-2-4-38 0 0,0 1-1 0 0,1-2 0 0 0,-1 1 0 0 0,0-1 0 0 0,1-1 0 0 0,0 1 1 0 0,-1-1-1 0 0,1-1 0 0 0,-1 0 0 0 0,1 0 0 0 0,-1 0 0 0 0,0-1 1 0 0,1-1-1 0 0,-1 1 0 0 0,0-1 0 0 0,13-7 0 0 0,-8 4 229 0 0,0 0 0 0 0,0 0 0 0 0,23-17 1 0 0,-31 20-78 0 0,-1-1 0 0 0,0 0 0 0 0,0 0 0 0 0,0 0 0 0 0,-1 0 0 0 0,0 0 0 0 0,1-1 0 0 0,-2 0 0 0 0,1 1 0 0 0,0-1 0 0 0,-1 0 0 0 0,0 0 0 0 0,0 0 0 0 0,0-1 0 0 0,0-5 0 0 0,-1 4-44 0 0,1 1 0 0 0,-2-1 0 0 0,1 0 1 0 0,-1 0-1 0 0,0 0 0 0 0,-1 0 0 0 0,1 1 1 0 0,-1-1-1 0 0,-1 0 0 0 0,1 0 0 0 0,-1 1 1 0 0,0-1-1 0 0,-1 1 0 0 0,0 0 0 0 0,0-1 1 0 0,0 1-1 0 0,-1 1 0 0 0,1-1 0 0 0,-1 0 1 0 0,-1 1-1 0 0,1 0 0 0 0,-10-9 0 0 0,7 9-33 0 0,-1 0-1 0 0,1 0 0 0 0,-16-6 1 0 0,19 9-24 0 0,-3 3-24 0 0,-22 1-29 0 0,27-2 40 0 0,0 0 1 0 0,0 0-1 0 0,0 1 0 0 0,1-1 0 0 0,-1 0 1 0 0,0 1-1 0 0,0-1 0 0 0,0 1 1 0 0,0 0-1 0 0,1 0 0 0 0,-1 0 1 0 0,0-1-1 0 0,1 2 0 0 0,-1-1 0 0 0,0 0 1 0 0,-1 2-1 0 0,-3 2-40 0 0,-2 0-231 0 0,0 1-1 0 0,1 0 1 0 0,0 0-1 0 0,0 0 0 0 0,0 1 1 0 0,1 0-1 0 0,0 1 1 0 0,1-1-1 0 0,-1 1 1 0 0,2 0-1 0 0,-1 0 0 0 0,1 1 1 0 0,0-1-1 0 0,1 1 1 0 0,-1 0-1 0 0,-1 12 1 0 0,4-16-1319 0 0,1 0-1154 0 0,2 21-1973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121 81 3676 0 0,'2'-4'1640'0'0,"16"-44"4136"0"0,-18 47-5549 0 0,3-18 417 0 0,-4 11 2179 0 0,-4 10-2687 0 0,-13 9-25 0 0,13-3-31 0 0,-8 52 68 0 0,-44 181-653 0 0,19-95-3166 0 0,37-141 3084 0 0,-2 9 69 0 0,1-7-1094 0 0,1 0-3464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80 8 3076 0 0,'0'0'852'0'0,"-3"-2"-131"0"0,1 1-537 0 0,0 0-1 0 0,0 1 1 0 0,0-1-1 0 0,0 0 1 0 0,0 1-1 0 0,-1-1 1 0 0,1 1-1 0 0,0 0 1 0 0,0 0-1 0 0,-1 0 1 0 0,1 0-1 0 0,0 0 1 0 0,0 0-1 0 0,0 1 1 0 0,-1-1-1 0 0,-2 1 1 0 0,0 1 197 0 0,6-2-371 0 0,-1 1 0 0 0,0-1 0 0 0,-1 1 0 0 0,1-1 0 0 0,0 1 0 0 0,0-1 0 0 0,0 0 0 0 0,0 1 0 0 0,0-1 0 0 0,0 1 0 0 0,0-1 0 0 0,-1 0 0 0 0,1 1 0 0 0,0-1 0 0 0,0 1 0 0 0,-1-1 0 0 0,1 0 0 0 0,0 1 0 0 0,0-1 0 0 0,-1 0 0 0 0,1 1 0 0 0,0-1 0 0 0,-1 0 0 0 0,0 1 0 0 0,-10 13 446 0 0,-3 29-70 0 0,12-38 600 0 0,4-1-899 0 0,-2-2-61 0 0,0 0-13 0 0,0-1-1 0 0,0 0 0 0 0,0 0 1 0 0,0 1-1 0 0,1-1 0 0 0,-1 0 1 0 0,0 1-1 0 0,1-1 0 0 0,-1 0 1 0 0,1 0-1 0 0,0 0 0 0 0,1 3 1 0 0,2-6 36 0 0,12-3 13 0 0,-12 3 20 0 0,0 0 18 0 0,12-6 30 0 0,-12 7 24 0 0,-1-1-44 0 0,1 0 0 0 0,0-1-1 0 0,-1 1 1 0 0,0-1 0 0 0,1 1 0 0 0,-1-1 0 0 0,4-5-1 0 0,-4 5-21 0 0,0 1 469 0 0,-3 1-596 0 0,0 1 33 0 0,0-1 0 0 0,0 1 0 0 0,0-1 0 0 0,0 1 0 0 0,0-1-1 0 0,0 1 1 0 0,0-1 0 0 0,0 1 0 0 0,0-1 0 0 0,0 1 0 0 0,0 0 0 0 0,-1-1 0 0 0,1 1 0 0 0,0-1 0 0 0,0 1 0 0 0,0-1-1 0 0,-1 1 1 0 0,1 0 0 0 0,0-1 0 0 0,0 1 0 0 0,-1 0 0 0 0,1-1 0 0 0,-1 1 0 0 0,-4-11-534 0 0,1 12 247 0 0,-15 5-151 0 0,17-6 350 0 0,1 1 1 0 0,0-1-1 0 0,-1 1 0 0 0,1-1 0 0 0,0 1 0 0 0,0-1 1 0 0,-1 1-1 0 0,1 0 0 0 0,0-1 0 0 0,0 1 0 0 0,0 0 0 0 0,0 0 1 0 0,0 0-1 0 0,0 0 0 0 0,0 0 0 0 0,0 0 0 0 0,0 2 1 0 0,-4 17-5839 0 0,4-15 2452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19 3364 0 0,'0'0'7551'0'0,"-1"5"-7432"0"0,0 14-25 0 0,1-14 112 0 0,-1-1-157 0 0,-3 14-10 0 0,3-14 173 0 0,2 0-174 0 0,4 17 152 0 0,-1-20-159 0 0,14 4 28 0 0,-14-4 212 0 0,1-3-96 0 0,13-4 22 0 0,-14 4 11 0 0,0 0 52 0 0,11-7 28 0 0,-11 7 75 0 0,-1-1-70 0 0,-2 2-268 0 0,1-2 98 0 0,1 1 0 0 0,0-1 1 0 0,-1 0-1 0 0,1 0 0 0 0,-1-1 0 0 0,0 1 0 0 0,0 0 0 0 0,0-1 0 0 0,2-4 0 0 0,-10-21-1177 0 0,3 28-130 0 0,-11-6 424 0 0,10 5-156 0 0,-1 2-1850 0 0,0 0 2237 0 0,-7 0 9 0 0,2-3-2576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493 24 3804 0 0,'4'-2'1570'0'0,"3"-1"-1004"0"0,0-1 1 0 0,1 1 0 0 0,0 0 0 0 0,-1 1-1 0 0,1 0 1 0 0,0 0 0 0 0,0 1-1 0 0,1 0 1 0 0,-1 1 0 0 0,0-1-1 0 0,0 1 1 0 0,0 1 0 0 0,16 2-1 0 0,-16-1-337 0 0,25 9 822 0 0,-23-6-927 0 0,1 1-1 0 0,-1 0 0 0 0,-1 0 1 0 0,1 1-1 0 0,-1 0 1 0 0,0 0-1 0 0,-1 1 0 0 0,0 0 1 0 0,0 1-1 0 0,0 0 0 0 0,-1 0 1 0 0,-1 1-1 0 0,0 0 1 0 0,0 0-1 0 0,0 0 0 0 0,-2 1 1 0 0,1-1-1 0 0,-1 1 0 0 0,-1 1 1 0 0,0-1-1 0 0,-1 0 1 0 0,0 1-1 0 0,0-1 0 0 0,-1 22 1 0 0,-3-13-124 0 0,0 0 1 0 0,-2 0-1 0 0,0-1 1 0 0,-1 1 0 0 0,-1-1-1 0 0,-1 0 1 0 0,0 0-1 0 0,-2-1 1 0 0,0 0 0 0 0,-1-1-1 0 0,-1 0 1 0 0,-23 28-1 0 0,4-10-462 0 0,-2-1-1 0 0,-1-2 0 0 0,-1-1 1 0 0,-56 38-1 0 0,47-40-498 0 0,-1-1 0 0 0,-85 38-1 0 0,100-54-355 0 0,-1-1-1 0 0,-1-1 1 0 0,0-2-1 0 0,0 0 1 0 0,-55 4-1 0 0,49-10-3219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361 19 2680 0 0,'-6'-3'1239'0'0,"2"0"-907"0"0,2 2-240 0 0,1 0 0 0 0,-1 0 0 0 0,1 0 0 0 0,-1 0 1 0 0,0 0-1 0 0,1 0 0 0 0,-1 1 0 0 0,0-1 0 0 0,1 1 0 0 0,-1-1 0 0 0,0 1 0 0 0,0 0 0 0 0,0-1 0 0 0,1 1 0 0 0,-1 0 0 0 0,-3 1 1 0 0,-2-3 142 0 0,5 2-162 0 0,0-1 0 0 0,-1 1-1 0 0,1 0 1 0 0,0 0 0 0 0,0 0 0 0 0,-1 0-1 0 0,1 0 1 0 0,0 0 0 0 0,0 1 0 0 0,-1-1-1 0 0,1 1 1 0 0,0-1 0 0 0,0 1 0 0 0,-3 1-1 0 0,-8 4 122 0 0,-1-1 0 0 0,1 2 0 0 0,0 0 0 0 0,0 0-1 0 0,1 2 1 0 0,0-1 0 0 0,0 1 0 0 0,1 1 0 0 0,1 0-1 0 0,-1 1 1 0 0,2 0 0 0 0,-11 14 0 0 0,4 1-45 0 0,2 1 0 0 0,0 0 0 0 0,2 1 0 0 0,1 1 1 0 0,1 0-1 0 0,2 0 0 0 0,0 0 0 0 0,-3 36 0 0 0,7-26-106 0 0,1 1 1 0 0,1-1-1 0 0,3 1 0 0 0,1-1 0 0 0,14 72 0 0 0,-12-91-47 0 0,1-1 0 0 0,2 0-1 0 0,0-1 1 0 0,0 0-1 0 0,2 0 1 0 0,0 0-1 0 0,1-1 1 0 0,1-1 0 0 0,0 1-1 0 0,2-2 1 0 0,-1 0-1 0 0,18 16 1 0 0,-17-20-288 0 0,0 0 0 0 0,1-1-1 0 0,0 0 1 0 0,1-1 0 0 0,0 0 0 0 0,1-2-1 0 0,-1 0 1 0 0,1 0 0 0 0,1-1 0 0 0,-1-2-1 0 0,1 1 1 0 0,0-2 0 0 0,0 0 0 0 0,23 1-1 0 0,10-4-2210 0 0,0-1-1777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172 60 3160 0 0,'-1'-5'1699'0'0,"-3"-45"3832"0"0,3 45-4539 0 0,0 11-491 0 0,-41 483 2137 0 0,27-245-2314 0 0,-20 166-421 0 0,-8 119-1872 0 0,15 1-3655 0 0,27-475 2999 0 0,1-3-1865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1 117 2100 0 0,'0'0'7155'0'0,"7"1"-6858"0"0,0 2-217 0 0,-3-1-35 0 0,-1-1 0 0 0,0 0 1 0 0,1 0-1 0 0,-1-1 1 0 0,1 1-1 0 0,-1-1 0 0 0,1 0 1 0 0,5 0-1 0 0,586-8 1687 0 0,13-46-800 0 0,-456 39-513 0 0,-103 10-333 0 0,599-38 392 0 0,-587 41-462 0 0,-37 2-51 0 0,-18 0-84 0 0,-1 0 111 0 0,84 3 134 0 0,-84-3 369 0 0,0 0-395 0 0,49 2 3714 0 0,-53 3-3631 0 0,15 116 81 0 0,-5 0 0 0 0,-6 130 0 0 0,-29 250-924 0 0,18-413 376 0 0,-43 587-4457 0 0,9-226-3408 0 0,32-357 2972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0 150 4196 0 0,'0'0'2350'0'0,"10"0"-1557"0"0,1188-70 3656 0 0,166-5-6449 0 0,-1275 74 1303 0 0,328-2-4461 0 0,-304 7 1265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57 3368 0 0,'0'0'1546'0'0,"-1"-5"-222"0"0,-8-43 3236 0 0,8 44-3669 0 0,1 11-636 0 0,42 921 846 0 0,-53-217-5884 0 0,7-559 1294 0 0,2-58-1244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0 146 3412 0 0,'0'0'4175'0'0,"7"-2"-3655"0"0,20-4-293 0 0,1 1 0 0 0,-1 2 1 0 0,1 0-1 0 0,0 2 0 0 0,33 3 1 0 0,-7-1-71 0 0,91-1 93 0 0,995-12 1411 0 0,-11-37-2414 0 0,-378-7-6063 0 0,-627 45 2886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75 72 3408 0 0,'9'-25'1430'0'0,"-7"20"821"0"0,-1 1-1370 0 0,1-2-928 0 0,8-25 3639 0 0,-10 31-3550 0 0,0 0 0 0 0,0 0 0 0 0,0 0 0 0 0,0 0 0 0 0,0 0 0 0 0,0 0 0 0 0,0 0 0 0 0,0 0 0 0 0,0 1 0 0 0,0-1 0 0 0,1 0 0 0 0,-1 0 1 0 0,0 0-1 0 0,0 0 0 0 0,0 0 0 0 0,0 0 0 0 0,0 0 0 0 0,0 0 0 0 0,0 0 0 0 0,0 0 0 0 0,0 0 0 0 0,0 0 0 0 0,0 0 0 0 0,0 0 1 0 0,0 0-1 0 0,1 0 0 0 0,-1 0 0 0 0,0 0 0 0 0,0 0 0 0 0,0 0 0 0 0,0 0 0 0 0,0 0 0 0 0,0 0 0 0 0,0 0 0 0 0,0 0 0 0 0,0 0 0 0 0,0 0 1 0 0,0 0-1 0 0,1 0 0 0 0,-4 27-163 0 0,-83 344-167 0 0,74-326-153 0 0,11-41 28 0 0,2 1-776 0 0,1 18 368 0 0,-1-18-226 0 0,4-4-1524 0 0,17 0 254 0 0,-17-1-1633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118 75 2420 0 0,'2'-4'1290'0'0,"22"-39"2120"0"0,-22 39-2404 0 0,4-16-341 0 0,-5 16 464 0 0,-3 4-1114 0 0,0 1-1 0 0,1-1 1 0 0,-1 0 0 0 0,0 1 0 0 0,0-1 0 0 0,0 1 0 0 0,1 0 0 0 0,-1-1 0 0 0,0 1 0 0 0,1 0 0 0 0,-4 2 0 0 0,1-1 17 0 0,3-1-25 0 0,-1-1 0 0 0,1 1 0 0 0,0-1 0 0 0,0 1 0 0 0,0 0 0 0 0,-1-1 0 0 0,1 1 0 0 0,0 0 0 0 0,0 0 0 0 0,0 0 0 0 0,0 0 0 0 0,0 0 0 0 0,1 0 0 0 0,-1 0 0 0 0,0 0 0 0 0,0 0 0 0 0,1 0 0 0 0,-1 0 0 0 0,0 1 0 0 0,0 0 0 0 0,0 1 19 0 0,-13 16 92 0 0,1-1 1 0 0,1 1-1 0 0,-15 32 1 0 0,-3 19 75 0 0,29-66-143 0 0,0 1-9 0 0,-4 17 116 0 0,6-21-157 0 0,-1 1 0 0 0,1-1 1 0 0,-1 1-1 0 0,1-1 0 0 0,0 0 0 0 0,0 1 0 0 0,-1-1 1 0 0,1 0-1 0 0,0 0 0 0 0,0 1 0 0 0,0-1 1 0 0,2 1-1 0 0,-1-1 2 0 0,0 3 9 0 0,19-1-25 0 0,-16-2 14 0 0,0 0 0 0 0,1-1 0 0 0,-1 1-1 0 0,1-1 1 0 0,-1 0 0 0 0,10-2 0 0 0,48-11-24 0 0,-34 2 22 0 0,-7 0 53 0 0,-7 3 84 0 0,0-1 1 0 0,23-20-1 0 0,-35 26-20 0 0,-1-1-18 0 0,6-15-22 0 0,-6 14-13 0 0,-3 0 7 0 0,0 1-59 0 0,0 0 1 0 0,0 0-1 0 0,0-1 0 0 0,-1 1 1 0 0,1 0-1 0 0,-1 0 0 0 0,0 1 1 0 0,-1-1-1 0 0,1 0 0 0 0,-1 1 1 0 0,1-1-1 0 0,-1 1 0 0 0,0 0 1 0 0,0 0-1 0 0,0 0 0 0 0,-6-4 1 0 0,-21-8 50 0 0,-35-13 0 0 0,61 27-50 0 0,-17-5-8 0 0,17 5-8 0 0,255-3-877 0 0,-113-8 927 0 0,-132 12-36 0 0,-7 5 49 0 0,1-3-53 0 0,1 0-6 0 0,-1-1 0 0 0,0 0-1 0 0,0 1 1 0 0,0-1-1 0 0,0 0 1 0 0,0 1 0 0 0,0-1-1 0 0,0 1 1 0 0,0-1 0 0 0,-1 0-1 0 0,1 1 1 0 0,0-1-1 0 0,-1 0 1 0 0,1 0 0 0 0,-1 1-1 0 0,0-1 1 0 0,1 0-1 0 0,-2 2 1 0 0,-19 20-14 0 0,-13 19 9 0 0,17-20 25 0 0,1 2 0 0 0,1-1 0 0 0,-18 40 0 0 0,25-34 92 0 0,7-24-102 0 0,0 0-10 0 0,0 19 0 0 0,1-18-47 0 0,2-2-114 0 0,1 0 168 0 0,0 0 0 0 0,0 0 0 0 0,1 0 1 0 0,-1-1-1 0 0,1 0 0 0 0,0 1 0 0 0,0-1 1 0 0,0-1-1 0 0,0 1 0 0 0,1 0 0 0 0,-1-1 1 0 0,1 0-1 0 0,4 1 0 0 0,-4-1-11 0 0,6-2 27 0 0,0 0 0 0 0,0-1 0 0 0,0-1 0 0 0,0 1 0 0 0,0-1 0 0 0,0-1 0 0 0,20-8 0 0 0,-21 7 16 0 0,-1-1 0 0 0,0-1-1 0 0,0 0 1 0 0,0 0 0 0 0,9-9 0 0 0,-14 11-23 0 0,-1 1 0 0 0,0-1 0 0 0,0 0 1 0 0,0 0-1 0 0,0 0 0 0 0,-1-1 0 0 0,1 1 1 0 0,-1-1-1 0 0,0 1 0 0 0,0-1 1 0 0,-1 0-1 0 0,0 1 0 0 0,1-1 0 0 0,-1 0 1 0 0,0-6-1 0 0,-1 5-13 0 0,1 1 0 0 0,-1-1 1 0 0,0 1-1 0 0,0-1 0 0 0,-1 1 1 0 0,0 0-1 0 0,0-1 0 0 0,0 1 1 0 0,0 0-1 0 0,-1-1 0 0 0,0 1 0 0 0,0 0 1 0 0,-1 0-1 0 0,1 1 0 0 0,-1-1 1 0 0,0 0-1 0 0,0 1 0 0 0,0 0 1 0 0,-8-7-1 0 0,6 5-65 0 0,0 2 0 0 0,-1-1 0 0 0,1 0 0 0 0,-1 1 0 0 0,0 0 0 0 0,-1 1 0 0 0,-9-5 0 0 0,13 7-47 0 0,-1 0 0 0 0,0 0-1 0 0,0 0 1 0 0,0 1 0 0 0,1-1-1 0 0,-1 1 1 0 0,0 0-1 0 0,0 0 1 0 0,0 0 0 0 0,0 1-1 0 0,0-1 1 0 0,0 1 0 0 0,0 0-1 0 0,-4 2 1 0 0,5-2 125 0 0,0-1-211 0 0,0 1-1 0 0,0 1 1 0 0,0-1 0 0 0,0 0 0 0 0,0 1 0 0 0,1-1 0 0 0,-1 1 0 0 0,0 0 0 0 0,1 0-1 0 0,-1 0 1 0 0,1 0 0 0 0,0 1 0 0 0,0-1 0 0 0,-2 3 0 0 0,0 0-237 0 0,-9 16-2930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2164 0 0,'0'0'4814'0'0,"4"3"-4249"0"0,8 10-166 0 0,0 1-1 0 0,-1 1 1 0 0,-1 0 0 0 0,-1 0 0 0 0,13 27 0 0 0,-14-28-325 0 0,15 29-538 0 0,2-2 0 0 0,1-1 0 0 0,35 40 0 0 0,-58-77-235 0 0,-3-3 652 0 0,0 1 1 0 0,0-1 0 0 0,1 1-1 0 0,-1-1 1 0 0,0 1 0 0 0,0-1-1 0 0,0 0 1 0 0,1 1 0 0 0,-1-1 0 0 0,0 0-1 0 0,0 1 1 0 0,1-1 0 0 0,-1 0-1 0 0,0 1 1 0 0,1-1 0 0 0,-1 0-1 0 0,0 1 1 0 0,1-1 0 0 0,-1 0-1 0 0,1 0 1 0 0,-1 0 0 0 0,0 1-1 0 0,1-1 1 0 0,-1 0 0 0 0,1 0 0 0 0,0 0-1 0 0,-1 0-54 0 0,1 0-1 0 0,-1 1 0 0 0,1-1 1 0 0,-1 0-1 0 0,1 0 0 0 0,-1 0 1 0 0,0 0-1 0 0,1 1 0 0 0,-1-1 1 0 0,1 0-1 0 0,-1 0 0 0 0,0 1 1 0 0,1-1-1 0 0,-1 0 0 0 0,0 1 1 0 0,1-1-1 0 0,-1 0 0 0 0,0 1 1 0 0,0-1-1 0 0,1 0 1 0 0,-1 1-1 0 0,0-1 0 0 0,0 1 1 0 0,0-1-1 0 0,1 0 0 0 0,-1 2 1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287 34 2264 0 0,'-2'-4'974'0'0,"1"2"-719"0"0,-1-1 0 0 0,0 1 0 0 0,0 0 0 0 0,0-1 0 0 0,0 1 0 0 0,0 0 1 0 0,0 0-1 0 0,0 0 0 0 0,-1 0 0 0 0,1 1 0 0 0,-6-3 0 0 0,4 2 147 0 0,0 3-70 0 0,-5 2-243 0 0,0 1-1 0 0,0 1 0 0 0,1 0 0 0 0,0 0 0 0 0,0 0 1 0 0,0 1-1 0 0,1 0 0 0 0,0 1 0 0 0,0 0 1 0 0,0 0-1 0 0,1 0 0 0 0,0 1 0 0 0,0 0 1 0 0,-4 8-1 0 0,-19 32-821 0 0,2 2 1 0 0,-40 103 0 0 0,66-148-349 0 0,0 0-784 0 0,-5 20-1309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162 35 2872 0 0,'3'-3'1434'0'0,"21"-26"1853"0"0,-22 26-1409 0 0,-5 7-1684 0 0,-136 134 1407 0 0,126-126-1523 0 0,10-9 57 0 0,-15 15 218 0 0,14-14-139 0 0,-5 14 294 0 0,8-15-31 0 0,1-1-452 0 0,0-1-1 0 0,1 1 0 0 0,-1-1 1 0 0,1 0-1 0 0,-1 1 1 0 0,1-1-1 0 0,0 0 0 0 0,-1 0 1 0 0,1 1-1 0 0,0-1 1 0 0,0 0-1 0 0,2 2 1 0 0,-1-1 25 0 0,-2-1-39 0 0,1 0 1 0 0,0 0-1 0 0,-1 0 1 0 0,1 0 0 0 0,0-1-1 0 0,0 1 1 0 0,0 0 0 0 0,0 0-1 0 0,0-1 1 0 0,0 1-1 0 0,0 0 1 0 0,0-1 0 0 0,0 1-1 0 0,0-1 1 0 0,0 0 0 0 0,0 1-1 0 0,0-1 1 0 0,1 0-1 0 0,-1 0 1 0 0,0 0 0 0 0,2 1-1 0 0,-2-1 19 0 0,21 5 36 0 0,-1-1 0 0 0,1 0 0 0 0,0-2 0 0 0,0-1-1 0 0,30-1 1 0 0,1-2-521 0 0,-1-3-1 0 0,91-20 0 0 0,-134 23-48 0 0,-1-1-1 0 0,0-1 0 0 0,0 1 0 0 0,0-1 0 0 0,0 0 1 0 0,7-6-1 0 0,-14 10 293 0 0,0-1 1 0 0,1 0-1 0 0,-1 1 1 0 0,0-1-1 0 0,-1 0 0 0 0,1 0 1 0 0,0 0-1 0 0,0 0 1 0 0,0 1-1 0 0,0-1 1 0 0,-1 0-1 0 0,1 0 0 0 0,0 0 1 0 0,-1-1-1 0 0,2-1 1 0 0,-1 0-797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1 2492 0 0,'0'0'3772'0'0,"-5"0"-3045"0"0,-15 2-19 0 0,15-1 502 0 0,2 308 1246 0 0,-19-1-9505 0 0,15-255 2773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74 1652 0 0,'0'0'5401'0'0,"-5"0"-5066"0"0,-15 1 10 0 0,15-1 1070 0 0,70 6-939 0 0,315-1 615 0 0,-297-7-887 0 0,1168-55 1321 0 0,-1130 50-1523 0 0,-1-2 62 0 0,-11-1 1777 0 0,-105 9-1570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50 2872 0 0,'0'0'1296'0'0,"-2"3"-187"0"0,1-3-961 0 0,1 0 1 0 0,-1 0-1 0 0,1 1 0 0 0,-1-1 0 0 0,1 0 1 0 0,0 1-1 0 0,-1-1 0 0 0,1 0 1 0 0,0 1-1 0 0,-1-1 0 0 0,1 1 0 0 0,0-1 1 0 0,0 1-1 0 0,-1-1 0 0 0,1 0 0 0 0,0 1 1 0 0,0-1-1 0 0,0 1 0 0 0,0-1 0 0 0,0 1 1 0 0,-1-1-1 0 0,1 1 0 0 0,0-1 1 0 0,0 1-1 0 0,0-1 0 0 0,0 1 0 0 0,0-1 1 0 0,1 1-1 0 0,-1-1 0 0 0,0 1 0 0 0,0 0 1 0 0,2 0-34 0 0,0 0 1 0 0,0 0-1 0 0,0 0 1 0 0,0 0-1 0 0,0 0 1 0 0,0 0-1 0 0,0-1 1 0 0,0 1-1 0 0,0-1 1 0 0,1 1-1 0 0,-1-1 1 0 0,0 0-1 0 0,0 0 1 0 0,4 0-1 0 0,723-15 470 0 0,-442 1-736 0 0,221 1 620 0 0,-50 2-1501 0 0,-153-4-3550 0 0,-257 12 2002 0 0,-8-2-1843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11 2368 0 0,'0'0'5724'0'0,"-1"-4"-5335"0"0,-3-2 1043 0 0,2 8-450 0 0,1 20-34 0 0,5 40-771 0 0,-3-53 101 0 0,4 166 756 0 0,-3 382 533 0 0,0-481-1333 0 0,0-5-40 0 0,0-18-100 0 0,-1-3-1 0 0,1 0 31 0 0,0-1 42 0 0,19 276 692 0 0,-17-264-790 0 0,3 95 202 0 0,-7-151-234 0 0,-1 2 1 0 0,-20 213 271 0 0,20-215-304 0 0,1 0-2 0 0,-1 1-3 0 0,-7 123 172 0 0,8-122-170 0 0,-1-1 66 0 0,0 18 12 0 0,1-18-26 0 0,0 0-22 0 0,-2 17 1 0 0,2-17-4 0 0,0 0-11 0 0,-7 151 473 0 0,7-152-421 0 0,-1 1-9 0 0,-5 44 165 0 0,6-46-125 0 0,-1 2-82 0 0,-1 16 2 0 0,1-16 9 0 0,1-1-79 0 0,-3 13-76 0 0,3-13 216 0 0,-1 0 12 0 0,0 17-62 0 0,1-17 64 0 0,0 0-57 0 0,1 78 1167 0 0,0-78-959 0 0,-1 0-227 0 0,1 15 17 0 0,0-15 133 0 0,-21-65-14855 0 0,11 32 8591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1 2352 0 0,'0'0'7837'0'0,"-4"2"-7670"0"0,3 0-115 0 0,-1 0 0 0 0,0-1 0 0 0,1 1 0 0 0,0 0 0 0 0,-1 0 1 0 0,1 0-1 0 0,0 0 0 0 0,0 0 0 0 0,0 0 0 0 0,0 0 0 0 0,0 1 1 0 0,0-1-1 0 0,1 0 0 0 0,-1 0 0 0 0,1 1 0 0 0,0 2 0 0 0,-1 0 142 0 0,1 1 17 0 0,-2 63 653 0 0,3 41 82 0 0,-5 221 432 0 0,4-280-1209 0 0,0 9 85 0 0,0-13-15 0 0,0 108 363 0 0,0-149-542 0 0,0 1 12 0 0,0 52 127 0 0,0-54-123 0 0,0 2-8 0 0,1 60 62 0 0,0-61-48 0 0,-1 1 22 0 0,0 20-19 0 0,0-21-10 0 0,0 1 15 0 0,0 20 7 0 0,0-21-16 0 0,-1 1-3 0 0,-3 59 188 0 0,3-59-166 0 0,1 0-66 0 0,-1 18-12 0 0,1-18-5 0 0,0 0 18 0 0,-4 89 333 0 0,4-89-334 0 0,0-1 4 0 0,-10 189 742 0 0,9-188-763 0 0,1 0 16 0 0,-2 32 217 0 0,1 90 206 0 0,1-124-412 0 0,0 0-30 0 0,1 18 3 0 0,0-18-26 0 0,-1 0 37 0 0,3 49-9 0 0,-3-48 0 0 0,0 1-25 0 0,-2 85 98 0 0,2-86-105 0 0,0-1 1 0 0,0 47 67 0 0,0-47-74 0 0,0 0 12 0 0,-3 47-103 0 0,3-47 106 0 0,0 0 9 0 0,0 19 6 0 0,0-18-9 0 0,0-1 23 0 0,-2 61-146 0 0,2 26 207 0 0,0-87-80 0 0,0 0 5 0 0,-2 57-17 0 0,2-41 11 0 0,0-16 44 0 0,0 0-59 0 0,2 47-3 0 0,-2-47-103 0 0,0 0 144 0 0,2 51 157 0 0,-2-51-33 0 0,0 1-53 0 0,3 47 124 0 0,-3-48-84 0 0,1 0-128 0 0,2 46-9246 0 0,-8-52 7172 0 0,-15-3-1409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14 1528 0 0,'0'0'5811'0'0,"-3"-2"-5413"0"0,-9-7-81 0 0,9 7 1936 0 0,-1 3-2074 0 0,-40 15 1755 0 0,44-16-1935 0 0,1 0-1 0 0,-1 0 1 0 0,1 0 0 0 0,-1 0 0 0 0,0 0-1 0 0,1 0 1 0 0,-1 0 0 0 0,1 0 0 0 0,-1 0-1 0 0,0 0 1 0 0,1 0 0 0 0,-1 0 0 0 0,0 1-1 0 0,1-1 1 0 0,-1 0 0 0 0,0 0 0 0 0,1 0-1 0 0,-1 1 1 0 0,0-1 0 0 0,0 0 0 0 0,1 0-1 0 0,-1 1 1 0 0,0-1 0 0 0,0 0 0 0 0,1 1 0 0 0,-1-1-1 0 0,0 1 1 0 0,1 0 18 0 0,-1 0 0 0 0,1 0 0 0 0,0-1-1 0 0,-1 1 1 0 0,1 0 0 0 0,0 0 0 0 0,0-1 0 0 0,0 1 0 0 0,-1 0-1 0 0,1-1 1 0 0,0 1 0 0 0,0-1 0 0 0,0 1 0 0 0,0-1-1 0 0,0 0 1 0 0,1 1 0 0 0,16 5 80 0 0,-14-5-9 0 0,2 0 12 0 0,61 10 334 0 0,35-1 18 0 0,1-5 0 0 0,150-11-1 0 0,-99-8-405 0 0,-147 14 72 0 0,27 0-141 0 0,-27 0-13 0 0,-1-1 4 0 0,100-1 35 0 0,-99 1-2 0 0,0 1-8 0 0,151-1-103 0 0,-99 0 230 0 0,206 8-196 0 0,-260-7 84 0 0,2 0-2 0 0,166 0-24 0 0,-168 0 32 0 0,0 0-9 0 0,17 0-11 0 0,-17 0-7 0 0,0 0 25 0 0,17 0-8 0 0,-17 0 8 0 0,1 1-8 0 0,19 0 12 0 0,12-1-69 0 0,-30 0 68 0 0,-1 0 7 0 0,19 0 6 0 0,8 0-41 0 0,39 4-1 0 0,-20-2 42 0 0,-24-3-11 0 0,37 2-39 0 0,-58 0 26 0 0,-1-1 8 0 0,59-2 10 0 0,-58 2-56 0 0,57-1 201 0 0,-59 0-112 0 0,0 2-25 0 0,53-1 459 0 0,-52-1-265 0 0,1 1-102 0 0,53-3 440 0 0,-55 3-310 0 0,1 0-122 0 0,32-3 207 0 0,19-1-284 0 0,-25 3-10214 0 0,-66 1 3136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 36 1972 0 0,'0'0'812'0'0,"-6"0"-174"0"0,-19 1-161 0 0,19-1 886 0 0,1 0-1265 0 0,-15-1-82 0 0,14 1-20 0 0,10-2-652 0 0,39-18-368 0 0,-38 18 663 0 0,13-6-851 0 0,-14 7 848 0 0,1-1-1351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0 2212 0 0,'0'0'7874'0'0,"-4"2"-7601"0"0,3-1-238 0 0,-1 0 0 0 0,0 0 1 0 0,0 1-1 0 0,1-1 0 0 0,-1 1 0 0 0,1-1 0 0 0,-1 1 1 0 0,1-1-1 0 0,0 1 0 0 0,0 0 0 0 0,0-1 0 0 0,0 1 1 0 0,0 0-1 0 0,0 0 0 0 0,0 0 0 0 0,0 0 0 0 0,1 0 1 0 0,-1 0-1 0 0,1 0 0 0 0,-1 0 0 0 0,1 0 0 0 0,0 0 1 0 0,0 3-1 0 0,-10 59 289 0 0,2-6-160 0 0,0 71-1424 0 0,15-112-197 0 0,0-11-3832 0 0,11 4 1643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62 3020 0 0,'0'0'3561'0'0,"3"-3"-3052"0"0,13-23 5837 0 0,-12 18-6929 0 0,-2 5 823 0 0,1 0-201 0 0,0 1-18 0 0,1-1 1 0 0,0 0-1 0 0,0 1 1 0 0,0 0-1 0 0,0 0 0 0 0,7-2 1 0 0,-7 3-31 0 0,1 2 14 0 0,17 1-7 0 0,-17-2 21 0 0,0 4-2 0 0,31 24-20 0 0,-34-23 1 0 0,2 1 2 0 0,-1-1-1 0 0,1 1 0 0 0,-1 0 0 0 0,-1 0 1 0 0,1 1-1 0 0,-1-1 0 0 0,0 0 1 0 0,-1 1-1 0 0,1 0 0 0 0,-1-1 0 0 0,-1 1 1 0 0,1-1-1 0 0,-1 8 0 0 0,-1-4 10 0 0,0-1 1 0 0,0 1-1 0 0,-1-1 0 0 0,0 1 0 0 0,-1-1 0 0 0,0 0 1 0 0,-1 0-1 0 0,0 0 0 0 0,0 0 0 0 0,-1-1 0 0 0,0 1 0 0 0,0-1 1 0 0,-1 0-1 0 0,0-1 0 0 0,0 0 0 0 0,-1 0 0 0 0,-8 7 1 0 0,11-9-5 0 0,-32 17 4 0 0,32-20-46 0 0,-19 2-111 0 0,19-3 50 0 0,0-3-159 0 0,1-1 209 0 0,0 1 0 0 0,0-1 1 0 0,1 0-1 0 0,-1 0 0 0 0,1 0 1 0 0,-1 0-1 0 0,1 0 0 0 0,0-1 1 0 0,0 1-1 0 0,0-1 0 0 0,1 1 1 0 0,-1-1-1 0 0,1 1 0 0 0,0-1 1 0 0,0 0-1 0 0,0-7 0 0 0,0 6-24 0 0,1 0-7 0 0,1-15 22 0 0,0 15 7 0 0,0 1-4 0 0,1 1 38 0 0,-1 0 0 0 0,1 0 0 0 0,0 0 0 0 0,0 0 0 0 0,0 0 1 0 0,1 0-1 0 0,-1 1 0 0 0,1-1 0 0 0,3-3 0 0 0,-2 4-7 0 0,0 3 9 0 0,3 2 10 0 0,0 0 1 0 0,0 0-1 0 0,0 1 0 0 0,-1 0 1 0 0,0 0-1 0 0,1 0 1 0 0,-2 1-1 0 0,9 7 0 0 0,39 51 45 0 0,-9-11-46 0 0,11-1-627 0 0,-51-49 319 0 0,0 0-38 0 0,12 3-99 0 0,-11-3-55 0 0,1-3-602 0 0,1 1 918 0 0,-1-1-1 0 0,0 0 1 0 0,0 0 0 0 0,0 0 0 0 0,0-1 0 0 0,0 0 0 0 0,0 0 0 0 0,0 0-1 0 0,0-1 1 0 0,-1 0 0 0 0,0 0 0 0 0,9-6 0 0 0,24-37-436 0 0,-30 35 575 0 0,-1-2-1 0 0,0 1 0 0 0,10-24 1 0 0,-6 10 252 0 0,11-38 1186 0 0,-21 59-935 0 0,0 0-2 0 0,4-17-33 0 0,-4 16 310 0 0,0 1-419 0 0,0-14-31 0 0,-1 15 689 0 0,-3 2-838 0 0,-13-10 167 0 0,16 13-291 0 0,0-1-1 0 0,0 1 0 0 0,-1-1 1 0 0,1 0-1 0 0,0 1 1 0 0,0-1-1 0 0,0 0 0 0 0,0 1 1 0 0,0-1-1 0 0,0 1 1 0 0,-1-1-1 0 0,1 0 0 0 0,0 1 1 0 0,0-1-1 0 0,0 0 1 0 0,-1 0-1 0 0,1 1 0 0 0,0-1 1 0 0,0 0-1 0 0,-1 1 1 0 0,1-1-1 0 0,0 0 0 0 0,-1 0 1 0 0,1 0-1 0 0,0 1 1 0 0,-1-1-1 0 0,0 0 0 0 0,0 1 13 0 0,0-1 0 0 0,0 1 0 0 0,0 0 0 0 0,0-1-1 0 0,0 1 1 0 0,0 0 0 0 0,0 0 0 0 0,0 0 0 0 0,0 0 0 0 0,1 0-1 0 0,-1 0 1 0 0,0 0 0 0 0,1 0 0 0 0,-2 2 0 0 0,-4 9 94 0 0,1 1 1 0 0,0 0 0 0 0,0 1 0 0 0,2-1-1 0 0,-1 1 1 0 0,2-1 0 0 0,0 1 0 0 0,0 0-1 0 0,1 0 1 0 0,1 0 0 0 0,3 28-1 0 0,1-28 3 0 0,0 1 0 0 0,12 22 0 0 0,-14-33-68 0 0,1-1-7 0 0,12 12-9 0 0,-12-12 12 0 0,-1-2-33 0 0,-1-1 0 0 0,0 0 0 0 0,1 0-1 0 0,-1 1 1 0 0,0-1 0 0 0,1 1 0 0 0,-1-1-1 0 0,0 1 1 0 0,0 0 0 0 0,0-1 0 0 0,0 1 0 0 0,2 1-1 0 0,0 0 16 0 0,1 0 164 0 0,2-2-75 0 0,18 0 37 0 0,-18 0 23 0 0,-2-2 7 0 0,0 1-173 0 0,-2 0 27 0 0,1 0-1 0 0,0 0 1 0 0,0 0-1 0 0,-1-1 1 0 0,1 1-1 0 0,0-1 1 0 0,-1 0-1 0 0,0 1 1 0 0,1-1-1 0 0,-1 0 1 0 0,0 0-1 0 0,0-1 1 0 0,0 1-1 0 0,2-4 1 0 0,13-24-28 0 0,-16 22-43 0 0,-1 3 5 0 0,1-1-77 0 0,0 0 1 0 0,-1-1-1 0 0,0 1 1 0 0,0 0-1 0 0,-1 0 1 0 0,1 0-1 0 0,-1 0 1 0 0,-1 0-1 0 0,-2-10 1 0 0,2 11 34 0 0,1-2-122 0 0,-1 1-1 0 0,0-1 1 0 0,0 1-1 0 0,0-1 1 0 0,-1 1-1 0 0,0 0 1 0 0,0 0-1 0 0,-1 1 1 0 0,0-1 0 0 0,0 1-1 0 0,0-1 1 0 0,-1 1-1 0 0,1 0 1 0 0,-11-7-1 0 0,9 7-610 0 0,-1 1 1 0 0,1 0-1 0 0,-1 1 0 0 0,0 0 0 0 0,0 0 0 0 0,-14-4 0 0 0,14 5-3599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3440 0 0,'0'0'6718'0'0,"5"0"-5982"0"0,-1 1-598 0 0,-1-1 0 0 0,1 1 0 0 0,-1-1 1 0 0,1 1-1 0 0,-1 0 0 0 0,1 1 0 0 0,-1-1 0 0 0,1 1 1 0 0,-1-1-1 0 0,0 1 0 0 0,0 0 0 0 0,0 0 1 0 0,0 0-1 0 0,0 1 0 0 0,3 2 0 0 0,192 190 2177 0 0,-131-127-4021 0 0,-2-2-3401 0 0,-63-63 4394 0 0,21 5-4183 0 0,-21-13 3796 0 0,7-20-758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401 25 3548 0 0,'-2'-4'1196'0'0,"-7"-17"1641"0"0,4 22-2453 0 0,-16 1-73 0 0,20-2-301 0 0,1 0 1 0 0,-1 0-1 0 0,1 0 0 0 0,-1 0 1 0 0,1 0-1 0 0,-1 1 0 0 0,1-1 1 0 0,-1 0-1 0 0,1 0 0 0 0,0 0 1 0 0,-1 0-1 0 0,1 1 0 0 0,-1-1 1 0 0,1 0-1 0 0,0 1 0 0 0,-1-1 1 0 0,1 0-1 0 0,-1 0 0 0 0,1 1 1 0 0,0-1-1 0 0,0 1 0 0 0,-1-1 0 0 0,1 0 1 0 0,-1 1-1 0 0,-235 331-87 0 0,136-182-4864 0 0,84-127 1465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363 17 3128 0 0,'-2'-3'1018'0'0,"2"2"-932"0"0,0 0 0 0 0,0 0-1 0 0,0 1 1 0 0,-1-1-1 0 0,1 0 1 0 0,0 0-1 0 0,-1 1 1 0 0,1-1 0 0 0,-1 0-1 0 0,1 1 1 0 0,-1-1-1 0 0,1 0 1 0 0,-1 1 0 0 0,1-1-1 0 0,-1 1 1 0 0,0-1-1 0 0,1 1 1 0 0,-1-1 0 0 0,-1 0-1 0 0,0 1 4 0 0,1 0-1 0 0,-1 1 1 0 0,0-1 0 0 0,0 1-1 0 0,1-1 1 0 0,-1 1-1 0 0,0-1 1 0 0,0 1 0 0 0,1 0-1 0 0,-1 0 1 0 0,1 0-1 0 0,-1 0 1 0 0,-1 1 0 0 0,-42 32 1019 0 0,1 1 1 0 0,-59 63 0 0 0,-12 10 1462 0 0,112-106-2388 0 0,-13 17 458 0 0,19-16-551 0 0,10 8 16 0 0,-9-9 34 0 0,4-1-86 0 0,32 0-20 0 0,1-1 0 0 0,42-7-1 0 0,-37 3-24 0 0,143-16-1976 0 0,-184 19 1321 0 0,1 0-103 0 0,18-3-139 0 0,-18 3-188 0 0,17-8-7878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10 2960 0 0,'0'0'1620'0'0,"-3"-2"-225"0"0,3 1-1209 0 0,-1 1 0 0 0,1-1 0 0 0,0 1 0 0 0,-1-1 0 0 0,1 1 1 0 0,-1-1-1 0 0,1 1 0 0 0,-1-1 0 0 0,1 1 0 0 0,-1 0 0 0 0,1-1 1 0 0,-1 1-1 0 0,1 0 0 0 0,-1 0 0 0 0,1-1 0 0 0,-1 1 1 0 0,0 0-1 0 0,1 0 0 0 0,-1 0 0 0 0,0 0 0 0 0,1 0 0 0 0,-1 0 1 0 0,1 0-1 0 0,-1 0 0 0 0,0 0 0 0 0,1 0 0 0 0,-1 0 0 0 0,1 0 1 0 0,-1 0-1 0 0,0 0 0 0 0,1 0 0 0 0,-1 1 0 0 0,0-1 1 0 0,-7 7-467 0 0,6-4 721 0 0,-2 76 684 0 0,6 63-834 0 0,-1 16-2110 0 0,-7-1-5000 0 0,2-112 1615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143 286 2088 0 0,'0'0'795'0'0,"-2"-4"-103"0"0,-2-14-101 0 0,2 13-68 0 0,1-2-91 0 0,0 0 1 0 0,-1-1-1 0 0,0 1 0 0 0,-6-14 1 0 0,6 15-405 0 0,-33-116 3296 0 0,33 117-3069 0 0,1 0 25 0 0,-5-15 21 0 0,4 15 326 0 0,1 0-301 0 0,-5-13-22 0 0,4 13 388 0 0,1 0-469 0 0,-3-6-225 0 0,4 11 10 0 0,0 0 0 0 0,0 0 0 0 0,0 0 0 0 0,0 0 1 0 0,0 0-1 0 0,-1 1 0 0 0,1-1 0 0 0,0 0 0 0 0,0 0 0 0 0,0 0 0 0 0,0 0 0 0 0,0 0 0 0 0,0 0 0 0 0,0 0 0 0 0,0 0 0 0 0,0 0 0 0 0,0 0 0 0 0,0 0 0 0 0,0 0 0 0 0,-1 0 0 0 0,1 0 0 0 0,0 0 0 0 0,0 0 0 0 0,0 0 0 0 0,0 0 0 0 0,0 0 1 0 0,0 0-1 0 0,0 0 0 0 0,0 0 0 0 0,0 0 0 0 0,0 0 0 0 0,0 0 0 0 0,0 0 0 0 0,-1 0 0 0 0,1-1 0 0 0,0 1 0 0 0,0 0 0 0 0,0 0 0 0 0,0 0 0 0 0,0 0 0 0 0,0 0 0 0 0,0 0 0 0 0,0 0 0 0 0,0 0 0 0 0,0 0 0 0 0,0 0 0 0 0,0 0 0 0 0,0 0 1 0 0,0 0-1 0 0,0 0 0 0 0,0-1 0 0 0,0 1 0 0 0,0 0 0 0 0,0 0 0 0 0,0 0 0 0 0,0 0 0 0 0,0 0 0 0 0,-12 68 352 0 0,-4 133 0 0 0,12-112-283 0 0,-19 1088 405 0 0,23-944-574 0 0,6 333-1823 0 0,1-188-6569 0 0,-6-340 4060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69 2436 0 0,'0'0'4873'0'0,"5"-1"-4688"0"0,21-3-85 0 0,0 2 0 0 0,0 1-1 0 0,0 1 1 0 0,32 3 0 0 0,2 0 76 0 0,734 12 1890 0 0,0-40-87 0 0,-551 8-1725 0 0,300-17 4 0 0,-505 31-258 0 0,-32 2 7 0 0,0 1-2 0 0,16-1-16 0 0,-16 1 693 0 0,-6 0-677 0 0,0 1 0 0 0,0-1 0 0 0,0 0 0 0 0,0 1 0 0 0,0-1 0 0 0,1 0 0 0 0,-1 0 0 0 0,0 1 1 0 0,0-1-1 0 0,0 0 0 0 0,0 1 0 0 0,1-1 0 0 0,-1 0 0 0 0,0 0 0 0 0,0 1 0 0 0,1-1 0 0 0,-1 0 1 0 0,0 0-1 0 0,0 1 0 0 0,1-1 0 0 0,-1 0 0 0 0,0 0 0 0 0,1 0 0 0 0,-1 0 0 0 0,0 0 0 0 0,1 1 1 0 0,-1-1-1 0 0,0 0 0 0 0,1 0 0 0 0,-1 0 0 0 0,1 0 0 0 0,-1 0 4 0 0,1 0-1 0 0,-1 0 0 0 0,1 0 1 0 0,-1 0-1 0 0,1 1 1 0 0,-1-1-1 0 0,1 0 1 0 0,-1 0-1 0 0,1 0 0 0 0,-1 1 1 0 0,1-1-1 0 0,-1 0 1 0 0,1 1-1 0 0,-1-1 1 0 0,0 0-1 0 0,1 1 1 0 0,-1-1-1 0 0,1 1 0 0 0,-1-1 1 0 0,0 0-1 0 0,0 1 1 0 0,1-1-1 0 0,-1 1 1 0 0,0-1-1 0 0,0 1 0 0 0,1-1 1 0 0,-1 1-1 0 0,0-1 1 0 0,0 1-1 0 0,0 0 1 0 0,0-1-1 0 0,0 1 0 0 0,0-1 1 0 0,0 1-1 0 0,0-1 1 0 0,0 1-1 0 0,0-1 1 0 0,0 1-1 0 0,0-1 1 0 0,-1 2-1 0 0,-8 85 612 0 0,5 156 0 0 0,5-152-516 0 0,-1 129 20 0 0,-8 740-526 0 0,-15-481-2661 0 0,-21-3-3670 0 0,31-376 1585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51 3328 0 0,'0'0'3719'0'0,"3"-4"-3253"0"0,8-14-68 0 0,-11 17-385 0 0,0 1 1 0 0,0-1-1 0 0,1 1 0 0 0,-1 0 0 0 0,0-1 0 0 0,1 1 0 0 0,-1 0 0 0 0,0-1 0 0 0,1 1 0 0 0,-1 0 1 0 0,1-1-1 0 0,-1 1 0 0 0,1 0 0 0 0,-1 0 0 0 0,0-1 0 0 0,1 1 0 0 0,-1 0 0 0 0,1 0 0 0 0,-1 0 0 0 0,1 0 1 0 0,-1 0-1 0 0,1 0 0 0 0,-1 0 0 0 0,1 0 0 0 0,-1 0 0 0 0,1 0 0 0 0,-1 0 0 0 0,1 0 0 0 0,493-21 1254 0 0,-336 20-899 0 0,1576 21 137 0 0,-1524-13-1108 0 0,404 13-5112 0 0,-481-12 1642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179 53 2716 0 0,'0'0'3889'0'0,"0"-4"-3323"0"0,1-30 4522 0 0,-2 24-5390 0 0,1 5 1818 0 0,0 14-1270 0 0,0 304 576 0 0,-24 976-865 0 0,-49-547-2873 0 0,6-249-4226 0 0,53-389 2742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0 161 3428 0 0,'0'0'2751'0'0,"5"1"-2179"0"0,26 3-210 0 0,0-1 1 0 0,0-2 0 0 0,0-1 0 0 0,44-5-1 0 0,-7 1-205 0 0,1036-51 2766 0 0,-215 10-3597 0 0,-203-2-5810 0 0,-549 34 2038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276 84 2608 0 0,'0'0'2892'0'0,"2"-3"-1839"0"0,10-14 3078 0 0,-9 14-3959 0 0,3-7-73 0 0,-10 9 266 0 0,-18 12 445 0 0,10-5-784 0 0,7-4 592 0 0,3-5-591 0 0,-9-7-34 0 0,8 8-22 0 0,5-2-66 0 0,15-29-121 0 0,-14 30 156 0 0,1 1-28 0 0,15-9 118 0 0,-14 12-118 0 0,16 6-74 0 0,-15-5 161 0 0,6 20 95 0 0,-10-18-73 0 0,-2 3 21 0 0,1-1-6 0 0,0 0-38 0 0,-1 1-1 0 0,1-1 1 0 0,-1 0 0 0 0,-1 0-1 0 0,1 0 1 0 0,-1 0 0 0 0,0 0-1 0 0,0 0 1 0 0,-1-1 0 0 0,-4 11-1 0 0,-1 1-32 0 0,-1 0-1 0 0,-1-1 0 0 0,-1 0 0 0 0,0-1 0 0 0,-1 0 0 0 0,-1-1 0 0 0,0 0 0 0 0,0-1 0 0 0,-2 0 0 0 0,0-1 0 0 0,0 0 1 0 0,-1-1-1 0 0,-22 12 0 0 0,-40 9-408 0 0,72-31 354 0 0,0-1-94 0 0,-25 0 18 0 0,29 0 158 0 0,0-1 1 0 0,0 1 0 0 0,0-1 0 0 0,0 1 0 0 0,0-1 0 0 0,0 0 0 0 0,0 1-1 0 0,1-1 1 0 0,-1 0 0 0 0,0 0 0 0 0,0 1 0 0 0,1-1 0 0 0,-1 0-1 0 0,1 0 1 0 0,-1 0 0 0 0,1 0 0 0 0,-1 0 0 0 0,1 0 0 0 0,-1 0-1 0 0,1 0 1 0 0,0 0 0 0 0,-1 0 0 0 0,1 0 0 0 0,0 0 0 0 0,0-2-1 0 0,-3-20-41 0 0,4 13 30 0 0,6-21 17 0 0,-2 19 6 0 0,4 1-1 0 0,7-12 21 0 0,5 0-16 0 0,-15 21-9 0 0,-2 1 1 0 0,-1-1 27 0 0,3 1 64 0 0,-3 1-87 0 0,1-1 1 0 0,0 1-1 0 0,0 0 1 0 0,-1 0-1 0 0,1 1 0 0 0,0-1 1 0 0,0 1-1 0 0,-1 0 1 0 0,1 0-1 0 0,0 0 0 0 0,-1 0 1 0 0,1 0-1 0 0,5 4 1 0 0,5 6-3 0 0,-2 0 0 0 0,1 1 0 0 0,-2 0 0 0 0,11 15 1 0 0,-13-17-26 0 0,16 20-230 0 0,34 30 0 0 0,-55-57 102 0 0,1 0-1 0 0,-1 0 1 0 0,1 0 0 0 0,0-1-1 0 0,0 0 1 0 0,0 0 0 0 0,8 2-1 0 0,-3-1-95 0 0,-5-1 45 0 0,1-1 0 0 0,0 0 0 0 0,0 0 0 0 0,-1-1-1 0 0,1 1 1 0 0,0-1 0 0 0,0 0 0 0 0,9-2-1 0 0,-10 2 128 0 0,4-1-96 0 0,0-1 0 0 0,0 1 0 0 0,0-1-1 0 0,-1-1 1 0 0,1 0 0 0 0,12-5 0 0 0,-15 5 138 0 0,4-1-2 0 0,-1 0 1 0 0,0-1 0 0 0,0-1 0 0 0,0 1-1 0 0,0-1 1 0 0,-1-1 0 0 0,0 1 0 0 0,0-2 0 0 0,10-11-1 0 0,-8 6 221 0 0,0-1-1 0 0,0 0 0 0 0,-2-1 0 0 0,10-20 1 0 0,-12 22 207 0 0,-1 0 1 0 0,5-23-1 0 0,-9 31-130 0 0,-1 0-32 0 0,1-18-51 0 0,-1 18-34 0 0,-7-18 315 0 0,-1 17-357 0 0,8 6-98 0 0,0-1 1 0 0,-1 1 0 0 0,1 0-1 0 0,0-1 1 0 0,-1 1 0 0 0,1-1-1 0 0,0 1 1 0 0,-1 0 0 0 0,1 0 0 0 0,0-1-1 0 0,-1 1 1 0 0,1 0 0 0 0,-1-1-1 0 0,1 1 1 0 0,-1 0 0 0 0,1 0-1 0 0,-1 0 1 0 0,1 0 0 0 0,0 0-1 0 0,-1-1 1 0 0,1 1 0 0 0,-1 0-1 0 0,1 0 1 0 0,-1 0 0 0 0,1 0-1 0 0,-1 0 1 0 0,1 0 0 0 0,-1 0-1 0 0,1 1 1 0 0,-1-1 0 0 0,1 0-1 0 0,-1 0 1 0 0,1 0 0 0 0,-1 1 0 0 0,-5 2 45 0 0,1 0 1 0 0,-1 1 0 0 0,1 0 0 0 0,0 0 0 0 0,0 1 0 0 0,0-1 0 0 0,0 1 0 0 0,1 0 0 0 0,0 0 0 0 0,0 1 0 0 0,-6 10 0 0 0,1 1 34 0 0,0 0 1 0 0,-10 33-1 0 0,13-24-31 0 0,6-19-45 0 0,-1-2 15 0 0,1 1-26 0 0,1 19-48 0 0,0-19 53 0 0,1-2 24 0 0,7 14 1 0 0,-8-17-26 0 0,-1 0-1 0 0,1 0 0 0 0,-1 0 0 0 0,1 0 1 0 0,-1 0-1 0 0,1 0 0 0 0,-1 0 0 0 0,1 0 1 0 0,0-1-1 0 0,0 1 0 0 0,-1 0 0 0 0,1 0 1 0 0,0-1-1 0 0,0 1 0 0 0,0-1 0 0 0,0 1 1 0 0,0-1-1 0 0,0 1 0 0 0,1 0 0 0 0,10 6-93 0 0,-11-6 94 0 0,1 0-1 0 0,-1-1 1 0 0,0 1-1 0 0,1-1 1 0 0,0 1 0 0 0,-1-1-1 0 0,1 1 1 0 0,-1-1 0 0 0,1 0-1 0 0,0 0 1 0 0,-1 1-1 0 0,4-2 1 0 0,-3 1 2 0 0,3 2 12 0 0,2-3 2 0 0,5-1 35 0 0,1-1-1 0 0,-1 0 1 0 0,0-1-1 0 0,0 0 1 0 0,-1-1-1 0 0,1 0 1 0 0,-1-1-1 0 0,0 0 1 0 0,13-10-1 0 0,-19 12 4 0 0,0-1 0 0 0,-1 1-1 0 0,0-1 1 0 0,0 0 0 0 0,0 0 0 0 0,0-1-1 0 0,-1 1 1 0 0,0-1 0 0 0,3-6 0 0 0,-3 6-49 0 0,6-10 65 0 0,-8 14-68 0 0,0 0-1 0 0,0 0 1 0 0,0 0 0 0 0,0 0 0 0 0,0 0-1 0 0,0 0 1 0 0,-1 0 0 0 0,1 0-1 0 0,-1 0 1 0 0,0-1 0 0 0,1-2 0 0 0,-1 2 3 0 0,1-4-5 0 0,-1 0 0 0 0,0-1 1 0 0,0 1-1 0 0,0-1 1 0 0,-1 1-1 0 0,0-1 0 0 0,0 1 1 0 0,-3-8-1 0 0,2 12-93 0 0,1 3 81 0 0,1 0 0 0 0,-1 0 0 0 0,0 0-1 0 0,1-1 1 0 0,-1 1 0 0 0,1 0 0 0 0,-1 0 0 0 0,1 0-1 0 0,-1-1 1 0 0,0 1 0 0 0,1 0 0 0 0,-1-1-1 0 0,1 1 1 0 0,-1-1 0 0 0,1 1 0 0 0,0 0 0 0 0,-1-1-1 0 0,1 1 1 0 0,-1-1 0 0 0,1 1 0 0 0,0-1-1 0 0,-1 1 1 0 0,1-1 0 0 0,-1 0 0 0 0,1 0-1 0 0,0 0 0 0 0,0 1 0 0 0,0-1 1 0 0,-1 1-1 0 0,1-1 0 0 0,0 1 0 0 0,-1 0 0 0 0,1-1 1 0 0,0 1-1 0 0,-1-1 0 0 0,1 1 0 0 0,-1 0 1 0 0,1-1-1 0 0,-1 1 0 0 0,1 0 0 0 0,-1-1 0 0 0,1 1 1 0 0,-1 0-1 0 0,1 0 0 0 0,-1-1 0 0 0,1 1 1 0 0,-1 0-1 0 0,1 0 0 0 0,-1 0 0 0 0,1 0 0 0 0,-2 0 1 0 0,-4 1-79 0 0,0 0 0 0 0,0 0 1 0 0,0 1-1 0 0,0 0 1 0 0,0 1-1 0 0,0-1 0 0 0,0 1 1 0 0,1 0-1 0 0,0 0 0 0 0,-1 1 1 0 0,1-1-1 0 0,0 1 0 0 0,1 1 1 0 0,-1-1-1 0 0,-6 9 1 0 0,-19 35-1725 0 0,28-44 817 0 0,1 1-186 0 0,-4 15-884 0 0,4-15-1433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17 3308 0 0,'3'-3'1368'0'0,"9"-10"2713"0"0,11 18-2904 0 0,-21-5-1142 0 0,-1 1 0 0 0,0-1 0 0 0,0 1 1 0 0,1-1-1 0 0,-1 1 0 0 0,0 0 1 0 0,0-1-1 0 0,0 1 0 0 0,0 0 1 0 0,0 0-1 0 0,0 0 0 0 0,0-1 0 0 0,0 1 1 0 0,0 0-1 0 0,0 1 0 0 0,0-1 1 0 0,-1 0-1 0 0,1 0 0 0 0,0 0 0 0 0,0 2 1 0 0,0-1 71 0 0,20 23 312 0 0,-2 1 1 0 0,0 1-1 0 0,24 47 1 0 0,17 26-952 0 0,-52-86-178 0 0,2-1 0 0 0,-1-1 0 0 0,2 1-1 0 0,0-2 1 0 0,13 12 0 0 0,-21-21-257 0 0,3-1-2236 0 0,22 3-254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407 19 2536 0 0,'-3'-3'343'0'0,"-13"-13"1892"0"0,9 17-1607 0 0,-22 4-169 0 0,16 0-39 0 0,-12 12-152 0 0,1 2-1 0 0,1 0 1 0 0,0 2 0 0 0,-37 45-1 0 0,23-20-147 0 0,-53 88-1 0 0,83-122-319 0 0,-22 42-392 0 0,14-15-3605 0 0,9-15 1028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149 1 3564 0 0,'0'0'3842'0'0,"-3"3"-3383"0"0,-85 116 1492 0 0,53-59-1150 0 0,16-13-290 0 0,18-43-345 0 0,0 1-41 0 0,2-1-115 0 0,-1-2 0 0 0,0-1 0 0 0,1 1 0 0 0,-1-1 1 0 0,0 1-1 0 0,0-1 0 0 0,0 1 0 0 0,-1-1 0 0 0,1 1 0 0 0,0-1 1 0 0,0 1-1 0 0,-1-1 0 0 0,0 2 0 0 0,4 1 173 0 0,1 0-152 0 0,-1 0 1 0 0,1 0-1 0 0,0 0 1 0 0,1-1-1 0 0,-1 0 0 0 0,0 0 1 0 0,1 0-1 0 0,0 0 1 0 0,0-1-1 0 0,0 0 1 0 0,0 0-1 0 0,0 0 1 0 0,0-1-1 0 0,0 1 1 0 0,1-1-1 0 0,-1-1 0 0 0,0 1 1 0 0,1-1-1 0 0,-1 0 1 0 0,1 0-1 0 0,-1 0 1 0 0,8-2-1 0 0,35-3-84 0 0,-44 4 12 0 0,13-2-315 0 0,0 0 0 0 0,-1-1 0 0 0,1-1-1 0 0,-1 0 1 0 0,0-2 0 0 0,26-13 0 0 0,-38 18 213 0 0,0 1-249 0 0,0-2-1 0 0,0 1 1 0 0,-1 0-1 0 0,1-1 0 0 0,0 1 1 0 0,-1-1-1 0 0,0 0 1 0 0,1-1-1 0 0,-1 1 1 0 0,-1 0-1 0 0,1-1 1 0 0,0 0-1 0 0,-1 1 1 0 0,3-6-1 0 0,4-14-3416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105 1 3512 0 0,'0'0'1247'0'0,"-7"0"-145"0"0,-25 3 494 0 0,30-2-1499 0 0,1-1 1 0 0,-1 1 0 0 0,1-1-1 0 0,-1 1 1 0 0,1 0-1 0 0,-1-1 1 0 0,1 1 0 0 0,-1 0-1 0 0,1 0 1 0 0,0 0 0 0 0,0 0-1 0 0,-3 3 1 0 0,3-3 101 0 0,-2 1-42 0 0,0 1 1 0 0,1-1 0 0 0,-1 1-1 0 0,1 0 1 0 0,0 0 0 0 0,0-1-1 0 0,0 1 1 0 0,0 1-1 0 0,0-1 1 0 0,1 0 0 0 0,-1 0-1 0 0,1 1 1 0 0,0-1 0 0 0,-1 5-1 0 0,1-5-103 0 0,-2 6 106 0 0,1 1 1 0 0,0-1-1 0 0,0 0 1 0 0,1 1-1 0 0,0-1 1 0 0,1 17-1 0 0,0-18-143 0 0,0 193-145 0 0,0-16-4194 0 0,0-135 1383 0 0,-2 0-2115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3748 0 0,'0'0'2749'0'0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9132 3572 0 0,'0'0'6700'0'0,"-2"5"-6470"0"0,-2 10 73 0 0,0 1 1 0 0,2 0 0 0 0,-1-1 0 0 0,1 21 0 0 0,1-15-191 0 0,0 120 462 0 0,2-125-521 0 0,1 33 183 0 0,5 68 132 0 0,5-1 0 0 0,5-1 0 0 0,6-1 0 0 0,53 164 0 0 0,-50-184-62 0 0,-3 2 0 0 0,13 132 0 0 0,-23-127 30 0 0,50 190-1 0 0,-21-169-179 0 0,4-1 0 0 0,113 207 0 0 0,-98-226-25 0 0,111 142 0 0 0,-125-187-126 0 0,3-3 0 0 0,2-2 0 0 0,67 52 1 0 0,-39-44 3 0 0,156 91 1 0 0,-166-115-11 0 0,101 37-1 0 0,79 13-4 0 0,-41-16 7 0 0,-55-22 9 0 0,1-7 1 0 0,182 23-1 0 0,79 15 33 0 0,35 6 2 0 0,-207-46-29 0 0,632 88 51 0 0,244-72-251 0 0,-1026-55 208 0 0,563-20-24 0 0,83-104-493 0 0,-432 38 248 0 0,-129 32 180 0 0,106-33 81 0 0,375-169 1 0 0,-126-6-13 0 0,-463 221 16 0 0,-3-4 1 0 0,-1-3 0 0 0,-2-3 0 0 0,-3-2-1 0 0,69-76 1 0 0,-36 19 194 0 0,-5-4-1 0 0,-5-4 0 0 0,90-167 1 0 0,-76 91-185 0 0,131-366 0 0 0,-30-100 355 0 0,-146 469-270 0 0,-2-3-52 0 0,21-66 218 0 0,129-584-118 0 0,-67-15-130 0 0,-73 115 16 0 0,-57-3 126 0 0,-26 165 267 0 0,0 26 465 0 0,18 253-885 0 0,43-361 1 0 0,139-372-42 0 0,76 16-143 0 0,-15 305 95 0 0,-67 327 110 0 0,-143 333-58 0 0,3 1 0 0 0,2 2 0 0 0,2 1 0 0 0,75-79 0 0 0,-90 109 0 0 0,1 1-1 0 0,0 2 1 0 0,2 0-1 0 0,0 1 1 0 0,44-20-1 0 0,-27 18 2 0 0,1 1 1 0 0,82-20-1 0 0,-106 34 12 0 0,1 1 0 0 0,24-1 0 0 0,-33 3-4 0 0,13-2 6 0 0,-5 3 0 0 0,4 1-6 0 0,23 0-8 0 0,4 1 31 0 0,75 9 0 0 0,46 9-104 0 0,-164-19 86 0 0,-1-1 14 0 0,50 3-36 0 0,-51-3-2 0 0,0-2-578 0 0,13-3 329 0 0,-14 4-44 0 0,-2-4-408 0 0,5-11 432 0 0,-5 12-206 0 0,-2-2-48 0 0,5-55-1322 0 0,-5 54 1545 0 0,0 1 64 0 0,-1 1 230 0 0,1-1-17 0 0,0 0 1 0 0,-1 0-1 0 0,0 0 0 0 0,0 0 0 0 0,0 0 0 0 0,-1 1 0 0 0,0-1 0 0 0,0 1 0 0 0,-1-1 0 0 0,1 1 0 0 0,-1 0 0 0 0,0 0 1 0 0,0 0-1 0 0,-1 0 0 0 0,0 0 0 0 0,-7-7 0 0 0,-51-28 320 0 0,58 38-189 0 0,-1 0 4 0 0,-17-7-11 0 0,17 7-18 0 0,-20-5 84 0 0,20 5-44 0 0,3 3-95 0 0,1-1 0 0 0,-1 0 1 0 0,1 0-1 0 0,-1 0 0 0 0,1 0 1 0 0,-1 0-1 0 0,1 0 1 0 0,-1 0-1 0 0,1-1 0 0 0,-1 1 1 0 0,1-1-1 0 0,-3 0 0 0 0,2 0 1 0 0,-3 1 172 0 0,6 5-167 0 0,0 16-6 0 0,-1-20-4 0 0,0-1 1 0 0,0 0-1 0 0,0 1 0 0 0,0-1 0 0 0,0 0 0 0 0,0 1 0 0 0,0-1 0 0 0,0 0 1 0 0,0 1-1 0 0,0-1 0 0 0,0 0 0 0 0,0 1 0 0 0,0-1 0 0 0,1 0 0 0 0,-1 1 0 0 0,0-1 1 0 0,0 0-1 0 0,0 0 0 0 0,0 1 0 0 0,1-1 0 0 0,-1 0 0 0 0,0 0 0 0 0,0 1 1 0 0,1-1-1 0 0,-1 0 0 0 0,0 0 0 0 0,1 0 0 0 0,-1 0 0 0 0,1 1 0 0 0,56 34 66 0 0,65 28 0 0 0,-118-61-40 0 0,-2-2-22 0 0,0 0 0 0 0,-1 1 0 0 0,1-1 0 0 0,-1 0 0 0 0,1 1 0 0 0,-1 0 0 0 0,1-1 0 0 0,-1 1 0 0 0,0 0 0 0 0,1-1 0 0 0,-1 1 0 0 0,2 2 0 0 0,0-1 16 0 0,2 0 66 0 0,-5-2-82 0 0,1 0 1 0 0,-1 0 0 0 0,1 0-1 0 0,-1 0 1 0 0,1 0 0 0 0,-1 0-1 0 0,1 0 1 0 0,-1 0 0 0 0,1 0-1 0 0,-1 0 1 0 0,1 0 0 0 0,-1 1-1 0 0,0-1 1 0 0,1 0 0 0 0,-1 0-1 0 0,1 0 1 0 0,-1 1 0 0 0,0-1-1 0 0,1 0 1 0 0,-1 1 0 0 0,1-1-1 0 0,-1 0 1 0 0,0 1 0 0 0,1-1 0 0 0,-1 0-1 0 0,0 1 1 0 0,1 0 12 0 0,-1-1 0 0 0,0 0 0 0 0,1 1 0 0 0,-1-1 1 0 0,0 0-1 0 0,1 1 0 0 0,-1-1 0 0 0,0 0 0 0 0,1 1 0 0 0,-1-1 1 0 0,0 0-1 0 0,1 0 0 0 0,-1 1 0 0 0,1-1 0 0 0,-1 0 0 0 0,1 0 1 0 0,-1 0-1 0 0,1 0 0 0 0,-1 0 0 0 0,1 0 0 0 0,-1 0 0 0 0,0 0 0 0 0,1 0 1 0 0,-1 0-1 0 0,1 0 0 0 0,0 0 0 0 0,2 3 197 0 0,-1-1-167 0 0,-1 0-1 0 0,1-1 1 0 0,-1 1 0 0 0,1 0-1 0 0,-1 0 1 0 0,0 0 0 0 0,0 0-1 0 0,0 0 1 0 0,0 1 0 0 0,0-1-1 0 0,0 0 1 0 0,0 0 0 0 0,-1 1-1 0 0,1-1 1 0 0,-1 0 0 0 0,0 1-1 0 0,0-1 1 0 0,0 0 0 0 0,0 1-1 0 0,0-1 1 0 0,0 0 0 0 0,0 1-1 0 0,-2 3 1 0 0,-14 43 358 0 0,-1-1 0 0 0,-45 83-1 0 0,9-31-5844 0 0,27-51-861 0 0,11-21 356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0.2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2376 0 0,'0'0'1388'0'0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17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0 2012 0 0,'0'0'836'0'0,"-18"14"-3644"0"0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2.7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 0 2828 0 0,'0'0'2484'0'0,"-23"9"-563"0"0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9.1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386 69 2456 0 0,'-2'-4'173'0'0,"0"0"-1"0"0,-1-1 1 0 0,1 1 0 0 0,-1 0-1 0 0,0 0 1 0 0,0 1-1 0 0,0-1 1 0 0,0 0 0 0 0,-1 1-1 0 0,0 0 1 0 0,1 0-1 0 0,-1 0 1 0 0,0 0 0 0 0,-1 1-1 0 0,1-1 1 0 0,0 1-1 0 0,-1 0 1 0 0,1 1 0 0 0,-1-1-1 0 0,1 1 1 0 0,-1 0-1 0 0,-5-1 1 0 0,8 2-140 0 0,-1-1-1 0 0,1 1 1 0 0,0 0 0 0 0,0 0 0 0 0,-1 0-1 0 0,1 0 1 0 0,0 0 0 0 0,0 1-1 0 0,-1-1 1 0 0,1 1 0 0 0,0-1 0 0 0,0 1-1 0 0,0 0 1 0 0,-4 2 0 0 0,-2 0 59 0 0,-3 1 1 0 0,0 1 1 0 0,0 0-1 0 0,0 0 1 0 0,0 1-1 0 0,1 1 1 0 0,0 0-1 0 0,1 0 1 0 0,-1 1 0 0 0,1 0-1 0 0,-10 13 1 0 0,2-2 46 0 0,2 1 0 0 0,1 0-1 0 0,-23 41 1 0 0,29-45-26 0 0,1 0 0 0 0,1 0 0 0 0,0 0 0 0 0,1 1 0 0 0,1 0 0 0 0,0 0-1 0 0,1 0 1 0 0,1 1 0 0 0,1-1 0 0 0,1 29 0 0 0,0-38-98 0 0,1 0 0 0 0,1 0 0 0 0,-1 0 0 0 0,1 0 0 0 0,0 0 0 0 0,1 0 0 0 0,0-1 1 0 0,0 1-1 0 0,1-1 0 0 0,0 0 0 0 0,0 0 0 0 0,0 0 0 0 0,1-1 0 0 0,0 0 0 0 0,1 1 0 0 0,-1-2 0 0 0,1 1 1 0 0,0-1-1 0 0,1 0 0 0 0,-1 0 0 0 0,1 0 0 0 0,0-1 0 0 0,0 0 0 0 0,0-1 0 0 0,10 4 0 0 0,-1-2-170 0 0,1-1 1 0 0,0 0-1 0 0,1-2 0 0 0,-1 0 0 0 0,0 0 0 0 0,1-2 1 0 0,-1 0-1 0 0,0-1 0 0 0,27-5 0 0 0,-34 4-324 0 0,0 0-1 0 0,-1 0 0 0 0,19-7 1 0 0,0-6-2755 0 0,3-5-310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9.3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50 2872 0 0,'0'0'1075'0'0,"1"-5"-171"0"0,0-15-154 0 0,-1 15 320 0 0,2 2-676 0 0,-2 2-369 0 0,0 0 1 0 0,0 0-1 0 0,1 1 1 0 0,-1-1 0 0 0,0 0-1 0 0,1 0 1 0 0,-1 0 0 0 0,1 1-1 0 0,-1-1 1 0 0,1 0-1 0 0,-1 1 1 0 0,1-1 0 0 0,-1 0-1 0 0,1 1 1 0 0,0-1-1 0 0,-1 1 1 0 0,1-1 0 0 0,0 1-1 0 0,0-1 1 0 0,-1 1-1 0 0,1 0 1 0 0,0-1 0 0 0,0 1-1 0 0,-1 0 1 0 0,1 0-1 0 0,0-1 1 0 0,0 1 0 0 0,0 0-1 0 0,0 0 1 0 0,0 0 0 0 0,-1 0-1 0 0,1 0 1 0 0,0 0-1 0 0,0 0 1 0 0,0 0 0 0 0,0 1-1 0 0,-1-1 1 0 0,1 0-1 0 0,0 0 1 0 0,0 1 0 0 0,0-1-1 0 0,-1 0 1 0 0,1 1-1 0 0,0-1 1 0 0,0 1 0 0 0,-1-1-1 0 0,1 1 1 0 0,0-1 0 0 0,-1 1-1 0 0,1 0 1 0 0,-1-1-1 0 0,1 1 1 0 0,-1 0 0 0 0,1-1-1 0 0,0 2 1 0 0,12 16 75 0 0,-1 1 1 0 0,0 0 0 0 0,15 34-1 0 0,-10-18-43 0 0,23 35 0 0 0,-31-58-432 0 0,0 0 0 0 0,1-1 0 0 0,0 0 0 0 0,0 0 0 0 0,22 16 0 0 0,-28-25-793 0 0,1-1-904 0 0,22 3-1428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9.6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137 166 2228 0 0,'6'-58'1775'0'0,"0"-7"104"0"0,-5 59-1469 0 0,-1 0-96 0 0,1-24 799 0 0,-20 38-965 0 0,12 0-98 0 0,-25 63 116 0 0,-45 149 0 0 0,66-165-168 0 0,7-33-140 0 0,3-16-160 0 0,2 0-342 0 0,0 26-1454 0 0,1-29 243 0 0,10 14-1311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0.4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32 3444 0 0,'0'0'1048'0'0,"1"-5"-151"0"0,0 2-654 0 0,0 2-133 0 0,0-1-1 0 0,-1 1 1 0 0,1-1 0 0 0,-1 1 0 0 0,1 0 0 0 0,-1-1-1 0 0,0 1 1 0 0,1-1 0 0 0,-1 0 0 0 0,0 1 0 0 0,0-1 0 0 0,0-2-1 0 0,6 4 247 0 0,-2 0-258 0 0,-3-1-71 0 0,1 1 1 0 0,0 0-1 0 0,-1-1 0 0 0,1 1 0 0 0,-1 0 1 0 0,1 0-1 0 0,-1 0 0 0 0,1 0 0 0 0,-1 1 1 0 0,1-1-1 0 0,0 0 0 0 0,-1 1 0 0 0,1-1 1 0 0,-1 1-1 0 0,0-1 0 0 0,1 1 0 0 0,-1 0 0 0 0,3 1 1 0 0,13 9 113 0 0,0 2 0 0 0,-1 0 1 0 0,0 1-1 0 0,-1 0 0 0 0,-1 1 1 0 0,0 1-1 0 0,-1 0 0 0 0,0 1 0 0 0,15 29 1 0 0,-5-4 13 0 0,-1 2 1 0 0,-3 1-1 0 0,16 52 1 0 0,-28-76-236 0 0,-2-1 1 0 0,0 1-1 0 0,-1 0 0 0 0,-1 0 1 0 0,-1 0-1 0 0,-1 1 1 0 0,-1-1-1 0 0,-1 0 1 0 0,-1 0-1 0 0,-1 0 1 0 0,0 0-1 0 0,-2 0 1 0 0,-1 0-1 0 0,0-1 1 0 0,-1 0-1 0 0,-1 0 1 0 0,-1-1-1 0 0,-1 0 1 0 0,-1 0-1 0 0,0-1 1 0 0,-1-1-1 0 0,-1 0 0 0 0,-1-1 1 0 0,-18 18-1 0 0,4-9-1208 0 0,-1-2 0 0 0,-37 24-1 0 0,-2-6-2883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0.7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459 4 1628 0 0,'-8'-1'826'0'0,"0"0"-672"0"0,0 0 0 0 0,0 1 0 0 0,0 0 0 0 0,0 0 0 0 0,-1 1 0 0 0,1 0-1 0 0,0 0 1 0 0,0 1 0 0 0,1 0 0 0 0,-1 0 0 0 0,0 1 0 0 0,1 0 0 0 0,-1 1 0 0 0,1-1 0 0 0,0 2 0 0 0,-8 5-1 0 0,-34 33 617 0 0,20-10-431 0 0,2 1-61 0 0,10-10-94 0 0,-51 87 687 0 0,46-68-544 0 0,2 1 1 0 0,-17 55-1 0 0,26-63-188 0 0,2-1-1 0 0,1 2 1 0 0,2-1-1 0 0,2 1 1 0 0,1 0-1 0 0,3 73 1 0 0,3-84-110 0 0,1 0 0 0 0,1-1 1 0 0,1 0-1 0 0,1 0 1 0 0,2 0-1 0 0,0-1 0 0 0,1 0 1 0 0,2-1-1 0 0,0 0 1 0 0,1-1-1 0 0,2-1 0 0 0,24 29 1 0 0,-18-26-50 0 0,2-2 0 0 0,0-1 1 0 0,1-1-1 0 0,1-1 0 0 0,1-1 0 0 0,1-1 0 0 0,0-1 1 0 0,1-2-1 0 0,57 21 0 0 0,-38-19-294 0 0,1-3 0 0 0,1-1 1 0 0,58 5-1 0 0,-61-13-1832 0 0,81-2-1 0 0,-61-6-1913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3.9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435 120 3168 0 0,'-6'-18'1372'0'0,"-1"0"-1"0"0,-1 0 1 0 0,-19-29-1 0 0,25 43-1055 0 0,2 4-300 0 0,-1 0-1 0 0,0 0 1 0 0,1 0 0 0 0,-1 0-1 0 0,1 0 1 0 0,-1 0 0 0 0,1 0-1 0 0,-1 0 1 0 0,0-1 0 0 0,1 1-1 0 0,-1 0 1 0 0,1-1 0 0 0,-1 1-1 0 0,1 0 1 0 0,-1-1 0 0 0,1 1-1 0 0,-1 0 1 0 0,1-1 0 0 0,0 1-1 0 0,-1-1 1 0 0,1 1-1 0 0,0-1 1 0 0,-1 0 0 0 0,0 0-5 0 0,1 1 1 0 0,0-1 0 0 0,0 1 0 0 0,-1-1-1 0 0,1 1 1 0 0,-1 0 0 0 0,1-1-1 0 0,-1 1 1 0 0,1-1 0 0 0,0 1-1 0 0,-1 0 1 0 0,1-1 0 0 0,-1 1-1 0 0,0 0 1 0 0,1 0 0 0 0,-1-1-1 0 0,1 1 1 0 0,-1 0 0 0 0,1 0-1 0 0,-1 0 1 0 0,1 0 0 0 0,-1 0 0 0 0,-1-1-1 0 0,1 2 9 0 0,-1-1-1 0 0,0 0 1 0 0,1 1-1 0 0,-1-1 1 0 0,1 1 0 0 0,-1 0-1 0 0,0-1 1 0 0,1 1-1 0 0,0 0 1 0 0,-1 0-1 0 0,1 0 1 0 0,-3 2-1 0 0,1-1 19 0 0,-6 7 62 0 0,-10 20-34 0 0,2 0 0 0 0,1 2 0 0 0,-14 38-1 0 0,-31 110 41 0 0,6-19-43 0 0,32-100-148 0 0,-64 156-1573 0 0,84-211 662 0 0,3-3 661 0 0,-1-1 1 0 0,0 1-1 0 0,0-1 1 0 0,0 0-1 0 0,-1 1 1 0 0,1-1 0 0 0,0 0-1 0 0,0 0 1 0 0,-1 0-1 0 0,-1 2 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4.1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17 1904 0 0,'5'-3'1096'0'0,"-3"2"-834"0"0,-1 0-141 0 0,0-1 0 0 0,0 1 0 0 0,0 0 0 0 0,0 0-1 0 0,1 0 1 0 0,-1 0 0 0 0,1 0 0 0 0,-1 1 0 0 0,0-1 0 0 0,1 0-1 0 0,0 1 1 0 0,2-2 0 0 0,3 3 180 0 0,1 0 0 0 0,-1 0 0 0 0,0 1-1 0 0,0 0 1 0 0,0 0 0 0 0,0 0 0 0 0,11 7 0 0 0,48 29 538 0 0,96 88 141 0 0,11 7-676 0 0,-152-119-322 0 0,1-1 0 0 0,1-1-1 0 0,-1-2 1 0 0,2 0 0 0 0,0-1-1 0 0,38 9 1 0 0,-53-17-140 0 0,1 0 1 0 0,0 0 0 0 0,-1-1-1 0 0,1 0 1 0 0,0 0 0 0 0,0-1-1 0 0,-1-1 1 0 0,1 1-1 0 0,-1-2 1 0 0,1 1 0 0 0,-1-1-1 0 0,10-5 1 0 0,-5 1-445 0 0,0 0-1 0 0,-1-1 1 0 0,0 0 0 0 0,0-1 0 0 0,-1 0-1 0 0,17-17 1 0 0,-1-2-2331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4.3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319 202 1904 0 0,'-1'-35'1297'0'0,"-1"0"0"0"0,-2 0 0 0 0,-10-38-1 0 0,14 72-1277 0 0,-1 0 0 0 0,1 0 0 0 0,0 0 0 0 0,0 0 0 0 0,-1 1 0 0 0,1-1 0 0 0,-1 0 0 0 0,1 0 0 0 0,-1 0 0 0 0,1 1 0 0 0,-1-1 0 0 0,1 0 0 0 0,-1 1 0 0 0,1-1 0 0 0,-1 0 0 0 0,0 1 0 0 0,0-1 0 0 0,1 1 0 0 0,-2-2 0 0 0,2 2-10 0 0,-1 0 0 0 0,1 0 0 0 0,0 0 0 0 0,-1 0 0 0 0,1 0 0 0 0,0-1 0 0 0,0 1 0 0 0,-1 0 0 0 0,1 0 0 0 0,0-1 0 0 0,0 1 0 0 0,-1 0 0 0 0,1 0 0 0 0,0-1 0 0 0,0 1 0 0 0,0 0 0 0 0,0-1 0 0 0,-1 1 0 0 0,1 0 0 0 0,0 0 0 0 0,0-1 0 0 0,0 1 0 0 0,0 0 0 0 0,0-1 0 0 0,0 1 0 0 0,0 0 0 0 0,0-1 0 0 0,0 1 0 0 0,0-1 0 0 0,-5 3 129 0 0,0 1-116 0 0,1 1 1 0 0,-1-1 0 0 0,1 1 0 0 0,-1-1-1 0 0,1 1 1 0 0,0 1 0 0 0,1-1-1 0 0,-1 0 1 0 0,1 1 0 0 0,0 0 0 0 0,0 0-1 0 0,0 0 1 0 0,-2 6 0 0 0,-7 17 34 0 0,-10 37 1 0 0,16-46-43 0 0,-47 172 164 0 0,9 1 1 0 0,-32 317-1 0 0,67-347-723 0 0,10-142-569 0 0,0 1-1 0 0,8 35 0 0 0,-6-48-709 0 0,11 4-1294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4.8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38 185 2468 0 0,'4'2'784'0'0,"14"8"1101"0"0,-18-4-1593 0 0,0 16-29 0 0,0-17 261 0 0,7 19 449 0 0,13-17-798 0 0,-15-6-148 0 0,-1-3-9 0 0,6-1-47 0 0,-1-1 0 0 0,0 0 1 0 0,0-1-1 0 0,-1 0 0 0 0,1 0 1 0 0,-1-1-1 0 0,0 0 0 0 0,-1-1 1 0 0,12-11-1 0 0,-10 9-80 0 0,-8 7 99 0 0,1 0-1 0 0,0 1 1 0 0,-1-1 0 0 0,1 0 0 0 0,-1 0 0 0 0,0 0 0 0 0,0 0-1 0 0,1 0 1 0 0,-1-1 0 0 0,0-2 0 0 0,3-3-52 0 0,0-1 44 0 0,0 1 1 0 0,-1-1 0 0 0,0 0-1 0 0,0 0 1 0 0,-1 0 0 0 0,0 0-1 0 0,-1 0 1 0 0,0 0 0 0 0,-1-12-1 0 0,-7-9-11 0 0,3 24 38 0 0,1 3-5 0 0,2 3-2 0 0,1-1-1 0 0,-1 0 0 0 0,1 0 1 0 0,-1 0-1 0 0,0 0 0 0 0,1 1 1 0 0,-1-1-1 0 0,0 0 1 0 0,0 1-1 0 0,1-1 0 0 0,-1 1 1 0 0,0-1-1 0 0,0 1 0 0 0,0-1 1 0 0,0 1-1 0 0,0-1 0 0 0,0 1 1 0 0,-1-1-1 0 0,-1 0 5 0 0,0-1 14 0 0,-3 2 4 0 0,-21 0 19 0 0,26 0-36 0 0,-1 0 0 0 0,0 0 0 0 0,0 1 1 0 0,0-1-1 0 0,1 0 0 0 0,-1 0 0 0 0,0 1 0 0 0,0-1 0 0 0,1 1 0 0 0,-1 0 0 0 0,0 0 1 0 0,1-1-1 0 0,-1 1 0 0 0,0 0 0 0 0,1 0 0 0 0,-1 0 0 0 0,-1 2 0 0 0,-2 2 24 0 0,-4 1 37 0 0,0 0-1 0 0,1 1 0 0 0,0 0 0 0 0,0 0 1 0 0,0 1-1 0 0,1 0 0 0 0,1 0 1 0 0,-1 1-1 0 0,-7 13 0 0 0,5-4 107 0 0,0 0-1 0 0,1 0 1 0 0,-10 34 0 0 0,13-35-35 0 0,4-15-128 0 0,0 1-1 0 0,1 0 1 0 0,-1 0 0 0 0,1 0-1 0 0,0-1 1 0 0,-1 1 0 0 0,1 0 0 0 0,1 4-1 0 0,-1 3 53 0 0,4 42 88 0 0,-4-47-148 0 0,1 0 0 0 0,0 0 0 0 0,1 0 0 0 0,-1-1 0 0 0,1 1-1 0 0,0 0 1 0 0,0-1 0 0 0,1 1 0 0 0,-1-1 0 0 0,7 8 0 0 0,40 26 135 0 0,-43-36-223 0 0,-1 1 1 0 0,1-1-1 0 0,0 0 0 0 0,0-1 1 0 0,1 1-1 0 0,-1-1 0 0 0,0 0 1 0 0,0-1-1 0 0,1 1 0 0 0,6-2 1 0 0,-7 1 77 0 0,4 0-389 0 0,0 0 1 0 0,1-1-1 0 0,-1 0 0 0 0,0 0 1 0 0,0-1-1 0 0,0-1 1 0 0,-1 0-1 0 0,1 0 0 0 0,0-1 1 0 0,-1 0-1 0 0,15-9 0 0 0,-1-2-2792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5.3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11 1912 0 0,'0'0'2533'0'0,"-3"4"-2250"0"0,-3 9-88 0 0,0 1-1 0 0,0 0 1 0 0,2 0-1 0 0,0 0 1 0 0,0 0-1 0 0,1 1 1 0 0,-1 18-1 0 0,4-27-198 0 0,-7 42 560 0 0,-1 84 1 0 0,12-117-452 0 0,-1 0-112 0 0,-3-14 15 0 0,0-1 0 0 0,0 1 0 0 0,0-1 0 0 0,1 1 0 0 0,-1-1-1 0 0,0 0 1 0 0,0 1 0 0 0,0-1 0 0 0,1 1 0 0 0,-1-1-1 0 0,0 0 1 0 0,1 1 0 0 0,-1-1 0 0 0,0 0 0 0 0,1 0 0 0 0,-1 1-1 0 0,0-1 1 0 0,1 0 0 0 0,-1 0 0 0 0,0 1 0 0 0,1-1 0 0 0,-1 0-1 0 0,1 0 1 0 0,-1 0 0 0 0,1 0 0 0 0,-1 1 0 0 0,1-1 0 0 0,0 0-3 0 0,-1 0-1 0 0,1 0 1 0 0,-1 0 0 0 0,1 1 0 0 0,-1-1 0 0 0,1 0 0 0 0,0 0 0 0 0,-1 1 0 0 0,1-1 0 0 0,-1 0-1 0 0,1 1 1 0 0,-1-1 0 0 0,0 1 0 0 0,1-1 0 0 0,-1 1 0 0 0,1-1 0 0 0,-1 0 0 0 0,0 1 0 0 0,1 0-1 0 0,-1 0 1 0 0,5-3-29 0 0,3 1 8 0 0,-7 1 16 0 0,0 0 0 0 0,1 0 0 0 0,-1 0 0 0 0,0 0 0 0 0,0 0 1 0 0,1-1-1 0 0,-1 1 0 0 0,0 0 0 0 0,0-1 0 0 0,0 1 1 0 0,0-1-1 0 0,1 0 0 0 0,-1 1 0 0 0,1-2 0 0 0,5-4 10 0 0,1-1-1 0 0,-1 0 0 0 0,13-15 1 0 0,20-35-68 0 0,-10 0 92 0 0,-28 52-54 0 0,0 0 19 0 0,-1 0 0 0 0,1 1 1 0 0,0-1-1 0 0,1 1 0 0 0,-1-1 0 0 0,4-4 1 0 0,-1 1-13 0 0,-3 5 325 0 0,-2 9-256 0 0,2 17 4 0 0,-2-17 105 0 0,0 0-94 0 0,0 11 3 0 0,1 0 0 0 0,1 0-1 0 0,0 0 1 0 0,1 0 0 0 0,1 0-1 0 0,9 23 1 0 0,-11-36-42 0 0,-1-1 0 0 0,2 1-1 0 0,-1-1 1 0 0,0 0 0 0 0,1 0 0 0 0,-1 0 0 0 0,1 0 0 0 0,0 0 0 0 0,0 0 0 0 0,7 4-1 0 0,-5-4 63 0 0,-1 0-78 0 0,0-1 0 0 0,0 1 0 0 0,1-1 1 0 0,-1 0-1 0 0,1 0 0 0 0,-1-1 0 0 0,1 0 0 0 0,0 1 0 0 0,-1-2 1 0 0,6 2-1 0 0,-6-2 1 0 0,5 1 25 0 0,0-1 0 0 0,-1 0 1 0 0,1 0-1 0 0,0-1 0 0 0,-1-1 1 0 0,1 1-1 0 0,-1-1 0 0 0,1-1 1 0 0,-1 1-1 0 0,0-1 1 0 0,0-1-1 0 0,0 0 0 0 0,-1 0 1 0 0,8-5-1 0 0,-6 3 1 0 0,-2-1-1 0 0,1 1 1 0 0,-1-1-1 0 0,0-1 1 0 0,0 0-1 0 0,-1 0 1 0 0,0 0 0 0 0,0 0-1 0 0,-1-1 1 0 0,0 0-1 0 0,0 0 1 0 0,-1 0-1 0 0,-1-1 1 0 0,1 0 0 0 0,-2 1-1 0 0,4-21 1 0 0,-5 23-125 0 0,0-1 0 0 0,0 0 0 0 0,-1 0-1 0 0,0 0 1 0 0,0 0 0 0 0,-1 0 0 0 0,0 0 0 0 0,-1 0 0 0 0,0 0 0 0 0,0 1 0 0 0,0-1 0 0 0,-1 1 0 0 0,0-1 0 0 0,-1 1 0 0 0,1 0-1 0 0,-1 0 1 0 0,-1 1 0 0 0,1-1 0 0 0,-1 1 0 0 0,-1 0 0 0 0,1 0 0 0 0,-10-8 0 0 0,11 11-279 0 0,-1-1 1 0 0,0 1-1 0 0,1-1 0 0 0,-1 1 1 0 0,-1 1-1 0 0,1-1 1 0 0,0 1-1 0 0,-1 0 0 0 0,1 0 1 0 0,-1 0-1 0 0,1 1 0 0 0,-1 0 1 0 0,0 0-1 0 0,-10 0 1 0 0,-35 0-3232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6.2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138 56 3028 0 0,'-1'-5'1287'0'0,"-3"-12"-208"0"0,3 12-238 0 0,0 0-171 0 0,-5-13-133 0 0,4 13 602 0 0,-5 23-563 0 0,6-15-547 0 0,-1 0 1 0 0,1 1-1 0 0,0-1 1 0 0,0 1-1 0 0,1-1 1 0 0,-1 1-1 0 0,1-1 1 0 0,0 1-1 0 0,0-1 1 0 0,0 5-1 0 0,0 8 28 0 0,-79 495 581 0 0,61-410-668 0 0,9-42-884 0 0,8-53 397 0 0,1-1-1635 0 0,-1 14 967 0 0,1-15-791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6.4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16 2804 0 0,'0'0'1754'0'0,"2"-3"-992"0"0,8-9 515 0 0,-9 12-1243 0 0,0 0 0 0 0,0 0 0 0 0,0 1-1 0 0,0-1 1 0 0,-1 0 0 0 0,1 1 0 0 0,0-1 0 0 0,0 1 0 0 0,-1-1 0 0 0,1 0 0 0 0,0 1 0 0 0,0 0 0 0 0,-1-1-1 0 0,1 1 1 0 0,-1-1 0 0 0,1 1 0 0 0,0 0 0 0 0,-1-1 0 0 0,0 1 0 0 0,1 0 0 0 0,-1 0 0 0 0,1-1 0 0 0,-1 1-1 0 0,0 0 1 0 0,1 0 0 0 0,-1 0 0 0 0,0 1 0 0 0,100 187 1158 0 0,-85-163-1586 0 0,2-1 0 0 0,1-1 0 0 0,1-1 0 0 0,1 0-1 0 0,26 21 1 0 0,-40-38-433 0 0,-4-5 710 0 0,0 1-1 0 0,-1-1 1 0 0,1 1-1 0 0,0-1 1 0 0,0 0-1 0 0,0 0 1 0 0,0 1-1 0 0,0-2 1 0 0,4 3-1 0 0,6 2-1468 0 0,12 4-1159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6.6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393 0 2660 0 0,'0'0'2310'0'0,"-6"2"-1881"0"0,-2 1-315 0 0,1 1 0 0 0,0-1 0 0 0,0 1 0 0 0,1 1 0 0 0,-1-1 0 0 0,1 1 0 0 0,0 1 0 0 0,0-1 0 0 0,1 1 0 0 0,-1 0 0 0 0,1 0 0 0 0,-5 8 0 0 0,-235 313 945 0 0,206-264-2492 0 0,36-59 697 0 0,-10 11-2016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6.9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41 2900 0 0,'14'-18'1246'0'0,"-11"14"-247"0"0,15-14 1495 0 0,-15 22-2192 0 0,0 2-228 0 0,0 0 0 0 0,0 0 0 0 0,-1 0 0 0 0,0 0 0 0 0,0 1 0 0 0,0-1 0 0 0,-1 1 1 0 0,1 9-1 0 0,1 63 98 0 0,-2-41-173 0 0,2 50 205 0 0,7 141-127 0 0,-5-174-17 0 0,3 0 1 0 0,14 55-1 0 0,-17-97-418 0 0,-1 1 0 0 0,2-1 0 0 0,8 16 0 0 0,-1-14-872 0 0,-13-15 1094 0 0,1 0 1 0 0,-1 0-1 0 0,0 0 0 0 0,1 1 1 0 0,-1-1-1 0 0,0 0 0 0 0,1 0 1 0 0,-1 1-1 0 0,0-1 0 0 0,1 0 1 0 0,-1 1-1 0 0,0-1 0 0 0,0 0 1 0 0,1 1-1 0 0,-1-1 0 0 0,0 0 1 0 0,0 1-1 0 0,0-1 0 0 0,0 0 1 0 0,0 1-1 0 0,1-1 0 0 0,-1 1 1 0 0,0-1-1 0 0,0 1 0 0 0,0-1 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7.5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0 518 2312 0 0,'0'0'4133'0'0,"2"4"-3823"0"0,4 10-169 0 0,-5-10-56 0 0,4-5-56 0 0,15-2-6 0 0,-14 2 23 0 0,-1-2 53 0 0,3-1-111 0 0,1-1 0 0 0,-1 0-1 0 0,0-1 1 0 0,-1 0 0 0 0,1 0 0 0 0,-1 0-1 0 0,0-1 1 0 0,7-10 0 0 0,12-31 12 0 0,-22 28 60 0 0,-3 11-29 0 0,0 4 31 0 0,-1-1-14 0 0,0-20 8 0 0,0 20-6 0 0,-1 1-2 0 0,-7-15-4 0 0,7 15 49 0 0,-3 2-43 0 0,3 2-37 0 0,0-1 0 0 0,0 1-1 0 0,0-1 1 0 0,0 1 0 0 0,0 0 0 0 0,-1-1 0 0 0,1 1-1 0 0,0 0 1 0 0,-1 0 0 0 0,-2-1 0 0 0,-23 6 89 0 0,26-4-97 0 0,0 0-1 0 0,0 0 0 0 0,0 1 0 0 0,0-1 0 0 0,0 0 1 0 0,0 1-1 0 0,1-1 0 0 0,-1 1 0 0 0,0-1 0 0 0,0 1 1 0 0,0-1-1 0 0,0 1 0 0 0,0 0 0 0 0,1-1 0 0 0,-1 1 1 0 0,0 0-1 0 0,1 0 0 0 0,-1-1 0 0 0,0 1 1 0 0,1 0-1 0 0,-1 0 0 0 0,0 2 0 0 0,0-2 12 0 0,-3 5 29 0 0,-1-1 0 0 0,1 1 0 0 0,0 1 0 0 0,1-1 0 0 0,-1 0 0 0 0,1 1-1 0 0,-4 11 1 0 0,5-12-18 0 0,-3 6 62 0 0,-2 13-4 0 0,5-3 110 0 0,0-12-173 0 0,1 0 1 0 0,0 0-1 0 0,0 1 0 0 0,1-1 1 0 0,1 0-1 0 0,0 0 0 0 0,0 1 1 0 0,1-1-1 0 0,0 0 0 0 0,0 0 1 0 0,1 0-1 0 0,1 0 0 0 0,0-1 1 0 0,0 0-1 0 0,1 1 0 0 0,8 11 1 0 0,-10-18-25 0 0,0 1 1 0 0,1-1-1 0 0,-1 0 0 0 0,1 0 1 0 0,0 0-1 0 0,0 0 1 0 0,0-1-1 0 0,1 0 0 0 0,-1 1 1 0 0,0-2-1 0 0,1 1 1 0 0,8 2-1 0 0,-8-3-13 0 0,0 1-20 0 0,1-1 0 0 0,0 1-1 0 0,0-1 1 0 0,0-1 0 0 0,-1 1 0 0 0,1-1 0 0 0,0 0 0 0 0,0 0-1 0 0,0-1 1 0 0,8-1 0 0 0,-9 1 18 0 0,6-1-26 0 0,0 0 0 0 0,0-1 0 0 0,0 0 0 0 0,-1-1 0 0 0,1 0 0 0 0,-1 0 0 0 0,0-1 0 0 0,0-1 0 0 0,-1 0 0 0 0,1 0 0 0 0,-1-1-1 0 0,-1 0 1 0 0,1-1 0 0 0,-1 1 0 0 0,0-2 0 0 0,-1 1 0 0 0,0-1 0 0 0,6-10 0 0 0,0-2 70 0 0,-1-1-1 0 0,0-1 1 0 0,-2 0 0 0 0,0-1 0 0 0,-2 0-1 0 0,8-39 1 0 0,-7 17 151 0 0,-3 0-1 0 0,-1 0 1 0 0,-3 0-1 0 0,-3-52 0 0 0,0 90-137 0 0,1 0 0 0 0,-2 0-1 0 0,1 0 1 0 0,-1 0 0 0 0,-5-14 0 0 0,5 18 60 0 0,-3 4-61 0 0,-15-2 5 0 0,20 2-43 0 0,-1 0 1 0 0,1 0 0 0 0,0 0-1 0 0,-1 0 1 0 0,1 0 0 0 0,0 0-1 0 0,-1 0 1 0 0,1 0 0 0 0,0 0-1 0 0,-1 0 1 0 0,1 0-1 0 0,0 0 1 0 0,-1 1 0 0 0,1-1-1 0 0,0 0 1 0 0,-1 0 0 0 0,1 0-1 0 0,0 0 1 0 0,0 1 0 0 0,-1-1-1 0 0,1 0 1 0 0,0 0-1 0 0,0 0 1 0 0,-1 1 0 0 0,1-1-1 0 0,0 0 1 0 0,0 0 0 0 0,-1 1-1 0 0,1-1 1 0 0,0 1 0 0 0,-10 12 28 0 0,0 1-1 0 0,2 1 1 0 0,-1 0 0 0 0,2 0 0 0 0,0 0 0 0 0,1 1 0 0 0,0 0 0 0 0,1 1 0 0 0,1-1 0 0 0,1 1 0 0 0,0-1 0 0 0,0 31 0 0 0,2 0-1061 0 0,2-1 1 0 0,2 1-1 0 0,12 63 0 0 0,-13-98-1054 0 0,4 14-1446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8.5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1 620 3348 0 0,'0'0'4402'0'0,"2"-3"-4160"0"0,0 1-193 0 0,0 1 1 0 0,0-1-1 0 0,0 0 0 0 0,0 1 1 0 0,0 0-1 0 0,1-1 0 0 0,-1 1 0 0 0,1 0 1 0 0,-1 0-1 0 0,0 1 0 0 0,1-1 1 0 0,-1 0-1 0 0,5 0 0 0 0,44-3-89 0 0,-7 2-447 0 0,-34 1 368 0 0,31-6-580 0 0,-23 2 383 0 0,1-1 0 0 0,-1-1 0 0 0,0 0 0 0 0,-1-1 0 0 0,23-15 0 0 0,-30 16 276 0 0,0 0 0 0 0,0-1 0 0 0,-1-1 0 0 0,1 0 0 0 0,-2 0 0 0 0,1 0 1 0 0,-2-1-1 0 0,1-1 0 0 0,11-21 0 0 0,-7 6 234 0 0,-1-2 0 0 0,-1 0 0 0 0,-1 0 1 0 0,7-38-1 0 0,10-119 1859 0 0,-22 152-1414 0 0,-3 28-244 0 0,-3 0-278 0 0,2 5-104 0 0,0-1-1 0 0,0 0 0 0 0,0 1 1 0 0,0-1-1 0 0,0 0 1 0 0,0 1-1 0 0,0-1 1 0 0,-1 0-1 0 0,1 1 1 0 0,0-1-1 0 0,0 0 0 0 0,-1 1 1 0 0,1-1-1 0 0,0 1 1 0 0,-1-1-1 0 0,1 1 1 0 0,-1-1-1 0 0,1 1 1 0 0,-1-1-1 0 0,1 1 0 0 0,-1-1 1 0 0,1 1-1 0 0,-1-1 1 0 0,0 0-1 0 0,-10 17 87 0 0,1 1 0 0 0,1 0 0 0 0,0 0 0 0 0,1 0 0 0 0,1 1 0 0 0,-4 20 0 0 0,-27 123 180 0 0,27-109-220 0 0,6-26-49 0 0,-5 17 17 0 0,1-1 0 0 0,2 1 0 0 0,3 1-1 0 0,1-1 1 0 0,6 87 0 0 0,-3-128-28 0 0,0-1 1 0 0,0 0 0 0 0,0 0-1 0 0,0 0 1 0 0,1 0 0 0 0,-1 1-1 0 0,0-1 1 0 0,1 0 0 0 0,-1 0-1 0 0,0 0 1 0 0,1 0 0 0 0,0 0-1 0 0,-1 0 1 0 0,1 0 0 0 0,0 0-1 0 0,-1 0 1 0 0,2 1 0 0 0,-1-2 0 0 0,-1 1 0 0 0,0-1 1 0 0,1 1-1 0 0,-1-1 0 0 0,1 1 1 0 0,-1-1-1 0 0,0 1 0 0 0,1-1 1 0 0,-1 1-1 0 0,0-1 0 0 0,0 1 1 0 0,0 0-1 0 0,1-1 0 0 0,-1 1 1 0 0,0-1-1 0 0,0 1 0 0 0,0 0 1 0 0,0-1-1 0 0,0 1 0 0 0,0 0 1 0 0,0 0-1 0 0,23 7 3 0 0,-17-10-21 0 0,21-9-13 0 0,-16 4 21 0 0,0-1 1 0 0,-1 1-1 0 0,0-2 0 0 0,0 0 0 0 0,-1 0 1 0 0,0 0-1 0 0,-1-1 0 0 0,13-19 0 0 0,49-96-57 0 0,-48 82 75 0 0,-20 40 81 0 0,-2 4-100 0 0,1 0 10 0 0,-1 1 1 0 0,1-1 0 0 0,-1 0 0 0 0,1 0 0 0 0,0 1 0 0 0,-1-1 0 0 0,1 0 0 0 0,0 0 0 0 0,0 0-1 0 0,0 0 1 0 0,2 2 0 0 0,-2-2 1 0 0,1 2 8 0 0,-2 4-22 0 0,-1 12-17 0 0,1 1 1 0 0,1-1-1 0 0,1 0 1 0 0,0 0-1 0 0,2 0 1 0 0,0 0-1 0 0,11 28 1 0 0,-14-44-55 0 0,1-1 1 0 0,0 1-1 0 0,-1-1 0 0 0,1 1 0 0 0,1-1 1 0 0,-1 0-1 0 0,0 0 0 0 0,0 1 0 0 0,1-2 1 0 0,4 5-1 0 0,-2-3-88 0 0,-2-1-263 0 0,16 1-405 0 0,-16-2 707 0 0,1 0 0 0 0,-1-1 0 0 0,0 1 0 0 0,0-1 0 0 0,0 0 0 0 0,1 0 0 0 0,-1 0 0 0 0,0 0 0 0 0,0 0 0 0 0,1-1 0 0 0,-1 1 1 0 0,6-3-1 0 0,3-2-90 0 0,-1-1 0 0 0,0 0 0 0 0,-1-1-1 0 0,0 0 1 0 0,11-9 0 0 0,-11 5 375 0 0,1 0-1 0 0,-2 0 0 0 0,1-1 0 0 0,-1 0 0 0 0,-1 0 0 0 0,8-16 1 0 0,-14 23-20 0 0,0 1-18 0 0,5-14-20 0 0,-5 14 114 0 0,-3 0 84 0 0,-5-16-74 0 0,-16 30-98 0 0,19-6 11 0 0,-6 5-60 0 0,1 1 0 0 0,1 0 0 0 0,-1 0 0 0 0,2 1 1 0 0,-11 21-1 0 0,15-28 33 0 0,-1 13-62 0 0,-1 7-225 0 0,3-21 212 0 0,1-2-15 0 0,-1 1-1 0 0,1-1 0 0 0,0 0 1 0 0,-1 1-1 0 0,1-1 0 0 0,0 1 1 0 0,0-1-1 0 0,0 0 0 0 0,0 1 1 0 0,0-1-1 0 0,0 1 0 0 0,1-1 1 0 0,-1 0-1 0 0,0 1 0 0 0,1-1 1 0 0,-1 0-1 0 0,1 1 0 0 0,0-1 1 0 0,-1 0-1 0 0,2 1 0 0 0,19 30-125 0 0,-15-28 38 0 0,-1-2 27 0 0,0 1 69 0 0,-1-1-1 0 0,0 0 1 0 0,1 0-1 0 0,-1 0 1 0 0,1 0-1 0 0,-1-1 1 0 0,1 0-1 0 0,0 0 1 0 0,7 1 0 0 0,-6-1-1 0 0,0-1 58 0 0,0 1 0 0 0,0-1 0 0 0,0 0 0 0 0,0-1-1 0 0,0 1 1 0 0,-1-1 0 0 0,12-3 0 0 0,-11 2-30 0 0,-1 1 55 0 0,0-1-1 0 0,1 1 1 0 0,-1-1-1 0 0,0-1 1 0 0,0 1-1 0 0,0-1 1 0 0,0 0-1 0 0,-1 0 0 0 0,1 0 1 0 0,4-5-1 0 0,-5 5-64 0 0,0-1 43 0 0,0 0 0 0 0,1 0 0 0 0,-1 0 0 0 0,0-1 0 0 0,-1 0 0 0 0,1 0 0 0 0,-1 0 0 0 0,0 0 1 0 0,3-9-1 0 0,-4 9-51 0 0,1-1 16 0 0,0 0 0 0 0,-1 0-1 0 0,0 0 1 0 0,0-1-1 0 0,-1 1 1 0 0,1-1 0 0 0,-2 1-1 0 0,1-8 1 0 0,0 7-32 0 0,-1 0 10 0 0,0 1 0 0 0,0-1 0 0 0,-1 0-1 0 0,0 0 1 0 0,0 1 0 0 0,-1-1 0 0 0,1 0 0 0 0,-1 1 0 0 0,-1-1-1 0 0,1 1 1 0 0,-5-7 0 0 0,5 8-26 0 0,-2 3-14 0 0,-12-6 10 0 0,12 6-3 0 0,0 4-16 0 0,-2-1-31 0 0,1 1 0 0 0,0 0 0 0 0,0 1 0 0 0,0-1 0 0 0,1 1 0 0 0,-1 0 0 0 0,1 0 0 0 0,-1 1 0 0 0,-6 7 0 0 0,8-8-133 0 0,1 2-102 0 0,-5 16-162 0 0,6-16-185 0 0,1 0-230 0 0,4 15-184 0 0,-3-15-226 0 0,3 0-962 0 0,15 15-1570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29.0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247 485 2780 0 0,'3'-6'488'0'0,"-1"-1"1"0"0,0 1-1 0 0,0-1 0 0 0,0 0 0 0 0,-1 0 0 0 0,0 0 0 0 0,0 0 1 0 0,-1 0-1 0 0,0 0 0 0 0,-2-12 0 0 0,1 13-72 0 0,-3 3-64 0 0,3 1-298 0 0,0 1-1 0 0,0-1 1 0 0,-1 1-1 0 0,1-1 1 0 0,-1 1 0 0 0,1-1-1 0 0,-1 1 1 0 0,1 0-1 0 0,-1 0 1 0 0,-3-2 0 0 0,-11 1 268 0 0,14 2-304 0 0,0-1 1 0 0,0 1 0 0 0,0 0 0 0 0,0 0 0 0 0,0 0 0 0 0,0 0 0 0 0,0 0 0 0 0,0 0 0 0 0,0 1 0 0 0,0-1 0 0 0,0 1 0 0 0,0-1 0 0 0,1 1-1 0 0,-1 0 1 0 0,-3 1 0 0 0,-6 2 19 0 0,0 1 0 0 0,0 0-1 0 0,0 0 1 0 0,1 1 0 0 0,0 1 0 0 0,0 0-1 0 0,1 0 1 0 0,-1 1 0 0 0,2 0 0 0 0,-1 0-1 0 0,1 1 1 0 0,0 0 0 0 0,1 1 0 0 0,0-1-1 0 0,1 2 1 0 0,0-1 0 0 0,-6 14 0 0 0,10-18-21 0 0,-15 51 48 0 0,17-52-73 0 0,-1 0 0 0 0,0 0 1 0 0,1 0-1 0 0,0 0 0 0 0,0 0 0 0 0,1-1 0 0 0,-1 1 0 0 0,1 0 1 0 0,0 0-1 0 0,1 0 0 0 0,-1-1 0 0 0,4 9 0 0 0,22 22-230 0 0,-24-32 21 0 0,-2-3 198 0 0,0 0 1 0 0,-1 0-1 0 0,1 0 0 0 0,0 0 1 0 0,-1 0-1 0 0,1 0 0 0 0,0 0 1 0 0,0 0-1 0 0,-1 1 0 0 0,1-1 1 0 0,0 0-1 0 0,-1 1 1 0 0,1-1-1 0 0,0 0 0 0 0,-1 1 1 0 0,1-1-1 0 0,-1 1 0 0 0,1-1 1 0 0,0 2-1 0 0,0-2-5 0 0,0 1 1 0 0,-1-1-1 0 0,1 1 0 0 0,0 0 0 0 0,0-1 1 0 0,0 1-1 0 0,0-1 0 0 0,-1 0 0 0 0,1 1 1 0 0,0-1-1 0 0,0 0 0 0 0,0 1 0 0 0,0-1 1 0 0,0 0-1 0 0,0 0 0 0 0,0 0 0 0 0,0 0 1 0 0,0 0-1 0 0,0 0 0 0 0,0 0 1 0 0,0 0-1 0 0,0 0 0 0 0,0-1 0 0 0,-1 1 1 0 0,3-1-1 0 0,6-1-32 0 0,0 0 0 0 0,-1-1 0 0 0,1-1 0 0 0,0 1 0 0 0,-1-2 1 0 0,0 1-1 0 0,0-1 0 0 0,0 0 0 0 0,-1 0 0 0 0,10-9 0 0 0,-2-3 72 0 0,-1-1 0 0 0,0 0 0 0 0,-1-1 0 0 0,-2 0 0 0 0,1-1 0 0 0,-2 0 1 0 0,-1 0-1 0 0,0-2 0 0 0,7-29 0 0 0,0-10 342 0 0,-3-2-1 0 0,5-66 1 0 0,-15 101 26 0 0,-1-1-1 0 0,-2-32 0 0 0,-7 12 60 0 0,6 45-203 0 0,-3 2-85 0 0,-13-3-3 0 0,17 5-147 0 0,0 0-1 0 0,0 0 0 0 0,-1-1 1 0 0,1 1-1 0 0,0 0 0 0 0,0 0 1 0 0,0 0-1 0 0,-1 0 0 0 0,1 0 1 0 0,0 0-1 0 0,0 0 0 0 0,0 0 0 0 0,-1 0 1 0 0,1 0-1 0 0,0 0 0 0 0,0 0 1 0 0,0 0-1 0 0,-1 0 0 0 0,1 0 1 0 0,0 0-1 0 0,0 0 0 0 0,0 0 0 0 0,-1 0 1 0 0,1 0-1 0 0,0 0 0 0 0,0 1 1 0 0,0-1-1 0 0,-1 0 0 0 0,1 0 1 0 0,0 0-1 0 0,0 0 0 0 0,0 0 1 0 0,0 0-1 0 0,-1 1 0 0 0,1-1 0 0 0,0 0 1 0 0,-6 8 42 0 0,0-1 0 0 0,1 1 0 0 0,0 0 0 0 0,0 0 0 0 0,0 1 0 0 0,1-1 0 0 0,1 1 0 0 0,-1 0 0 0 0,2 0-1 0 0,-1 0 1 0 0,1 1 0 0 0,-1 12 0 0 0,-3 25 37 0 0,1 56 0 0 0,4-80-34 0 0,4 328 60 0 0,-6 108-67 0 0,-45-57-1625 0 0,-3-138-4745 0 0,31-181 1029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0.0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62 3196 0 0,'-5'0'1086'0'0,"-9"-3"555"0"0,12 1-628 0 0,24-3-297 0 0,41-1-506 0 0,-5 2-147 0 0,188-14-1297 0 0,-82 1-2397 0 0,-109 11 611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0.3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94 1 2392 0 0,'-72'5'2994'0'0,"66"-4"-2024"0"0,-10 18-104 0 0,20-15-632 0 0,0 0-188 0 0,1 1 0 0 0,1-1 1 0 0,-1 0-1 0 0,0 0 0 0 0,1 0 0 0 0,0-1 0 0 0,0 0 0 0 0,0 0 1 0 0,0-1-1 0 0,1 0 0 0 0,6 2 0 0 0,107 14 321 0 0,-114-17-59 0 0,-2 0-424 0 0,14 2 214 0 0,-14-2-2 0 0,-6 3 59 0 0,-44 63 11 0 0,25-38-141 0 0,1 1 1 0 0,1 0-1 0 0,2 2 0 0 0,-18 43 0 0 0,32-66-758 0 0,1 1 0 0 0,1 0 0 0 0,-1-1 1 0 0,2 1-1 0 0,-1 14 0 0 0,1-20 204 0 0,0 1-3715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1.3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1022 44 2088 0 0,'-6'-5'189'0'0,"0"1"0"0"0,-1-1 1 0 0,1 1-1 0 0,-1 0 0 0 0,0 1 0 0 0,0-1 0 0 0,0 2 0 0 0,-1-1 0 0 0,1 1 0 0 0,-1 0 0 0 0,-10-2 1 0 0,6 3-61 0 0,0 1 0 0 0,0-1 0 0 0,0 2 1 0 0,0 0-1 0 0,0 0 0 0 0,-20 6 0 0 0,-2 3 26 0 0,0 3 0 0 0,1 0 0 0 0,-61 36 1 0 0,-22 24 254 0 0,50-23-142 0 0,-27 33 148 0 0,50-39-80 0 0,-52 69 1 0 0,61-67-148 0 0,2 2 0 0 0,3 1 0 0 0,-34 73-1 0 0,53-98-119 0 0,0 0 0 0 0,1 1 1 0 0,2 0-1 0 0,1 1 0 0 0,0-1 0 0 0,2 1 0 0 0,-1 37 0 0 0,5-54-55 0 0,0-1 1 0 0,0 1 0 0 0,1 0 0 0 0,0 0-1 0 0,1 0 1 0 0,0 0 0 0 0,1-1 0 0 0,0 1 0 0 0,0-1-1 0 0,0 0 1 0 0,1 1 0 0 0,1-2 0 0 0,-1 1-1 0 0,1 0 1 0 0,0-1 0 0 0,1 0 0 0 0,0 0-1 0 0,0-1 1 0 0,0 0 0 0 0,1 0 0 0 0,0 0 0 0 0,0-1-1 0 0,1 0 1 0 0,13 7 0 0 0,-4-4-18 0 0,1-1 1 0 0,1-1 0 0 0,-1-1-1 0 0,1-1 1 0 0,0 0-1 0 0,0-2 1 0 0,0 0-1 0 0,0-1 1 0 0,1 0 0 0 0,27-4-1 0 0,-4-3-407 0 0,-1 0 1 0 0,0-3-1 0 0,67-23 0 0 0,-81 21-972 0 0,0-2 0 0 0,45-27-1 0 0,-31 14-2091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1.8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3 185 2608 0 0,'0'0'1225'0'0,"-1"-5"-176"0"0,0 0-704 0 0,1 0 0 0 0,0 1 1 0 0,0-1-1 0 0,0 0 0 0 0,1 0 0 0 0,-1 0 1 0 0,3-7-1 0 0,-2 8 68 0 0,3 1-83 0 0,0 1-289 0 0,-1-1 0 0 0,0 1 0 0 0,1 0 0 0 0,-1 0 0 0 0,1 0 0 0 0,0 0 1 0 0,0 1-1 0 0,0-1 0 0 0,0 1 0 0 0,0 0 0 0 0,0 0 0 0 0,0 1 0 0 0,0-1 0 0 0,0 1 0 0 0,0 0 1 0 0,0 0-1 0 0,0 0 0 0 0,0 1 0 0 0,1-1 0 0 0,-1 1 0 0 0,0 0 0 0 0,0 0 0 0 0,0 1 1 0 0,-1-1-1 0 0,1 1 0 0 0,0 0 0 0 0,-1 0 0 0 0,1 0 0 0 0,5 5 0 0 0,-4-4-40 0 0,5 4 13 0 0,0 0 1 0 0,0 1-1 0 0,-1 1 0 0 0,0 0 1 0 0,-1 0-1 0 0,0 0 1 0 0,0 1-1 0 0,10 19 0 0 0,-4 1 6 0 0,-3 3 0 0 0,-7-8-11 0 0,-4-20-11 0 0,0 2-5 0 0,-2 1 36 0 0,1 0 0 0 0,-1 0 1 0 0,-1 0-1 0 0,0 0 0 0 0,0 0 1 0 0,-7 13-1 0 0,8-18 153 0 0,-3 0 44 0 0,-13 8 44 0 0,14-9-60 0 0,-1-1-51 0 0,-14 3 14 0 0,15-4 26 0 0,-1-1-15 0 0,3 0-163 0 0,0 0 0 0 0,0 0 0 0 0,-1 0 0 0 0,1 0-1 0 0,0 0 1 0 0,0-1 0 0 0,1 1 0 0 0,-1-1 0 0 0,0 1-1 0 0,0-1 1 0 0,1 1 0 0 0,-1-1 0 0 0,1 0 0 0 0,-1 0-1 0 0,1 0 1 0 0,0 0 0 0 0,0 0 0 0 0,0 0-1 0 0,0 0 1 0 0,0-1 0 0 0,0 1 0 0 0,1 0 0 0 0,-1 0-1 0 0,0-5 1 0 0,1 0-8 0 0,0 0-1 0 0,0 0 1 0 0,1 0-1 0 0,0 0 1 0 0,0 0-1 0 0,1 1 1 0 0,-1-1-1 0 0,5-10 0 0 0,2-4-163 0 0,1 0 0 0 0,1 1-1 0 0,1-1 1 0 0,1 2-1 0 0,1 0 1 0 0,0 0 0 0 0,1 1-1 0 0,1 1 1 0 0,1 0 0 0 0,0 1-1 0 0,1 1 1 0 0,1 1-1 0 0,0 0 1 0 0,24-13 0 0 0,-35 24-175 0 0,1 0 0 0 0,0 0 1 0 0,-1 1-1 0 0,17-4 1 0 0,-1 1-882 0 0,-22 5 1109 0 0,1 0 0 0 0,0 0 0 0 0,0 0 1 0 0,-1 0-1 0 0,1 1 0 0 0,0-1 1 0 0,0 0-1 0 0,-1 1 0 0 0,1-1 0 0 0,-1 1 1 0 0,1 0-1 0 0,2 1 0 0 0,0-1-142 0 0,-3-1 143 0 0,0 1 1 0 0,0-1-1 0 0,0 0 1 0 0,-1 0-1 0 0,1 1 1 0 0,0-1-1 0 0,0 0 1 0 0,0 1 0 0 0,0-1-1 0 0,0 1 1 0 0,-1-1-1 0 0,1 1 1 0 0,0-1-1 0 0,0 1 1 0 0,-1-1-1 0 0,1 1 1 0 0,0 0-1 0 0,-1 0 1 0 0,1-1-1 0 0,-1 1 1 0 0,1 1-1 0 0,1 0-458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2.3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156 24 2084 0 0,'0'0'2812'0'0,"-1"-4"-2199"0"0,-6-16 771 0 0,0 21-1162 0 0,3 0-205 0 0,0-1 24 0 0,1 0 0 0 0,-1 1 1 0 0,0 0-1 0 0,1-1 0 0 0,-1 1 0 0 0,1 1 0 0 0,-1-1 0 0 0,1 1 0 0 0,-1-1 0 0 0,1 1 0 0 0,0 0 0 0 0,0 0 0 0 0,-4 3 0 0 0,-2 4 6 0 0,1 0 0 0 0,0 1-1 0 0,1 0 1 0 0,0 0-1 0 0,0 0 1 0 0,1 1 0 0 0,0 0-1 0 0,1 0 1 0 0,1 1 0 0 0,-1 0-1 0 0,-3 19 1 0 0,7-23-37 0 0,-1-1 1 0 0,1 0 0 0 0,1 1-1 0 0,0-1 1 0 0,0 10-1 0 0,1-6 1 0 0,-1-4-8 0 0,1 0 0 0 0,0 0 0 0 0,0-1 0 0 0,0 1 0 0 0,4 8-1 0 0,-3-7 5 0 0,-1-5-7 0 0,1-1 1 0 0,-1 1-1 0 0,1 0 0 0 0,-1 0 1 0 0,1-1-1 0 0,0 1 1 0 0,0-1-1 0 0,0 1 0 0 0,0-1 1 0 0,1 0-1 0 0,-1 0 1 0 0,4 2-1 0 0,-4-2 2 0 0,1 1-11 0 0,3-2-25 0 0,16 5 40 0 0,-16-5 1 0 0,1-1-8 0 0,0-1 53 0 0,0 0-1 0 0,0 0 0 0 0,-1 0 0 0 0,1 0 0 0 0,0-1 1 0 0,0-1-1 0 0,-1 1 0 0 0,1-1 0 0 0,-1 0 0 0 0,0 0 0 0 0,0-1 1 0 0,10-7-1 0 0,22-35 624 0 0,-34 41-600 0 0,0-1 1 0 0,-1 0-1 0 0,0-1 1 0 0,0 1 0 0 0,-1 0-1 0 0,0-1 1 0 0,0 0-1 0 0,1-10 1 0 0,-2 11-53 0 0,1-3 24 0 0,-1 0 0 0 0,0 0 1 0 0,0 0-1 0 0,-1 0 0 0 0,-2-17 0 0 0,1 19-35 0 0,1 2 10 0 0,-1 0-1 0 0,0 0 0 0 0,0 0 0 0 0,0 1 0 0 0,0-1 1 0 0,-1 0-1 0 0,0 1 0 0 0,0-1 0 0 0,-4-5 0 0 0,4 5-15 0 0,0 3-5 0 0,1 0 0 0 0,-1 1 0 0 0,0-1 0 0 0,1 0 0 0 0,-1 1 1 0 0,0-1-1 0 0,0 1 0 0 0,0 0 0 0 0,0 0 0 0 0,0 0 0 0 0,0 0 1 0 0,0 0-1 0 0,0 0 0 0 0,0 0 0 0 0,-1 1 0 0 0,1-1 0 0 0,0 1 1 0 0,-1-1-1 0 0,1 1 0 0 0,0 0 0 0 0,-1 0 0 0 0,-2 0 0 0 0,2 0-5 0 0,-3 0-10 0 0,1 1 0 0 0,-1-1 0 0 0,0 1 0 0 0,0 0 0 0 0,1 0-1 0 0,-1 0 1 0 0,1 1 0 0 0,-1 0 0 0 0,1 0 0 0 0,-9 5 0 0 0,9-4-15 0 0,-2 0-123 0 0,0 0 0 0 0,1 1 0 0 0,-1 0 1 0 0,1 0-1 0 0,-1 0 0 0 0,-6 8 0 0 0,10-10 59 0 0,0 1-672 0 0,3-3 706 0 0,0 1 0 0 0,-1-1 0 0 0,1 1 0 0 0,0-1 0 0 0,0 1 0 0 0,0-1 0 0 0,0 1 0 0 0,0-1-1 0 0,-1 1 1 0 0,1-1 0 0 0,0 1 0 0 0,0-1 0 0 0,-1 1 0 0 0,1-1 0 0 0,0 0 0 0 0,-1 1 0 0 0,1-1 0 0 0,-1 0 0 0 0,1 1 0 0 0,0-1 0 0 0,-1 0 0 0 0,1 1 0 0 0,-1-1 0 0 0,1 0 0 0 0,-1 1 0 0 0,0-1-65 0 0,1 0 0 0 0,-1 0 1 0 0,1 0-1 0 0,-1 1 0 0 0,1-1 1 0 0,-1 0-1 0 0,1 1 0 0 0,0-1 0 0 0,-1 0 1 0 0,1 1-1 0 0,0-1 0 0 0,-1 0 0 0 0,1 1 1 0 0,0-1-1 0 0,-1 1 0 0 0,1-1 1 0 0,0 1-1 0 0,0-1 0 0 0,-1 1 0 0 0,1-1 1 0 0,0 1-1 0 0,0-1 0 0 0,0 1 0 0 0,0-1 1 0 0,0 1-1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2.7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129 24 3408 0 0,'0'0'3503'0'0,"-2"-4"-3168"0"0,-7-15 164 0 0,8 20-474 0 0,-1 0 0 0 0,0 0 0 0 0,1 0 0 0 0,-1 0 0 0 0,0-1-1 0 0,0 1 1 0 0,1-1 0 0 0,-1 1 0 0 0,0-1 0 0 0,-3 1 0 0 0,-2 2-1 0 0,1 0 0 0 0,0 0 0 0 0,0 0 1 0 0,0 1-1 0 0,0 0 0 0 0,1 0 0 0 0,-1 1 0 0 0,1 0 1 0 0,0 0-1 0 0,1 0 0 0 0,-1 0 0 0 0,1 1 1 0 0,0-1-1 0 0,0 1 0 0 0,1 0 0 0 0,-1 0 0 0 0,1 1 1 0 0,-2 6-1 0 0,4-9 167 0 0,0 1-174 0 0,1 1-1 0 0,0-1 1 0 0,0 1 0 0 0,1-1-1 0 0,0 1 1 0 0,0-1 0 0 0,0 0-1 0 0,0 1 1 0 0,1-1 0 0 0,0 0-1 0 0,0 0 1 0 0,0 0 0 0 0,1 0-1 0 0,0 0 1 0 0,4 5 0 0 0,74 64-332 0 0,-35-33 251 0 0,-44-39 45 0 0,1 1 51 0 0,6 10 128 0 0,-6-10-177 0 0,-5 1-84 0 0,-7 14 107 0 0,2-11-14 0 0,-44 12-7 0 0,47-17-3 0 0,-2-1 8 0 0,-18 3 15 0 0,18-3 25 0 0,1-1-75 0 0,-18 0-103 0 0,17 0-177 0 0,7-4-2267 0 0,-1 2 2410 0 0,1 0 0 0 0,-1 0 0 0 0,1 0 0 0 0,0 0 0 0 0,-1 0 0 0 0,1 0 0 0 0,0 0 0 0 0,0 1 0 0 0,3-5 0 0 0,-1 1-443 0 0,-1-1-2383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2.9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164 18 1944 0 0,'0'0'1210'0'0,"-2"-3"-254"0"0,2 2-853 0 0,0 0 1 0 0,-1 0 0 0 0,1 0 0 0 0,0 0 0 0 0,-1 0-1 0 0,1 0 1 0 0,-1 0 0 0 0,0 0 0 0 0,1 0-1 0 0,-1 1 1 0 0,0-1 0 0 0,1 0 0 0 0,-1 1-1 0 0,0-1 1 0 0,-1-1 0 0 0,1 2-50 0 0,0 0 0 0 0,0 0 0 0 0,-1 0 0 0 0,1 0 0 0 0,0 0 0 0 0,0 0 0 0 0,0 1 0 0 0,0-1 0 0 0,0 0 0 0 0,0 1 0 0 0,-1-1 0 0 0,1 0 0 0 0,0 1 0 0 0,0-1 0 0 0,0 1-1 0 0,0 0 1 0 0,1-1 0 0 0,-1 1 0 0 0,0 0 0 0 0,-1 1 0 0 0,-5 4 129 0 0,0-1 1 0 0,0 2-1 0 0,1-1 0 0 0,-7 9 0 0 0,11-12-129 0 0,0 0 0 0 0,0 0 0 0 0,0 0 0 0 0,0 0 0 0 0,1 0 0 0 0,-1 0 0 0 0,1 1 0 0 0,0-1 0 0 0,0 1 0 0 0,0-1 0 0 0,0 0 0 0 0,1 1 0 0 0,0 0 0 0 0,-1 4 0 0 0,1-1-8 0 0,-1-5-30 0 0,1 0-1 0 0,0 0 1 0 0,0 1-1 0 0,0-1 0 0 0,0 0 1 0 0,0 0-1 0 0,0 0 1 0 0,1 1-1 0 0,-1-1 1 0 0,1 0-1 0 0,0 0 1 0 0,-1 0-1 0 0,1 0 0 0 0,2 3 1 0 0,31 55 228 0 0,-23-43-169 0 0,0-4-58 0 0,2 1 32 0 0,43 51-63 0 0,-54-62 27 0 0,-1 2-82 0 0,3 15 137 0 0,-8-15-17 0 0,-4 2-74 0 0,0 0 0 0 0,0-1 0 0 0,-15 8 0 0 0,15-10-342 0 0,-1-1-1 0 0,1-1 1 0 0,-1 1 0 0 0,0-2 0 0 0,1 1 0 0 0,-1-1-1 0 0,-16 0 1 0 0,17-1 90 0 0,-10 0-1953 0 0,-28-4-1556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3.5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26 2484 0 0,'0'0'1122'0'0,"-1"-5"-263"0"0,-6-15 58 0 0,8 37 495 0 0,5 41-501 0 0,8 21-598 0 0,35 185 360 0 0,-31-189-827 0 0,37 102 0 0 0,-53-172-166 0 0,1 0 1 0 0,-1-1-1 0 0,1 1 1 0 0,0 0 0 0 0,0-1-1 0 0,1 1 1 0 0,-1-1-1 0 0,1 0 1 0 0,6 6-1 0 0,-6-8-1582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3.8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386 274 1752 0 0,'15'-66'2219'0'0,"9"-105"0"0"0,-25 147-1818 0 0,-1 12 137 0 0,-3 12-430 0 0,2 0-96 0 0,-1 0-1 0 0,1 0 1 0 0,0 1-1 0 0,0-1 1 0 0,0 1-1 0 0,0 0 1 0 0,0 0 0 0 0,0 0-1 0 0,1 0 1 0 0,-1 1-1 0 0,0-1 1 0 0,0 1-1 0 0,1 0 1 0 0,-5 3-1 0 0,-9 9 37 0 0,6-3-14 0 0,-5 8 31 0 0,-60 89 179 0 0,43-50-202 0 0,-28 62-1 0 0,23-28-30 0 0,-35 129 1 0 0,29-24-373 0 0,39-170-119 0 0,1 0 1 0 0,1 0-1 0 0,2 1 0 0 0,1-1 1 0 0,5 32-1 0 0,5-18-1770 0 0,-9-34-128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4.7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251 517 2748 0 0,'-1'-5'852'0'0,"0"-1"-496"0"0,-1 0 0 0 0,0 1 0 0 0,0-1 0 0 0,0 0-1 0 0,-7-9 1 0 0,7 11-58 0 0,-2 2-39 0 0,-13-4-46 0 0,13 4 100 0 0,-3 3-184 0 0,3-1-170 0 0,-1 1 99 0 0,1-1 1 0 0,-1 1 0 0 0,1 0-1 0 0,0 0 1 0 0,-1 0 0 0 0,1 0-1 0 0,0 1 1 0 0,0 0 0 0 0,0 0 0 0 0,0 0-1 0 0,-7 5 1 0 0,-3 6-35 0 0,1 1 1 0 0,0 0-1 0 0,0 1 1 0 0,2 0-1 0 0,0 0 1 0 0,0 2-1 0 0,2-1 1 0 0,0 1-1 0 0,1 1 0 0 0,1-1 1 0 0,-8 30-1 0 0,13-42-52 0 0,2 1 38 0 0,0 19-15 0 0,0-19 2 0 0,1-5-12 0 0,0 0 13 0 0,0 0 1 0 0,0 1 0 0 0,0-1 0 0 0,-1 0 0 0 0,1 1 0 0 0,0-1 0 0 0,-1 1-1 0 0,0-1 1 0 0,1 1 0 0 0,-1-1 0 0 0,1 3 0 0 0,-1-1 2 0 0,2 2 13 0 0,3-4-50 0 0,14 5 50 0 0,-14-5 10 0 0,0-2-18 0 0,4-2 43 0 0,-1 0-1 0 0,1-1 0 0 0,0 0 1 0 0,-1 0-1 0 0,0-1 0 0 0,9-7 1 0 0,-3 0 80 0 0,0-1 1 0 0,-1-1-1 0 0,12-15 0 0 0,18-32 220 0 0,-41 58-218 0 0,10 21-236 0 0,-9-14 129 0 0,-3 2 133 0 0,3 17-118 0 0,-3-17-69 0 0,2 0 3 0 0,15 44-64 0 0,-14-46 221 0 0,0 0-125 0 0,10 13-55 0 0,-10-13-60 0 0,2-2-30 0 0,0 0 50 0 0,1 0-1 0 0,-1-1 1 0 0,1 1 0 0 0,-1-1-1 0 0,1 0 1 0 0,0-1 0 0 0,-1 1-1 0 0,1-1 1 0 0,0 0 0 0 0,-1-1-1 0 0,1 1 1 0 0,0-1 0 0 0,5-2-1 0 0,-2 0 45 0 0,0 0-1 0 0,0-1 1 0 0,0 0 0 0 0,-1 0-1 0 0,0-1 1 0 0,0 0-1 0 0,14-11 1 0 0,-9 4 47 0 0,-1-1 0 0 0,0 0 1 0 0,0 0-1 0 0,-2-1 0 0 0,1-1 1 0 0,-2 0-1 0 0,0 0 1 0 0,-1-1-1 0 0,0 0 0 0 0,-2-1 1 0 0,10-31-1 0 0,-4-3 252 0 0,-2-1-1 0 0,7-83 1 0 0,-14 83 58 0 0,-2 0 0 0 0,-6-61 1 0 0,5 110-302 0 0,0 1 0 0 0,-1-1 0 0 0,1 1 0 0 0,-1-1-1 0 0,1 1 1 0 0,-1-1 0 0 0,0 1 0 0 0,0-1 0 0 0,0 1 0 0 0,0 0 0 0 0,-1 0 0 0 0,1 0 0 0 0,-1-1 0 0 0,1 1 0 0 0,-1 1 0 0 0,1-1 0 0 0,-4-3 0 0 0,2 3 30 0 0,0 5-1 0 0,-4 6-16 0 0,0 0-1 0 0,1 0 1 0 0,1 1-1 0 0,-1 0 1 0 0,1-1 0 0 0,1 2-1 0 0,0-1 1 0 0,1 0 0 0 0,0 1-1 0 0,-3 19 1 0 0,-2 16-8 0 0,0 55 0 0 0,5-60 8 0 0,2 0 0 0 0,2 0 0 0 0,9 61 0 0 0,-7-88-74 0 0,0-1 0 0 0,0 0-1 0 0,1 1 1 0 0,1-1 0 0 0,0-1 0 0 0,1 1 0 0 0,0-1 0 0 0,1 0 0 0 0,0 0 0 0 0,1-1 0 0 0,0 0-1 0 0,1 0 1 0 0,19 17 0 0 0,-26-26 20 0 0,0-1-1 0 0,-1 1 1 0 0,1-1 0 0 0,0 0-1 0 0,0 0 1 0 0,0 1-1 0 0,0-1 1 0 0,0 0-1 0 0,1-1 1 0 0,-1 1 0 0 0,4 1-1 0 0,1 0-30 0 0,-2 0 13 0 0,0-1-1 0 0,1 1 1 0 0,-1-1 0 0 0,1 0 0 0 0,0 0 0 0 0,-1-1 0 0 0,1 0 0 0 0,0 0-1 0 0,-1 0 1 0 0,1 0 0 0 0,5-2 0 0 0,1 0 5 0 0,0-1 0 0 0,-1 0 0 0 0,21-10 0 0 0,-21 8 15 0 0,1-1 1 0 0,-1 0 0 0 0,0-1-1 0 0,-1 0 1 0 0,0-1 0 0 0,0 0-1 0 0,-1-1 1 0 0,1 0-1 0 0,12-17 1 0 0,-5 1 200 0 0,-1 0 0 0 0,-2-1 0 0 0,13-32 0 0 0,-19 43-69 0 0,-7 11 16 0 0,1 0-31 0 0,3-7 296 0 0,-8 25-75 0 0,2-10-381 0 0,0 1 130 0 0,-1 26-140 0 0,1-23 104 0 0,0 0-1 0 0,1 0 1 0 0,0 0 0 0 0,0 0 0 0 0,1 0-1 0 0,-1 0 1 0 0,2-1 0 0 0,-1 1 0 0 0,1 0 0 0 0,1 0-1 0 0,-1-1 1 0 0,6 11 0 0 0,-5-13-109 0 0,0 0 0 0 0,0-1 0 0 0,0 1 0 0 0,1-1 0 0 0,0 1 0 0 0,0-1 0 0 0,0 0 1 0 0,1-1-1 0 0,-1 1 0 0 0,1-1 0 0 0,0 0 0 0 0,-1 0 0 0 0,2 0 0 0 0,-1-1 0 0 0,0 0 0 0 0,0 0 0 0 0,1 0 0 0 0,-1 0 0 0 0,1-1 1 0 0,0 0-1 0 0,-1 0 0 0 0,1-1 0 0 0,0 1 0 0 0,5-2 0 0 0,-9 2-25 0 0,0-1-1 0 0,0 0 1 0 0,0 0-1 0 0,0 0 1 0 0,0 0-1 0 0,0 0 1 0 0,0-1-1 0 0,0 1 1 0 0,0-1 0 0 0,0 1-1 0 0,-1-1 1 0 0,1 0-1 0 0,0 0 1 0 0,3-1-1 0 0,0-1-270 0 0,8-3-1503 0 0,20-12-1328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5.0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2 1596 0 0,'-6'1'663'0'0,"-52"8"734"0"0,49-6-1200 0 0,-1 0 0 0 0,0 1 0 0 0,1 0 0 0 0,0 0 0 0 0,0 1 0 0 0,0 0 0 0 0,1 1 0 0 0,-1 0 0 0 0,1 0 0 0 0,-8 9 0 0 0,13-13-3 0 0,2 2 18 0 0,1-2-164 0 0,0 0 1 0 0,-1-1 0 0 0,1 1 0 0 0,-1-1 0 0 0,1 1 0 0 0,-1 0 0 0 0,1-1-1 0 0,-1 1 1 0 0,0-1 0 0 0,-1 3 0 0 0,13 11 214 0 0,-8-12-92 0 0,2-2 22 0 0,5-1-105 0 0,0 0 0 0 0,-1-1-1 0 0,1 0 1 0 0,0 0 0 0 0,-1-1-1 0 0,1-1 1 0 0,-1 1 0 0 0,0-1-1 0 0,0-1 1 0 0,0 0 0 0 0,0 0-1 0 0,-1-1 1 0 0,1 0-1 0 0,12-11 1 0 0,-19 16-69 0 0,0-1-1 0 0,-1 0 1 0 0,0 0-1 0 0,1 0 1 0 0,-1-1-1 0 0,0 1 1 0 0,1 0-1 0 0,-1 0 1 0 0,0-1-1 0 0,0 1 1 0 0,0-1-1 0 0,1-1 1 0 0,0-1 35 0 0,1 0 203 0 0,-4-1-215 0 0,-2-18-222 0 0,3 23 162 0 0,0 0 0 0 0,0-1 0 0 0,0 1 0 0 0,0 0 0 0 0,0 0 0 0 0,0-1 0 0 0,0 1 0 0 0,0 0 0 0 0,0-1 0 0 0,0 1 0 0 0,-1 0 0 0 0,1 0 0 0 0,0-1 0 0 0,0 1 0 0 0,0 0 0 0 0,0 0 0 0 0,0-1 0 0 0,-1 1 0 0 0,1 0 1 0 0,0 0-1 0 0,0 0 0 0 0,0-1 0 0 0,-1 1 0 0 0,1 0 0 0 0,0 0 0 0 0,0 0 0 0 0,-1 0 0 0 0,1-1 0 0 0,0 1 0 0 0,0 0 0 0 0,-1 0 0 0 0,1 0 0 0 0,0 0 0 0 0,-1 0 0 0 0,1 0 0 0 0,-1 0 0 0 0,-9-2-637 0 0,-1 0-1 0 0,0 1 0 0 0,0 0 1 0 0,1 1-1 0 0,-1 0 0 0 0,-12 2 1 0 0,-26 5-3173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5.9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406 588 2708 0 0,'-2'-3'1197'0'0,"0"-2"-845"0"0,-2 0 0 0 0,1 0 1 0 0,0 1-1 0 0,-1-1 0 0 0,0 1 0 0 0,0 0 0 0 0,0 0 0 0 0,-1 1 1 0 0,-8-6-1 0 0,10 7-131 0 0,-4 1-10 0 0,-4 1-137 0 0,1-1 0 0 0,-1 2 0 0 0,0-1 1 0 0,1 1-1 0 0,-1 1 0 0 0,0 0 0 0 0,1 1 0 0 0,0 0 1 0 0,-11 4-1 0 0,7-1-19 0 0,-1 1-1 0 0,1 0 1 0 0,1 1 0 0 0,-1 0 0 0 0,1 1-1 0 0,-14 13 1 0 0,15-11-19 0 0,0 0 0 0 0,0 1 0 0 0,1 0-1 0 0,1 1 1 0 0,0 0 0 0 0,1 1 0 0 0,0 0-1 0 0,1 0 1 0 0,1 1 0 0 0,0 0 0 0 0,-6 20 0 0 0,12-30-20 0 0,2 2 4 0 0,-1-4-27 0 0,0 0 11 0 0,0 1-1 0 0,0-1 1 0 0,1 0-1 0 0,-1 0 0 0 0,1 0 1 0 0,-1 1-1 0 0,1-1 1 0 0,0 0-1 0 0,1 0 1 0 0,-1 0-1 0 0,0 0 0 0 0,1 0 1 0 0,0-1-1 0 0,-1 1 1 0 0,1 0-1 0 0,0-1 0 0 0,3 4 1 0 0,-1-3-10 0 0,-3-2 4 0 0,0 0 0 0 0,0 1 1 0 0,1-1-1 0 0,-1 0 0 0 0,0 0 1 0 0,1-1-1 0 0,-1 1 1 0 0,0 0-1 0 0,1 0 0 0 0,-1-1 1 0 0,1 1-1 0 0,2 0 1 0 0,34 11 27 0 0,-28-13-26 0 0,-3 0 0 0 0,3 1 0 0 0,1-1-1 0 0,-1 0 1 0 0,0 0-1 0 0,0-1 1 0 0,0-1 0 0 0,0 1-1 0 0,0-2 1 0 0,18-8-1 0 0,-10 3 13 0 0,0-1-1 0 0,-1-1 0 0 0,19-15 1 0 0,-21 13-14 0 0,-1-1 0 0 0,0 0 0 0 0,-1-1 1 0 0,-1 0-1 0 0,-1-1 0 0 0,0-1 0 0 0,0 0 1 0 0,-2 0-1 0 0,0-1 0 0 0,8-24 0 0 0,0-10 10 0 0,-2 0-1 0 0,12-79 0 0 0,-17 71 121 0 0,-4-1 0 0 0,-1-118 0 0 0,-6 165-38 0 0,-1 0 1 0 0,-7-27 0 0 0,8 37-108 0 0,-21-2 4 0 0,22 6 13 0 0,-1 0 0 0 0,1 0 0 0 0,0 0 0 0 0,0 0 0 0 0,-1 0 0 0 0,1 0 0 0 0,0 0 0 0 0,0 0 0 0 0,-1 0 0 0 0,1 0 0 0 0,0 0 0 0 0,0 0 0 0 0,-1 0 0 0 0,1 0 0 0 0,0 0 0 0 0,0 0 0 0 0,-1 0 0 0 0,1 0 0 0 0,0 0 0 0 0,0 0 0 0 0,0 0 0 0 0,-1 0 0 0 0,1 0 0 0 0,0 0 0 0 0,0 1 0 0 0,0-1 0 0 0,-1 0 0 0 0,1 0 0 0 0,0 0 0 0 0,0 0 0 0 0,0 1 0 0 0,-1-1 0 0 0,1 0 0 0 0,0 0 0 0 0,0 0 0 0 0,0 1 0 0 0,-12 14 20 0 0,1 0 1 0 0,1 1-1 0 0,0 1 0 0 0,1-1 0 0 0,1 2 0 0 0,0-1 1 0 0,2 1-1 0 0,0 0 0 0 0,0 0 0 0 0,2 1 0 0 0,1-1 1 0 0,-2 22-1 0 0,1 14-27 0 0,2 1 1 0 0,10 110 0 0 0,-5-140-52 0 0,0-1 0 0 0,2 1-1 0 0,1-1 1 0 0,11 31 0 0 0,-12-43-322 0 0,0 0-1 0 0,1 0 1 0 0,1-1-1 0 0,0 0 0 0 0,0 0 1 0 0,1-1-1 0 0,0 1 0 0 0,1-2 1 0 0,19 17-1 0 0,-22-20 12 0 0,14 7-2297 0 0,13 0-580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6.6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242 338 1960 0 0,'16'-64'2881'0'0,"-16"58"-2278"0"0,-1 1-187 0 0,1 3-397 0 0,0 0 44 0 0,0 0-1 0 0,0-1 0 0 0,0 1 0 0 0,-1-1 0 0 0,1 1 1 0 0,-1 0-1 0 0,0-1 0 0 0,1 1 0 0 0,-1 0 0 0 0,0 0 1 0 0,0 0-1 0 0,-1-1 0 0 0,1 1 0 0 0,0 0 1 0 0,-1 0-1 0 0,1 1 0 0 0,-1-1 0 0 0,0 0 0 0 0,1 0 1 0 0,-1 1-1 0 0,-3-3 0 0 0,-17-4 164 0 0,17 6 3 0 0,-1 4-83 0 0,-5 0-127 0 0,1 1 0 0 0,0 0 0 0 0,0 1-1 0 0,0 0 1 0 0,1 0 0 0 0,-1 1 0 0 0,1 1-1 0 0,-16 12 1 0 0,18-12 30 0 0,-1 0-40 0 0,1 0 0 0 0,0 1-1 0 0,0 0 1 0 0,1 0 0 0 0,0 1 0 0 0,0-1-1 0 0,0 1 1 0 0,1 1 0 0 0,0-1 0 0 0,-4 12-1 0 0,6-12-51 0 0,0-1 0 0 0,1 0-1 0 0,0 1 1 0 0,0 0 0 0 0,1-1-1 0 0,0 1 1 0 0,0 0 0 0 0,0 0-1 0 0,1-1 1 0 0,1 1 0 0 0,-1 0-1 0 0,1 0 1 0 0,0-1 0 0 0,1 1-1 0 0,0 0 1 0 0,0-1 0 0 0,1 0-1 0 0,6 14 1 0 0,-7-19-32 0 0,0 1-1 0 0,-1-1 1 0 0,1 0-1 0 0,0 0 1 0 0,0 0-1 0 0,1 0 1 0 0,-1 0-1 0 0,0 0 1 0 0,1-1-1 0 0,-1 1 1 0 0,1-1-1 0 0,-1 1 1 0 0,1-1-1 0 0,0 0 1 0 0,3 1-1 0 0,-4-2 42 0 0,1 2-159 0 0,4-2 49 0 0,0 1 183 0 0,0-1 0 0 0,1 0 0 0 0,-1-1 0 0 0,0 0 0 0 0,1 0 1 0 0,-1 0-1 0 0,0-1 0 0 0,0 0 0 0 0,0-1 0 0 0,0 0 0 0 0,9-4 0 0 0,-3-2 289 0 0,-1-1 0 0 0,0 0 0 0 0,0-1 0 0 0,-1 0 0 0 0,-1 0 0 0 0,1-2 0 0 0,-2 1 0 0 0,13-21 0 0 0,-21 29-5 0 0,7 24-331 0 0,-7-16-5 0 0,1 0 17 0 0,4 14-10 0 0,-5-14-4 0 0,2 1-64 0 0,5 8-207 0 0,1-1 0 0 0,15 16 0 0 0,-22-26-108 0 0,4 1 4 0 0,14 6-27 0 0,-15-7 28 0 0,1-2 42 0 0,4-1 283 0 0,0 1 1 0 0,-1-1-1 0 0,1-1 1 0 0,0 0-1 0 0,-1 0 1 0 0,0-1-1 0 0,1 0 1 0 0,-1-1-1 0 0,0 0 1 0 0,0 0-1 0 0,-1-1 1 0 0,1 0 0 0 0,-1 0-1 0 0,0-1 1 0 0,12-12-1 0 0,-8 5 248 0 0,0 0 0 0 0,-1-1 0 0 0,0-1 0 0 0,-2 1 0 0 0,1-1 0 0 0,-2-1 1 0 0,0 0-1 0 0,8-22 0 0 0,-9 18 20 0 0,0-1 0 0 0,-1 0-1 0 0,0 0 1 0 0,-2 0 0 0 0,-1 0 0 0 0,0-1 0 0 0,-2 0 0 0 0,-1 1 0 0 0,0-1 0 0 0,-7-41 0 0 0,6 58-104 0 0,1 4-95 0 0,0 0 0 0 0,0 0-1 0 0,-1-1 1 0 0,1 1 0 0 0,-1 0 0 0 0,1 0-1 0 0,-1-1 1 0 0,1 1 0 0 0,-1 0-1 0 0,0 0 1 0 0,0 0 0 0 0,-1-2 0 0 0,0 1 10 0 0,0-2 99 0 0,-20 10-49 0 0,17-4-56 0 0,5-2-12 0 0,0 1 0 0 0,-1-1 0 0 0,1 0 0 0 0,0 0 0 0 0,-1 0 0 0 0,1 0 0 0 0,-1 0 0 0 0,1 0-1 0 0,0 1 1 0 0,-1-1 0 0 0,1 0 0 0 0,0 0 0 0 0,0 0 0 0 0,-1 1 0 0 0,1-1 0 0 0,0 0 0 0 0,-1 0 0 0 0,1 1-1 0 0,0-1 1 0 0,0 0 0 0 0,0 1 0 0 0,-1-1 0 0 0,1 0 0 0 0,0 1 0 0 0,0-1 0 0 0,0 0 0 0 0,0 1 0 0 0,-21 60 126 0 0,18-48-116 0 0,1 1 0 0 0,0-1 1 0 0,1 1-1 0 0,1-1 0 0 0,2 22 1 0 0,-1-21-19 0 0,0 8-161 0 0,1 0-1 0 0,1 0 0 0 0,1 0 1 0 0,1 0-1 0 0,1-1 0 0 0,0 0 1 0 0,2 0-1 0 0,1 0 0 0 0,0-1 1 0 0,24 36-1 0 0,-26-46-1018 0 0,-6-8 945 0 0,0 0 1 0 0,1-1-1 0 0,-1 1 1 0 0,1 0-1 0 0,-1-1 1 0 0,1 1-1 0 0,-1-1 0 0 0,1 1 1 0 0,0-1-1 0 0,0 0 1 0 0,0 0-1 0 0,-1 0 1 0 0,5 2-1 0 0,15 8-3733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6.8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85 3256 0 0,'-27'-4'1075'0'0,"22"3"1938"0"0,10-2-2714 0 0,5-2-225 0 0,1 0 1 0 0,0 1-1 0 0,0 0 0 0 0,0 0 1 0 0,23-3-1 0 0,70-6-637 0 0,-27 3-437 0 0,28-8-2544 0 0,-73 11 602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7.0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 1952 0 0,'0'0'3239'0'0,"-2"3"-2643"0"0,-1 3-408 0 0,1 0 1 0 0,0 0 0 0 0,1 0 0 0 0,-1 0 0 0 0,1 0 0 0 0,1 1-1 0 0,-1-1 1 0 0,1 0 0 0 0,0 0 0 0 0,1 11 0 0 0,13 71 385 0 0,-9-63-524 0 0,2 17-1071 0 0,14 45 1 0 0,-20-82-87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7.4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170 35 2352 0 0,'-3'-3'732'0'0,"-8"-10"-102"0"0,9 9-134 0 0,-3 2-101 0 0,-13-8-7 0 0,14 7-72 0 0,-1 4-47 0 0,-1-1-198 0 0,1 1 0 0 0,-1 0 0 0 0,1 0 0 0 0,-1 0 1 0 0,1 1-1 0 0,0 0 0 0 0,-1 0 0 0 0,1 0 0 0 0,0 1 0 0 0,0 0 0 0 0,1 0 1 0 0,-1 0-1 0 0,-4 4 0 0 0,-1 4 131 0 0,1 1-1 0 0,-15 25 1 0 0,23-34-82 0 0,1 2 22 0 0,0-2-131 0 0,-1-1 1 0 0,1 1-1 0 0,1-1 1 0 0,-1 0 0 0 0,0 1-1 0 0,1-1 1 0 0,-1 0 0 0 0,1 1-1 0 0,0-1 1 0 0,-1 0-1 0 0,1 0 1 0 0,0 0 0 0 0,1 0-1 0 0,-1 0 1 0 0,0 0-1 0 0,1 0 1 0 0,-1 0 0 0 0,1 0-1 0 0,-1 0 1 0 0,1-1-1 0 0,0 1 1 0 0,-1-1 0 0 0,1 1-1 0 0,0-1 1 0 0,0 0-1 0 0,0 0 1 0 0,1 1 0 0 0,-1-2-1 0 0,0 1 1 0 0,0 0-1 0 0,3 1 1 0 0,53 4 114 0 0,-40-5-39 0 0,-16-1-82 0 0,1 0 0 0 0,0 0-1 0 0,-1 0 1 0 0,1-1 0 0 0,-1 1 0 0 0,0 0 0 0 0,1-1 0 0 0,-1 0 0 0 0,1 0 0 0 0,-1 0 0 0 0,3-1 0 0 0,3-1 10 0 0,9-3 140 0 0,0-2 0 0 0,-1 0-1 0 0,0-1 1 0 0,0 0 0 0 0,-1-2-1 0 0,20-16 1 0 0,-20 9-25 0 0,-13 14-101 0 0,0 0 98 0 0,-2-1-86 0 0,2-18 62 0 0,-21 16-45 0 0,17 6-58 0 0,1 1 0 0 0,0 0 1 0 0,0 0-1 0 0,-1-1 1 0 0,1 1-1 0 0,0 0 1 0 0,0 0-1 0 0,0 0 1 0 0,-1 0-1 0 0,1 0 1 0 0,0 1-1 0 0,0-1 1 0 0,-1 0-1 0 0,1 1 0 0 0,0-1 1 0 0,0 0-1 0 0,0 1 1 0 0,0-1-1 0 0,-2 2 1 0 0,1-1 2 0 0,-8 2-42 0 0,0 1 0 0 0,1 0 0 0 0,-1 1 0 0 0,1 0 1 0 0,0 0-1 0 0,0 1 0 0 0,1 1 0 0 0,0-1 1 0 0,0 1-1 0 0,0 0 0 0 0,-10 13 0 0 0,15-14-325 0 0,-1-1 0 0 0,1 1 0 0 0,1-1 0 0 0,-1 1 0 0 0,1 0 0 0 0,0 0 0 0 0,0 0 0 0 0,-1 6 0 0 0,3-8 86 0 0,-1 6-1810 0 0,6 13-1446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7.8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191 46 3428 0 0,'4'-6'481'0'0,"-3"5"-218"0"0,0 0 0 0 0,0 0 1 0 0,0 0-1 0 0,0 0 0 0 0,0-1 0 0 0,-1 1 1 0 0,1 0-1 0 0,0 0 0 0 0,-1-1 0 0 0,1 1 1 0 0,-1-1-1 0 0,1-1 0 0 0,-1 3-228 0 0,0-1-1 0 0,0 1 0 0 0,0-1 1 0 0,0 1-1 0 0,0-1 0 0 0,0 1 1 0 0,-1-1-1 0 0,1 1 0 0 0,0-1 1 0 0,0 1-1 0 0,0-1 0 0 0,-1 1 0 0 0,1 0 1 0 0,0-1-1 0 0,-1 1 0 0 0,1-1 1 0 0,0 1-1 0 0,-1 0 0 0 0,1-1 1 0 0,0 1-1 0 0,-1 0 0 0 0,1-1 1 0 0,-1 1-1 0 0,0-1 6 0 0,1 1 1 0 0,-1 0-1 0 0,1-1 1 0 0,0 1-1 0 0,-1 0 0 0 0,1-1 1 0 0,0 1-1 0 0,-1 0 1 0 0,1-1-1 0 0,0 1 0 0 0,-1-1 1 0 0,1 1-1 0 0,0-1 1 0 0,0 1-1 0 0,-1-1 1 0 0,1 1-1 0 0,0-1 0 0 0,0 1 1 0 0,0-1-1 0 0,0 1 1 0 0,0-1-1 0 0,0 1 0 0 0,0-1 1 0 0,-6 1 249 0 0,-2 1-208 0 0,0 0-1 0 0,1 1 1 0 0,-1 0 0 0 0,1 0-1 0 0,-1 1 1 0 0,1 0 0 0 0,0 0-1 0 0,0 0 1 0 0,0 1 0 0 0,0 0-1 0 0,-6 6 1 0 0,-34 40 97 0 0,42-45-168 0 0,1 1 0 0 0,-1 0 0 0 0,1 0 1 0 0,1 1-1 0 0,-1-1 0 0 0,1 1 1 0 0,0 0-1 0 0,1 0 0 0 0,-1 0 0 0 0,-1 9 1 0 0,0 4 3 0 0,3-8-12 0 0,4 30 10 0 0,1-35-10 0 0,-3 2-29 0 0,0-7 23 0 0,0 0-1 0 0,-1-1 0 0 0,1 1 1 0 0,0 0-1 0 0,0-1 0 0 0,0 1 1 0 0,0-1-1 0 0,1 1 0 0 0,-1-1 1 0 0,0 0-1 0 0,0 1 1 0 0,3 0-1 0 0,-3-1-1 0 0,1 1 4 0 0,-1 0 0 0 0,1 0-1 0 0,1 0 1 0 0,-1 0 0 0 0,0-1-1 0 0,0 1 1 0 0,1-1 0 0 0,-1 0-1 0 0,0 1 1 0 0,1-1 0 0 0,0 0-1 0 0,-1-1 1 0 0,1 1 0 0 0,-1 0-1 0 0,1-1 1 0 0,0 1 0 0 0,3-1-1 0 0,-4 0 5 0 0,3 1 2 0 0,3-1-14 0 0,-3 0 6 0 0,3 0 11 0 0,-1-1 0 0 0,1 1 0 0 0,-1-1 0 0 0,1-1 0 0 0,-1 1 0 0 0,0-1 0 0 0,1 0 0 0 0,8-5 0 0 0,42-25 393 0 0,-49 26-279 0 0,0 0 1 0 0,-1-1-1 0 0,1 0 1 0 0,-1-1-1 0 0,-1 0 0 0 0,0 0 1 0 0,0-1-1 0 0,0 1 0 0 0,-1-1 1 0 0,5-11-1 0 0,9-36 120 0 0,-19 51-210 0 0,-2-1 1 0 0,-1-20-2 0 0,2 25-30 0 0,0 0 1 0 0,0 0 0 0 0,0 0 0 0 0,-1 0 0 0 0,1-1 0 0 0,0 1 0 0 0,0 0 0 0 0,-1 0 0 0 0,1 0 0 0 0,-1 0 0 0 0,1 0 0 0 0,-1 0 0 0 0,1 0 0 0 0,-1 0 0 0 0,0 0 0 0 0,1 0 0 0 0,-1 1 0 0 0,0-1 0 0 0,0 0 0 0 0,0 0-1 0 0,-1-1 1 0 0,0 1 2 0 0,1 0-8 0 0,0 0 1 0 0,0-1-1 0 0,0 1 0 0 0,0 0 1 0 0,0 1-1 0 0,0-1 0 0 0,0 0 0 0 0,0 0 1 0 0,0 0-1 0 0,0 1 0 0 0,0-1 1 0 0,-1 0-1 0 0,1 1 0 0 0,0-1 0 0 0,0 1 1 0 0,-1 0-1 0 0,1-1 0 0 0,-2 1 1 0 0,-1-1-22 0 0,2 0 2 0 0,0 0 0 0 0,0 0 0 0 0,-1 0 0 0 0,1 0 0 0 0,0 0 0 0 0,-1 0 0 0 0,1 1 0 0 0,-1 0 0 0 0,1-1 1 0 0,-1 1-1 0 0,1 0 0 0 0,-4 0 0 0 0,-1 0-53 0 0,4 0 24 0 0,0-1 5 0 0,0 0 0 0 0,0 1 0 0 0,0-1 1 0 0,0 1-1 0 0,0 0 0 0 0,0 0 0 0 0,0 0 1 0 0,0 0-1 0 0,-1 0 0 0 0,-3 2 0 0 0,-17 3-640 0 0,-4 2-2708 0 0,-37 17 0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38.2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80 3168 0 0,'5'-1'1161'0'0,"15"-2"-163"0"0,-15 2-210 0 0,0 1-166 0 0,5 2-411 0 0,1 1 0 0 0,-1 0 0 0 0,0 0 0 0 0,0 1 0 0 0,0 0 0 0 0,0 1 0 0 0,-1 0 0 0 0,0 0 0 0 0,0 1 0 0 0,13 11 0 0 0,3 4-47 0 0,-2 1 1 0 0,25 30 0 0 0,-35-36-60 0 0,-1 2 1 0 0,16 27 0 0 0,-27-41-67 0 0,-1 2-31 0 0,0 17-11 0 0,0-22 3 0 0,0 0 0 0 0,0 0 0 0 0,0 0 0 0 0,0 0 0 0 0,0-1 0 0 0,0 1 0 0 0,0 0 0 0 0,0 0 0 0 0,-1 0 0 0 0,1 0 0 0 0,0 0 0 0 0,-1 0 0 0 0,1-1 0 0 0,-1 1 0 0 0,1 0 0 0 0,-1 0 0 0 0,1-1 0 0 0,-1 1 0 0 0,0 0 0 0 0,1-1 1 0 0,-1 1-1 0 0,0 0 0 0 0,1-1 0 0 0,-2 1 0 0 0,1 0-2 0 0,-2 2-8 0 0,-2-1 92 0 0,1 0 28 0 0,-1-1 0 0 0,0 1 1 0 0,1-1-1 0 0,-1 0 1 0 0,0 0-1 0 0,0 0 0 0 0,0-1 1 0 0,0 0-1 0 0,0 0 0 0 0,0 0 1 0 0,0-1-1 0 0,0 1 1 0 0,0-1-1 0 0,0 0 0 0 0,1-1 1 0 0,-1 1-1 0 0,0-1 1 0 0,1 0-1 0 0,-1 0 0 0 0,-7-5 1 0 0,10 6-38 0 0,-1-1 1 0 0,0 0-1 0 0,1 0 1 0 0,-1 0-1 0 0,1 0 1 0 0,0 0-1 0 0,0-1 1 0 0,0 1-1 0 0,0 0 1 0 0,0-1-1 0 0,0 0 1 0 0,1 1-1 0 0,-1-1 1 0 0,1 0-1 0 0,0 0 1 0 0,-2-5-1 0 0,2 5-52 0 0,0 1 2 0 0,0 0 0 0 0,0 0 0 0 0,1 0 0 0 0,-1 0 0 0 0,1 0-1 0 0,-1 0 1 0 0,1-1 0 0 0,0 1 0 0 0,-1 0 0 0 0,1 0 0 0 0,0 0 0 0 0,1-3 0 0 0,-1-1 26 0 0,2-9 87 0 0,2-1-95 0 0,1 0-1 0 0,0 1 1 0 0,1 0-1 0 0,1 0 1 0 0,0 0-1 0 0,19-26 1 0 0,-15 27-11 0 0,1 0-1 0 0,0 1 1 0 0,1 1 0 0 0,16-13 0 0 0,-21 19-19 0 0,-1 1-1 0 0,1 0 0 0 0,0 1 1 0 0,0-1-1 0 0,1 2 0 0 0,-1-1 1 0 0,1 1-1 0 0,0 0 0 0 0,0 1 1 0 0,17-2-1 0 0,6 3 5 0 0,-26 2-33 0 0,-1-1-1 0 0,0 1 1 0 0,0 0 0 0 0,1 1-1 0 0,-1-1 1 0 0,0 1-1 0 0,0 0 1 0 0,0 0-1 0 0,-1 0 1 0 0,1 1-1 0 0,-1 0 1 0 0,1 0-1 0 0,-1 0 1 0 0,0 0 0 0 0,0 1-1 0 0,5 5 1 0 0,-4-3-51 0 0,-1 1 0 0 0,1-1 0 0 0,-2 1 0 0 0,1 0 0 0 0,-1 0 0 0 0,0 1 0 0 0,0-1 0 0 0,-1 1 0 0 0,0-1 0 0 0,2 10 0 0 0,-2 1-108 0 0,-1 0 1 0 0,0 0 0 0 0,-1 0 0 0 0,-1 0 0 0 0,-1 0 0 0 0,0 0 0 0 0,-2-1 0 0 0,0 1 0 0 0,-6 16 0 0 0,0-9-1129 0 0,0-2 0 0 0,-2 1 1 0 0,-1-1-1 0 0,-19 26 0 0 0,-8 3-3915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4.4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113 97 2508 0 0,'-106'2'3755'0'0,"100"-2"-3232"0"0,11 1-301 0 0,103 4 548 0 0,190-14 0 0 0,-221 4-603 0 0,167-9-1 0 0,740-53-1730 0 0,-984 67 1559 0 0,30-3-1263 0 0,-16 1-942 0 0,16-2-1584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4.6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59 2676 0 0,'-7'0'1116'0'0,"-19"1"-66"0"0,20 0 1034 0 0,13-2-1832 0 0,393-22 553 0 0,-216 17-830 0 0,465-14-2300 0 0,-366 13-562 0 0,-160 4 181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5.0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232 60 1860 0 0,'-226'4'4053'0'0,"221"-4"-2699"0"0,14-1-1231 0 0,404-32 252 0 0,-31 4-3753 0 0,-374 28 2675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5.2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1039 77 2800 0 0,'-425'23'3447'0'0,"233"-9"-2439"0"0,8 2-419 0 0,-47 2 799 0 0,225-17-1132 0 0,32-3-211 0 0,37-6-1 0 0,-11 1-4 0 0,751-65-1338 0 0,2 21-3900 0 0,-629 42 2117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5.7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52 2648 0 0,'0'0'2632'0'0,"9"2"-2081"0"0,81 6-76 0 0,1-4 0 0 0,95-7 0 0 0,-116 0-385 0 0,82 0 112 0 0,779-38-1387 0 0,-796 26-2352 0 0,-129 15 751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5.9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1269 54 2776 0 0,'-334'20'2647'0'0,"-532"21"715"0"0,803-39-2785 0 0,57-2-323 0 0,11-1-167 0 0,34-7-61 0 0,0 1 1 0 0,0 2-1 0 0,47 0 1 0 0,-21 1-53 0 0,1028-53-2416 0 0,-671 38-10 0 0,-246 13 661 0 0,0 2-1267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6.3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239 52 2668 0 0,'-199'11'3732'0'0,"192"-10"-3287"0"0,1 0-79 0 0,-15 2-96 0 0,16-2 113 0 0,11-1-242 0 0,445-9 30 0 0,-284 1-361 0 0,156-2-1 0 0,330-18-2140 0 0,-559 18-285 0 0,-60 7-192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6.5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488 24 2620 0 0,'-463'-7'5203'0'0,"455"7"-5042"0"0,3 0-32 0 0,-7-1 4 0 0,15 0-74 0 0,31-1-103 0 0,59-1-249 0 0,738-5-5131 0 0,-724 6 2920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6.8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37 3348 0 0,'0'0'1065'0'0,"-5"-1"-112"0"0,-20-4 1142 0 0,31 3-1874 0 0,38-6-157 0 0,-1 1 1 0 0,1 3-1 0 0,-1 2 0 0 0,45 3 1 0 0,-15-1-259 0 0,61-2 31 0 0,220-4-3962 0 0,-346 6 2833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46.9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665 36 3336 0 0,'-334'-11'3791'0'0,"11"1"-1474"0"0,315 9-1778 0 0,135-4-924 0 0,424 0-3998 0 0,-444 3 2500 0 0,-10 1-1409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52.6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556 0 2988 0 0,'-33'3'854'0'0,"0"0"-1"0"0,0 3 1 0 0,1 0 0 0 0,0 2-1 0 0,0 2 1 0 0,0 0-1 0 0,-41 22 1 0 0,51-21-566 0 0,1 1 0 0 0,0 0 0 0 0,1 2-1 0 0,1 1 1 0 0,0 0 0 0 0,1 1 0 0 0,0 1 0 0 0,2 1 0 0 0,0 0 0 0 0,-24 38 0 0 0,36-51-238 0 0,1 0-1 0 0,0 0 1 0 0,0 1 0 0 0,1-1 0 0 0,0 1 0 0 0,0-1-1 0 0,0 1 1 0 0,1 0 0 0 0,-1 0 0 0 0,1 0 0 0 0,1 0-1 0 0,-1 0 1 0 0,1 0 0 0 0,0 0 0 0 0,1 0-1 0 0,-1 0 1 0 0,1 0 0 0 0,0 0 0 0 0,1 0 0 0 0,3 9-1 0 0,-2-8-51 0 0,1-1-1 0 0,-1-1 0 0 0,1 1 0 0 0,1 0 0 0 0,-1-1 1 0 0,1 0-1 0 0,0 0 0 0 0,0 0 0 0 0,1-1 1 0 0,-1 1-1 0 0,1-2 0 0 0,0 1 0 0 0,0 0 0 0 0,1-1 1 0 0,-1 0-1 0 0,0-1 0 0 0,10 3 0 0 0,10 2-171 0 0,0-1 0 0 0,1-1 0 0 0,-1-1 0 0 0,1-2 0 0 0,0-1 0 0 0,0-1 0 0 0,39-4 0 0 0,-5-5-590 0 0,-1-2 1 0 0,71-22-1 0 0,-111 27 158 0 0,-1-1 0 0 0,20-10-1 0 0,17-12-4094 0 0,-28 14 965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53.2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29 2492 0 0,'-6'-29'9606'0'0,"12"32"-9229"0"0,16 8-40 0 0,-21-11-324 0 0,-1 1-1 0 0,1-1 1 0 0,0 0 0 0 0,-1 0-1 0 0,1 1 1 0 0,-1-1 0 0 0,0 0-1 0 0,1 1 1 0 0,-1-1 0 0 0,1 1-1 0 0,-1-1 1 0 0,1 0 0 0 0,-1 1-1 0 0,0-1 1 0 0,1 1 0 0 0,-1-1-1 0 0,0 1 1 0 0,0-1 0 0 0,1 1-1 0 0,-1 1 1 0 0,28 61 179 0 0,27 94 0 0 0,-14-9-4101 0 0,-40-143 2963 0 0,8 20-1196 0 0,-7-20 987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53.4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234 28 2976 0 0,'0'-4'1161'0'0,"1"-15"-139"0"0,-1 14 2180 0 0,-6 6-2824 0 0,-19 4-76 0 0,25-5-292 0 0,-1 0 1 0 0,1 0 0 0 0,-1 0-1 0 0,1 0 1 0 0,-1 0 0 0 0,0 0 0 0 0,1 0-1 0 0,-1 1 1 0 0,1-1 0 0 0,0 0-1 0 0,-1 0 1 0 0,1 1 0 0 0,-1-1-1 0 0,1 0 1 0 0,-1 1 0 0 0,1-1-1 0 0,0 0 1 0 0,-1 1 0 0 0,1-1-1 0 0,-1 0 1 0 0,1 1 0 0 0,0 0-1 0 0,-22 27 236 0 0,1 2-1 0 0,2 0 1 0 0,1 1 0 0 0,-22 54-1 0 0,20-34-737 0 0,1 1-1 0 0,-14 72 0 0 0,32-119-56 0 0,1 1-109 0 0,0-1 344 0 0,1-4 113 0 0,-1 1 1 0 0,1 0-1 0 0,-1 0 1 0 0,0 0-1 0 0,0-1 1 0 0,0 1-1 0 0,0 0 1 0 0,0 0-1 0 0,0 0 1 0 0,-1-1-1 0 0,1 1 1 0 0,-1 3-1 0 0,3-1-1595 0 0,10 15-1276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53.8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52 3196 0 0,'0'0'1984'0'0,"-6"-1"-299"0"0,-59-6 5753 0 0,37 5-6876 0 0,22 2-125 0 0,13-1-768 0 0,64-7-681 0 0,22-6-519 0 0,-31 4-1076 0 0,-14 4-2531 0 0,-20 3 495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54.0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29 3260 0 0,'0'0'5603'0'0,"4"1"-5368"0"0,3 1-150 0 0,-1-1 0 0 0,0 0 0 0 0,1 0 0 0 0,-1 0 0 0 0,0-1 0 0 0,1 0 0 0 0,-1 0 0 0 0,12-3 1 0 0,193-15-822 0 0,-65 6-4773 0 0,-115 10 1930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54.3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61 3200 0 0,'0'0'3189'0'0,"3"-3"-2437"0"0,9-7-128 0 0,-9 8-84 0 0,1 1-66 0 0,168-32 2313 0 0,-167 32-2717 0 0,1 0-99 0 0,19-2-94 0 0,-18 2-133 0 0,-2 0-822 0 0,1 0 709 0 0,4 0-32 0 0,1-1-4969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2:54.8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369 2 4204 0 0,'0'0'5072'0'0,"-5"0"-4581"0"0,-21-1 248 0 0,26 1-711 0 0,0 1-1 0 0,0 0 1 0 0,0-1-1 0 0,0 1 1 0 0,0 0 0 0 0,0 0-1 0 0,-1-1 1 0 0,1 1-1 0 0,0-1 1 0 0,0 1-1 0 0,-1 0 1 0 0,1-1-1 0 0,-1 1 1 0 0,1-1-1 0 0,0 1 1 0 0,-1 0-1 0 0,1-1 1 0 0,-1 1 0 0 0,0 0-1 0 0,-11 13 448 0 0,-2 16-12 0 0,2 0 0 0 0,1 1 1 0 0,-9 36-1 0 0,19-62-344 0 0,-3 21 48 0 0,3-21 69 0 0,1 0-98 0 0,3 19 328 0 0,-2-23-450 0 0,-1-1 0 0 0,1 1 0 0 0,-1 0 0 0 0,1 0 0 0 0,0 0 0 0 0,-1-1 0 0 0,1 1-1 0 0,0 0 1 0 0,0-1 0 0 0,0 1 0 0 0,-1 0 0 0 0,1-1 0 0 0,0 1 0 0 0,0-1 0 0 0,0 1 0 0 0,0-1 0 0 0,0 0-1 0 0,0 1 1 0 0,0-1 0 0 0,0 0 0 0 0,0 0 0 0 0,0 0 0 0 0,0 0 0 0 0,0 0 0 0 0,0 0 0 0 0,0 0 0 0 0,2 0-1 0 0,20 0 88 0 0,-8-2-5 0 0,0 0 1 0 0,28-8-1 0 0,3-1 109 0 0,-36 9-165 0 0,-1 0-1 0 0,1 0 0 0 0,0 1 0 0 0,0 0 0 0 0,0 1 1 0 0,0 0-1 0 0,0 1 0 0 0,0 0 0 0 0,-1 1 0 0 0,1 0 0 0 0,0 0 1 0 0,17 7-1 0 0,-26-8-34 0 0,1 0 1 0 0,-1 0 0 0 0,1 0-1 0 0,0 0 1 0 0,-1 0 0 0 0,0 0 0 0 0,1 1-1 0 0,-1-1 1 0 0,0 1 0 0 0,0-1-1 0 0,1 1 1 0 0,-1-1 0 0 0,0 1-1 0 0,-1-1 1 0 0,1 1 0 0 0,0 0-1 0 0,0 0 1 0 0,-1-1 0 0 0,1 4-1 0 0,6 9 66 0 0,-7-7-48 0 0,0-2-21 0 0,0 0-4 0 0,0-1-1 0 0,0 1 1 0 0,-1-1-1 0 0,1 1 1 0 0,-1 0-1 0 0,0-1 1 0 0,0 0-1 0 0,-1 1 1 0 0,1-1-1 0 0,-1 0 1 0 0,0 0-1 0 0,0 0 1 0 0,-5 7-1 0 0,-4 1 9 0 0,0 1-1 0 0,-1-2 1 0 0,-1 0-1 0 0,0 0 1 0 0,0-1-1 0 0,-1-1 0 0 0,0 0 1 0 0,-1-1-1 0 0,0 0 1 0 0,0-2-1 0 0,0 1 0 0 0,-1-2 1 0 0,-30 7-1 0 0,26-8-390 0 0,-1 0 0 0 0,1-1 0 0 0,-1-1 0 0 0,0-1 0 0 0,0-1 0 0 0,0 0 0 0 0,0-2 0 0 0,0-1 0 0 0,0 0 0 0 0,1-2-1 0 0,-22-7 1 0 0,30 8-905 0 0,1-1 0 0 0,0-1 0 0 0,0 0 0 0 0,-15-11 0 0 0,8 1-4084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4.9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748 153 2844 0 0,'-1'-7'1551'0'0,"1"1"-1217"0"0,0 0 0 0 0,0 0-1 0 0,-1 0 1 0 0,0 0 0 0 0,0 0 0 0 0,-1 0-1 0 0,0 0 1 0 0,0 0 0 0 0,0 0 0 0 0,-1 0-1 0 0,0 1 1 0 0,0 0 0 0 0,0-1 0 0 0,-4-4 0 0 0,4 7-257 0 0,-2-1 3 0 0,0-1 0 0 0,0 1 0 0 0,0 0-1 0 0,0 0 1 0 0,-1 0 0 0 0,1 1 0 0 0,-1 0 0 0 0,0 0 0 0 0,0 0 0 0 0,0 1 0 0 0,-1 0-1 0 0,1 0 1 0 0,0 0 0 0 0,-8 0 0 0 0,3 0-72 0 0,-34 0 138 0 0,21 3-48 0 0,0 0 0 0 0,0 2 0 0 0,0 0-1 0 0,1 2 1 0 0,-1 1 0 0 0,1 0 0 0 0,0 2 0 0 0,1 1 0 0 0,0 0-1 0 0,0 2 1 0 0,-30 20 0 0 0,16 0-4 0 0,34-29-12 0 0,1 3-37 0 0,0 15 6 0 0,1-19-55 0 0,0 0-1 0 0,1 0 1 0 0,-1 0 0 0 0,0 0-1 0 0,0 0 1 0 0,1-1 0 0 0,-1 1-1 0 0,1 0 1 0 0,-1 0 0 0 0,1 0-1 0 0,-1-1 1 0 0,1 1 0 0 0,-1 0-1 0 0,1-1 1 0 0,-1 1 0 0 0,1 0-1 0 0,0-1 1 0 0,-1 1 0 0 0,1-1-1 0 0,0 1 1 0 0,0-1-1 0 0,-1 1 1 0 0,1-1 0 0 0,2 1-1 0 0,5 4 28 0 0,-3-2-14 0 0,0 0 1 0 0,0 0-1 0 0,0-1 1 0 0,0 1-1 0 0,0-1 0 0 0,1 0 1 0 0,11 2-1 0 0,-5-2 5 0 0,82 22 111 0 0,37 11-163 0 0,-114-29 15 0 0,0 1-1 0 0,0 0 0 0 0,-1 1 1 0 0,0 1-1 0 0,17 13 1 0 0,-27-17 45 0 0,0 0-1 0 0,0 1 1 0 0,-1 0 0 0 0,0 0 0 0 0,0 0 0 0 0,5 8-1 0 0,-7-10 27 0 0,-3 2 22 0 0,1-1-28 0 0,-1-1-1 0 0,1 1 1 0 0,-1 0-1 0 0,-1-1 0 0 0,1 1 1 0 0,-1 0-1 0 0,0-1 1 0 0,0 1-1 0 0,0-1 0 0 0,0 1 1 0 0,-1-1-1 0 0,0 1 1 0 0,0-1-1 0 0,0 0 0 0 0,-4 6 1 0 0,0-3 36 0 0,0 0 0 0 0,0 0 0 0 0,-1 0-1 0 0,0 0 1 0 0,0-1 0 0 0,-1 0 0 0 0,-11 6 0 0 0,-4 1 52 0 0,0-1 1 0 0,0 0-1 0 0,-1-2 1 0 0,0-2-1 0 0,-1 0 1 0 0,0-1-1 0 0,-39 5 0 0 0,46-9-80 0 0,0-1-1 0 0,-1-1 0 0 0,1-1 0 0 0,-1-1 0 0 0,1 0 0 0 0,-1-2 1 0 0,1 0-1 0 0,0-1 0 0 0,0 0 0 0 0,0-2 0 0 0,-20-8 0 0 0,27 8-285 0 0,0-1 0 0 0,0 0-1 0 0,1 0 1 0 0,0-1 0 0 0,0 0-1 0 0,1-1 1 0 0,0 0 0 0 0,1 0-1 0 0,0-1 1 0 0,0 0 0 0 0,1 0-1 0 0,1-1 1 0 0,-7-13-1 0 0,12 23 125 0 0,0-1-1 0 0,0 0 0 0 0,1 0 0 0 0,-1 0 1 0 0,0 0-1 0 0,1 0 0 0 0,-1 0 0 0 0,1 0 1 0 0,0 0-1 0 0,0 0 0 0 0,0 0 0 0 0,0-4 1 0 0,0 0-213 0 0,0 4 208 0 0,-1 1 0 0 0,1-1 0 0 0,0 0 0 0 0,0 1 0 0 0,0-1-1 0 0,0 0 1 0 0,0 1 0 0 0,0-1 0 0 0,0 0 0 0 0,1 1 0 0 0,-1-1 0 0 0,1 0-1 0 0,-1 1 1 0 0,1-1 0 0 0,-1 1 0 0 0,1-1 0 0 0,2-1 0 0 0,-1-2-275 0 0,-2 3 169 0 0,1-1 1 0 0,0 1-1 0 0,0 0 0 0 0,0-1 0 0 0,0 1 1 0 0,0 0-1 0 0,0 0 0 0 0,1-1 0 0 0,-1 1 1 0 0,1 0-1 0 0,-1 0 0 0 0,4-2 0 0 0,1-3-637 0 0,13-12-3160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5.4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28 2908 0 0,'1'-4'1372'0'0,"0"-20"5559"0"0,-2 31-6518 0 0,-4 37 355 0 0,-5 616-285 0 0,11-622-1206 0 0,0-32 233 0 0,-1 0-54 0 0,1 20-160 0 0,0-20-316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5.7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1 152 2760 0 0,'1'-6'1023'0'0,"-1"0"-827"0"0,0 0 0 0 0,1-1 0 0 0,0 1 0 0 0,1 0 0 0 0,-1 0 0 0 0,1 0 0 0 0,0 1 0 0 0,1-1-1 0 0,-1 0 1 0 0,1 1 0 0 0,0-1 0 0 0,1 1 0 0 0,-1 0 0 0 0,1 0 0 0 0,0 0 0 0 0,0 1 0 0 0,1-1 0 0 0,-1 1 0 0 0,1 0 0 0 0,0 0 0 0 0,0 1 0 0 0,0-1 0 0 0,1 1 0 0 0,5-2-1 0 0,-3 1-37 0 0,-1 1 0 0 0,1 0 0 0 0,0 1-1 0 0,0 0 1 0 0,0 0 0 0 0,0 1 0 0 0,0 0-1 0 0,0 0 1 0 0,16 1 0 0 0,15 12 431 0 0,-35-11-534 0 0,-1 1 0 0 0,0-1 0 0 0,1 1 1 0 0,-1 0-1 0 0,0 0 0 0 0,0 0 0 0 0,0 0 0 0 0,-1 0 0 0 0,1 1 1 0 0,0-1-1 0 0,-1 1 0 0 0,4 5 0 0 0,-3-3-10 0 0,-1 1 0 0 0,1-1 0 0 0,-1 1 0 0 0,0 0 0 0 0,0 0-1 0 0,-1 0 1 0 0,0 0 0 0 0,0 0 0 0 0,-1 0 0 0 0,1 0 0 0 0,-1 0 0 0 0,-1 7 0 0 0,0-3-9 0 0,-1 0 0 0 0,0 0 1 0 0,-1 0-1 0 0,0 0 1 0 0,-1-1-1 0 0,0 1 0 0 0,-8 13 1 0 0,4-9-109 0 0,-1-1 0 0 0,0 0 0 0 0,-1-1-1 0 0,-1 0 1 0 0,0 0 0 0 0,-23 18 0 0 0,31-28-323 0 0,-2 0-133 0 0,-13 3-262 0 0,14-3-365 0 0,0-4-431 0 0,-10-5-1155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6.8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23 415 2908 0 0,'0'0'6419'0'0,"0"5"-5882"0"0,1 20 1999 0 0,1-28-2462 0 0,4-13-114 0 0,-5 12 99 0 0,1 0 30 0 0,8-24 46 0 0,0 0-74 0 0,-1 0 0 0 0,-1 0 1 0 0,6-42-1 0 0,-4 11-50 0 0,-9 55-8 0 0,0-65 29 0 0,0 37-31 0 0,-1 25-6 0 0,0 1 3 0 0,-2-20 19 0 0,2 20-42 0 0,-1 2 4 0 0,-5-19-70 0 0,1 26 78 0 0,-17 7 13 0 0,14-2 11 0 0,-2 17 47 0 0,2 0 0 0 0,0 1 0 0 0,-7 41 1 0 0,5-21 117 0 0,9-42-147 0 0,0-1 1 0 0,1 1-1 0 0,-1-1 0 0 0,1 0 0 0 0,-1 1 0 0 0,1-1 1 0 0,0 1-1 0 0,1-1 0 0 0,0 6 0 0 0,0 1-1 0 0,-1 2 19 0 0,1 0 0 0 0,0 0 0 0 0,1-1 0 0 0,0 1 0 0 0,1 0 0 0 0,0-1 0 0 0,1 1 0 0 0,0-1 0 0 0,1 0 0 0 0,0 0 0 0 0,0-1 1 0 0,14 19-1 0 0,-15-24-60 0 0,0-1 1 0 0,0 0-1 0 0,0 0 0 0 0,0 0 1 0 0,1 0-1 0 0,-1-1 1 0 0,1 0-1 0 0,0 0 1 0 0,0 0-1 0 0,10 4 1 0 0,-10-5-4 0 0,1 1-115 0 0,0-1-1 0 0,0 0 1 0 0,0 0-1 0 0,1-1 1 0 0,-1 0-1 0 0,0 0 1 0 0,0-1-1 0 0,1 1 1 0 0,-1-1 0 0 0,0-1-1 0 0,1 1 1 0 0,-1-1-1 0 0,0 0 1 0 0,7-2-1 0 0,-8 2-98 0 0,-1 0 0 0 0,1-1 1 0 0,0 1-1 0 0,-1-1 0 0 0,1 0 0 0 0,-1-1 0 0 0,0 1 0 0 0,1-1 1 0 0,-1 0-1 0 0,0 0 0 0 0,-1 0 0 0 0,1 0 0 0 0,0 0 0 0 0,-1-1 1 0 0,0 0-1 0 0,0 0 0 0 0,0 0 0 0 0,0 0 0 0 0,-1 0 0 0 0,0-1 1 0 0,1 1-1 0 0,-2-1 0 0 0,1 1 0 0 0,2-10 0 0 0,3-36-760 0 0,-6 44 1118 0 0,0 2 99 0 0,6-44 1362 0 0,-6 44 882 0 0,1 8-2177 0 0,6 11-37 0 0,-6-11-57 0 0,-1 1-35 0 0,11 73 311 0 0,-11-73-429 0 0,0 2-12 0 0,1 20-22 0 0,-1-21-1 0 0,0 0 19 0 0,4 16 11 0 0,-4-16-29 0 0,0-2-16 0 0,5 13-12 0 0,-4-13-42 0 0,5 2-240 0 0,-6-6 240 0 0,-1 1 1 0 0,0-1-1 0 0,1 1 0 0 0,-1-1 1 0 0,1 1-1 0 0,-1-1 1 0 0,0 1-1 0 0,1-1 0 0 0,-1 0 1 0 0,1 1-1 0 0,-1-1 1 0 0,1 0-1 0 0,0 1 0 0 0,-1-1 1 0 0,1 0-1 0 0,-1 0 1 0 0,1 0-1 0 0,-1 1 0 0 0,1-1 1 0 0,0 0-1 0 0,-1 0 1 0 0,1 0-1 0 0,-1 0 0 0 0,1 0 1 0 0,0 0-1 0 0,-1 0 1 0 0,1 0-1 0 0,0 0 0 0 0,-1 0 1 0 0,1-1-1 0 0,0 1 1 0 0,3-1 14 0 0,-2 1-184 0 0,1 0-1 0 0,0-1 0 0 0,0 1 1 0 0,-1-1-1 0 0,1 0 1 0 0,0 0-1 0 0,-1 0 1 0 0,1 0-1 0 0,-1-1 0 0 0,1 1 1 0 0,-1-1-1 0 0,0 1 1 0 0,0-1-1 0 0,1 0 1 0 0,-1 0-1 0 0,3-4 0 0 0,8-10-1712 0 0,-10 11-1364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7.1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173 17 1844 0 0,'-9'-1'690'0'0,"0"-1"0"0"0,1 2 0 0 0,-1-1 0 0 0,0 1 0 0 0,-9 2 0 0 0,12-2-182 0 0,1 2-55 0 0,-40 16 505 0 0,42-16-696 0 0,-2 1-52 0 0,-32 25 378 0 0,34-26-318 0 0,2 3-213 0 0,-4 11 2 0 0,4-12 88 0 0,5-3-143 0 0,0 0-1 0 0,0 0 1 0 0,1-1 0 0 0,-1 1-1 0 0,0-1 1 0 0,0 0 0 0 0,0-1-1 0 0,0 1 1 0 0,0-1 0 0 0,1 0-1 0 0,-1 0 1 0 0,0 0-1 0 0,0 0 1 0 0,-1-1 0 0 0,1 1-1 0 0,0-1 1 0 0,4-3 0 0 0,-3 2 106 0 0,-1 0 30 0 0,11-12 53 0 0,-11 12 28 0 0,-4 1-194 0 0,1 1 1 0 0,-1-1-1 0 0,1 1 1 0 0,0 0 0 0 0,0-1-1 0 0,-1 1 1 0 0,1 0-1 0 0,0-1 1 0 0,0 1-1 0 0,0 0 1 0 0,0 0 0 0 0,2-2-1 0 0,-2 2 22 0 0,2-3 148 0 0,8-16 524 0 0,-11 20-729 0 0,0 0 0 0 0,0-1-1 0 0,0 1 1 0 0,0-1 0 0 0,0 1 0 0 0,1-1-1 0 0,-1 1 1 0 0,0 0 0 0 0,0-1-1 0 0,0 1 1 0 0,0-1 0 0 0,0 1 0 0 0,-1-1-1 0 0,1 1 1 0 0,0-1 0 0 0,0 1 0 0 0,0 0-1 0 0,0-1 1 0 0,0 1 0 0 0,-1-1 0 0 0,1 1-1 0 0,0 0 1 0 0,0-1 0 0 0,0 1 0 0 0,-1-1-1 0 0,1 1 1 0 0,0 0 0 0 0,-1-1 0 0 0,1 1-1 0 0,0 0 1 0 0,-1 0 0 0 0,1-1 0 0 0,0 1-1 0 0,-1 0 1 0 0,1 0 0 0 0,-1 0 0 0 0,1-1-1 0 0,-1 1 1 0 0,1 0 0 0 0,0 0-1 0 0,-1 0 1 0 0,1 0 0 0 0,-1 0 0 0 0,1 0-1 0 0,-1 0 1 0 0,1 0 0 0 0,-1 0 0 0 0,1 0-1 0 0,-1 0 1 0 0,-13 8-378 0 0,11-5 3 0 0,-3 17-1588 0 0,5-17 976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7.4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40 3532 0 0,'13'-18'1307'0'0,"-10"14"747"0"0,11-14 1958 0 0,-11 22-3677 0 0,-1-2-316 0 0,0 0 50 0 0,0 1-1 0 0,0 0 0 0 0,0 0 0 0 0,-1 0 1 0 0,1 0-1 0 0,-1 0 0 0 0,1 0 1 0 0,-1 1-1 0 0,0-1 0 0 0,0 0 0 0 0,-1 1 1 0 0,1-1-1 0 0,-1 0 0 0 0,0 1 1 0 0,1 3-1 0 0,3 82 775 0 0,-12 104 130 0 0,0-30-598 0 0,8-152-324 0 0,3 16 9 0 0,3-10 189 0 0,12 28-773 0 0,-16-42 114 0 0,-1-2 339 0 0,1-1 0 0 0,-1 0 0 0 0,1 1-1 0 0,-1-1 1 0 0,0 1 0 0 0,1-1 0 0 0,-1 1 0 0 0,0-1 0 0 0,1 1-1 0 0,-1 0 1 0 0,0 0 0 0 0,2 1 0 0 0,0 1-107 0 0,1-1-497 0 0,2-3-99 0 0,1 0 45 0 0,1-1 0 0 0,-1 0 0 0 0,0 0 0 0 0,0 0 0 0 0,0-1 0 0 0,0 0 0 0 0,0-1 0 0 0,-1 0-1 0 0,10-7 1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7.6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32 173 3940 0 0,'0'0'1306'0'0,"-5"0"-145"0"0,-17-1-159 0 0,17 1 1876 0 0,9-4-2633 0 0,4-3-184 0 0,1 1-1 0 0,0 0 1 0 0,0 0 0 0 0,0 1 0 0 0,1 0 0 0 0,10-3 0 0 0,74-25-556 0 0,-22 9-914 0 0,48-26-3657 0 0,-80 32 1118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8.4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101 27 3148 0 0,'1'-4'1629'0'0,"4"-19"4268"0"0,-7 27-5749 0 0,-18 52-37 0 0,2 1 0 0 0,2 1-1 0 0,-10 81 1 0 0,17-91-66 0 0,3-15 9 0 0,2-1 0 0 0,1 1 0 0 0,1 0 0 0 0,2 0 0 0 0,5 47 0 0 0,-5-77-36 0 0,0 0 0 0 0,1 1 0 0 0,0-1 0 0 0,-1 0 0 0 0,1 1-1 0 0,0-1 1 0 0,1 0 0 0 0,-1 0 0 0 0,2 4 0 0 0,1 1 16 0 0,-3-5-20 0 0,0-1-1 0 0,0 1 0 0 0,0 0 1 0 0,0-1-1 0 0,1 1 1 0 0,-1-1-1 0 0,0 1 1 0 0,1-1-1 0 0,3 4 1 0 0,0 0 7 0 0,-4-4-16 0 0,0 0-1 0 0,0 0 1 0 0,0 0-1 0 0,0-1 1 0 0,0 1-1 0 0,1 0 1 0 0,-1-1 0 0 0,1 1-1 0 0,-1 0 1 0 0,1-1-1 0 0,0 0 1 0 0,0 1-1 0 0,-1-1 1 0 0,1 0 0 0 0,0 0-1 0 0,0 0 1 0 0,3 1-1 0 0,2 1 22 0 0,1 1-118 0 0,-1-1 0 0 0,1 0 0 0 0,0-1 0 0 0,0 1 0 0 0,0-2 0 0 0,1 1 0 0 0,-1-1 1 0 0,0 0-1 0 0,0-1 0 0 0,10 0 0 0 0,31-14-1823 0 0,-44 12 1340 0 0,0 0 1 0 0,0 0-1 0 0,-1-1 1 0 0,1 1 0 0 0,-1-1-1 0 0,0 0 1 0 0,0-1-1 0 0,0 1 1 0 0,6-6-1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8.6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59 2520 0 0,'-16'-3'280'0'0,"-12"-4"4641"0"0,15 4-3857 0 0,13 3-1056 0 0,1 0 0 0 0,0 0 1 0 0,0 0-1 0 0,-1 0 0 0 0,1 0 0 0 0,0 0 1 0 0,-1 0-1 0 0,1 0 0 0 0,0 0 1 0 0,-1 0-1 0 0,1 0 0 0 0,0 0 0 0 0,-1 0 1 0 0,1-1-1 0 0,0 1 0 0 0,-1 0 0 0 0,1-1 1 0 0,-1 1-1 0 0,2-1 0 0 0,15-6-26 0 0,128-26-5548 0 0,-138 31 2240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9.0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55 2680 0 0,'0'0'4370'0'0,"4"-1"-4114"0"0,17-4 663 0 0,38-3 0 0 0,-53 9-729 0 0,-1 1 16 0 0,1 0-131 0 0,-1 0-1 0 0,0 0 1 0 0,0 1-1 0 0,-1 0 1 0 0,1 0-1 0 0,0 0 0 0 0,-1 0 1 0 0,0 1-1 0 0,0 0 1 0 0,0-1-1 0 0,0 2 1 0 0,0-1-1 0 0,-1 0 1 0 0,0 1-1 0 0,0-1 1 0 0,0 1-1 0 0,0 0 0 0 0,-1 0 1 0 0,0 0-1 0 0,0 1 1 0 0,0-1-1 0 0,-1 0 1 0 0,0 1-1 0 0,1 9 1 0 0,-1 4 91 0 0,0-15 8 0 0,-2 3 24 0 0,-1 17 18 0 0,1-18-1 0 0,0 0-4 0 0,-14 42 703 0 0,13-44 519 0 0,2-3-1395 0 0,0 0 1 0 0,0 0-1 0 0,0 0 0 0 0,-1 0 1 0 0,1 0-1 0 0,-1 0 1 0 0,1 0-1 0 0,-1 0 0 0 0,1 0 1 0 0,-1 0-1 0 0,1 0 1 0 0,-1 0-1 0 0,0-1 0 0 0,0 1 1 0 0,1 0-1 0 0,-1 0 1 0 0,-2 0-1 0 0,2-5-25 0 0,1 2-9 0 0,0 1 0 0 0,-1-1 0 0 0,1 1 0 0 0,0-1 0 0 0,0 1 0 0 0,0-1 0 0 0,0 1 0 0 0,0-1 0 0 0,0 1 0 0 0,0-1 0 0 0,0 1 0 0 0,1-1 0 0 0,0-2 0 0 0,6-20 11 0 0,5-12-6 0 0,-6 23-139 0 0,0 0 1 0 0,1 1-1 0 0,0-1 0 0 0,0 2 1 0 0,2-1-1 0 0,-1 1 0 0 0,2 0 1 0 0,-1 1-1 0 0,18-15 0 0 0,-16 17-516 0 0,-1 0 0 0 0,2 1 0 0 0,-1 0 0 0 0,1 1 0 0 0,0 0 0 0 0,22-7 0 0 0,24-2-4740 0 0,-53 14 918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49.9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152 140 2080 0 0,'0'0'1320'0'0,"0"-5"-235"0"0,3-49 1929 0 0,-3 48-2400 0 0,0 1-34 0 0,-3-15-34 0 0,3 15 373 0 0,-2 0-576 0 0,1 0-236 0 0,-3-15 651 0 0,-14 8-472 0 0,14 9-196 0 0,-1 5-58 0 0,-1 0 1 0 0,1 1-1 0 0,-1-1 1 0 0,1 1-1 0 0,0 0 1 0 0,0 1-1 0 0,1-1 1 0 0,-1 1-1 0 0,1 0 1 0 0,0 0-1 0 0,-1 0 1 0 0,-5 9-1 0 0,5-5-34 0 0,-2 2 6 0 0,1 0-1 0 0,0 1 1 0 0,0-1 0 0 0,1 1 0 0 0,1 0 0 0 0,0 1 0 0 0,-3 12 0 0 0,6-22-3 0 0,1 0-1 0 0,-1 0 1 0 0,1-1 0 0 0,-1 1-1 0 0,1 0 1 0 0,0 0 0 0 0,-1-1-1 0 0,1 1 1 0 0,0 0 0 0 0,0 0 0 0 0,1 0-1 0 0,-1 2 1 0 0,1 2 1 0 0,-1-1-1 0 0,2 0 6 0 0,2 16-15 0 0,-3-15 14 0 0,0-6-5 0 0,-1 0 0 0 0,1 0 1 0 0,-1 1-1 0 0,1-1 0 0 0,-1 0 1 0 0,0 0-1 0 0,1 1 0 0 0,-1-1 1 0 0,1 0-1 0 0,-1 1 0 0 0,0-1 1 0 0,0 1-1 0 0,1-1 0 0 0,-1 0 1 0 0,0 1-1 0 0,1-1 0 0 0,-1 1 1 0 0,0-1-1 0 0,0 1 0 0 0,0-1 1 0 0,0 1-1 0 0,1 0 0 0 0,-1 0-1 0 0,0-1 0 0 0,0 1 0 0 0,0-1 0 0 0,1 1 0 0 0,-1 0-1 0 0,0-1 1 0 0,0 1 0 0 0,1-1 0 0 0,-1 1 0 0 0,0-1 0 0 0,1 1-1 0 0,-1-1 1 0 0,1 1 0 0 0,-1-1 0 0 0,1 1 0 0 0,-1-1 0 0 0,1 1-1 0 0,-1-1 1 0 0,1 0 0 0 0,-1 1 0 0 0,1-1 0 0 0,0 0-1 0 0,-1 0 1 0 0,1 1 0 0 0,-1-1 0 0 0,2 0 0 0 0,14 6-13 0 0,-12-5-7 0 0,1-2-25 0 0,1 0 51 0 0,0 0 0 0 0,0-1-1 0 0,0 0 1 0 0,0 0 0 0 0,-1 0 0 0 0,1 0-1 0 0,-1-1 1 0 0,1 0 0 0 0,-1 0-1 0 0,0-1 1 0 0,0 1 0 0 0,-1-1-1 0 0,1 0 1 0 0,-1 0 0 0 0,1-1-1 0 0,-2 1 1 0 0,1-1 0 0 0,0 0-1 0 0,-1 0 1 0 0,0 0 0 0 0,0-1-1 0 0,2-6 1 0 0,3-5 135 0 0,-1-1 1 0 0,7-26-1 0 0,-10 27-133 0 0,-3 13 21 0 0,-3 9-77 0 0,1 7 65 0 0,-1 1 1 0 0,2 0 0 0 0,0 0-1 0 0,2 20 1 0 0,-1-29 6 0 0,1 0-31 0 0,5 13 18 0 0,-5-13 24 0 0,-2-4-35 0 0,0 0 1 0 0,1 0-1 0 0,-1-1 1 0 0,0 1 0 0 0,1 0-1 0 0,-1 0 1 0 0,0 0 0 0 0,1 0-1 0 0,-1 0 1 0 0,0 0-1 0 0,1 0 1 0 0,-1 0 0 0 0,0 0-1 0 0,1 0 1 0 0,-1 0 0 0 0,0 0-1 0 0,1 0 1 0 0,-1 0 0 0 0,0 0-1 0 0,1 0 1 0 0,-1 0-1 0 0,0 1 1 0 0,1-1 0 0 0,-1 0-1 0 0,0 0 1 0 0,0 0 0 0 0,1 0-1 0 0,-1 1 1 0 0,0-1-1 0 0,1 0 1 0 0,-1 0 0 0 0,0 1-1 0 0,1 0-2 0 0,-1-1 0 0 0,1 0-1 0 0,-1 1 1 0 0,1-1-1 0 0,0 1 1 0 0,-1-1-1 0 0,1 0 1 0 0,-1 1 0 0 0,1-1-1 0 0,0 0 1 0 0,-1 0-1 0 0,1 1 1 0 0,0-1-1 0 0,-1 0 1 0 0,1 0 0 0 0,0 0-1 0 0,-1 0 1 0 0,1 0-1 0 0,0 0 1 0 0,0 0 0 0 0,-1 0-1 0 0,1 0 1 0 0,0 0-1 0 0,-1-1 1 0 0,1 1-1 0 0,0 0 1 0 0,-1 0 0 0 0,2-1-1 0 0,5-2-8 0 0,1 0 1 0 0,-1-1-1 0 0,0 0 0 0 0,0 0 0 0 0,-1 0 0 0 0,1-1 0 0 0,-1 0 1 0 0,10-10-1 0 0,47-74 329 0 0,-60 85-196 0 0,-2 0-57 0 0,1 1 1 0 0,0-1-1 0 0,0 0 1 0 0,0 1-1 0 0,0-1 1 0 0,0 1-1 0 0,1 0 1 0 0,4-4-1 0 0,-6 5-36 0 0,2-1 589 0 0,-3 9-534 0 0,0 17 21 0 0,0-17-17 0 0,0 0-2 0 0,1 3-50 0 0,-1 0-16 0 0,1-1 0 0 0,0 0 0 0 0,0 1 0 0 0,1-1 0 0 0,0 0 0 0 0,0 0 0 0 0,1 0 0 0 0,0 0 0 0 0,1-1 0 0 0,0 1 0 0 0,4 7 0 0 0,-5-12-130 0 0,0 1 0 0 0,0-1-1 0 0,0 0 1 0 0,1 1-1 0 0,-1-2 1 0 0,1 1-1 0 0,0 0 1 0 0,0-1 0 0 0,0 1-1 0 0,0-1 1 0 0,0 0-1 0 0,6 2 1 0 0,-6-3-157 0 0,0 0-1 0 0,0-1 1 0 0,1 1 0 0 0,-1-1 0 0 0,0 0 0 0 0,0 0-1 0 0,0 0 1 0 0,0 0 0 0 0,0-1 0 0 0,0 0-1 0 0,0 0 1 0 0,0 0 0 0 0,0 0 0 0 0,0-1 0 0 0,0 1-1 0 0,0-1 1 0 0,-1 0 0 0 0,5-3 0 0 0,41-32-4434 0 0,-45 33 933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3:50.2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200 0 2780 0 0,'-72'18'3335'0'0,"51"-11"-2232"0"0,2 1-589 0 0,10-3-49 0 0,-52 34 1369 0 0,58-36-1597 0 0,1 1-27 0 0,-8 13-20 0 0,8-13 277 0 0,3 1-416 0 0,5 20 176 0 0,13-13 89 0 0,-13-12-279 0 0,16 1 3 0 0,-16-1-2 0 0,-1-2 26 0 0,8-3 105 0 0,0-2-1 0 0,-1 0 1 0 0,0 0 0 0 0,0-1 0 0 0,10-9 0 0 0,-18 14 46 0 0,7-19 119 0 0,-8 17-192 0 0,-2 1-22 0 0,4-14-1 0 0,-4 13 94 0 0,-3 1-193 0 0,-4-15-15 0 0,5 14-58 0 0,-32 11-1483 0 0,30-5 1282 0 0,0 0 1 0 0,-1 0 0 0 0,1 0-1 0 0,0 1 1 0 0,-1-1-1 0 0,1 1 1 0 0,0 0 0 0 0,0 0-1 0 0,1 0 1 0 0,-1 1-1 0 0,0-1 1 0 0,1 0-1 0 0,-4 5 1 0 0,4-5 48 0 0,-13 15-1908 0 0,13-13 1634 0 0,-1 0-1786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06.0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12 4912 0 0,'0'0'6567'0'0,"3"3"-6420"0"0,-1-1-112 0 0,1 0-1 0 0,-1 0 1 0 0,0 1-1 0 0,0-1 1 0 0,0 1-1 0 0,-1 0 1 0 0,1-1 0 0 0,-1 1-1 0 0,1 0 1 0 0,-1 0-1 0 0,0 0 1 0 0,0 0-1 0 0,0 0 1 0 0,-1 0-1 0 0,1 0 1 0 0,0 4-1 0 0,1 10 207 0 0,0 0 0 0 0,-1 0-1 0 0,-1 0 1 0 0,-1 0 0 0 0,0 0 0 0 0,-6 26 0 0 0,6-39 468 0 0,1-3-694 0 0,0-1 0 0 0,0 1-1 0 0,0-1 1 0 0,0 1 0 0 0,0 0 0 0 0,0-1 0 0 0,0 1 0 0 0,0-1-1 0 0,0 1 1 0 0,0 0 0 0 0,0-1 0 0 0,-1 1 0 0 0,1-1-1 0 0,0 1 1 0 0,0-1 0 0 0,-1 1 0 0 0,1-1 0 0 0,0 1 0 0 0,-1-1-1 0 0,0 2 1 0 0,-4 10 1163 0 0,1-14-1130 0 0,1 0-36 0 0,-15-4 0 0 0,17 1 45 0 0,0-3-59 0 0,0 0 0 0 0,1 0-1 0 0,0 1 1 0 0,0-1 0 0 0,1 0-1 0 0,0 1 1 0 0,0-1 0 0 0,1 1-1 0 0,0-1 1 0 0,3-9 0 0 0,0 10 15 0 0,-1-1 1 0 0,1 0-1 0 0,1 1 0 0 0,0 0 1 0 0,0 0-1 0 0,0 1 0 0 0,0-1 1 0 0,1 1-1 0 0,0 1 1 0 0,13-8-1 0 0,-5 4 2 0 0,1 0-1 0 0,0 2 1 0 0,33-12 0 0 0,-47 18-19 0 0,1 0 0 0 0,0 1 1 0 0,0-1-1 0 0,0 0 0 0 0,0 1 0 0 0,0 0 1 0 0,0 0-1 0 0,0 0 0 0 0,0 0 0 0 0,6 1 1 0 0,0 0-6 0 0,-5-2 8 0 0,-1 1 0 0 0,1 0 0 0 0,-1 0 0 0 0,1 0 1 0 0,-1 0-1 0 0,1 1 0 0 0,-1 0 0 0 0,1-1 0 0 0,-1 1 0 0 0,6 3 1 0 0,1 0 3 0 0,-4-3-49 0 0,-1 1 1 0 0,1 1 0 0 0,-1-1-1 0 0,1 1 1 0 0,-1-1-1 0 0,0 2 1 0 0,0-1 0 0 0,-1 0-1 0 0,1 1 1 0 0,-1 0-1 0 0,0 0 1 0 0,0 0 0 0 0,0 1-1 0 0,0 0 1 0 0,-1-1-1 0 0,1 1 1 0 0,-1 0 0 0 0,-1 0-1 0 0,1 1 1 0 0,-1-1-1 0 0,0 1 1 0 0,0-1 0 0 0,0 1-1 0 0,-1 0 1 0 0,0-1-1 0 0,0 1 1 0 0,0 0 0 0 0,-1 8-1 0 0,0 5-478 0 0,-1 0-1 0 0,0 1 0 0 0,-2-1 0 0 0,0 0 1 0 0,-1-1-1 0 0,-1 1 0 0 0,-10 23 0 0 0,2-12-2064 0 0,-19 33 1 0 0,6-16-3031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07.8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372 574 2660 0 0,'1'-28'1431'0'0,"0"23"-274"0"0,-4 1-276 0 0,-1-1-653 0 0,1 1 1 0 0,-1-1 0 0 0,0 1-1 0 0,-1 1 1 0 0,1-1 0 0 0,0 0-1 0 0,-1 1 1 0 0,0 0 0 0 0,-7-4-1 0 0,8 6-16 0 0,-4 1-21 0 0,0 0-132 0 0,4-1-33 0 0,1 1 0 0 0,0 0-1 0 0,0 0 1 0 0,0 0 0 0 0,0 0 0 0 0,0 0 0 0 0,0 1-1 0 0,0 0 1 0 0,0-1 0 0 0,-4 3 0 0 0,-1-2 42 0 0,4 0-15 0 0,0-1 1 0 0,1 1 0 0 0,-1 0-1 0 0,0 0 1 0 0,1 1 0 0 0,-1-1 0 0 0,-4 4-1 0 0,-6 2 139 0 0,0 1 0 0 0,1 0 0 0 0,0 1 0 0 0,1 1 0 0 0,0 0-1 0 0,0 1 1 0 0,1 0 0 0 0,1 1 0 0 0,-16 21 0 0 0,12-13-51 0 0,1 1 0 0 0,2 1 1 0 0,-1 0-1 0 0,2 1 0 0 0,-10 36 0 0 0,18-54-9 0 0,2 1-4 0 0,-1 16-32 0 0,0-16-20 0 0,2-6-74 0 0,-1 0 0 0 0,0 0 0 0 0,0 0 1 0 0,1 0-1 0 0,-1 0 0 0 0,0 0 0 0 0,0 1 0 0 0,0-1 1 0 0,1 0-1 0 0,-1 0 0 0 0,0 0 0 0 0,0 0 0 0 0,0 1 1 0 0,1-1-1 0 0,-1 0 0 0 0,0 0 0 0 0,0 0 0 0 0,0 1 1 0 0,0-1-1 0 0,0 0 0 0 0,1 0 0 0 0,-1 1 0 0 0,0-1 1 0 0,0 0-1 0 0,0 0 0 0 0,0 1 0 0 0,0-1 0 0 0,0 0 1 0 0,0 1-1 0 0,0-1 0 0 0,0 0 0 0 0,0 0 0 0 0,0 1 0 0 0,0-1 1 0 0,0 0-1 0 0,0 1 1 0 0,0 0 1 0 0,0-1 0 0 0,0 1-1 0 0,0-1 1 0 0,0 1-1 0 0,0-1 1 0 0,0 1 0 0 0,0-1-1 0 0,0 1 1 0 0,0-1-1 0 0,1 1 1 0 0,-1 0 0 0 0,0-1-1 0 0,0 0 1 0 0,1 1-1 0 0,-1-1 1 0 0,0 1 0 0 0,1-1-1 0 0,-1 1 1 0 0,0-1-1 0 0,1 1 1 0 0,-1-1 0 0 0,0 0-1 0 0,1 1 1 0 0,-1-1-1 0 0,1 0 1 0 0,-1 0 0 0 0,1 1-1 0 0,-1-1 1 0 0,1 0-1 0 0,-1 0 1 0 0,1 0-1 0 0,-1 1 1 0 0,1-1 0 0 0,0 0-1 0 0,0 0 1 0 0,3 1 2 0 0,0-1-3 0 0,-1 1 0 0 0,0-1 0 0 0,1 0 1 0 0,-1 0-1 0 0,1 0 0 0 0,-1 0 0 0 0,1-1 1 0 0,-1 1-1 0 0,0-1 0 0 0,1 0 0 0 0,-1 0 0 0 0,0 0 1 0 0,1 0-1 0 0,-1-1 0 0 0,0 1 0 0 0,3-3 1 0 0,22-16-6 0 0,-2 0 1 0 0,0-2 0 0 0,-2 0 0 0 0,0-2 0 0 0,-2 0 0 0 0,-1-2-1 0 0,0-1 1 0 0,-2 0 0 0 0,-2-1 0 0 0,0-1 0 0 0,-2-1 0 0 0,-1 0 0 0 0,-1-1-1 0 0,-2 0 1 0 0,-1-1 0 0 0,-1 0 0 0 0,-2-1 0 0 0,-1 0 0 0 0,-2 0 0 0 0,-1 0-1 0 0,-3-56 1 0 0,-1 62 9 0 0,1 12-2 0 0,0 1 0 0 0,-1 0 0 0 0,-1 0 0 0 0,-1-1 0 0 0,0 1 0 0 0,0 1 0 0 0,-11-25 0 0 0,13 33-14 0 0,-4 5-56 0 0,3-1 64 0 0,1 1-1 0 0,-1 0 0 0 0,0 0 1 0 0,1 0-1 0 0,-1 0 0 0 0,0 0 1 0 0,1 0-1 0 0,-1 0 0 0 0,0 0 1 0 0,1 1-1 0 0,-4 0 0 0 0,2 1-2 0 0,0 1 0 0 0,0-1 1 0 0,0 1-1 0 0,1-1 0 0 0,-1 1 0 0 0,1 0 0 0 0,-1 0 0 0 0,1 1 0 0 0,0-1 0 0 0,0 0 0 0 0,0 1 1 0 0,1-1-1 0 0,-2 5 0 0 0,-18 55-23 0 0,19-56 32 0 0,-8 35-7 0 0,1-1 0 0 0,3 2 0 0 0,1-1 1 0 0,3 0-1 0 0,1 1 0 0 0,2 0 0 0 0,2-1 0 0 0,2 1 0 0 0,1-1 0 0 0,19 61 0 0 0,-22-91-40 0 0,1 1-1 0 0,0-1 0 0 0,1 0 1 0 0,1-1-1 0 0,0 1 0 0 0,0-1 1 0 0,1 0-1 0 0,1-1 0 0 0,0 1 1 0 0,0-2-1 0 0,1 1 0 0 0,0-1 1 0 0,1 0-1 0 0,15 11 0 0 0,-22-19-16 0 0,-1 1-1 0 0,0-1 0 0 0,1 1 0 0 0,0-1 0 0 0,-1 0 1 0 0,1 0-1 0 0,0 0 0 0 0,0 0 0 0 0,5 1 0 0 0,0 0-77 0 0,-6-1 73 0 0,1 0 0 0 0,0 0-1 0 0,-1 0 1 0 0,1-1 0 0 0,0 1-1 0 0,0 0 1 0 0,0-1 0 0 0,0 0-1 0 0,-1 0 1 0 0,1 0 0 0 0,5 0-1 0 0,1-1-86 0 0,-5 1 67 0 0,0 1 0 0 0,0-1 0 0 0,0 0 0 0 0,0 0 0 0 0,0 0 0 0 0,0-1 0 0 0,0 0 0 0 0,0 1 0 0 0,6-3 0 0 0,2-1-87 0 0,3 1 6 0 0,-1-2-1 0 0,0 1 1 0 0,0-2 0 0 0,-1 0-1 0 0,0 0 1 0 0,0-2-1 0 0,0 1 1 0 0,-1-1 0 0 0,0-1-1 0 0,-1-1 1 0 0,0 1-1 0 0,15-18 1 0 0,-14 13 78 0 0,0-1 0 0 0,0 0 1 0 0,-2-1-1 0 0,0 0 0 0 0,-1 0 0 0 0,0-2 0 0 0,-2 1 0 0 0,10-32 1 0 0,-15 39 186 0 0,0 1 0 0 0,0-1 0 0 0,-1 0 1 0 0,0 0-1 0 0,-1 0 0 0 0,-1 0 1 0 0,1 0-1 0 0,-4-16 0 0 0,2 20 104 0 0,-2 4-13 0 0,-11-7-17 0 0,11 7-5 0 0,-2 3 3 0 0,-3 1-99 0 0,1 1 0 0 0,-1 0-1 0 0,1 0 1 0 0,-1 1-1 0 0,1 0 1 0 0,0 1-1 0 0,1 0 1 0 0,-1 0-1 0 0,1 1 1 0 0,0-1-1 0 0,0 2 1 0 0,1-1-1 0 0,-1 1 1 0 0,-6 10-1 0 0,2-2 34 0 0,0 1 1 0 0,1 0-1 0 0,1 0 0 0 0,1 1 0 0 0,0 0 0 0 0,-5 21 0 0 0,11-33-49 0 0,2 2-12 0 0,-1 19-6 0 0,0-19-11 0 0,3-2-14 0 0,5 12 7 0 0,-5-12-14 0 0,-1-5-7 0 0,1 1-1 0 0,-1-1 0 0 0,0 1 1 0 0,1-1-1 0 0,-1 1 0 0 0,0 0 1 0 0,0 0-1 0 0,0 0 1 0 0,0 0-1 0 0,1 0 0 0 0,-1 0 1 0 0,1 1-1 0 0,-1-1-1 0 0,2 2-13 0 0,2-4 9 0 0,4 0 4 0 0,-1 0 1 0 0,0 0-1 0 0,0-1 0 0 0,12-5 1 0 0,0-6-69 0 0,-14 8 59 0 0,6-3 54 0 0,0-1-1 0 0,-1-1 1 0 0,0 0-1 0 0,-1 0 1 0 0,0-1-1 0 0,0 0 1 0 0,13-22 0 0 0,-21 29 96 0 0,1 0-37 0 0,8-11-12 0 0,-9 11 461 0 0,-2 10-469 0 0,-6 49 72 0 0,5-50-137 0 0,1 2 4 0 0,1 58 32 0 0,0-58-48 0 0,1-3-16 0 0,0 0 12 0 0,0 0-1 0 0,0 0 1 0 0,1-1 0 0 0,-1 1 0 0 0,1-1 0 0 0,0 1 0 0 0,0-1 0 0 0,4 3-1 0 0,-4-4-12 0 0,3-3-120 0 0,2 0 80 0 0,0-1 1 0 0,0-1-1 0 0,0 0 1 0 0,-1 0-1 0 0,1 0 0 0 0,-1-1 1 0 0,0 0-1 0 0,0 0 1 0 0,0-1-1 0 0,11-10 1 0 0,-3-1 38 0 0,0-1-1 0 0,-1 0 1 0 0,-1-1 0 0 0,-1-1 0 0 0,0 0 0 0 0,-2-1-1 0 0,0 0 1 0 0,-1 0 0 0 0,-1-1 0 0 0,-1 0 0 0 0,-1 0 0 0 0,-1-1-1 0 0,-1 0 1 0 0,3-40 0 0 0,-4-80 729 0 0,-3 137-300 0 0,-3 9-296 0 0,-1-1-75 0 0,1 1-1 0 0,0 0 0 0 0,0 0 0 0 0,1 0 0 0 0,-1 1 0 0 0,1-1 0 0 0,0 1 0 0 0,0-1 1 0 0,0 1-1 0 0,1 0 0 0 0,-2 6 0 0 0,-7 21 15 0 0,2 1-1 0 0,1 0 1 0 0,2 0-1 0 0,1 0 1 0 0,1 1 0 0 0,2-1-1 0 0,1 1 1 0 0,7 48 0 0 0,-5-75-70 0 0,0 1 0 0 0,0-1 0 0 0,0 0 0 0 0,1 0 1 0 0,0 0-1 0 0,7 12 0 0 0,-10-19 9 0 0,1 1-23 0 0,-1 1 0 0 0,1-1 0 0 0,-1 0 0 0 0,1 0 0 0 0,0 0 0 0 0,0 0 0 0 0,0 0 0 0 0,0 0 0 0 0,-1 0 0 0 0,1 0 0 0 0,0-1 0 0 0,0 1 0 0 0,1 0 0 0 0,-1 0 0 0 0,0-1 0 0 0,2 2 0 0 0,0-1-77 0 0,1 2-305 0 0,1-1-69 0 0,16 4-88 0 0,-15-4-107 0 0,1-3-160 0 0,20-2-185 0 0,-26 3 907 0 0,0 0 1 0 0,1 0 0 0 0,-1 0-1 0 0,0 0 1 0 0,1-1-1 0 0,-1 1 1 0 0,0 0 0 0 0,0 0-1 0 0,0-1 1 0 0,1 1-1 0 0,-1-1 1 0 0,0 1-1 0 0,0-1 1 0 0,0 0 0 0 0,0 0-1 0 0,0 1 1 0 0,0-1-1 0 0,0 0 1 0 0,1-1 0 0 0,8-7-2738 0 0,9-8-1257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08.0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32 112 3404 0 0,'0'0'1187'0'0,"-5"1"-221"0"0,-17 1-172 0 0,17-2 1779 0 0,9-2-2441 0 0,19-10-27 0 0,0 2 0 0 0,36-12 0 0 0,1 0-352 0 0,80-19-5594 0 0,-118 35 2598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08.5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194 72 3276 0 0,'1'-5'1046'0'0,"1"-12"-153"0"0,-1 12 374 0 0,-8-25 263 0 0,3 28-1313 0 0,-11-8-30 0 0,11 7 187 0 0,-2 4-59 0 0,1 0-274 0 0,2-1-1 0 0,-1 1 0 0 0,0-1 0 0 0,0 1 0 0 0,1 0-1 0 0,-1 0 1 0 0,1 1 0 0 0,-1-1 0 0 0,1 1 0 0 0,0-1 0 0 0,-1 1 0 0 0,1 0 0 0 0,0 0 0 0 0,0 1 0 0 0,-3 2 0 0 0,-37 42 477 0 0,34-36-381 0 0,-3 7-28 0 0,5-1 45 0 0,-21 68 159 0 0,26-81-271 0 0,2 2-11 0 0,-1 16-27 0 0,1-16 11 0 0,1-2 13 0 0,0-1-27 0 0,0-1 1 0 0,0 1 0 0 0,0-1 0 0 0,0 0 0 0 0,1 1 0 0 0,-1-1-1 0 0,1 0 1 0 0,0 0 0 0 0,0 1 0 0 0,0-1 0 0 0,0-1-1 0 0,0 1 1 0 0,3 2 0 0 0,-1-1-13 0 0,1-4-7 0 0,3 0 13 0 0,-1-1 0 0 0,0 0 0 0 0,0 0 1 0 0,0 0-1 0 0,0-1 0 0 0,0-1 0 0 0,0 1 1 0 0,-1-1-1 0 0,1 0 0 0 0,-1 0 1 0 0,0-1-1 0 0,-1 0 0 0 0,1 0 0 0 0,-1 0 1 0 0,0-1-1 0 0,0 0 0 0 0,8-12 0 0 0,-11 15 177 0 0,-2 2-165 0 0,0 0-1 0 0,1 0 1 0 0,-1 0 0 0 0,1 0 0 0 0,-1 0-1 0 0,1 0 1 0 0,-1 0 0 0 0,1 0-1 0 0,0 0 1 0 0,-1 1 0 0 0,1-1 0 0 0,0 0-1 0 0,0 0 1 0 0,-1 1 0 0 0,1-1-1 0 0,0 0 1 0 0,0 1 0 0 0,1-1 0 0 0,2-3 1111 0 0,13 47-591 0 0,-16-41-522 0 0,1 0-1 0 0,-1 1 1 0 0,1-1 0 0 0,0 0-1 0 0,0-1 1 0 0,0 1 0 0 0,0 0-1 0 0,0-1 1 0 0,0 1-1 0 0,0-1 1 0 0,1 1 0 0 0,-1-1-1 0 0,1 0 1 0 0,-1 0-1 0 0,1 0 1 0 0,-1-1 0 0 0,1 1-1 0 0,3 0 1 0 0,-5-1-33 0 0,6 2-102 0 0,-1-1 0 0 0,1 0 1 0 0,0 0-1 0 0,0 0 1 0 0,1-1-1 0 0,-1 0 1 0 0,0-1-1 0 0,0 0 1 0 0,12-3-1 0 0,-10 3 50 0 0,11-3-1213 0 0,1-1 0 0 0,-2 0 1 0 0,1-2-1 0 0,32-14 0 0 0,-18 4-3735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09.3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25 3636 0 0,'12'-25'7580'0'0,"-11"31"-7240"0"0,2 54 298 0 0,-8 37-61 0 0,1-35-407 0 0,4-49-192 0 0,0 1-1 0 0,1-1 0 0 0,0 0 1 0 0,1 0-1 0 0,1 0 0 0 0,6 20 1 0 0,-7-30-308 0 0,-2-3 310 0 0,0 0 0 0 0,1 0 0 0 0,-1 0 0 0 0,0 1 0 0 0,1-1 0 0 0,-1 0 0 0 0,1 0 0 0 0,-1 0 0 0 0,0 0 0 0 0,1 0 0 0 0,-1 0 0 0 0,0 1 0 0 0,1-1 0 0 0,-1 0 0 0 0,0 0 0 0 0,0 0 0 0 0,1 1 0 0 0,-1-1-1 0 0,0 0 1 0 0,0 1 0 0 0,1-1 0 0 0,-1 0 0 0 0,0 0 0 0 0,0 1 0 0 0,0-1 0 0 0,1 0 0 0 0,-1 1 0 0 0,0-1 0 0 0,0 0 0 0 0,0 1 0 0 0,0-1 0 0 0,0 1 0 0 0,0 0-42 0 0,1-1 1 0 0,-1 1-1 0 0,0-1 1 0 0,0 1-1 0 0,1-1 0 0 0,-1 1 1 0 0,0-1-1 0 0,1 1 1 0 0,-1-1-1 0 0,0 1 0 0 0,1-1 1 0 0,-1 1-1 0 0,1-1 1 0 0,-1 1-1 0 0,0-1 0 0 0,1 0 1 0 0,-1 1-1 0 0,1-1 1 0 0,0 0-1 0 0,-1 1 0 0 0,1-1 1 0 0,-1 0-1 0 0,1 0 1 0 0,-1 0-1 0 0,1 1 0 0 0,0-1 1 0 0,-1 0-1 0 0,1 0 1 0 0,-1 0-1 0 0,1 0 0 0 0,0 0 1 0 0,-1 0-1 0 0,1 0 1 0 0,3 0-120 0 0,-1 0-161 0 0,0 0 0 0 0,0 0 0 0 0,0 0 0 0 0,0 0-1 0 0,0-1 1 0 0,0 1 0 0 0,0-1 0 0 0,0 0 0 0 0,-1 1 0 0 0,1-1 0 0 0,0-1 0 0 0,0 1 0 0 0,-1 0 0 0 0,1-1 0 0 0,-1 1 0 0 0,4-4 0 0 0,16-13-3320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09.7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18 2000 0 0,'-3'-3'991'0'0,"1"2"-787"0"0,0 0 0 0 0,1 0-1 0 0,-1 0 1 0 0,1 0 0 0 0,0 0 0 0 0,-1-1 0 0 0,1 1-1 0 0,0 0 1 0 0,-3-4 0 0 0,-2 5 217 0 0,1 0-378 0 0,1 0 36 0 0,0 0 1 0 0,0 0 0 0 0,0 1 0 0 0,0-1-1 0 0,1 1 1 0 0,-1 0 0 0 0,0 0-1 0 0,0 0 1 0 0,0 1 0 0 0,1-1-1 0 0,-1 1 1 0 0,1 0 0 0 0,-6 3 0 0 0,-4 6 107 0 0,0 0 1 0 0,1 0-1 0 0,0 2 1 0 0,-17 22 0 0 0,26-31-80 0 0,3-4-103 0 0,-1 0 1 0 0,1 1-1 0 0,-1-1 1 0 0,1 0-1 0 0,0 1 0 0 0,-1-1 1 0 0,1 1-1 0 0,0-1 1 0 0,-1 1-1 0 0,1-1 1 0 0,0 1-1 0 0,-1-1 1 0 0,1 1-1 0 0,0-1 1 0 0,0 1-1 0 0,0-1 1 0 0,-1 1-1 0 0,1-1 0 0 0,0 1 1 0 0,0-1-1 0 0,0 1 1 0 0,0 0-1 0 0,0-1 1 0 0,0 2-1 0 0,-4 11 157 0 0,5-8-101 0 0,-1-3-47 0 0,0-1-9 0 0,0 1-1 0 0,0-1 1 0 0,0 0-1 0 0,1 1 0 0 0,-1-1 1 0 0,0 0-1 0 0,1 0 1 0 0,-1 1-1 0 0,1-1 1 0 0,-1 0-1 0 0,1 0 1 0 0,1 2-1 0 0,3-2 31 0 0,16 3 37 0 0,-19-4-73 0 0,0 0 1 0 0,0 1 0 0 0,-1-1-1 0 0,1 0 1 0 0,0 0-1 0 0,0 0 1 0 0,-1 0 0 0 0,1 0-1 0 0,0 0 1 0 0,0 0-1 0 0,-1-1 1 0 0,1 1 0 0 0,0-1-1 0 0,-1 1 1 0 0,1-1-1 0 0,2-1 1 0 0,10-4-198 0 0,-3 2 327 0 0,0-1 0 0 0,0-1 0 0 0,0 1 0 0 0,-1-2-1 0 0,0 1 1 0 0,-1-2 0 0 0,1 1 0 0 0,-1-1 0 0 0,9-11 0 0 0,-15 16 110 0 0,-3 2-210 0 0,1-1 0 0 0,0 1-1 0 0,-1 0 1 0 0,1-1 0 0 0,0 1 0 0 0,0 0 0 0 0,0 0 0 0 0,0-1 0 0 0,0 1 0 0 0,0 0 0 0 0,3-1 0 0 0,-4 1-2 0 0,3-2 272 0 0,-8 4-994 0 0,-1 1 73 0 0,0 0 0 0 0,0 1 0 0 0,1 0-1 0 0,-1 0 1 0 0,1 0 0 0 0,0 0 0 0 0,0 1 0 0 0,0 0-1 0 0,-8 8 1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0.1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14 2560 0 0,'4'3'1115'0'0,"0"1"-895"0"0,1 0 0 0 0,-1 0 0 0 0,0 0 0 0 0,0 1 0 0 0,-1-1 0 0 0,1 1 0 0 0,-1 0 0 0 0,0 0 0 0 0,0 0 0 0 0,-1 0 0 0 0,0 1 0 0 0,0-1 0 0 0,0 1 0 0 0,0-1 0 0 0,-1 1-1 0 0,0 0 1 0 0,0-1 0 0 0,0 1 0 0 0,-1 0 0 0 0,0 0 0 0 0,0 0 0 0 0,-1-1 0 0 0,1 1 0 0 0,-3 8 0 0 0,-20 58 833 0 0,22-68-847 0 0,0-3-181 0 0,1 1 0 0 0,-1-1 0 0 0,1 1 0 0 0,-1-1 0 0 0,1 1 0 0 0,-1-1 0 0 0,0 1 0 0 0,0-1 0 0 0,0 0 0 0 0,0 1 1 0 0,0-1-1 0 0,-2 2 0 0 0,1-1 28 0 0,0 2 157 0 0,-4 3 95 0 0,6-6-284 0 0,0-1 0 0 0,0 0 1 0 0,0 1-1 0 0,-1-1 1 0 0,1 1-1 0 0,0-1 1 0 0,0 0-1 0 0,0 1 1 0 0,0-1-1 0 0,-1 0 1 0 0,1 1-1 0 0,0-1 1 0 0,0 0-1 0 0,-1 1 1 0 0,1-1-1 0 0,0 0 0 0 0,-1 1 1 0 0,1-1-1 0 0,0 0 1 0 0,-1 0-1 0 0,1 1 1 0 0,0-1-1 0 0,-1 0 1 0 0,1 0-1 0 0,-1 0 1 0 0,1 0-1 0 0,0 0 1 0 0,-1 1-1 0 0,1-1 0 0 0,-1 0 1 0 0,1 0-1 0 0,0 0 1 0 0,-1 0-1 0 0,1 0 1 0 0,-1 0-1 0 0,1 0 1 0 0,0 0-1 0 0,-1-1 1 0 0,0 1-1 0 0,-2-2-11 0 0,2 1-5 0 0,-1 0 0 0 0,1 0 0 0 0,0 1-1 0 0,0-1 1 0 0,-1 0 0 0 0,1 1 0 0 0,0-1-1 0 0,-1 1 1 0 0,1-1 0 0 0,-1 1 0 0 0,1 0-1 0 0,-2-1 1 0 0,3-4-44 0 0,-1-7 52 0 0,2 0-1 0 0,0 0 0 0 0,0 0 0 0 0,1 0 0 0 0,0 0 0 0 0,1 0 1 0 0,1 0-1 0 0,0 1 0 0 0,0 0 0 0 0,1 0 0 0 0,1 0 0 0 0,12-18 0 0 0,12-10 27 0 0,-24 34-29 0 0,-1 0-8 0 0,-1 1 0 0 0,2 0 0 0 0,-1 0 0 0 0,0 0 0 0 0,1 0 0 0 0,-1 1 0 0 0,1 0 0 0 0,10-4-1 0 0,-16 7-1 0 0,4-1-1 0 0,-1 0 0 0 0,1 0-1 0 0,-1 0 1 0 0,1 1-1 0 0,-1-1 1 0 0,1 1-1 0 0,-1 0 1 0 0,1 0-1 0 0,-1 0 1 0 0,1 1-1 0 0,-1-1 1 0 0,1 1-1 0 0,5 1 1 0 0,-5-1 1 0 0,-2 0 1 0 0,0-1-1 0 0,-1 0 0 0 0,1 1 0 0 0,0-1 0 0 0,0 1 0 0 0,0 0 0 0 0,-1 0 0 0 0,1 0 0 0 0,0 0 0 0 0,-1 0 1 0 0,1 0-1 0 0,0 0 0 0 0,-1 0 0 0 0,2 2 0 0 0,1 1-4 0 0,2 1 1 0 0,0 0 0 0 0,-1 0 0 0 0,1 0 0 0 0,-1 1 0 0 0,-1 0 0 0 0,1 0 0 0 0,-1 0 0 0 0,0 1 0 0 0,-1-1 0 0 0,1 1 0 0 0,-1 0 0 0 0,-1 0 0 0 0,4 13 0 0 0,-3-12 13 0 0,-1-1-5 0 0,0 1-1 0 0,0 0 1 0 0,-1-1 0 0 0,1 1 0 0 0,-2 0 0 0 0,1 0-1 0 0,-1 0 1 0 0,-1 11 0 0 0,-3 44-1 0 0,3-55-14 0 0,-4 18-130 0 0,-4 36-872 0 0,9-56 476 0 0,-1-4 404 0 0,0-1 0 0 0,1 1-1 0 0,-1 0 1 0 0,1 0 0 0 0,-1 0 0 0 0,1 0 0 0 0,0 0-1 0 0,0 0 1 0 0,0-1 0 0 0,0 1 0 0 0,1 4 0 0 0,-1-6-14 0 0,-1 5-1160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0.3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0 2640 0 0,'0'0'7251'0'0,"1"5"-6718"0"0,2 44 585 0 0,-7 88 0 0 0,-1-20-664 0 0,4-58-465 0 0,3 74-3816 0 0,-1-128 2192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0.7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1 138 2440 0 0,'3'-4'924'0'0,"5"-6"-412"0"0,0 1 0 0 0,0 0 0 0 0,1 0 0 0 0,0 1 1 0 0,15-11-1 0 0,6 0 422 0 0,47-22 1 0 0,-72 39-737 0 0,-2 2-124 0 0,-1 0 0 0 0,1 0 0 0 0,0 0-1 0 0,-1-1 1 0 0,1 1 0 0 0,-1-1 0 0 0,1 0 0 0 0,-1 1 0 0 0,0-1 0 0 0,1 0-1 0 0,1-2 1 0 0,1 5 118 0 0,12 7 27 0 0,-16-9-212 0 0,-1 0 0 0 0,0 0 0 0 0,0 0 0 0 0,1 1 0 0 0,-1-1 0 0 0,0 0 0 0 0,0 0 0 0 0,1 0 0 0 0,-1 0 0 0 0,0 0 1 0 0,0 0-1 0 0,0 1 0 0 0,1-1 0 0 0,-1 0 0 0 0,0 0 0 0 0,0 0 0 0 0,0 1 0 0 0,0-1 0 0 0,1 0 0 0 0,-1 0 0 0 0,0 0 0 0 0,0 1 0 0 0,0-1 0 0 0,0 0 0 0 0,0 0 0 0 0,0 1 0 0 0,0-1 0 0 0,0 0 1 0 0,0 0-1 0 0,0 1 0 0 0,0-1 0 0 0,0 0 0 0 0,0 0 0 0 0,0 1 0 0 0,0-1 0 0 0,0 11 145 0 0,0-1-1 0 0,-1 1 1 0 0,0-1-1 0 0,-5 18 1 0 0,2-13-3 0 0,1 0 1 0 0,1 0-1 0 0,1 0 0 0 0,0 26 1 0 0,1-31-114 0 0,1 0-1 0 0,0 0 1 0 0,1-1 0 0 0,0 1 0 0 0,5 14 0 0 0,-5-19-22 0 0,0-1 1 0 0,0 0 0 0 0,1 1-1 0 0,0-1 1 0 0,-1 0-1 0 0,1 0 1 0 0,1-1 0 0 0,-1 1-1 0 0,0-1 1 0 0,1 1-1 0 0,0-1 1 0 0,6 4-1 0 0,-6-6-8 0 0,-1 1 0 0 0,1-1 0 0 0,0 0-1 0 0,0 0 1 0 0,0 0 0 0 0,1-1 0 0 0,-1 1-1 0 0,0-1 1 0 0,0 0 0 0 0,0 0 0 0 0,0-1-1 0 0,0 1 1 0 0,0-1 0 0 0,4-1 0 0 0,-4 1-6 0 0,1 0 25 0 0,-1 0-1 0 0,1 0 1 0 0,0-1-1 0 0,0 1 1 0 0,-1-1-1 0 0,1 0 0 0 0,-1-1 1 0 0,1 1-1 0 0,-1-1 1 0 0,0 0-1 0 0,7-6 1 0 0,-7 6 28 0 0,1-1 27 0 0,0 0 0 0 0,-1 0-1 0 0,0 0 1 0 0,0 0-1 0 0,0-1 1 0 0,-1 0-1 0 0,1 1 1 0 0,-1-1 0 0 0,0 0-1 0 0,3-8 1 0 0,-4 8-48 0 0,0 1-6 0 0,-1 0 0 0 0,0 0 1 0 0,0 0-1 0 0,0 0 0 0 0,0 0 1 0 0,0-1-1 0 0,-1 1 0 0 0,0 0 1 0 0,0 0-1 0 0,0-1 0 0 0,-1 1 0 0 0,1 0 1 0 0,-2-5-1 0 0,1 4-17 0 0,1 3-30 0 0,0 0 1 0 0,-1 0-1 0 0,1 0 1 0 0,-1 0-1 0 0,1 0 1 0 0,-1 0 0 0 0,1 0-1 0 0,-1 1 1 0 0,0-1-1 0 0,0 0 1 0 0,0 0 0 0 0,0 1-1 0 0,0-1 1 0 0,-2-1-1 0 0,-1-2-67 0 0,-4-4-315 0 0,4 5 216 0 0,2 2 106 0 0,1 1-1 0 0,-1-1 1 0 0,1 1-1 0 0,-1 0 0 0 0,1 0 1 0 0,-1 0-1 0 0,0 0 0 0 0,1 0 1 0 0,-1 0-1 0 0,0 0 1 0 0,0 0-1 0 0,0 1 0 0 0,0-1 1 0 0,0 1-1 0 0,-2-1 0 0 0,-11-2-1145 0 0,0 0-1 0 0,0 1 0 0 0,0 0 0 0 0,-30 1 0 0 0,10 6-3985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1.4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171 17 2652 0 0,'-4'-4'425'0'0,"-12"-9"1610"0"0,12 14-1827 0 0,0-1-1 0 0,0 1 1 0 0,0 0 0 0 0,0 0 0 0 0,0 1 0 0 0,0-1-1 0 0,0 1 1 0 0,0 0 0 0 0,1 0 0 0 0,-1 0 0 0 0,1 1-1 0 0,-1-1 1 0 0,-4 6 0 0 0,-30 33 347 0 0,35-38-431 0 0,-3 4 60 0 0,1 1-1 0 0,-1 0 1 0 0,1 0-1 0 0,1 1 1 0 0,-6 14 0 0 0,7-17-132 0 0,1 0 84 0 0,-1 1 0 0 0,1 0 0 0 0,1 0 1 0 0,-1 0-1 0 0,1 0 0 0 0,0 14 0 0 0,0-16-67 0 0,1 0-14 0 0,1-1 0 0 0,-1 0 0 0 0,1 1 0 0 0,-1-1 0 0 0,1 1 0 0 0,0-1 0 0 0,1 0 0 0 0,-1 1 0 0 0,1-1 0 0 0,0 0 0 0 0,4 6 0 0 0,-4-6-39 0 0,1 1 21 0 0,1 0 0 0 0,-1 0 0 0 0,1 0 0 0 0,0 0 0 0 0,1 0 0 0 0,-1-1 0 0 0,1 0 0 0 0,0 0 1 0 0,6 4-1 0 0,48 24 160 0 0,8-3-31 0 0,-14-8-122 0 0,-48-20-60 0 0,-1 2 4 0 0,13 5 11 0 0,-13-5 17 0 0,-16 20-4 0 0,4-16-70 0 0,-54 8-699 0 0,47-13 44 0 0,-1 0-1 0 0,1 0 0 0 0,-30-3 0 0 0,38 1 522 0 0,-34-5-2931 0 0,31 2 2207 0 0,-17-6-3472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1.6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97 2580 0 0,'25'-15'1052'0'0,"0"2"-292"0"0,2 0-356 0 0,-2 3 132 0 0,3-2-127 0 0,-1 4-137 0 0,3-1-288 0 0,-2 3-545 0 0,19-4-1771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2.0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20 4356 0 0,'-2'-3'1607'0'0,"-5"-10"-236"0"0,5 9 549 0 0,-1 10-1131 0 0,-2 5-511 0 0,1 1-1 0 0,0 1 1 0 0,1-1 0 0 0,0 0 0 0 0,1 1 0 0 0,-1 20-1 0 0,1 88 305 0 0,2-78-362 0 0,22 673-597 0 0,-19-677-976 0 0,2 0 0 0 0,10 42 0 0 0,-13-77-90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2.3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13 140 2664 0 0,'7'-11'253'0'0,"1"1"0"0"0,0 0-1 0 0,0 0 1 0 0,1 1 0 0 0,0 0-1 0 0,0 0 1 0 0,1 1-1 0 0,1 1 1 0 0,-1-1 0 0 0,1 2-1 0 0,0-1 1 0 0,0 2 0 0 0,1-1-1 0 0,0 2 1 0 0,0-1 0 0 0,0 2-1 0 0,1 0 1 0 0,21-3 0 0 0,-20 4-39 0 0,1 1 0 0 0,-1 1 1 0 0,0 0-1 0 0,0 1 1 0 0,1 0-1 0 0,22 6 0 0 0,-29-4-82 0 0,0-1-1 0 0,1 1 0 0 0,-1 1 1 0 0,0 0-1 0 0,-1 0 0 0 0,1 0 0 0 0,-1 1 1 0 0,0 0-1 0 0,0 0 0 0 0,7 8 1 0 0,-12-12-101 0 0,-1 1 1 0 0,0-1 0 0 0,1 1 0 0 0,-1-1 0 0 0,0 1 0 0 0,0 0 0 0 0,0-1 0 0 0,0 1-1 0 0,0 0 1 0 0,0 0 0 0 0,-1 0 0 0 0,1 0 0 0 0,-1 0 0 0 0,1 2 0 0 0,0 2 46 0 0,1 7 131 0 0,-5-2-162 0 0,-1 0 0 0 0,0 0 0 0 0,0-1 1 0 0,-1 0-1 0 0,-1 0 0 0 0,1 0 0 0 0,-2 0 0 0 0,1-1 0 0 0,-1 0 1 0 0,-13 12-1 0 0,-9 6-127 0 0,-1-2 0 0 0,-1-2 0 0 0,-1-1 0 0 0,-2-1 1 0 0,0-1-1 0 0,-1-3 0 0 0,-62 24 0 0 0,93-40-180 0 0,0 0-1 0 0,0 0 1 0 0,0 0 0 0 0,0 0-1 0 0,0-1 1 0 0,0 0 0 0 0,0 1-1 0 0,0-2 1 0 0,-7 0 0 0 0,-10 0-3836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3.0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278 49 3300 0 0,'0'-4'1288'0'0,"3"-15"-187"0"0,-3 14 436 0 0,0 5-1514 0 0,0 0-1 0 0,-1 0 1 0 0,1 0-1 0 0,0 0 1 0 0,0 0-1 0 0,-1 0 1 0 0,1 0-1 0 0,0-1 1 0 0,0 1-1 0 0,-1 0 1 0 0,1 0-1 0 0,0 0 1 0 0,0 0 0 0 0,-1 0-1 0 0,1-1 1 0 0,0 1-1 0 0,0 0 1 0 0,0 0-1 0 0,-1-1 1 0 0,1 1-1 0 0,0 0 1 0 0,0 0-1 0 0,0 0 1 0 0,0-1-1 0 0,-1 1 1 0 0,1 0 0 0 0,0-1-1 0 0,0 1 1 0 0,0 0-1 0 0,0 0 1 0 0,0-1-1 0 0,0 1 1 0 0,0 0-1 0 0,0-1 1 0 0,0 1 10 0 0,0-1 0 0 0,0 0 0 0 0,-1 1 0 0 0,1-1 0 0 0,0 1 0 0 0,0-1 0 0 0,0 1 0 0 0,-1-1 0 0 0,1 0 0 0 0,0 1 0 0 0,-1-1 0 0 0,1 1 0 0 0,0 0 0 0 0,-1-1 0 0 0,1 1-1 0 0,-1-1 1 0 0,1 1 0 0 0,-1-1 0 0 0,1 1 0 0 0,-1 0 0 0 0,1 0 0 0 0,-1-1 0 0 0,1 1 0 0 0,-1 0 0 0 0,1 0 0 0 0,-1-1 0 0 0,1 1 0 0 0,-1 0 0 0 0,0 0 0 0 0,-7-1 63 0 0,1 0 0 0 0,-1 1 0 0 0,1 0 0 0 0,-1 1 0 0 0,1-1 0 0 0,-1 1 0 0 0,1 1 0 0 0,0 0-1 0 0,-1 0 1 0 0,1 0 0 0 0,0 1 0 0 0,0 0 0 0 0,-10 6 0 0 0,0 1 66 0 0,1 0-1 0 0,0 2 1 0 0,-27 24-1 0 0,31-25-50 0 0,10-9-101 0 0,0 0 1 0 0,0 0 0 0 0,0 1 0 0 0,0-1 0 0 0,0 0-1 0 0,1 1 1 0 0,-1-1 0 0 0,1 1 0 0 0,-2 3-1 0 0,2-4 2 0 0,-21 48 131 0 0,20-45-103 0 0,2 0-4 0 0,-1 19-98 0 0,0-18-200 0 0,3-2 272 0 0,4 14 77 0 0,-5-14-14 0 0,0-4-70 0 0,-1 0 0 0 0,1 0 0 0 0,-1 0 0 0 0,0 0 0 0 0,1 0 0 0 0,-1 0 0 0 0,1 1 0 0 0,-1-1 0 0 0,0 0 0 0 0,1 0 0 0 0,-1 0 0 0 0,1 0 0 0 0,-1 0 0 0 0,0 1 0 0 0,1-1 0 0 0,-1 0-1 0 0,0 0 1 0 0,1 1 0 0 0,-1-1 0 0 0,0 0 0 0 0,1 1 0 0 0,-1-1 0 0 0,0 0 0 0 0,0 1 0 0 0,1-1 0 0 0,-1 0 0 0 0,0 1 0 0 0,0-1 0 0 0,0 0 0 0 0,1 1 0 0 0,-1 0-19 0 0,1 0 1 0 0,-1 0-1 0 0,0-1 0 0 0,1 1 1 0 0,-1 0-1 0 0,1-1 1 0 0,-1 1-1 0 0,1 0 0 0 0,0-1 1 0 0,-1 1-1 0 0,1-1 1 0 0,0 1-1 0 0,-1-1 0 0 0,1 1 1 0 0,0-1-1 0 0,0 1 0 0 0,-1-1 1 0 0,1 0-1 0 0,0 1 1 0 0,0-1-1 0 0,0 0 0 0 0,-1 0 1 0 0,1 0-1 0 0,2 0 1 0 0,18 4 7 0 0,-16-3 82 0 0,2-2-14 0 0,-3 0-3 0 0,4 0-50 0 0,0-1 0 0 0,0 1-1 0 0,0-2 1 0 0,0 1 0 0 0,-1-1-1 0 0,1 0 1 0 0,-1 0 0 0 0,1-1 0 0 0,-1 0-1 0 0,0-1 1 0 0,0 1 0 0 0,8-9-1 0 0,16-16 142 0 0,-28 26 38 0 0,11-14 264 0 0,-12 14-160 0 0,-1 2-265 0 0,0 0-1 0 0,-1 1 0 0 0,1-1 0 0 0,0 0 0 0 0,0 0 0 0 0,-1 1 0 0 0,1-1 1 0 0,0 0-1 0 0,0 1 0 0 0,0-1 0 0 0,0 1 0 0 0,0-1 0 0 0,0 1 0 0 0,0 0 1 0 0,0-1-1 0 0,0 1 0 0 0,0 0 0 0 0,0 0 0 0 0,2-1 0 0 0,3 19-163 0 0,-5-13 191 0 0,-1 0 37 0 0,7 90-898 0 0,-7-89 367 0 0,1 0-226 0 0,4 15-368 0 0,-4-16-369 0 0,17 13-7014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3.5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0 249 1564 0 0,'3'-3'782'0'0,"8"-5"-106"0"0,-1 1 0 0 0,1 1 0 0 0,19-9 0 0 0,-26 14-240 0 0,3 1-23 0 0,-2-1-313 0 0,1 1 0 0 0,0 1 0 0 0,0-1 1 0 0,-1 1-1 0 0,1 0 0 0 0,0 0 0 0 0,-1 1 0 0 0,1-1 0 0 0,-1 1 0 0 0,0 1 0 0 0,1-1 0 0 0,-1 1 0 0 0,0-1 0 0 0,0 2 0 0 0,-1-1 1 0 0,1 0-1 0 0,-1 1 0 0 0,1 0 0 0 0,-1 0 0 0 0,0 0 0 0 0,-1 1 0 0 0,1-1 0 0 0,-1 1 0 0 0,0 0 0 0 0,5 10 0 0 0,10 31 607 0 0,-17-42-461 0 0,-1 2 23 0 0,-9 47 926 0 0,7-49-891 0 0,2-3-287 0 0,0-1 1 0 0,0 1 0 0 0,0 0 0 0 0,0-1 0 0 0,0 1-1 0 0,0-1 1 0 0,0 1 0 0 0,-1-1 0 0 0,1 1-1 0 0,0-1 1 0 0,0 1 0 0 0,-1-1 0 0 0,1 1-1 0 0,0-1 1 0 0,-1 0 0 0 0,1 1 0 0 0,0-1 0 0 0,-1 1-1 0 0,1-1 1 0 0,-1 0 0 0 0,1 1 0 0 0,-1-1-1 0 0,1 0 1 0 0,-2 1 0 0 0,2-1 14 0 0,-1 0 1 0 0,1 1-1 0 0,-1-1 0 0 0,1 0 1 0 0,0 1-1 0 0,-1-1 1 0 0,1 0-1 0 0,-1 1 0 0 0,1-1 1 0 0,0 1-1 0 0,-1-1 1 0 0,1 0-1 0 0,0 1 0 0 0,-1-1 1 0 0,1 1-1 0 0,0-1 1 0 0,-1 1-1 0 0,1-1 0 0 0,0 1 1 0 0,0-1-1 0 0,0 1 1 0 0,0 0-1 0 0,0-1 0 0 0,-1 2 1 0 0,-3 0 277 0 0,2 0-197 0 0,1-1-48 0 0,0 0-1 0 0,0 0 0 0 0,0-1 1 0 0,0 1-1 0 0,-1 0 0 0 0,1 0 1 0 0,0-1-1 0 0,0 1 1 0 0,-1-1-1 0 0,1 1 0 0 0,-1-1 1 0 0,-1 1-1 0 0,-21-9 667 0 0,23 3-627 0 0,-6-15-1 0 0,5 15 2 0 0,2-1-17 0 0,2-3-204 0 0,1 0 0 0 0,-1 1 1 0 0,1-1-1 0 0,1 0 0 0 0,-1 1 0 0 0,2 0 1 0 0,-1 0-1 0 0,1 0 0 0 0,0 1 0 0 0,1-1 1 0 0,-1 1-1 0 0,2 1 0 0 0,9-10 1 0 0,19-15-2776 0 0,56-39 0 0 0,-40 33 204 0 0,39-42 2627 0 0,-30 26 3339 0 0,-57 50-1052 0 0,5 7-1767 0 0,-7-4-439 0 0,-1 0-1 0 0,1 0 1 0 0,-1-1-1 0 0,1 1 1 0 0,-1 0-1 0 0,1 0 1 0 0,-1 0-1 0 0,1 1 1 0 0,-1-1 0 0 0,1 0-1 0 0,-1 0 1 0 0,1 0-1 0 0,-1 0 1 0 0,1 0-1 0 0,-1 1 1 0 0,1-1-1 0 0,-1 0 1 0 0,1 0-1 0 0,-1 1 1 0 0,0-1 0 0 0,1 0-1 0 0,-1 1 1 0 0,1-1-1 0 0,-1 0 1 0 0,0 1-1 0 0,1-1 1 0 0,-1 1-1 0 0,0-1 1 0 0,0 1 0 0 0,1-1-1 0 0,-1 0 1 0 0,0 1-1 0 0,0-1 1 0 0,0 1-1 0 0,1-1 1 0 0,-1 2-1 0 0,1 169 876 0 0,1-97-919 0 0,0 29-737 0 0,4-26-2499 0 0,-3-56 1759 0 0,-3-16-994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3.9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1 197 2608 0 0,'0'0'1083'0'0,"1"-5"-182"0"0,4-4-754 0 0,0 0 0 0 0,0 1-1 0 0,0 0 1 0 0,1 0 0 0 0,0 0 0 0 0,1 1-1 0 0,0-1 1 0 0,0 2 0 0 0,1-1-1 0 0,-1 1 1 0 0,1 0 0 0 0,1 1-1 0 0,-1-1 1 0 0,12-3 0 0 0,22-12 5 0 0,72-24 0 0 0,-93 37 85 0 0,-17 7-20 0 0,0 0-48 0 0,-2 0-62 0 0,-1 0 0 0 0,1 1-1 0 0,0-1 1 0 0,-1 0 0 0 0,1 1 0 0 0,0-1 0 0 0,0 1-1 0 0,-1 0 1 0 0,1-1 0 0 0,0 1 0 0 0,1 0-1 0 0,-4 5 127 0 0,-15 45 919 0 0,14-34-807 0 0,1-14-327 0 0,1 0-1 0 0,0 0 1 0 0,-1 0 0 0 0,1 0 0 0 0,0-1-1 0 0,0 1 1 0 0,1 0 0 0 0,-1 0-1 0 0,0 0 1 0 0,1 0 0 0 0,-1 0-1 0 0,1 0 1 0 0,-1-1 0 0 0,1 1 0 0 0,1 2-1 0 0,5 11 114 0 0,0 0-1 0 0,1-1 0 0 0,1 0 1 0 0,0-1-1 0 0,16 18 0 0 0,64 63 471 0 0,-53-57-464 0 0,-20-15 9 0 0,-13-16-115 0 0,1-1 54 0 0,-5 1-19 0 0,-4 20-95 0 0,5-26 17 0 0,0 1-1 0 0,0-1 1 0 0,0 1-1 0 0,-1-1 0 0 0,1 1 1 0 0,0 0-1 0 0,0-1 1 0 0,0 1-1 0 0,-1-1 1 0 0,1 1-1 0 0,0-1 1 0 0,-1 1-1 0 0,1-1 1 0 0,0 1-1 0 0,-1-1 0 0 0,1 1 1 0 0,0-1-1 0 0,-1 0 1 0 0,1 1-1 0 0,-1-1 1 0 0,0 1-1 0 0,-7 5-334 0 0,-1 0 1 0 0,1-1-1 0 0,-1 0 0 0 0,0-1 0 0 0,-19 7 1 0 0,-31 5-4356 0 0,20-11-1033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4.6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161 18 3432 0 0,'-5'-2'1328'0'0,"-1"-1"-707"0"0,0 0 0 0 0,-1 1 0 0 0,0-1 0 0 0,1 2 0 0 0,-9-2 0 0 0,10 2-222 0 0,0 3-48 0 0,-4 2-228 0 0,0 0 1 0 0,0 1 0 0 0,1 0 0 0 0,0 0 0 0 0,0 1 0 0 0,1 0-1 0 0,-13 13 1 0 0,17-17-15 0 0,1 2-62 0 0,-1 0-21 0 0,1-1-1 0 0,1 1 0 0 0,-1 0 0 0 0,0 0 1 0 0,1 0-1 0 0,0 0 0 0 0,0 0 0 0 0,-1 8 1 0 0,2-7 4 0 0,19 5-22 0 0,-15-8-64 0 0,1-3 112 0 0,8 0 75 0 0,-1-1 0 0 0,1 0-1 0 0,-1-1 1 0 0,0 0-1 0 0,0-1 1 0 0,0 0 0 0 0,0-1-1 0 0,-1-1 1 0 0,0 0-1 0 0,17-11 1 0 0,-25 14 60 0 0,-3 3-183 0 0,0-1 1 0 0,0 1 0 0 0,0-1-1 0 0,1 1 1 0 0,-1-1 0 0 0,0 1-1 0 0,0-1 1 0 0,0 1 0 0 0,1 0 0 0 0,-1-1-1 0 0,0 1 1 0 0,0 0 0 0 0,1-1-1 0 0,-1 1 1 0 0,0 0 0 0 0,1-1-1 0 0,-1 1 1 0 0,0 0 0 0 0,1-1-1 0 0,-1 1 1 0 0,1 0 0 0 0,-1 0-1 0 0,1-1 1 0 0,0 1-10 0 0,-1 0 0 0 0,1 0 0 0 0,-1-1 1 0 0,1 1-1 0 0,-1 0 0 0 0,1 0 0 0 0,-1-1 0 0 0,0 1 1 0 0,1 0-1 0 0,-1-1 0 0 0,0 1 0 0 0,1 0 0 0 0,-1-1 0 0 0,0 1 1 0 0,1-1-1 0 0,-1 1 0 0 0,0-1 0 0 0,0 1 0 0 0,1 0 1 0 0,-1-1-1 0 0,0 1 0 0 0,0-1 0 0 0,0 1 0 0 0,0-1 0 0 0,1 1 1 0 0,-1-1-1 0 0,0 1 0 0 0,0-1 0 0 0,0 1 0 0 0,0-1 1 0 0,0 1-1 0 0,-1-1 0 0 0,1 1 0 0 0,0-1 0 0 0,0 0 0 0 0,-5-16-264 0 0,4 13-56 0 0,-1 4-139 0 0,1 0 394 0 0,0 1 0 0 0,-1-1 1 0 0,1 0-1 0 0,-1 1 0 0 0,1-1 0 0 0,0 1 1 0 0,-1-1-1 0 0,1 1 0 0 0,0 0 0 0 0,0 0 1 0 0,-3 1-1 0 0,2 0-100 0 0,-3 0-487 0 0,5-1 539 0 0,-1 1 0 0 0,0-1-1 0 0,0 0 1 0 0,0 1 0 0 0,0-1-1 0 0,0 0 1 0 0,0 0 0 0 0,-1 0 0 0 0,1 0-1 0 0,0 0 1 0 0,0 0 0 0 0,-2 1-1 0 0,2-2-60 0 0,-2 4-873 0 0,2 0-186 0 0,-3 14-927 0 0,3-14-1495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4.9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173 52 3128 0 0,'-1'-4'1494'0'0,"-2"-13"-209"0"0,2 13 559 0 0,-17 5-1299 0 0,1 1 0 0 0,0 0-1 0 0,0 1 1 0 0,0 1-1 0 0,-21 7 1 0 0,34-9-492 0 0,2-2-25 0 0,1 1 0 0 0,-1-1 0 0 0,0 0 0 0 0,1 1-1 0 0,-1 0 1 0 0,1-1 0 0 0,0 1 0 0 0,-1 0 0 0 0,1 0-1 0 0,-1-1 1 0 0,1 1 0 0 0,-2 2 0 0 0,0 0 32 0 0,-2-1 286 0 0,-5 18 100 0 0,14-17-400 0 0,0-2-40 0 0,0 1 0 0 0,0 0 0 0 0,0-1 0 0 0,0 0-1 0 0,0 0 1 0 0,0 0 0 0 0,0 0 0 0 0,1-1 0 0 0,5 1 0 0 0,-5-2 0 0 0,1 0-22 0 0,3-1 107 0 0,0-1-1 0 0,-1 1 1 0 0,0-2-1 0 0,1 1 1 0 0,-1-1-1 0 0,-1-1 1 0 0,1 1-1 0 0,-1-1 1 0 0,1 0-1 0 0,8-9 1 0 0,-13 11-145 0 0,0 0 1 0 0,0 0-1 0 0,0 0 1 0 0,0-1-1 0 0,-1 1 1 0 0,1-1-1 0 0,2-6 1 0 0,-21-2-1605 0 0,16 12 1627 0 0,0 0 1 0 0,0-1-1 0 0,0 1 0 0 0,0 0 1 0 0,-1 0-1 0 0,1 0 0 0 0,0 0 1 0 0,0 0-1 0 0,0 0 1 0 0,0-1-1 0 0,0 1 0 0 0,-1 0 1 0 0,1 0-1 0 0,0 0 0 0 0,0 0 1 0 0,0 0-1 0 0,-1 0 0 0 0,1 0 1 0 0,0 0-1 0 0,0 0 0 0 0,0 0 1 0 0,0 0-1 0 0,-1 0 0 0 0,1 0 1 0 0,0 0-1 0 0,0 0 0 0 0,0 0 1 0 0,-1 0-1 0 0,1 0 0 0 0,0 0 1 0 0,0 0-1 0 0,0 0 1 0 0,0 0-1 0 0,-1 1 0 0 0,1-1 1 0 0,0 0-1 0 0,0 0 0 0 0,0 0 1 0 0,-1 0-1 0 0,-42 31-5661 0 0,24-14 1359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5.3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97 0 3048 0 0,'0'0'6381'0'0,"-6"1"-5947"0"0,-15 1-54 0 0,16-2-54 0 0,-2 9 112 0 0,-7 3 133 0 0,2 3-429 0 0,9-11-11 0 0,2 0-12 0 0,-5 12-19 0 0,4-12 30 0 0,2 1-74 0 0,-1 16-10 0 0,1-16 9 0 0,1-3-51 0 0,0-1 1 0 0,0 1-1 0 0,1-1 0 0 0,-1 0 0 0 0,1 0 0 0 0,-1 1 1 0 0,1-1-1 0 0,-1 0 0 0 0,1 0 0 0 0,0-1 0 0 0,0 1 1 0 0,-1 0-1 0 0,1 0 0 0 0,0-1 0 0 0,0 1 0 0 0,0-1 1 0 0,0 0-1 0 0,0 0 0 0 0,-1 1 0 0 0,1-1 0 0 0,0 0 1 0 0,2-1-1 0 0,2 1 10 0 0,-2-3 23 0 0,6-4 173 0 0,0 0 0 0 0,-1-1 1 0 0,0 0-1 0 0,10-12 0 0 0,-16 16-66 0 0,4-19 311 0 0,-7 23-453 0 0,-1 0 1 0 0,1 0 0 0 0,0 0 0 0 0,-1 0 0 0 0,1 0-1 0 0,0 0 1 0 0,-1-1 0 0 0,1 1 0 0 0,0 0 0 0 0,0 0-1 0 0,-1 0 1 0 0,1 0 0 0 0,0-1 0 0 0,-1 1 0 0 0,1 0-1 0 0,0 0 1 0 0,0-1 0 0 0,0 1 0 0 0,-1 0 0 0 0,1 0-1 0 0,0-1 1 0 0,0 1 0 0 0,0 0 0 0 0,0 0 0 0 0,-1-1-1 0 0,1 1 1 0 0,0 0 0 0 0,0-1 0 0 0,0 1 0 0 0,0 0-1 0 0,0-1 1 0 0,0 1 0 0 0,0-1 0 0 0,0 1-2 0 0,0-1 0 0 0,0 0 0 0 0,0 1 0 0 0,-1-1 0 0 0,1 1 0 0 0,0-1-1 0 0,0 1 1 0 0,0-1 0 0 0,-1 1 0 0 0,1-1 0 0 0,0 1 0 0 0,-1-1 0 0 0,1 1 0 0 0,0-1 0 0 0,-1 1 0 0 0,1-1 0 0 0,-1 1 0 0 0,1 0 0 0 0,-1-1 0 0 0,1 1 0 0 0,0 0 0 0 0,-1-1 0 0 0,0 1 0 0 0,1 0 0 0 0,-1 0 0 0 0,1-1 0 0 0,-1 1 0 0 0,1 0 0 0 0,-1 0 0 0 0,1 0 0 0 0,-1 0 0 0 0,0 0 0 0 0,0 0 0 0 0,-6-1-180 0 0,-1 1 0 0 0,1 0 0 0 0,-1 1 0 0 0,1 0 1 0 0,0 0-1 0 0,-13 4 0 0 0,-26 13-4343 0 0,42-16 1407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5.9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328 16 3076 0 0,'-23'-13'1186'0'0,"18"11"-106"0"0,-6 3-757 0 0,1 1-1 0 0,0 0 1 0 0,0 1 0 0 0,-1 0 0 0 0,2 0 0 0 0,-1 1-1 0 0,0 1 1 0 0,1-1 0 0 0,0 2 0 0 0,0-1 0 0 0,-9 9 0 0 0,2-3-86 0 0,1 2 0 0 0,0 0 1 0 0,1 1-1 0 0,1 0 1 0 0,0 1-1 0 0,1 0 1 0 0,0 1-1 0 0,1 1 1 0 0,1-1-1 0 0,1 2 1 0 0,0-1-1 0 0,-8 29 0 0 0,14-35-96 0 0,2-8-125 0 0,0 0 0 0 0,0 0 0 0 0,1 0 0 0 0,-1-1 0 0 0,1 1 0 0 0,0 0-1 0 0,0 0 1 0 0,0 0 0 0 0,0 0 0 0 0,0 0 0 0 0,2 4 0 0 0,-1 3 61 0 0,0-2-64 0 0,0 0 1 0 0,1 0-1 0 0,0 0 0 0 0,1-1 1 0 0,-1 1-1 0 0,1-1 0 0 0,1 1 0 0 0,0-1 1 0 0,0 0-1 0 0,0 0 0 0 0,1 0 0 0 0,0-1 1 0 0,0 0-1 0 0,0 0 0 0 0,1 0 1 0 0,0-1-1 0 0,0 1 0 0 0,0-2 0 0 0,1 1 1 0 0,0-1-1 0 0,9 5 0 0 0,47 8-157 0 0,-53-15-40 0 0,1-1 1 0 0,0 0 0 0 0,-1-1 0 0 0,1 0-1 0 0,-1 0 1 0 0,1-1 0 0 0,14-4 0 0 0,-16 3 100 0 0,4 0-373 0 0,0 0 1 0 0,0-1 0 0 0,0-1 0 0 0,-1 0 0 0 0,1-1-1 0 0,-1 0 1 0 0,-1-1 0 0 0,1-1 0 0 0,-1 1-1 0 0,0-2 1 0 0,0 0 0 0 0,-1 0 0 0 0,0-1-1 0 0,0 0 1 0 0,-1 0 0 0 0,-1-1 0 0 0,1 0-1 0 0,8-16 1 0 0,-4 5-2165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6.2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0 127 2568 0 0,'1'-5'697'0'0,"0"-6"-63"0"0,1 1 1 0 0,1-1-1 0 0,-1 1 0 0 0,2 0 1 0 0,-1 0-1 0 0,1 0 0 0 0,6-10 0 0 0,-8 17-294 0 0,1 5-279 0 0,0 0 0 0 0,-1 0 0 0 0,0 0 0 0 0,1 1 0 0 0,-1-1 0 0 0,0 1 0 0 0,0 0 1 0 0,0-1-1 0 0,0 1 0 0 0,2 5 0 0 0,0 0 154 0 0,0 0 0 0 0,0 0-1 0 0,4 17 1 0 0,-5-18-161 0 0,0 1 88 0 0,-1 1 0 0 0,0-1 0 0 0,0 1 0 0 0,1 14 0 0 0,-2-14-102 0 0,10 58 803 0 0,-10-61-333 0 0,0-5-466 0 0,-1 1 0 0 0,1 0-1 0 0,0-1 1 0 0,-1 1 0 0 0,1 0 0 0 0,-1-1-1 0 0,0 1 1 0 0,1 0 0 0 0,-1 0 0 0 0,0-1-1 0 0,0 1 1 0 0,-1 3 0 0 0,1-4 35 0 0,1 4 1410 0 0,3-4-1204 0 0,13 4-22 0 0,-13-4-29 0 0,-1-4-21 0 0,11-13-71 0 0,-2 0-1 0 0,0 0 0 0 0,-1-1 0 0 0,0-1 1 0 0,-2 0-1 0 0,0-1 0 0 0,9-28 1 0 0,13-19-350 0 0,-29 62-81 0 0,0-1-218 0 0,6-15-193 0 0,-6 15-163 0 0,10-13-2748 0 0,-10 14 1759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6.5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83 4588 0 0,'0'0'7596'0'0,"4"-2"-7344"0"0,24-10-31 0 0,1 1 1 0 0,59-13-1 0 0,-54 15-684 0 0,34-8-2297 0 0,-61 16 1005 0 0,-2 0-1213 0 0,20-5-2146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6.7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1 139 2844 0 0,'0'0'2536'0'0,"2"4"-1530"0"0,6 11-194 0 0,-6-11-160 0 0,9-5-260 0 0,0 0 0 0 0,0-1 0 0 0,14-4 0 0 0,-19 4-346 0 0,39-11-334 0 0,-1-2 0 0 0,61-30 0 0 0,10-16-4752 0 0,-89 45 1520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7.0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139 27 2340 0 0,'-1'-4'1433'0'0,"-4"-14"-204"0"0,4 13 632 0 0,-4 7-1123 0 0,-4 1-379 0 0,-1 0-1 0 0,1 1 0 0 0,1 1 1 0 0,-1-1-1 0 0,1 2 0 0 0,-1-1 1 0 0,-8 9-1 0 0,13-12-247 0 0,0 2 1 0 0,0-1-1 0 0,1 0 1 0 0,-1 1-1 0 0,1 0 1 0 0,0 0-1 0 0,0 0 0 0 0,0 0 1 0 0,1 0-1 0 0,0 0 1 0 0,-1 1-1 0 0,1-1 1 0 0,1 1-1 0 0,-1 0 0 0 0,1-1 1 0 0,-1 1-1 0 0,1 6 1 0 0,1-4-66 0 0,1-1 0 0 0,0 1 1 0 0,1-1-1 0 0,0 0 0 0 0,0 0 1 0 0,0 0-1 0 0,1 0 0 0 0,-1 0 0 0 0,2 0 1 0 0,-1-1-1 0 0,0 1 0 0 0,1-1 0 0 0,0 0 1 0 0,0 0-1 0 0,1 0 0 0 0,8 7 1 0 0,7 4 35 0 0,0 0 1 0 0,35 19-1 0 0,-48-30-65 0 0,39 21 148 0 0,-45-25-161 0 0,14 7 144 0 0,-1 0 0 0 0,0 1 0 0 0,0 1 1 0 0,20 18-1 0 0,-31-25 72 0 0,-2 2-165 0 0,0 14 18 0 0,-1-18-68 0 0,-1 1 1 0 0,1-1-1 0 0,0 0 1 0 0,-1 1 0 0 0,1-1-1 0 0,-1 0 1 0 0,0 1-1 0 0,1-1 1 0 0,-1 0 0 0 0,0 0-1 0 0,0 0 1 0 0,0 0-1 0 0,1 1 1 0 0,-1-1-1 0 0,0-1 1 0 0,-1 1 0 0 0,1 0-1 0 0,0 0 1 0 0,0 0-1 0 0,-2 0 1 0 0,-14 9 22 0 0,11-7-155 0 0,-1 0-1 0 0,0 0 1 0 0,0 0-1 0 0,0-1 1 0 0,0 0-1 0 0,-13 2 1 0 0,14-3-14 0 0,-1 0-305 0 0,1 0 1 0 0,-1 0 0 0 0,1-1 0 0 0,-1 1-1 0 0,1-2 1 0 0,-1 1 0 0 0,1-1-1 0 0,-8-1 1 0 0,8 1 118 0 0,4 1 76 0 0,0 0 0 0 0,1-1 0 0 0,-1 1-1 0 0,0 0 1 0 0,0-1 0 0 0,0 1 0 0 0,0-1-1 0 0,0 0 1 0 0,0 0 0 0 0,1 0 0 0 0,-1 0 0 0 0,0 0-1 0 0,-1-1 1 0 0,-2-1-828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17.2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0 215 4836 0 0,'3'-4'1591'0'0,"7"-6"-908"0"0,-1-1 0 0 0,2 2 0 0 0,-1-1 1 0 0,1 2-1 0 0,1-1 0 0 0,0 1 0 0 0,0 1 0 0 0,22-10 1 0 0,116-40 336 0 0,-120 47-750 0 0,81-25-1244 0 0,-43 15-6225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25.8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42 4712 0 0,'31'-17'2553'0'0,"-8"6"-2105"0"0,3-3-1820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27.2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84 183 2872 0 0,'-1'-5'1556'0'0,"-3"-19"624"0"0,-2 0 1 0 0,0 0 0 0 0,-16-35 0 0 0,20 55-1600 0 0,2 3-507 0 0,0-1-1 0 0,-1 1 1 0 0,1-1-1 0 0,0 1 1 0 0,-1-1 0 0 0,0 1-1 0 0,1-1 1 0 0,-1 1 0 0 0,0-1-1 0 0,0 1 1 0 0,0 0 0 0 0,-1-2-1 0 0,-1 0 88 0 0,1-2 779 0 0,0 1-431 0 0,2 4-475 0 0,0-1-1 0 0,0 1 0 0 0,0-1 0 0 0,0 1 0 0 0,0-1 1 0 0,0 1-1 0 0,0 0 0 0 0,0-1 0 0 0,0 1 0 0 0,-1-1 1 0 0,1 1-1 0 0,0 0 0 0 0,0-1 0 0 0,0 1 0 0 0,-1 0 1 0 0,1-1-1 0 0,0 1 0 0 0,0 0 0 0 0,-1-1 0 0 0,1 1 1 0 0,0 0-1 0 0,-1 0 0 0 0,1-1 0 0 0,0 1 0 0 0,-1 0 1 0 0,1 0-1 0 0,-1-1 0 0 0,1 1 0 0 0,0 0 0 0 0,-1 0 1 0 0,1 0-1 0 0,-1 0 0 0 0,1 0 0 0 0,0 0 0 0 0,-1 0 1 0 0,1 0-1 0 0,-1 0 0 0 0,1 0 0 0 0,-1 0 0 0 0,-8 22 494 0 0,6-3-460 0 0,1 0 1 0 0,1 1 0 0 0,0-1 0 0 0,4 29-1 0 0,0 3-1 0 0,3 162-20 0 0,10-1 1 0 0,60 297-1 0 0,-73-493-359 0 0,8 36-1095 0 0,0-22-2524 0 0,-9-28 3159 0 0,5 8 518 0 0,-4-1-5934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27.9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0 262 3652 0 0,'0'0'4929'0'0,"7"-1"-4618"0"0,238-13 778 0 0,152-17-216 0 0,-250 12-521 0 0,277-49 906 0 0,-321 45-552 0 0,141-52 0 0 0,-215 67-271 0 0,-25 7-225 0 0,1-1 8 0 0,35-16 665 0 0,-37 16 382 0 0,-3 3-1256 0 0,0-1 0 0 0,0 0 0 0 0,0 0 0 0 0,0 1 0 0 0,1-1 0 0 0,-1 0 0 0 0,0 0 0 0 0,0 0 0 0 0,0 1 0 0 0,0-1 0 0 0,0 0 0 0 0,1 0 0 0 0,-1 1 0 0 0,0-1 0 0 0,0 0 0 0 0,0 0 0 0 0,1 0 0 0 0,-1 0 0 0 0,0 0 0 0 0,0 1 0 0 0,1-1 0 0 0,-1 0 0 0 0,0 0 0 0 0,0 0 0 0 0,1 0 0 0 0,-1 0 0 0 0,0 0 0 0 0,0 0 0 0 0,1 0 0 0 0,-1 0 0 0 0,0 0 0 0 0,0 0 0 0 0,1 0 0 0 0,-1 0 0 0 0,0 0 0 0 0,1 0 0 0 0,-1 0 13 0 0,1 0 0 0 0,-1 0 0 0 0,1 0 0 0 0,-1 0 0 0 0,1 0 0 0 0,0 0 0 0 0,-1 0 0 0 0,1 0 0 0 0,-1 1 0 0 0,1-1 0 0 0,-1 0 0 0 0,1 0 0 0 0,-1 0 0 0 0,1 1 1 0 0,-1-1-1 0 0,0 0 0 0 0,1 1 0 0 0,-1-1 0 0 0,1 0 0 0 0,-1 1 0 0 0,0-1 0 0 0,1 1 0 0 0,-1-1 0 0 0,0 0 0 0 0,1 1 0 0 0,-1-1 0 0 0,0 1 0 0 0,1-1 1 0 0,-1 1-1 0 0,0-1 0 0 0,0 1 0 0 0,0-1 0 0 0,0 1 0 0 0,0-1 0 0 0,1 1 0 0 0,-1-1 0 0 0,0 1 0 0 0,0-1 0 0 0,0 1 0 0 0,-1 0 0 0 0,36 719 3492 0 0,54-224-3629 0 0,-30-195-3110 0 0,-16 3-8130 0 0,-41-269 4452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28.5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94 195 4100 0 0,'-24'1'1051'0'0,"-41"3"4786"0"0,60-3-4550 0 0,7 0-357 0 0,31 1-726 0 0,42-1 74 0 0,92-11 1 0 0,-93 3-184 0 0,-3 2-68 0 0,667-54-468 0 0,-249-2-3303 0 0,-255 21-1018 0 0,-123 17-339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6.0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54 5785 0 0,'-1'-5'1849'0'0,"-11"-44"7281"0"0,2 98-7973 0 0,9-41-1101 0 0,-9 126 202 0 0,9-82-867 0 0,6 18-717 0 0,-1-29-1628 0 0,-1-1-5002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6.4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122 124 3368 0 0,'1'-7'630'0'0,"0"0"1"0"0,1 0-1 0 0,-1-1 0 0 0,1 1 0 0 0,1 0 0 0 0,4-11 0 0 0,-4 15-486 0 0,-1-1-1 0 0,0 1 0 0 0,1 0 0 0 0,-1 0 1 0 0,1 0-1 0 0,0 0 0 0 0,0 0 0 0 0,0 0 1 0 0,1 1-1 0 0,-1-1 0 0 0,1 1 0 0 0,-1 0 1 0 0,7-3-1 0 0,-3 1-58 0 0,-5 3-49 0 0,1-1-1 0 0,-1 1 1 0 0,1 0 0 0 0,-1 0 0 0 0,1 0 0 0 0,-1 0 0 0 0,1 0 0 0 0,0 1 0 0 0,-1-1 0 0 0,1 1-1 0 0,4-1 1 0 0,30-3 474 0 0,62 2 0 0 0,-71 6-336 0 0,0 1 0 0 0,-1 1 1 0 0,1 1-1 0 0,-1 2 1 0 0,-1 1-1 0 0,1 1 0 0 0,-2 1 1 0 0,0 1-1 0 0,0 1 0 0 0,24 19 1 0 0,-37-24-95 0 0,-1 0-1 0 0,0 0 1 0 0,0 1 0 0 0,-1 0 0 0 0,0 0-1 0 0,-1 1 1 0 0,0 1 0 0 0,-1 0-1 0 0,0 0 1 0 0,-1 0 0 0 0,7 16 0 0 0,-13-15 26 0 0,-1-3-87 0 0,-1 0 0 0 0,-1-1 0 0 0,1 1 1 0 0,-2-1-1 0 0,1 1 0 0 0,-1-1 1 0 0,-1 0-1 0 0,1 0 0 0 0,-2 0 0 0 0,1-1 1 0 0,-1 1-1 0 0,-7 8 0 0 0,-8 6-11 0 0,0-2 0 0 0,-2-1 0 0 0,0 0 0 0 0,-1-2-1 0 0,-1-1 1 0 0,-1 0 0 0 0,-47 22 0 0 0,26-18 45 0 0,0-2 0 0 0,-2-2 0 0 0,-86 19 0 0 0,120-33-97 0 0,-1 0 0 0 0,1-1 0 0 0,0-1 0 0 0,0 0 0 0 0,-1-1 0 0 0,1 0 0 0 0,0-1 0 0 0,-1-1 0 0 0,1 0 0 0 0,0-1-1 0 0,0-1 1 0 0,1 0 0 0 0,-14-6 0 0 0,25 9-30 0 0,0 0-1 0 0,0 0 1 0 0,0 0-1 0 0,0 0 1 0 0,0 0-1 0 0,0-1 1 0 0,1 1-1 0 0,-1-1 1 0 0,0 1-1 0 0,1-1 0 0 0,-3-3 1 0 0,0 0-129 0 0,3 4 135 0 0,0 0-1 0 0,0 0 1 0 0,0 0 0 0 0,0 0 0 0 0,0 0-1 0 0,0-1 1 0 0,0 1 0 0 0,0 0 0 0 0,0-1 0 0 0,1 1-1 0 0,-1 0 1 0 0,1-1 0 0 0,-1 1 0 0 0,1-1-1 0 0,-1 1 1 0 0,1 0 0 0 0,0-1 0 0 0,0 1-1 0 0,0-3 1 0 0,-1 0-202 0 0,1-9-939 0 0,2 1 380 0 0,0-1 0 0 0,2 1 0 0 0,-1 0-1 0 0,2 0 1 0 0,0 0 0 0 0,7-13 0 0 0,9-8-3595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6.7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40 3444 0 0,'0'0'4362'0'0,"-1"-4"-3149"0"0,1 3-1406 0 0,-9-18 2434 0 0,8 18-2012 0 0,1 0 1 0 0,-1 0-1 0 0,1 0 0 0 0,-1 0 1 0 0,0 0-1 0 0,1 0 1 0 0,-1 0-1 0 0,0 1 0 0 0,0-1 1 0 0,0 0-1 0 0,0 0 1 0 0,0 1-1 0 0,0-1 0 0 0,0 0 1 0 0,0 1-1 0 0,0-1 1 0 0,0 1-1 0 0,0-1 0 0 0,0 1 1 0 0,-2-1-1 0 0,2 2-194 0 0,0-1 1 0 0,0 1-1 0 0,0-1 0 0 0,1 1 0 0 0,-1 0 0 0 0,0-1 1 0 0,0 1-1 0 0,0 0 0 0 0,1 0 0 0 0,-1 0 0 0 0,0 0 1 0 0,1-1-1 0 0,-1 1 0 0 0,1 0 0 0 0,-1 0 0 0 0,1 0 1 0 0,-1 0-1 0 0,1 0 0 0 0,0 0 0 0 0,-1 1 1 0 0,1 1-1 0 0,-4 15 147 0 0,1 0-100 0 0,2 1 0 0 0,0-1 0 0 0,1 0 1 0 0,3 25-1 0 0,-1-9-46 0 0,7 132-1331 0 0,-2-35-1802 0 0,-1 0-3644 0 0,-4-84 626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29.5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31 123 2744 0 0,'-1'-6'1644'0'0,"-9"-44"1917"0"0,9 46-2629 0 0,0-2-133 0 0,-11-45 1497 0 0,11 46-929 0 0,0 12-956 0 0,-2 24-21 0 0,2 0 0 0 0,5 61 0 0 0,18 71 24 0 0,-15-122-327 0 0,117 514-606 0 0,-61-305-4454 0 0,-61-245 3961 0 0,2 18-1508 0 0,-3-18 165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0.0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1 364 2412 0 0,'1'-6'1382'0'0,"-1"2"-1254"0"0,0 1 57 0 0,1 0 0 0 0,-1-1-1 0 0,0 1 1 0 0,1 0 0 0 0,0-1-1 0 0,0 1 1 0 0,0 0-1 0 0,0 0 1 0 0,0 0 0 0 0,1 0-1 0 0,-1 0 1 0 0,1 0 0 0 0,0 0-1 0 0,0 1 1 0 0,0-1 0 0 0,0 1-1 0 0,3-4 1 0 0,10-3 93 0 0,1 0-1 0 0,-1 1 1 0 0,1 0-1 0 0,1 1 1 0 0,-1 1 0 0 0,1 1-1 0 0,21-4 1 0 0,135-17 791 0 0,-113 19-714 0 0,120-16 513 0 0,275-39 869 0 0,-11-23-398 0 0,-382 68-428 0 0,-57 15-534 0 0,-4 2-367 0 0,0 1 0 0 0,-1-1 0 0 0,1 0 0 0 0,-1 0 0 0 0,1 0 0 0 0,0 0 0 0 0,-1 0 0 0 0,1 0 0 0 0,0 0 1 0 0,-1 0-1 0 0,1 0 0 0 0,0-1 0 0 0,-1 1 0 0 0,1 0 0 0 0,-1 0 0 0 0,1 0 0 0 0,0-1 0 0 0,-1 1 0 0 0,1 0 0 0 0,0-1 0 0 0,16-6 690 0 0,1 4-667 0 0,-13 2 279 0 0,-2 17-8 0 0,6 9 77 0 0,4 47 84 0 0,51 242 518 0 0,30 118-1282 0 0,-57-139-4134 0 0,-36-279 3440 0 0,-1 1 0 0 0,0 0 0 0 0,-1 0 0 0 0,-1 0 0 0 0,-5 21-1 0 0,-4-9-2242 0 0,-3-6-2309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0.3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27 227 4588 0 0,'0'0'1611'0'0,"-6"0"-323"0"0,-14-2 81 0 0,20 1-1299 0 0,0 1-1 0 0,0 0 1 0 0,0-1 0 0 0,0 1-1 0 0,0-1 1 0 0,0 1-1 0 0,1 0 1 0 0,-1-1 0 0 0,0 1-1 0 0,0 0 1 0 0,0-1-1 0 0,1 1 1 0 0,-1 0 0 0 0,0-1-1 0 0,0 1 1 0 0,1 0-1 0 0,-1 0 1 0 0,0-1 0 0 0,1 1-1 0 0,-1 0 1 0 0,0 0-1 0 0,1 0 1 0 0,-1-1 0 0 0,1 1-1 0 0,-1 0 1 0 0,0 0-1 0 0,1 0 1 0 0,0 0 0 0 0,8-5 179 0 0,1 1 1 0 0,1 1 0 0 0,14-3 0 0 0,761-109-1038 0 0,-493 79-1219 0 0,-60 6-2321 0 0,-115 12-383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7.4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59 4396 0 0,'1'-5'1589'0'0,"0"-15"-209"0"0,-1 15 1956 0 0,1 1-2550 0 0,1-15-133 0 0,-1 14 607 0 0,9 22-229 0 0,-6-9-901 0 0,-1 0 0 0 0,0 1 0 0 0,0-1 0 0 0,-1 1 0 0 0,0 0 0 0 0,-1 0 0 0 0,0 0 0 0 0,0 11-1 0 0,0-4-2 0 0,6 148-543 0 0,-5-78-2875 0 0,-2-80 1819 0 0,2 29-3578 0 0,-2-28-408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7.8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45 132 2536 0 0,'0'-10'717'0'0,"0"0"0"0"0,1 1-1 0 0,0-1 1 0 0,0 0 0 0 0,1 0-1 0 0,0 1 1 0 0,1-1-1 0 0,6-15 1 0 0,-7 23-636 0 0,0 0 0 0 0,-1 0-1 0 0,1 0 1 0 0,0 0 0 0 0,0 0 0 0 0,0 1-1 0 0,0-1 1 0 0,0 1 0 0 0,1-1 0 0 0,-1 1-1 0 0,0 0 1 0 0,1 0 0 0 0,-1 0 0 0 0,1 0-1 0 0,-1 0 1 0 0,5 0 0 0 0,-5 0-45 0 0,2 0 50 0 0,1 1 0 0 0,-1-1-1 0 0,1 1 1 0 0,-1 0 0 0 0,1 0 0 0 0,-1 0 0 0 0,1 0 0 0 0,-1 1-1 0 0,1 0 1 0 0,8 2 0 0 0,41 18 321 0 0,-40-15-342 0 0,0 1 0 0 0,-1 0 0 0 0,0 0 0 0 0,-1 1 1 0 0,1 1-1 0 0,-1 0 0 0 0,-1 1 0 0 0,0 0 0 0 0,0 1 0 0 0,-1 0 1 0 0,-1 1-1 0 0,0 0 0 0 0,0 0 0 0 0,-1 1 0 0 0,-1 0 0 0 0,0 1 1 0 0,0-1-1 0 0,5 20 0 0 0,-11-29-55 0 0,0-1-1 0 0,0 1 1 0 0,-1 0 0 0 0,1-1 0 0 0,-1 1-1 0 0,1 0 1 0 0,-2 6 0 0 0,1-1-3 0 0,1-6-6 0 0,-1 1 0 0 0,0 0 0 0 0,0 0 0 0 0,0-1 0 0 0,0 1 1 0 0,-1 0-1 0 0,1-1 0 0 0,-1 1 0 0 0,0-1 0 0 0,-2 6 1 0 0,0 2 5 0 0,-1 2 5 0 0,0 0-1 0 0,-1-1 1 0 0,0 0-1 0 0,-1 0 1 0 0,0-1-1 0 0,-1 1 1 0 0,0-1-1 0 0,-1-1 0 0 0,0 0 1 0 0,-1 0-1 0 0,0 0 1 0 0,-20 16-1 0 0,16-16-48 0 0,0 0 0 0 0,-1-1 0 0 0,-1 0 0 0 0,1-1 0 0 0,-1-1 0 0 0,-1 0 0 0 0,1-1 0 0 0,-1-1 0 0 0,-19 5 0 0 0,13-5-488 0 0,20-4 439 0 0,-1 0 0 0 0,1-1 0 0 0,-1 1 0 0 0,1-1 0 0 0,-1 0 0 0 0,1 0 0 0 0,-1 0 1 0 0,1 0-1 0 0,-1 0 0 0 0,-3-1 0 0 0,1 0-226 0 0,-32-5-1619 0 0,11-9-2325 0 0,4-6-603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8.2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22 3856 0 0,'4'-1'1639'0'0,"36"-17"3259"0"0,-36 16-4428 0 0,10 4 85 0 0,7-2-164 0 0,-13 2-330 0 0,0 1 1 0 0,0-1-1 0 0,0 2 0 0 0,0-1 0 0 0,-1 1 1 0 0,1 0-1 0 0,-1 0 0 0 0,0 1 0 0 0,0 0 1 0 0,-1 0-1 0 0,1 1 0 0 0,-1-1 1 0 0,-1 2-1 0 0,1-1 0 0 0,-1 0 0 0 0,0 1 1 0 0,6 12-1 0 0,-9-17-55 0 0,-1 0 0 0 0,1 0 0 0 0,-1 1 0 0 0,0-1-1 0 0,0 1 1 0 0,0-1 0 0 0,-1 1 0 0 0,1-1 0 0 0,0 1 0 0 0,-1-1 0 0 0,1 3 0 0 0,0 3 7 0 0,0-1-8 0 0,0 0 1 0 0,0 1-1 0 0,-1-1 1 0 0,0 0-1 0 0,0 0 1 0 0,0 1-1 0 0,-1-1 1 0 0,0 0-1 0 0,-1 0 1 0 0,0 0-1 0 0,-3 9 1 0 0,-2 4 20 0 0,-2-1-1 0 0,-14 25 1 0 0,13-27 160 0 0,-1-1 0 0 0,0 0-1 0 0,-1 0 1 0 0,-1-1 0 0 0,-15 14-1 0 0,24-26 230 0 0,-1 4 115 0 0,5-7-503 0 0,-1 0-1 0 0,1 0 1 0 0,0 0-1 0 0,0 0 1 0 0,-1 0-1 0 0,1 0 1 0 0,0 0-1 0 0,0 0 1 0 0,-1 0-1 0 0,1 1 1 0 0,0-1-1 0 0,0 0 1 0 0,0 0-1 0 0,-1 0 1 0 0,1 0-1 0 0,0 1 1 0 0,0-1-1 0 0,0 0 1 0 0,0 0-1 0 0,-1 0 1 0 0,1 1 0 0 0,0-1-1 0 0,0 0 1 0 0,0 0-1 0 0,0 1 1 0 0,0-1-1 0 0,0 0 1 0 0,0 0-1 0 0,0 1 1 0 0,-1-1-1 0 0,1 0 1 0 0,0 0-1 0 0,0 1 1 0 0,0-1-1 0 0,0 0 1 0 0,0 0-1 0 0,1 1 1 0 0,-1-1-1 0 0,0 0 1 0 0,0 1-1 0 0,0-1 1 0 0,0 0-1 0 0,357-77-2454 0 0,-117 17-5241 0 0,-169 40 1468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1.0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43 139 3388 0 0,'-2'-8'1598'0'0,"-14"-72"3175"0"0,12 64-3900 0 0,2 12-195 0 0,1-1-118 0 0,-3-15-92 0 0,2 15 1539 0 0,1 11-1528 0 0,-3 16-191 0 0,1 0 0 0 0,0 1 0 0 0,2-1 1 0 0,2 25-1 0 0,11 101 203 0 0,-7-103-371 0 0,79 498 131 0 0,-50-354-1576 0 0,-20-92-2754 0 0,-13-91 2714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1.5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1 342 3440 0 0,'4'-7'318'0'0,"1"0"1"0"0,0 1-1 0 0,0 0 0 0 0,0 0 0 0 0,1 0 0 0 0,0 1 0 0 0,0-1 1 0 0,1 1-1 0 0,-1 1 0 0 0,1-1 0 0 0,0 1 0 0 0,0 1 0 0 0,15-7 1 0 0,8 0-4 0 0,1 0 0 0 0,36-5 0 0 0,-51 12-160 0 0,662-98 3247 0 0,-200 38-1973 0 0,-235 17-356 0 0,-238 46-867 0 0,15-4 17 0 0,-16 2-186 0 0,1 1 784 0 0,-1 0-641 0 0,15-4-70 0 0,-14 4 82 0 0,-1 4-12 0 0,0 0-92 0 0,0 1 0 0 0,0-1 0 0 0,0 1 0 0 0,-1 0 0 0 0,1 0 0 0 0,-1 1 0 0 0,0-1 0 0 0,-1 1 0 0 0,1-1 0 0 0,-1 1 1 0 0,0 0-1 0 0,2 5 0 0 0,22 76 679 0 0,-16-50-598 0 0,54 173 640 0 0,113 452-1558 0 0,-171-635 16 0 0,-2 0 1 0 0,-2 1-1 0 0,0 33 0 0 0,-2-50 53 0 0,-1-1 0 0 0,0 0 1 0 0,0 0-1 0 0,-1 0 0 0 0,0 0 0 0 0,-1 0 0 0 0,0 0 1 0 0,0-1-1 0 0,-1 1 0 0 0,0-1 0 0 0,0 0 0 0 0,-1 0 0 0 0,-6 7 1 0 0,-8 7-5822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1.8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32 349 4836 0 0,'-5'0'1841'0'0,"-16"0"-399"0"0,15 0 2103 0 0,10-4-3258 0 0,2 0-235 0 0,-1 1 0 0 0,0-1 0 0 0,1 1 0 0 0,0 0 0 0 0,0 1 0 0 0,0-1 0 0 0,12-2 0 0 0,55-9 41 0 0,-41 8-94 0 0,286-49 69 0 0,229-46-1053 0 0,7-19-6233 0 0,-444 98 2934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8.8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28 4360 0 0,'0'-5'1506'0'0,"-3"-17"6291"0"0,3 29-7414 0 0,38 290 34 0 0,-33-245-2890 0 0,-5 7-4865 0 0,-1-52 2726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9.1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97 3728 0 0,'0'0'1140'0'0,"2"-6"-133"0"0,-2 3-902 0 0,0-1 34 0 0,1 1-1 0 0,0-1 0 0 0,-1 1 0 0 0,1 0 0 0 0,0 0 0 0 0,1-1 1 0 0,-1 1-1 0 0,0 0 0 0 0,1 0 0 0 0,0 0 0 0 0,0 0 1 0 0,0 1-1 0 0,0-1 0 0 0,0 0 0 0 0,0 1 0 0 0,3-3 0 0 0,0 2-8 0 0,-1-1-10 0 0,0 1 0 0 0,1 1-1 0 0,-1-1 1 0 0,1 1 0 0 0,0-1 0 0 0,-1 1-1 0 0,1 1 1 0 0,0-1 0 0 0,0 1 0 0 0,0-1-1 0 0,7 1 1 0 0,-4-1 5 0 0,-4 1-59 0 0,0 1 0 0 0,-1-1-1 0 0,1 1 1 0 0,0 0 0 0 0,0 0 0 0 0,-1 0 0 0 0,1 0 0 0 0,6 2 0 0 0,10 1 106 0 0,1 1 0 0 0,-1 1 0 0 0,0 1 1 0 0,0 1-1 0 0,0 1 0 0 0,-1 0 0 0 0,-1 2 0 0 0,1 0 1 0 0,29 22-1 0 0,-30-18-79 0 0,0 2 0 0 0,0 1 0 0 0,-2 0 1 0 0,16 20-1 0 0,-25-27-62 0 0,-1-1-1 0 0,1 1 1 0 0,-2 0 0 0 0,0 1 0 0 0,0-1 0 0 0,0 1-1 0 0,-2 0 1 0 0,1 0 0 0 0,3 23 0 0 0,-6-25-19 0 0,-1 1 0 0 0,1 0 0 0 0,-2 0 0 0 0,1-1 0 0 0,-1 1-1 0 0,-1 0 1 0 0,0-1 0 0 0,0 1 0 0 0,-1-1 0 0 0,0 1 0 0 0,-1-1 0 0 0,-9 17 0 0 0,6-14-39 0 0,-1-1 0 0 0,-1 0 0 0 0,1 0 0 0 0,-2-1 0 0 0,0 0 0 0 0,0-1 0 0 0,-1 0 0 0 0,-14 10 0 0 0,2-5-431 0 0,1-1 0 0 0,-2-1 0 0 0,0-1 0 0 0,0-2 0 0 0,-1 0 0 0 0,0-1-1 0 0,0-2 1 0 0,-45 6 0 0 0,48-9-1072 0 0,18-2 1331 0 0,0-1-1 0 0,0 0 1 0 0,0 0 0 0 0,0 0-1 0 0,0 0 1 0 0,0-1 0 0 0,0 1-1 0 0,-6-3 1 0 0,8 2-2 0 0,-29-4-1774 0 0,23 4-1384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9.8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250 130 2836 0 0,'-2'-4'1633'0'0,"-7"-12"-185"0"0,7 13-230 0 0,1-1-142 0 0,-1-1-707 0 0,1-1 1 0 0,0 1-1 0 0,0 0 0 0 0,0 0 1 0 0,0-1-1 0 0,1 1 1 0 0,0-1-1 0 0,0 1 1 0 0,1 0-1 0 0,1-10 0 0 0,0 12-188 0 0,16-14 297 0 0,-14 15-404 0 0,15-6-43 0 0,-14 6 25 0 0,1 2-45 0 0,-5 0-20 0 0,2-1 19 0 0,0 1-1 0 0,1-1 0 0 0,-1 1 1 0 0,0 0-1 0 0,1 0 1 0 0,-1 0-1 0 0,0 0 0 0 0,1 0 1 0 0,-1 1-1 0 0,0 0 1 0 0,0-1-1 0 0,1 1 0 0 0,-1 1 1 0 0,0-1-1 0 0,6 3 1 0 0,2 9-33 0 0,-9-10 14 0 0,-1 2-74 0 0,1 17 58 0 0,-1-16 15 0 0,-3-1 6 0 0,-4 16 10 0 0,5-15-3 0 0,-1-1 12 0 0,-20 43 14 0 0,19-43 9 0 0,2-1-23 0 0,-5 14-11 0 0,4-13 148 0 0,3-1-115 0 0,5 20 29 0 0,0-21-30 0 0,71 37 247 0 0,-39-22-464 0 0,68 45 0 0 0,-99-57 207 0 0,-1-1 0 0 0,1 1 0 0 0,-1 1 0 0 0,0-1 0 0 0,7 11 0 0 0,-11-13-16 0 0,-2 2-47 0 0,-1 17 60 0 0,-3-13 26 0 0,-4-1-55 0 0,-1-1-1 0 0,1 0 1 0 0,-2-1-1 0 0,1 0 1 0 0,-1 0-1 0 0,0-1 1 0 0,0-1 0 0 0,0 0-1 0 0,-1 0 1 0 0,0 0-1 0 0,-22 4 1 0 0,-6 1 5 0 0,0-3-1 0 0,-44 4 1 0 0,65-10-240 0 0,1 0-1 0 0,0-2 0 0 0,0 1 1 0 0,-1-2-1 0 0,1 0 1 0 0,-30-9-1 0 0,36 8-368 0 0,0-1 0 0 0,1 0 0 0 0,0-1 1 0 0,0 0-1 0 0,0 0 0 0 0,0-1 0 0 0,1 0 0 0 0,0-1 0 0 0,0 0 0 0 0,1-1 1 0 0,-8-8-1 0 0,-2-5-3876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2.4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36 124 4308 0 0,'-23'-104'8205'0'0,"16"85"-7266"0"0,7 19-920 0 0,0 0 0 0 0,0 0 0 0 0,0 0 0 0 0,0 0 0 0 0,0 0 0 0 0,0 0 0 0 0,0 0 1 0 0,0 1-1 0 0,0-1 0 0 0,0 0 0 0 0,0 0 0 0 0,0 0 0 0 0,0 0 0 0 0,0 0 0 0 0,-1 0 0 0 0,1 0 1 0 0,0 0-1 0 0,0 0 0 0 0,0 0 0 0 0,0 1 0 0 0,0-1 0 0 0,0 0 0 0 0,0 0 0 0 0,0 0 0 0 0,0 0 0 0 0,0 0 1 0 0,0 0-1 0 0,0 0 0 0 0,0 0 0 0 0,-1 0 0 0 0,1 0 0 0 0,0 0 0 0 0,0 0 0 0 0,0 0 0 0 0,0 0 0 0 0,0 0 1 0 0,0 0-1 0 0,0 0 0 0 0,0 0 0 0 0,0 0 0 0 0,-1 0 0 0 0,1 0 0 0 0,0 0 0 0 0,0 0 0 0 0,0 0 1 0 0,0 0-1 0 0,0 0 0 0 0,0 0 0 0 0,0 0 0 0 0,0 0 0 0 0,0 0 0 0 0,-1 0 0 0 0,1 0 0 0 0,0 0 0 0 0,0 0 1 0 0,0 0-1 0 0,0-1 0 0 0,0 1 0 0 0,0 0 0 0 0,0 0 0 0 0,0 0 0 0 0,0 0 0 0 0,0 0 0 0 0,0 0 1 0 0,0 0-1 0 0,0 0 0 0 0,0 0 0 0 0,0 0 0 0 0,0-1 0 0 0,-2 26 865 0 0,31 364 417 0 0,-1-33-1924 0 0,-20-112-2388 0 0,-7-137-6162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2.9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0 284 3872 0 0,'12'-16'455'0'0,"0"0"-1"0"0,1 1 1 0 0,1 0 0 0 0,0 1-1 0 0,1 1 1 0 0,0 0-1 0 0,27-16 1 0 0,-16 14-53 0 0,1 1 0 0 0,0 1-1 0 0,1 1 1 0 0,39-11 0 0 0,15 4 567 0 0,0 3-1 0 0,135-7 0 0 0,219 6 2710 0 0,-378 23-2976 0 0,-49-5-588 0 0,-7 0-18 0 0,1 0 1 0 0,0 0 0 0 0,0 1-1 0 0,0-1 1 0 0,-1 1-1 0 0,1-1 1 0 0,-1 1-1 0 0,1 0 1 0 0,-1 0-1 0 0,0 0 1 0 0,1 0-1 0 0,-1 1 1 0 0,0-1-1 0 0,0 0 1 0 0,-1 1 0 0 0,3 4-1 0 0,-2-5-99 0 0,-1 0 51 0 0,1 0 0 0 0,-1 0 0 0 0,0 0 0 0 0,0 0 1 0 0,0 0-1 0 0,0 0 0 0 0,0 1 0 0 0,0-1 0 0 0,0 0 0 0 0,-1 0 0 0 0,1 1 0 0 0,-1-1 1 0 0,1 3-1 0 0,0 5 79 0 0,4 15 349 0 0,0 1 1 0 0,0 41 0 0 0,2 11 123 0 0,89 382 1003 0 0,-44-233-1715 0 0,-46-201-111 0 0,25 144-1704 0 0,-29-149 1043 0 0,-1 0 1 0 0,0 0 0 0 0,-2 0 0 0 0,0-1 0 0 0,-2 1 0 0 0,-5 25 0 0 0,6-41 219 0 0,1 1 1 0 0,-2-1-1 0 0,1 1 0 0 0,0-1 1 0 0,-1 0-1 0 0,0 0 1 0 0,-1 0-1 0 0,1 0 1 0 0,-1 0-1 0 0,0-1 0 0 0,-7 8 1 0 0,-10 5-5879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3.1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0 177 4908 0 0,'0'0'6016'0'0,"6"-1"-5480"0"0,230-26 750 0 0,-100 15-1407 0 0,-50 2-97 0 0,310-41-2492 0 0,-134-1-2559 0 0,-173 29 881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40.5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 50 4208 0 0,'-12'-14'1634'0'0,"10"12"-187"0"0,-14-18 2814 0 0,15 19-4092 0 0,1 0 1 0 0,-1 0-1 0 0,1 0 1 0 0,-1 0-1 0 0,0 0 0 0 0,1 0 1 0 0,-1 1-1 0 0,0-1 1 0 0,0 0-1 0 0,0 0 1 0 0,0 1-1 0 0,0-1 1 0 0,0 1-1 0 0,1-1 1 0 0,-1 1-1 0 0,0-1 1 0 0,-2 0-1 0 0,1 5-94 0 0,0 0 1 0 0,0 0-1 0 0,0 0 0 0 0,1 0 1 0 0,0 0-1 0 0,0 0 0 0 0,0 0 1 0 0,0 1-1 0 0,1-1 0 0 0,-1 0 1 0 0,1 0-1 0 0,0 1 0 0 0,1-1 1 0 0,0 7-1 0 0,23 183-985 0 0,-10-59-8474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40.8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1 237 2336 0 0,'6'-74'3267'0'0,"-4"65"-3077"0"0,1 0 1 0 0,0 1 0 0 0,0-1 0 0 0,1 1 0 0 0,0 0 0 0 0,1 0-1 0 0,-1 0 1 0 0,1 1 0 0 0,1 0 0 0 0,0 0 0 0 0,0 0 0 0 0,0 1 0 0 0,1-1-1 0 0,0 2 1 0 0,14-11 0 0 0,-13 12-73 0 0,0 0 0 0 0,0 0 0 0 0,0 0 0 0 0,0 1 0 0 0,0 1-1 0 0,1-1 1 0 0,13-1 0 0 0,-17 3-100 0 0,-1 0 32 0 0,0 0 0 0 0,0 0 0 0 0,0 1 0 0 0,0-1 0 0 0,0 1 1 0 0,0 0-1 0 0,7 1 0 0 0,-2-1 30 0 0,-5 0-43 0 0,-1 0 0 0 0,1 0 0 0 0,0 0 0 0 0,-1 0 1 0 0,1 0-1 0 0,0 1 0 0 0,-1 0 0 0 0,1-1 0 0 0,-1 1 0 0 0,6 3 0 0 0,3 0 31 0 0,-1 0 7 0 0,0 0 1 0 0,0 0-1 0 0,-1 1 0 0 0,1 0 1 0 0,-1 1-1 0 0,-1 0 1 0 0,1 1-1 0 0,-1 0 1 0 0,0 1-1 0 0,0-1 1 0 0,-1 2-1 0 0,0-1 0 0 0,-1 1 1 0 0,0 0-1 0 0,0 1 1 0 0,10 19-1 0 0,-12-20-22 0 0,-1 1 0 0 0,0-1 0 0 0,0 1 0 0 0,-1 0-1 0 0,0 1 1 0 0,-1-1 0 0 0,0 0 0 0 0,-1 1 0 0 0,0-1 0 0 0,-1 1 0 0 0,0 0-1 0 0,0-1 1 0 0,-1 1 0 0 0,0-1 0 0 0,-1 1 0 0 0,-1-1 0 0 0,1 0 0 0 0,-6 12 0 0 0,1-7-26 0 0,-1-1 0 0 0,-1 0 1 0 0,0 0-1 0 0,0-1 1 0 0,-2 0-1 0 0,1-1 0 0 0,-2 0 1 0 0,0-1-1 0 0,0 0 1 0 0,-1-1-1 0 0,0 0 0 0 0,-15 7 1 0 0,1-1-215 0 0,-1-2 1 0 0,0-1-1 0 0,-1-1 0 0 0,0-2 1 0 0,-39 9-1 0 0,50-14-509 0 0,15-5 590 0 0,1 1 1 0 0,-1 0-1 0 0,1-1 1 0 0,-1 0-1 0 0,1 0 0 0 0,-1 1 1 0 0,1-1-1 0 0,-1-1 1 0 0,1 1-1 0 0,-1 0 1 0 0,1-1-1 0 0,-3 0 1 0 0,-41-13-5416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41.2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154 1 2664 0 0,'0'0'4087'0'0,"4"1"-3211"0"0,15 5-115 0 0,-14-5 419 0 0,-8 5-722 0 0,-14 22 143 0 0,-1-1-1 0 0,-43 48 1 0 0,-8 12 612 0 0,57-64-732 0 0,11-19 135 0 0,2 1-464 0 0,2 15-50 0 0,-3-19-101 0 0,0-1 0 0 0,0 0 1 0 0,0 0-1 0 0,0 1 0 0 0,0-1 0 0 0,0 0 0 0 0,0 0 1 0 0,0 1-1 0 0,0-1 0 0 0,0 0 0 0 0,0 0 1 0 0,1 1-1 0 0,-1-1 0 0 0,0 0 0 0 0,0 0 0 0 0,0 0 1 0 0,0 1-1 0 0,0-1 0 0 0,1 0 0 0 0,-1 0 0 0 0,0 0 1 0 0,0 1-1 0 0,0-1 0 0 0,0 0 0 0 0,1 0 0 0 0,-1 0 1 0 0,0 0-1 0 0,0 0 0 0 0,1 1 0 0 0,-1-1 1 0 0,0 0-1 0 0,1 0 0 0 0,1 1 8 0 0,4 1 22 0 0,0 1 0 0 0,0-1-1 0 0,0 0 1 0 0,1-1 0 0 0,-1 1-1 0 0,0-1 1 0 0,14 0 0 0 0,30 1 103 0 0,-16-3-164 0 0,46-6 0 0 0,-65 5-470 0 0,0-1 0 0 0,0 0-1 0 0,0-1 1 0 0,0-1 0 0 0,-1-1-1 0 0,22-11 1 0 0,1-12-3564 0 0,-34 26 1427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41.3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151 8 3408 0 0,'0'0'1124'0'0,"-3"-2"-133"0"0,1 1-716 0 0,-1 0 0 0 0,1 1 0 0 0,0-1 0 0 0,0 0 0 0 0,0 1 0 0 0,-1-1 0 0 0,1 1-1 0 0,0 0 1 0 0,-1-1 0 0 0,1 1 0 0 0,0 0 0 0 0,-1 1 0 0 0,1-1 0 0 0,-5 1 0 0 0,3 0 248 0 0,2 3-44 0 0,-5 10-212 0 0,2-1 1 0 0,0 1-1 0 0,0 0 1 0 0,-4 23-1 0 0,-8 71 102 0 0,8-39-504 0 0,-12 86-1824 0 0,5-51-3058 0 0,7-59-187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3.8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60 144 3672 0 0,'-30'-121'8898'0'0,"28"117"-8243"0"0,2 3-601 0 0,0 0 1 0 0,0 0-1 0 0,0 0 0 0 0,0 0 0 0 0,0 0 1 0 0,-1 1-1 0 0,1-1 0 0 0,0 0 0 0 0,-1 0 0 0 0,1 0 1 0 0,-1 0-1 0 0,1 0 0 0 0,-1 0 0 0 0,1 1 1 0 0,-1-1-1 0 0,1 0 0 0 0,-1 0 0 0 0,-2-1 1219 0 0,-1 13-1113 0 0,1 0-1 0 0,0 0 1 0 0,0 0 0 0 0,1 1 0 0 0,0 18-1 0 0,0 67 334 0 0,3-64-326 0 0,42 489 684 0 0,-27-383-1017 0 0,-11-101-49 0 0,22 188-1473 0 0,-6-84-2940 0 0,-20-135 3154 0 0,2 18-3212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4.2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1 328 2520 0 0,'19'-18'730'0'0,"1"2"-1"0"0,1 0 1 0 0,0 1-1 0 0,1 1 0 0 0,1 1 1 0 0,0 1-1 0 0,1 1 1 0 0,40-12-1 0 0,21-2 438 0 0,105-16-1 0 0,-129 29-618 0 0,668-96 3746 0 0,-712 106-4206 0 0,-15 1-79 0 0,-1 1 0 0 0,1 0-1 0 0,0 0 1 0 0,-1 0 0 0 0,1 0 0 0 0,-1 0 0 0 0,1 0 0 0 0,0 0 0 0 0,-1 1 0 0 0,1-1 0 0 0,2 2 0 0 0,6 0 103 0 0,-5-1-63 0 0,-2 0-10 0 0,0-1 0 0 0,0 1 0 0 0,0 0 0 0 0,0 0 1 0 0,0 0-1 0 0,0 0 0 0 0,0 1 0 0 0,0-1 0 0 0,0 1 0 0 0,-1 0 1 0 0,1 0-1 0 0,-1 0 0 0 0,1 0 0 0 0,-1 0 0 0 0,0 0 1 0 0,1 1-1 0 0,2 3 0 0 0,3 11 168 0 0,-1 0 0 0 0,0 0 0 0 0,-1 1 0 0 0,-1 0 1 0 0,-1 0-1 0 0,4 30 0 0 0,2 125 1038 0 0,-4-38-520 0 0,46 229 687 0 0,-26-238-1354 0 0,71 202-1 0 0,-97-328-61 0 0,28 80-1287 0 0,-26-71 723 0 0,0 1-1 0 0,0-1 1 0 0,-1 0 0 0 0,0 1-1 0 0,0-1 1 0 0,-2 15 0 0 0,1-23 431 0 0,0 1-1 0 0,0-1 1 0 0,0 0 0 0 0,-1 0-1 0 0,1 1 1 0 0,0-1 0 0 0,-1 0 0 0 0,1 1-1 0 0,-1-1 1 0 0,1 0 0 0 0,-1 0-1 0 0,0 0 1 0 0,0 0 0 0 0,1 0 0 0 0,-1 0-1 0 0,0 0 1 0 0,-2 2 0 0 0,0 0-354 0 0,-6 3-1344 0 0,0-2 666 0 0,0-1 0 0 0,-1 0 0 0 0,0 0 0 0 0,-15 1 0 0 0,-10-3-5144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34.4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37 141 4996 0 0,'-6'-1'1620'0'0,"-19"-1"-299"0"0,19 1 1459 0 0,11 0-2127 0 0,29-7-259 0 0,0 2 1 0 0,1 1 0 0 0,0 2-1 0 0,50 1 1 0 0,-15 1-172 0 0,112-6 158 0 0,582-46-2780 0 0,-587 22-3076 0 0,-94 12-558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42.0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82 67 3612 0 0,'-3'-4'1777'0'0,"-48"-55"5055"0"0,48 55-4932 0 0,-15 15-1166 0 0,14-4-465 0 0,2 24-15 0 0,1-1 1 0 0,2 0-1 0 0,4 31 0 0 0,18 104-3085 0 0,-8-64-5191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42.4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90 3492 0 0,'1'-6'1063'0'0,"3"-21"-159"0"0,-3 20-162 0 0,1 2-139 0 0,0 2-536 0 0,-1 1 1 0 0,0-1-1 0 0,1 0 0 0 0,0 0 0 0 0,0 1 1 0 0,0-1-1 0 0,0 1 0 0 0,0 0 1 0 0,0 0-1 0 0,1-1 0 0 0,-1 2 0 0 0,1-1 1 0 0,-1 0-1 0 0,1 0 0 0 0,0 1 1 0 0,0-1-1 0 0,0 1 0 0 0,0 0 0 0 0,-1 0 1 0 0,2 0-1 0 0,-1 0 0 0 0,0 1 1 0 0,0-1-1 0 0,0 1 0 0 0,4 0 0 0 0,9 1 42 0 0,1 2-1 0 0,-1 0 0 0 0,1 1 1 0 0,-1 1-1 0 0,0 0 0 0 0,0 2 1 0 0,-1-1-1 0 0,0 2 1 0 0,0 0-1 0 0,23 17 0 0 0,-26-16-32 0 0,0 0-1 0 0,0 1 1 0 0,-1 0 0 0 0,-1 0-1 0 0,0 1 1 0 0,0 1 0 0 0,-1 0-1 0 0,-1 0 1 0 0,0 1-1 0 0,0 0 1 0 0,-1 0 0 0 0,7 22-1 0 0,-8-6 43 0 0,-6-21-96 0 0,0-6-14 0 0,1 0-1 0 0,-1 1 1 0 0,0-1-1 0 0,0 0 1 0 0,0 0-1 0 0,0 0 0 0 0,0 1 1 0 0,-1-1-1 0 0,1 0 1 0 0,-1 0-1 0 0,1 0 1 0 0,-1 0-1 0 0,0 0 1 0 0,0 0-1 0 0,-2 4 0 0 0,0 1 12 0 0,-1 2-8 0 0,-1-1 1 0 0,1 1 0 0 0,-2-1 0 0 0,1 0 0 0 0,-1-1-1 0 0,0 1 1 0 0,0-1 0 0 0,-1-1 0 0 0,0 1-1 0 0,-1-1 1 0 0,1 0 0 0 0,-1 0 0 0 0,0-1 0 0 0,0 0-1 0 0,-11 4 1 0 0,-12 4 24 0 0,-2 0 1 0 0,-56 14-1 0 0,75-23-87 0 0,4-1-89 0 0,-1 0 1 0 0,1-1-1 0 0,0 0 0 0 0,-1 0 0 0 0,1-1 0 0 0,-21-1 0 0 0,20-2 125 0 0,8 1-630 0 0,0 0 0 0 0,1 0-1 0 0,-1 0 1 0 0,0 0 0 0 0,0-1-1 0 0,1 1 1 0 0,-1-1 0 0 0,-3-2-1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42.7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84 1 3468 0 0,'0'0'5515'0'0,"-3"2"-4805"0"0,-28 23 1100 0 0,28-22-1493 0 0,1 1-23 0 0,-5 13-6 0 0,5-13-26 0 0,3 1-15 0 0,0 2-183 0 0,1 0 0 0 0,0-1 0 0 0,0 1 0 0 0,0 0 0 0 0,1-1 0 0 0,0 1 0 0 0,0-1 0 0 0,1 0 0 0 0,0 0 0 0 0,0 0 0 0 0,5 5 0 0 0,10 10 68 0 0,34 29 0 0 0,17 18 100 0 0,-66-63-206 0 0,0 0 0 0 0,0 0 1 0 0,0 1-1 0 0,0-1 0 0 0,-1 1 0 0 0,0 0 0 0 0,-1 0 0 0 0,4 9 0 0 0,-6-14-18 0 0,0 1-1 0 0,1 0 0 0 0,-1-1 1 0 0,0 1-1 0 0,0 0 0 0 0,0 0 1 0 0,0 0-1 0 0,0-1 0 0 0,0 1 1 0 0,-1 0-1 0 0,1 0 1 0 0,-1-1-1 0 0,1 1 0 0 0,-1 0 1 0 0,1-1-1 0 0,-2 3 0 0 0,0-2-4 0 0,0 0 0 0 0,1 0 0 0 0,-1-1 0 0 0,0 1-1 0 0,0 0 1 0 0,0-1 0 0 0,0 1 0 0 0,0-1-1 0 0,-1 0 1 0 0,1 0 0 0 0,0 1 0 0 0,-1-2 0 0 0,1 1-1 0 0,0 0 1 0 0,-4 0 0 0 0,-57 10-302 0 0,47-9-223 0 0,14-2 466 0 0,-1 1 0 0 0,1-1 1 0 0,0 0-1 0 0,0 0 0 0 0,-1 0 1 0 0,1-1-1 0 0,0 1 0 0 0,0 0 0 0 0,0-1 1 0 0,-3 0-1 0 0,-10-3-810 0 0,7 2 238 0 0,-21-6-137 0 0,3-6-4366 0 0,0-4-585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42.9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0 234 4396 0 0,'49'-48'3798'0'0,"-37"38"-3328"0"0,1 1-1 0 0,0 0 0 0 0,0 1 1 0 0,1 0-1 0 0,0 1 1 0 0,23-8-1 0 0,88-19 147 0 0,-84 24-500 0 0,26-7-518 0 0,107-28-6300 0 0,-134 32 1634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52.5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375 140 2436 0 0,'-4'2'1346'0'0,"-23"9"251"0"0,0-1-1 0 0,0-1 0 0 0,-1-2 0 0 0,-39 6 1 0 0,61-13-1222 0 0,1-1-40 0 0,-15-2-41 0 0,15 2-52 0 0,4 0-207 0 0,-1-1 0 0 0,1 1 0 0 0,0-1 0 0 0,0 1 0 0 0,-1-1-1 0 0,1 1 1 0 0,0 0 0 0 0,-1 0 0 0 0,-3-2 0 0 0,2 0 59 0 0,2-2-93 0 0,1-1 4 0 0,0 0-1 0 0,0 0 1 0 0,0 0 0 0 0,1 0-1 0 0,0 1 1 0 0,0-1 0 0 0,1 0-1 0 0,-1 0 1 0 0,1 1 0 0 0,1-1-1 0 0,-1 0 1 0 0,1 1 0 0 0,0 0-1 0 0,0 0 1 0 0,0 0 0 0 0,1 0-1 0 0,0 0 1 0 0,0 1 0 0 0,0 0-1 0 0,0 0 1 0 0,1 0 0 0 0,-1 0-1 0 0,7-3 1 0 0,-4 2-9 0 0,0 0-1 0 0,0 1 1 0 0,0 0 0 0 0,0 0-1 0 0,1 1 1 0 0,0 0 0 0 0,-1 0 0 0 0,10-1-1 0 0,-13 3-1 0 0,1 1 0 0 0,-1 0 0 0 0,1 0 0 0 0,0 0-1 0 0,-1 0 1 0 0,1 1 0 0 0,0 0 0 0 0,-1 0 0 0 0,1 0-1 0 0,-1 1 1 0 0,0-1 0 0 0,1 1 0 0 0,-1 0 0 0 0,8 5 0 0 0,-11-6 2 0 0,1 0 1 0 0,0 0 0 0 0,-1 0-1 0 0,1 1 1 0 0,0-1 0 0 0,-1 0 0 0 0,0 1-1 0 0,1-1 1 0 0,-1 1 0 0 0,0-1-1 0 0,0 1 1 0 0,0 0 0 0 0,0-1-1 0 0,0 1 1 0 0,1 3 0 0 0,1 2-12 0 0,0-2 16 0 0,0 0 0 0 0,0 1 1 0 0,-1-1-1 0 0,0 1 0 0 0,0-1 0 0 0,0 1 0 0 0,-1 0 0 0 0,0-1 0 0 0,0 1 0 0 0,0 0 0 0 0,-1 10 1 0 0,0 2-13 0 0,0 0-1 0 0,-2 0 1 0 0,0 0 0 0 0,-1 0 0 0 0,0-1 0 0 0,-2 1 0 0 0,0-1 0 0 0,-1 0 0 0 0,0 0 0 0 0,-2 0 0 0 0,0-1 0 0 0,-1-1 0 0 0,0 1 0 0 0,-1-1 0 0 0,-1-1 0 0 0,0 0 0 0 0,-1 0 0 0 0,-1-1 0 0 0,-19 15 0 0 0,17-17-5 0 0,0 0 0 0 0,0-1 0 0 0,-1-1 0 0 0,0-1 0 0 0,-1 0 0 0 0,-22 6 1 0 0,33-12-61 0 0,-9 0-59 0 0,13-1 101 0 0,-1-1 1 0 0,0 1 0 0 0,0-1-1 0 0,1 0 1 0 0,-1 0 0 0 0,0 0-1 0 0,0 0 1 0 0,1 0 0 0 0,-1 0-1 0 0,0-1 1 0 0,0 0 0 0 0,1 1-1 0 0,-1-1 1 0 0,0 0 0 0 0,1 0-1 0 0,-1 0 1 0 0,1-1 0 0 0,-4-1-1 0 0,3 0-6 0 0,0 0-1 0 0,0 0 0 0 0,0 0 0 0 0,0 0 1 0 0,1 0-1 0 0,0-1 0 0 0,-1 1 0 0 0,1-1 0 0 0,0 0 1 0 0,1 0-1 0 0,-1 1 0 0 0,1-1 0 0 0,-1 0 1 0 0,1 0-1 0 0,0 0 0 0 0,1-1 0 0 0,-1-3 0 0 0,2-11-20 0 0,-1 14 5 0 0,2 0 2 0 0,-1 1 44 0 0,0 1 4 0 0,0-1 0 0 0,0 1 0 0 0,0-1 0 0 0,0 1 0 0 0,1 0 0 0 0,-1-1-1 0 0,1 1 1 0 0,0 0 0 0 0,0 0 0 0 0,0 0 0 0 0,0 0 0 0 0,1 1 0 0 0,4-6 0 0 0,-1 5 22 0 0,1 0 0 0 0,-1 0 1 0 0,1 0-1 0 0,0 1 0 0 0,9-3 1 0 0,-11 4 23 0 0,2 2-21 0 0,3 2-9 0 0,-5-3-1 0 0,-1 1 1 0 0,0 0-1 0 0,1 1 1 0 0,-1-1-1 0 0,0 1 1 0 0,6 2 0 0 0,3 5 21 0 0,0 0 1 0 0,0 0 0 0 0,13 14-1 0 0,-15-10 4 0 0,-6-7-38 0 0,1-1 0 0 0,0 1 0 0 0,0-1 0 0 0,0 0 0 0 0,0-1 0 0 0,1 0 0 0 0,0 0 0 0 0,8 4 0 0 0,33 11-152 0 0,-43-18 6 0 0,3-1-64 0 0,9-2 86 0 0,1 0-1 0 0,0-2 1 0 0,0 0 0 0 0,-1-1-1 0 0,0 0 1 0 0,0-2 0 0 0,-1 0-1 0 0,1-1 1 0 0,-1 0 0 0 0,-1-1-1 0 0,0-1 1 0 0,0-1 0 0 0,-1 0-1 0 0,18-18 1 0 0,-22 18 180 0 0,0-1 1 0 0,-1 0-1 0 0,-1-1 0 0 0,0 0 1 0 0,0 0-1 0 0,-1-1 1 0 0,-1 0-1 0 0,0 0 0 0 0,4-19 1 0 0,-7 9 155 0 0,-3 19-183 0 0,0 0 4 0 0,0-1 122 0 0,-3-17 22 0 0,3 17-48 0 0,-2 2-27 0 0,0 1-66 0 0,-5-15 291 0 0,3 16-220 0 0,2 0-73 0 0,-15-6 150 0 0,13 10-136 0 0,1-1 0 0 0,-1 0 0 0 0,0 1-1 0 0,1 0 1 0 0,0 0 0 0 0,-1 0 0 0 0,1 0-1 0 0,0 0 1 0 0,0 1 0 0 0,0-1 0 0 0,0 1-1 0 0,-4 5 1 0 0,6-7-59 0 0,-5 7 64 0 0,-1-1 0 0 0,1 1 0 0 0,0 1 1 0 0,1-1-1 0 0,-6 13 0 0 0,8-14-36 0 0,-5 8 25 0 0,2 1-1 0 0,0 0 1 0 0,1 0 0 0 0,-5 30-1 0 0,9-41-39 0 0,1 2-20 0 0,0-1-11 0 0,1 0 0 0 0,-1 0 0 0 0,1-1-1 0 0,0 1 1 0 0,0-1 0 0 0,1 1-1 0 0,-1-1 1 0 0,1 1 0 0 0,1-1 0 0 0,-1 0-1 0 0,5 8 1 0 0,-5-10-151 0 0,3-1-13 0 0,0 1 122 0 0,0-1 0 0 0,1 0-1 0 0,-1 0 1 0 0,1-1 0 0 0,-1 1-1 0 0,1-1 1 0 0,0-1 0 0 0,-1 1-1 0 0,1-1 1 0 0,0 0 0 0 0,-1 0-1 0 0,1 0 1 0 0,0-1 0 0 0,-1 0-1 0 0,9-2 1 0 0,44-25 276 0 0,-44 20-37 0 0,-12 7-149 0 0,0 0 0 0 0,0 0-1 0 0,0 0 1 0 0,-1 0-1 0 0,1-1 1 0 0,0 1 0 0 0,-1 0-1 0 0,1-1 1 0 0,-1 1-1 0 0,3-4 1 0 0,5-5 161 0 0,-2 1-66 0 0,1-1-1 0 0,-2 0 1 0 0,1 0-1 0 0,-1-1 1 0 0,-1 0-1 0 0,0 0 1 0 0,-1 0-1 0 0,6-23 1 0 0,-9 29-60 0 0,-2-1-11 0 0,-3-26-9 0 0,3 31-33 0 0,0-1 0 0 0,1 0 0 0 0,-1 1-1 0 0,0-1 1 0 0,0 1 0 0 0,0 0 0 0 0,-1-1-1 0 0,1 1 1 0 0,0 0 0 0 0,0 0-1 0 0,-3-2 1 0 0,4 3 1 0 0,-3-4-29 0 0,-2 3-25 0 0,2 0 31 0 0,0 0 0 0 0,-1 0-1 0 0,1 0 1 0 0,-1 1 0 0 0,0 0 0 0 0,1-1-1 0 0,-1 1 1 0 0,1 0 0 0 0,-1 1 0 0 0,1-1-1 0 0,-1 1 1 0 0,1 0 0 0 0,-1-1 0 0 0,1 2-1 0 0,-1-1 1 0 0,1 0 0 0 0,-5 3-1 0 0,1 1-99 0 0,-1-1 0 0 0,1 1 0 0 0,1 1 0 0 0,-1 0 0 0 0,1 0 0 0 0,-9 10 0 0 0,12-12-78 0 0,1-1 0 0 0,-1 1 0 0 0,1 0 0 0 0,0 0 0 0 0,0 0-1 0 0,1 0 1 0 0,-1 0 0 0 0,-1 7 0 0 0,1-4-123 0 0,1-4-564 0 0,2 2-183 0 0,1 14-96 0 0,-1-14-820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52.9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25 3984 0 0,'0'0'2837'0'0,"2"-4"-1758"0"0,2-12-90 0 0,-3 11 2180 0 0,1 6-3110 0 0,0 0-1 0 0,0 0 0 0 0,-1 0 1 0 0,1 1-1 0 0,0-1 0 0 0,-1 0 1 0 0,0 0-1 0 0,1 1 0 0 0,-1-1 1 0 0,3 4-1 0 0,7 7 253 0 0,-1 0 0 0 0,15 21 1 0 0,-12-15-246 0 0,148 175-1533 0 0,-145-175 815 0 0,-14-16 278 0 0,14 13-2078 0 0,-6-8 1315 0 0,0 0-2919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53.1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396 7 2496 0 0,'0'0'1473'0'0,"-4"-1"-183"0"0,2 0-1123 0 0,-1 0 0 0 0,1 0 0 0 0,0 0 0 0 0,-1 1 0 0 0,0-1-1 0 0,1 1 1 0 0,-1-1 0 0 0,1 1 0 0 0,-1 0 0 0 0,0 0 0 0 0,1 0 0 0 0,-1 0 0 0 0,1 1 0 0 0,-1-1-1 0 0,1 1 1 0 0,-1 0 0 0 0,1-1 0 0 0,-1 1 0 0 0,1 0 0 0 0,-1 1 0 0 0,1-1 0 0 0,-3 2 0 0 0,-18 13 79 0 0,0 1 0 0 0,0 1 0 0 0,2 1 0 0 0,0 2 0 0 0,1-1 0 0 0,-19 29 0 0 0,2 2-295 0 0,-54 102 0 0 0,58-72-1533 0 0,32-76 759 0 0,2-1-1498 0 0,1 15 111 0 0,-1-14-1536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53.5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130 0 3060 0 0,'0'0'6126'0'0,"-2"5"-5750"0"0,-6 11-35 0 0,-1 0-1 0 0,-1-1 1 0 0,-17 21-1 0 0,11-16 200 0 0,-22 40 0 0 0,20-20 202 0 0,16-36-476 0 0,3 1-160 0 0,2 17 30 0 0,2-21-88 0 0,0 1-34 0 0,21 3 42 0 0,-5-4-60 0 0,0 0-1 0 0,0-2 1 0 0,1-1 0 0 0,-1-1 0 0 0,28-7 0 0 0,-21 4-124 0 0,-14 4-33 0 0,26-7-265 0 0,41-13 1 0 0,-65 16-1135 0 0,1 0 0 0 0,26-17 0 0 0,-39 21 203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53.7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85 29 4264 0 0,'-3'-2'1551'0'0,"-6"-9"-217"0"0,6 8 948 0 0,-4-3-1037 0 0,7 6-1174 0 0,0 0-1 0 0,0-1 0 0 0,0 1 0 0 0,-1-1 0 0 0,1 1 0 0 0,0 0 0 0 0,-1-1 0 0 0,1 1 0 0 0,0 0 0 0 0,-1-1 1 0 0,1 1-1 0 0,0 0 0 0 0,-1 0 0 0 0,1-1 0 0 0,0 1 0 0 0,-1 0 0 0 0,1 0 0 0 0,-1 0 0 0 0,1-1 0 0 0,-1 1 0 0 0,1 0 1 0 0,0 0-1 0 0,-1 0 0 0 0,1 0 0 0 0,-1 0 0 0 0,1 0 0 0 0,-1 0 0 0 0,1 0 0 0 0,-1 0 0 0 0,1 0 0 0 0,-1 0 0 0 0,1 0 1 0 0,0 0-1 0 0,-1 0 0 0 0,0 1 0 0 0,-1 0-27 0 0,0 0 0 0 0,1 0 0 0 0,-1 1 0 0 0,1-1 0 0 0,-1 1 0 0 0,1-1 0 0 0,-1 1 0 0 0,1-1 0 0 0,0 1 0 0 0,0 0 0 0 0,-1 0 0 0 0,1-1 0 0 0,1 1 0 0 0,-1 0 0 0 0,0 0 0 0 0,0 0 0 0 0,1 0 0 0 0,-1 0 0 0 0,1 0 0 0 0,-1 0 0 0 0,1 0 0 0 0,0 0 0 0 0,0 1 0 0 0,0 1 0 0 0,-4 198-292 0 0,-5 53-4750 0 0,3-193 1681 0 0,1 4-2351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55.5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371 276 3604 0 0,'0'0'1336'0'0,"-6"0"-131"0"0,-2 0-966 0 0,-90-4 3501 0 0,88 4-3536 0 0,0-2 0 0 0,1 1 1 0 0,-1-1-1 0 0,1-1 0 0 0,0 1 0 0 0,0-2 0 0 0,0 1 0 0 0,0-1 0 0 0,0-1 0 0 0,1 1 0 0 0,0-1 1 0 0,0-1-1 0 0,0 0 0 0 0,-10-10 0 0 0,15 13-173 0 0,1 0 0 0 0,0-1 0 0 0,0 1 0 0 0,0-1 1 0 0,0 1-1 0 0,0-1 0 0 0,1 0 0 0 0,0 0 0 0 0,0 0 0 0 0,0 0 1 0 0,0 1-1 0 0,1-1 0 0 0,-1-6 0 0 0,1 7-48 0 0,-1-3 13 0 0,1 1 1 0 0,0 0-1 0 0,0 0 1 0 0,0-1 0 0 0,1 1-1 0 0,0 0 1 0 0,0 0-1 0 0,0 0 1 0 0,0 0-1 0 0,4-8 1 0 0,-3 8-13 0 0,3-10 36 0 0,-5 13-20 0 0,1 0 0 0 0,-1 0-1 0 0,1 0 1 0 0,0 1 0 0 0,0-1-1 0 0,0 0 1 0 0,0 0 0 0 0,0 1 0 0 0,0-1-1 0 0,0 0 1 0 0,1 1 0 0 0,-1-1-1 0 0,1 1 1 0 0,-1 0 0 0 0,3-2 0 0 0,31-22-83 0 0,-32 23 86 0 0,-1 1 1 0 0,1 0-1 0 0,-1-1 1 0 0,1 1 0 0 0,0 1-1 0 0,-1-1 1 0 0,1 0 0 0 0,0 1-1 0 0,0-1 1 0 0,-1 1 0 0 0,1 0-1 0 0,0 0 1 0 0,0 0 0 0 0,0 0-1 0 0,0 0 1 0 0,-1 1 0 0 0,6 1-1 0 0,-2 0-9 0 0,0 1 1 0 0,-1 0-1 0 0,1 0 0 0 0,-1 1 1 0 0,1 0-1 0 0,-1 0 0 0 0,0 0 0 0 0,-1 0 1 0 0,1 1-1 0 0,-1 0 0 0 0,1 0 0 0 0,4 9 1 0 0,-3-5-24 0 0,-1 1 0 0 0,-1 0 0 0 0,1 0 0 0 0,-2 0 0 0 0,1 1 0 0 0,-2-1 0 0 0,3 16 0 0 0,-2 1-7 0 0,-1 0 0 0 0,-2 0 0 0 0,0 0 0 0 0,-2 0 1 0 0,-1 0-1 0 0,-2 0 0 0 0,0 0 0 0 0,-2-1 1 0 0,0 0-1 0 0,-2 0 0 0 0,-1-1 0 0 0,-1 0 0 0 0,-1-1 1 0 0,-21 31-1 0 0,28-47 0 0 0,-2 1 1 0 0,1-1 0 0 0,-1 0-1 0 0,0 0 1 0 0,-1-1 0 0 0,0 0-1 0 0,0 0 1 0 0,0-1-1 0 0,-1 0 1 0 0,0 0 0 0 0,0-1-1 0 0,-1 0 1 0 0,-17 5-1 0 0,22-8-45 0 0,-1-3 6 0 0,3 1 82 0 0,1 0-27 0 0,-1 0 0 0 0,0 0 0 0 0,0 0 0 0 0,0 0 0 0 0,0-1 0 0 0,0 1 0 0 0,0-1 0 0 0,1 0 0 0 0,-1 0 0 0 0,0 0 0 0 0,1 0 0 0 0,-1 0 0 0 0,0-1 0 0 0,1 1 0 0 0,0-1 0 0 0,-1 0 0 0 0,1 0-1 0 0,-3-2 1 0 0,1-3-32 0 0,0-1 0 0 0,0 0 0 0 0,1 0 0 0 0,0 0 0 0 0,0-1-1 0 0,0 1 1 0 0,2-1 0 0 0,-1 1 0 0 0,1-1 0 0 0,0 0 0 0 0,0 0 0 0 0,1 0-1 0 0,1 1 1 0 0,-1-1 0 0 0,1 0 0 0 0,1 0 0 0 0,3-11 0 0 0,-4 16 30 0 0,0 0-1 0 0,1 0 1 0 0,-1 0 0 0 0,1 0 0 0 0,0 0 0 0 0,0 0 0 0 0,1 1 0 0 0,-1-1 0 0 0,1 1 0 0 0,0-1 0 0 0,5-4-1 0 0,-4 4 13 0 0,-4 3 6 0 0,1 1 1 0 0,0-1 0 0 0,0 0 0 0 0,0 0 0 0 0,0 0 0 0 0,0 0 0 0 0,0 1 0 0 0,0-1-1 0 0,0 0 1 0 0,0 1 0 0 0,0-1 0 0 0,0 1 0 0 0,0-1 0 0 0,0 1 0 0 0,0 0 0 0 0,0-1-1 0 0,2 1 1 0 0,9-4-13 0 0,-10 4 15 0 0,0-1-1 0 0,0 1 1 0 0,0 0 0 0 0,0 0 0 0 0,-1 0 0 0 0,1-1-1 0 0,0 2 1 0 0,0-1 0 0 0,0 0 0 0 0,0 0-1 0 0,0 1 1 0 0,3 0 0 0 0,-2 0 1 0 0,3 0 15 0 0,0 0 1 0 0,-1 0-1 0 0,1 1 0 0 0,-1 0 1 0 0,1 0-1 0 0,-1 1 1 0 0,0-1-1 0 0,0 1 0 0 0,0 0 1 0 0,8 7-1 0 0,-9-7-9 0 0,8 5 27 0 0,0 0-1 0 0,0 1 0 0 0,-1 0 0 0 0,11 13 0 0 0,-10-10-4 0 0,0-1 1 0 0,1 0-1 0 0,23 14 0 0 0,-36-25-28 0 0,7 5-40 0 0,0 0 0 0 0,1-1 0 0 0,-1 0 1 0 0,1-1-1 0 0,0 0 0 0 0,0 0 1 0 0,1-1-1 0 0,-1 1 0 0 0,17 0 0 0 0,-7-3-172 0 0,0-2-1 0 0,1 0 1 0 0,-1-1 0 0 0,0-1-1 0 0,0-1 1 0 0,-1-1-1 0 0,0 0 1 0 0,0-1 0 0 0,0-1-1 0 0,0 0 1 0 0,-2-1-1 0 0,1-1 1 0 0,-1-1-1 0 0,0 0 1 0 0,19-19 0 0 0,-22 17 279 0 0,0 0 0 0 0,0-1 1 0 0,-1 0-1 0 0,-1-1 0 0 0,-1 0 1 0 0,0-1-1 0 0,-1 0 0 0 0,0 0 0 0 0,-2 0 1 0 0,9-31-1 0 0,-12 33 240 0 0,-1 0 0 0 0,0-1 1 0 0,-1 1-1 0 0,0 0 0 0 0,-1-1 0 0 0,-4-28 0 0 0,2 38-21 0 0,-1 2-62 0 0,-8-8-44 0 0,8 8-50 0 0,-2 4 40 0 0,-2 2-100 0 0,1-1 0 0 0,-1 1-1 0 0,1 0 1 0 0,0 1 0 0 0,-1-1-1 0 0,2 1 1 0 0,-1 0 0 0 0,0 1-1 0 0,1 0 1 0 0,0 0 0 0 0,0 0-1 0 0,0 0 1 0 0,-7 12 0 0 0,-4 6 42 0 0,2 2 0 0 0,-13 27 1 0 0,20-38-25 0 0,2-1-39 0 0,0 0 0 0 0,-7 25 0 0 0,11-33-37 0 0,0 1-12 0 0,-1 17-44 0 0,2-17-23 0 0,1-2-17 0 0,5 14-31 0 0,-5-14-29 0 0,1-3-51 0 0,-1-1 169 0 0,1 1 0 0 0,-1-1 0 0 0,1 1 0 0 0,-1-1 0 0 0,0 1 0 0 0,1 0 0 0 0,-1 0 0 0 0,0-1 0 0 0,0 1 0 0 0,0 0 0 0 0,2 2 0 0 0,-1-1-29 0 0,2 0-135 0 0,2-2 21 0 0,0 0 141 0 0,1 0 1 0 0,0-1-1 0 0,0 0 1 0 0,-1 0-1 0 0,1-1 1 0 0,-1 0-1 0 0,1 0 1 0 0,-1-1-1 0 0,0 1 0 0 0,0-1 1 0 0,9-6-1 0 0,-7 2 82 0 0,0-1-1 0 0,-1 1 0 0 0,0-1 0 0 0,0-1 1 0 0,-1 1-1 0 0,0-1 0 0 0,-1 0 0 0 0,1 0 1 0 0,-2-1-1 0 0,1 0 0 0 0,-1 0 0 0 0,-1 0 1 0 0,0 0-1 0 0,3-18 0 0 0,-5 26-42 0 0,-1 0 0 0 0,0 0 1 0 0,1 0-1 0 0,-1 0 0 0 0,0 0 0 0 0,0-1 0 0 0,0 1 0 0 0,0 0 1 0 0,0 0-1 0 0,0 0 0 0 0,-1-2 0 0 0,0-2 15 0 0,0 1 44 0 0,0 0-21 0 0,-2-17-17 0 0,2 17-15 0 0,1 5-16 0 0,0-1-1 0 0,0 1 1 0 0,-1-1 0 0 0,1 1-1 0 0,0-1 1 0 0,0 1-1 0 0,0-1 1 0 0,-1 1 0 0 0,1 0-1 0 0,0-1 1 0 0,-1 1-1 0 0,1-1 1 0 0,0 1 0 0 0,-1 0-1 0 0,1-1 1 0 0,0 1-1 0 0,-1 0 1 0 0,1 0 0 0 0,-1-1-1 0 0,1 1 1 0 0,-1 0-1 0 0,1 0 1 0 0,-1 0 0 0 0,1-1-1 0 0,0 1 1 0 0,-2 0-1 0 0,2 0-1 0 0,-1 0 0 0 0,1 0 0 0 0,-1 0 0 0 0,1-1 0 0 0,-1 1-1 0 0,1 0 1 0 0,-1 0 0 0 0,1 0 0 0 0,0-1 0 0 0,-1 1 0 0 0,1 0-1 0 0,-1-1 1 0 0,1 1 0 0 0,0 0 0 0 0,-1-1 0 0 0,1 1 0 0 0,0 0-1 0 0,-1-1 1 0 0,1 1 0 0 0,0-1 0 0 0,0 1 0 0 0,-1-1-1 0 0,1 1 1 0 0,0 0 0 0 0,0-1 0 0 0,-1 0 0 0 0,-4 1-52 0 0,-2 1-49 0 0,0 0-1 0 0,0 0 1 0 0,0 1-1 0 0,0 0 1 0 0,1 0-1 0 0,-1 0 0 0 0,1 1 1 0 0,-1 0-1 0 0,1 1 1 0 0,0-1-1 0 0,0 1 1 0 0,-8 6-1 0 0,7-3-549 0 0,-1 0-1 0 0,1 0 1 0 0,0 1-1 0 0,1 0 0 0 0,-11 16 1 0 0,8-9-518 0 0,7-11-817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55.9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3232 0 0,'0'0'8006'0'0,"4"4"-7724"0"0,5 5-148 0 0,0 0 0 0 0,-1 1-1 0 0,0 0 1 0 0,0 1 0 0 0,9 16 0 0 0,22 30 130 0 0,-14-27-427 0 0,2-2-1 0 0,1 0 1 0 0,1-2-1 0 0,1-1 0 0 0,1-2 1 0 0,66 38-1 0 0,-93-59-319 0 0,1 0-62 0 0,47 3-3424 0 0,-46-5 2844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56.1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355 17 2620 0 0,'-3'-3'1345'0'0,"-9"-8"-157"0"0,9 8 648 0 0,-2 5-1137 0 0,0-1-515 0 0,4-1-137 0 0,-1 0 0 0 0,1 1 1 0 0,-1-1-1 0 0,1 0 0 0 0,-1 1 0 0 0,1-1 1 0 0,0 1-1 0 0,-1 0 0 0 0,1-1 0 0 0,-1 1 1 0 0,1 0-1 0 0,0 0 0 0 0,0 0 0 0 0,0 0 1 0 0,-1 0-1 0 0,1 0 0 0 0,0 0 0 0 0,0 0 1 0 0,-1 2-1 0 0,-34 46 606 0 0,2 2-1 0 0,-45 93 1 0 0,32-57-426 0 0,-35 66-1041 0 0,79-145 170 0 0,-1 1 0 0 0,1-1 0 0 0,-4 18-1 0 0,4-14-455 0 0,2-8-1291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56.4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239 0 3216 0 0,'0'0'3461'0'0,"-4"5"-2659"0"0,-93 112 2320 0 0,-31 43-370 0 0,126-157-2573 0 0,-4 20 66 0 0,4-19-79 0 0,7-1-95 0 0,0-1-65 0 0,0 0-1 0 0,0 0 1 0 0,0 0-1 0 0,0 0 1 0 0,0-1 0 0 0,0 0-1 0 0,1 0 1 0 0,6 0 0 0 0,16-2-68 0 0,-1-1 1 0 0,0-1 0 0 0,0-2 0 0 0,37-10 0 0 0,94-43-740 0 0,-138 50 284 0 0,0-2 1 0 0,0 0 0 0 0,32-22-1 0 0,-8-9-5399 0 0,-23 17 980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4:56.6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87 0 4064 0 0,'0'0'2753'0'0,"-5"1"-1652"0"0,1 0-904 0 0,1 0 0 0 0,-1 0 0 0 0,1 0-1 0 0,-1 0 1 0 0,1 1 0 0 0,0 0 0 0 0,0-1 0 0 0,0 1-1 0 0,0 0 1 0 0,0 0 0 0 0,0 1 0 0 0,0-1 0 0 0,1 1 0 0 0,-1-1-1 0 0,1 1 1 0 0,0 0 0 0 0,-1 0 0 0 0,1 0 0 0 0,1 0 0 0 0,-1 0-1 0 0,0 0 1 0 0,1 1 0 0 0,-2 4 0 0 0,0-1-67 0 0,1-4-67 0 0,1 1 0 0 0,0-1-1 0 0,0 0 1 0 0,0 0-1 0 0,0 0 1 0 0,1 1 0 0 0,-1-1-1 0 0,1 6 1 0 0,-4 48 13 0 0,2 1 0 0 0,9 87 0 0 0,28 127-3997 0 0,-16-136-478 0 0,-11-76-805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06.6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326 53 5092 0 0,'0'0'7026'0'0,"-2"5"-6808"0"0,-1 0-84 0 0,0 1 0 0 0,0-1 0 0 0,0 1 0 0 0,-1-1 1 0 0,0 0-1 0 0,0-1 0 0 0,0 1 0 0 0,-1-1 0 0 0,0 0 0 0 0,0 0 1 0 0,0 0-1 0 0,0 0 0 0 0,-8 3 0 0 0,10-5 186 0 0,-12 2 95 0 0,-5 4 140 0 0,12-7-440 0 0,0-1 0 0 0,-1 0 0 0 0,1 0 0 0 0,-8-2 0 0 0,11 1-20 0 0,4 1-88 0 0,-1-1 0 0 0,1 1 0 0 0,0-1 0 0 0,-1 1 0 0 0,1-1 0 0 0,0 1 0 0 0,0-1 0 0 0,0 0 0 0 0,-1 1 0 0 0,1-1-1 0 0,0 0 1 0 0,-2-2 0 0 0,2 2-2 0 0,-3-2-16 0 0,3 2 12 0 0,1 0 0 0 0,0-1 0 0 0,-1 1 0 0 0,1 0 0 0 0,-1 0 0 0 0,0-1 0 0 0,1 1 0 0 0,-1 0 0 0 0,0 0 0 0 0,0 0-1 0 0,0 0 1 0 0,-2-2 0 0 0,2 1-3 0 0,-1-2-17 0 0,1-1 7 0 0,0-15-20 0 0,1 15-26 0 0,1 1 28 0 0,0 0 1 0 0,1-1 0 0 0,0 1-1 0 0,-1 0 1 0 0,2 0-1 0 0,-1 0 1 0 0,0 0 0 0 0,1 1-1 0 0,0-1 1 0 0,3-3-1 0 0,11-6-104 0 0,-13 11 106 0 0,0-1-66 0 0,-3 3 90 0 0,0 1-1 0 0,-1-1 1 0 0,1 0 0 0 0,0 0 0 0 0,0 0 0 0 0,-1 0 0 0 0,1 0-1 0 0,0 0 1 0 0,0 0 0 0 0,0 0 0 0 0,-1 0 0 0 0,1 0 0 0 0,0 0-1 0 0,-1 0 1 0 0,1-1 0 0 0,0 1 0 0 0,0 0 0 0 0,-1 0 0 0 0,1-1-1 0 0,1 0 1 0 0,-1 1 1 0 0,0-1-1 0 0,0 1 1 0 0,0-1-1 0 0,0 1 1 0 0,0-1-1 0 0,0 1 1 0 0,0 0-1 0 0,0 0 1 0 0,0-1-1 0 0,0 1 1 0 0,0 0-1 0 0,0 0 1 0 0,0 0-1 0 0,0 0 1 0 0,0 0-1 0 0,1 1 0 0 0,-1-1 1 0 0,0 0-1 0 0,0 0 1 0 0,1 1-1 0 0,1 0-18 0 0,1 0 1 0 0,-1-1 0 0 0,0 1 0 0 0,0 0-1 0 0,0 0 1 0 0,0 0 0 0 0,0 1 0 0 0,0-1 0 0 0,0 1-1 0 0,0-1 1 0 0,0 1 0 0 0,-1 0 0 0 0,1 0 0 0 0,-1 0-1 0 0,1 1 1 0 0,-1-1 0 0 0,3 4 0 0 0,22 60-405 0 0,-25-50 259 0 0,-3 4 92 0 0,-1 0 1 0 0,-1 0-1 0 0,0-1 0 0 0,-1 1 0 0 0,-1-1 1 0 0,-1 0-1 0 0,-1 0 0 0 0,-1-1 1 0 0,0 0-1 0 0,-2 0 0 0 0,1-1 0 0 0,-2 0 1 0 0,-1-1-1 0 0,0 0 0 0 0,0-1 1 0 0,-2 0-1 0 0,0-1 0 0 0,-21 16 1 0 0,24-23 80 0 0,-1-1 0 0 0,0 0 0 0 0,0-1 0 0 0,-18 6 0 0 0,25-10-29 0 0,5-1 20 0 0,0-1 0 0 0,0 1 0 0 0,0 0 0 0 0,-1-1 0 0 0,1 1 0 0 0,0 0 0 0 0,0 0 0 0 0,-1-1 0 0 0,1 1 0 0 0,0 0 0 0 0,0 0 0 0 0,-1-1 0 0 0,1 1 0 0 0,0 0 0 0 0,-1 0 0 0 0,1 0 0 0 0,0-1 0 0 0,-1 1 0 0 0,1 0 0 0 0,0 0 0 0 0,-1 0 0 0 0,1 0 0 0 0,-1 0 0 0 0,1 0 0 0 0,0 0 0 0 0,-1 0 0 0 0,1 0 0 0 0,0 0 0 0 0,-1 0 0 0 0,1 0 0 0 0,-1 0 0 0 0,0 0 3 0 0,0 0 1 0 0,1 0 0 0 0,-1 0-1 0 0,0 0 1 0 0,1 0-1 0 0,-1 0 1 0 0,0 0 0 0 0,1 0-1 0 0,-1 0 1 0 0,0-1-1 0 0,0 1 1 0 0,1 0 0 0 0,-1 0-1 0 0,1-1 1 0 0,-1 1-1 0 0,0 0 1 0 0,1-1 0 0 0,-1 1-1 0 0,1-1 1 0 0,-1 1-1 0 0,1-1 1 0 0,-1 1 0 0 0,1-1-1 0 0,-1 1 1 0 0,1-1-1 0 0,-1 1 1 0 0,1-2 0 0 0,-11-13 3 0 0,8 11-26 0 0,3-3-28 0 0,0 2 36 0 0,-1-4-28 0 0,1-1 0 0 0,0 0 0 0 0,2-13 0 0 0,-1 19 27 0 0,0 0 1 0 0,0 0 0 0 0,0 1 0 0 0,0-1-1 0 0,0 0 1 0 0,1 1 0 0 0,0-1 0 0 0,-1 1 0 0 0,1-1-1 0 0,1 1 1 0 0,-1 0 0 0 0,0 0 0 0 0,1 0 0 0 0,-1 0-1 0 0,4-2 1 0 0,-2 2 11 0 0,-1 0-1 0 0,1 1 0 0 0,0 0 1 0 0,0 0-1 0 0,-1 0 1 0 0,1 0-1 0 0,1 1 1 0 0,-1-1-1 0 0,0 1 0 0 0,0 0 1 0 0,0 0-1 0 0,1 1 1 0 0,8-1-1 0 0,-6 2 4 0 0,0 0-1 0 0,0 0 0 0 0,0 0 0 0 0,0 1 1 0 0,0 0-1 0 0,0 1 0 0 0,0-1 0 0 0,-1 1 1 0 0,12 8-1 0 0,38 21 40 0 0,-45-25-173 0 0,1-1 0 0 0,-1 0-1 0 0,1 0 1 0 0,1-2 0 0 0,-1 1-1 0 0,14 2 1 0 0,36 1-1132 0 0,-48-7 721 0 0,0-1-1 0 0,0-1 1 0 0,22-3-1 0 0,-27 3 417 0 0,3 0-60 0 0,0-1-1 0 0,0-1 1 0 0,0 0 0 0 0,-1 0-1 0 0,0-1 1 0 0,0 0-1 0 0,0-1 1 0 0,0 0 0 0 0,0-1-1 0 0,-1-1 1 0 0,0 1-1 0 0,-1-1 1 0 0,1-1 0 0 0,12-13-1 0 0,-12 10 334 0 0,-1 0-1 0 0,-1-1 0 0 0,0 1 1 0 0,0-2-1 0 0,-2 1 0 0 0,1-1 1 0 0,-1 0-1 0 0,-1 0 0 0 0,-1-1 1 0 0,6-24-1 0 0,-9 31 160 0 0,-1 1 8 0 0,0-19-34 0 0,0 18-26 0 0,-2 3-18 0 0,-8-13 7 0 0,8 13-22 0 0,-3 3-133 0 0,0 1-1 0 0,0-1 1 0 0,0 1-1 0 0,0 0 1 0 0,0 0-1 0 0,0 1 1 0 0,0-1-1 0 0,0 1 0 0 0,0 0 1 0 0,0 1-1 0 0,0-1 1 0 0,0 1-1 0 0,1 0 1 0 0,-1 0-1 0 0,0 0 0 0 0,1 1 1 0 0,0-1-1 0 0,0 1 1 0 0,-7 6-1 0 0,-4 5 76 0 0,0 1 0 0 0,1 0 1 0 0,-16 23-1 0 0,24-30-61 0 0,-1 0-3 0 0,-4 10-34 0 0,2-1 56 0 0,-13 32 137 0 0,20-45-196 0 0,1-2-60 0 0,1-1 1 0 0,-1 1-1 0 0,1 0 1 0 0,-1-1-1 0 0,1 1 0 0 0,0 0 1 0 0,0 0-1 0 0,0-1 1 0 0,0 1-1 0 0,0 0 1 0 0,0 2-1 0 0,0 1-2 0 0,0 0 36 0 0,2 1-13 0 0,1-1 0 0 0,-1 0 0 0 0,1 0 0 0 0,1 0 0 0 0,-1-1-1 0 0,6 7 1 0 0,-5-8-8 0 0,1-2-14 0 0,1 1 5 0 0,1 0-1 0 0,0-1 0 0 0,-1 0 0 0 0,1-1 0 0 0,0 1 0 0 0,0-1 0 0 0,-1-1 1 0 0,1 1-1 0 0,0-1 0 0 0,-1 0 0 0 0,1-1 0 0 0,7-2 0 0 0,37-27 348 0 0,-46 27-311 0 0,0 0-1 0 0,0-1 0 0 0,-1 0 0 0 0,1 0 0 0 0,-1-1 0 0 0,0 1 1 0 0,5-12-1 0 0,-7 15-41 0 0,0-3 32 0 0,0 0 0 0 0,0 1-1 0 0,-1-1 1 0 0,1 0 0 0 0,-1 0-1 0 0,0 0 1 0 0,0 0 0 0 0,-1 0-1 0 0,0-5 1 0 0,1 5-11 0 0,-1 0 26 0 0,-1-1-34 0 0,-2-18-84 0 0,2 18 80 0 0,-2 1 18 0 0,-6-12-2 0 0,6 12-80 0 0,2 5 37 0 0,0 0-1 0 0,0-1 0 0 0,-1 1 0 0 0,1-1 0 0 0,0 1 0 0 0,0-1 0 0 0,-1 0 0 0 0,1 1 0 0 0,0-1 0 0 0,0 0 0 0 0,0 0 0 0 0,-2-1 0 0 0,1 0-47 0 0,-2 0-299 0 0,3 2 331 0 0,-1 1 0 0 0,1-1 0 0 0,-1 0-1 0 0,1 1 1 0 0,-1-1 0 0 0,0 0 0 0 0,1 0-1 0 0,-1 0 1 0 0,1 0 0 0 0,-1 0 0 0 0,1-1-1 0 0,-4 0 1 0 0,2 1-53 0 0,-3 0-234 0 0,1 2-66 0 0,-16 6-114 0 0,15-7-193 0 0,3 2-169 0 0,-11 7-160 0 0,10-8-278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06.9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3872 0 0,'0'0'4567'0'0,"5"1"-3700"0"0,12 2-125 0 0,-12-2-92 0 0,-3 3-80 0 0,2 3-253 0 0,13 21 478 0 0,2 0 0 0 0,32 38-1 0 0,-29-43-791 0 0,0-2-1 0 0,2-1 1 0 0,1 0 0 0 0,28 16-1 0 0,-27-20-2432 0 0,57 23 0 0 0,-79-37 816 0 0,1-1-1136 0 0,18 5-1968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07.1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311 0 4024 0 0,'0'0'2306'0'0,"-5"1"-1394"0"0,-18 3-167 0 0,22-4-704 0 0,0 0 0 0 0,0 0 0 0 0,0 0 0 0 0,0 1 0 0 0,0-1-1 0 0,1 0 1 0 0,-1 1 0 0 0,0-1 0 0 0,0 1 0 0 0,0-1 0 0 0,0 1 0 0 0,1-1-1 0 0,-1 1 1 0 0,0 0 0 0 0,1-1 0 0 0,-1 1 0 0 0,0 0 0 0 0,1-1-1 0 0,-1 1 1 0 0,1 0 0 0 0,-1 0 0 0 0,1 0 0 0 0,-1 0 0 0 0,0 1-1 0 0,1-1 83 0 0,-22 27 248 0 0,1 2 1 0 0,2 0-1 0 0,1 1 1 0 0,-24 58 0 0 0,-8 14-192 0 0,23-52-1676 0 0,-32 85-1 0 0,57-130 390 0 0,2-4 892 0 0,0 0 1 0 0,0-1-1 0 0,1 1 1 0 0,-1 0 0 0 0,0-1-1 0 0,-1 1 1 0 0,1 0-1 0 0,0-1 1 0 0,0 1-1 0 0,-1 0 1 0 0,1-1 0 0 0,-2 4-1 0 0,2-3-383 0 0,-1 3-3045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07.5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184 1 3264 0 0,'0'0'2679'0'0,"-3"3"-1715"0"0,-26 27 238 0 0,2 1 0 0 0,1 2-1 0 0,2 0 1 0 0,-36 64 0 0 0,58-93-1014 0 0,0 1-39 0 0,-6 11-8 0 0,6-12 151 0 0,3 1-178 0 0,2 11-26 0 0,-2-12-16 0 0,0-4-69 0 0,0 0 0 0 0,-1 0 0 0 0,1 0 0 0 0,0 0 0 0 0,-1 0 0 0 0,1 0 0 0 0,0 1 0 0 0,-1-1 0 0 0,1 0 0 0 0,0 0 0 0 0,-1 0 0 0 0,1 1 0 0 0,0-1 0 0 0,-1 0 0 0 0,1 1-1 0 0,-1-1 1 0 0,1 0 0 0 0,0 1 0 0 0,-1-1 0 0 0,1 1 0 0 0,0 0 0 0 0,0 0 1 0 0,0 0-1 0 0,0-1 0 0 0,-1 1 1 0 0,1 0-1 0 0,0-1 0 0 0,0 1 1 0 0,1 0-1 0 0,-1-1 1 0 0,0 0-1 0 0,0 1 0 0 0,0-1 1 0 0,0 1-1 0 0,0-1 0 0 0,0 0 1 0 0,1 0-1 0 0,-1 0 1 0 0,0 0-1 0 0,0 0 0 0 0,2 0 1 0 0,65 0 16 0 0,-39-2-158 0 0,-1-1-1 0 0,1-1 1 0 0,-1-1-1 0 0,-1-2 1 0 0,1-1-1 0 0,-1-1 1 0 0,39-18-1 0 0,-24-3-2107 0 0,-16 3-3481 0 0,-14 12 735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07.7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116 20 3660 0 0,'-13'-4'642'0'0,"3"0"677"0"0,-1 1 1 0 0,1 0-1 0 0,-1 1 0 0 0,-12-2 0 0 0,21 5-1212 0 0,0 0 0 0 0,0 1 0 0 0,0-1-1 0 0,0 0 1 0 0,0 1 0 0 0,0-1 0 0 0,1 1 0 0 0,-1 0-1 0 0,1-1 1 0 0,-1 1 0 0 0,1 0 0 0 0,-1 0 0 0 0,1 0-1 0 0,0 0 1 0 0,0 0 0 0 0,0 0 0 0 0,-1 3 0 0 0,0 5-7 0 0,0-1 1 0 0,0 1-1 0 0,1 0 1 0 0,0 0-1 0 0,0-1 1 0 0,1 1 0 0 0,1 0-1 0 0,1 13 1 0 0,0-10-60 0 0,12 249-1481 0 0,-12-88-5160 0 0,-3-115 913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09.1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399 129 3760 0 0,'0'0'1243'0'0,"-8"1"-173"0"0,-31 0 259 0 0,0-1-1 0 0,0-2 1 0 0,-60-11-1 0 0,77 5-992 0 0,18 5-283 0 0,-1 1 77 0 0,2-2-33 0 0,2 3-80 0 0,0 0-7 0 0,0-1 0 0 0,0 1 0 0 0,0-1 0 0 0,0 1-1 0 0,-1 0 1 0 0,1-1 0 0 0,0 1 0 0 0,-1 0 0 0 0,1 0-1 0 0,0 0 1 0 0,-1 0 0 0 0,-2-1 0 0 0,3-2 41 0 0,1-1-52 0 0,-1 1 1 0 0,1 0-1 0 0,0-1 0 0 0,1 1 0 0 0,-1-1 1 0 0,1 1-1 0 0,1-8 0 0 0,0 7-8 0 0,2 2-1 0 0,11-12-1 0 0,-11 12-4 0 0,2 1 7 0 0,-3 1 9 0 0,0 0-5 0 0,0 0 1 0 0,0 0-1 0 0,0 1 0 0 0,0-1 1 0 0,0 1-1 0 0,0-1 0 0 0,0 1 1 0 0,0 0-1 0 0,0 0 0 0 0,0 0 1 0 0,0 1-1 0 0,0-1 0 0 0,0 1 1 0 0,0-1-1 0 0,0 1 0 0 0,0 0 1 0 0,5 3-1 0 0,-2-2 5 0 0,-4-2-2 0 0,-1 1 1 0 0,1 0-1 0 0,0 0 0 0 0,0 0 0 0 0,0 0 0 0 0,-1 0 0 0 0,1 0 0 0 0,0 0 0 0 0,-1 0 0 0 0,1 0 0 0 0,-1 1 0 0 0,0-1 1 0 0,1 1-1 0 0,-1-1 0 0 0,2 3 0 0 0,-1 0-28 0 0,3 1 15 0 0,0 1 1 0 0,0 0-1 0 0,-1 0 1 0 0,0 1-1 0 0,0-1 1 0 0,0 1-1 0 0,-1 0 1 0 0,0 0-1 0 0,-1 0 1 0 0,1 1-1 0 0,-1-1 1 0 0,-1 0-1 0 0,2 12 1 0 0,-4 31 96 0 0,0-32-71 0 0,-2 1-1 0 0,0-1 1 0 0,-2 0-1 0 0,0 0 1 0 0,0 0-1 0 0,-2 0 1 0 0,-11 21-1 0 0,11-26 1 0 0,-1 1-1 0 0,0-2 0 0 0,-1 1 0 0 0,0-1 0 0 0,-1-1 0 0 0,0 1 1 0 0,-1-2-1 0 0,0 0 0 0 0,-22 16 0 0 0,9-15-26 0 0,20-9-78 0 0,-2-2-170 0 0,-16 0 221 0 0,16 0 38 0 0,6-1 2 0 0,-1 1-1 0 0,0-1 0 0 0,1 0 1 0 0,-1 1-1 0 0,0-1 0 0 0,0 1 0 0 0,0-1 1 0 0,1 1-1 0 0,-1-1 0 0 0,0 1 1 0 0,0-1-1 0 0,0 1 0 0 0,0 0 1 0 0,0 0-1 0 0,-2-1 0 0 0,2 1-3 0 0,0 0 0 0 0,0-1 1 0 0,0 1-1 0 0,0 0 0 0 0,-1-1 0 0 0,1 1 0 0 0,0-1 0 0 0,0 1 0 0 0,0-1 0 0 0,0 0 1 0 0,0 0-1 0 0,0 1 0 0 0,0-1 0 0 0,1 0 0 0 0,-1 0 0 0 0,0 0 0 0 0,0 0 0 0 0,1 0 1 0 0,-2-1-1 0 0,-3-5-30 0 0,1 0 1 0 0,0 0-1 0 0,0 0 0 0 0,0-1 1 0 0,1 1-1 0 0,0-1 1 0 0,1 0-1 0 0,0 0 1 0 0,0 0-1 0 0,0 0 0 0 0,1 0 1 0 0,0-1-1 0 0,1 1 1 0 0,0 0-1 0 0,0 0 1 0 0,2-11-1 0 0,-1 14 1 0 0,1 0 2 0 0,0 1 24 0 0,5-17-12 0 0,10 10-41 0 0,-13 9 83 0 0,2 2 11 0 0,0-1-22 0 0,1 2 0 0 0,0-1 1 0 0,0 1-1 0 0,0 0 0 0 0,0 0 1 0 0,-1 1-1 0 0,1 0 0 0 0,-1 0 1 0 0,9 4-1 0 0,7 6 109 0 0,31 21 1 0 0,-48-30-112 0 0,43 37 104 0 0,-42-33-127 0 0,1-1 1 0 0,0 1-1 0 0,1-1 0 0 0,-1-1 0 0 0,1 0 0 0 0,0 0 1 0 0,0 0-1 0 0,1-1 0 0 0,12 4 0 0 0,-4-2-99 0 0,-12-5-10 0 0,1 0 36 0 0,2 0-21 0 0,0-1 0 0 0,0 0 0 0 0,-1 0-1 0 0,1 0 1 0 0,0-1 0 0 0,0 0 0 0 0,-1-1 0 0 0,1 1-1 0 0,-1-2 1 0 0,13-4 0 0 0,-8-1-7 0 0,-1 0 0 0 0,1 0 0 0 0,-2-2 1 0 0,1 1-1 0 0,-2-1 0 0 0,1-1 0 0 0,8-12 0 0 0,-4 3 66 0 0,-1 0 0 0 0,0-1 0 0 0,11-28 0 0 0,-15 20 159 0 0,-8 22-75 0 0,1 1 86 0 0,-1 1-58 0 0,1-19 68 0 0,-2 18 16 0 0,-1 2-23 0 0,-5-14-8 0 0,5 14-17 0 0,-19-5 95 0 0,16 8-69 0 0,-1 2 9 0 0,-1 0-89 0 0,-1 0-1 0 0,1 1 1 0 0,0 0-1 0 0,0 1 1 0 0,0-1 0 0 0,0 1-1 0 0,0 0 1 0 0,0 0 0 0 0,1 1-1 0 0,0 0 1 0 0,-1 0-1 0 0,1 0 1 0 0,1 1 0 0 0,-1-1-1 0 0,1 1 1 0 0,0 0 0 0 0,0 1-1 0 0,0-1 1 0 0,0 1-1 0 0,1-1 1 0 0,0 1 0 0 0,-3 9-1 0 0,5-11-30 0 0,-1 0 0 0 0,1 1 0 0 0,0-1 0 0 0,1 0 0 0 0,-1 0 0 0 0,1 1 0 0 0,-1-1 0 0 0,1 0 0 0 0,1 1 0 0 0,-1-1 0 0 0,1 0 0 0 0,-1 1 0 0 0,3 4 0 0 0,5 17-14 0 0,-7-26 0 0 0,-1 1 0 0 0,0 0 0 0 0,0 0 0 0 0,0 0 1 0 0,1 0-1 0 0,-1 0 0 0 0,0-1 0 0 0,1 1 0 0 0,-1 0 0 0 0,1 0 1 0 0,-1 0-1 0 0,1-1 0 0 0,-1 1 0 0 0,1 0 0 0 0,-1-1 1 0 0,1 1-1 0 0,0 0 0 0 0,7 6-9 0 0,0-1-26 0 0,0-1 1 0 0,1 0-1 0 0,-1 0 1 0 0,1-1-1 0 0,12 5 1 0 0,-16-8 24 0 0,1-1 15 0 0,0-1 11 0 0,0 0 1 0 0,1-1 0 0 0,-1 1-1 0 0,0-1 1 0 0,0-1-1 0 0,0 1 1 0 0,0-1 0 0 0,-1 0-1 0 0,1 0 1 0 0,8-7 0 0 0,-8 3 58 0 0,0 0 1 0 0,-1-1 0 0 0,0 0-1 0 0,-1 0 1 0 0,0 0-1 0 0,0 0 1 0 0,0 0 0 0 0,-1-1-1 0 0,0 0 1 0 0,-1 0 0 0 0,0 1-1 0 0,-1-1 1 0 0,2-15-1 0 0,-3 19-24 0 0,-1 0 2 0 0,-1-14-12 0 0,1 14-18 0 0,1 5-21 0 0,0 0 0 0 0,0 0 0 0 0,-1 0-1 0 0,1 0 1 0 0,0 0 0 0 0,0 0 0 0 0,-1 0 0 0 0,1 0-1 0 0,0 0 1 0 0,0 0 0 0 0,-1 0 0 0 0,1-1-1 0 0,0 1 1 0 0,0 0 0 0 0,-1 0 0 0 0,1 0-1 0 0,0-1 1 0 0,0 1 0 0 0,0 0 0 0 0,0 0-1 0 0,-1 0 1 0 0,1-1 0 0 0,0 1 0 0 0,0 0-1 0 0,0 0 1 0 0,0-1 0 0 0,0 1 0 0 0,0 0 0 0 0,-1 0-1 0 0,1-1 1 0 0,0 1 0 0 0,0 0 0 0 0,0-1-1 0 0,0 1 1 0 0,0 0 0 0 0,0-1-7 0 0,0 0 1 0 0,0 1-1 0 0,0-1 0 0 0,0 1 1 0 0,0-1-1 0 0,0 1 0 0 0,-1-1 1 0 0,1 1-1 0 0,0-1 1 0 0,0 1-1 0 0,-1-1 0 0 0,1 1 1 0 0,0 0-1 0 0,-1-1 0 0 0,1 1 1 0 0,0-1-1 0 0,-1 1 0 0 0,1 0 1 0 0,-1-1-1 0 0,1 1 1 0 0,0 0-1 0 0,-1-1 0 0 0,1 1 1 0 0,-1 0-1 0 0,1 0 0 0 0,-1 0 1 0 0,1-1-1 0 0,-1 1 1 0 0,1 0-1 0 0,-1 0 0 0 0,1 0 1 0 0,-1 0-1 0 0,0 0 0 0 0,1 0 1 0 0,-1 0-1 0 0,-54 7-1377 0 0,49-6 873 0 0,2 2-169 0 0,-12 8-218 0 0,12-8-214 0 0,-11 8-2456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09.4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 3284 0 0,'0'0'1576'0'0,"5"-1"-185"0"0,-2 0-1166 0 0,-1 1 0 0 0,1-1 0 0 0,0 1 1 0 0,0 0-1 0 0,0 0 0 0 0,0 0 0 0 0,0 0 1 0 0,0 1-1 0 0,0-1 0 0 0,0 1 1 0 0,0 0-1 0 0,0 0 0 0 0,0 0 0 0 0,0 0 1 0 0,-1 0-1 0 0,1 1 0 0 0,-1-1 0 0 0,1 1 1 0 0,-1 0-1 0 0,1 0 0 0 0,-1 0 1 0 0,0 0-1 0 0,0 0 0 0 0,3 3 0 0 0,1 3-221 0 0,135 162 1420 0 0,-64-88-2528 0 0,4-10-3603 0 0,-73-67 1959 0 0,9 4-1963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09.6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395 0 3088 0 0,'-11'3'419'0'0,"0"1"0"0"0,1 0-1 0 0,-1 0 1 0 0,1 1 0 0 0,0 0-1 0 0,1 1 1 0 0,-1 0 0 0 0,1 1-1 0 0,0 0 1 0 0,-14 14 0 0 0,-8 11 158 0 0,-36 50 0 0 0,46-56-311 0 0,-10 15-411 0 0,1 2 0 0 0,-40 79 0 0 0,66-113-647 0 0,0 1 1 0 0,1-1-1 0 0,-4 17 0 0 0,4-12-1000 0 0,2-10-1888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09.9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245 1 4440 0 0,'0'0'2591'0'0,"-5"1"-1571"0"0,-8 4-577 0 0,1 1-1 0 0,-1 0 1 0 0,1 0-1 0 0,0 1 0 0 0,1 1 1 0 0,-1 0-1 0 0,2 1 0 0 0,-17 16 1 0 0,2 1 199 0 0,1 0 0 0 0,-22 34 0 0 0,30-33-244 0 0,14-22-244 0 0,1 0-28 0 0,-2 16-2 0 0,3-20-117 0 0,0 1 0 0 0,0-1 0 0 0,0 0 0 0 0,0 0 0 0 0,0 0 0 0 0,1 1 0 0 0,-1-1 0 0 0,0 0 0 0 0,1 0 1 0 0,-1 0-1 0 0,1 0 0 0 0,-1 0 0 0 0,1 0 0 0 0,0 0 0 0 0,-1 0 0 0 0,1 0 0 0 0,0 0 0 0 0,0 0 0 0 0,0 0 0 0 0,0 0 0 0 0,-1-1 1 0 0,1 1-1 0 0,0 0 0 0 0,2 0 0 0 0,14 8 18 0 0,-11-7-62 0 0,1 1-1 0 0,-1-1 0 0 0,1-1 0 0 0,-1 1 1 0 0,1-1-1 0 0,0 0 0 0 0,0-1 0 0 0,-1 1 1 0 0,10-2-1 0 0,-10 1 64 0 0,20 0-354 0 0,0-2 0 0 0,0-1 1 0 0,0 0-1 0 0,-1-2 0 0 0,0-1 0 0 0,0-1 0 0 0,0-1 1 0 0,-1-2-1 0 0,0 0 0 0 0,35-21 0 0 0,-54 28-329 0 0,0 0-1 0 0,0-1 1 0 0,0 0-1 0 0,0 0 1 0 0,-1 0 0 0 0,1 0-1 0 0,-1-1 1 0 0,0 0-1 0 0,4-6 1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10.1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9 3728 0 0,'0'0'1284'0'0,"-5"-1"-134"0"0,-14-5-129 0 0,14 5 690 0 0,2 3-951 0 0,0-1-660 0 0,1 0-1 0 0,0 0 0 0 0,1 0 0 0 0,-1 1 1 0 0,0-1-1 0 0,0 1 0 0 0,0 0 1 0 0,1-1-1 0 0,-1 1 0 0 0,1 0 0 0 0,-1 0 1 0 0,1 0-1 0 0,0 0 0 0 0,0 0 1 0 0,0 0-1 0 0,0 0 0 0 0,0 0 0 0 0,0 0 1 0 0,1 1-1 0 0,-1-1 0 0 0,1 0 1 0 0,-1 1-1 0 0,1 2 0 0 0,0 47 246 0 0,12 85 1 0 0,1 36-4796 0 0,-12-124 1425 0 0,0 1-2188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16.7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294 195 4560 0 0,'-47'11'3115'0'0,"42"-10"-2475"0"0,-1 0-115 0 0,-56-3 1005 0 0,55 1-1127 0 0,2 0-120 0 0,-2-2-109 0 0,-1-1 0 0 0,1 0 0 0 0,-1 0 0 0 0,-6-6 0 0 0,10 6-32 0 0,2-1-38 0 0,-8-15-22 0 0,8 15-30 0 0,2-1-6 0 0,-1 0-58 0 0,1-1 0 0 0,0 1 0 0 0,0-1 1 0 0,1 1-1 0 0,-1-1 0 0 0,1 1 0 0 0,1 0 1 0 0,0-1-1 0 0,-1 1 0 0 0,2 0 0 0 0,-1 0 1 0 0,1 0-1 0 0,0 0 0 0 0,0 1 0 0 0,1-1 1 0 0,-1 1-1 0 0,1 0 0 0 0,0 0 0 0 0,9-8 0 0 0,-12 12 8 0 0,-1 0 0 0 0,1 1 0 0 0,0-1 0 0 0,0 0 0 0 0,0 0 0 0 0,0 1 0 0 0,0-1 0 0 0,0 1 0 0 0,0-1 0 0 0,0 1 0 0 0,0-1 0 0 0,0 1 0 0 0,0-1 0 0 0,0 1 0 0 0,0 0 0 0 0,1 0 0 0 0,0-1 0 0 0,2 1-8 0 0,0-1-13 0 0,1 1 13 0 0,19 2 12 0 0,-13 2 11 0 0,30 44 21 0 0,-39-46-33 0 0,0 1 1 0 0,-1-1-1 0 0,1 1 0 0 0,-1-1 0 0 0,0 1 0 0 0,0 0 0 0 0,0 0 0 0 0,0-1 0 0 0,0 1 0 0 0,0 0 0 0 0,0 6 0 0 0,1 2 10 0 0,0 0 0 0 0,0 0 0 0 0,-1 0 1 0 0,0 1-1 0 0,-1 21 0 0 0,-2-16-23 0 0,0 0 0 0 0,0 0-1 0 0,-2-1 1 0 0,0 1 0 0 0,-1-1-1 0 0,-1 1 1 0 0,0-2 0 0 0,-1 1-1 0 0,-13 21 1 0 0,7-18 15 0 0,-1 1 1 0 0,0-2-1 0 0,-1 0 1 0 0,-1 0-1 0 0,-34 27 1 0 0,30-32-3 0 0,15-11-17 0 0,1 0-93 0 0,-1 0 85 0 0,-14 3-21 0 0,14-4-84 0 0,1-2 93 0 0,1-1 23 0 0,1 1-1 0 0,-1-1 1 0 0,0 0-1 0 0,1 0 0 0 0,-1 0 1 0 0,1 0-1 0 0,0-1 0 0 0,0 1 1 0 0,0-1-1 0 0,0 1 1 0 0,-3-6-1 0 0,3 4-86 0 0,1-3-141 0 0,1 6 239 0 0,-1-8 1 0 0,0 1 0 0 0,1 0-1 0 0,0-1 1 0 0,0 1-1 0 0,1-1 1 0 0,0 1 0 0 0,1 0-1 0 0,-1 0 1 0 0,2 0 0 0 0,-1-1-1 0 0,1 2 1 0 0,0-1-1 0 0,1 0 1 0 0,5-8 0 0 0,1 2 2 0 0,-7 10 1 0 0,1 2 17 0 0,13-7 13 0 0,-13 7 17 0 0,1 2 16 0 0,3 2-21 0 0,0-1 1 0 0,-1 1-1 0 0,1 1 1 0 0,0-1-1 0 0,-1 1 1 0 0,0 1-1 0 0,13 7 1 0 0,48 37 64 0 0,-15-9-123 0 0,-45-35-161 0 0,1 0-1 0 0,0-1 1 0 0,-1 0-1 0 0,1 0 1 0 0,0-1 0 0 0,1 0-1 0 0,-1 0 1 0 0,0-1-1 0 0,0-1 1 0 0,1 1 0 0 0,-1-2-1 0 0,0 1 1 0 0,13-3-1 0 0,-19 3 141 0 0,8-2-181 0 0,0 0 0 0 0,0 0 0 0 0,0-1 0 0 0,0 0 0 0 0,-1-1 0 0 0,0 0 0 0 0,1-1-1 0 0,-2 0 1 0 0,1 0 0 0 0,0-1 0 0 0,-1 0 0 0 0,0-1 0 0 0,-1 0 0 0 0,13-13 0 0 0,-12 9 257 0 0,0-1-1 0 0,0 1 1 0 0,-1-2 0 0 0,-1 1 0 0 0,0-1-1 0 0,-1 0 1 0 0,0-1 0 0 0,-1 1 0 0 0,6-24 0 0 0,-7 4 506 0 0,-3 28-137 0 0,-2-1-50 0 0,0-17-31 0 0,1 17-17 0 0,-2 2-40 0 0,-5-13-31 0 0,5 13-5 0 0,-6-2 33 0 0,8 6-245 0 0,0-1 0 0 0,-1 1 1 0 0,1-1-1 0 0,0 1 0 0 0,-1-1 1 0 0,1 1-1 0 0,0 0 0 0 0,-1-1 0 0 0,1 1 1 0 0,-1 0-1 0 0,1-1 0 0 0,0 1 1 0 0,-1 0-1 0 0,1-1 0 0 0,-1 1 1 0 0,1 0-1 0 0,-1 0 0 0 0,1 0 1 0 0,-1-1-1 0 0,1 1 0 0 0,-1 0 1 0 0,1 0-1 0 0,-1 0 0 0 0,1 0 0 0 0,-1 0 1 0 0,1 0-1 0 0,-1 0 0 0 0,1 0 1 0 0,-1 0-1 0 0,0 0 0 0 0,1 0 1 0 0,-1 0-1 0 0,1 1 0 0 0,-1-1 1 0 0,1 0-1 0 0,-1 0 0 0 0,-5 2 40 0 0,0 0 0 0 0,1 0 0 0 0,-1 0 0 0 0,1 1 0 0 0,0 0 0 0 0,0 0 0 0 0,0 0 0 0 0,0 1-1 0 0,0-1 1 0 0,1 1 0 0 0,0 0 0 0 0,0 1 0 0 0,-7 7 0 0 0,3 2-42 0 0,1 0 0 0 0,1 1 0 0 0,0 0 0 0 0,0 0 0 0 0,-3 18 0 0 0,8-29 27 0 0,2 3-33 0 0,0 18 28 0 0,-1-19-5 0 0,11 14-8 0 0,-9-15-29 0 0,1 0-24 0 0,1-1-32 0 0,11 8-30 0 0,-11-9 35 0 0,1-2-4 0 0,-1 1 64 0 0,1 0 1 0 0,-1-1 0 0 0,1 0-1 0 0,-1 0 1 0 0,1 0-1 0 0,-1 0 1 0 0,1-1 0 0 0,0 0-1 0 0,-1 0 1 0 0,1 0 0 0 0,0 0-1 0 0,-1-1 1 0 0,1 0-1 0 0,-1 0 1 0 0,1 0 0 0 0,-1 0-1 0 0,1-1 1 0 0,-1 0-1 0 0,0 0 1 0 0,0 0 0 0 0,0 0-1 0 0,0-1 1 0 0,0 1 0 0 0,0-1-1 0 0,-1 0 1 0 0,1 0-1 0 0,-1 0 1 0 0,0-1 0 0 0,4-5-1 0 0,0-4 75 0 0,0 0 1 0 0,-1 0-1 0 0,0-1 0 0 0,3-13 0 0 0,-8 22 11 0 0,-1-7-44 0 0,0 1-1 0 0,-1-1 0 0 0,-2-12 0 0 0,1 19-63 0 0,-2 3-45 0 0,-12-7 0 0 0,12 7-52 0 0,-1 3-110 0 0,-9 3-511 0 0,1 0 0 0 0,-23 12 0 0 0,32-14-171 0 0,3-2 741 0 0,0 1 0 0 0,-1 0-1 0 0,1-1 1 0 0,0 1-1 0 0,-1 0 1 0 0,1 0-1 0 0,0 0 1 0 0,0 0-1 0 0,-1 0 1 0 0,1 0-1 0 0,0 0 1 0 0,-1 2 0 0 0,2-2-109 0 0,-4 1-1909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17.0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3888 0 0,'0'0'4723'0'0,"4"2"-4098"0"0,5 5-333 0 0,0 0 0 0 0,-1 0 0 0 0,0 1-1 0 0,0 0 1 0 0,-1 0 0 0 0,0 1 0 0 0,7 11 0 0 0,15 17 11 0 0,6 4-779 0 0,2-1-1 0 0,67 55 1 0 0,-81-83-1367 0 0,-19-10 361 0 0,1-1-1130 0 0,22 5-1856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17.2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338 0 2324 0 0,'0'0'1444'0'0,"-5"2"-223"0"0,-6 1-871 0 0,0 2 1 0 0,0 0-1 0 0,1 0 0 0 0,0 1 0 0 0,0 0 0 0 0,1 1 1 0 0,0 0-1 0 0,0 0 0 0 0,0 1 0 0 0,-10 12 1 0 0,-11 14 89 0 0,-34 51 0 0 0,34-39-722 0 0,2 1 0 0 0,-22 51 1 0 0,45-88-827 0 0,4-8 902 0 0,0 0-1 0 0,0 0 1 0 0,1 0 0 0 0,-1 0-1 0 0,1-1 1 0 0,-1 1-1 0 0,1 0 1 0 0,-1 0-1 0 0,1 0 1 0 0,0 0 0 0 0,0 3-1 0 0,0 1-1474 0 0,-2 19-1890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17.5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169 1 3224 0 0,'0'0'4415'0'0,"-4"3"-3727"0"0,-16 16-214 0 0,1 1 0 0 0,1 1 0 0 0,1 0-1 0 0,0 1 1 0 0,2 1 0 0 0,1 0-1 0 0,-12 28 1 0 0,23-46-418 0 0,0 0-1 0 0,1 0 1 0 0,0 0-1 0 0,0 1 1 0 0,0 0 0 0 0,1-1-1 0 0,-1 1 1 0 0,1 0-1 0 0,1-1 1 0 0,-1 8-1 0 0,1-12-42 0 0,0 1-1 0 0,1-1 0 0 0,-1 1 1 0 0,0-1-1 0 0,1 0 0 0 0,0 1 1 0 0,-1-1-1 0 0,1 0 0 0 0,-1 1 0 0 0,1-1 1 0 0,0 0-1 0 0,1 2 0 0 0,0 0 17 0 0,0-1-20 0 0,0 0 0 0 0,0 0 1 0 0,0-1-1 0 0,0 1 1 0 0,0 0-1 0 0,0-1 1 0 0,0 0-1 0 0,1 1 1 0 0,-1-1-1 0 0,0 0 0 0 0,1 0 1 0 0,-1 0-1 0 0,1 0 1 0 0,-1-1-1 0 0,1 1 1 0 0,-1-1-1 0 0,1 0 1 0 0,3 1-1 0 0,-6-1-7 0 0,14 1-34 0 0,-1-1 0 0 0,1 0-1 0 0,-1-1 1 0 0,1-1 0 0 0,-1 0 0 0 0,0 0 0 0 0,0-1 0 0 0,19-7 0 0 0,-17 4-249 0 0,-1 0 0 0 0,1 0 0 0 0,-1-1 0 0 0,0-1 0 0 0,0 0 0 0 0,16-15 0 0 0,-22 17-1194 0 0,0-2 0 0 0,-1 1 0 0 0,11-16 0 0 0,-3 2-3427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5:17.7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1 4332 0 0,'-25'4'1671'0'0,"20"-3"2314"0"0,5 5-2877 0 0,5 20 22 0 0,15 46 0 0 0,-17-62-1095 0 0,63 198-542 0 0,-34-69-6617 0 0,-25-97 1404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53.7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46 4368 0 0,'-2'-4'1603'0'0,"-11"-25"4761"0"0,8 21-6581 0 0,3 4 3193 0 0,3 4-2947 0 0,-1 1 1 0 0,0-1-1 0 0,0 1 1 0 0,1-1-1 0 0,-1 0 1 0 0,0 1-1 0 0,0-1 1 0 0,0 1-1 0 0,0-1 0 0 0,0 1 1 0 0,0-1-1 0 0,0 1 1 0 0,0-1-1 0 0,0 0 1 0 0,0 1-1 0 0,0-1 0 0 0,0 1 1 0 0,0-1-1 0 0,0 1 1 0 0,0-1-1 0 0,0 1 1 0 0,0-1-1 0 0,-1 0 0 0 0,1 1 1 0 0,0-1-1 0 0,-1 1 1 0 0,1 0 10 0 0,-1 0 0 0 0,1 1 1 0 0,-1-1-1 0 0,1 0 0 0 0,0 0 0 0 0,-1 0 1 0 0,1 1-1 0 0,0-1 0 0 0,0 0 1 0 0,0 0-1 0 0,0 1 0 0 0,0-1 0 0 0,0 0 1 0 0,0 0-1 0 0,0 1 0 0 0,1 1 1 0 0,20 85 806 0 0,55 141 0 0 0,-68-206-996 0 0,37 99-1897 0 0,-18-38-4594 0 0,-26-80 4908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54.1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1 147 3216 0 0,'1'-6'1283'0'0,"2"-2"-971"0"0,-2 1-27 0 0,1 0 1 0 0,-1 0-1 0 0,2 1 0 0 0,-1-1 1 0 0,1 1-1 0 0,0 0 1 0 0,0 0-1 0 0,1 0 0 0 0,0 0 1 0 0,0 1-1 0 0,7-9 0 0 0,-6 9-136 0 0,-3 3-94 0 0,-1 0 0 0 0,1 0 0 0 0,0 0 0 0 0,0 1 0 0 0,0-1 0 0 0,0 1 0 0 0,0 0 0 0 0,0-1 0 0 0,0 1 0 0 0,0 0 0 0 0,4-1-1 0 0,-1-1 2 0 0,0 0 53 0 0,0 0-1 0 0,0 1 1 0 0,1-1-1 0 0,0 1 0 0 0,-1 0 1 0 0,1 1-1 0 0,0-1 0 0 0,0 1 1 0 0,0 0-1 0 0,7 0 1 0 0,-8 1-70 0 0,0-1 7 0 0,1 1 1 0 0,-1 0-1 0 0,1 0 1 0 0,-1 0 0 0 0,0 0-1 0 0,1 1 1 0 0,-1 0-1 0 0,0 0 1 0 0,1 1-1 0 0,-1 0 1 0 0,6 2 0 0 0,-8-2-19 0 0,1-1-11 0 0,0 1-1 0 0,-1 0 0 0 0,1 0 1 0 0,0 0-1 0 0,-1 0 0 0 0,0 1 1 0 0,0-1-1 0 0,0 1 0 0 0,0 0 0 0 0,0 0 1 0 0,0 0-1 0 0,0 0 0 0 0,-1 1 1 0 0,3 5-1 0 0,-3-6 7 0 0,0 0-13 0 0,-1 0 0 0 0,1 0 0 0 0,-1 0 0 0 0,1 0 1 0 0,-1 1-1 0 0,0-1 0 0 0,0 1 0 0 0,-1-1 0 0 0,1 0 0 0 0,-1 1 0 0 0,0-1 1 0 0,0 1-1 0 0,0-1 0 0 0,0 1 0 0 0,0-1 0 0 0,-2 7 0 0 0,-3 3-4 0 0,0 0 0 0 0,-1-1-1 0 0,0 0 1 0 0,0 0 0 0 0,-2 0-1 0 0,1-1 1 0 0,-2 0 0 0 0,-14 16-1 0 0,8-12 110 0 0,0-2-1 0 0,-1 1 0 0 0,0-2 0 0 0,-1 0 1 0 0,-22 12-1 0 0,35-22 145 0 0,0 0 12 0 0,-13 4-7 0 0,13-4 955 0 0,11-2-1173 0 0,204 34 160 0 0,8 1-3726 0 0,-199-33 1773 0 0,-6-2 371 0 0,-2-2-1287 0 0,11 0-2351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54.5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67 2340 0 0,'0'0'1248'0'0,"-1"-5"-262"0"0,-4-15-275 0 0,4 15 399 0 0,3 0-730 0 0,0 1-280 0 0,3-15 335 0 0,-1 17-218 0 0,14-3-15 0 0,-13 3-33 0 0,1 3-2 0 0,6 1-56 0 0,-1 0 1 0 0,0 1 0 0 0,0 0-1 0 0,0 1 1 0 0,0 1 0 0 0,0-1-1 0 0,18 13 1 0 0,22 26 102 0 0,-47-39-200 0 0,-1 1 1 0 0,1-1 0 0 0,-1 1 0 0 0,0 0 0 0 0,0 0 0 0 0,0 0 0 0 0,-1 0 0 0 0,0 0 0 0 0,2 7 0 0 0,-2-7-9 0 0,-1-1 8 0 0,0 0 0 0 0,0 1-1 0 0,-1 0 1 0 0,1-1 0 0 0,-1 1 0 0 0,0-1 0 0 0,0 1 0 0 0,-1-1-1 0 0,0 7 1 0 0,0-4 4 0 0,-1 0 56 0 0,1 0 0 0 0,-1-1 0 0 0,0 1 0 0 0,0-1 0 0 0,-5 8 0 0 0,4-7 3 0 0,1-3 87 0 0,0 1 15 0 0,-19 36 1288 0 0,19-37-938 0 0,11-5-406 0 0,87-15-359 0 0,-1-4 0 0 0,99-35 0 0 0,-173 49 19 0 0,220-79-6606 0 0,-189 65 2145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55.4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193 65 3048 0 0,'-2'-4'1598'0'0,"1"3"-1396"0"0,-17-33 2148 0 0,17 33-2209 0 0,0-1 1 0 0,0 0-1 0 0,0 0 1 0 0,0 1 0 0 0,0-1-1 0 0,-1 0 1 0 0,1 1 0 0 0,-1-1-1 0 0,1 1 1 0 0,-1 0-1 0 0,0 0 1 0 0,1-1 0 0 0,-1 1-1 0 0,0 0 1 0 0,0 0-1 0 0,0 1 1 0 0,0-1 0 0 0,-2-1-1 0 0,-20 2 121 0 0,14 4-6 0 0,0 5-123 0 0,1 1 1 0 0,1-1 0 0 0,0 2 0 0 0,0-1-1 0 0,1 1 1 0 0,1 0 0 0 0,-1 1 0 0 0,2-1-1 0 0,0 1 1 0 0,0 0 0 0 0,1 1 0 0 0,-4 20-1 0 0,2-3 41 0 0,1 0-1 0 0,2 1 0 0 0,0-1 1 0 0,4 46-1 0 0,0-64-158 0 0,0 1-1 0 0,1-1 0 0 0,0 0 0 0 0,1 0 1 0 0,0 0-1 0 0,1 0 0 0 0,1-1 1 0 0,0 0-1 0 0,0 0 0 0 0,1 0 1 0 0,0 0-1 0 0,1-1 0 0 0,1 0 1 0 0,-1 0-1 0 0,1-1 0 0 0,14 12 1 0 0,-21-19-17 0 0,1-1 1 0 0,-1 0-1 0 0,1 0 0 0 0,0 1 1 0 0,-1-1-1 0 0,1 0 1 0 0,0 0-1 0 0,0-1 1 0 0,-1 1-1 0 0,1 0 1 0 0,4 0-1 0 0,0 1-2 0 0,-1 0 3 0 0,2-2-29 0 0,3 0 67 0 0,0 0 0 0 0,0-2 0 0 0,1 1 0 0 0,-1-1-1 0 0,0 0 1 0 0,-1-1 0 0 0,1-1 0 0 0,0 1 0 0 0,-1-1 0 0 0,0-1-1 0 0,10-6 1 0 0,-9 4 48 0 0,0-1 0 0 0,-1-1-1 0 0,0 1 1 0 0,0-1 0 0 0,-1-1-1 0 0,0 0 1 0 0,-1 0-1 0 0,0 0 1 0 0,-1-1 0 0 0,0 0-1 0 0,0 0 1 0 0,-1-1 0 0 0,-1 1-1 0 0,4-15 1 0 0,-5 12-57 0 0,0 0 1 0 0,-1 0-1 0 0,0-1 0 0 0,-1 1 1 0 0,-1 0-1 0 0,0-1 0 0 0,-1 1 1 0 0,0-1-1 0 0,-2 1 0 0 0,1 0 0 0 0,-9-23 1 0 0,6 19-5 0 0,5 16-22 0 0,-1 0-1 0 0,1 0 1 0 0,-1 0-1 0 0,0 0 1 0 0,0 1-1 0 0,1-1 1 0 0,-1 0-1 0 0,0 0 0 0 0,-1 1 1 0 0,1-1-1 0 0,0 1 1 0 0,0-1-1 0 0,-1 1 1 0 0,-1-2-1 0 0,1 0 0 0 0,0 1-14 0 0,0-1 0 0 0,-1 0 0 0 0,1 0-1 0 0,0 1 1 0 0,-1-1 0 0 0,0 1 0 0 0,0 0 0 0 0,1 0-1 0 0,-1 0 1 0 0,-1 0 0 0 0,1 1 0 0 0,0-1-1 0 0,0 1 1 0 0,0 0 0 0 0,-1 0 0 0 0,-6-2-1 0 0,-51 10-808 0 0,55-5 683 0 0,0 0 0 0 0,0 0 0 0 0,0 0 0 0 0,0 1 0 0 0,1 0 0 0 0,-1 0 0 0 0,-7 6 0 0 0,5-4-133 0 0,4-1 49 0 0,0 0 0 0 0,0 0 0 0 0,0 0 0 0 0,0 1 0 0 0,1-1-1 0 0,0 1 1 0 0,0 0 0 0 0,0 0 0 0 0,-4 9 0 0 0,6-12 141 0 0,0 1-233 0 0,1 0-1 0 0,-1 0 1 0 0,0 0-1 0 0,1 0 1 0 0,-1 0 0 0 0,1 0-1 0 0,0 0 1 0 0,0 0-1 0 0,0 0 1 0 0,1 0-1 0 0,-1 0 1 0 0,1 0-1 0 0,-1 0 1 0 0,1 0 0 0 0,0 0-1 0 0,2 3 1 0 0,-2-3-385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55.8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26 3756 0 0,'4'-3'1734'0'0,"25"-14"2898"0"0,-20 11-1475 0 0,-21 13-3257 0 0,8-5 330 0 0,-9 16-64 0 0,10-14 16 0 0,2 0-106 0 0,-2 3-31 0 0,2-1 0 0 0,-1 1 1 0 0,1-1-1 0 0,0 1 0 0 0,0 12 1 0 0,1-18-43 0 0,0 0 1 0 0,0 0 0 0 0,1 0-1 0 0,-1 0 1 0 0,1-1 0 0 0,-1 1 0 0 0,0 0-1 0 0,1 0 1 0 0,-1 0 0 0 0,1-1-1 0 0,0 1 1 0 0,-1 0 0 0 0,1-1-1 0 0,0 1 1 0 0,-1-1 0 0 0,1 1 0 0 0,0-1-1 0 0,-1 1 1 0 0,1-1 0 0 0,0 1-1 0 0,0-1 1 0 0,0 0 0 0 0,0 1-1 0 0,-1-1 1 0 0,1 0 0 0 0,0 0 0 0 0,0 0-1 0 0,0 0 1 0 0,1 1 0 0 0,27 1 300 0 0,-29-2-271 0 0,2 0-13 0 0,0-1 1 0 0,-1 1-1 0 0,1 0 1 0 0,0-1-1 0 0,-1 1 1 0 0,1-1-1 0 0,-1 1 1 0 0,1-1-1 0 0,-1 0 1 0 0,1 0-1 0 0,-1 0 1 0 0,2-1-1 0 0,1 0 33 0 0,1-1 130 0 0,-2 1 31 0 0,25-29 507 0 0,-26 28-517 0 0,0-2-125 0 0,5-12-13 0 0,-5 12 90 0 0,-3 0-153 0 0,-2-13 8 0 0,2 13-20 0 0,-5 5-262 0 0,-2 2 3 0 0,0-1 0 0 0,0 2 0 0 0,0-1 0 0 0,-9 4 0 0 0,13-4-250 0 0,4-1 487 0 0,-1-1 0 0 0,1 0 0 0 0,-1 0 0 0 0,1 0 0 0 0,0 0 0 0 0,-1 1 0 0 0,1-1 0 0 0,-1 0 0 0 0,1 0 0 0 0,0 1 1 0 0,-1-1-1 0 0,1 0 0 0 0,0 1 0 0 0,-1-1 0 0 0,1 0 0 0 0,0 1 0 0 0,0-1 0 0 0,-1 1 0 0 0,1-1 0 0 0,0 0 0 0 0,0 1 0 0 0,0-1 1 0 0,0 1-1 0 0,-1-1 0 0 0,1 0 0 0 0,0 2 0 0 0,0-2-37 0 0,0 1 0 0 0,0-1 0 0 0,0 0 0 0 0,0 1 0 0 0,0-1 0 0 0,-1 1 0 0 0,1-1 0 0 0,0 1 0 0 0,0-1 0 0 0,0 0 0 0 0,-1 1 0 0 0,1-1 0 0 0,0 0 0 0 0,-1 1 1 0 0,1-1-1 0 0,0 0 0 0 0,-1 1 0 0 0,1-1 0 0 0,0 0 0 0 0,-1 0 0 0 0,1 1 0 0 0,0-1 0 0 0,-1 0 0 0 0,1 0 0 0 0,-1 0 0 0 0,0 1 0 0 0,-9 14-1227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56.6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217 50 3948 0 0,'-2'-5'1299'0'0,"-5"-15"-217"0"0,5 15-199 0 0,2 5-845 0 0,0 0 0 0 0,-1 0 0 0 0,1 0 1 0 0,-1 0-1 0 0,1 0 0 0 0,-1 0 0 0 0,1 0 0 0 0,0 0 0 0 0,-1 0 0 0 0,1 0 1 0 0,-1-1-1 0 0,1 1 0 0 0,0 0 0 0 0,-1 0 0 0 0,1 0 0 0 0,-1-1 0 0 0,1 1 1 0 0,0 0-1 0 0,-1 0 0 0 0,1-1 0 0 0,0 1 0 0 0,0 0 0 0 0,-1 0 0 0 0,1-1 1 0 0,0 1-1 0 0,0 0 0 0 0,-1-1 0 0 0,1 0 0 0 0,-1 1 26 0 0,1-1-1 0 0,-1 0 1 0 0,1 0 0 0 0,-1 1-1 0 0,0-1 1 0 0,1 0 0 0 0,-1 1-1 0 0,0-1 1 0 0,0 0 0 0 0,0 1 0 0 0,1-1-1 0 0,-1 1 1 0 0,0 0 0 0 0,0-1-1 0 0,0 1 1 0 0,0 0 0 0 0,0-1-1 0 0,0 1 1 0 0,0 0 0 0 0,0 0-1 0 0,-1 0 1 0 0,-63-3 1419 0 0,58 4-1341 0 0,1 0 0 0 0,0 1 0 0 0,-1 0 0 0 0,1 0-1 0 0,0 1 1 0 0,0-1 0 0 0,0 1 0 0 0,1 0 0 0 0,-1 1 0 0 0,1 0-1 0 0,0 0 1 0 0,-1 0 0 0 0,2 0 0 0 0,-1 1 0 0 0,0-1-1 0 0,-4 8 1 0 0,8-11-125 0 0,0 0 0 0 0,0 0-1 0 0,0 0 1 0 0,1 1 0 0 0,-1-1 0 0 0,0 0-1 0 0,0 0 1 0 0,1 0 0 0 0,-1 1 0 0 0,1-1-1 0 0,-1 0 1 0 0,1 1 0 0 0,0-1 0 0 0,0 0-1 0 0,-1 3 1 0 0,1 0 27 0 0,-2 0 73 0 0,3 4-30 0 0,-1-2-58 0 0,-1-4-19 0 0,1 1 0 0 0,0-1 0 0 0,0 0 0 0 0,0 0 0 0 0,0 0 0 0 0,1 0 0 0 0,-1 0 0 0 0,0 1 0 0 0,1-1 0 0 0,0 0 0 0 0,-1 0 0 0 0,1 0 1 0 0,0 0-1 0 0,0 0 0 0 0,2 2 0 0 0,4 9 24 0 0,2-1 1 0 0,0 0-1 0 0,0 0 1 0 0,1-1-1 0 0,0 0 1 0 0,1 0-1 0 0,17 12 1 0 0,99 61-551 0 0,-90-61 98 0 0,61 47 0 0 0,-84-53 297 0 0,-12-12 99 0 0,0-2-31 0 0,-1 2 23 0 0,1 12-6 0 0,-1-12 18 0 0,-4-1 36 0 0,0 1 21 0 0,-1 0 1 0 0,0-1 0 0 0,0 1 0 0 0,0-1 0 0 0,0 0 0 0 0,-1 0 0 0 0,1-1 0 0 0,-1 0 0 0 0,0 1-1 0 0,-10 3 1 0 0,7-3 143 0 0,-1-1 0 0 0,0 0 0 0 0,0-1 0 0 0,0 0 0 0 0,-1 0 0 0 0,1-1 0 0 0,-18 0 0 0 0,16-1-17 0 0,1-1 0 0 0,-1 0 0 0 0,1 0 0 0 0,-1-1-1 0 0,-13-4 1 0 0,21 5-138 0 0,-1 0-1 0 0,1-1 0 0 0,0 1 1 0 0,0-1-1 0 0,0 1 0 0 0,0-1 1 0 0,0 0-1 0 0,0 0 0 0 0,1 0 1 0 0,-1 0-1 0 0,0-1 0 0 0,1 1 1 0 0,0-1-1 0 0,0 1 0 0 0,-1-1 1 0 0,2 0-1 0 0,-1 0 0 0 0,0 0 1 0 0,1 0-1 0 0,-1 0 0 0 0,-1-5 1 0 0,3 5-27 0 0,-1 0 1 0 0,1 1-1 0 0,-1-1 1 0 0,1 0-1 0 0,0 1 1 0 0,0-1-1 0 0,0 0 1 0 0,1-4-1 0 0,0 0-8 0 0,3-7-70 0 0,9-9-113 0 0,1 0 0 0 0,1 1 0 0 0,1 1 0 0 0,1 0 1 0 0,1 1-1 0 0,32-27 0 0 0,9-3-171 0 0,68-43-1 0 0,-99 76 260 0 0,-23 14 52 0 0,-3 3 47 0 0,-1-1 0 0 0,1 1 0 0 0,-1-1 1 0 0,1 1-1 0 0,-1-1 0 0 0,1 0 1 0 0,-1 1-1 0 0,0-1 0 0 0,1 0 1 0 0,-1 0-1 0 0,0 0 0 0 0,2-2 0 0 0,0 1 0 0 0,1 0-15 0 0,-1 4-77 0 0,-1-1 94 0 0,-1 0 1 0 0,0 0-1 0 0,0 0 0 0 0,0 0 0 0 0,0 0 0 0 0,0 0 0 0 0,0 0 0 0 0,-1 0 0 0 0,1 1 0 0 0,0-1 1 0 0,0 0-1 0 0,-1 1 0 0 0,1-1 0 0 0,-1 0 0 0 0,1 1 0 0 0,-1-1 0 0 0,0 1 0 0 0,1-1 0 0 0,-1 1 1 0 0,0-1-1 0 0,0 0 0 0 0,0 1 0 0 0,0-1 0 0 0,0 1 0 0 0,-1-1 0 0 0,1 2 0 0 0,-1 2-14 0 0,1 2 35 0 0,-1-1-16 0 0,-1 11 17 0 0,1-1 0 0 0,1 1-1 0 0,0-1 1 0 0,4 17 0 0 0,4 7-56 0 0,-5-31 8 0 0,4 5 5 0 0,-3-9 31 0 0,-1 0 1 0 0,0 1-1 0 0,1-1 1 0 0,0-1 0 0 0,0 1-1 0 0,1 0 1 0 0,-1-1-1 0 0,1 0 1 0 0,0 0-1 0 0,0 0 1 0 0,1-1-1 0 0,-1 0 1 0 0,0 0-1 0 0,7 2 1 0 0,-8-3-4 0 0,2-1-13 0 0,18 2 22 0 0,-18-2 55 0 0,-6-2-58 0 0,1 1 1 0 0,0-1-1 0 0,0 1 0 0 0,-1 0 0 0 0,1-1 0 0 0,0 1 1 0 0,0 0-1 0 0,0 0 0 0 0,0 0 0 0 0,0-1 0 0 0,-1 1 0 0 0,1 0 1 0 0,0 0-1 0 0,0 0 0 0 0,0 0 0 0 0,0 1 0 0 0,0-1 1 0 0,1 0-1 0 0,-1 1 27 0 0,0-1-1 0 0,1 0 1 0 0,-1 0 0 0 0,0 0 0 0 0,1 0 0 0 0,-1 0 0 0 0,0 0 0 0 0,1 0 0 0 0,-1 0-1 0 0,0-1 1 0 0,0 1 0 0 0,1 0 0 0 0,-1-1 0 0 0,0 1 0 0 0,0-1 0 0 0,1 0 0 0 0,-1 1 0 0 0,1-2-1 0 0,4 0 98 0 0,0-1-1 0 0,-1-1 0 0 0,1 1 0 0 0,-1-1 0 0 0,0 0 0 0 0,0 0 0 0 0,-1-1 0 0 0,5-4 1 0 0,-6 6-102 0 0,-1 0 0 0 0,0-1 0 0 0,0 1 0 0 0,0-1 0 0 0,-1 1 0 0 0,1-1 0 0 0,-1 0 0 0 0,0 1 0 0 0,0-1 0 0 0,0 0 0 0 0,0 0 0 0 0,-1 0 0 0 0,0 0 0 0 0,0 1 0 0 0,0-1 0 0 0,0 0 0 0 0,-1-6 0 0 0,-14-54-535 0 0,14 62 422 0 0,1-1 1 0 0,-1 1-1 0 0,0 0 0 0 0,1 0 1 0 0,-1-1-1 0 0,0 1 0 0 0,-1 0 1 0 0,1 0-1 0 0,0 0 1 0 0,-1 0-1 0 0,-2-3 0 0 0,-1 0-147 0 0,4 2 115 0 0,0 1-1 0 0,-1 0 1 0 0,1 0-1 0 0,-1 0 1 0 0,1 0-1 0 0,-1 0 1 0 0,0 1-1 0 0,1-1 1 0 0,-1 0-1 0 0,0 1 0 0 0,0-1 1 0 0,-3 0-1 0 0,-1-2-199 0 0,-7-3-753 0 0,5 3 388 0 0,-25-5-183 0 0,-2 8-4292 0 0,-18 7-711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57.4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50 3552 0 0,'2'-4'1580'0'0,"4"-13"-269"0"0,-5 13 1402 0 0,1 0-2097 0 0,4-13-114 0 0,-5 13 1522 0 0,11 241 319 0 0,-12-209-2280 0 0,1-19-54 0 0,7 47 49 0 0,8 36-1222 0 0,-16-87 595 0 0,2 0-117 0 0,4 15 56 0 0,-5-15 7 0 0,1-2-52 0 0,7 9-115 0 0,-7-9-65 0 0,3-3-2262 0 0,15 2 1029 0 0,-15-2-1446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57.8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249 57 2888 0 0,'6'-25'1358'0'0,"-5"20"1340"0"0,0 1-2122 0 0,3-14-101 0 0,-3 14 737 0 0,-6 6-973 0 0,-2 2-162 0 0,-1 0 0 0 0,1 1 0 0 0,0 0 0 0 0,0 0 0 0 0,1 1 1 0 0,-9 8-1 0 0,-37 47 288 0 0,26-31-243 0 0,-58 56 262 0 0,82-83-369 0 0,-1-1-5 0 0,1 0-24 0 0,0 1 0 0 0,-1-1 0 0 0,0 1 0 0 0,1-1 0 0 0,-1 0 0 0 0,0 0-1 0 0,0 0 1 0 0,0 0 0 0 0,-6 2 0 0 0,10-8-27 0 0,16-38-87 0 0,-15 38 112 0 0,1 1 4 0 0,33-25 96 0 0,-33 26 44 0 0,3 2-40 0 0,-1-1-50 0 0,-3 0-22 0 0,-1 1 0 0 0,1 0 0 0 0,-1-1 0 0 0,1 1 0 0 0,-1 0 0 0 0,1 0 0 0 0,0 0 0 0 0,-1 0 0 0 0,1 0 0 0 0,-1 1 1 0 0,1-1-1 0 0,0 0 0 0 0,-1 1 0 0 0,1-1 0 0 0,-1 1 0 0 0,1 0 0 0 0,1 0 0 0 0,10 6 89 0 0,0 0 1 0 0,0 1-1 0 0,-1 1 0 0 0,12 10 1 0 0,23 28 140 0 0,-25-23-792 0 0,45 36 0 0 0,-64-58 74 0 0,2 1-116 0 0,15 9-155 0 0,-15-9-119 0 0,0-2-146 0 0,17 1-230 0 0,-17-1-948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58.1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70 3536 0 0,'0'0'7456'0'0,"1"-5"-7200"0"0,8-18 248 0 0,-4 21-366 0 0,75-25 358 0 0,-74 26-590 0 0,-5 0 61 0 0,1 0 0 0 0,0 0 0 0 0,-1 0 0 0 0,1 1 0 0 0,0-1 0 0 0,0 1 0 0 0,0-1 0 0 0,-1 1 0 0 0,1 0 0 0 0,0 0 0 0 0,0 0 0 0 0,3 0 0 0 0,-3 0-45 0 0,4-1-367 0 0,-1 0-871 0 0,-3 1 727 0 0,11-4 753 0 0,-3 6-5819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58.3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45 2936 0 0,'0'0'7568'0'0,"3"4"-7068"0"0,7 9-68 0 0,-7-10-67 0 0,3-3-56 0 0,56-7 332 0 0,26-8-287 0 0,-31 4-943 0 0,17-5-1679 0 0,-21 0-3634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7:58.6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15 3112 0 0,'-2'-3'1484'0'0,"2"2"-1216"0"0,0 0-1 0 0,0 1 1 0 0,0-1-1 0 0,0 1 1 0 0,-1-1-1 0 0,1 0 1 0 0,0 1-1 0 0,0-1 1 0 0,-1 1-1 0 0,1-1 1 0 0,-1 1-1 0 0,1-1 0 0 0,0 1 1 0 0,-1-1-1 0 0,1 1 1 0 0,-1 0-1 0 0,1-1 1 0 0,-1 1-1 0 0,1-1 1 0 0,-1 1-1 0 0,1 0 1 0 0,-2-1-1 0 0,-2 7 3259 0 0,1 1-4789 0 0,3-6 1295 0 0,-1 1 0 0 0,1-1 1 0 0,0 0-1 0 0,-1 1 0 0 0,1-1 0 0 0,0 0 0 0 0,0 1 0 0 0,0-1 0 0 0,0 1 0 0 0,0-1 0 0 0,0 0 1 0 0,0 1-1 0 0,1-1 0 0 0,-1 0 0 0 0,1 1 0 0 0,-1-1 0 0 0,0 0 0 0 0,2 2 0 0 0,-1 0 58 0 0,3 18 51 0 0,41 268-458 0 0,-27-97-7534 0 0,-16-145 2207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7.4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0 3240 0 0,'0'0'8324'0'0,"-1"6"-7898"0"0,-2 54 427 0 0,12 33 147 0 0,-8-74-865 0 0,2 1-73 0 0,2 5 65 0 0,4 16-25 0 0,1 1 0 0 0,19 46 0 0 0,-27-83-93 0 0,-1 1-41 0 0,1 0 0 0 0,0-1-1 0 0,0 1 1 0 0,0 0 0 0 0,4 7 0 0 0,-1-5-137 0 0,-4-3-300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7.7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88 124 2056 0 0,'-82'20'4198'0'0,"77"-18"-1858"0"0,23 10-1904 0 0,-5-10-287 0 0,102-19 193 0 0,209-59 0 0 0,-99 19-1294 0 0,-184 49-1158 0 0,-34 7 889 0 0,-2 1-836 0 0,22 1-1426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8.3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15 121 2268 0 0,'0'0'1990'0'0,"-2"-3"-1243"0"0,-8-11-235 0 0,8 11 818 0 0,4-2-1012 0 0,0 2-259 0 0,-1 0 0 0 0,1 0 0 0 0,1 0 0 0 0,-1 0-1 0 0,0 0 1 0 0,1 1 0 0 0,-1-1 0 0 0,1 1 0 0 0,0-1 0 0 0,0 1 0 0 0,0 0 0 0 0,0 0 0 0 0,0 0 0 0 0,0 0 0 0 0,0 1 0 0 0,1-1 0 0 0,-1 1 0 0 0,1 0 0 0 0,-1 0 0 0 0,1 0 0 0 0,-1 1 0 0 0,1-1 0 0 0,0 1 0 0 0,-1 0 0 0 0,1 0 0 0 0,0 0 0 0 0,-1 0 0 0 0,1 1 0 0 0,-1-1 0 0 0,1 1 0 0 0,0 0-1 0 0,-1 0 1 0 0,0 0 0 0 0,1 1 0 0 0,-1-1 0 0 0,0 1 0 0 0,1 0 0 0 0,3 3 0 0 0,1 1-56 0 0,0 1-1 0 0,-1 0 1 0 0,1 0-1 0 0,-2 1 0 0 0,1 0 1 0 0,-1 0-1 0 0,0 1 1 0 0,-1-1-1 0 0,0 1 1 0 0,0 0-1 0 0,6 19 1 0 0,-10-23 35 0 0,1 0 32 0 0,2 16 10 0 0,-2-15 165 0 0,-3-1-74 0 0,0 15 20 0 0,1-15 187 0 0,-2-2-170 0 0,-4 13 16 0 0,5-12 654 0 0,-21 1-502 0 0,17-3-96 0 0,2-5-158 0 0,0 0-87 0 0,0 1 1 0 0,0-1 0 0 0,0 0 0 0 0,0 0 0 0 0,1 0 0 0 0,0-1-1 0 0,-1 1 1 0 0,-2-8 0 0 0,3 7 8 0 0,2-2-19 0 0,1-1-20 0 0,-1-1 1 0 0,2 1 0 0 0,-1-1-1 0 0,1 1 1 0 0,0 0-1 0 0,0 0 1 0 0,1 0 0 0 0,0 0-1 0 0,0 0 1 0 0,0 1-1 0 0,9-12 1 0 0,-3 6-168 0 0,1-1 1 0 0,1 2-1 0 0,0-1 1 0 0,1 1-1 0 0,13-10 1 0 0,-10 12-589 0 0,-1 0-1 0 0,1 0 1 0 0,1 1 0 0 0,26-9 0 0 0,-37 16-226 0 0,1 1-141 0 0,25 0-1963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9.1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223 99 2760 0 0,'-1'-5'1048'0'0,"-4"-16"-120"0"0,4 16-82 0 0,-1 0-163 0 0,-4-14-126 0 0,5 14-78 0 0,-2 1-78 0 0,-27-26 856 0 0,27 28-805 0 0,-3 1-293 0 0,-19 0-4 0 0,19 1-15 0 0,-7 7 59 0 0,-7 2-31 0 0,12-2-135 0 0,0-1-1 0 0,0 1 1 0 0,0 1-1 0 0,1 0 1 0 0,0 0-1 0 0,1 0 1 0 0,-1 1 0 0 0,2-1-1 0 0,-1 2 1 0 0,1-1-1 0 0,1 0 1 0 0,0 1-1 0 0,0 0 1 0 0,1 0-1 0 0,0 0 1 0 0,0 1-1 0 0,1-1 1 0 0,0 18-1 0 0,2-23-20 0 0,6 13-16 0 0,-4-14 4 0 0,0 0 4 0 0,1-1-9 0 0,2 0 10 0 0,-1-1 1 0 0,1 1-1 0 0,0-1 0 0 0,0 0 1 0 0,0 0-1 0 0,6 2 0 0 0,-6-3-7 0 0,0-2-1 0 0,15-2 10 0 0,-15 2-14 0 0,0-1 8 0 0,2-1 0 0 0,-1 0-1 0 0,0-1 0 0 0,0 0 0 0 0,0 0 0 0 0,0 0 1 0 0,0-1-1 0 0,-1 1 0 0 0,0-1 0 0 0,7-9 0 0 0,0-9-13 0 0,15-38 0 0 0,-25 57 51 0 0,0-3-9 0 0,1-2-63 0 0,-6 28 415 0 0,3-17-376 0 0,-1 0-1 0 0,1 0 1 0 0,0 0-1 0 0,0 0 1 0 0,-1 0 0 0 0,1 0-1 0 0,1 0 1 0 0,-1 0-1 0 0,0 0 1 0 0,0 0-1 0 0,2 3 1 0 0,-1 1 1 0 0,0 0 27 0 0,1-3-43 0 0,23 32 0 0 0,-22-32 0 0 0,18 4-3 0 0,-17-5 4 0 0,3-3 21 0 0,0 1-16 0 0,-1 0 0 0 0,1-1 0 0 0,-1 0 0 0 0,1 0 0 0 0,-1 0 0 0 0,1-1 0 0 0,-1 0 0 0 0,0 0 0 0 0,0-1 0 0 0,0 0 0 0 0,0 0 0 0 0,0 0 0 0 0,0-1 0 0 0,-1 1 0 0 0,0-1 0 0 0,6-6 0 0 0,-3 1 10 0 0,0 1-1 0 0,-1-1 0 0 0,0-1 0 0 0,-1 1 1 0 0,0-1-1 0 0,0 0 0 0 0,-1-1 1 0 0,0 1-1 0 0,-1-1 0 0 0,4-15 0 0 0,-7 23 74 0 0,0-2 23 0 0,1-8 667 0 0,5 39-575 0 0,1-7-192 0 0,5 7-20 0 0,-10-21 14 0 0,-3-5 3 0 0,1 0 0 0 0,-1 0 0 0 0,1 0-1 0 0,-1 1 1 0 0,1-1 0 0 0,-1 0 0 0 0,1 0 0 0 0,-1 0 0 0 0,1 1 0 0 0,-1-1 0 0 0,0 0 0 0 0,1 1 0 0 0,-1-1 0 0 0,1 0-1 0 0,-1 1 1 0 0,0-1 0 0 0,1 1 0 0 0,-1-1 0 0 0,0 0 0 0 0,1 1 0 0 0,-1-1 0 0 0,0 1 0 0 0,0-1 0 0 0,1 1 0 0 0,-1-1-1 0 0,0 2 1 0 0,0-2-5 0 0,0 1-1 0 0,1-1 1 0 0,-1 1-1 0 0,0-1 0 0 0,0 1 1 0 0,1-1-1 0 0,-1 1 0 0 0,0-1 1 0 0,0 1-1 0 0,1-1 1 0 0,-1 1-1 0 0,1-1 0 0 0,-1 1 1 0 0,0-1-1 0 0,1 0 1 0 0,-1 1-1 0 0,1-1 0 0 0,-1 0 1 0 0,1 1-1 0 0,-1-1 1 0 0,1 0-1 0 0,-1 0 0 0 0,1 0 1 0 0,-1 1-1 0 0,2-1 0 0 0,15 8-413 0 0,-15-6 324 0 0,2 0-314 0 0,2-2-772 0 0,-2 0 1200 0 0,-1 0-416 0 0,1 0-1 0 0,0 0 1 0 0,0 0 0 0 0,-1 0 0 0 0,1-1 0 0 0,0 1-1 0 0,-1-1 1 0 0,1 0 0 0 0,0 0 0 0 0,-1 0-1 0 0,1-1 1 0 0,-1 1 0 0 0,0-1 0 0 0,1 0 0 0 0,3-3-1 0 0,9-8-3345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9.5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201 2 2108 0 0,'-7'-1'236'0'0,"-1"0"-1"0"0,1 1 1 0 0,-1 1 0 0 0,0-1-1 0 0,1 1 1 0 0,-1 0-1 0 0,1 1 1 0 0,0 0-1 0 0,-1 0 1 0 0,1 1 0 0 0,0 0-1 0 0,0 0 1 0 0,0 0-1 0 0,1 1 1 0 0,-1 0 0 0 0,1 0-1 0 0,0 1 1 0 0,0 0-1 0 0,0 0 1 0 0,1 0 0 0 0,0 1-1 0 0,-8 9 1 0 0,-15 30 229 0 0,26-41-366 0 0,0 2-39 0 0,-2 17 27 0 0,3-17 33 0 0,6 14 31 0 0,-3-16-103 0 0,3 1-12 0 0,-5-3-33 0 0,1-1-1 0 0,0 0 0 0 0,0 0 1 0 0,0 0-1 0 0,0 0 0 0 0,0-1 1 0 0,0 1-1 0 0,1 0 0 0 0,-1 0 1 0 0,0-1-1 0 0,0 1 0 0 0,0 0 0 0 0,1-1 1 0 0,-1 1-1 0 0,0-1 0 0 0,1 0 1 0 0,-1 1-1 0 0,3-1 0 0 0,21 4 11 0 0,-18-3 0 0 0,0 0 1 0 0,0-1-1 0 0,-1 0 1 0 0,1 0-1 0 0,0-1 0 0 0,0 0 1 0 0,0 0-1 0 0,11-4 0 0 0,-15 4-2 0 0,5-1 115 0 0,0-1 0 0 0,0 0 0 0 0,0-1-1 0 0,0 1 1 0 0,-1-2 0 0 0,0 1-1 0 0,1-1 1 0 0,-2 0 0 0 0,1 0-1 0 0,0-1 1 0 0,-1 0 0 0 0,0 0 0 0 0,-1 0-1 0 0,1-1 1 0 0,-1 0 0 0 0,5-9-1 0 0,-8 13 82 0 0,0-2 29 0 0,5-13-9 0 0,-5 14 271 0 0,-3-1-430 0 0,-2-17 64 0 0,-2 22-102 0 0,-1 0-132 0 0,-1 0-1 0 0,1 0 0 0 0,-1 1 0 0 0,1-1 0 0 0,-1 2 0 0 0,1-1 0 0 0,0 1 1 0 0,0 0-1 0 0,0 0 0 0 0,-11 6 0 0 0,11-5-438 0 0,0 1-1 0 0,1 0 1 0 0,-1 0-1 0 0,1 1 1 0 0,0-1 0 0 0,0 1-1 0 0,-6 8 1 0 0,2-1-679 0 0,6-9-858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9.9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 3392 0 0,'5'0'1046'0'0,"14"3"-176"0"0,-14-3-204 0 0,0 2-142 0 0,-1 0-440 0 0,2 0 40 0 0,0 0-1 0 0,0 1 0 0 0,-1-1 1 0 0,1 1-1 0 0,-1 0 0 0 0,0 1 1 0 0,0-1-1 0 0,0 1 0 0 0,0 0 0 0 0,-1 0 1 0 0,0 1-1 0 0,1-1 0 0 0,5 10 1 0 0,10 22 400 0 0,-18-33-426 0 0,0 3-15 0 0,6 44 454 0 0,-7-46-338 0 0,-9 14 133 0 0,7-14 14 0 0,0-2-265 0 0,0 0 0 0 0,0 0 0 0 0,-1 0 1 0 0,1 0-1 0 0,0-1 0 0 0,-1 1 1 0 0,1 0-1 0 0,-1-1 0 0 0,0 1 1 0 0,1-1-1 0 0,-1 0 0 0 0,0 1 0 0 0,0-1 1 0 0,0 0-1 0 0,0 0 0 0 0,0 0 1 0 0,0 0-1 0 0,-2 0 0 0 0,3-1-128 0 0,-2 2 760 0 0,-2-5-509 0 0,1-1-128 0 0,0 0 1 0 0,0 0-1 0 0,0-1 1 0 0,1 1-1 0 0,0-1 1 0 0,0 0-1 0 0,0 0 1 0 0,0 0-1 0 0,1 0 1 0 0,-1 0-1 0 0,-2-11 1 0 0,4 11-4 0 0,2-3 9 0 0,-1 4-72 0 0,0-1 4 0 0,-1 0 1 0 0,2 0-1 0 0,-1 0 0 0 0,0 0 0 0 0,1 0 0 0 0,0 0 0 0 0,0 0 1 0 0,1 1-1 0 0,-1-1 0 0 0,1 0 0 0 0,0 1 0 0 0,3-6 0 0 0,5-1 1 0 0,0 1 0 0 0,0 0-1 0 0,23-17 1 0 0,-29 25-13 0 0,1 0 0 0 0,-1 0 0 0 0,1 0 1 0 0,0 1-1 0 0,-1 0 0 0 0,1 0 0 0 0,0 0 0 0 0,0 0 0 0 0,0 1 0 0 0,0 0 1 0 0,-1 0-1 0 0,7 1 0 0 0,-7-1-2 0 0,5 1-9 0 0,1 0 0 0 0,-1 0 0 0 0,0 1 0 0 0,0 0 0 0 0,-1 1 0 0 0,1 0 0 0 0,0 0 0 0 0,-1 1 0 0 0,0 0 0 0 0,0 1 0 0 0,0 0 0 0 0,0 0 0 0 0,-1 0 0 0 0,0 1 1 0 0,0 0-1 0 0,-1 1 0 0 0,8 7 0 0 0,-9-6-148 0 0,0 0 1 0 0,-1 0 0 0 0,0 1-1 0 0,0-1 1 0 0,0 1 0 0 0,-1 0-1 0 0,0 0 1 0 0,-1 0 0 0 0,0 0-1 0 0,-1 0 1 0 0,0 1 0 0 0,0-1-1 0 0,-1 0 1 0 0,-1 12 0 0 0,0 0-974 0 0,-2 0 0 0 0,-1-1 1 0 0,0 0-1 0 0,-2 1 0 0 0,-10 25 1 0 0,-1-6-3743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14.0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9 247 4480 0 0,'-6'-21'1553'0'0,"5"17"899"0"0,1-1-1453 0 0,-1-13-134 0 0,0 13 570 0 0,2 0-959 0 0,0 1-332 0 0,0 0-1 0 0,0 0 0 0 0,1 0 1 0 0,-1 0-1 0 0,1 0 0 0 0,0 0 0 0 0,0 0 1 0 0,4-4-1 0 0,-3 5 202 0 0,3 2-149 0 0,-1 1-158 0 0,-1-1-1 0 0,0 1-1 0 0,0 0 1 0 0,0 0-1 0 0,0 0 1 0 0,0 0-1 0 0,1 1 1 0 0,-1 0-1 0 0,0-1 0 0 0,0 1 1 0 0,0 1-1 0 0,0-1 1 0 0,7 4-1 0 0,41 31 110 0 0,-41-27-122 0 0,3 7-4 0 0,-4-1 6 0 0,-4-5-9 0 0,0 0 0 0 0,0 0 0 0 0,-1 0 0 0 0,0 1 1 0 0,-1 0-1 0 0,0 0 0 0 0,0 0 0 0 0,-2 1 0 0 0,1-1 1 0 0,-1 1-1 0 0,-1-1 0 0 0,0 1 0 0 0,-2 19 0 0 0,1-26 87 0 0,-1-3-68 0 0,1 0-1 0 0,-1 1 0 0 0,1-1 0 0 0,-1 0 0 0 0,0 0 0 0 0,0 0 0 0 0,0 0 1 0 0,0 0-1 0 0,0 0 0 0 0,-2 2 0 0 0,-8-1 80 0 0,-3 4-29 0 0,-4-15 52 0 0,15 6-88 0 0,0-2-37 0 0,0 1-1 0 0,0-1 1 0 0,1 0-1 0 0,-1 1 0 0 0,1-1 1 0 0,0-1-1 0 0,0 1 1 0 0,1 0-1 0 0,-1 0 0 0 0,1-1 1 0 0,-1-4-1 0 0,0 3-5 0 0,1 1 1 0 0,0-1-1 0 0,0 0 0 0 0,0 0 1 0 0,1 0-1 0 0,0 0 0 0 0,0 0 1 0 0,0 0-1 0 0,1 0 0 0 0,1-7 0 0 0,0 5-8 0 0,-1 1 4 0 0,0 0 0 0 0,1 0-1 0 0,0 0 1 0 0,0 1-1 0 0,1-1 1 0 0,-1 1-1 0 0,8-12 1 0 0,-7 13-4 0 0,3-9-3 0 0,-5 13 1 0 0,0-1-1 0 0,0 0 0 0 0,0 0 1 0 0,0 1-1 0 0,0-1 1 0 0,0 1-1 0 0,0-1 1 0 0,1 1-1 0 0,-1-1 0 0 0,1 1 1 0 0,1-2-1 0 0,5-4-72 0 0,-1 0 77 0 0,0 1 1 0 0,1 0-1 0 0,-1 0 1 0 0,1 1-1 0 0,1 0 0 0 0,11-6 1 0 0,-15 9 1 0 0,1 0 1 0 0,-1 1 0 0 0,1-1-1 0 0,0 1 1 0 0,0 0 0 0 0,0 1 0 0 0,-1-1-1 0 0,1 1 1 0 0,0 1 0 0 0,0-1-1 0 0,0 1 1 0 0,0 0 0 0 0,9 3-1 0 0,45 19-22 0 0,-49-16 20 0 0,-1-1-1 0 0,1 2 1 0 0,-1 0 0 0 0,-1 0-1 0 0,1 0 1 0 0,-1 1 0 0 0,-1 1-1 0 0,11 14 1 0 0,-16-20-6 0 0,-1 0-16 0 0,17 41 160 0 0,-17-41-139 0 0,-2 1-78 0 0,1 15 61 0 0,0-15-10 0 0,-3-5-205 0 0,0 0 227 0 0,1 0 1 0 0,-1-1 0 0 0,1 1 0 0 0,-1 0 0 0 0,1-1-1 0 0,-1 1 1 0 0,1-1 0 0 0,-1 1 0 0 0,1-1 0 0 0,-1 0-1 0 0,-1-1 1 0 0,-1 1-5 0 0,-1-1-26 0 0,0-24-19 0 0,4 21 29 0 0,-1-1-1 0 0,1 1 0 0 0,0-1 0 0 0,0 0 0 0 0,0-9 0 0 0,4-43-114 0 0,-2 43 130 0 0,3-4 8 0 0,2 0-11 0 0,-4 11 9 0 0,10-22 9 0 0,15-20 0 0 0,-22 45-6 0 0,3-7-15 0 0,9-8-9 0 0,-11 16 31 0 0,0 0 0 0 0,1 1 0 0 0,-1 0 0 0 0,12-3 0 0 0,-17 5-5 0 0,1 0 0 0 0,0 1 1 0 0,0-1-1 0 0,0 1 0 0 0,-1 0 0 0 0,1-1 0 0 0,0 1 1 0 0,0 0-1 0 0,0 0 0 0 0,0 0 0 0 0,0 0 0 0 0,0 1 1 0 0,-1-1-1 0 0,5 1 0 0 0,-1 1 2 0 0,0-2 2 0 0,0 1 0 0 0,0 0 1 0 0,0 1-1 0 0,0-1 0 0 0,-1 1 1 0 0,1 0-1 0 0,0 0 1 0 0,-1 1-1 0 0,0-1 0 0 0,8 6 1 0 0,33 33-4 0 0,-37-32 8 0 0,0 0 0 0 0,0 0-1 0 0,-1 1 1 0 0,-1 0 0 0 0,1 0 0 0 0,-2 0 0 0 0,1 1-1 0 0,6 19 1 0 0,-2 2-211 0 0,12 63-1 0 0,-22-92 127 0 0,8 77-2083 0 0,-8-6-5649 0 0,-2-46 2724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14.8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81 4208 0 0,'0'0'1651'0'0,"-1"-5"-220"0"0,-4-15-144 0 0,4 15 884 0 0,0 0-1283 0 0,-1-11 365 0 0,7 23 1118 0 0,12 39-1048 0 0,-2 14-1158 0 0,7 29-101 0 0,-21-85-62 0 0,0 1 28 0 0,5 15 13 0 0,-4-15-4 0 0,-1-1-17 0 0,4 9 408 0 0,2-26-274 0 0,-6 9-147 0 0,-2-3 28 0 0,-20-136-19 0 0,10 79-36 0 0,10 60 41 0 0,0-1 40 0 0,-2-14 20 0 0,2 14 280 0 0,0 1-345 0 0,0-11 28 0 0,4 30-47 0 0,-2-11-76 0 0,0 2 75 0 0,17 133-258 0 0,-13-91-1015 0 0,-4-43 510 0 0,-1 2-154 0 0,-1 1 702 0 0,-1 26-2526 0 0,5-11-4052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15.2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214 68 3016 0 0,'0'0'1488'0'0,"-1"-5"-178"0"0,-5-42 3452 0 0,6 42-3500 0 0,-11 0-818 0 0,11 5-428 0 0,-1-1 0 0 0,1 1 0 0 0,-1-1 0 0 0,1 1 0 0 0,-1 0 0 0 0,1-1 0 0 0,-1 1 0 0 0,1 0 0 0 0,-1-1 0 0 0,0 1 0 0 0,1 0 0 0 0,-1 0 0 0 0,0-1 0 0 0,1 1 0 0 0,-1 0 0 0 0,0 0 0 0 0,1 0 0 0 0,-1 0 0 0 0,0 0 0 0 0,1 0 0 0 0,-1 0 0 0 0,1 0 0 0 0,-1 0 0 0 0,0 0 0 0 0,1 0 0 0 0,-1 1 0 0 0,0-1 0 0 0,1 0 0 0 0,-1 0 0 0 0,-1 1 0 0 0,-16 9-235 0 0,1 0 0 0 0,0 1 0 0 0,0 1 1 0 0,1 0-1 0 0,0 1 0 0 0,-19 21 0 0 0,29-27-815 0 0,0 0-1 0 0,0 0 1 0 0,1 1-1 0 0,-7 12 1 0 0,7-13-240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15.6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19 139 3144 0 0,'0'0'4259'0'0,"-4"-2"-3087"0"0,3 2-1013 0 0,0 0-1 0 0,1 0 0 0 0,-1 0 0 0 0,0 0 0 0 0,1 0 0 0 0,-1 0 0 0 0,0-1 1 0 0,1 1-1 0 0,-1 0 0 0 0,1-1 0 0 0,-1 1 0 0 0,1 0 0 0 0,-1-1 0 0 0,0 1 1 0 0,1 0-1 0 0,0-1 0 0 0,-1 1 0 0 0,1-1 0 0 0,-1 1 0 0 0,1-1 0 0 0,-1 1 1 0 0,1-1-1 0 0,0 0 0 0 0,-1 1 0 0 0,1-1 0 0 0,0 1 0 0 0,-1-2 0 0 0,2 1-101 0 0,-1 1 0 0 0,1-1-1 0 0,-1 0 1 0 0,1 0 0 0 0,0 1 0 0 0,-1-1-1 0 0,1 1 1 0 0,-1-1 0 0 0,1 0-1 0 0,0 1 1 0 0,0-1 0 0 0,-1 1-1 0 0,1 0 1 0 0,0-1 0 0 0,0 1-1 0 0,0 0 1 0 0,0-1 0 0 0,46-11 21 0 0,-46 12-67 0 0,37-8-145 0 0,222-46 1320 0 0,-97 14-7041 0 0,-156 38 2428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17.9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57 113 2108 0 0,'0'0'2182'0'0,"-4"1"-1324"0"0,-15 3-138 0 0,14-3 1451 0 0,4-1-2105 0 0,-1 0 1 0 0,1 0-1 0 0,-1 0 0 0 0,1 1 1 0 0,-1-1-1 0 0,1 0 1 0 0,0 1-1 0 0,-1-1 0 0 0,1 1 1 0 0,0-1-1 0 0,-1 1 1 0 0,-1 1-1 0 0,1-1 69 0 0,-3 1 2310 0 0,12-3-2304 0 0,65-6 227 0 0,371-86 278 0 0,-438 92-611 0 0,17-6 23 0 0,-18 6 19 0 0,-10 0-104 0 0,-36 0-1 0 0,32 3 24 0 0,-15 6-22 0 0,-377 84 15 0 0,397-91 17 0 0,-1 0-8 0 0,4-1 4 0 0,0 0-1 0 0,1 0 0 0 0,-1 0-1 0 0,0 0 1 0 0,0 0 0 0 0,1 1 0 0 0,-1-1 0 0 0,0 0 0 0 0,1 1 0 0 0,-1-1 0 0 0,0 1 0 0 0,1 0 0 0 0,-3 1 5 0 0,-17 3-45 0 0,17-3 45 0 0,5-2-29 0 0,1 0 24 0 0,0 1 0 0 0,0-1 0 0 0,0 0 0 0 0,-1 0 0 0 0,1 0 0 0 0,0 0 1 0 0,0 0-1 0 0,-1 0 0 0 0,1 0 0 0 0,0-1 0 0 0,3 0 0 0 0,-2 0 0 0 0,112-16-37 0 0,-96 13 38 0 0,169-40-32 0 0,-160 36 34 0 0,15-3 6 0 0,-39 10 37 0 0,-10 2-52 0 0,-153 40 8 0 0,-72 16 59 0 0,226-56-23 0 0,-17 4 22 0 0,17-3-47 0 0,0-1 429 0 0,11-2-443 0 0,519-118 225 0 0,-483 109-253 0 0,9-2 255 0 0,-12 1-3459 0 0,-58 16 2304 0 0,15-3-229 0 0,-2-3-2863 0 0,-20 0-333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18.3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 16 2128 0 0,'-2'-4'1351'0'0,"2"4"-1115"0"0,-1-1 0 0 0,1 0 0 0 0,-1 0-1 0 0,0 1 1 0 0,1-1 0 0 0,-1 0 0 0 0,0 0 0 0 0,1 1 0 0 0,-1-1 0 0 0,0 1-1 0 0,0-1 1 0 0,1 1 0 0 0,-1-1 0 0 0,0 1 0 0 0,0-1 0 0 0,0 1 0 0 0,0 0 0 0 0,0-1-1 0 0,0 1 1 0 0,1 0 0 0 0,-1 0 0 0 0,0 0 0 0 0,0 0 0 0 0,-2 0 0 0 0,-7 2-563 0 0,6-1 1438 0 0,3 4-809 0 0,-4 13-23 0 0,4-13-26 0 0,8 19 331 0 0,-4-21-412 0 0,2 3-106 0 0,1 0-1 0 0,0 0 1 0 0,0-1 0 0 0,0 0 0 0 0,0 0 0 0 0,1-1 0 0 0,0 1 0 0 0,0-2-1 0 0,0 1 1 0 0,1-1 0 0 0,-1 0 0 0 0,1 0 0 0 0,0-1 0 0 0,-1 0 0 0 0,1 0-1 0 0,0-1 1 0 0,13 0 0 0 0,-15 0 38 0 0,0-1 48 0 0,16 1 16 0 0,-16-1 188 0 0,-1 0-152 0 0,17-1-6 0 0,-17 1 720 0 0,-5 0-919 0 0,-1 0 1 0 0,1 1-1 0 0,-1-1 1 0 0,1 1 0 0 0,-1-1-1 0 0,1 1 1 0 0,-1-1-1 0 0,1 1 1 0 0,0-1 0 0 0,-1 1-1 0 0,1 0 1 0 0,0-1-1 0 0,0 1 1 0 0,-1-1 0 0 0,1 1-1 0 0,0 0 1 0 0,0-1-1 0 0,0 1 1 0 0,0 0 0 0 0,0-1-1 0 0,0 1 1 0 0,0 0-1 0 0,0 1 1 0 0,0-1-1 0 0,0 0 1 0 0,0 1-1 0 0,0-1 0 0 0,0 1 1 0 0,0-1-1 0 0,-1 1 0 0 0,1-1 1 0 0,0 1-1 0 0,-1-1 0 0 0,1 1 0 0 0,-1-1 1 0 0,0 0-1 0 0,1 1 0 0 0,-1-1 1 0 0,0 0-1 0 0,0 0 0 0 0,-1 2 1 0 0,-16 24-460 0 0,1 2 0 0 0,1 0 1 0 0,1 0-1 0 0,1 2 0 0 0,2 0 0 0 0,2 0 1 0 0,-10 43-1 0 0,10-6-5677 0 0,10-60 979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21.0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54 3784 0 0,'0'0'3102'0'0,"0"-6"-1934"0"0,0-16-138 0 0,0 17 2893 0 0,-1 0-3445 0 0,-1-11 716 0 0,-3 29 1041 0 0,4-9-2066 0 0,5 48 437 0 0,20 100 0 0 0,-23-147-594 0 0,0 0-9 0 0,5 18-309 0 0,-5-18-77 0 0,0-1-979 0 0,1 1 751 0 0,1 4 533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21.4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76 3420 0 0,'0'0'1894'0'0,"0"-5"-1187"0"0,1-17-183 0 0,-1 17-76 0 0,4 2-40 0 0,2-1-186 0 0,1-1 1 0 0,0 1 0 0 0,0 0 0 0 0,0 1 0 0 0,0-1-1 0 0,1 1 1 0 0,-1 1 0 0 0,1-1 0 0 0,0 1 0 0 0,14-1-1 0 0,-2 1 78 0 0,-1 1 0 0 0,0 1 0 0 0,27 2-1 0 0,-32 0-228 0 0,0 0 0 0 0,0 0 0 0 0,-1 1 0 0 0,1 1 0 0 0,-1 1 0 0 0,0-1 0 0 0,0 2 0 0 0,0 0 0 0 0,-1 1 0 0 0,0 0 0 0 0,0 0 0 0 0,-1 1 0 0 0,0 1 0 0 0,0 0 0 0 0,-1 1 0 0 0,0 0 0 0 0,-1 0 0 0 0,0 1-1 0 0,-1 0 1 0 0,0 1 0 0 0,0 0 0 0 0,-1 0 0 0 0,-1 0 0 0 0,0 1 0 0 0,4 13 0 0 0,-8-13-72 0 0,-1 0 1 0 0,0 0-1 0 0,0 0 0 0 0,-2 0 0 0 0,1-1 1 0 0,-2 1-1 0 0,0 0 0 0 0,0 0 0 0 0,-1-1 0 0 0,-1 1 1 0 0,0-1-1 0 0,-8 16 0 0 0,4-11 81 0 0,-2-1 1 0 0,0 0-1 0 0,-1-1 0 0 0,0 0 0 0 0,-2-1 0 0 0,1 0 0 0 0,-2-1 1 0 0,0 0-1 0 0,0-1 0 0 0,-1-1 0 0 0,-1 0 0 0 0,0-1 1 0 0,0 0-1 0 0,-19 7 0 0 0,22-13 48 0 0,1 0 0 0 0,-1-1-1 0 0,-24 4 1 0 0,31-7-114 0 0,0 1-1 0 0,0 0-1 0 0,0-1 1 0 0,0 0 0 0 0,0-1 0 0 0,0 1 0 0 0,0-1 0 0 0,0 0 0 0 0,0 0-1 0 0,0-1 1 0 0,-6-2 0 0 0,7 2-47 0 0,3 2 5 0 0,0-1-1 0 0,0 1 1 0 0,0-1 0 0 0,0 0-1 0 0,-1 0 1 0 0,1 0-1 0 0,1 0 1 0 0,-1 0 0 0 0,0 0-1 0 0,0 0 1 0 0,0-1 0 0 0,1 1-1 0 0,-4-3 1 0 0,0-1-83 0 0,1 1-71 0 0,0 1-1 0 0,0-1 1 0 0,0 1-1 0 0,0-1 1 0 0,0-1-1 0 0,1 1 1 0 0,0 0-1 0 0,0-1 1 0 0,0 0-1 0 0,0 0 0 0 0,-3-7 1 0 0,4 7 100 0 0,1 3-13 0 0,0 1-1 0 0,0-1 0 0 0,1 0 0 0 0,-1 0 0 0 0,0 0 0 0 0,1 0 0 0 0,-1 0 0 0 0,1 1 0 0 0,-1-1 0 0 0,1 0 1 0 0,0 0-1 0 0,0 0 0 0 0,0-3 0 0 0,0-1-262 0 0,-1 3 183 0 0,1 1 1 0 0,0 0-1 0 0,-1 0 0 0 0,1 0 1 0 0,0-1-1 0 0,0 1 0 0 0,1 0 1 0 0,-1 0-1 0 0,0-1 0 0 0,1 1 1 0 0,-1 0-1 0 0,1 0 1 0 0,1-3-1 0 0,0-2-372 0 0,2-7-2090 0 0,11-20-1874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26.3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21 3500 0 0,'0'0'8617'0'0,"-1"-5"-8220"0"0,1 4-532 0 0,-2-13 1433 0 0,2 14-1224 0 0,1 0 0 0 0,-1 0-1 0 0,1 0 1 0 0,-1 0-1 0 0,1 0 1 0 0,-1 0 0 0 0,0 0-1 0 0,1 0 1 0 0,-1 0-1 0 0,1 0 1 0 0,-1 1 0 0 0,0-1-1 0 0,1 0 1 0 0,-1 0-1 0 0,1 0 1 0 0,-1 1 0 0 0,0-1-1 0 0,1 0 1 0 0,-1 1-1 0 0,0-1 1 0 0,1 0 0 0 0,-1 0-1 0 0,0 1 1 0 0,0-1-1 0 0,1 1 1 0 0,-1-1 0 0 0,0 0-1 0 0,0 1 1 0 0,1 0-1 0 0,1 2 77 0 0,1 2 7 0 0,78 201 597 0 0,-44-96-974 0 0,-35-105 20 0 0,-1 0-644 0 0,1 0 385 0 0,0 3 217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26.6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220 21 3120 0 0,'0'0'7478'0'0,"-2"-4"-7204"0"0,-8-12 473 0 0,2 17-705 0 0,-1 1-1 0 0,1 0 1 0 0,0 0-1 0 0,0 1 1 0 0,0 0-1 0 0,1 1 1 0 0,-1-1-1 0 0,1 2 1 0 0,0-1-1 0 0,0 1 1 0 0,-11 9-1 0 0,7-6-61 0 0,3-3-100 0 0,-8 8-22 0 0,2 2-326 0 0,-7 8-434 0 0,-13 18-4773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26.9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70 4320 0 0,'0'0'2477'0'0,"-3"3"-1499"0"0,2-3-789 0 0,0 0 0 0 0,1 1 0 0 0,-1-1 0 0 0,1 1-1 0 0,-1-1 1 0 0,0 1 0 0 0,1 0 0 0 0,-1-1 0 0 0,1 1 0 0 0,-1-1-1 0 0,1 1 1 0 0,0 0 0 0 0,-1-1 0 0 0,1 1 0 0 0,0 0-1 0 0,-1 0 1 0 0,1-1 0 0 0,0 1 0 0 0,0 1 0 0 0,0-1-137 0 0,1-1 0 0 0,0 1 0 0 0,0-1 0 0 0,0 1 0 0 0,0-1 0 0 0,0 1 1 0 0,0-1-1 0 0,0 1 0 0 0,0-1 0 0 0,0 0 0 0 0,0 0 0 0 0,0 1 0 0 0,0-1 1 0 0,0 0-1 0 0,0 0 0 0 0,0 0 0 0 0,0 0 0 0 0,1 0 0 0 0,-1 0 0 0 0,0-1 1 0 0,0 1-1 0 0,0 0 0 0 0,0 0 0 0 0,0-1 0 0 0,1 0 0 0 0,246-41-32 0 0,-161 24-2458 0 0,2-2-3456 0 0,-55 11 1339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27.5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111 1 3116 0 0,'0'0'6972'0'0,"3"3"-6690"0"0,1 2-243 0 0,-1-1-1 0 0,-1 1 0 0 0,1 0 0 0 0,-1 0 0 0 0,0 0 1 0 0,0 0-1 0 0,0 0 0 0 0,0 0 0 0 0,-1 0 1 0 0,0 1-1 0 0,0-1 0 0 0,-1 10 0 0 0,1-3-120 0 0,-2 1-1 0 0,0-1 0 0 0,0 0 0 0 0,-1 1 1 0 0,-4 13-1 0 0,0-7-585 0 0,-1-1-1 0 0,0-1 1 0 0,-1 1-1 0 0,-1-1 1 0 0,0-1 0 0 0,-1 0-1 0 0,-1 0 1 0 0,-1-1-1 0 0,-18 19 1 0 0,11-15-2979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28.1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24 4212 0 0,'-16'-15'6062'0'0,"13"12"-5092"0"0,3 3-870 0 0,0-1-1 0 0,-1 1 1 0 0,1-1 0 0 0,-1 1 0 0 0,1 0 0 0 0,-1-1 0 0 0,1 1-1 0 0,-1 0 1 0 0,1-1 0 0 0,-1 1 0 0 0,1 0 0 0 0,-1 0 0 0 0,1 0 0 0 0,-1-1-1 0 0,1 1 1 0 0,-1 0 0 0 0,1 0 0 0 0,-1 0 0 0 0,1 0 0 0 0,-1 0-1 0 0,0 0 1 0 0,1 0 0 0 0,-1 0 0 0 0,1 0 0 0 0,-1 0 0 0 0,1 0 0 0 0,-2 1-1 0 0,2 0-39 0 0,-1 0 0 0 0,1 0 0 0 0,-1 1 0 0 0,1-1-1 0 0,0 0 1 0 0,-1 1 0 0 0,1-1 0 0 0,0 0 0 0 0,0 1-1 0 0,0-1 1 0 0,0 0 0 0 0,0 1 0 0 0,0-1 0 0 0,0 0-1 0 0,0 1 1 0 0,1-1 0 0 0,-1 0 0 0 0,0 1 0 0 0,2 1-1 0 0,32 112 511 0 0,6 19-2267 0 0,-35-107-1678 0 0,4 46-1 0 0,-8-53 682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28.4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1 109 2660 0 0,'0'-54'4145'0'0,"0"51"-4026"0"0,1 1 1 0 0,0 0-1 0 0,0-1 0 0 0,0 1 0 0 0,0 0 0 0 0,0-1 0 0 0,0 1 1 0 0,0 0-1 0 0,1 0 0 0 0,-1 0 0 0 0,1 0 0 0 0,0 0 0 0 0,-1 1 0 0 0,1-1 1 0 0,0 0-1 0 0,0 1 0 0 0,3-3 0 0 0,-3 3-64 0 0,2-1 69 0 0,0 0 1 0 0,0 0-1 0 0,0 1 1 0 0,0-1-1 0 0,0 1 1 0 0,1 0-1 0 0,-1 0 1 0 0,0 0-1 0 0,1 1 1 0 0,-1-1-1 0 0,0 1 1 0 0,7 0-1 0 0,-9 0-95 0 0,11 0 127 0 0,0 0 0 0 0,0 0 0 0 0,0 1 1 0 0,0 1-1 0 0,-1 0 0 0 0,1 1 0 0 0,16 5 0 0 0,-3 2 208 0 0,51 26 0 0 0,-63-30-250 0 0,-1 2 1 0 0,-1-1-1 0 0,1 2 0 0 0,-1-1 0 0 0,-1 2 0 0 0,0 0 0 0 0,0 0 1 0 0,-1 1-1 0 0,0 0 0 0 0,-1 1 0 0 0,0 0 0 0 0,-1 0 1 0 0,0 1-1 0 0,6 14 0 0 0,-6 5 109 0 0,-7-23-188 0 0,0-3-19 0 0,-1 1 0 0 0,0-1 0 0 0,0 1 0 0 0,0-1-1 0 0,0 1 1 0 0,-1-1 0 0 0,0 0 0 0 0,-1 1 0 0 0,1-1 0 0 0,-1 0 0 0 0,-1 0 0 0 0,1 0-1 0 0,-7 11 1 0 0,2-5 6 0 0,-1 1-1 0 0,-1-1 0 0 0,0-1 0 0 0,-15 16 0 0 0,7-11-96 0 0,-1 0 0 0 0,0-2 0 0 0,-1 0 0 0 0,-1-1 0 0 0,0-1 0 0 0,-1 0-1 0 0,0-2 1 0 0,-1 0 0 0 0,0-2 0 0 0,0 0 0 0 0,0-2 0 0 0,-34 6 0 0 0,25-11-716 0 0,25-3 592 0 0,4 3 123 0 0,1-1 0 0 0,-1 0 0 0 0,1-1-1 0 0,-1 1 1 0 0,1 0 0 0 0,-1 0 0 0 0,1-1 0 0 0,-1 1 0 0 0,1-1 0 0 0,-1 1 0 0 0,1-1 0 0 0,0 1 0 0 0,-1-1-1 0 0,1 0 1 0 0,0 0 0 0 0,-2-1 0 0 0,-1-1-212 0 0,3 2 160 0 0,-1 1-1 0 0,1-1 1 0 0,-1 0 0 0 0,1 0 0 0 0,0 1 0 0 0,0-1 0 0 0,-1 0 0 0 0,1 0 0 0 0,0-1-1 0 0,0 1 1 0 0,0 0 0 0 0,0 0 0 0 0,0 0 0 0 0,0-1 0 0 0,1 1 0 0 0,-1 0 0 0 0,0-1-1 0 0,0-1 1 0 0,-1-1-429 0 0,-3-7-2511 0 0,-2-21-2212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29.0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86 79 2620 0 0,'0'0'4230'0'0,"4"-2"-3559"0"0,-3 2-552 0 0,-1 0-1 0 0,1-1 0 0 0,0 1 0 0 0,0-1 1 0 0,0 1-1 0 0,0-1 0 0 0,0 1 0 0 0,-1-1 1 0 0,1 1-1 0 0,0-1 0 0 0,0 0 0 0 0,-1 1 0 0 0,1-1 1 0 0,-1 0-1 0 0,1 0 0 0 0,-1 0 0 0 0,1 1 1 0 0,-1-1-1 0 0,1 0 0 0 0,-1 0 0 0 0,1 0 1 0 0,-1 0-1 0 0,0 0 0 0 0,1-1 0 0 0,6-18 980 0 0,-5 16-994 0 0,0 0 0 0 0,1 1-1 0 0,0 0 1 0 0,0-1 0 0 0,0 1 0 0 0,0 0-1 0 0,6-4 1 0 0,-5 5-21 0 0,0 1 1 0 0,15-3-15 0 0,-14 4-8 0 0,1 1-8 0 0,1 2-23 0 0,1 0 1 0 0,-1 0 0 0 0,0 0-1 0 0,-1 1 1 0 0,1 0 0 0 0,-1 0-1 0 0,1 1 1 0 0,-1-1 0 0 0,-1 1-1 0 0,1 1 1 0 0,-1-1 0 0 0,0 1-1 0 0,0 0 1 0 0,0 0 0 0 0,-1 1-1 0 0,0-1 1 0 0,0 1 0 0 0,-1 0-1 0 0,0 0 1 0 0,0 0 0 0 0,0 0-1 0 0,-1 1 1 0 0,0-1 0 0 0,1 10-1 0 0,-2-9-11 0 0,0-5-9 0 0,0 0 0 0 0,-1 0-1 0 0,0 0 1 0 0,1 0-1 0 0,-1 0 1 0 0,0 1-1 0 0,-1-1 1 0 0,1 0-1 0 0,-1 3 1 0 0,1 3 5 0 0,0-6-8 0 0,0 1 0 0 0,0-1-1 0 0,-1 1 1 0 0,1-1 0 0 0,-1 0 0 0 0,0 1 0 0 0,0-1 0 0 0,-2 6 0 0 0,-1 3 9 0 0,0-1 1 0 0,0 0-1 0 0,-1 0 1 0 0,-1 0-1 0 0,0 0 0 0 0,0-1 1 0 0,-1 0-1 0 0,-1 0 1 0 0,1-1-1 0 0,-2 0 1 0 0,1 0-1 0 0,-1-1 1 0 0,-17 13-1 0 0,12-14 27 0 0,-1 0 0 0 0,0 0 0 0 0,-19 4 0 0 0,28-10-105 0 0,1-2 69 0 0,-2 0-56 0 0,0-1-1 0 0,1 0 1 0 0,0 0 0 0 0,-1 0-1 0 0,1-1 1 0 0,0 0 0 0 0,0-1-1 0 0,1 1 1 0 0,-1-1 0 0 0,1 0-1 0 0,0 0 1 0 0,-6-6 0 0 0,8 7-69 0 0,1-2-52 0 0,-6-14 102 0 0,6 15 34 0 0,2-2-38 0 0,2-22 42 0 0,15 16 12 0 0,-13 9 8 0 0,1 2-3 0 0,53-3 25 0 0,-36 9 11 0 0,-14-3-9 0 0,17 5 79 0 0,-2 1 0 0 0,1 0 1 0 0,-1 2-1 0 0,0 1 1 0 0,21 13-1 0 0,64 34-2422 0 0,-103-56 924 0 0,0 0-342 0 0,15 3-1184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29.7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109 24 4272 0 0,'0'0'3016'0'0,"1"-4"-1826"0"0,7-15 1436 0 0,-4 21-2089 0 0,15 4-111 0 0,-14-4-74 0 0,-1 2-74 0 0,-1-1-234 0 0,0 1 0 0 0,-1 0 0 0 0,1 0-1 0 0,-1 0 1 0 0,1 1 0 0 0,-1-1 0 0 0,-1 1 0 0 0,1-1 0 0 0,-1 1-1 0 0,1-1 1 0 0,-1 1 0 0 0,0 0 0 0 0,-1 0 0 0 0,1-1 0 0 0,-1 7-1 0 0,-1-1-86 0 0,0-1 0 0 0,0 1 0 0 0,-1 0 0 0 0,0 0 0 0 0,0-1 0 0 0,-1 0 0 0 0,-8 17 0 0 0,5-13-150 0 0,-1-1 1 0 0,0 1 0 0 0,-2-1-1 0 0,1 0 1 0 0,-1-1-1 0 0,-13 13 1 0 0,13-15-776 0 0,0-1 1 0 0,-1-1 0 0 0,-17 12-1 0 0,23-17-468 0 0,0-1-919 0 0,-19 3-1651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0.1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54 3860 0 0,'9'-26'6148'0'0,"-8"21"-5066"0"0,3-17 4974 0 0,-4 29-5809 0 0,3 37 141 0 0,1 1-1 0 0,14 62 1 0 0,-9-61-314 0 0,20 92-3487 0 0,-28-133 2213 0 0,2 17-1601 0 0,0-13-2712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0.4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98 2816 0 0,'0'-5'1382'0'0,"0"1"-1209"0"0,1 1 0 0 0,-1 0 1 0 0,1 0-1 0 0,-1 0 0 0 0,1 0 0 0 0,0 0 1 0 0,0 0-1 0 0,1 0 0 0 0,-1 0 0 0 0,1 0 1 0 0,-1 1-1 0 0,1-1 0 0 0,0 0 1 0 0,0 1-1 0 0,0-1 0 0 0,0 1 0 0 0,0 0 1 0 0,1 0-1 0 0,-1 0 0 0 0,1 0 0 0 0,-1 0 1 0 0,1 1-1 0 0,0-1 0 0 0,0 1 1 0 0,4-2-1 0 0,61-18 1299 0 0,-57 19-1275 0 0,1 0 0 0 0,0 1 0 0 0,0 0 0 0 0,0 1 0 0 0,-1 1 0 0 0,22 3 0 0 0,-24-3-135 0 0,15 3 181 0 0,0 0-1 0 0,-1 1 1 0 0,0 2-1 0 0,0 0 1 0 0,-1 2-1 0 0,0 0 1 0 0,31 19-1 0 0,-40-21-175 0 0,-1 2-1 0 0,0-1 0 0 0,0 2 0 0 0,-1-1 1 0 0,0 2-1 0 0,-1-1 0 0 0,0 1 1 0 0,-1 1-1 0 0,0 0 0 0 0,-1 0 0 0 0,0 1 1 0 0,9 21-1 0 0,-11-19-34 0 0,-4-13-29 0 0,-1 1 0 0 0,0-1 0 0 0,-1 1 0 0 0,1 0 0 0 0,0-1 0 0 0,-1 1 0 0 0,0 0 0 0 0,1-1 0 0 0,-1 1 0 0 0,0 0 0 0 0,-1 5 0 0 0,1 1 6 0 0,-1 1 0 0 0,0 0 0 0 0,-1-1 0 0 0,0 0 0 0 0,-1 1 0 0 0,1-1 0 0 0,-2 0 0 0 0,1 0 0 0 0,-1-1 0 0 0,-1 1 0 0 0,-5 8 0 0 0,2-5-96 0 0,0-2 1 0 0,-1 1-1 0 0,0-1 0 0 0,-1 0 1 0 0,0-1-1 0 0,0 0 0 0 0,-22 14 1 0 0,25-19 33 0 0,-4 4-281 0 0,-1-1-1 0 0,0 0 0 0 0,-1-1 0 0 0,1 0 1 0 0,-1-1-1 0 0,0 0 0 0 0,-18 3 0 0 0,10-7-1998 0 0,0-1 0 0 0,-40-4-1 0 0,55 3-1796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1.2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127 83 3908 0 0,'0'0'2299'0'0,"-4"-2"-1447"0"0,1 0-529 0 0,-15-4 2418 0 0,20 1-2431 0 0,0 1-179 0 0,0-1 1 0 0,1 1 0 0 0,0-1-1 0 0,0 1 1 0 0,0 0-1 0 0,5-5 1 0 0,-5 7 188 0 0,-3 2-294 0 0,1 0-1 0 0,0 0 1 0 0,0 0-1 0 0,0 0 0 0 0,0 0 1 0 0,-1 0-1 0 0,1 0 1 0 0,0-1-1 0 0,0 1 0 0 0,0 0 1 0 0,-1 0-1 0 0,1-1 1 0 0,0 1-1 0 0,-1 0 0 0 0,1-1 1 0 0,0 1-1 0 0,1-2 1 0 0,19-8 679 0 0,36-4 21 0 0,-51 13-548 0 0,0 1-92 0 0,3 1-33 0 0,-1 0 0 0 0,0 0 0 0 0,0 1-1 0 0,8 3 1 0 0,-12-3-4 0 0,-4-2-46 0 0,1 0 0 0 0,-1 0 0 0 0,1 0 0 0 0,-1 1 0 0 0,0-1 0 0 0,1 0 0 0 0,-1 1 0 0 0,0-1 0 0 0,1 0 0 0 0,-1 1 0 0 0,0-1 0 0 0,0 0 0 0 0,1 1 0 0 0,-1-1 0 0 0,0 1 0 0 0,0-1 0 0 0,0 1 0 0 0,1-1 0 0 0,-1 0 0 0 0,0 1 0 0 0,0-1 0 0 0,0 1 0 0 0,0-1 0 0 0,0 2 1 0 0,0-2-1 0 0,0 0 1 0 0,0 1 0 0 0,0-1 0 0 0,0 1 0 0 0,0-1 0 0 0,1 1 0 0 0,-1-1 0 0 0,0 1 0 0 0,0-1 0 0 0,0 1 0 0 0,0-1-1 0 0,1 0 1 0 0,-1 1 0 0 0,0-1 0 0 0,0 0 0 0 0,1 1 0 0 0,-1-1 0 0 0,0 1 0 0 0,1-1 0 0 0,-1 0 0 0 0,0 0 0 0 0,1 1 0 0 0,-1-1-1 0 0,1 1 1 0 0,-1 5 34 0 0,-1 0-19 0 0,0 1 1 0 0,0 0-1 0 0,0-1 1 0 0,-1 1-1 0 0,0-1 1 0 0,-1 1-1 0 0,1-1 1 0 0,-1 0 0 0 0,-7 10-1 0 0,0-1 92 0 0,0-1-1 0 0,-22 22 1 0 0,29-33-39 0 0,-1 0-69 0 0,-23 31 1051 0 0,53-34-1034 0 0,-20 0-10 0 0,1 0 0 0 0,61 7 53 0 0,-61-6-38 0 0,0 0-1 0 0,0 1 1 0 0,0 0 0 0 0,0 0-1 0 0,-1 1 1 0 0,1 0 0 0 0,-1 0-1 0 0,1 0 1 0 0,5 6 0 0 0,-9-7 4 0 0,-2-1-23 0 0,0 1 1 0 0,-1 0 0 0 0,1-1 0 0 0,0 1 0 0 0,0-1 0 0 0,0 1 0 0 0,0-1 0 0 0,0 0-1 0 0,0 1 1 0 0,0-1 0 0 0,0 0 0 0 0,2 2 0 0 0,-2-2 6 0 0,2 3 52 0 0,-2 1 16 0 0,1 16 1 0 0,-1-15-17 0 0,-2-6-59 0 0,1 0 0 0 0,-1 1-1 0 0,1-1 1 0 0,-1 1 0 0 0,1-1 0 0 0,-1 1 0 0 0,1 0-1 0 0,0-1 1 0 0,-1 1 0 0 0,1-1 0 0 0,0 1 0 0 0,-1 0 0 0 0,1-1-1 0 0,0 1 1 0 0,0 0 0 0 0,0-1 0 0 0,-1 1 0 0 0,1 0-1 0 0,0-1 1 0 0,0 1 0 0 0,0 0 0 0 0,1 1 0 0 0,-1-1 1 0 0,0 1 1 0 0,0-1-1 0 0,-1 1 1 0 0,1-1-1 0 0,0 1 1 0 0,0-1-1 0 0,-1 1 0 0 0,1-1 1 0 0,0 1-1 0 0,-1-1 1 0 0,0 0-1 0 0,1 1 1 0 0,-1-1-1 0 0,0 0 1 0 0,-1 3-1 0 0,-35 46 255 0 0,26-40-268 0 0,0 0 0 0 0,0 0-1 0 0,-1-1 1 0 0,0 0-1 0 0,-1-1 1 0 0,1-1 0 0 0,-2 0-1 0 0,1-1 1 0 0,-1 0 0 0 0,-16 5-1 0 0,23-9-205 0 0,0 1 0 0 0,0-1 0 0 0,1-1 0 0 0,-1 1 0 0 0,0-1 0 0 0,-1 0-1 0 0,1 0 1 0 0,0-1 0 0 0,0 0 0 0 0,0-1 0 0 0,0 1 0 0 0,-12-4 0 0 0,16 4 68 0 0,-1-1-178 0 0,1 0 0 0 0,-1 0 1 0 0,1 0-1 0 0,-1 0 0 0 0,1 0 0 0 0,0-1 0 0 0,0 1 0 0 0,-1-1 1 0 0,1 0-1 0 0,0 0 0 0 0,0 0 0 0 0,1 0 0 0 0,-1-1 0 0 0,-3-3 1 0 0,1 1-267 0 0,-3-5-47 0 0,1-6-2728 0 0,-5-15-1509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1.6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132 1 5473 0 0,'0'0'8644'0'0,"2"4"-8159"0"0,0 6-470 0 0,0 0 0 0 0,-1 0 1 0 0,0 0-1 0 0,0 1 0 0 0,-1-1 0 0 0,-1 0 0 0 0,0 1 1 0 0,0-1-1 0 0,-1 0 0 0 0,0 0 0 0 0,0 0 0 0 0,-1 0 1 0 0,-7 14-1 0 0,2-5-847 0 0,-1 0 1 0 0,-1-1 0 0 0,-12 18 0 0 0,-21 20-4500 0 0,17-26-788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2.1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5140 0 0,'0'0'8799'0'0,"4"3"-8101"0"0,-2-1-578 0 0,1 1 0 0 0,0 0 1 0 0,-1-1-1 0 0,1 1 1 0 0,-1 0-1 0 0,0 0 1 0 0,0 1-1 0 0,0-1 0 0 0,0 0 1 0 0,-1 1-1 0 0,1-1 1 0 0,-1 1-1 0 0,0-1 0 0 0,1 8 1 0 0,0-3-183 0 0,42 153 1360 0 0,-27-74-2542 0 0,-11-1-4405 0 0,-9-59 482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2.5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1 127 3948 0 0,'1'-7'1228'0'0,"-1"3"-1076"0"0,1 0 78 0 0,-1-1 1 0 0,0 1-1 0 0,1 0 1 0 0,0-1-1 0 0,0 1 1 0 0,0 0-1 0 0,1 0 1 0 0,-1 0-1 0 0,1 0 1 0 0,0 0-1 0 0,0 0 1 0 0,4-6-1 0 0,3 2 195 0 0,1 1 1 0 0,-1 0-1 0 0,12-7 0 0 0,-18 13-354 0 0,0-1 0 0 0,0 1-1 0 0,0-1 1 0 0,0 1 0 0 0,0 0 0 0 0,0 0 0 0 0,0 0 0 0 0,0 1 0 0 0,4-1-1 0 0,1-1 52 0 0,3 0 41 0 0,-1 0-1 0 0,1 1 1 0 0,0 0 0 0 0,0 1 0 0 0,0 0-1 0 0,0 0 1 0 0,17 4 0 0 0,-2 1 336 0 0,43 14 0 0 0,-46-11-228 0 0,0 1 1 0 0,-1 1-1 0 0,0 0 0 0 0,39 27 0 0 0,-50-29-192 0 0,0 0-1 0 0,-1 1 1 0 0,0 0 0 0 0,-1 1-1 0 0,0 0 1 0 0,0 0-1 0 0,-1 1 1 0 0,0 0-1 0 0,-1 1 1 0 0,6 12-1 0 0,-12-22-67 0 0,0 0-1 0 0,0 0 0 0 0,0 1 0 0 0,0-1 0 0 0,-1 0 0 0 0,1 0 0 0 0,-1 1 1 0 0,0-1-1 0 0,1 1 0 0 0,-1-1 0 0 0,0 0 0 0 0,-1 4 0 0 0,1 1 4 0 0,-1 8-6 0 0,-2-2 17 0 0,-1-1 1 0 0,-1 0-1 0 0,0 0 1 0 0,-1-1-1 0 0,0 1 1 0 0,0-1-1 0 0,-1-1 1 0 0,-1 1-1 0 0,0-1 1 0 0,-18 18-1 0 0,3-10-35 0 0,-1-1-1 0 0,-1 0 0 0 0,0-2 0 0 0,-1-1 0 0 0,-1-1 0 0 0,0-1 0 0 0,0-2 1 0 0,-1-1-1 0 0,-58 12 0 0 0,67-17-305 0 0,16-3 233 0 0,0-1 0 0 0,0 1 0 0 0,0-1 0 0 0,1 0 0 0 0,-1 0-1 0 0,0 0 1 0 0,0 0 0 0 0,0-1 0 0 0,-5-1 0 0 0,-31-7-1615 0 0,37 8 1369 0 0,0 1 1 0 0,0-1-1 0 0,0 1 1 0 0,0-1-1 0 0,1 0 1 0 0,-1 0-1 0 0,0 0 1 0 0,1 0 0 0 0,-1 0-1 0 0,0 0 1 0 0,1 0-1 0 0,-1-1 1 0 0,1 1-1 0 0,0 0 1 0 0,-1-1-1 0 0,1 1 1 0 0,0-1 0 0 0,0 0-1 0 0,0 1 1 0 0,0-1-1 0 0,-1-2 1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2.9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226 18 3624 0 0,'0'0'1709'0'0,"3"-4"-268"0"0,1-6-31 0 0,-7 7 1497 0 0,-12 7 595 0 0,9-2-4522 0 0,5-1 1035 0 0,0-1-1 0 0,-1 0 1 0 0,1 1-1 0 0,0-1 0 0 0,0 1 1 0 0,-1-1-1 0 0,1 1 1 0 0,0 0-1 0 0,0-1 1 0 0,0 1-1 0 0,0 0 0 0 0,0 0 1 0 0,0 0-1 0 0,0 0 1 0 0,0 0-1 0 0,0 0 1 0 0,0 0-1 0 0,0 1 1 0 0,-11 14 194 0 0,-157 192 1760 0 0,166-204-1549 0 0,0 22 19 0 0,20-15-196 0 0,-11-9-210 0 0,-1 0 0 0 0,0-1 0 0 0,1 1-1 0 0,-1-2 1 0 0,1 1 0 0 0,0 0 0 0 0,-1-1 0 0 0,1 0-1 0 0,10-2 1 0 0,-12 2-35 0 0,29 0-84 0 0,1-1 0 0 0,-1-2 1 0 0,1-1-1 0 0,-1-2 1 0 0,0-1-1 0 0,-1-2 0 0 0,36-14 1 0 0,-57 19-582 0 0,-1 0 1 0 0,1 0-1 0 0,-1-1 0 0 0,0-1 0 0 0,13-8 1 0 0,6-12-5854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33.2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5 3428 0 0,'0'0'7480'0'0,"-3"-2"-6566"0"0,2 2-780 0 0,0-1-1 0 0,1 1 0 0 0,-1 0 0 0 0,0 0 0 0 0,1-1 0 0 0,-1 1 0 0 0,0 0 0 0 0,1 0 1 0 0,-1 0-1 0 0,0 0 0 0 0,0 0 0 0 0,1 0 0 0 0,-1 0 0 0 0,0 0 0 0 0,0 0 1 0 0,1 0-1 0 0,-1 0 0 0 0,0 0 0 0 0,1 0 0 0 0,-1 1 0 0 0,0-1 0 0 0,1 0 0 0 0,-2 1 1 0 0,1 0-45 0 0,0 1 1 0 0,0-1 0 0 0,1 0 0 0 0,-1 0 0 0 0,1 1 0 0 0,-1-1 0 0 0,1 0 0 0 0,-1 1 0 0 0,1-1 0 0 0,0 0 0 0 0,0 1-1 0 0,0-1 1 0 0,-1 1 0 0 0,1-1 0 0 0,1 1 0 0 0,-1-1 0 0 0,0 0 0 0 0,0 1 0 0 0,0-1 0 0 0,1 2 0 0 0,14 70 1086 0 0,39 113 0 0 0,7-15-2553 0 0,-30-87-598 0 0,-1 6-1833 0 0,-14-29-1789 0 0,-10-28-864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41.4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47 2984 0 0,'0'0'3682'0'0,"1"-4"-3069"0"0,-1-6-802 0 0,0 7 842 0 0,0 0-1 0 0,0 0 1 0 0,-1 0-1 0 0,1 0 1 0 0,-1 0-1 0 0,0 0 1 0 0,-2-5-1 0 0,1 5 353 0 0,-4 11-976 0 0,6-8-21 0 0,-1 1 1 0 0,1-1 0 0 0,-1 1-1 0 0,0 0 1 0 0,1-1 0 0 0,-1 1-1 0 0,1 0 1 0 0,0-1 0 0 0,-1 1-1 0 0,1 0 1 0 0,-1-1 0 0 0,1 1-1 0 0,0 0 1 0 0,0 0 0 0 0,-1-1-1 0 0,1 1 1 0 0,0 0 0 0 0,0 0 0 0 0,0-1-1 0 0,0 1 1 0 0,0 0 0 0 0,0 0-1 0 0,0 0 1 0 0,0 1 0 0 0,-1 7 26 0 0,0 28 168 0 0,7 52 307 0 0,21 111-1 0 0,36 93 606 0 0,7 50 15 0 0,-28-112-791 0 0,-41-226-434 0 0,7 21 253 0 0,-6-23-344 0 0,-1-1 0 0 0,0 1 0 0 0,0 0 0 0 0,0 0 0 0 0,0 0 0 0 0,0 1 0 0 0,0-1-1 0 0,-1 0 1 0 0,1 0 0 0 0,-1 5 0 0 0,4-7-977 0 0,13 3-388 0 0,-13-3-607 0 0,12-26-8348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44.9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20 586 2152 0 0,'0'0'8467'0'0,"-4"-1"-8326"0"0,3 1-149 0 0,-13-4 262 0 0,14 3-241 0 0,0 1 0 0 0,0 0 1 0 0,0-1-1 0 0,1 1 1 0 0,-1-1-1 0 0,0 1 1 0 0,0-1-1 0 0,0 1 0 0 0,1 0 1 0 0,-1-1-1 0 0,0 1 1 0 0,1 0-1 0 0,-1-1 1 0 0,0 1-1 0 0,1 0 0 0 0,-1 0 1 0 0,0-1-1 0 0,1 1 1 0 0,-1 0-1 0 0,1 0 1 0 0,-1-1-1 0 0,0 1 0 0 0,1 0 1 0 0,-1 0-1 0 0,1 0 1 0 0,-1 0-1 0 0,1 0 1 0 0,-1 0-1 0 0,1 0 0 0 0,3-2 25 0 0,16-5-91 0 0,-15 6 168 0 0,0 0-75 0 0,48-8 246 0 0,-47 9-213 0 0,-2-1 2 0 0,15-3 18 0 0,-14 4 71 0 0,0-2-98 0 0,304-57 964 0 0,-220 42-969 0 0,-83 16-51 0 0,-5 2-9 0 0,0-1 0 0 0,0 0-1 0 0,0 0 1 0 0,0 0 0 0 0,0 1 0 0 0,0-1 0 0 0,1 0-1 0 0,-1 0 1 0 0,0-1 0 0 0,0 1 0 0 0,0 0 0 0 0,0 0 0 0 0,0 0-1 0 0,0-1 1 0 0,1 0 0 0 0,19-4 50 0 0,2 2-18 0 0,-18 2 78 0 0,1 1-105 0 0,50-7-55 0 0,-50 6 41 0 0,0 0 29 0 0,145-19-105 0 0,-123 14 68 0 0,-23 5 60 0 0,1 0 77 0 0,58-5-193 0 0,-57 6 80 0 0,-1-1 8 0 0,19-2 6 0 0,-19 2-24 0 0,0 0-6 0 0,19-1 16 0 0,-19 2 5 0 0,1-1-2 0 0,17-1-16 0 0,-17 1-6 0 0,-1 1 15 0 0,56-4 5 0 0,-56 3-10 0 0,0 1-12 0 0,19 0 11 0 0,-18 0 15 0 0,-1-1-18 0 0,88-10 138 0 0,-88 10-182 0 0,0 0-90 0 0,19-1 148 0 0,-18 2 108 0 0,-1-1-112 0 0,55-6-208 0 0,-56 6 192 0 0,2 1 38 0 0,129-11 13 0 0,-129 11-16 0 0,56-11 151 0 0,-59 10-202 0 0,3 0 5 0 0,20-2 2 0 0,-20 2 4 0 0,0 0 36 0 0,19-2 56 0 0,-20 2-77 0 0,1 0-10 0 0,124-19-27 0 0,-77 15 128 0 0,230-22 376 0 0,-207 20-252 0 0,-70 7-234 0 0,0 0-6 0 0,20-1 10 0 0,-20 0 7 0 0,-1 1 7 0 0,19-3 20 0 0,-18 3 24 0 0,-1 0-39 0 0,123-6 239 0 0,-122 5-202 0 0,0 1-16 0 0,308-10 415 0 0,-8-15 238 0 0,-258 19-655 0 0,-45 6-10 0 0,4-1-8 0 0,110-5-7 0 0,-110 6 21 0 0,-1 0-5 0 0,57-3-27 0 0,-59 3 8 0 0,2-1-4 0 0,62-4 0 0 0,8-1-14 0 0,-15 1 55 0 0,13 2-12 0 0,-15 1-11 0 0,14-3-30 0 0,-47 4 28 0 0,16-3 38 0 0,-35 4-6 0 0,-2-1-4 0 0,20-1-32 0 0,-19 2 44 0 0,-1-1 12 0 0,20-1-10 0 0,-19 1-1 0 0,-1 1-10 0 0,127-14 182 0 0,-50 9-158 0 0,-40 1 158 0 0,-36 4-261 0 0,0 0-1 0 0,108-5 64 0 0,-108 5-49 0 0,1-1 14 0 0,20-1-14 0 0,-21 2 5 0 0,0-1 16 0 0,96-5-15 0 0,36-7-3 0 0,-134 13 37 0 0,-3 0-6 0 0,0 0 0 0 0,0 0 0 0 0,0 0 0 0 0,0 0 0 0 0,0-1 0 0 0,-1 1 0 0 0,1 0 0 0 0,0-1 0 0 0,0 1 0 0 0,2-2 0 0 0,2 0 5 0 0,-1 1 12 0 0,1 0-2 0 0,53-7-43 0 0,-53 7 56 0 0,0 0-10 0 0,18-2-8 0 0,-18 2-32 0 0,0 0-70 0 0,17-1 112 0 0,-17 2-1 0 0,1-1-20 0 0,17-3-27 0 0,-17 4 23 0 0,-1-1 4 0 0,66-7 21 0 0,35 2 50 0 0,578-18-107 0 0,-82 4 19 0 0,-523 17 29 0 0,380-10-6 0 0,-413 12-9 0 0,103 0-25 0 0,-105-1 48 0 0,30 0-8 0 0,-21 0 27 0 0,-49 1-45 0 0,2 1-4 0 0,196-8-18 0 0,-198 8 22 0 0,2 0 9 0 0,22 0-4 0 0,38-2-8 0 0,-62 2 104 0 0,1 0-76 0 0,17-1 1 0 0,-18 1 234 0 0,0-1-205 0 0,15 0-25 0 0,-15 1 258 0 0,-2 3-263 0 0,6 11-10 0 0,-6-11 0 0 0,-2 2 2 0 0,9 94 381 0 0,17 98 323 0 0,-21-153-449 0 0,-1 56 1 0 0,-5-93-227 0 0,0-1 18 0 0,0 22 11 0 0,0-21 24 0 0,0 0 6 0 0,1 18 124 0 0,0 0 1 0 0,2 0 0 0 0,1 0-1 0 0,0-1 1 0 0,10 27-1 0 0,2 8-10 0 0,46 113 1061 0 0,-6-16-683 0 0,-55-151-537 0 0,0 0-9 0 0,4 17-12 0 0,-4-16 36 0 0,0-1 85 0 0,3 16-114 0 0,-3-15-34 0 0,-1-1 2 0 0,3 15 5 0 0,-3-15-6 0 0,0-1 10 0 0,0 84 65 0 0,0-82-89 0 0,0-1 4 0 0,0 18-4 0 0,0-18 1 0 0,0 2 12 0 0,0 18-8 0 0,0-19-2 0 0,1-1 7 0 0,-1 47-5162 0 0,-1-47 3025 0 0,-18 10-14354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46.7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32 473 3408 0 0,'0'0'3955'0'0,"-5"0"-3142"0"0,-16 0-162 0 0,15 0 1136 0 0,10 2-1605 0 0,18 3 157 0 0,-1 0-1 0 0,1-2 0 0 0,0 0 0 0 0,0-1 1 0 0,32-2-1 0 0,7-2 55 0 0,106-19 0 0 0,-60 6-294 0 0,494-55 518 0 0,381-29 540 0 0,-747 79-974 0 0,485-29 97 0 0,-218 27 269 0 0,-107 15-136 0 0,719-28 547 0 0,-348-7-844 0 0,-668 35-34 0 0,144-10-170 0 0,-141 10 94 0 0,-15-1 18 0 0,53-1-80 0 0,-41 4 115 0 0,-51 1 142 0 0,2 1-239 0 0,1 1 54 0 0,1-1 12 0 0,1 0-12 0 0,-1 1 26 0 0,100-4 668 0 0,-145 6-535 0 0,1-1 38 0 0,19-1-9 0 0,-20 1 236 0 0,1 1-229 0 0,17-1-1 0 0,-17 1 545 0 0,-2-1-627 0 0,16-1-15 0 0,-15 1 457 0 0,-1 1-543 0 0,15-2-13 0 0,-15 1 1 0 0,-10-13-12121 0 0,4 13 11698 0 0,0 0-1 0 0,-2-3 1 0 0,1 2-975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49.7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767 32 4188 0 0,'0'0'2636'0'0,"3"-2"-1461"0"0,13-11 5209 0 0,-32-1-5988 0 0,7 11-256 0 0,-45 5-394 0 0,-97 17-1 0 0,-60 24-2551 0 0,148-30 1712 0 0,-123 29-3947 0 0,90-19-388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52.0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273 214 3380 0 0,'0'0'2424'0'0,"1"-6"-1423"0"0,33-104 5498 0 0,-32 106-5814 0 0,4-23 386 0 0,-5 22 174 0 0,-1 0-1021 0 0,1 0-178 0 0,0-15 207 0 0,-7 19-187 0 0,-50 1 314 0 0,29 6-360 0 0,1 1-1 0 0,-1 1 1 0 0,1 1-1 0 0,1 1 0 0 0,-43 25 1 0 0,61-32-26 0 0,1 1 1 0 0,0 0-1 0 0,1 0 0 0 0,-1 1 1 0 0,-10 10-1 0 0,16-15 6 0 0,-2 3-13 0 0,0 1 19 0 0,-4 13-5 0 0,5-13 2 0 0,4 0 7 0 0,4 4-27 0 0,-1-1 1 0 0,1-1 0 0 0,1 1 0 0 0,-1-1 0 0 0,1 0 0 0 0,0-1 0 0 0,16 8 0 0 0,73 26-405 0 0,-65-27-142 0 0,58 28-1 0 0,-89-39 557 0 0,35 23-397 0 0,-34-23 384 0 0,0 0 0 0 0,-1 0 0 0 0,1 1-1 0 0,-1-1 1 0 0,1 0 0 0 0,-1 1 0 0 0,1-1 0 0 0,-1 1-1 0 0,0-1 1 0 0,0 1 0 0 0,0 0 0 0 0,0-1-1 0 0,0 1 1 0 0,0 0 0 0 0,-1 0 0 0 0,1 0-1 0 0,0-1 1 0 0,-1 1 0 0 0,1 0 0 0 0,-1 0-1 0 0,0 0 1 0 0,0 0 0 0 0,0 2 0 0 0,-1 1 23 0 0,-1 0 1 0 0,0-1 0 0 0,0 1 0 0 0,-1-1 0 0 0,1 0-1 0 0,-1 0 1 0 0,0 0 0 0 0,0 0 0 0 0,0 0-1 0 0,-1-1 1 0 0,1 1 0 0 0,-1-1 0 0 0,-5 4-1 0 0,1-2 63 0 0,1-1-1 0 0,-1 0 0 0 0,0 0 0 0 0,-1-1 0 0 0,1 0 0 0 0,-1-1 0 0 0,1 1 0 0 0,-15 1 0 0 0,16-4-42 0 0,1 1 0 0 0,-1-1 0 0 0,0 0 0 0 0,1-1 0 0 0,-1 1-1 0 0,0-1 1 0 0,1-1 0 0 0,-1 1 0 0 0,1-1 0 0 0,-1 0 0 0 0,1-1 0 0 0,0 1-1 0 0,0-1 1 0 0,-9-6 0 0 0,13 7-63 0 0,0 0 0 0 0,0 0 0 0 0,0-1 1 0 0,1 1-1 0 0,-1 0 0 0 0,1-1 0 0 0,-1 1 0 0 0,1-1 0 0 0,0 0 0 0 0,0 1 0 0 0,0-1 0 0 0,0 0 0 0 0,0 0 1 0 0,1 1-1 0 0,-1-1 0 0 0,1 0 0 0 0,0 0 0 0 0,0-3 0 0 0,0 4 19 0 0,0-4-61 0 0,0 0-1 0 0,0 0 0 0 0,1 1 0 0 0,0-1 0 0 0,0 0 0 0 0,0 1 1 0 0,0-1-1 0 0,1 1 0 0 0,0-1 0 0 0,0 1 0 0 0,1 0 0 0 0,3-6 0 0 0,4-5-355 0 0,25-30 0 0 0,-33 42 381 0 0,15-16-184 0 0,1 0 0 0 0,1 1-1 0 0,31-24 1 0 0,-6 11-39 0 0,57-30 0 0 0,-80 51 310 0 0,-17 10 387 0 0,3 18-304 0 0,-5-15-95 0 0,-1 2 75 0 0,-1-3-88 0 0,-1 1 0 0 0,0-1 0 0 0,1 1 0 0 0,-1-1 0 0 0,1 1 0 0 0,-1-1 0 0 0,1 1-1 0 0,0-1 1 0 0,0 1 0 0 0,0-1 0 0 0,0 1 0 0 0,0 2 0 0 0,0-2 3 0 0,-1 2 25 0 0,1 2-37 0 0,0 18 13 0 0,0-19-3 0 0,2 0-7 0 0,5 13-12 0 0,-5-14 8 0 0,0 0-13 0 0,-1-1-1 0 0,2 0 0 0 0,-1 0 0 0 0,0 1 1 0 0,1-2-1 0 0,-1 1 0 0 0,1 0 0 0 0,0 0 1 0 0,0-1-1 0 0,5 4 0 0 0,-8-6 18 0 0,3 2-50 0 0,12 1-66 0 0,-14-2 115 0 0,0-1-1 0 0,0 1 1 0 0,0-1 0 0 0,0 0 0 0 0,0 1-1 0 0,1-1 1 0 0,-1 0 0 0 0,0 0 0 0 0,0 0-1 0 0,0 0 1 0 0,1 0 0 0 0,-1 0 0 0 0,0 0-1 0 0,0 0 1 0 0,0 0 0 0 0,1-1 0 0 0,1 0-1 0 0,46-17 299 0 0,-45 16-146 0 0,9-16 254 0 0,-10 14-207 0 0,-2 0-12 0 0,0 0-110 0 0,0-1 0 0 0,0 1-1 0 0,-1-1 1 0 0,0 1 0 0 0,0 0 0 0 0,0-1 0 0 0,0 1 0 0 0,-1-1 0 0 0,1 1-1 0 0,-1 0 1 0 0,0-1 0 0 0,-3-6 0 0 0,0 1-47 0 0,-1 0 1 0 0,0 0-1 0 0,-13-17 1 0 0,16 24-16 0 0,-2-1 24 0 0,-10-10-12 0 0,10 10-30 0 0,0 2-140 0 0,-12-6-18 0 0,11 6-61 0 0,0 4-374 0 0,-16 5 238 0 0,15-6-45 0 0,3 3-31 0 0,-8 9-32 0 0,8-10-99 0 0,1 2-111 0 0,-5 11-205 0 0,5-12-183 0 0,2 1-2842 0 0,0 20-350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52.3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27 2860 0 0,'2'-3'1681'0'0,"-2"1"-1130"0"0,1 1 0 0 0,0-1-1 0 0,0 1 1 0 0,0-1 0 0 0,0 1 0 0 0,0 0-1 0 0,0 0 1 0 0,0 0 0 0 0,1 0 0 0 0,-1-1-1 0 0,0 1 1 0 0,1 1 0 0 0,-1-1 0 0 0,1 0 0 0 0,1-1-1 0 0,8-1-1163 0 0,-7 2 952 0 0,40 42 748 0 0,-20-20-942 0 0,23 27-1 0 0,31 38-2332 0 0,-75-83 1650 0 0,-2-2 441 0 0,1-1 0 0 0,0 1 1 0 0,-1 0-1 0 0,1 0 0 0 0,-1 1 0 0 0,0-1 0 0 0,1 0 0 0 0,-1 0 0 0 0,0 1 1 0 0,0-1-1 0 0,2 2 0 0 0,0 0-607 0 0,1-1-1034 0 0,13 4 638 0 0,-13-4-134 0 0,0-3-902 0 0,17-5-1479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52.6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0 2972 0 0,'0'0'3806'0'0,"-5"0"-2969"0"0,-17 0-140 0 0,21 1-617 0 0,-1-1 0 0 0,1 1 0 0 0,-1-1 0 0 0,1 1 0 0 0,0-1 0 0 0,-1 1 0 0 0,1 0 0 0 0,0 0 0 0 0,-1 0 0 0 0,1-1 0 0 0,0 1 0 0 0,0 0 0 0 0,0 1 0 0 0,0-1 0 0 0,0 0 0 0 0,0 0 0 0 0,0 0 0 0 0,0 1 0 0 0,-1 1 0 0 0,-7 15 332 0 0,-2 2-262 0 0,2 2 1 0 0,1-1-1 0 0,0 1 1 0 0,2 0-1 0 0,0 1 1 0 0,-2 25 0 0 0,0-10-36 0 0,-25 160-2100 0 0,33-193 1102 0 0,1 0-309 0 0,0 1 762 0 0,2 13-2706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53.0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2520 0 0,'0'0'8655'0'0,"1"6"-8448"0"0,0 1-140 0 0,0-1 0 0 0,0 0 0 0 0,1 1 0 0 0,0-1-1 0 0,0 0 1 0 0,1 0 0 0 0,0 0 0 0 0,0 0 0 0 0,0-1-1 0 0,0 1 1 0 0,1-1 0 0 0,0 0 0 0 0,0 0 0 0 0,1 0-1 0 0,6 5 1 0 0,26 16 140 0 0,-33-23-166 0 0,1-2 0 0 0,14 2 0 0 0,-15-2 91 0 0,2-2-48 0 0,17-2 36 0 0,-18 2 29 0 0,13-9 254 0 0,-14 8-106 0 0,-1-1 112 0 0,1-4-189 0 0,0 1 1 0 0,0-1 0 0 0,-1 0 0 0 0,4-9 0 0 0,-6 11 61 0 0,0 0 0 0 0,3-14-8 0 0,-3 14 237 0 0,-1 1-323 0 0,3-14-20 0 0,-3 14 546 0 0,0 9-684 0 0,3 37-864 0 0,12 64 0 0 0,-1-14-1985 0 0,0 57-4571 0 0,-12-93 1379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55.7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216 178 3956 0 0,'0'0'1301'0'0,"-6"-1"-173"0"0,-15-1-184 0 0,16 1 624 0 0,-2 1-908 0 0,-63-1 1361 0 0,-1 4 248 0 0,64-3-1863 0 0,2 0 15 0 0,-14 3 10 0 0,14-3 1091 0 0,10-1-1427 0 0,401-78 245 0 0,-127 15-2425 0 0,-275 63 1639 0 0,19-4-1042 0 0,-18 4 911 0 0,-26-8-5384 0 0,17 8 5205 0 0,0-2-1981 0 0,-17-11-235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8:56.1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15 2164 0 0,'0'0'3351'0'0,"-1"-3"-2514"0"0,0 2-641 0 0,1 1 1 0 0,0-1-1 0 0,0 0 1 0 0,0 1 0 0 0,-1-1-1 0 0,1 1 1 0 0,0-1-1 0 0,-1 1 1 0 0,1-1-1 0 0,-1 1 1 0 0,1-1-1 0 0,0 1 1 0 0,-1-1-1 0 0,1 1 1 0 0,-1-1-1 0 0,1 1 1 0 0,-1 0-1 0 0,0-1 1 0 0,1 1-1 0 0,-1 0 1 0 0,1 0-1 0 0,-1-1 1 0 0,0 1-1 0 0,1 0 1 0 0,-1 0-1 0 0,1 0 1 0 0,-1 0-1 0 0,0 0 1 0 0,1 0-1 0 0,-1 0 1 0 0,0 0-1 0 0,1 0 1 0 0,-1 0 0 0 0,0 0-1 0 0,1 0 1 0 0,-2 1-1 0 0,-8 3-769 0 0,6-1 1215 0 0,9 19-415 0 0,-3-17-190 0 0,0 1 62 0 0,1-3-27 0 0,5 3-104 0 0,-1-1 1 0 0,1 0 0 0 0,0 0 0 0 0,0-1 0 0 0,1 0 0 0 0,-1 0 0 0 0,1-1 0 0 0,0 0-1 0 0,0-1 1 0 0,0 0 0 0 0,0 0 0 0 0,0-1 0 0 0,0 0 0 0 0,1-1 0 0 0,-1 0-1 0 0,13-2 1 0 0,-15 2-29 0 0,0-1 9 0 0,18-2 17 0 0,-19 2 3 0 0,-1 1-7 0 0,15-3 13 0 0,-15 3 79 0 0,-11 2 7 0 0,0-1-42 0 0,4-1-13 0 0,0 1 0 0 0,0-1 0 0 0,0 1 0 0 0,0-1 0 0 0,0 1 1 0 0,1 0-1 0 0,-1 0 0 0 0,0-1 0 0 0,0 1 0 0 0,1 0 0 0 0,-1 1 0 0 0,0-1 1 0 0,1 0-1 0 0,-3 2 0 0 0,-7 7 40 0 0,0 0 0 0 0,1 1 0 0 0,0 0 1 0 0,1 1-1 0 0,0 0 0 0 0,0 0 0 0 0,2 1 0 0 0,-1 0 1 0 0,2 0-1 0 0,-9 23 0 0 0,14-34-64 0 0,1 0-1 0 0,-1-1 1 0 0,1 1 0 0 0,-1 0 0 0 0,1 0-1 0 0,0 0 1 0 0,0 0 0 0 0,0 0-1 0 0,0-1 1 0 0,0 1 0 0 0,0 0 0 0 0,0 0-1 0 0,1 0 1 0 0,0 2 0 0 0,0 2-65 0 0,-1-4 32 0 0,0-1 1 0 0,0 1-1 0 0,0 0 0 0 0,0 0 0 0 0,1 0 0 0 0,-1-1 0 0 0,0 1 1 0 0,1 0-1 0 0,0 0 0 0 0,-1-1 0 0 0,1 1 0 0 0,0 0 1 0 0,0-1-1 0 0,2 4 0 0 0,0-1-126 0 0,-1 0 6 0 0,0 0 0 0 0,0-1-1 0 0,1 1 1 0 0,-1-1 0 0 0,1 1 0 0 0,0-1 0 0 0,0 0 0 0 0,0 0 0 0 0,0 0-1 0 0,1-1 1 0 0,-1 1 0 0 0,1-1 0 0 0,6 4 0 0 0,-7-4-183 0 0,0-1-47 0 0,-1 1 1 0 0,1-1-1 0 0,0 1 0 0 0,0-1 0 0 0,0 0 0 0 0,-1 0 1 0 0,1 0-1 0 0,5 0 0 0 0,0 1-778 0 0,-1 0-4041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34.4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72 2568 0 0,'0'0'1369'0'0,"-1"-5"-200"0"0,-1-14-168 0 0,1 14 1449 0 0,0-21-1055 0 0,0 21 647 0 0,1 0-1706 0 0,-2-2 556 0 0,0 14-326 0 0,0 33-123 0 0,-1 61-305 0 0,20 199-378 0 0,-11-253-1186 0 0,-5-42 877 0 0,1-2-705 0 0,6 9 582 0 0,-6-9-440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34.6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52 212 2808 0 0,'-4'-2'1331'0'0,"-39"-16"3113"0"0,39 16-3515 0 0,8 0-808 0 0,16-8-49 0 0,1 1 0 0 0,0 1 0 0 0,1 1 0 0 0,0 0 0 0 0,31-3 0 0 0,25-9 52 0 0,245-77-1644 0 0,-313 92 1116 0 0,12-4-3309 0 0,9-2-799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35.0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84 2068 0 0,'0'5'1159'0'0,"-1"15"-216"0"0,0-15 1728 0 0,3-1-2359 0 0,4 12-16 0 0,-5-12 544 0 0,5-5-652 0 0,16-3-3 0 0,-16 4-21 0 0,12-10 45 0 0,-15 8-91 0 0,-2 0-95 0 0,0 0 1 0 0,0 1-1 0 0,0-1 0 0 0,1 1 1 0 0,-1-1-1 0 0,0 1 1 0 0,0-1-1 0 0,1 1 0 0 0,-1 0 1 0 0,4-2-1 0 0,-2-1 85 0 0,0 0-4 0 0,7-11-40 0 0,-7 11-54 0 0,-2-1 27 0 0,5-12-5 0 0,-4 12-14 0 0,-2 0-35 0 0,0-15-16 0 0,0 15-63 0 0,-1 5 95 0 0,1 0 1 0 0,0 0-1 0 0,-1 0 1 0 0,1 0-1 0 0,0 0 1 0 0,-1 0-1 0 0,1 0 1 0 0,0 0-1 0 0,-1-1 1 0 0,1 1 0 0 0,0 0-1 0 0,0 0 1 0 0,-1 0-1 0 0,1-1 1 0 0,0 1-1 0 0,-1 0 1 0 0,1 0-1 0 0,0 0 1 0 0,0-1-1 0 0,0 1 1 0 0,-1 0-1 0 0,1-1 1 0 0,0 1-1 0 0,0 0 1 0 0,0-1-1 0 0,0 1 1 0 0,-1 0-1 0 0,1-1 1 0 0,0 1-1 0 0,0 0 1 0 0,0-1-1 0 0,0 1 1 0 0,0-1 7 0 0,0 1 0 0 0,0-1 0 0 0,0 1 0 0 0,-1-1 0 0 0,1 0 0 0 0,0 1 0 0 0,0-1 0 0 0,-1 1 0 0 0,1 0 0 0 0,0-1 0 0 0,-1 1 0 0 0,1-1 1 0 0,0 1-1 0 0,-1-1 0 0 0,1 1 0 0 0,-1 0 0 0 0,1-1 0 0 0,-1 1 0 0 0,1 0 0 0 0,0-1 0 0 0,-1 1 0 0 0,1 0 0 0 0,-1 0 0 0 0,0-1 0 0 0,1 1 0 0 0,-1 0 0 0 0,1 0 0 0 0,-1 0 0 0 0,1 0 1 0 0,-1 0-1 0 0,1 0 0 0 0,-1 0 0 0 0,1 0 0 0 0,-1 0 0 0 0,-1 0 0 0 0,-1 0 4 0 0,-1 0 26 0 0,1 0 0 0 0,0 0 0 0 0,-1 0 0 0 0,1 1 0 0 0,0-1 0 0 0,0 1 0 0 0,0-1 0 0 0,-1 1 0 0 0,1 0 0 0 0,0 1 0 0 0,0-1 0 0 0,0 0 0 0 0,0 1 1 0 0,-4 3-1 0 0,-35 37 276 0 0,32-30-240 0 0,8-10-67 0 0,1-1 1 0 0,-1 1-1 0 0,1 0 0 0 0,0 0 0 0 0,0 0 1 0 0,0 0-1 0 0,0 0 0 0 0,0 0 0 0 0,0 0 1 0 0,1 0-1 0 0,-1 0 0 0 0,0 3 0 0 0,0-1 13 0 0,-9 50 77 0 0,9-49-77 0 0,3 1-11 0 0,-2-3-18 0 0,1 1 11 0 0,-1-1 0 0 0,1 1 0 0 0,-1-1 1 0 0,1 0-1 0 0,0 1 0 0 0,0-1 1 0 0,1 0-1 0 0,-1 0 0 0 0,1 0 1 0 0,0 0-1 0 0,-1 0 0 0 0,1 0 1 0 0,0 0-1 0 0,1 0 0 0 0,-1-1 1 0 0,3 3-1 0 0,3 0-239 0 0,0-1-1 0 0,0-1 1 0 0,0 0-1 0 0,0 0 1 0 0,1 0-1 0 0,-1-1 1 0 0,1 0 0 0 0,-1-1-1 0 0,1 0 1 0 0,0 0-1 0 0,-1-1 1 0 0,1 0 0 0 0,0 0-1 0 0,16-4 1 0 0,-4 0-887 0 0,1-1-1 0 0,-1-2 1 0 0,29-12 0 0 0,-28 8-1821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35.4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47 2352 0 0,'0'0'1086'0'0,"-1"-5"-158"0"0,-1 1-657 0 0,2 3-141 0 0,-1-1 0 0 0,0 1 0 0 0,1-1 0 0 0,-1 1 0 0 0,1-1-1 0 0,-1 1 1 0 0,1-1 0 0 0,0 0 0 0 0,0 1 0 0 0,0-1 0 0 0,0 1-1 0 0,0-4 1 0 0,0 5-104 0 0,0-1 0 0 0,-1 1 0 0 0,1-1 0 0 0,0 1 0 0 0,0 0 0 0 0,-1-1 0 0 0,1 1 0 0 0,0 0 0 0 0,-1-1 0 0 0,1 1 0 0 0,0 0 0 0 0,-1-1 0 0 0,1 1 0 0 0,0 0 0 0 0,-1-1 0 0 0,1 1 0 0 0,-1 0 0 0 0,1 0-1 0 0,0 0 1 0 0,-1-1 0 0 0,1 1 0 0 0,-1 0 0 0 0,1 0 0 0 0,-1 0 0 0 0,-10-8 1071 0 0,5 8-845 0 0,-17 0-53 0 0,17 0-38 0 0,-12 10 87 0 0,14-8-59 0 0,2 1-117 0 0,-10 12-25 0 0,9-11-13 0 0,2 1-77 0 0,-1 15 69 0 0,1-15 10 0 0,3-1-21 0 0,4 14-6 0 0,-4-14-5 0 0,0 1 0 0 0,0-1 0 0 0,1 0 0 0 0,-1 0 0 0 0,1 0 0 0 0,0 0 0 0 0,5 5 0 0 0,-1-1 10 0 0,1 1-16 0 0,0-1 0 0 0,0 1 0 0 0,0-2 0 0 0,1 1 1 0 0,11 6-1 0 0,-13-8 53 0 0,1-1-1 0 0,-1 1 1 0 0,12 12 0 0 0,-17-15 110 0 0,0 1 72 0 0,7 13 29 0 0,-7-13 260 0 0,-3 2-314 0 0,-1 16-10 0 0,1-16 22 0 0,-2-2-98 0 0,-23 29 87 0 0,23-30-172 0 0,-1-1-49 0 0,-33 24-1431 0 0,37-51-5200 0 0,0 20 3055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35.6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2696 0 0,'0'0'4404'0'0,"3"3"-3829"0"0,0 0-445 0 0,0 0 0 0 0,-1 0 0 0 0,0 0 1 0 0,0 0-1 0 0,0 0 0 0 0,0 1 0 0 0,0-1 0 0 0,-1 1 1 0 0,1-1-1 0 0,-1 1 0 0 0,0-1 0 0 0,0 1 0 0 0,1 6 1 0 0,7 34 437 0 0,21 173 280 0 0,-15-102-1098 0 0,-2-63-3274 0 0,-10-45 2919 0 0,-2-3-1795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35.9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1 117 3308 0 0,'0'0'5357'0'0,"19"-20"-4937"0"0,19 8-336 0 0,-12 4-368 0 0,5 0 128 0 0,2 1-196 0 0,1-1-320 0 0,9-6-524 0 0,-2 1 180 0 0,3 0-777 0 0,1-1-1867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2.3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52 4004 0 0,'-1'-4'1627'0'0,"-2"-13"-301"0"0,2 13 1823 0 0,0 0-2355 0 0,-1-14-116 0 0,1 13 2528 0 0,1 11-2907 0 0,2 55 460 0 0,8 33-204 0 0,-3-32-374 0 0,16 66-690 0 0,-22-124 8 0 0,0 1-130 0 0,0 5 997 0 0,4 26-10488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2.7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6 160 2808 0 0,'-2'-9'878'0'0,"1"-1"0"0"0,0 0 0 0 0,0-18 1 0 0,1 27-842 0 0,0-1 1 0 0,0 1-1 0 0,0-1 1 0 0,0 1-1 0 0,0 0 1 0 0,0-1-1 0 0,1 1 1 0 0,-1 0-1 0 0,0-1 1 0 0,1 1 0 0 0,-1 0-1 0 0,1 0 1 0 0,0-1-1 0 0,-1 1 1 0 0,1 0-1 0 0,0 0 1 0 0,0 0-1 0 0,1-1 1 0 0,1-1 73 0 0,-1-1-59 0 0,1 0 1 0 0,-1 1-1 0 0,1 0 0 0 0,0-1 0 0 0,0 1 0 0 0,0 0 1 0 0,1 1-1 0 0,-1-1 0 0 0,1 1 0 0 0,-1-1 0 0 0,1 1 0 0 0,4-2 1 0 0,46-16 292 0 0,-52 20-332 0 0,17-4 138 0 0,1 0 1 0 0,-1 1-1 0 0,1 1 0 0 0,0 1 1 0 0,0 1-1 0 0,0 0 0 0 0,0 2 1 0 0,0 0-1 0 0,0 1 0 0 0,0 1 1 0 0,-1 1-1 0 0,0 1 0 0 0,36 16 1 0 0,-40-15-20 0 0,-1 1 0 0 0,0 0 0 0 0,-1 1 0 0 0,0 0 0 0 0,0 1-1 0 0,-1 0 1 0 0,19 22 0 0 0,-23-23-38 0 0,-2 0-1 0 0,1 0 0 0 0,-1 1 0 0 0,-1 0 1 0 0,1 0-1 0 0,-2 0 0 0 0,1 1 0 0 0,-2-1 0 0 0,1 1 1 0 0,-1 0-1 0 0,2 18 0 0 0,-4-15-5 0 0,-1-1 0 0 0,0 1 0 0 0,-1 0 0 0 0,0 0 0 0 0,-1-1 0 0 0,0 1 0 0 0,-2-1 0 0 0,1 1 0 0 0,-2-1 0 0 0,0 0 0 0 0,0-1 0 0 0,-1 1 0 0 0,-11 16-1 0 0,4-8 4 0 0,-2-2 0 0 0,0 1 0 0 0,-2-2 0 0 0,0 0 0 0 0,0-1 0 0 0,-29 21 0 0 0,26-23-166 0 0,0-1 1 0 0,-1-2-1 0 0,0 0 0 0 0,-1-1 1 0 0,0-1-1 0 0,-1-1 1 0 0,0-1-1 0 0,-1-1 1 0 0,1-1-1 0 0,-1-1 0 0 0,-41 3 1 0 0,62-7-20 0 0,0-1 0 0 0,0 0 0 0 0,0 0 0 0 0,0 0 0 0 0,0 0 0 0 0,0-1 0 0 0,0 1 0 0 0,0-1 0 0 0,-4-1 0 0 0,0 0-111 0 0,5 2 130 0 0,0 0-1 0 0,0-1 0 0 0,1 1 1 0 0,-1-1-1 0 0,0 1 1 0 0,0-1-1 0 0,0 0 0 0 0,0 1 1 0 0,1-1-1 0 0,-1 0 1 0 0,0 0-1 0 0,1 0 1 0 0,-1 0-1 0 0,1-1 0 0 0,-3-1 1 0 0,0-1-179 0 0,2 3 155 0 0,0 1-1 0 0,1-1 1 0 0,0 0 0 0 0,-1 0 0 0 0,1 0 0 0 0,0 0 0 0 0,-1 0 0 0 0,1-1 0 0 0,0 1 0 0 0,0 0-1 0 0,0-1 1 0 0,0 1 0 0 0,0 0 0 0 0,0-1 0 0 0,0 1 0 0 0,1-1 0 0 0,-2-2 0 0 0,0 0-279 0 0,1 2 188 0 0,0 1 0 0 0,0-1 1 0 0,-1 0-1 0 0,2 1 0 0 0,-1-1 0 0 0,0 0 0 0 0,0 0 0 0 0,0 0 1 0 0,1 0-1 0 0,-1 0 0 0 0,1 0 0 0 0,0 0 0 0 0,-1 0 0 0 0,1 1 1 0 0,0-1-1 0 0,0-3 0 0 0,0-1-734 0 0,-1-1-3563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3.2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73 0 2892 0 0,'0'0'7538'0'0,"-5"2"-7120"0"0,-14 6-43 0 0,15-6-56 0 0,4-1-300 0 0,0 0 0 0 0,0-1 0 0 0,0 1 1 0 0,-1 0-1 0 0,1 0 0 0 0,0-1 0 0 0,0 1 0 0 0,0 0 1 0 0,-1-1-1 0 0,1 1 0 0 0,0 0 0 0 0,-1 0 0 0 0,1-1 1 0 0,0 1-1 0 0,-1-1 0 0 0,1 1 0 0 0,-1 0 1 0 0,1-1-1 0 0,-2 1 0 0 0,-9 16 287 0 0,-10 56 385 0 0,21-67-636 0 0,0-1-18 0 0,3 17 4 0 0,-3-17 40 0 0,2-1-55 0 0,1 1-27 0 0,-1-1 0 0 0,1 0 0 0 0,-1 0 0 0 0,1 0 0 0 0,0-1 0 0 0,1 1 0 0 0,-1 0 0 0 0,1-1 0 0 0,-1 0 1 0 0,1 0-1 0 0,8 4 0 0 0,2 0-10 0 0,1-1 1 0 0,30 9-1 0 0,46 16 852 0 0,-87-29-573 0 0,0 1 18 0 0,28 31 652 0 0,-29-31-742 0 0,-3-3-189 0 0,0 1 0 0 0,0-1 0 0 0,0 0 0 0 0,-1 1 0 0 0,1-1 0 0 0,0 0 0 0 0,0 1 0 0 0,0-1 0 0 0,0 0 1 0 0,0 0-1 0 0,0 1 0 0 0,0-1 0 0 0,0 0 0 0 0,0 1 0 0 0,0-1 0 0 0,0 0 0 0 0,0 1 0 0 0,0-1 0 0 0,0 0 0 0 0,1 1 0 0 0,-1-1 0 0 0,0 0 1 0 0,0 0-1 0 0,0 1 0 0 0,0-1 0 0 0,1 0 0 0 0,-1 1 0 0 0,0-1 0 0 0,0 0 0 0 0,0 0 0 0 0,1 0 0 0 0,-1 1 0 0 0,0-1 0 0 0,1 0 3 0 0,-1 1 0 0 0,1-1 0 0 0,-1 1 0 0 0,1-1-1 0 0,-1 1 1 0 0,0-1 0 0 0,1 1 0 0 0,-1-1-1 0 0,0 1 1 0 0,0 0 0 0 0,1-1 0 0 0,-1 1 0 0 0,0-1-1 0 0,0 1 1 0 0,0 0 0 0 0,0-1 0 0 0,0 1-1 0 0,0-1 1 0 0,0 1 0 0 0,0 0 0 0 0,0-1 0 0 0,0 1-1 0 0,0 0 1 0 0,0-1 0 0 0,0 1 0 0 0,0-1-1 0 0,-1 1 1 0 0,1 0 0 0 0,-1 0 0 0 0,-1 5 20 0 0,0 0 0 0 0,-1 0 1 0 0,0 0-1 0 0,-1-1 0 0 0,1 1 0 0 0,-1-1 0 0 0,0 0 1 0 0,0 0-1 0 0,-9 7 0 0 0,6-6-169 0 0,-1 0-1 0 0,0-1 1 0 0,-1 0 0 0 0,1 0-1 0 0,-1-1 1 0 0,0 0-1 0 0,-1-1 1 0 0,-9 3 0 0 0,13-4-74 0 0,-4 1-439 0 0,0 0-1 0 0,0 0 0 0 0,0-1 1 0 0,0-1-1 0 0,0 1 0 0 0,-1-1 1 0 0,1-1-1 0 0,-13-1 0 0 0,-2-6-975 0 0,19 6-1124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3.4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1 234 2312 0 0,'29'-29'1633'0'0,"1"1"0"0"0,2 1 0 0 0,46-30 0 0 0,-51 41-2029 0 0,1 1 0 0 0,0 1 0 0 0,1 1-1 0 0,53-16 1 0 0,-71 27-2122 0 0,13-1-1787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4.0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60 3700 0 0,'-1'-5'1584'0'0,"-3"-16"-231"0"0,4 15 696 0 0,-1 2-1129 0 0,-3-15-116 0 0,3 14 2211 0 0,0 10-2508 0 0,-2 28-74 0 0,2 1 0 0 0,0 0 1 0 0,3 0-1 0 0,6 44 0 0 0,-1-9-146 0 0,73 480 497 0 0,-34-346-1193 0 0,-27-127-1961 0 0,-18-71 1591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4.5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1 581 3544 0 0,'0'-5'1374'0'0,"-1"-2"-1194"0"0,1 0 1 0 0,1 0-1 0 0,-1 0 0 0 0,1 0 1 0 0,0 1-1 0 0,0-1 1 0 0,1 0-1 0 0,0 1 0 0 0,0-1 1 0 0,1 1-1 0 0,-1 0 1 0 0,2-1-1 0 0,-1 1 0 0 0,0 0 1 0 0,1 1-1 0 0,0-1 1 0 0,1 1-1 0 0,-1 0 0 0 0,1 0 1 0 0,0 0-1 0 0,0 1 1 0 0,1-1-1 0 0,8-4 1 0 0,10-6-5 0 0,1 1 0 0 0,1 1 1 0 0,1 2-1 0 0,45-15 0 0 0,117-20 487 0 0,-154 39-561 0 0,627-114 1311 0 0,-230 45-1166 0 0,-267 47-134 0 0,96-19 1409 0 0,-255 47-1218 0 0,0 0 2 0 0,16-4 6 0 0,-16 4 275 0 0,-1 0-328 0 0,15-3-39 0 0,-15 3 299 0 0,0-1-395 0 0,14-2 137 0 0,-14 3-87 0 0,-1 3-57 0 0,16 8 269 0 0,-18-5-242 0 0,16 81 452 0 0,96 473 1531 0 0,-54-182-3894 0 0,-47-233-2063 0 0,-10-56-4613 0 0,-3-79 1898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4.9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1 407 3576 0 0,'0'0'4627'0'0,"7"-3"-3990"0"0,33-12-169 0 0,1 2 0 0 0,1 2 0 0 0,68-10 1 0 0,-10 2 65 0 0,465-91 1605 0 0,47-10-1352 0 0,-511 98-850 0 0,77-18 177 0 0,-66 9-6082 0 0,-107 30 2950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6.8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54 122 3532 0 0,'-3'-5'1478'0'0,"-5"-15"-273"0"0,6 15-298 0 0,2 0-194 0 0,-1-16-113 0 0,0 15-95 0 0,3 2-103 0 0,-1 2-368 0 0,17-28 659 0 0,-17 28-653 0 0,1 0-1 0 0,-1 1 1 0 0,1-1-1 0 0,-1 1 1 0 0,1-1-1 0 0,0 1 0 0 0,-1-1 1 0 0,1 1-1 0 0,0 0 1 0 0,0 0-1 0 0,0 0 1 0 0,0 0-1 0 0,0 0 1 0 0,0 0-1 0 0,0 1 1 0 0,0-1-1 0 0,0 1 1 0 0,4-1-1 0 0,-2 1-30 0 0,0-1 16 0 0,0 1 1 0 0,0 0-1 0 0,0 0 1 0 0,0 0-1 0 0,0 0 1 0 0,0 1-1 0 0,0 0 1 0 0,0 0-1 0 0,0 0 1 0 0,-1 0 0 0 0,1 0-1 0 0,0 1 1 0 0,-1-1-1 0 0,1 1 1 0 0,5 4-1 0 0,-4-3-6 0 0,-3-2-13 0 0,0 0 1 0 0,-1 0-1 0 0,1 0 1 0 0,0 0-1 0 0,-1 0 0 0 0,1 0 1 0 0,-1 1-1 0 0,1-1 1 0 0,-1 1-1 0 0,0-1 1 0 0,0 1-1 0 0,1-1 0 0 0,-1 1 1 0 0,0 0-1 0 0,1 2 1 0 0,2 2 2 0 0,-2-4-8 0 0,0 0 0 0 0,-1 0 0 0 0,1 1 0 0 0,-1-1 0 0 0,0 0 0 0 0,1 1 0 0 0,-1-1 0 0 0,0 1 0 0 0,0-1 0 0 0,-1 1-1 0 0,1 3 1 0 0,3 1-2 0 0,-3-4 1 0 0,0-1-1 0 0,0 1 1 0 0,0 0 0 0 0,0 0 0 0 0,0 0 0 0 0,-1-1-1 0 0,1 1 1 0 0,-1 0 0 0 0,0 0 0 0 0,0 0 0 0 0,0 3-1 0 0,0 13-25 0 0,-1-1-1 0 0,-1 1 1 0 0,0-1 0 0 0,-1 0-1 0 0,-1 0 1 0 0,-1 0-1 0 0,-1 0 1 0 0,-14 29-1 0 0,13-32 103 0 0,0-1 0 0 0,-2 1-1 0 0,0-2 1 0 0,0 0 0 0 0,-2 0 0 0 0,1 0-1 0 0,-1-1 1 0 0,-1-1 0 0 0,0 0-1 0 0,-20 14 1 0 0,28-23 91 0 0,-1-1-18 0 0,-12 5-24 0 0,12-5 157 0 0,1-3-227 0 0,2 0-46 0 0,1 1-6 0 0,0 0 0 0 0,0 0-1 0 0,0 0 1 0 0,0 0-1 0 0,-1 0 1 0 0,1 1-1 0 0,0-1 1 0 0,0 0 0 0 0,-1 1-1 0 0,1-1 1 0 0,-1 0-1 0 0,-2 0 1 0 0,4-4-158 0 0,0-16 158 0 0,0 16 37 0 0,2 0-16 0 0,2-2-11 0 0,0 1 0 0 0,0 0-1 0 0,0 0 1 0 0,7-8-1 0 0,-8 11 14 0 0,2 2 24 0 0,14-2 9 0 0,-14 2 9 0 0,-1 3-1 0 0,9 6-30 0 0,0 0 0 0 0,0 1 0 0 0,-1 1 1 0 0,-1 0-1 0 0,1 0 0 0 0,9 13 0 0 0,4 2-396 0 0,-21-22 235 0 0,-1 0-1 0 0,0-1 1 0 0,1 0 0 0 0,0 0 0 0 0,-1 0-1 0 0,1 0 1 0 0,0 0 0 0 0,0-1 0 0 0,0 1-1 0 0,4 0 1 0 0,-4-1 51 0 0,0 0-405 0 0,4-1-24 0 0,-1 1 335 0 0,-4 0 98 0 0,-1-1 0 0 0,1 0 0 0 0,-1 1 0 0 0,1-1 0 0 0,-1 0 0 0 0,1 0 0 0 0,-1-1 0 0 0,1 1 0 0 0,-1 0 0 0 0,1-1 0 0 0,-1 0 0 0 0,4-1 0 0 0,10-3-80 0 0,0-1 1 0 0,-1 0-1 0 0,0-1 0 0 0,0-1 1 0 0,-1-1-1 0 0,0 0 0 0 0,0 0 0 0 0,-1-2 1 0 0,0 1-1 0 0,-1-2 0 0 0,0 0 1 0 0,-1 0-1 0 0,0-1 0 0 0,-1 0 0 0 0,14-25 1 0 0,-16 21 560 0 0,-1 0 1 0 0,0-1-1 0 0,-1 0 0 0 0,-1 0 1 0 0,-1-1-1 0 0,0 1 1 0 0,-2-1-1 0 0,0 0 1 0 0,-1-29 520 0 0,-3 44-682 0 0,2 4-227 0 0,0-1-1 0 0,-1 0 1 0 0,1 1-1 0 0,-1-1 1 0 0,1 1-1 0 0,0-1 1 0 0,-1 0 0 0 0,1 1-1 0 0,-1-1 1 0 0,1 1-1 0 0,-1-1 1 0 0,1 1-1 0 0,-1 0 1 0 0,0-1 0 0 0,1 1-1 0 0,-1-1 1 0 0,0 1-1 0 0,1 0 1 0 0,-1 0-1 0 0,0-1 1 0 0,1 1-1 0 0,-1 0 1 0 0,0 0 0 0 0,1 0-1 0 0,-1 0 1 0 0,0 0-1 0 0,0 0 1 0 0,1 0-1 0 0,-1 0 1 0 0,0 0 0 0 0,1 0-1 0 0,-1 0 1 0 0,0 0-1 0 0,0 0 1 0 0,1 1-1 0 0,-1-1 1 0 0,0 0-1 0 0,1 1 1 0 0,-1-1 0 0 0,1 0-1 0 0,-1 1 1 0 0,0-1-1 0 0,1 1 1 0 0,-1-1-1 0 0,1 1 1 0 0,-1-1-1 0 0,1 1 1 0 0,-1-1 0 0 0,0 2-1 0 0,-2 0 135 0 0,0 3-21 0 0,-5 13-32 0 0,0 0 0 0 0,2 1 0 0 0,-6 22 0 0 0,11-37-85 0 0,2 2 1 0 0,0 19 6 0 0,-1-19-10 0 0,2-1 0 0 0,22 38 30 0 0,-21-39-22 0 0,1-3-4 0 0,14 6-5 0 0,-14-5 38 0 0,2-2 49 0 0,-1 0-32 0 0,-1 0 0 0 0,1 0 0 0 0,0 0 0 0 0,-1-1 0 0 0,1 0 0 0 0,0 0 0 0 0,-1 0-1 0 0,1 0 1 0 0,-1-1 0 0 0,0 1 0 0 0,1-1 0 0 0,-1 0 0 0 0,0-1 0 0 0,0 1 0 0 0,0-1 0 0 0,-1 0 0 0 0,1 1 0 0 0,-1-2 0 0 0,1 1 0 0 0,-1 0 0 0 0,0-1 0 0 0,4-5-1 0 0,9-31 384 0 0,-15 36-342 0 0,0-1-35 0 0,-1-42 31 0 0,-1 42-184 0 0,1 5 68 0 0,0 0 1 0 0,-1 0 0 0 0,1 0 0 0 0,0 0 0 0 0,-1 0 0 0 0,1 0 0 0 0,0 0 0 0 0,0 0 0 0 0,-1 0 0 0 0,1 0 0 0 0,0 0 0 0 0,0-1 0 0 0,0 1 0 0 0,-1 0-1 0 0,1 0 1 0 0,0 0 0 0 0,0 0 0 0 0,-1-1 0 0 0,1 1 0 0 0,0 0 0 0 0,0 0 0 0 0,0 0 0 0 0,0-1 0 0 0,0 1 0 0 0,-1 0 0 0 0,1 0 0 0 0,0-1-1 0 0,0 1 1 0 0,0 0 0 0 0,0 0 0 0 0,0-1 0 0 0,0 1 0 0 0,0 0 0 0 0,0-1 0 0 0,0 1-41 0 0,0-1 0 0 0,-1 0 0 0 0,1 1 0 0 0,0-1 0 0 0,0 1 0 0 0,0-1 0 0 0,-1 1 0 0 0,1-1 0 0 0,0 1 0 0 0,-1-1 0 0 0,1 1 0 0 0,0-1 0 0 0,-1 1 0 0 0,1 0 0 0 0,-1-1 0 0 0,1 1 0 0 0,-1-1 0 0 0,1 1 0 0 0,-1 0 0 0 0,1-1 1 0 0,-1 1-1 0 0,1 0 0 0 0,-1 0 0 0 0,1 0 0 0 0,-1-1 0 0 0,1 1 0 0 0,-1 0 0 0 0,-1 0 0 0 0,-15-3-692 0 0,12 2-76 0 0,0 2-83 0 0,-16 5-144 0 0,15-5-256 0 0,2 1-474 0 0,-13 4-1269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7.0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22 3948 0 0,'2'-4'1890'0'0,"-1"3"-1125"0"0,6-8-628 0 0,-5 1 5856 0 0,3 10-5475 0 0,3 3-347 0 0,-1 0 0 0 0,0 0 0 0 0,0 1 0 0 0,0 0 0 0 0,0 0 0 0 0,-1 0 0 0 0,0 1 0 0 0,-1 0 0 0 0,0 0 0 0 0,8 14 1 0 0,22 26-40 0 0,99 96-3639 0 0,-111-126 1006 0 0,-19-15 843 0 0,0-1-1123 0 0,17 6-1997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7.3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222 1 2668 0 0,'0'0'3218'0'0,"-4"1"-2035"0"0,-3 2-908 0 0,1 0-1 0 0,0 0 0 0 0,1 0 0 0 0,-1 1 0 0 0,1 0 0 0 0,-1 0 1 0 0,1 0-1 0 0,0 1 0 0 0,1-1 0 0 0,-1 1 0 0 0,1 0 1 0 0,-5 8-1 0 0,-8 11 241 0 0,-20 43 1 0 0,16-27-918 0 0,2 1 0 0 0,2 2 0 0 0,-15 56 0 0 0,30-93-616 0 0,2 0-299 0 0,0 19-72 0 0,0-19-939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7.6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0 3176 0 0,'0'0'8374'0'0,"-3"3"-8077"0"0,-10 5-106 0 0,10-5 403 0 0,3 2-330 0 0,1 4-19 0 0,0 1 1 0 0,1-1-1 0 0,0 1 0 0 0,1-1 1 0 0,7 16-1 0 0,-8-21-73 0 0,-2-3-165 0 0,0-1 1 0 0,0 1-1 0 0,0 0 0 0 0,1-1 0 0 0,-1 1 1 0 0,0-1-1 0 0,0 1 0 0 0,0-1 0 0 0,0 1 1 0 0,1-1-1 0 0,-1 1 0 0 0,0-1 0 0 0,1 1 1 0 0,-1-1-1 0 0,0 0 0 0 0,1 1 0 0 0,-1-1 1 0 0,1 1-1 0 0,-1-1 0 0 0,0 0 0 0 0,1 1 1 0 0,-1-1-1 0 0,1 0 0 0 0,-1 0 0 0 0,1 1 1 0 0,0-1-1 0 0,-1 0-1 0 0,1 0 0 0 0,0 1 0 0 0,-1-1 0 0 0,1 0 0 0 0,-1 1 0 0 0,1-1 0 0 0,-1 0 0 0 0,0 1-1 0 0,1-1 1 0 0,-1 0 0 0 0,1 1 0 0 0,-1-1 0 0 0,0 1 0 0 0,1-1 0 0 0,-1 1 0 0 0,0-1 0 0 0,1 1 0 0 0,-1-1 0 0 0,0 1 0 0 0,0-1 0 0 0,0 1 0 0 0,1-1 0 0 0,-1 1 0 0 0,0-1 0 0 0,0 2 0 0 0,4 1 80 0 0,16 11 106 0 0,-2 1-1 0 0,1 1 1 0 0,15 18 0 0 0,-31-31-106 0 0,-1 1-12 0 0,18 39 139 0 0,-19-39-159 0 0,-2 1-30 0 0,0-1-91 0 0,0 0-1 0 0,0-1 0 0 0,0 1 0 0 0,-1 0 0 0 0,0-1 0 0 0,1 1 0 0 0,-1-1 0 0 0,0 0 0 0 0,-1 1 0 0 0,1-1 0 0 0,-1 0 0 0 0,1 0 0 0 0,-1-1 0 0 0,0 1 0 0 0,0-1 0 0 0,-4 3 0 0 0,-2 1-662 0 0,0-1 0 0 0,-1 0-1 0 0,1 0 1 0 0,-1-1 0 0 0,-12 3 0 0 0,17-6-1131 0 0,-2-1-1367 0 0,-29 0-2302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7.8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0 182 4760 0 0,'21'-25'2837'0'0,"3"0"-889"0"0,4 4-780 0 0,2-1-484 0 0,4 4-584 0 0,5-2-504 0 0,4-2-944 0 0,-20 10-284 0 0,14-4-1861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9.5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107 182 4968 0 0,'-30'2'1639'0'0,"24"-2"-192"0"0,-1 0-161 0 0,-21 1-176 0 0,21-1-188 0 0,2 0-151 0 0,-14-4-165 0 0,14 3 973 0 0,13-17-1078 0 0,0 13-273 0 0,300-76 750 0 0,-100 31-3033 0 0,-122 24-6344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49.7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13 2792 0 0,'-18'-13'7476'0'0,"13"14"-7123"0"0,-15 1-29 0 0,15-2 626 0 0,5 5-651 0 0,-1 15-11 0 0,0-15-34 0 0,2-4-244 0 0,-1-1 1 0 0,0 0-1 0 0,0 0 1 0 0,1 0 0 0 0,-1 1-1 0 0,0-1 1 0 0,0 0-1 0 0,1 0 1 0 0,-1 1-1 0 0,0-1 1 0 0,0 0-1 0 0,1 1 1 0 0,-1-1-1 0 0,0 0 1 0 0,0 1-1 0 0,0-1 1 0 0,0 0 0 0 0,0 1-1 0 0,0-1 1 0 0,1 0-1 0 0,-1 1 1 0 0,0-1-1 0 0,0 0 1 0 0,0 1-1 0 0,0-1 1 0 0,0 0-1 0 0,0 1 1 0 0,-1 0-1 0 0,1 0 15 0 0,0 0 0 0 0,0 0-1 0 0,0 0 1 0 0,1 0 0 0 0,-1 0-1 0 0,0 0 1 0 0,0 0 0 0 0,1 0-1 0 0,-1 0 1 0 0,0 0 0 0 0,1 0-1 0 0,-1 0 1 0 0,1 0 0 0 0,-1 0-1 0 0,1 0 1 0 0,0 0 0 0 0,35 33 417 0 0,-32-31-330 0 0,2-2-20 0 0,16 3-57 0 0,-16-3 34 0 0,0-1 20 0 0,19 0 14 0 0,-19 0 13 0 0,0-1 5 0 0,75-19 536 0 0,-83 24-645 0 0,-16 28 69 0 0,12-22-69 0 0,0 1 0 0 0,0-1 0 0 0,1 1 0 0 0,1 0 1 0 0,0 0-1 0 0,0 0 0 0 0,1 1 0 0 0,-2 16 0 0 0,4-19-161 0 0,0-1 0 0 0,0 1-1 0 0,1 0 1 0 0,0-1-1 0 0,1 1 1 0 0,0 0-1 0 0,0-1 1 0 0,0 1-1 0 0,2-1 1 0 0,-1 1-1 0 0,1-1 1 0 0,4 10 0 0 0,-4-15-122 0 0,-1 0 1 0 0,1 0-1 0 0,0 0 0 0 0,0 0 1 0 0,0 0-1 0 0,0-1 1 0 0,0 1-1 0 0,1-1 1 0 0,-1 0-1 0 0,1 0 1 0 0,0 0-1 0 0,0-1 1 0 0,7 3-1 0 0,-8-3 39 0 0,-1 0-2 0 0,-1 0-1 0 0,1 0 1 0 0,0-1 0 0 0,0 1-1 0 0,0 0 1 0 0,0-1 0 0 0,-1 1 0 0 0,1-1-1 0 0,0 0 1 0 0,0 0 0 0 0,0 0 0 0 0,0 0-1 0 0,0 0 1 0 0,2 0 0 0 0,3-1-829 0 0,-1 2-3857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58.5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90 2844 0 0,'0'-1'117'0'0,"-1"0"0"0"0,1-1 0 0 0,0 1-1 0 0,-1 0 1 0 0,1 0 0 0 0,0 0 0 0 0,0-1-1 0 0,0 1 1 0 0,0 0 0 0 0,0 0 0 0 0,0-1-1 0 0,0 1 1 0 0,0 0 0 0 0,1 0 0 0 0,-1-1-1 0 0,0 1 1 0 0,2-2 0 0 0,7 22 3320 0 0,8 32-1547 0 0,-3 9-910 0 0,7 69-1 0 0,-20-124-808 0 0,-1 1 17 0 0,0 17 19 0 0,0-17 255 0 0,-1-1-229 0 0,-2 22 815 0 0,2-26-1010 0 0,1-1-1 0 0,-1 1 1 0 0,0 0-1 0 0,0 0 1 0 0,0-1-1 0 0,0 1 1 0 0,1 0-1 0 0,-1-1 1 0 0,0 1-1 0 0,0-1 1 0 0,0 1-1 0 0,0-1 1 0 0,0 1-1 0 0,-1-1 1 0 0,1 0-1 0 0,0 1 1 0 0,0-1-1 0 0,0 0 1 0 0,-2 0-1 0 0,-1-5-19 0 0,0 0-1 0 0,0 0 1 0 0,1 0-1 0 0,0-1 0 0 0,0 1 1 0 0,0-1-1 0 0,1 0 1 0 0,-1 0-1 0 0,1 0 0 0 0,1 0 1 0 0,-1 0-1 0 0,1-1 1 0 0,0 1-1 0 0,1 0 1 0 0,-1-1-1 0 0,1 1 0 0 0,1-10 1 0 0,2-27 0 0 0,0 34-18 0 0,0 2 0 0 0,0-4-4 0 0,-3 9 3 0 0,0 0 1 0 0,1 0-1 0 0,-1 0 1 0 0,1 0-1 0 0,0 0 1 0 0,0 0-1 0 0,0 0 1 0 0,0 0-1 0 0,0 0 1 0 0,0 0-1 0 0,0 1 1 0 0,1-1-1 0 0,1-2 1 0 0,4-4-2 0 0,14-17 15 0 0,-13 18-12 0 0,0 1 1 0 0,1 0 0 0 0,-1 0-1 0 0,18-8 1 0 0,-21 12-20 0 0,0 1 0 0 0,0-1 1 0 0,0 1-1 0 0,0 0 0 0 0,0 1 0 0 0,0-1 1 0 0,0 1-1 0 0,0 0 0 0 0,0 0 1 0 0,5 1-1 0 0,-2 0 14 0 0,0-1 3 0 0,-1 1 1 0 0,0 1-1 0 0,1-1 1 0 0,-1 1-1 0 0,0 1 0 0 0,0-1 1 0 0,10 5-1 0 0,-12-4-1 0 0,3 1 0 0 0,-1 0 0 0 0,1 0 0 0 0,-1 1 0 0 0,0 0 0 0 0,8 7 0 0 0,-9-7-6 0 0,-2-2 6 0 0,-1 0 0 0 0,0 1 0 0 0,1-1 0 0 0,-2 1-1 0 0,1-1 1 0 0,0 1 0 0 0,-1 0 0 0 0,3 6 0 0 0,-3-6-5 0 0,0-1 9 0 0,-1 2 34 0 0,5 14-36 0 0,-4-15 0 0 0,-2 1 6 0 0,1 14 8 0 0,0-14 68 0 0,-12 11-44 0 0,9-12-2 0 0,2-5-41 0 0,0 1 6 0 0,0 0 0 0 0,0-1 0 0 0,0 1 0 0 0,0-1-1 0 0,0 1 1 0 0,0 0 0 0 0,0-1 0 0 0,0 1 0 0 0,0 0-1 0 0,0-1 1 0 0,-1 1 0 0 0,1 0 0 0 0,0-1 0 0 0,0 1 0 0 0,0 0-1 0 0,0 0 1 0 0,-1-1 0 0 0,1 1 0 0 0,0 0 0 0 0,0-1-1 0 0,-1 1 1 0 0,1 0 0 0 0,0 0 0 0 0,-1 0 0 0 0,1-1 0 0 0,0 1-1 0 0,0 0 1 0 0,-1 0 0 0 0,0 0 0 0 0,0-1 0 0 0,1 1 0 0 0,-1 0 0 0 0,0-1-1 0 0,1 1 1 0 0,-1-1 0 0 0,1 1 0 0 0,-1-1 0 0 0,0 1 0 0 0,1-1 0 0 0,-1 1 0 0 0,1-1 0 0 0,-1 0 0 0 0,1 1-1 0 0,0-1 1 0 0,-1 0 0 0 0,1 1 0 0 0,0-1 0 0 0,-1 0 0 0 0,1 1 0 0 0,0-1 0 0 0,0 0 0 0 0,0 0 0 0 0,-1 1 0 0 0,1-3-1 0 0,-1-8 2 0 0,0-1 0 0 0,1 0 1 0 0,0 0-1 0 0,1 1 0 0 0,0-1 0 0 0,1 0 0 0 0,1 1 0 0 0,-1-1 0 0 0,2 1 0 0 0,0 0 0 0 0,0 0 0 0 0,1 0 0 0 0,0 1 0 0 0,1-1 0 0 0,0 1 0 0 0,0 1 0 0 0,1-1 0 0 0,1 1 0 0 0,-1 0 0 0 0,2 1 0 0 0,9-9 0 0 0,-12 13 1 0 0,0 1 0 0 0,0-1 1 0 0,0 1-1 0 0,0 1 0 0 0,1-1 0 0 0,0 1 0 0 0,-1 0 1 0 0,11-1-1 0 0,-16 2-6 0 0,1 1 1 0 0,0-1 0 0 0,0 1 0 0 0,0 0-1 0 0,0 0 1 0 0,-1 0 0 0 0,1 0-1 0 0,0 0 1 0 0,0 0 0 0 0,0 0 0 0 0,0 1-1 0 0,0-1 1 0 0,-1 1 0 0 0,3 0-1 0 0,2 1-2 0 0,-4-2 7 0 0,1 0-1 0 0,-1 1 1 0 0,0-1-1 0 0,1 1 0 0 0,-1 0 1 0 0,0-1-1 0 0,0 1 0 0 0,0 0 1 0 0,1 0-1 0 0,-1 1 0 0 0,0-1 1 0 0,0 0-1 0 0,-1 1 0 0 0,4 1 1 0 0,2 3 3 0 0,1 0 7 0 0,-1 0 0 0 0,1 0 1 0 0,-1 0-1 0 0,0 1 0 0 0,0 0 1 0 0,-1 1-1 0 0,0 0 0 0 0,0-1 1 0 0,-1 2-1 0 0,0-1 0 0 0,0 1 1 0 0,-1 0-1 0 0,0-1 0 0 0,-1 2 1 0 0,4 14-1 0 0,-3-4-414 0 0,0 0-1 0 0,-2 0 1 0 0,0 1-1 0 0,-1-1 1 0 0,-1 1 0 0 0,-3 21-1 0 0,2-36-342 0 0,1 0-93 0 0,-1 20-146 0 0,0-20-257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58.9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244 12 2632 0 0,'0'0'2806'0'0,"4"-2"-1675"0"0,14-7 1604 0 0,-15 10-2561 0 0,-1 1 1 0 0,1 1 0 0 0,0-1 0 0 0,-1 0 0 0 0,1 0 0 0 0,-1 1-1 0 0,0 0 1 0 0,0-1 0 0 0,0 1 0 0 0,0 0 0 0 0,0 0 0 0 0,-1 0 0 0 0,1 0-1 0 0,-1 0 1 0 0,0 0 0 0 0,0 1 0 0 0,0-1 0 0 0,1 5 0 0 0,0 8 33 0 0,0 0 0 0 0,0 25 1 0 0,-1-25 51 0 0,-2 0-211 0 0,0-1 1 0 0,-1 1-1 0 0,0 0 1 0 0,-1 0 0 0 0,-1-1-1 0 0,-1 0 1 0 0,0 0-1 0 0,-1 0 1 0 0,-11 21 0 0 0,7-20-10 0 0,-1 1 0 0 0,-1-2 0 0 0,0 1 0 0 0,-1-2 0 0 0,-1 0 1 0 0,0 0-1 0 0,-24 17 0 0 0,33-28-41 0 0,0 0 0 0 0,0 0-1 0 0,0 0 1 0 0,0-1 0 0 0,0 0 0 0 0,0 0-1 0 0,-1-1 1 0 0,-5 2 0 0 0,5-2 17 0 0,1 0-20 0 0,-23-4-42 0 0,27 3 44 0 0,0 0 0 0 0,-1 0 0 0 0,1 0 0 0 0,0 0 0 0 0,-1 0 0 0 0,1-1 0 0 0,0 1 0 0 0,0-1 0 0 0,0 1 0 0 0,-1-1 0 0 0,1 1 0 0 0,0-1 1 0 0,0 0-1 0 0,0 1 0 0 0,0-1 0 0 0,0 0 0 0 0,0 0 0 0 0,0 0 0 0 0,0 0 0 0 0,0 0 0 0 0,1 0 0 0 0,-1 0 0 0 0,-1-2 0 0 0,1 2-7 0 0,-17-26-21 0 0,17 20 25 0 0,1 2 1 0 0,-1-5 17 0 0,2-29-5 0 0,1 31-7 0 0,1 3 0 0 0,-1-5-4 0 0,-2 8 3 0 0,1 1-1 0 0,-1-1 1 0 0,0 0 0 0 0,1 1-1 0 0,0-1 1 0 0,-1 1-1 0 0,1-1 1 0 0,0 1 0 0 0,0-1-1 0 0,0 1 1 0 0,0-1 0 0 0,0 1-1 0 0,0 0 1 0 0,0 0-1 0 0,2-2 1 0 0,-2 1 1 0 0,1 0 1 0 0,-1 0-1 0 0,0 1 0 0 0,0-1 0 0 0,1 1 1 0 0,-1-1-1 0 0,1 1 0 0 0,-1-1 1 0 0,1 1-1 0 0,-1 0 0 0 0,1 0 0 0 0,0 0 1 0 0,0 0-1 0 0,0 0 0 0 0,0 0 1 0 0,3-1-1 0 0,2-4-11 0 0,-1 5 24 0 0,1 1-14 0 0,0 0 0 0 0,0 0 0 0 0,1 0 0 0 0,-1 1 0 0 0,0 0 0 0 0,0 1 1 0 0,0 0-1 0 0,0 0 0 0 0,0 0 0 0 0,11 6 0 0 0,-1 2 3 0 0,1 0 0 0 0,-2 1 0 0 0,20 17 0 0 0,95 93-967 0 0,-74-66-1591 0 0,-53-51 1659 0 0,-3-3 726 0 0,1 1 0 0 0,-1-1 0 0 0,1 1-1 0 0,0-1 1 0 0,-1 0 0 0 0,1 0-1 0 0,0 0 1 0 0,0 0 0 0 0,-1 0-1 0 0,3 1 1 0 0,13 5-3043 0 0,12 7-1487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59.5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87 3268 0 0,'0'0'8401'0'0,"6"-1"-7927"0"0,254-29 1498 0 0,-218 26-1788 0 0,-23 3-252 0 0,185-19 599 0 0,-74 0-3564 0 0,-126 20 1854 0 0,0-2-356 0 0,0 0 991 0 0,4-2-41 0 0,-1 2-2631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19:59.9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0 2352 0 0,'0'0'3466'0'0,"-3"3"-2661"0"0,0 1-525 0 0,1 0-1 0 0,0 0 0 0 0,0 0 0 0 0,0 0 1 0 0,0 0-1 0 0,1 0 0 0 0,-1 1 0 0 0,1-1 1 0 0,0 1-1 0 0,1-1 0 0 0,-1 0 1 0 0,1 1-1 0 0,0-1 0 0 0,0 9 0 0 0,1-8-53 0 0,-1-3-192 0 0,1 0 0 0 0,-1 0 1 0 0,1 0-1 0 0,0-1 0 0 0,0 1 1 0 0,0 0-1 0 0,0-1 0 0 0,0 1 0 0 0,0-1 1 0 0,3 3-1 0 0,-1 0 18 0 0,0-1-1 0 0,0 0 1 0 0,1 0 0 0 0,-1 0 0 0 0,1-1-1 0 0,0 1 1 0 0,0-1 0 0 0,0 0-1 0 0,0 0 1 0 0,0 0 0 0 0,1 0-1 0 0,-1-1 1 0 0,0 0 0 0 0,1 0-1 0 0,-1 0 1 0 0,9 1 0 0 0,3-1 27 0 0,1-1 0 0 0,-1 0 1 0 0,32-5-1 0 0,0-6 199 0 0,-44 10-123 0 0,1 0 16 0 0,15-5-3 0 0,-15 5 191 0 0,-1 0-248 0 0,-3 0-95 0 0,0 1 0 0 0,0-1 0 0 0,-1 1 0 0 0,1 0 0 0 0,0 0 0 0 0,0 0 0 0 0,0-1 0 0 0,-1 1 0 0 0,1 0 0 0 0,0 0 0 0 0,0 0 0 0 0,0 0 0 0 0,-1 0 0 0 0,1 0 0 0 0,0 0 0 0 0,0 1-1 0 0,-1-1 1 0 0,3 1 0 0 0,-3 0-6 0 0,-1 1 0 0 0,1-1-1 0 0,0 1 1 0 0,-1 0 0 0 0,1-1-1 0 0,0 1 1 0 0,-1-1 0 0 0,0 1 0 0 0,1-1-1 0 0,-1 1 1 0 0,0-1 0 0 0,0 0-1 0 0,0 1 1 0 0,0-1 0 0 0,-1 2-1 0 0,-21 33 41 0 0,-27 59-1 0 0,41-75-383 0 0,1 0 0 0 0,1 1 0 0 0,1 0-1 0 0,-6 37 1 0 0,9-42-1043 0 0,3-14 1186 0 0,-1 0 0 0 0,1 0 0 0 0,0 0 0 0 0,0 0 0 0 0,0 0 0 0 0,0 0 0 0 0,0 0 0 0 0,1 0 0 0 0,-1 0 0 0 0,1 0 0 0 0,-1 0 0 0 0,1 0 0 0 0,-1-1 0 0 0,1 1 0 0 0,2 2 0 0 0,5 19-2847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2.0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3948 0 0,'0'0'7175'0'0,"0"5"-6687"0"0,1 16-63 0 0,-1-16-70 0 0,1 2-63 0 0,28 193-330 0 0,-28-195-562 0 0,-1 1-259 0 0,-1 7 682 0 0,-4 31-6480 0 0,3-39 2345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2.4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1 137 2172 0 0,'30'-66'2398'0'0,"-29"65"-2297"0"0,0-1-22 0 0,0 0 0 0 0,0 0 1 0 0,0 0-1 0 0,0 0 0 0 0,0 0 1 0 0,1 0-1 0 0,-1 0 0 0 0,1 1 1 0 0,-1-1-1 0 0,1 1 0 0 0,0-1 1 0 0,0 1-1 0 0,-1-1 0 0 0,5-1 1 0 0,5-4 520 0 0,49-20 682 0 0,-50 24-1126 0 0,1 1 0 0 0,0 1 0 0 0,0 0 0 0 0,0 1 0 0 0,0 0 0 0 0,0 0-1 0 0,0 2 1 0 0,-1-1 0 0 0,1 1 0 0 0,0 0 0 0 0,-1 1 0 0 0,13 5 0 0 0,-8-2-76 0 0,-1 0 1 0 0,1 0 0 0 0,-1 2-1 0 0,0 0 1 0 0,0 0 0 0 0,-1 1 0 0 0,0 1-1 0 0,-1 0 1 0 0,0 1 0 0 0,-1 1-1 0 0,0-1 1 0 0,-1 2 0 0 0,0-1 0 0 0,0 1-1 0 0,8 18 1 0 0,-15-23-51 0 0,0 0 0 0 0,-1 0-1 0 0,0 0 1 0 0,-1 0 0 0 0,1 1 0 0 0,-2-1 0 0 0,1 14-1 0 0,-1-16-21 0 0,0 2 3 0 0,-1 0 0 0 0,1 0 0 0 0,-2-1 1 0 0,1 1-1 0 0,-1 0 0 0 0,0 0 0 0 0,-1 0 0 0 0,0-1 0 0 0,0 0 1 0 0,-5 10-1 0 0,-1-3 7 0 0,1-1-1 0 0,-2 0 1 0 0,-18 20 0 0 0,9-14 21 0 0,0 0 0 0 0,-2-2 0 0 0,0 0 1 0 0,-1-1-1 0 0,0-2 0 0 0,-1 0 0 0 0,-1-1 0 0 0,0-2 0 0 0,-44 15 0 0 0,57-22-15 0 0,10-3-23 0 0,-1-1 1 0 0,0 1 0 0 0,0-1 0 0 0,1 1 0 0 0,-1-1 0 0 0,0 0 0 0 0,0 1 0 0 0,0-1 0 0 0,0 0 0 0 0,1 0 0 0 0,-1 0-1 0 0,-3-1 1 0 0,-8-1-7 0 0,12 2-1 0 0,-38-8-23 0 0,36 8 8 0 0,1-1 0 0 0,0 0 0 0 0,0 0 0 0 0,0 0 0 0 0,0 0 0 0 0,1 0 0 0 0,-1 0-1 0 0,0 0 1 0 0,0-1 0 0 0,1 1 0 0 0,-1-1 0 0 0,1 1 0 0 0,-1-1 0 0 0,1 1 0 0 0,-1-1 0 0 0,1 0 0 0 0,0 0 0 0 0,0 0 0 0 0,0 0 0 0 0,0 0 0 0 0,0-2 0 0 0,0 2-26 0 0,0-2-87 0 0,0 0 0 0 0,0-1 1 0 0,0 1-1 0 0,1-1 0 0 0,0 1 0 0 0,0-1 1 0 0,0 1-1 0 0,0-1 0 0 0,1 1 0 0 0,-1-1 1 0 0,1 1-1 0 0,0-1 0 0 0,3-6 1 0 0,2-3-801 0 0,1-1 0 0 0,0 1 0 0 0,2 0 1 0 0,-1 1-1 0 0,18-21 0 0 0,-5 13-2941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2.8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 16 3852 0 0,'0'0'1350'0'0,"-2"-4"-235"0"0,-1-3-1934 0 0,-2 2 3885 0 0,4 5-2866 0 0,1 1 1 0 0,-1-1 0 0 0,1 0-1 0 0,-1 0 1 0 0,0 1-1 0 0,1-1 1 0 0,-1 0-1 0 0,1 1 1 0 0,-1-1 0 0 0,1 0-1 0 0,-1 1 1 0 0,1-1-1 0 0,-1 1 1 0 0,1-1 0 0 0,-1 1-1 0 0,1-1 1 0 0,0 1-1 0 0,-1-1 1 0 0,1 1-1 0 0,0 0 1 0 0,0-1 0 0 0,-1 2-1 0 0,1-1-165 0 0,-1 0 0 0 0,1 0 0 0 0,-1 0 0 0 0,1 1 0 0 0,0-1 0 0 0,-1 0 0 0 0,1 1 0 0 0,0-1-1 0 0,0 0 1 0 0,0 0 0 0 0,0 1 0 0 0,0-1 0 0 0,0 0 0 0 0,1 1 0 0 0,-1-1 0 0 0,0 0 0 0 0,1 0 0 0 0,-1 1 0 0 0,2 1 0 0 0,-2-2 47 0 0,22 132 1052 0 0,6-7-1392 0 0,-13-66-1327 0 0,5 1-5752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3.4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155 0 3572 0 0,'0'0'7238'0'0,"2"4"-6626"0"0,8 13-102 0 0,-8-13-83 0 0,-1 2-84 0 0,1 13-146 0 0,-2-1 0 0 0,1 1-1 0 0,-5 26 1 0 0,1-32-425 0 0,-1-1 1 0 0,0 0-1 0 0,-1 0 0 0 0,0 0 0 0 0,0 0 0 0 0,-2-1 0 0 0,-14 21 0 0 0,0-5-2902 0 0,-41 38-1 0 0,30-35-2234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4.1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23 4276 0 0,'-1'-5'1707'0'0,"-3"-13"680"0"0,1 28 2417 0 0,2 22-828 0 0,4-9-5241 0 0,43 165 1241 0 0,-38-159-1070 0 0,-6-24 333 0 0,-1 0-128 0 0,2 19-208 0 0,-2-18-313 0 0,3 25-9160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4.5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0 138 2608 0 0,'3'-7'293'0'0,"0"0"-1"0"0,0 1 0 0 0,1 0 1 0 0,0 0-1 0 0,0 0 0 0 0,0 0 1 0 0,0 1-1 0 0,1-1 0 0 0,0 1 1 0 0,1 0-1 0 0,10-7 1 0 0,-6 4-56 0 0,1 2 1 0 0,0 0-1 0 0,1 0 1 0 0,0 1-1 0 0,-1 0 1 0 0,14-3-1 0 0,-9 4-69 0 0,0 0-1 0 0,0 1 1 0 0,0 1-1 0 0,0 0 1 0 0,0 1-1 0 0,1 1 1 0 0,-1 0-1 0 0,0 1 1 0 0,1 1-1 0 0,-1 1 1 0 0,0 0-1 0 0,0 1 0 0 0,-1 1 1 0 0,1 0-1 0 0,-1 1 1 0 0,28 15-1 0 0,-29-12-132 0 0,0 0-1 0 0,0 1 1 0 0,-1 0-1 0 0,0 1 1 0 0,-1 0-1 0 0,0 1 1 0 0,-1 1-1 0 0,0 0 0 0 0,-1 0 1 0 0,0 1-1 0 0,-1 0 1 0 0,-1 1-1 0 0,0 0 1 0 0,-1 0-1 0 0,-1 1 1 0 0,0-1-1 0 0,-1 1 1 0 0,5 32-1 0 0,-9-37-17 0 0,-1 0-1 0 0,0 0 1 0 0,-1 0 0 0 0,0 0-1 0 0,0-1 1 0 0,-1 1 0 0 0,-1 0-1 0 0,0 0 1 0 0,0-1 0 0 0,-1 0-1 0 0,0 1 1 0 0,-1-2 0 0 0,-1 1-1 0 0,-9 14 1 0 0,1-5 10 0 0,-1 0-1 0 0,0-2 1 0 0,-1 0-1 0 0,-1 0 1 0 0,-29 20-1 0 0,28-25-15 0 0,-2-1 0 0 0,1 0 0 0 0,-1-1 0 0 0,-1-2 0 0 0,0 0 0 0 0,0-1 0 0 0,-32 6 0 0 0,39-9-91 0 0,11-3 67 0 0,0-1-1 0 0,1 1 1 0 0,-1-1 0 0 0,0 1-1 0 0,0-1 1 0 0,0 0-1 0 0,0 0 1 0 0,0 0 0 0 0,1-1-1 0 0,-6 0 1 0 0,-1 0-87 0 0,0 0-56 0 0,1 0 0 0 0,0-1 0 0 0,-1 0-1 0 0,1 0 1 0 0,0-1 0 0 0,0 0 0 0 0,1 0 0 0 0,-10-5-1 0 0,13 5-118 0 0,0 0-1 0 0,1 0 1 0 0,-1 0 0 0 0,1 0-1 0 0,-1 0 1 0 0,1-1-1 0 0,0 0 1 0 0,0 0-1 0 0,1 0 1 0 0,-1 0-1 0 0,1 0 1 0 0,0 0-1 0 0,0 0 1 0 0,0-1-1 0 0,-1-4 1 0 0,2-2-1803 0 0,3-15-1442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6.2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92 142 3032 0 0,'0'0'2760'0'0,"1"-5"-1716"0"0,3-17-103 0 0,-3 16-202 0 0,1 1-111 0 0,5-7-183 0 0,1 1 1 0 0,0 0-1 0 0,1 0 1 0 0,0 0-1 0 0,19-15 1 0 0,-25 23-242 0 0,-2 3-195 0 0,-1 0 0 0 0,1 0-1 0 0,0 0 1 0 0,-1 0 0 0 0,1 0 0 0 0,-1 0-1 0 0,1 0 1 0 0,-1 0 0 0 0,1 0 0 0 0,-1-1-1 0 0,1 1 1 0 0,-1 0 0 0 0,1 0 0 0 0,-1-1-1 0 0,1 1 1 0 0,-1 0 0 0 0,1 0 0 0 0,-1-1-1 0 0,1 1 1 0 0,-1-1 0 0 0,0 1-1 0 0,1 0 1 0 0,-1-1 0 0 0,0 1 0 0 0,1-1-1 0 0,-1 0 1 0 0,1 0 4 0 0,-1 1 0 0 0,1-1 0 0 0,0 0 0 0 0,-1 0 0 0 0,1 1-1 0 0,-1-1 1 0 0,1 1 0 0 0,0-1 0 0 0,0 0 0 0 0,-1 1 0 0 0,1-1 0 0 0,0 1 0 0 0,0 0-1 0 0,0-1 1 0 0,0 1 0 0 0,-1 0 0 0 0,1-1 0 0 0,0 1 0 0 0,0 0 0 0 0,0 0 0 0 0,0 0 0 0 0,0 0-1 0 0,0 0 1 0 0,1 0 0 0 0,19-1 57 0 0,-15 1-29 0 0,-3 2-51 0 0,-1-1 14 0 0,0 1 0 0 0,0-1-1 0 0,-1 1 1 0 0,1-1-1 0 0,0 1 1 0 0,-1 0 0 0 0,1 0-1 0 0,-1 0 1 0 0,0 0-1 0 0,1 0 1 0 0,-1 0 0 0 0,0 0-1 0 0,0 0 1 0 0,0 0-1 0 0,-1 0 1 0 0,1 0 0 0 0,0 1-1 0 0,-1-1 1 0 0,1 0-1 0 0,-1 1 1 0 0,0-1 0 0 0,0 4-1 0 0,-3 13 25 0 0,0-1 0 0 0,-2 1-1 0 0,0-1 1 0 0,-1 1 0 0 0,-1-2-1 0 0,0 1 1 0 0,-13 20 0 0 0,18-34 15 0 0,1-2-36 0 0,1-1 0 0 0,-1 1 0 0 0,0-1 0 0 0,1 0 0 0 0,-1 1 0 0 0,0-1 0 0 0,0 0 0 0 0,0 1 0 0 0,0-1 0 0 0,0 0 0 0 0,0 0 0 0 0,-2 2 0 0 0,2-2 5 0 0,-1 3 152 0 0,-1-1-23 0 0,3-3-130 0 0,0 1 1 0 0,-1-1-1 0 0,1 0 1 0 0,0 1-1 0 0,-1-1 1 0 0,1 0-1 0 0,0 1 0 0 0,0-1 1 0 0,-1 1-1 0 0,1-1 1 0 0,0 1-1 0 0,0-1 1 0 0,0 0-1 0 0,0 1 0 0 0,0-1 1 0 0,-1 1-1 0 0,1-1 1 0 0,0 1-1 0 0,0-1 1 0 0,0 1-1 0 0,0-1 1 0 0,0 1-1 0 0,0-1 0 0 0,1 1 1 0 0,-1-1-1 0 0,0 1 1 0 0,0-1-1 0 0,0 1 1 0 0,0-1-1 0 0,0 0 1 0 0,1 1-1 0 0,-1-1 0 0 0,0 1 1 0 0,1-1-1 0 0,15 4 266 0 0,-13-4-333 0 0,3 1 189 0 0,0-2-184 0 0,50 0 23 0 0,-51 1 46 0 0,1 2-22 0 0,17 3 46 0 0,-18-3 117 0 0,0 0-163 0 0,38 27-191 0 0,-39-25 171 0 0,-2 1 13 0 0,8 15 27 0 0,-8-15 19 0 0,-1 0 14 0 0,-1 0-19 0 0,0 0-1 0 0,0 1 1 0 0,-1-1 0 0 0,1 0-1 0 0,-1 1 1 0 0,0-1 0 0 0,0 0-1 0 0,-1 0 1 0 0,0 1 0 0 0,0-1 0 0 0,0-1-1 0 0,0 1 1 0 0,-1 0 0 0 0,0 0-1 0 0,-4 5 1 0 0,1-3-7 0 0,0 0 0 0 0,0-1 0 0 0,-1 1 0 0 0,1-1 0 0 0,-1-1-1 0 0,-1 1 1 0 0,1-1 0 0 0,-1-1 0 0 0,-16 8 0 0 0,-45 13 44 0 0,52-19-36 0 0,-1-2 7 0 0,-5 0-65 0 0,15-3-169 0 0,0 0-1 0 0,0 0 1 0 0,0-1-1 0 0,0 0 0 0 0,0-1 1 0 0,0 1-1 0 0,0-1 1 0 0,1-1-1 0 0,-1 0 0 0 0,0 0 1 0 0,0 0-1 0 0,1-1 1 0 0,-12-6-1 0 0,15 7-693 0 0,4 1 789 0 0,0 0 0 0 0,0 0 0 0 0,0 0 0 0 0,0 0 0 0 0,0 0 0 0 0,0 1 0 0 0,0-1 0 0 0,-1 0 0 0 0,1 0 0 0 0,0 0 0 0 0,-1 1 0 0 0,1-1 0 0 0,-1 0 0 0 0,1 0 0 0 0,-1 1 0 0 0,1-1 0 0 0,-1 0 0 0 0,0 0-75 0 0,0 0 0 0 0,1 0 0 0 0,-1 1 0 0 0,1-1 0 0 0,-1 0 0 0 0,1 0 0 0 0,0 0 0 0 0,-1 0 0 0 0,1 0 0 0 0,0 0 0 0 0,0 1 0 0 0,-1-1 0 0 0,1 0 0 0 0,0 0 0 0 0,0 0 0 0 0,0 0 0 0 0,0 0 0 0 0,0 0 0 0 0,0 0 0 0 0,0 0 0 0 0,1 0 0 0 0,-1 0 0 0 0,1-1-1 0 0,3-20-5103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6.5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1 3832 0 0,'0'0'4393'0'0,"-7"28"-3141"0"0,3 9-1108 0 0,1-9-384 0 0,-8 12-1072 0 0,-3-15 36 0 0,0 2-921 0 0,-4 6-2359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7.0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4060 0 0,'0'0'1541'0'0,"1"6"-242"0"0,14 49 1475 0 0,50 148-320 0 0,-22-77-4182 0 0,-39-113 1308 0 0,2 13-1936 0 0,-5-21 989 0 0,1-1-935 0 0,5 18-1613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7.4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7 156 3480 0 0,'-1'-6'1120'0'0,"-4"-18"-156"0"0,4 19-227 0 0,3-1-134 0 0,-2 2-506 0 0,1 0-19 0 0,0 1 0 0 0,0-1 0 0 0,0 1 0 0 0,0-1 0 0 0,0 1 0 0 0,0 0-1 0 0,1 0 1 0 0,0-1 0 0 0,0 1 0 0 0,0 0 0 0 0,0 1 0 0 0,0-1 0 0 0,0 0 0 0 0,1 1 0 0 0,-1-1 0 0 0,7-3 0 0 0,0-1 49 0 0,1 0 0 0 0,0 1 0 0 0,0 1 0 0 0,0 0 0 0 0,1 0 1 0 0,0 1-1 0 0,0 0 0 0 0,0 1 0 0 0,1 0 0 0 0,-1 1 0 0 0,20-2 0 0 0,-11 4 6 0 0,-1 1 0 0 0,1 1 1 0 0,0 0-1 0 0,0 2 0 0 0,-1 0 0 0 0,1 1 0 0 0,-1 1 1 0 0,35 16-1 0 0,-43-17-80 0 0,-1 0-1 0 0,-1 1 1 0 0,1 0 0 0 0,-1 0 0 0 0,0 1 0 0 0,-1 1-1 0 0,1-1 1 0 0,-1 1 0 0 0,-1 1 0 0 0,0-1 0 0 0,0 1 0 0 0,0 1-1 0 0,-1-1 1 0 0,-1 1 0 0 0,0 0 0 0 0,0 0 0 0 0,6 19-1 0 0,-11-26-44 0 0,1-1 0 0 0,0 1 0 0 0,-1 0 0 0 0,0 0 0 0 0,1 0 0 0 0,-1 0 0 0 0,0 0 0 0 0,0 0 0 0 0,-1-1 0 0 0,1 1 0 0 0,-1 0 0 0 0,-1 4 0 0 0,0 4 10 0 0,-1 0-4 0 0,1 0 1 0 0,-1-1-1 0 0,-1 1 1 0 0,0 0-1 0 0,-1-1 1 0 0,0 0-1 0 0,0 0 1 0 0,-1-1-1 0 0,0 1 1 0 0,-1-1-1 0 0,0-1 1 0 0,-13 13-1 0 0,0-1 22 0 0,-1-2 0 0 0,-1 0 0 0 0,-40 23 0 0 0,48-32-222 0 0,0-1-1 0 0,0-1 1 0 0,-1 0-1 0 0,0-1 1 0 0,-1-1-1 0 0,1 0 1 0 0,-30 5-1 0 0,40-9-439 0 0,-2-3-246 0 0,-19-3-301 0 0,25 5 1036 0 0,0-1-1 0 0,0 1 1 0 0,0 0-1 0 0,0 0 1 0 0,0 0-1 0 0,0-1 0 0 0,0 1 1 0 0,0-1-1 0 0,0 1 1 0 0,0 0-1 0 0,1-1 1 0 0,-1 0-1 0 0,0 1 0 0 0,0-1 1 0 0,0 1-1 0 0,1-1 1 0 0,-1 0-1 0 0,0 0 1 0 0,1 0-1 0 0,-1 1 0 0 0,0-1 1 0 0,0-1-1 0 0,0-1-663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7.7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211 1 3360 0 0,'0'0'2686'0'0,"-2"5"-1698"0"0,-15 31 51 0 0,-2-1 1 0 0,-1-1-1 0 0,-47 59 1 0 0,-8 15 518 0 0,72-104-1345 0 0,4-4-204 0 0,-1 1 0 0 0,0-1 0 0 0,0 1 1 0 0,0-1-1 0 0,0 1 0 0 0,0-1 0 0 0,0 1 1 0 0,0-1-1 0 0,0 1 0 0 0,0-1 0 0 0,0 1 1 0 0,0-1-1 0 0,0 1 0 0 0,-1-1 0 0 0,1 0 1 0 0,0 1-1 0 0,0-1 0 0 0,0 1 0 0 0,-1-1 1 0 0,1 1-1 0 0,0-1 0 0 0,0 0 0 0 0,-1 1 1 0 0,1-1-1 0 0,-1 1 0 0 0,1-1 0 0 0,-1 1-1 0 0,1-1 1 0 0,0 1 0 0 0,-1-1-1 0 0,1 0 1 0 0,0 1 0 0 0,-1-1-1 0 0,1 1 1 0 0,0-1 0 0 0,0 1-1 0 0,-1-1 1 0 0,1 1 0 0 0,0-1-1 0 0,0 1 1 0 0,0-1 0 0 0,0 1-1 0 0,0-1 1 0 0,0 1 0 0 0,0-1-1 0 0,0 1 1 0 0,0 0-1 0 0,0-1 1 0 0,0 1 0 0 0,0-1-1 0 0,0 1 1 0 0,0-1 0 0 0,0 1-1 0 0,0-1 1 0 0,1 1 0 0 0,-1-1-1 0 0,0 1 1 0 0,0-1 0 0 0,1 1-1 0 0,0 0 1 0 0,0 1 13 0 0,0-1 0 0 0,1 1 0 0 0,-1 0 0 0 0,1-1 0 0 0,0 1 0 0 0,-1-1 0 0 0,1 1 0 0 0,0-1 0 0 0,0 0 0 0 0,0 0 0 0 0,0 0 0 0 0,0 0 0 0 0,0 0 0 0 0,0 0 0 0 0,0-1 0 0 0,1 1 0 0 0,-1-1 0 0 0,0 1 0 0 0,0-1 0 0 0,0 0 0 0 0,4 0 0 0 0,27 0-343 0 0,0-1 0 0 0,0-2 0 0 0,0-1 1 0 0,-1-2-1 0 0,1-1 0 0 0,-1-2 0 0 0,-1-1 0 0 0,57-26 0 0 0,-83 34-401 0 0,-3 1 555 0 0,1 0-1 0 0,-1 0 1 0 0,0 0 0 0 0,0 0-1 0 0,0 0 1 0 0,-1 0 0 0 0,1-1-1 0 0,0 1 1 0 0,0-1 0 0 0,2-2-1 0 0,6-7-3169 0 0,7-6-1825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7.9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80 1 4072 0 0,'0'0'1318'0'0,"-6"0"-183"0"0,-17 0-86 0 0,17 0-16 0 0,2 2-108 0 0,1 1-702 0 0,0-1-1 0 0,0 1 0 0 0,0 0 1 0 0,1-1-1 0 0,-1 1 0 0 0,1 0 1 0 0,0 1-1 0 0,-1-1 0 0 0,1 0 1 0 0,1 1-1 0 0,-1-1 1 0 0,-2 7-1 0 0,2-2-1 0 0,0 0 1 0 0,1 0-1 0 0,-1 0 0 0 0,2 0 1 0 0,-1 0-1 0 0,2 14 1 0 0,4 28 124 0 0,2-1 1 0 0,22 79-1 0 0,43 102-2664 0 0,-56-183 586 0 0,1-8-3484 0 0,-14-32-490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8.2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 1 3388 0 0,'0'0'6920'0'0,"-3"2"-6432"0"0,-10 10-114 0 0,9-10-61 0 0,3 4-52 0 0,-17 92-278 0 0,1 1-6406 0 0,11-70 1159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9.0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2 3260 0 0,'0'0'10760'0'0,"-5"0"-10554"0"0,-1 0-80 0 0,-3-1-30 0 0,-1 1 2824 0 0,11 5-2792 0 0,9 55 414 0 0,-4-32-429 0 0,1-1 0 0 0,11 29-1 0 0,-8-25-309 0 0,8 37 0 0 0,-11-26-1551 0 0,-2 7-7220 0 0,-21-34 1742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9.3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18 136 3244 0 0,'-15'-50'3411'0'0,"14"45"-2878"0"0,0 0-92 0 0,1 2-378 0 0,0 1-1 0 0,0-1 0 0 0,0 1 1 0 0,0-1-1 0 0,0 1 0 0 0,0-1 1 0 0,1 0-1 0 0,0 1 0 0 0,-1-1 1 0 0,1 1-1 0 0,0 0 0 0 0,0-1 1 0 0,0 1-1 0 0,0 0 0 0 0,0-1 1 0 0,1 1-1 0 0,-1 0 0 0 0,1 0 1 0 0,0 0-1 0 0,-1 0 0 0 0,1 1 1 0 0,0-1-1 0 0,0 0 1 0 0,0 1-1 0 0,0-1 0 0 0,0 1 1 0 0,4-2-1 0 0,8-1 23 0 0,1 1 0 0 0,-1 0 0 0 0,1 1 1 0 0,0 1-1 0 0,0 1 0 0 0,0 0 0 0 0,0 0 1 0 0,-1 2-1 0 0,1-1 0 0 0,0 2 0 0 0,-1 0 0 0 0,1 1 1 0 0,15 6-1 0 0,-11-3-20 0 0,-1 1 0 0 0,0 1 0 0 0,0 0 0 0 0,-1 1 0 0 0,0 1 1 0 0,0 0-1 0 0,-1 1 0 0 0,-1 1 0 0 0,19 21 0 0 0,-32-33-57 0 0,0 1-1 0 0,-1 0 1 0 0,1 0-1 0 0,-1 0 1 0 0,1 0 0 0 0,-1 0-1 0 0,0 0 1 0 0,0 0-1 0 0,0 0 1 0 0,0 0-1 0 0,0 1 1 0 0,0-1 0 0 0,-1 0-1 0 0,1 1 1 0 0,-1-1-1 0 0,1 3 1 0 0,0 3-9 0 0,1-3 19 0 0,-1-3-1 0 0,0 0-1 0 0,-1 0 1 0 0,1 0-1 0 0,0-1 0 0 0,-1 1 1 0 0,0 0-1 0 0,1 0 1 0 0,-1 0-1 0 0,0 0 0 0 0,0 0 1 0 0,0 0-1 0 0,0 0 1 0 0,-1 0-1 0 0,1 0 0 0 0,-1 2 1 0 0,-2 8 15 0 0,-1 0 1 0 0,0 0-1 0 0,0 0 1 0 0,-2-1-1 0 0,1 0 1 0 0,-1 0-1 0 0,-1-1 1 0 0,0 1-1 0 0,0-1 1 0 0,-1-1 0 0 0,0 1-1 0 0,-1-2 1 0 0,-14 13-1 0 0,-8 2-34 0 0,0-1 0 0 0,-2-1-1 0 0,0-2 1 0 0,-1-1 0 0 0,-64 23 0 0 0,89-38-284 0 0,-1-1 0 0 0,0 1 0 0 0,0-1 1 0 0,0-1-1 0 0,-13 1 0 0 0,18-2-485 0 0,6-7-2899 0 0,6-23 1493 0 0,8 7-1520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9.7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1 2848 0 0,'0'0'6941'0'0,"-4"3"-6568"0"0,-1 1-273 0 0,1 1 0 0 0,-1-1 0 0 0,1 1 0 0 0,0 0-1 0 0,0 1 1 0 0,1-1 0 0 0,-1 1 0 0 0,1-1 0 0 0,0 1-1 0 0,1 0 1 0 0,-1 0 0 0 0,1 0 0 0 0,-2 13 0 0 0,3-15 33 0 0,2 2 1 0 0,-1 1-97 0 0,1-1-1 0 0,0 0 1 0 0,0 1-1 0 0,0-1 1 0 0,1 0-1 0 0,0 0 1 0 0,0 0 0 0 0,1 0-1 0 0,0 0 1 0 0,0-1-1 0 0,0 1 1 0 0,6 7-1 0 0,42 32 106 0 0,-25-27-112 0 0,32 21 99 0 0,-11 11 52 0 0,-44-46-116 0 0,-4 10 50 0 0,1-13-104 0 0,1-1 1 0 0,-1 1-1 0 0,0 0 0 0 0,0 0 0 0 0,0-1 0 0 0,0 1 0 0 0,0 0 1 0 0,0 0-1 0 0,0 0 0 0 0,0-1 0 0 0,0 1 0 0 0,0 0 1 0 0,-1 0-1 0 0,1 0 0 0 0,0-1 0 0 0,0 1 0 0 0,-1 0 0 0 0,1 0 1 0 0,0-1-1 0 0,-1 1 0 0 0,1 0 0 0 0,-1-1 0 0 0,1 1 0 0 0,-1-1 1 0 0,1 1-1 0 0,-2 0 0 0 0,-3 5-6 0 0,0-1 0 0 0,0-1 1 0 0,0 1-1 0 0,0-1 0 0 0,-1 0 0 0 0,0 0 0 0 0,0 0 1 0 0,0-1-1 0 0,0 0 0 0 0,-14 4 0 0 0,0-3-221 0 0,15-2-173 0 0,-2-3-158 0 0,-5-1-978 0 0,-1 0 1 0 0,1-1-1 0 0,-1-1 0 0 0,-21-9 0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09.9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1 163 2456 0 0,'25'-17'1645'0'0,"1"1"0"0"0,0 2 0 0 0,1 1-1 0 0,56-19 1 0 0,19 2-1862 0 0,-1 6-3372 0 0,-59 15 1053 0 0,-14 2-1762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15.0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5 173 2292 0 0,'-4'-17'1525'0'0,"7"24"1486"0"0,8 40-756 0 0,58 540-351 0 0,-14-89-1650 0 0,-50-452-140 0 0,3-1 0 0 0,1 0 0 0 0,2-1 0 0 0,18 44 0 0 0,-27-83-54 0 0,7 13 22 0 0,-6-14-71 0 0,-1 0 82 0 0,-2-4-90 0 0,1 0 0 0 0,-1 0 0 0 0,0 1 0 0 0,1-1 0 0 0,-1 0 0 0 0,1 0 1 0 0,-1 0-1 0 0,0 0 0 0 0,1 0 0 0 0,-1 1 0 0 0,0-1 0 0 0,1 0 0 0 0,-1 0 0 0 0,0 1 0 0 0,0-1 0 0 0,1 0 0 0 0,-1 0 0 0 0,0 1 0 0 0,0-1 0 0 0,1 0 0 0 0,-1 1 0 0 0,0-1 0 0 0,0 0 1 0 0,0 1-1 0 0,0-1 0 0 0,1 1 0 0 0,11 13 337 0 0,-8-12-328 0 0,0-1 0 0 0,1 1-1 0 0,-1-1 1 0 0,1 0 0 0 0,-1 0-1 0 0,1 0 1 0 0,-1-1 0 0 0,8 0-1 0 0,-6 0 76 0 0,-1-1-15 0 0,199-46 160 0 0,-142 34-209 0 0,-16 5-23 0 0,469-77 28 0 0,-147 45-62 0 0,-318 37 46 0 0,-26 1-60 0 0,199-20 44 0 0,-173 15-60 0 0,-45 7 84 0 0,1-1 10 0 0,223-21 275 0 0,511-26 75 0 0,-428 31-368 0 0,298-2-27 0 0,-499 21 25 0 0,-62-4-13 0 0,7 1 4 0 0,9-1-15 0 0,-7 0-16 0 0,222-5 85 0 0,-233 6-73 0 0,10-1 3 0 0,6-1 23 0 0,-9 1-120 0 0,-2 0 150 0 0,-1-1-19 0 0,1 1-21 0 0,-1-2-69 0 0,-1 0 20 0 0,2 2 111 0 0,1-1-119 0 0,-1 1 97 0 0,-1-1 42 0 0,-1 3 91 0 0,84-5-164 0 0,-76 4 23 0 0,-8 0-11 0 0,0 0 44 0 0,-3 1-12 0 0,1-2-38 0 0,-2 2 32 0 0,3-2-53 0 0,193-2 81 0 0,-181 4-123 0 0,191-4 220 0 0,-222 7-177 0 0,5-3 29 0 0,15-1-125 0 0,1 1 185 0 0,-1-1 76 0 0,1 2-20 0 0,-3-3-82 0 0,-2 2 113 0 0,1-2-21 0 0,1-1-158 0 0,-1-1 330 0 0,0-1-295 0 0,-2 0-59 0 0,32-5 13 0 0,-25 3 42 0 0,-48 7-12 0 0,2-2 4 0 0,46-7 234 0 0,-47 8-205 0 0,-1 0-37 0 0,15-1-4 0 0,-14 2 87 0 0,0-2-37 0 0,35-13 311 0 0,-37 13-313 0 0,0-1-28 0 0,21-27 125 0 0,-22 27-108 0 0,0-2 1 0 0,2-5-18 0 0,-1-1-1 0 0,0 0 1 0 0,0 1-1 0 0,-1-1 1 0 0,-1 0-1 0 0,0 0 1 0 0,0 0 0 0 0,-1 0-1 0 0,0 0 1 0 0,-4-21-1 0 0,-31-160-144 0 0,-60-189 1 0 0,91 368 121 0 0,-55-165 30 0 0,48 150-27 0 0,-2 1-1 0 0,-1 0 1 0 0,-1 1-1 0 0,-21-28 0 0 0,33 51-13 0 0,3 2 13 0 0,-1-1 1 0 0,1 1-1 0 0,-1-1 0 0 0,0 1 0 0 0,0-1 1 0 0,0 1-1 0 0,1 0 0 0 0,-1-1 1 0 0,0 1-1 0 0,0 0 0 0 0,-1 0 0 0 0,1 0 1 0 0,0 0-1 0 0,-2-2 0 0 0,-8-7 0 0 0,9 8-7 0 0,-22-4-34 0 0,19 5 47 0 0,1 2-37 0 0,-14 4 41 0 0,14-4 48 0 0,-1 0-105 0 0,-14 5 36 0 0,14-5 69 0 0,0 0 104 0 0,-18 4-211 0 0,17-4 4 0 0,2 0 15 0 0,-14 2 8 0 0,14-2 2 0 0,-2 0 18 0 0,-55 3-4 0 0,-107 5-24 0 0,117-8 57 0 0,-4 1 13 0 0,-550 20 177 0 0,415-16-431 0 0,114-1 204 0 0,24-3 12 0 0,1-1 3 0 0,1 0-40 0 0,0 2 33 0 0,0-3 4 0 0,0 0-16 0 0,-51 1 24 0 0,51 0 2 0 0,-1 0-15 0 0,3 1 20 0 0,-94 0-110 0 0,93-1 2 0 0,2-1 147 0 0,-185 5 85 0 0,70 0-141 0 0,100-1 4 0 0,15-3-38 0 0,1 1 61 0 0,-5 0-26 0 0,0-1-48 0 0,-1 1 59 0 0,-1 0 50 0 0,8-1-63 0 0,-8 2 1 0 0,-9-3 262 0 0,8 1-324 0 0,1 0-25 0 0,0-3 76 0 0,1 0 191 0 0,1-1-284 0 0,-3-1-7 0 0,1-1 71 0 0,0 2 22 0 0,3-2 5 0 0,-3 1-10 0 0,1 0 16 0 0,-1 0 4 0 0,1-1-27 0 0,-1 2 67 0 0,0-2-51 0 0,1 1-103 0 0,-1 0 140 0 0,-1 0-60 0 0,0 1 68 0 0,-7 0-82 0 0,1-1 103 0 0,4-1-12 0 0,1 2 2 0 0,2 1-2 0 0,-1-1-78 0 0,2 2 191 0 0,2-1-194 0 0,0 0 12 0 0,2-2-10 0 0,-426-27 65 0 0,206 32-116 0 0,168-1 124 0 0,0 0-26 0 0,-95-2-18 0 0,159 2-17 0 0,-99 0 72 0 0,43 4-17 0 0,-43 6-26 0 0,85-5 233 0 0,37-4-200 0 0,-1-1-85 0 0,0 2 1 0 0,0 0-1 0 0,1 0 0 0 0,-19 6 1 0 0,13-3 39 0 0,14-4 2 0 0,0 1 0 0 0,-15 4-4 0 0,15-4 4 0 0,-1 0 7 0 0,-100 36 24 0 0,63-20-128 0 0,40-16 154 0 0,-2 0 152 0 0,-16 7-189 0 0,16-7-54 0 0,1 1 7 0 0,-3 0 27 0 0,1 0-3 0 0,1-1 0 0 0,-1 1 0 0 0,1 0 0 0 0,0 1 1 0 0,0-1-1 0 0,0 1 0 0 0,1 0 0 0 0,-1 0 0 0 0,1 0 0 0 0,0 1 0 0 0,-5 7 0 0 0,7-9 17 0 0,8 18 8 0 0,-5-17 1 0 0,-1-4-14 0 0,1 1 0 0 0,-1-1 0 0 0,0 0-1 0 0,1 0 1 0 0,-1 0 0 0 0,0 0-1 0 0,1 0 1 0 0,-1 1 0 0 0,0-1-1 0 0,1 0 1 0 0,-1 0 0 0 0,0 1-1 0 0,0-1 1 0 0,1 0 0 0 0,-1 0 0 0 0,0 1-1 0 0,0-1 1 0 0,0 0 0 0 0,1 1-1 0 0,-1-1 1 0 0,0 0 0 0 0,0 1-1 0 0,0-1 1 0 0,0 0 0 0 0,0 1-1 0 0,0-1 1 0 0,0 1 0 0 0,1 0 1 0 0,-1 0 0 0 0,0 0 0 0 0,1 0 0 0 0,-1 0 0 0 0,0 0 0 0 0,1 0 0 0 0,-1 0 0 0 0,1 0 0 0 0,0 0 0 0 0,-1 0 0 0 0,1-1 0 0 0,0 1 0 0 0,0 0 0 0 0,-1 0 0 0 0,2 0 0 0 0,12 10 32 0 0,-10-8 27 0 0,0-1-40 0 0,13 6-2 0 0,-13-6 4 0 0,0-1-14 0 0,12 3-46 0 0,-11-3-39 0 0,1 0-728 0 0,12 0-13 0 0,18-2-7018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17.2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61 134 4400 0 0,'-5'0'1448'0'0,"-11"0"-421"0"0,-23-2 5261 0 0,49-2-5920 0 0,-9 3-353 0 0,-1 0 0 0 0,1 1 0 0 0,0-1 0 0 0,-1 0 0 0 0,1 1 0 0 0,0-1 1 0 0,0 1-1 0 0,-1-1 0 0 0,1 1 0 0 0,0 0 0 0 0,0-1 0 0 0,0 1 1 0 0,0 0-1 0 0,-1-1 0 0 0,1 1 0 0 0,0 0 0 0 0,0 0 0 0 0,0 0 0 0 0,0 0 1 0 0,0 0-1 0 0,1 0 0 0 0,441-47 1563 0 0,-162 15-1317 0 0,-274 32-554 0 0,0-1 0 0 0,0-1 0 0 0,0 1 0 0 0,-1-1 1 0 0,1-1-1 0 0,8-3 0 0 0,-10 4 52 0 0,-1 0-615 0 0,-15-3-1737 0 0,-4-5 123 0 0,-3 4-273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17.4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22 2096 0 0,'0'0'2995'0'0,"2"-3"-2356"0"0,7-15 1526 0 0,-4 19-1909 0 0,59 11 828 0 0,-37-8-803 0 0,-22-3-177 0 0,1-1-65 0 0,125 0 810 0 0,-133 4-794 0 0,-11 26 133 0 0,-21 33 0 0 0,20-40-112 0 0,1 0 0 0 0,1 2 0 0 0,1-1-1 0 0,-13 44 1 0 0,23-63-69 0 0,-1 0 0 0 0,0 0 0 0 0,1 0 1 0 0,0 0-1 0 0,0 0 1 0 0,0 0-1 0 0,1 1 0 0 0,0-1 1 0 0,-1 0-1 0 0,2 0 0 0 0,-1 0 1 0 0,2 7-1 0 0,-2-10-22 0 0,1 1-20 0 0,-1-1 0 0 0,1 0 1 0 0,-1 1-1 0 0,1-1 0 0 0,0 0 0 0 0,-1 1 1 0 0,1-1-1 0 0,1 0 0 0 0,-1 0 1 0 0,0 0-1 0 0,0 0 0 0 0,1 0 0 0 0,-1 0 1 0 0,1-1-1 0 0,0 1 0 0 0,-1 0 0 0 0,1-1 1 0 0,0 1-1 0 0,0-1 0 0 0,0 1 0 0 0,0-1 1 0 0,3 1-1 0 0,1 2-281 0 0,-4-3 156 0 0,0 0 1 0 0,0 0-1 0 0,0 0 0 0 0,0 0 0 0 0,0 0 1 0 0,0-1-1 0 0,0 1 0 0 0,0-1 0 0 0,1 1 1 0 0,-1-1-1 0 0,0 0 0 0 0,0 0 0 0 0,0 0 0 0 0,4 0 1 0 0,30-1-2730 0 0,-2-2-2069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19.4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44 106 3524 0 0,'-2'-5'1840'0'0,"-37"-91"7722"0"0,37 92-7682 0 0,3 11-1653 0 0,20 83 342 0 0,45 120 1 0 0,-20-71-3885 0 0,-45-135 2303 0 0,0 17-2235 0 0,0-16 2773 0 0,-1 1-1323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19.6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4 156 2772 0 0,'-3'-24'1312'0'0,"2"19"-179"0"0,2-2-171 0 0,-1 3-865 0 0,0 0 53 0 0,0 0 0 0 0,1 0 0 0 0,-1 0 0 0 0,1 0 0 0 0,0-1 0 0 0,0 1 0 0 0,0 0 0 0 0,0 0 0 0 0,1 1 0 0 0,0-1-1 0 0,0 0 1 0 0,0 0 0 0 0,3-3 0 0 0,0 2-3 0 0,0 0-1 0 0,0 0 1 0 0,0 1-1 0 0,1 0 1 0 0,-1 0-1 0 0,1 0 1 0 0,0 1-1 0 0,0 0 1 0 0,1 0-1 0 0,11-4 1 0 0,-5 4 12 0 0,0 1 0 0 0,1 0 0 0 0,-1 0 0 0 0,1 2-1 0 0,19 0 1 0 0,-8 3-17 0 0,-1 0-1 0 0,0 2 0 0 0,0 0 0 0 0,0 2 1 0 0,-1 0-1 0 0,0 2 0 0 0,0 1 0 0 0,-1 0 0 0 0,0 2 1 0 0,-1 0-1 0 0,20 16 0 0 0,-31-20-117 0 0,-1 0 0 0 0,0 1-1 0 0,0 0 1 0 0,0 1 0 0 0,-1-1-1 0 0,-1 2 1 0 0,0-1 0 0 0,0 1-1 0 0,-1 0 1 0 0,8 21 0 0 0,-11-23-17 0 0,-2-1 1 0 0,1 1-1 0 0,-1 0 1 0 0,-1 0 0 0 0,0 0-1 0 0,0 0 1 0 0,0 0-1 0 0,-1-1 1 0 0,-1 1-1 0 0,1 0 1 0 0,-2 0-1 0 0,1-1 1 0 0,-1 0-1 0 0,0 1 1 0 0,-1-1 0 0 0,0 0-1 0 0,0 0 1 0 0,-5 7-1 0 0,-6 3 4 0 0,1 0-1 0 0,-2-1 0 0 0,0 0 1 0 0,-1-2-1 0 0,-1 0 1 0 0,0 0-1 0 0,-1-2 1 0 0,-30 17-1 0 0,21-16-66 0 0,0-1 0 0 0,-1-1 0 0 0,0-1 0 0 0,0-1 0 0 0,-53 8 0 0 0,64-14-203 0 0,15-3 214 0 0,0-1 1 0 0,0 1 0 0 0,1-1-1 0 0,-1 0 1 0 0,0 0 0 0 0,0 0-1 0 0,0 0 1 0 0,1-1 0 0 0,-1 1-1 0 0,0-1 1 0 0,0 0-1 0 0,-2 0 1 0 0,2 0-20 0 0,0 1-80 0 0,-1-1 0 0 0,0 1 0 0 0,0-1 0 0 0,0 0 1 0 0,1 0-1 0 0,-1 0 0 0 0,0-1 0 0 0,1 1 0 0 0,-1-1 0 0 0,1 0 1 0 0,-1 0-1 0 0,1 0 0 0 0,0 0 0 0 0,0-1 0 0 0,-5-5 1 0 0,5 3-437 0 0,1 0 0 0 0,0 0 0 0 0,1 0 1 0 0,-1 0-1 0 0,1 0 0 0 0,0-1 0 0 0,0 1 0 0 0,0-8 1 0 0,1 6-3759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19.7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53 3508 0 0,'0'0'2182'0'0,"4"1"-1399"0"0,11 1 1132 0 0,-15-3-1737 0 0,0 0-1 0 0,1 1 1 0 0,-1-1 0 0 0,0 0-1 0 0,0 1 1 0 0,0-1 0 0 0,-1 0-1 0 0,1 1 1 0 0,0-1 0 0 0,0 0-1 0 0,0 1 1 0 0,0-1 0 0 0,-1 1 0 0 0,1-1-1 0 0,0 0 1 0 0,0 1 0 0 0,-1-1-1 0 0,1 1 1 0 0,-1-1 0 0 0,1 1-1 0 0,-1-2 1 0 0,-1-1 74 0 0,4-1-140 0 0,9-12-36 0 0,-8 12 3 0 0,1 2-130 0 0,14-7 125 0 0,-14 7 23 0 0,2 2-22 0 0,2 1-58 0 0,-1 1 1 0 0,1-1 0 0 0,0 1-1 0 0,-1 0 1 0 0,1 1 0 0 0,-1 0-1 0 0,0 0 1 0 0,0 1 0 0 0,0 0 0 0 0,0 0-1 0 0,0 1 1 0 0,-1-1 0 0 0,0 1-1 0 0,0 1 1 0 0,0-1 0 0 0,-1 1-1 0 0,0 0 1 0 0,0 0 0 0 0,0 1-1 0 0,-1-1 1 0 0,7 15 0 0 0,-7-14-11 0 0,-2-5-2 0 0,0 1 0 0 0,0 0 0 0 0,-1 0 0 0 0,1 0 0 0 0,-1 0 0 0 0,0 0 0 0 0,0 0 0 0 0,1 4 1 0 0,2 4-4 0 0,-1 1 0 0 0,0-1 0 0 0,-1 1 0 0 0,0-1 0 0 0,-1 1 1 0 0,0 0-1 0 0,-2 20 0 0 0,-2-18-5 0 0,0 0 0 0 0,0 0-1 0 0,-9 19 1 0 0,9-27 4 0 0,0-1-1 0 0,0 1 1 0 0,0-1-1 0 0,-1 1 1 0 0,0-1-1 0 0,0 0 1 0 0,0-1-1 0 0,0 1 1 0 0,-1-1-1 0 0,0 0 1 0 0,-8 6-1 0 0,-21 9 11 0 0,28-17-8 0 0,2-1-13 0 0,-1 0-9 0 0,-15 2 8 0 0,15-2-3 0 0,0-2-8 0 0,0-1-2 0 0,0 0 1 0 0,0-1 0 0 0,0 1-1 0 0,0-1 1 0 0,1 0 0 0 0,-1 0-1 0 0,1 0 1 0 0,-1 0 0 0 0,1-1-1 0 0,0 0 1 0 0,1 0 0 0 0,-1 0-1 0 0,1-1 1 0 0,-5-7 0 0 0,5 9-53 0 0,-1-12-17 0 0,3 14 87 0 0,1 0 0 0 0,-1 1 1 0 0,1-1-1 0 0,-1 0 0 0 0,1 0 1 0 0,-1-1-1 0 0,1 1 0 0 0,0 0 1 0 0,0 0-1 0 0,-1 0 0 0 0,1 0 1 0 0,0 0-1 0 0,0 0 0 0 0,0 0 1 0 0,0 0-1 0 0,0 0 0 0 0,0-1 1 0 0,0 1-1 0 0,1-2 1 0 0,2-19-21 0 0,-3 17 2 0 0,3 2 10 0 0,7-7 3 0 0,-9 9 7 0 0,0 0 0 0 0,0 1 0 0 0,0-1 0 0 0,0 0 0 0 0,0 1 0 0 0,0-1 0 0 0,0 1 0 0 0,0-1 0 0 0,0 1 0 0 0,1-1 0 0 0,-1 1 0 0 0,0 0 0 0 0,0-1 0 0 0,0 1 0 0 0,0 0 0 0 0,1 0 0 0 0,-1 0 0 0 0,1 0 0 0 0,1 0-8 0 0,2-1 35 0 0,1 3 72 0 0,2-1-85 0 0,-5-1-11 0 0,0 0 0 0 0,0 1 1 0 0,0 0-1 0 0,-1-1 1 0 0,1 1-1 0 0,0 0 1 0 0,0 1-1 0 0,-1-1 0 0 0,4 2 1 0 0,95 56 15 0 0,-69-38-446 0 0,1-2 1 0 0,1-1-1 0 0,64 24 0 0 0,-23-21-5319 0 0,-68-19 520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20.4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76 2564 0 0,'-10'-51'5121'0'0,"9"47"-3702"0"0,0-1-1105 0 0,-3-11 389 0 0,9 32 794 0 0,11 33-356 0 0,69 261 1127 0 0,21 60-1133 0 0,-105-364-1139 0 0,19 39-2783 0 0,-18-42 1864 0 0,-8-38-11485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21.2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18 572 3624 0 0,'-3'-8'346'0'0,"-9"-39"2704"0"0,11 44-2937 0 0,0-1 1 0 0,1 1-1 0 0,0 0 0 0 0,0-1 0 0 0,0 1 1 0 0,0 0-1 0 0,0-1 0 0 0,0 1 0 0 0,1 0 0 0 0,0-1 1 0 0,-1 1-1 0 0,3-4 0 0 0,3-2 3 0 0,1 0-1 0 0,0 0 0 0 0,0 0 1 0 0,1 1-1 0 0,0 0 1 0 0,0 1-1 0 0,1 0 1 0 0,0 0-1 0 0,1 1 1 0 0,-1 0-1 0 0,1 1 0 0 0,16-7 1 0 0,18-6 181 0 0,72-20 1 0 0,289-50 298 0 0,4 32-400 0 0,-236 35-183 0 0,181-25 537 0 0,-248 28 644 0 0,130-41 1 0 0,-232 57-951 0 0,1 1-9 0 0,15-3 1 0 0,-15 3 208 0 0,0-1-258 0 0,42-11 1157 0 0,-42 13-1003 0 0,-1 2-135 0 0,4 5-51 0 0,1 0 1 0 0,-1 0-1 0 0,0 1 1 0 0,0 0-1 0 0,-1 1 1 0 0,0-1-1 0 0,-1 1 0 0 0,0 1 1 0 0,0-1-1 0 0,8 20 1 0 0,4 17 232 0 0,15 54 0 0 0,-22-66-218 0 0,68 249 682 0 0,-5-11-547 0 0,-63-246-339 0 0,-10-22 19 0 0,1 1 8 0 0,5 15 2 0 0,-5-15-2 0 0,-1-1-5 0 0,5 11 18 0 0,-4-11 31 0 0,-1 0-57 0 0,1 0 20 0 0,8 30-44 0 0,-10-32 42 0 0,1-1 1 0 0,-1 1-1 0 0,0-1 0 0 0,0 1 0 0 0,0-1 1 0 0,0 1-1 0 0,0-1 0 0 0,0 1 1 0 0,0-1-1 0 0,-1 1 0 0 0,1-1 1 0 0,0 1-1 0 0,-1-1 0 0 0,0 1 1 0 0,1-1-1 0 0,-1 0 0 0 0,0 1 0 0 0,1-1 1 0 0,-1 0-1 0 0,0 0 0 0 0,0 1 1 0 0,0-1-1 0 0,-2 2 0 0 0,-15 8-145 0 0,0-1-1 0 0,0-1 1 0 0,-1 0-1 0 0,-35 10 0 0 0,-89 18-721 0 0,126-33 801 0 0,-507 93-939 0 0,-4-33 794 0 0,-224-5 152 0 0,747-59 45 0 0,11-2-317 0 0,44-13-1099 0 0,71-11 0 0 0,-5 3-2257 0 0,-31 2-1731 0 0,-42 11-430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22.3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159 281 3504 0 0,'-9'0'1384'0'0,"-141"6"6168"0"0,164-9-7206 0 0,10-6-50 0 0,214-36 588 0 0,86-18-1045 0 0,-253 40-1490 0 0,-66 21 1037 0 0,-4 2 562 0 0,-1 0 0 0 0,1 0-1 0 0,-1-1 1 0 0,1 1-1 0 0,-1 0 1 0 0,1-1-1 0 0,0 1 1 0 0,-1 0-1 0 0,1-1 1 0 0,-1 1 0 0 0,0-1-1 0 0,1 1 1 0 0,-1 0-1 0 0,1-1 1 0 0,-1 1-1 0 0,0-1 1 0 0,1 0-1 0 0,-1 1 1 0 0,0-1 0 0 0,1 0-1 0 0,-1 0-71 0 0,0 1 0 0 0,0-1 0 0 0,0 1 0 0 0,1-1 0 0 0,-1 1 0 0 0,0-1 0 0 0,0 1 0 0 0,1 0 0 0 0,-1-1 0 0 0,0 1 0 0 0,0 0 0 0 0,1-1 1 0 0,-1 1-1 0 0,1 0 0 0 0,-1-1 0 0 0,0 1 0 0 0,1 0 0 0 0,-1-1 0 0 0,0 1 0 0 0,1 0 0 0 0,-1 0 0 0 0,1 0 0 0 0,-1-1 0 0 0,1 1 0 0 0,-1 0 0 0 0,1 0 0 0 0,0 0 0 0 0,-3-5-781 0 0,0 0 758 0 0,0 0-1 0 0,-1 0 1 0 0,0 1-1 0 0,0-1 1 0 0,0 0-1 0 0,-1 1 1 0 0,1 0 0 0 0,-1 0-1 0 0,0 0 1 0 0,0 0-1 0 0,-7-4 1 0 0,-2-1 876 0 0,0 0 1 0 0,-27-13 0 0 0,36 21-408 0 0,-1-1-48 0 0,2 0-236 0 0,-2-1 307 0 0,-1 1 1 0 0,1-1-1 0 0,0 1 0 0 0,-1 0 1 0 0,0 1-1 0 0,-8-2 0 0 0,-5 14 490 0 0,33 7-572 0 0,-11-14-160 0 0,-1-3-92 0 0,0-1 0 0 0,-1 1 0 0 0,1 0-1 0 0,-1 0 1 0 0,1-1 0 0 0,-1 1 0 0 0,1 1 0 0 0,-1-1 0 0 0,0 0-1 0 0,1 0 1 0 0,-1 0 0 0 0,1 2 0 0 0,-1-2 5 0 0,41 22 150 0 0,-37-21-151 0 0,-2 0 30 0 0,3-1-4 0 0,43 13 225 0 0,-45-13 131 0 0,1 0-332 0 0,14 1 18 0 0,-14-1 121 0 0,-9 2-438 0 0,-6 4 253 0 0,1 1 0 0 0,1 1 0 0 0,-1 0 0 0 0,1 0 0 0 0,1 1 0 0 0,0-1 0 0 0,0 2 0 0 0,1-1 0 0 0,0 1 0 0 0,1 0 0 0 0,-6 17 0 0 0,9-23-37 0 0,-1 0-32 0 0,1 0 0 0 0,0 1 0 0 0,0-1 0 0 0,0 0 0 0 0,1 1 0 0 0,0 0 0 0 0,0-1 0 0 0,0 1 0 0 0,1-1 0 0 0,0 1 0 0 0,1 10 0 0 0,3-1-1341 0 0,1 1-1 0 0,1-1 1 0 0,1-1 0 0 0,7 15 0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23.9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193 198 4068 0 0,'-1'-6'1568'0'0,"-12"-113"4149"0"0,12 114-5586 0 0,0 0 0 0 0,0 0 0 0 0,-1 0-1 0 0,1 1 1 0 0,-1-1 0 0 0,-5-8 0 0 0,4 7-14 0 0,1 2 42 0 0,-1 1-31 0 0,2 2-105 0 0,-1 0 0 0 0,1 0 0 0 0,-1-1 0 0 0,1 1 0 0 0,0 0 0 0 0,0 0 0 0 0,0-1 0 0 0,0 1 0 0 0,0-1 0 0 0,-2-2 0 0 0,-2 5 117 0 0,-18 2 45 0 0,13 2 0 0 0,0 6-80 0 0,-1 1 0 0 0,2 0 0 0 0,0 1 0 0 0,0 0 0 0 0,1 0 0 0 0,1 1 0 0 0,0 0 0 0 0,1 0 0 0 0,1 1 0 0 0,0-1 0 0 0,1 1 0 0 0,0 1 0 0 0,1-1 0 0 0,1 0 0 0 0,-1 21 0 0 0,3-21-78 0 0,-1-1 0 0 0,2 1-1 0 0,0 0 1 0 0,1-1 0 0 0,0 1-1 0 0,1-1 1 0 0,1 1-1 0 0,0-1 1 0 0,1 0 0 0 0,1-1-1 0 0,0 1 1 0 0,0-1 0 0 0,2 0-1 0 0,-1-1 1 0 0,2 1 0 0 0,12 14-1 0 0,-17-23-44 0 0,0 0 0 0 0,1 1-1 0 0,-1-2 1 0 0,1 1-1 0 0,0 0 1 0 0,0-1-1 0 0,0 0 1 0 0,1 0-1 0 0,-1 0 1 0 0,1-1-1 0 0,-1 0 1 0 0,1 0-1 0 0,0 0 1 0 0,0-1 0 0 0,6 1-1 0 0,-6-2 9 0 0,0 0 0 0 0,0 0 0 0 0,0-1 1 0 0,-1 1-1 0 0,1-1 0 0 0,0-1 0 0 0,-1 1 0 0 0,1-1 0 0 0,0 0 0 0 0,-1-1 1 0 0,0 1-1 0 0,0-1 0 0 0,0 0 0 0 0,6-4 0 0 0,-2-2 21 0 0,-1 0 0 0 0,0-1 0 0 0,-1 0 0 0 0,1-1 0 0 0,-2 1 0 0 0,0-1 0 0 0,0 0 0 0 0,-1-1 0 0 0,0 1 0 0 0,-1-1 0 0 0,-1 0 1 0 0,1 0-1 0 0,-2 0 0 0 0,0-1 0 0 0,0 1 0 0 0,-1-1 0 0 0,-1-18 0 0 0,-3-3 20 0 0,-10-50 1 0 0,9 68-28 0 0,0 1-1 0 0,0 0 1 0 0,-2 0 0 0 0,1 1 0 0 0,-2-1-1 0 0,-8-13 1 0 0,-3 6-8 0 0,12 18-5 0 0,6 3-2 0 0,-1 0 0 0 0,0 0-1 0 0,0 0 1 0 0,0 0 0 0 0,0 0 0 0 0,0 0 0 0 0,0 0 0 0 0,0 0 0 0 0,-1 1 0 0 0,1-1 0 0 0,0 0-1 0 0,0 1 1 0 0,0-1 0 0 0,-1 1 0 0 0,1-1 0 0 0,0 1 0 0 0,-3-1 0 0 0,0 1-46 0 0,3-1 34 0 0,0 1 0 0 0,0-1 0 0 0,0 1 0 0 0,-1-1 0 0 0,1 1 0 0 0,0 0 0 0 0,0 0 0 0 0,0 0 0 0 0,-1-1 0 0 0,1 1 0 0 0,0 0 0 0 0,0 1 0 0 0,-1-1 0 0 0,1 0 0 0 0,0 0 0 0 0,0 0 0 0 0,0 1 0 0 0,0-1 0 0 0,-2 1 0 0 0,0 0-64 0 0,1 0 39 0 0,0-1-1 0 0,0 0 1 0 0,-1 1-1 0 0,1-1 0 0 0,0 1 1 0 0,0 0-1 0 0,0-1 1 0 0,0 1-1 0 0,0 0 0 0 0,0 0 1 0 0,1 0-1 0 0,-1 1 1 0 0,-3 2-1 0 0,-2 1-120 0 0,0 0-208 0 0,0 0 0 0 0,1 1 0 0 0,-1 0 0 0 0,1 0 0 0 0,0 0 0 0 0,1 1 0 0 0,-1 0-1 0 0,1 0 1 0 0,1 1 0 0 0,-1-1 0 0 0,1 1 0 0 0,1 0 0 0 0,-1 0 0 0 0,2 0 0 0 0,-1 1 0 0 0,-1 9 0 0 0,2-6-2309 0 0,2 16-1926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24.3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 42 3432 0 0,'0'0'1502'0'0,"2"-3"-362"0"0,-1 0-1104 0 0,1-5 4604 0 0,-18 12-3984 0 0,15 0-582 0 0,-5 14-8 0 0,4-13 36 0 0,2 0-254 0 0,0-1 190 0 0,-3 17 966 0 0,7-20-866 0 0,17 4 192 0 0,-20-6-297 0 0,1 0 0 0 0,-1 0 0 0 0,0 0 0 0 0,1 0-1 0 0,-1 0 1 0 0,0-1 0 0 0,0 1 0 0 0,1 0 0 0 0,-1-1 0 0 0,1-1 0 0 0,1 0 160 0 0,-1-1-6 0 0,24-38 286 0 0,-24 38-195 0 0,-1 0-273 0 0,5-14-5 0 0,-4 13-13 0 0,-8 6-2573 0 0,-17 2 2029 0 0,18-2-7 0 0,-4 15-1237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24.9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220 90 3824 0 0,'0'0'1202'0'0,"1"-4"-183"0"0,0-15-182 0 0,-1 14-126 0 0,-1 1-121 0 0,-2-14-102 0 0,2 13-21 0 0,-2 1-90 0 0,2 2-294 0 0,-1 0 1 0 0,1-1-1 0 0,-1 1 1 0 0,0 0-1 0 0,0 0 0 0 0,0 0 1 0 0,0 0-1 0 0,0 0 1 0 0,-1 0-1 0 0,1 1 0 0 0,0-1 1 0 0,-1 1-1 0 0,1 0 1 0 0,-1-1-1 0 0,0 1 1 0 0,-3-1-1 0 0,2 3-43 0 0,0-1 1 0 0,0 1-1 0 0,0 0 0 0 0,0 0 1 0 0,0 0-1 0 0,0 0 0 0 0,0 1 1 0 0,0 0-1 0 0,0 0 0 0 0,1 0 1 0 0,-1 0-1 0 0,1 0 0 0 0,-1 1 0 0 0,1 0 1 0 0,0-1-1 0 0,0 1 0 0 0,-3 4 1 0 0,-5 7 86 0 0,0 0 1 0 0,-14 26-1 0 0,21-33-94 0 0,-1 1 22 0 0,0 1 0 0 0,0 0-1 0 0,1 0 1 0 0,0 1-1 0 0,-4 16 1 0 0,-14 77 149 0 0,21-98-182 0 0,1 2-5 0 0,0 18-14 0 0,0-18 7 0 0,1-2 8 0 0,4 15 0 0 0,-4-15-18 0 0,2-2-55 0 0,9 12 66 0 0,-9-12 195 0 0,2-3-135 0 0,17-1-14 0 0,-17 1 30 0 0,-5-1-81 0 0,0 0 0 0 0,1 1 0 0 0,-1-1 0 0 0,0 1 0 0 0,1-1 0 0 0,-1 1-1 0 0,1-1 1 0 0,-1 1 0 0 0,1-1 0 0 0,-1 1 0 0 0,1-1 0 0 0,-1 1 0 0 0,1 0 0 0 0,-1-1 0 0 0,1 1-1 0 0,-1 0 1 0 0,1-1 0 0 0,-1 1 0 0 0,1 0 0 0 0,0 0 0 0 0,0-1 0 0 0,18-9 146 0 0,-8-1-65 0 0,-1 1 0 0 0,0-2 0 0 0,-1 1 1 0 0,8-14-1 0 0,53-90 831 0 0,-67 110-706 0 0,-2 4-184 0 0,-1-1 0 0 0,1 1-1 0 0,0-1 1 0 0,0 1 0 0 0,0-1-1 0 0,-1 1 1 0 0,2 0 0 0 0,-1-1-1 0 0,0 1 1 0 0,0 0 0 0 0,0 0-1 0 0,2-2 1 0 0,-2 3 9 0 0,2-4 294 0 0,16-8 250 0 0,-15 15-468 0 0,2 4-74 0 0,0 1 0 0 0,0 0 1 0 0,0 0-1 0 0,-1 0 0 0 0,0 1 1 0 0,-1-1-1 0 0,1 1 0 0 0,3 14 0 0 0,1 5 6 0 0,12 54 0 0 0,23 81-71 0 0,-36-136-128 0 0,-6-21-51 0 0,0-1-1 0 0,1 0 1 0 0,-1 1 0 0 0,1-1-1 0 0,0 0 1 0 0,0 0-1 0 0,7 7 1 0 0,-7-8-23 0 0,0-1-591 0 0,2-1-120 0 0,14 8-228 0 0,-15-7-315 0 0,2-4-363 0 0,18-5-1260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25.3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9 3480 0 0,'0'0'2771'0'0,"-4"-2"-1760"0"0,-14-3-294 0 0,14 3 1217 0 0,0 4-1440 0 0,-13 6-68 0 0,13-6 298 0 0,4-2-706 0 0,0 1 0 0 0,0-1 0 0 0,0 1-1 0 0,0-1 1 0 0,0 1 0 0 0,0-1 0 0 0,0 0 0 0 0,0 1 0 0 0,0-1-1 0 0,-1 1 1 0 0,1-1 0 0 0,0 1 0 0 0,0-1 0 0 0,0 0 0 0 0,0 1-1 0 0,-1-1 1 0 0,1 0 0 0 0,0 1 0 0 0,0-1 0 0 0,-1 0-1 0 0,1 1 1 0 0,0-1 0 0 0,-1 0 0 0 0,1 1 0 0 0,0-1 0 0 0,-1 0-1 0 0,0 1 1 0 0,1-1 26 0 0,-1 1-1 0 0,0-1 1 0 0,1 1-1 0 0,-1-1 1 0 0,0 1-1 0 0,1-1 1 0 0,-1 1-1 0 0,1 0 1 0 0,-1-1-1 0 0,1 1 1 0 0,-1 0-1 0 0,1 0 1 0 0,0-1-1 0 0,-1 1 1 0 0,1 0-1 0 0,0 0 0 0 0,-1 0 1 0 0,1-1-1 0 0,0 1 1 0 0,0 0-1 0 0,0 0 1 0 0,0 0-1 0 0,0 1 1 0 0,0 2 19 0 0,-1 0 0 0 0,1 0 0 0 0,1 0 1 0 0,-1 0-1 0 0,0 0 0 0 0,1 0 0 0 0,0 0 0 0 0,0 0 0 0 0,0 0 1 0 0,1 0-1 0 0,-1 0 0 0 0,1 0 0 0 0,0-1 0 0 0,0 1 1 0 0,0-1-1 0 0,6 7 0 0 0,-1-2 9 0 0,0-1 0 0 0,1 0 0 0 0,0 0 0 0 0,0-1 0 0 0,1 0 0 0 0,0-1 0 0 0,10 5 0 0 0,64 44 385 0 0,-80-52-404 0 0,0 2-2 0 0,10 12-10 0 0,-10-12-8 0 0,4 19 22 0 0,-8-17-28 0 0,-2 16 11 0 0,2-17-6 0 0,-2 0-20 0 0,-1 0-17 0 0,0 0-1 0 0,-1 0 0 0 0,0 0 1 0 0,1-1-1 0 0,-1 0 0 0 0,-1 1 1 0 0,1-2-1 0 0,-1 1 0 0 0,1-1 1 0 0,-1 0-1 0 0,-10 4 0 0 0,-35 3-1162 0 0,46-9 450 0 0,-1-2-130 0 0,1 0 625 0 0,-27-4-1545 0 0,5-10-3560 0 0,7-3-60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25.5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0 244 4568 0 0,'2'-5'1575'0'0,"-2"5"-1562"0"0,3-8 614 0 0,0 0 0 0 0,0 0 1 0 0,1 1-1 0 0,0-1 0 0 0,0 1 1 0 0,1 0-1 0 0,-1 0 0 0 0,10-9 1 0 0,16-9 382 0 0,63-41 0 0 0,-65 50-2020 0 0,46-20 0 0 0,-29 17-5267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29.6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1 138 4396 0 0,'0'0'3266'0'0,"0"-6"-1986"0"0,4-42 2849 0 0,-2 43-3103 0 0,2 4-653 0 0,12-5-2 0 0,-11 5-49 0 0,0 3-46 0 0,7 4-147 0 0,0 1 0 0 0,-1 0-1 0 0,0 1 1 0 0,-1 0-1 0 0,13 12 1 0 0,-18-14-108 0 0,0-2 1 0 0,0 1 0 0 0,-1 1 0 0 0,1-1 0 0 0,-1 1-1 0 0,-1 0 1 0 0,1 0 0 0 0,4 9 0 0 0,5 16 16 0 0,16 51 1 0 0,-28-77-45 0 0,0-1 38 0 0,3 14-22 0 0,-3-14 98 0 0,-7-4-127 0 0,-17-4-40 0 0,23 4 59 0 0,0 0 0 0 0,-1 0 0 0 0,1 0 0 0 0,0 0 0 0 0,-1 0 0 0 0,1 0 0 0 0,0 0 0 0 0,-1 0 0 0 0,1 0 0 0 0,0 0 0 0 0,-1 0 0 0 0,1 0 0 0 0,0-1 0 0 0,0 1 0 0 0,-1 0 1 0 0,1 0-1 0 0,0 0 0 0 0,0-1 0 0 0,-1 1 0 0 0,1 0 0 0 0,0 0 0 0 0,0 0 0 0 0,-1-1 0 0 0,1 1 0 0 0,0 0 0 0 0,0-1 0 0 0,0 1 0 0 0,0 0 0 0 0,-1-1 0 0 0,1 1 0 0 0,0-1 1 0 0,-5-7-20 0 0,1-1 0 0 0,0 0 0 0 0,1 0 0 0 0,0-1 0 0 0,0 1 1 0 0,1 0-1 0 0,-1-16 0 0 0,2 14-1 0 0,2 1 1 0 0,0-1-1 0 0,0 0 0 0 0,1 1 1 0 0,3-12-1 0 0,-3 17 11 0 0,0 0 0 0 0,0 0 0 0 0,0 0 0 0 0,1 0 0 0 0,-1 1 0 0 0,1 0-1 0 0,0-1 1 0 0,0 1 0 0 0,1 0 0 0 0,-1 0 0 0 0,1 0 0 0 0,0 1 0 0 0,0 0 0 0 0,8-6 0 0 0,-8 7 4 0 0,-1 0 1 0 0,1 0 0 0 0,0 0-1 0 0,0 1 1 0 0,0 0 0 0 0,-1-1-1 0 0,1 1 1 0 0,0 1-1 0 0,1-1 1 0 0,-1 1 0 0 0,0-1-1 0 0,0 1 1 0 0,0 0-1 0 0,8 1 1 0 0,-6 1 5 0 0,1 0 0 0 0,0 0-1 0 0,-1 1 1 0 0,1-1 0 0 0,-1 1 0 0 0,0 1-1 0 0,0-1 1 0 0,0 1 0 0 0,5 5 0 0 0,4 3-13 0 0,-1 1 0 0 0,0 1 1 0 0,0 0-1 0 0,14 22 0 0 0,0-1 6 0 0,-24-30 4 0 0,4 10 13 0 0,0 0-34 0 0,-6-12-68 0 0,0 1 102 0 0,8 12 56 0 0,-8-12 237 0 0,0-1-232 0 0,4 10-21 0 0,-15-20 223 0 0,7 4-288 0 0,2 3 14 0 0,0-1 0 0 0,0 0-1 0 0,0 0 1 0 0,0 0 0 0 0,0 0 0 0 0,-1 0 0 0 0,1 1-1 0 0,0-1 1 0 0,0 0 0 0 0,-1 0 0 0 0,1 0-1 0 0,0 1 1 0 0,-1-1 0 0 0,1 0 0 0 0,0 0-1 0 0,-1 1 1 0 0,-1-2 0 0 0,-8-19 22 0 0,6 11-53 0 0,1-1 0 0 0,0 0 0 0 0,0 1 0 0 0,1-1 0 0 0,0 0 0 0 0,1 0 0 0 0,1 0 0 0 0,0 0 0 0 0,0 0 0 0 0,1 0 0 0 0,0 0 0 0 0,1 0 0 0 0,0 0 0 0 0,7-18 0 0 0,-7 23 38 0 0,1 0 1 0 0,0 1 0 0 0,0-1-1 0 0,1 1 1 0 0,0 0-1 0 0,0-1 1 0 0,0 2-1 0 0,0-1 1 0 0,1 0 0 0 0,0 1-1 0 0,0 0 1 0 0,0 0-1 0 0,0 0 1 0 0,1 1-1 0 0,0 0 1 0 0,9-4-1 0 0,-10 5 19 0 0,2 2-15 0 0,-1 1-16 0 0,0-1 7 0 0,0 0-1 0 0,0 0 0 0 0,0 1 0 0 0,0 0 1 0 0,0 1-1 0 0,0-1 0 0 0,0 1 0 0 0,0 0 0 0 0,-1 0 1 0 0,7 4-1 0 0,41 36-421 0 0,-50-40 321 0 0,-1 0 0 0 0,1 1 0 0 0,-1-1 0 0 0,0 1 0 0 0,0 0 0 0 0,0 0 0 0 0,0 0 0 0 0,2 4 0 0 0,0 0-146 0 0,-2-5 109 0 0,-1 1 0 0 0,1-1 0 0 0,-1 0 0 0 0,1 1 0 0 0,-1-1 0 0 0,0 0 0 0 0,0 1 0 0 0,0-1 0 0 0,0 1 0 0 0,-1 0 0 0 0,1-1 0 0 0,0 6 0 0 0,0 0-300 0 0,4 7-1327 0 0,-1 6 661 0 0,-3 2-2979 0 0,2 16-1584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0.2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128 74 3944 0 0,'0'0'3715'0'0,"1"-4"-2301"0"0,0 0-1192 0 0,0 1 0 0 0,0-1 0 0 0,1 1 0 0 0,-1 0-1 0 0,1 0 1 0 0,0 0 0 0 0,0 0 0 0 0,0 0 0 0 0,0 0-1 0 0,0 0 1 0 0,1 0 0 0 0,-1 1 0 0 0,1-1 0 0 0,0 1-1 0 0,0 0 1 0 0,0 0 0 0 0,0 0 0 0 0,0 0-1 0 0,4-1 1 0 0,36-10 176 0 0,-39 13-314 0 0,2 0-2 0 0,2 0-59 0 0,-1 1 0 0 0,1 0 0 0 0,-1 1 0 0 0,0-1 0 0 0,13 6 0 0 0,-15-4-10 0 0,-3 1-18 0 0,9 12 18 0 0,-8-11 17 0 0,-2 0-3 0 0,-1 1-10 0 0,1 0 0 0 0,-1 0 0 0 0,0 0 0 0 0,-1 0 0 0 0,1 0 0 0 0,-1 0 0 0 0,-1-1-1 0 0,1 1 1 0 0,-1 0 0 0 0,0-1 0 0 0,-3 8 0 0 0,-1 0 91 0 0,-1-1 1 0 0,-1 0-1 0 0,-15 20 0 0 0,20-29 4 0 0,0 1 10 0 0,-11 10 37 0 0,8-5 156 0 0,13-10 215 0 0,-2-1-520 0 0,1 0 0 0 0,-1 0 0 0 0,1 0-1 0 0,-1 1 1 0 0,1 0 0 0 0,0 0-1 0 0,-1 1 1 0 0,11-1 0 0 0,-11 1-9 0 0,1 0 20 0 0,1 1 7 0 0,2 0-9 0 0,-1 0-1 0 0,1 0 0 0 0,-1 1 0 0 0,0 1 0 0 0,1-1 0 0 0,-1 2 0 0 0,0-1 0 0 0,-1 1 0 0 0,14 8 0 0 0,-18-10 15 0 0,-3 0-27 0 0,0 0 1 0 0,1-1-1 0 0,-1 1 1 0 0,0-1-1 0 0,1 1 1 0 0,-1-1-1 0 0,1 0 0 0 0,0 1 1 0 0,-1-1-1 0 0,1 1 1 0 0,0-1-1 0 0,1 2 1 0 0,0 0 8 0 0,0 2 11 0 0,-3 1-8 0 0,-1 3 0 0 0,0 0 0 0 0,-1-1-1 0 0,0 1 1 0 0,0-1 0 0 0,-1 0 0 0 0,0 0-1 0 0,0 0 1 0 0,-1 0 0 0 0,0-1 0 0 0,0 0 0 0 0,-1 0-1 0 0,0 0 1 0 0,-1-1 0 0 0,1 0 0 0 0,-1 0-1 0 0,0 0 1 0 0,0-1 0 0 0,-11 5 0 0 0,6-2-42 0 0,0-1 0 0 0,-1-1 0 0 0,1-1 0 0 0,-2 1 0 0 0,1-2 0 0 0,0 0 0 0 0,-25 4 0 0 0,31-8-233 0 0,0 0 0 0 0,0-1 0 0 0,0 1 0 0 0,0-1-1 0 0,0-1 1 0 0,0 0 0 0 0,0 0 0 0 0,0 0 0 0 0,-9-5 0 0 0,8 4 87 0 0,0-1-578 0 0,0 0 1 0 0,0 0 0 0 0,0-1-1 0 0,1 1 1 0 0,0-2 0 0 0,0 1-1 0 0,0-1 1 0 0,1 0 0 0 0,0 0-1 0 0,-6-9 1 0 0,-6-5-5055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1.3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0 215 4528 0 0,'0'0'4692'0'0,"3"-3"-3875"0"0,0 0-678 0 0,0 0 0 0 0,0 1 0 0 0,0-1-1 0 0,0 1 1 0 0,0 0 0 0 0,1 0 0 0 0,-1 0 0 0 0,1 1 0 0 0,-1-1 0 0 0,1 1 0 0 0,0 0 0 0 0,6-2-1 0 0,233-46 1451 0 0,227-64-3326 0 0,-412 90-5171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1.7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2976 0 0,'0'0'4449'0'0,"4"2"-3687"0"0,33 25 2012 0 0,-34-24-2362 0 0,17 9 681 0 0,-16-11-800 0 0,7 2-132 0 0,1-1 1 0 0,-1-1-1 0 0,1 0 1 0 0,-1 0 0 0 0,1-1-1 0 0,-1-1 1 0 0,0 0-1 0 0,1 0 1 0 0,11-4 0 0 0,-16 4-60 0 0,21-8 90 0 0,-23 8-47 0 0,0-1-80 0 0,16-2-27 0 0,-16 3 72 0 0,-5 9-111 0 0,-1 0 1 0 0,1 1-1 0 0,-1-1 1 0 0,-1 0-1 0 0,-3 13 1 0 0,-58 197-783 0 0,55-177-1774 0 0,-5 61 0 0 0,14-89-799 0 0,2 27-2375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2.6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122 101 4540 0 0,'-8'0'1435'0'0,"-106"1"6685"0"0,271-14-7688 0 0,145-14 442 0 0,-11-21-5487 0 0,-290 48 4445 0 0,1 0 1 0 0,-1-1-1 0 0,1 1 1 0 0,-1 0-1 0 0,1-1 1 0 0,-1 0-1 0 0,1 1 1 0 0,-1-1-1 0 0,0 0 1 0 0,1 0-1 0 0,-1 1 1 0 0,2-3-1 0 0,9-1-3619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2.9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2604 0 0,'0'0'6320'0'0,"2"5"-5889"0"0,5 17 476 0 0,-3-21-703 0 0,12 5-29 0 0,-13-5-19 0 0,2 0-2 0 0,16 2 11 0 0,-16-2 7 0 0,1-1-30 0 0,21 0 208 0 0,-1-1-1 0 0,49-8 1 0 0,-71 8 108 0 0,21 2-356 0 0,-19-1-60 0 0,-9 4 14 0 0,1-1-49 0 0,-87 144 468 0 0,79-128-562 0 0,1 1-1 0 0,1 0 1 0 0,1 0 0 0 0,1 0-1 0 0,-7 42 1 0 0,12-52-600 0 0,0 0 1 0 0,1 0-1 0 0,1 0 1 0 0,0 0-1 0 0,0 0 1 0 0,1 0 0 0 0,0 0-1 0 0,1 0 1 0 0,0-1-1 0 0,8 17 1 0 0,3-1-4818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3.5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5304 0 0,'0'0'7776'0'0,"3"5"-6799"0"0,22 48 1092 0 0,81 150-375 0 0,-104-197-2174 0 0,1 1-1 0 0,-1-1 0 0 0,0 1 1 0 0,-1 0-1 0 0,1-1 0 0 0,-1 1 1 0 0,0 10-1 0 0,-1-13-622 0 0,-1 1 0 0 0,1 0 0 0 0,-1-1 0 0 0,1 1 0 0 0,-1-1-1 0 0,-3 9 1 0 0,-5 10-5110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3.8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95 3612 0 0,'11'-10'417'0'0,"1"0"0"0"0,0 1-1 0 0,0 0 1 0 0,1 1-1 0 0,0 1 1 0 0,1 0 0 0 0,0 1-1 0 0,0 0 1 0 0,0 1-1 0 0,1 0 1 0 0,-1 1-1 0 0,1 1 1 0 0,0 1 0 0 0,0 0-1 0 0,0 1 1 0 0,25 0-1 0 0,-12 3-127 0 0,-1 0 0 0 0,0 1-1 0 0,0 2 1 0 0,0 1-1 0 0,-1 1 1 0 0,0 1-1 0 0,0 1 1 0 0,34 18-1 0 0,-49-22-213 0 0,-1 0-1 0 0,-1 1 0 0 0,1 0 1 0 0,-1 0-1 0 0,0 1 0 0 0,-1 1 1 0 0,1-1-1 0 0,-1 2 1 0 0,-1-1-1 0 0,0 1 0 0 0,0 0 1 0 0,-1 0-1 0 0,0 1 0 0 0,0-1 1 0 0,-1 1-1 0 0,0 1 1 0 0,-1-1-1 0 0,0 1 0 0 0,2 11 1 0 0,-5-19-65 0 0,-1 1 1 0 0,1-1 0 0 0,-1 0-1 0 0,0 1 1 0 0,0-1 0 0 0,0 1 0 0 0,0-1-1 0 0,0 1 1 0 0,-1-1 0 0 0,-1 6-1 0 0,-1 3 9 0 0,1 0-7 0 0,-2 1-1 0 0,1-1 0 0 0,-2 0 1 0 0,1 0-1 0 0,-2 0 0 0 0,0-1 1 0 0,0 0-1 0 0,-1 0 0 0 0,0 0 1 0 0,-1-1-1 0 0,0 0 0 0 0,-1-1 1 0 0,-12 12-1 0 0,0-3-8 0 0,-2 0-1 0 0,0-1 0 0 0,0-1 1 0 0,-46 22-1 0 0,44-27-80 0 0,0 0-1 0 0,0-2 1 0 0,-1-1-1 0 0,-1-1 1 0 0,-42 6-1 0 0,67-12 38 0 0,0-1 1 0 0,1 0-1 0 0,-1 1 0 0 0,0-1 0 0 0,0 0 0 0 0,1 0 0 0 0,-1 0 0 0 0,0 0 0 0 0,0-1 1 0 0,1 1-1 0 0,-1 0 0 0 0,0-1 0 0 0,1 1 0 0 0,-4-2 0 0 0,0 0-96 0 0,3 1 82 0 0,1 1 0 0 0,-1 0 0 0 0,1-1 0 0 0,-1 1 0 0 0,0-1 0 0 0,1 1 0 0 0,-1-1 0 0 0,1 0 0 0 0,-1 1 0 0 0,1-1 0 0 0,0 0 0 0 0,-1 0 0 0 0,1 0 0 0 0,0 0 0 0 0,-2-2 0 0 0,-1-1-133 0 0,3 4 117 0 0,-1-1-1 0 0,1 0 1 0 0,0 0-1 0 0,0 0 1 0 0,0 0-1 0 0,-1 0 1 0 0,1 0-1 0 0,0 0 1 0 0,0 0-1 0 0,1-1 1 0 0,-1 1 0 0 0,0 0-1 0 0,0 0 1 0 0,0-1-1 0 0,1 1 1 0 0,-1-1-1 0 0,0-1 1 0 0,0-1-199 0 0,-1 2 132 0 0,1 0 1 0 0,0 0-1 0 0,0 1 0 0 0,0-1 1 0 0,0 0-1 0 0,0 0 1 0 0,1 0-1 0 0,-1 0 0 0 0,1 0 1 0 0,-1 0-1 0 0,1 0 0 0 0,0 0 1 0 0,-1-1-1 0 0,1-1 0 0 0,0-2-303 0 0,0-10-1127 0 0,8-23-1059 0 0,2 7-1873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4.9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289 58 3568 0 0,'0'0'5033'0'0,"0"-5"-4184"0"0,3-20 391 0 0,1 22-804 0 0,39-16 840 0 0,-38 17-1034 0 0,0 2-35 0 0,16-3-32 0 0,-15 3 72 0 0,0 2-172 0 0,17 4 2 0 0,-17-4-14 0 0,-6-2-61 0 0,0 0 0 0 0,0 1 0 0 0,0-1 0 0 0,0 0 1 0 0,1 0-1 0 0,-1 1 0 0 0,0-1 0 0 0,0 0 0 0 0,0 0 0 0 0,0 1 0 0 0,0-1 0 0 0,0 0 0 0 0,0 0 1 0 0,1 0-1 0 0,-1 1 0 0 0,0-1 0 0 0,0 0 0 0 0,0 0 0 0 0,0 0 0 0 0,1 0 0 0 0,-1 1 1 0 0,0-1-1 0 0,0 0 0 0 0,1 0 0 0 0,-1 0 0 0 0,0 0 0 0 0,0 0 0 0 0,1 0 0 0 0,-1 0 1 0 0,0 1-1 0 0,0-1 0 0 0,1 0 0 0 0,-1 0 0 0 0,0 0 0 0 0,1 0 0 0 0,-1 0 3 0 0,1 0 0 0 0,-1 0 0 0 0,1 0 0 0 0,0 0 0 0 0,-1 1 0 0 0,1-1 0 0 0,-1 0 0 0 0,1 0 0 0 0,0 1 0 0 0,-1-1 0 0 0,1 0 0 0 0,-1 1 0 0 0,1-1 0 0 0,-1 1 0 0 0,0-1 0 0 0,1 1 0 0 0,-1-1 0 0 0,1 1 0 0 0,-1-1 0 0 0,0 1 0 0 0,1-1 0 0 0,-1 1 0 0 0,0-1 0 0 0,0 1 0 0 0,1-1 0 0 0,-1 1 0 0 0,0 0 0 0 0,0 0 0 0 0,5 19 25 0 0,-4-15-6 0 0,-3 0-14 0 0,-5 14-6 0 0,6-14 5 0 0,-2-1 17 0 0,-9 15 4 0 0,9-14 13 0 0,0-1-11 0 0,-9 13 2 0 0,9-13 12 0 0,0-1 35 0 0,-10 16 428 0 0,13-19-510 0 0,0 0 0 0 0,1 0 0 0 0,-1 0 0 0 0,0 0 1 0 0,0 0-1 0 0,1 0 0 0 0,-1 0 0 0 0,0 0 0 0 0,0 0 0 0 0,1 1 1 0 0,-1-1-1 0 0,0 0 0 0 0,0 0 0 0 0,0 0 0 0 0,0 1 0 0 0,1-1 1 0 0,-1 0-1 0 0,0 0 0 0 0,0 0 0 0 0,0 1 0 0 0,0-1 1 0 0,0 0-1 0 0,0 0 0 0 0,0 1 0 0 0,1-1 0 0 0,-1 0 0 0 0,0 0 1 0 0,0 1-1 0 0,0-1 0 0 0,0 0 0 0 0,0 0 0 0 0,0 1 0 0 0,0-1 1 0 0,0 0-1 0 0,0 1 0 0 0,0-1-2 0 0,-1 1 0 0 0,2-1 1 0 0,-1 1-1 0 0,0-1 0 0 0,0 1 1 0 0,0 0-1 0 0,0-1 0 0 0,0 1 0 0 0,0-1 1 0 0,0 1-1 0 0,1-1 0 0 0,-1 1 0 0 0,0-1 1 0 0,1 1-1 0 0,-1-1 0 0 0,0 0 0 0 0,1 1 1 0 0,-1-1-1 0 0,0 1 0 0 0,1-1 1 0 0,-1 0-1 0 0,1 1 0 0 0,-1-1 0 0 0,0 0 1 0 0,1 1-1 0 0,-1-1 0 0 0,1 0 0 0 0,-1 0 1 0 0,1 1-1 0 0,-1-1 0 0 0,1 0 0 0 0,0 0 1 0 0,0 0-1 0 0,0 1 12 0 0,6-1 77 0 0,0 1 0 0 0,0 1 0 0 0,0 0 0 0 0,0 0 0 0 0,-1 0 0 0 0,1 1 0 0 0,0 0 0 0 0,-1 0 0 0 0,0 0 0 0 0,0 1 0 0 0,0 0 0 0 0,8 7 0 0 0,-13-10-70 0 0,0 0 1 0 0,0 1 0 0 0,-1-1-1 0 0,1 0 1 0 0,0 0-1 0 0,-1 1 1 0 0,1-1 0 0 0,-1 0-1 0 0,0 1 1 0 0,1-1-1 0 0,-1 0 1 0 0,0 3 0 0 0,1-1 19 0 0,0 2 161 0 0,-2 0-118 0 0,-1-1-75 0 0,1 1 0 0 0,-1-1-1 0 0,0 0 1 0 0,0 0 0 0 0,0 0-1 0 0,0 0 1 0 0,-1-1 0 0 0,0 1-1 0 0,1-1 1 0 0,-1 1 0 0 0,-1-1-1 0 0,1 0 1 0 0,0 0 0 0 0,-1 0-1 0 0,0-1 1 0 0,1 1 0 0 0,-6 2-1 0 0,-9 3-368 0 0,1 0 0 0 0,-1-2 0 0 0,0 0 0 0 0,-1 0 0 0 0,-25 3 0 0 0,-91-1-2468 0 0,106-9 651 0 0,1-1 1 0 0,-51-10-1 0 0,47 4-2395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5.9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53 294 3300 0 0,'0'0'1412'0'0,"-3"-4"-220"0"0,3 3-1026 0 0,0 1 0 0 0,0-1 0 0 0,0 0 1 0 0,0 1-1 0 0,-1-1 0 0 0,1 1 0 0 0,0-1 0 0 0,0 1 0 0 0,-1-1 1 0 0,1 1-1 0 0,0-1 0 0 0,0 1 0 0 0,-1-1 0 0 0,1 1 0 0 0,-1 0 1 0 0,1-1-1 0 0,0 1 0 0 0,-1 0 0 0 0,1-1 0 0 0,-1 1 0 0 0,1 0 1 0 0,-1-1-1 0 0,1 1 0 0 0,-1 0 0 0 0,1 0 0 0 0,-1-1 1 0 0,1 1-1 0 0,-2 0 0 0 0,5 18 1216 0 0,14 39-1210 0 0,-15-54 117 0 0,62 196 1606 0 0,164 421-169 0 0,-213-588-1634 0 0,2-1-1 0 0,26 37 0 0 0,-33-54-31 0 0,1-1 0 0 0,-1-1 1 0 0,2 0-1 0 0,0 0 0 0 0,0-1 1 0 0,25 17-1 0 0,-31-25-45 0 0,1 0 1 0 0,-1 0-1 0 0,0 0 0 0 0,1-1 1 0 0,-1 0-1 0 0,1-1 0 0 0,-1 1 1 0 0,1-1-1 0 0,7 0 0 0 0,-9 0 5 0 0,31 0 6 0 0,0-2 0 0 0,1 0 0 0 0,-2-3 1 0 0,1-1-1 0 0,51-14 0 0 0,-42 9-17 0 0,490-85-87 0 0,-382 78 46 0 0,237 1 0 0 0,-257 22 102 0 0,-39 0 126 0 0,-88-6-98 0 0,-1 0-68 0 0,0-1-17 0 0,-1 0 0 0 0,1 0 0 0 0,-1 0 0 0 0,1-1 0 0 0,-1 0 1 0 0,0 0-1 0 0,0 0 0 0 0,6-3 0 0 0,-7 2 0 0 0,0-2-9 0 0,8-22 44 0 0,-2 0-1 0 0,0 0 1 0 0,-2-1 0 0 0,8-58-1 0 0,-2-124-216 0 0,-14 156 216 0 0,-3-1 1 0 0,-1 1-1 0 0,-4 0 0 0 0,-1 1 0 0 0,-3 0 0 0 0,-2 0 0 0 0,-3 2 0 0 0,-45-95 0 0 0,51 123-35 0 0,-1 0 0 0 0,-2 1 0 0 0,0 0 1 0 0,-1 1-1 0 0,-28-28 0 0 0,34 38 2 0 0,-2 2 1 0 0,1-1 0 0 0,-1 1-1 0 0,0 1 1 0 0,-1 0 0 0 0,0 1-1 0 0,-1 0 1 0 0,1 1-1 0 0,-1 1 1 0 0,0 0 0 0 0,-18-3-1 0 0,-16 0 8 0 0,0 2 0 0 0,-1 2 0 0 0,-79 4 0 0 0,-146 27 29 0 0,176-15-61 0 0,-1109 181-1471 0 0,1138-181-1393 0 0,62-10 1402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6.5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50 196 3376 0 0,'-50'16'11177'0'0,"63"-17"-10929"0"0,-1 0 0 0 0,1-2 0 0 0,19-5 0 0 0,15-2-17 0 0,627-94 774 0 0,-476 66-2556 0 0,-71 8-2390 0 0,-90 16 532 0 0,-31 12 528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6.8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 13 3140 0 0,'-53'-11'4546'0'0,"48"10"-1885"0"0,0 7-2233 0 0,4-6-406 0 0,1 0-1 0 0,-1 0 1 0 0,1 0 0 0 0,0 1 0 0 0,-1-1 0 0 0,1 0 0 0 0,0 0 0 0 0,-1 1-1 0 0,1-1 1 0 0,0 0 0 0 0,-1 1 0 0 0,1-1 0 0 0,0 0 0 0 0,-1 1-1 0 0,1-1 1 0 0,0 1 0 0 0,0-1 0 0 0,0 0 0 0 0,-1 1 0 0 0,1-1-1 0 0,0 1 1 0 0,0-1 0 0 0,0 1 0 0 0,0-1 0 0 0,0 1 0 0 0,0-1-1 0 0,0 0 1 0 0,0 1 0 0 0,0-1 0 0 0,0 1 0 0 0,0-1 0 0 0,0 1 0 0 0,0-1-1 0 0,0 1 1 0 0,1 0 0 0 0,6 4 79 0 0,0 0 1 0 0,1 0-1 0 0,0 0 0 0 0,0-1 0 0 0,1 0 1 0 0,-1 0-1 0 0,11 2 0 0 0,65 5 393 0 0,-79-10-314 0 0,3-1 14 0 0,20-2 10 0 0,-21 2 37 0 0,-6 1-225 0 0,-1-1 0 0 0,1 0 0 0 0,-1 0 0 0 0,1 1 0 0 0,0-1 1 0 0,-1 0-1 0 0,1 0 0 0 0,0 0 0 0 0,-1 0 0 0 0,1 1 0 0 0,-1-1 0 0 0,1 0 0 0 0,0 0 0 0 0,-1 0 1 0 0,1 0-1 0 0,0-1 0 0 0,-1 1 0 0 0,1 0 0 0 0,0 0 0 0 0,-1 0 0 0 0,2-1 0 0 0,-1 1 71 0 0,1-1 1 0 0,0 1-1 0 0,-1-1 0 0 0,1 1 0 0 0,-1 0 0 0 0,1 0 0 0 0,-1-1 1 0 0,1 1-1 0 0,0 0 0 0 0,-1 1 0 0 0,1-1 0 0 0,1 0 0 0 0,17 4 67 0 0,-15-3 248 0 0,-7 4-241 0 0,-21 47 154 0 0,-16 56 0 0 0,32-85-332 0 0,1 1-1 0 0,1-1 1 0 0,2 1-1 0 0,0 1 1 0 0,1 32-1 0 0,2-45-389 0 0,1 0-1 0 0,0-1 1 0 0,0 1-1 0 0,1 0 1 0 0,1 0-1 0 0,5 13 1 0 0,-5-18-950 0 0,-3-5 1208 0 0,1 0 0 0 0,0 0 0 0 0,0-1 0 0 0,0 1 0 0 0,0 0 0 0 0,0-1 0 0 0,0 1 0 0 0,0-1 0 0 0,0 1 0 0 0,3 2 0 0 0,9 6-4134 0 0,11 8-1959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7.6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259 99 2816 0 0,'-2'-5'1640'0'0,"-4"-3"-888"0"0,1 0 0 0 0,-2 0-1 0 0,1 0 1 0 0,-1 1 0 0 0,-8-7-1 0 0,12 12-266 0 0,-3 0-66 0 0,1 2-306 0 0,0-1-1 0 0,0 1 0 0 0,0 0 1 0 0,0 0-1 0 0,0 1 0 0 0,0-1 1 0 0,0 1-1 0 0,0 0 0 0 0,0 1 1 0 0,0-1-1 0 0,0 1 0 0 0,1 0 1 0 0,-1 0-1 0 0,1 0 0 0 0,-1 1 1 0 0,-5 4-1 0 0,1 0 66 0 0,0 0-1 0 0,0 1 1 0 0,1 0-1 0 0,0 1 0 0 0,1-1 1 0 0,0 2-1 0 0,-6 9 1 0 0,7-8-72 0 0,0 0-1 0 0,0 1 1 0 0,1-1-1 0 0,1 1 1 0 0,0 0 0 0 0,0 0-1 0 0,2 1 1 0 0,-1-1 0 0 0,1 1-1 0 0,1-1 1 0 0,1 1 0 0 0,-1 0-1 0 0,2-1 1 0 0,2 16 0 0 0,-2-17-36 0 0,0-9-64 0 0,-1 0 0 0 0,0 0 0 0 0,0 0 0 0 0,1 0 0 0 0,-1-1 0 0 0,1 1 0 0 0,0 0 0 0 0,-1 0 0 0 0,1 0 0 0 0,0-1 0 0 0,0 1 0 0 0,2 2 0 0 0,4 8 50 0 0,-4-7-57 0 0,0 0 0 0 0,0 0 0 0 0,1-1 0 0 0,-1 1-1 0 0,1-1 1 0 0,0 0 0 0 0,0 0 0 0 0,0-1 0 0 0,1 1 0 0 0,-1-1-1 0 0,1 0 1 0 0,0 0 0 0 0,0 0 0 0 0,0 0 0 0 0,0-1 0 0 0,8 2-1 0 0,48 3 0 0 0,-47-7 22 0 0,0-2 1 0 0,0 0-1 0 0,0 0 0 0 0,0-1 1 0 0,0-1-1 0 0,0 0 1 0 0,-1-1-1 0 0,0-1 1 0 0,0 0-1 0 0,-1 0 0 0 0,1-1 1 0 0,-1-1-1 0 0,12-10 1 0 0,-17 12 15 0 0,0-1 0 0 0,0 1 0 0 0,-1-1 0 0 0,0 0 0 0 0,-1-1 0 0 0,1 1 0 0 0,-1-1 0 0 0,-1 0 0 0 0,0-1 0 0 0,0 1 0 0 0,0-1 0 0 0,-1 0 0 0 0,-1 0 0 0 0,1 0 0 0 0,-1 0 0 0 0,-1 0 0 0 0,1-16 0 0 0,-1 11-21 0 0,-1 1 0 0 0,-1 0 0 0 0,0-1 1 0 0,-1 1-1 0 0,-1 0 0 0 0,0 0 0 0 0,0 0 1 0 0,-1 0-1 0 0,-1 0 0 0 0,0 1 0 0 0,-12-20 0 0 0,15 29-11 0 0,1 1-1 0 0,0 0 0 0 0,-1 0 0 0 0,1 0 0 0 0,-1 0 1 0 0,0 0-1 0 0,1 1 0 0 0,-1-1 0 0 0,-3-2 0 0 0,-1 0 1 0 0,5 3-4 0 0,0-1 0 0 0,0 1-1 0 0,0 0 1 0 0,0 0-1 0 0,0 0 1 0 0,-1 0 0 0 0,1 0-1 0 0,0 0 1 0 0,-1 1-1 0 0,1-1 1 0 0,-1 0 0 0 0,1 1-1 0 0,-1-1 1 0 0,1 1-1 0 0,-3-1 1 0 0,-1-1-2 0 0,-7 1 12 0 0,2 2-38 0 0,1 0-1 0 0,0 1 1 0 0,0 0-1 0 0,0 1 1 0 0,1 0-1 0 0,-1 0 1 0 0,1 1-1 0 0,-1 0 0 0 0,1 1 1 0 0,0 0-1 0 0,-11 8 1 0 0,14-9-287 0 0,1 0 1 0 0,-1 1-1 0 0,1 0 1 0 0,0-1-1 0 0,0 1 1 0 0,0 1-1 0 0,1-1 0 0 0,0 0 1 0 0,0 1-1 0 0,0 0 1 0 0,1-1-1 0 0,-1 1 1 0 0,1 0-1 0 0,1 1 1 0 0,-1-1-1 0 0,1 0 1 0 0,0 0-1 0 0,1 1 1 0 0,0-1-1 0 0,0 7 1 0 0,0-11 53 0 0,0 0 1 0 0,0 0-1 0 0,1 0 1 0 0,-1 0-1 0 0,1 0 1 0 0,-1 0-1 0 0,1 0 1 0 0,0-1-1 0 0,-1 1 1 0 0,1 0-1 0 0,0-1 1 0 0,2 4-1 0 0,0 0-773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8.0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37 4952 0 0,'0'0'9063'0'0,"-1"5"-8864"0"0,-4 15-38 0 0,4-15 348 0 0,0 0-424 0 0,-3 12-47 0 0,3-12 102 0 0,3-2-127 0 0,9 14 55 0 0,-7-19-12 0 0,4-2 67 0 0,-1 0 0 0 0,0-1 0 0 0,0 0 0 0 0,0-1 0 0 0,0 1 0 0 0,9-12 0 0 0,-13 13-15 0 0,-1 0-32 0 0,0 1-60 0 0,-1 2-8 0 0,-1 0-1 0 0,1 0 0 0 0,0 0 0 0 0,0 0 0 0 0,-1 0 0 0 0,1-1 0 0 0,0 1 0 0 0,-1 0 0 0 0,1 0 0 0 0,-1-1 0 0 0,0 1 0 0 0,1-3 50 0 0,0 0-56 0 0,2-13-42 0 0,-2 13-52 0 0,-18-4-2273 0 0,15 6 2159 0 0,-2 1-571 0 0,-14 9-7080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8.3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77 4812 0 0,'0'0'3358'0'0,"-1"-4"-1972"0"0,0-1-888 0 0,0 1-1 0 0,1 0 0 0 0,0-1 0 0 0,0 1 1 0 0,0 0-1 0 0,0-1 0 0 0,1 1 1 0 0,1-7-1 0 0,0 6-136 0 0,-2 5-337 0 0,1 0-1 0 0,-1 0 1 0 0,1 0 0 0 0,-1 0-1 0 0,1 0 1 0 0,0 0-1 0 0,-1 0 1 0 0,1 0-1 0 0,-1 0 1 0 0,1 0-1 0 0,-1-1 1 0 0,1 1-1 0 0,-1 0 1 0 0,1 0 0 0 0,-1-1-1 0 0,1 1 1 0 0,-1 0-1 0 0,1-1 1 0 0,-1 1-1 0 0,0 0 1 0 0,1-1-1 0 0,-1 1 1 0 0,1-1 0 0 0,0 0 4 0 0,0 0 1 0 0,0 0 0 0 0,0 0-1 0 0,0 0 1 0 0,-1 1 0 0 0,1-1-1 0 0,1 0 1 0 0,-1 1 0 0 0,0-1-1 0 0,0 0 1 0 0,0 1 0 0 0,0 0-1 0 0,0-1 1 0 0,0 1 0 0 0,1 0-1 0 0,0-1 1 0 0,11-1 98 0 0,-1 0 0 0 0,1 1-1 0 0,-1 0 1 0 0,1 1 0 0 0,-1 1-1 0 0,1 0 1 0 0,-1 1 0 0 0,1 0 0 0 0,-1 0-1 0 0,0 2 1 0 0,0-1 0 0 0,0 2 0 0 0,0 0-1 0 0,-1 0 1 0 0,0 1 0 0 0,0 0 0 0 0,0 1-1 0 0,-1 0 1 0 0,0 0 0 0 0,0 1-1 0 0,-1 1 1 0 0,0 0 0 0 0,9 11 0 0 0,-14-14-96 0 0,-1 1 0 0 0,1 0 0 0 0,-1-1 0 0 0,0 1 0 0 0,-1 0 0 0 0,1 1 0 0 0,1 13 0 0 0,-3-17-25 0 0,0-2-2 0 0,0 1-1 0 0,-1-1 0 0 0,1 1 0 0 0,-1-1 1 0 0,0 0-1 0 0,0 1 0 0 0,0-1 1 0 0,0 1-1 0 0,0-1 0 0 0,0 0 0 0 0,-1 1 1 0 0,1-1-1 0 0,-1 3 0 0 0,-1 2 5 0 0,0 5-73 0 0,0 1 0 0 0,-1-1-1 0 0,0 0 1 0 0,-1 0-1 0 0,0 0 1 0 0,-1-1-1 0 0,-8 15 1 0 0,1-5-1323 0 0,-1-1 0 0 0,-20 24 0 0 0,30-40 138 0 0,0-1-224 0 0,-2 0 871 0 0,-1 3-189 0 0,-1 0-3243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8.5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0 132 3408 0 0,'0'0'4861'0'0,"16"-26"-2793"0"0,7 14-828 0 0,16 0-824 0 0,-12 4-100 0 0,2 1-152 0 0,3-1-228 0 0,0 0-252 0 0,1-1-184 0 0,3 1-284 0 0,-2 0-704 0 0,-1-1-16 0 0,-1 1-1005 0 0,0 0-2759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8.8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46 3576 0 0,'0'0'3778'0'0,"3"-5"-3192"0"0,7-17 395 0 0,-5 20-564 0 0,2-1-262 0 0,1 0 0 0 0,-1 1 0 0 0,1-1 0 0 0,-1 2 0 0 0,1-1 0 0 0,0 1 0 0 0,0 0 0 0 0,-1 1 0 0 0,1 0 0 0 0,0 0 0 0 0,0 0 0 0 0,0 1 0 0 0,0 0-1 0 0,9 3 1 0 0,-14-2-100 0 0,1-1-1 0 0,-1 0 0 0 0,1 1 0 0 0,-1-1 0 0 0,0 1 1 0 0,0 0-1 0 0,1 0 0 0 0,-1 0 0 0 0,0 1 0 0 0,-1-1 1 0 0,1 1-1 0 0,0-1 0 0 0,-1 1 0 0 0,4 5 0 0 0,-4-5-31 0 0,1 1 8 0 0,-1 0 1 0 0,0 0-1 0 0,0 0 1 0 0,0 0-1 0 0,0 1 1 0 0,-1-1-1 0 0,1 0 1 0 0,-1 1-1 0 0,0-1 1 0 0,-1 1-1 0 0,1-1 1 0 0,-1 9-1 0 0,0-9 19 0 0,1 2-7 0 0,-1 0 0 0 0,0-1 0 0 0,-1 1 0 0 0,1 0 0 0 0,-1-1 0 0 0,0 1 0 0 0,0 0 0 0 0,-4 10-1 0 0,0 0 88 0 0,-6 16 480 0 0,-2-1-1 0 0,-29 53 1 0 0,40-79-371 0 0,2-4-220 0 0,0-1-1 0 0,0 1 1 0 0,0 0-1 0 0,0 0 1 0 0,0 0 0 0 0,0-1-1 0 0,-1 1 1 0 0,1 0-1 0 0,0 0 1 0 0,0-1-1 0 0,-1 1 1 0 0,1 0-1 0 0,0-1 1 0 0,-1 1-1 0 0,1 0 1 0 0,-1-1-1 0 0,0 2 1 0 0,0-1 12 0 0,1-1-1 0 0,-1 1 1 0 0,1-1 0 0 0,-1 1 0 0 0,1 0-1 0 0,-1-1 1 0 0,1 1 0 0 0,0 0 0 0 0,-1 0 0 0 0,1-1-1 0 0,0 1 1 0 0,0 0 0 0 0,0 0 0 0 0,-1-1-1 0 0,1 1 1 0 0,0 0 0 0 0,0 1 0 0 0,4 2 114 0 0,-1-2-130 0 0,0 0 0 0 0,-1 0 0 0 0,2 0 0 0 0,-1-1 0 0 0,0 1 0 0 0,0-1-1 0 0,0 1 1 0 0,1-1 0 0 0,-1 0 0 0 0,1 0 0 0 0,-1-1 0 0 0,1 1 0 0 0,-1-1 0 0 0,6 1 0 0 0,25-2-221 0 0,0-1 1 0 0,0-2-1 0 0,0-2 1 0 0,0 0-1 0 0,-1-3 1 0 0,55-20-1 0 0,182-96-7238 0 0,-235 107 5576 0 0,14-6-4139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3.4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202 33 3692 0 0,'-42'-28'3683'0'0,"38"26"-2824"0"0,2 2-731 0 0,0-1 0 0 0,0 1 0 0 0,0-1 0 0 0,0 1 0 0 0,1 0 1 0 0,-1 0-1 0 0,0 0 0 0 0,0 0 0 0 0,0 0 0 0 0,-4 1 0 0 0,4-1-41 0 0,-1 0 1 0 0,1 1-1 0 0,0-1 0 0 0,-1 1 1 0 0,1-1-1 0 0,0 1 0 0 0,0 0 1 0 0,0 0-1 0 0,-1 0 0 0 0,1 0 1 0 0,0 0-1 0 0,0 0 0 0 0,0 1 1 0 0,1-1-1 0 0,-1 1 0 0 0,0-1 1 0 0,-2 3-1 0 0,-21 31 549 0 0,15-18-447 0 0,2 1 0 0 0,0 0 0 0 0,1 1 1 0 0,1 0-1 0 0,1 0 0 0 0,-3 22 0 0 0,2-4 125 0 0,0 75 0 0 0,5-91-213 0 0,1-19-95 0 0,0 1 0 0 0,0-1 0 0 0,0 0 0 0 0,0 0 0 0 0,1 1 0 0 0,-1-1 0 0 0,0 0 1 0 0,1 0-1 0 0,0 1 0 0 0,0-1 0 0 0,1 2 0 0 0,2 8 62 0 0,-1-1-25 0 0,1-1 1 0 0,0 0-1 0 0,1 0 0 0 0,0-1 0 0 0,10 15 0 0 0,-12-21-38 0 0,0 1 0 0 0,0-1 0 0 0,0-1-1 0 0,0 1 1 0 0,0 0 0 0 0,1-1-1 0 0,-1 0 1 0 0,1 0 0 0 0,-1 0-1 0 0,1 0 1 0 0,0 0 0 0 0,0-1-1 0 0,0 0 1 0 0,0 1 0 0 0,0-2-1 0 0,0 1 1 0 0,0 0 0 0 0,0-1-1 0 0,7 0 1 0 0,31-1 23 0 0,-31-3-20 0 0,-2-1 3 0 0,3 1 33 0 0,-1-1 0 0 0,1 0 0 0 0,-1-1 0 0 0,0 0 0 0 0,0-1 0 0 0,-1 0 0 0 0,0-1 0 0 0,0 0 0 0 0,0-1 0 0 0,-1 0 0 0 0,-1 0 0 0 0,0-1 0 0 0,0 0 0 0 0,0 0 0 0 0,-2-1 0 0 0,1 0 0 0 0,-1 0 0 0 0,-1-1 0 0 0,0 0 0 0 0,-1 0 0 0 0,0 0 0 0 0,0 0 0 0 0,1-15 0 0 0,-4 15-42 0 0,-1-1-1 0 0,0 1 0 0 0,0-1 0 0 0,-2 1 0 0 0,1-1 0 0 0,-2 1 1 0 0,1 0-1 0 0,-2 0 0 0 0,0 0 0 0 0,0 0 0 0 0,-1 0 1 0 0,0 1-1 0 0,-1 0 0 0 0,0 0 0 0 0,-1 1 0 0 0,-14-17 0 0 0,17 22-3 0 0,0 1-1 0 0,-1 0 0 0 0,1 0 0 0 0,-1 0 0 0 0,0 0 0 0 0,0 1 1 0 0,-1 0-1 0 0,1 0 0 0 0,-1 1 0 0 0,1-1 0 0 0,-1 1 0 0 0,0 0 0 0 0,0 1 1 0 0,0-1-1 0 0,0 1 0 0 0,0 0 0 0 0,0 1 0 0 0,0 0 0 0 0,0 0 1 0 0,0 0-1 0 0,-12 2 0 0 0,10 0-182 0 0,0 0 1 0 0,1 0-1 0 0,-1 0 0 0 0,0 1 1 0 0,1 0-1 0 0,0 1 1 0 0,0 0-1 0 0,0 0 0 0 0,0 0 1 0 0,1 1-1 0 0,-1 0 1 0 0,1 0-1 0 0,0 1 0 0 0,1 0 1 0 0,-9 10-1 0 0,6-5-1028 0 0,7-9 1025 0 0,-1 0 0 0 0,1 0 0 0 0,0 0 0 0 0,0 0 1 0 0,0 0-1 0 0,0 0 0 0 0,0 0 0 0 0,0 0 1 0 0,0 0-1 0 0,1 1 0 0 0,-1-1 0 0 0,1 0 0 0 0,0 1 1 0 0,-1 2-1 0 0,-2 20-2913 0 0,2-19-2233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3.7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98 11 3624 0 0,'1'0'205'0'0,"0"0"-1"0"0,-1 0 1 0 0,1 0-1 0 0,0 0 1 0 0,-1-1-1 0 0,1 1 1 0 0,0 0-1 0 0,-1-1 1 0 0,1 1-1 0 0,-1 0 1 0 0,1-1-1 0 0,-1 1 1 0 0,1-1-1 0 0,-1 1 0 0 0,1-1 1 0 0,-1 1-1 0 0,0-1 1 0 0,1 1-1 0 0,-1-1 1 0 0,1 1-1 0 0,-1-1 1 0 0,0 1-1 0 0,0-1 1 0 0,1 0-1 0 0,-1 0 1 0 0,-14 2 4470 0 0,7 0-6048 0 0,1 0 1374 0 0,2 2 154 0 0,-36 27 478 0 0,36-26-498 0 0,2-1-13 0 0,-9 9-2 0 0,8-9 115 0 0,2-2-194 0 0,1 0 1 0 0,-1 0 0 0 0,0 0-1 0 0,0 0 1 0 0,1 0-1 0 0,-1 0 1 0 0,0 1-1 0 0,1-1 1 0 0,-1 0 0 0 0,1 0-1 0 0,0 0 1 0 0,-1 1-1 0 0,1-1 1 0 0,0 0-1 0 0,0 1 1 0 0,0 0 0 0 0,15 4 54 0 0,-11-5 324 0 0,-1-4-412 0 0,10-12-411 0 0,-16 12-98 0 0,0 2-69 0 0,1-1-1 0 0,0 1 1 0 0,-1-1-1 0 0,1 1 1 0 0,-1 0-1 0 0,0 0 1 0 0,1 0-1 0 0,-1 1 1 0 0,0-1-1 0 0,1 0 1 0 0,-1 1-1 0 0,0 0 1 0 0,0 0-1 0 0,-3 0 1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4.2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217 17 4616 0 0,'0'0'4033'0'0,"-2"-3"-3186"0"0,1 2-764 0 0,0 0 0 0 0,0 0 0 0 0,0 0 1 0 0,0 0-1 0 0,0 0 0 0 0,0 0 0 0 0,0 1 0 0 0,0-1 0 0 0,0 0 0 0 0,-1 0 0 0 0,1 1 0 0 0,0-1 0 0 0,-1 1 0 0 0,1-1 0 0 0,0 1 1 0 0,-1 0-1 0 0,1-1 0 0 0,0 1 0 0 0,-1 0 0 0 0,1 0 0 0 0,-1 0 0 0 0,1 0 0 0 0,0 0 0 0 0,-1 0 0 0 0,1 0 0 0 0,-1 1 0 0 0,1-1 1 0 0,0 1-1 0 0,-1-1 0 0 0,1 1 0 0 0,0-1 0 0 0,-1 1 0 0 0,1-1 0 0 0,0 1 0 0 0,0 0 0 0 0,0 0 0 0 0,0 0 0 0 0,-2 1 1 0 0,-12 13 103 0 0,1 1 0 0 0,0 0 1 0 0,1 1-1 0 0,1 1 1 0 0,1 0-1 0 0,0 1 1 0 0,1 0-1 0 0,1 0 1 0 0,1 1-1 0 0,1 0 0 0 0,1 0 1 0 0,0 1-1 0 0,-4 36 1 0 0,10-54-184 0 0,-1-1 1 0 0,1 1 0 0 0,0 0 0 0 0,-1-1-1 0 0,1 1 1 0 0,1-1 0 0 0,-1 1 0 0 0,0 0-1 0 0,1-1 1 0 0,-1 1 0 0 0,2 2 0 0 0,0 2 0 0 0,-2-4-1 0 0,0 0 0 0 0,0-1-1 0 0,1 1 1 0 0,-1-1 0 0 0,1 1 0 0 0,0-1 0 0 0,0 1 0 0 0,0-1 0 0 0,0 0 0 0 0,2 4 0 0 0,0 1-7 0 0,-2-5-5 0 0,0 0-1 0 0,0 0 0 0 0,-1 0 1 0 0,1 0-1 0 0,0 0 0 0 0,1 0 1 0 0,-1 0-1 0 0,0 0 0 0 0,1 0 1 0 0,-1-1-1 0 0,1 1 0 0 0,3 3 1 0 0,0-1-11 0 0,-4-2 5 0 0,1 1 0 0 0,-1-1 0 0 0,1 0-1 0 0,0 0 1 0 0,0-1 0 0 0,-1 1 0 0 0,2 0 0 0 0,-1-1 0 0 0,0 1-1 0 0,4 2 1 0 0,0-1-17 0 0,-4-1 21 0 0,-1-1 1 0 0,0 0 0 0 0,1 0-1 0 0,-1 0 1 0 0,1 0 0 0 0,-1 0 0 0 0,1 0-1 0 0,-1 0 1 0 0,1 0 0 0 0,0-1-1 0 0,-1 1 1 0 0,1 0 0 0 0,0-1-1 0 0,3 1 1 0 0,15 2-115 0 0,-4 0 53 0 0,1-1-1 0 0,-1-1 0 0 0,21 0 1 0 0,-31-2 54 0 0,-1-1-22 0 0,-2 1 36 0 0,1-1-1 0 0,0 0 1 0 0,-1 0-1 0 0,1 0 1 0 0,-1 0-1 0 0,0-1 1 0 0,0 1-1 0 0,0-1 1 0 0,4-4-1 0 0,-5 3 9 0 0,-2-2-13 0 0,0-20-4 0 0,0 20 12 0 0,-2 0 8 0 0,1 2-3 0 0,-1 0 0 0 0,0 0 1 0 0,0 0-1 0 0,0 0 0 0 0,0 0 0 0 0,-1 0 1 0 0,1 0-1 0 0,-1 1 0 0 0,0-1 1 0 0,0 1-1 0 0,0 0 0 0 0,-1 0 1 0 0,1 0-1 0 0,-1 0 0 0 0,0 1 0 0 0,0-1 1 0 0,0 1-1 0 0,-8-3 0 0 0,8 3 11 0 0,-4 2-7 0 0,3 0-10 0 0,-3 0-3 0 0,0 0-1 0 0,1 1 1 0 0,-1-1 0 0 0,0 1-1 0 0,1 1 1 0 0,-1-1-1 0 0,1 2 1 0 0,-9 2-1 0 0,5-1-68 0 0,0 1 0 0 0,1 0-1 0 0,-1 1 1 0 0,1 0 0 0 0,1 1-1 0 0,-1-1 1 0 0,1 2 0 0 0,0 0-1 0 0,-11 12 1 0 0,17-16-383 0 0,5 2-784 0 0,2 16 458 0 0,-4-22 750 0 0,0 0 0 0 0,0 1 1 0 0,0-1-1 0 0,0 0 1 0 0,0 1-1 0 0,0-1 0 0 0,1 0 1 0 0,-1 0-1 0 0,0 1 0 0 0,0-1 1 0 0,0 0-1 0 0,0 1 1 0 0,0-1-1 0 0,0 0 0 0 0,0 0 1 0 0,1 1-1 0 0,-1-1 0 0 0,0 0 1 0 0,0 0-1 0 0,0 0 1 0 0,1 1-1 0 0,-1-1 0 0 0,0 0 1 0 0,0 0-1 0 0,0 0 0 0 0,1 0 1 0 0,-1 1-1 0 0,0-1 0 0 0,0 0 1 0 0,1 0-1 0 0,-1 0 1 0 0,45 11-5616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4.7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110 45 3064 0 0,'2'-3'1708'0'0,"-1"2"-1340"0"0,-1-1 0 0 0,1 1 0 0 0,-1 0-1 0 0,1-1 1 0 0,-1 1 0 0 0,0-1 0 0 0,1 1-1 0 0,-1-1 1 0 0,0 1 0 0 0,0 0 0 0 0,0-1 0 0 0,0 1-1 0 0,0-1 1 0 0,0 1 0 0 0,-1-1 0 0 0,1 1-1 0 0,-1-3 1 0 0,-4-6-656 0 0,3 6 730 0 0,-4 6-63 0 0,0 0-273 0 0,0-1 1 0 0,1 1-1 0 0,-1 0 0 0 0,1 1 0 0 0,0 0 0 0 0,-1 0 1 0 0,1 0-1 0 0,0 0 0 0 0,1 1 0 0 0,-1-1 1 0 0,1 1-1 0 0,-1 1 0 0 0,1-1 0 0 0,0 0 1 0 0,1 1-1 0 0,-1 0 0 0 0,1 0 0 0 0,0 0 1 0 0,0 0-1 0 0,-4 12 0 0 0,6-14-90 0 0,1 0 0 0 0,-1 0-1 0 0,1 0 1 0 0,0 0 0 0 0,0 0 0 0 0,0 0-1 0 0,0 0 1 0 0,0 0 0 0 0,1 0 0 0 0,-1 0 0 0 0,1 0-1 0 0,0 0 1 0 0,0 0 0 0 0,2 4 0 0 0,21 36 56 0 0,-4-17-56 0 0,1-1 0 0 0,1-1 0 0 0,2 0 0 0 0,44 33 1 0 0,-36-30-144 0 0,43 45 1 0 0,-60-50 199 0 0,-14-17-56 0 0,2 0 37 0 0,-4 0 5 0 0,2-1-40 0 0,0-2-13 0 0,-1-1 0 0 0,0 1 0 0 0,0-1 0 0 0,0 0 0 0 0,0 1 0 0 0,0-1 0 0 0,0 1 0 0 0,0-1-1 0 0,0 1 1 0 0,0-1 0 0 0,-1 1 0 0 0,1-1 0 0 0,0 0 0 0 0,-1 1 0 0 0,1-1 0 0 0,-1 0 0 0 0,0 1-1 0 0,-1 1 1 0 0,-38 46 253 0 0,37-46-221 0 0,1-1-23 0 0,1-1 0 0 0,-1 1 0 0 0,0 0 1 0 0,0 0-1 0 0,0-1 0 0 0,0 1 0 0 0,0-1 0 0 0,0 0 0 0 0,-1 0 0 0 0,-2 2 1 0 0,-13 5 100 0 0,-40 14 194 0 0,52-20-229 0 0,-23-2 111 0 0,23 0-108 0 0,2-3-33 0 0,-9-10-30 0 0,13 13-21 0 0,0 0-1 0 0,-1 0 0 0 0,1 0 1 0 0,0-1-1 0 0,0 1 0 0 0,0 0 1 0 0,-1 0-1 0 0,1-1 1 0 0,0 1-1 0 0,0 0 0 0 0,0-1 1 0 0,0 1-1 0 0,-1 0 0 0 0,1-1 1 0 0,0 1-1 0 0,0 0 1 0 0,0-1-1 0 0,0 1 0 0 0,0 0 1 0 0,0-1-1 0 0,0 1 0 0 0,0 0 1 0 0,0-1-1 0 0,0 1 1 0 0,0 0-1 0 0,0-1 0 0 0,0 1 1 0 0,0 0-1 0 0,1-1 0 0 0,1-13-27 0 0,0 1 0 0 0,2 0 0 0 0,-1 0-1 0 0,2 0 1 0 0,0 0 0 0 0,11-21-1 0 0,52-78-80 0 0,-32 57 70 0 0,-23 35-331 0 0,-1-1 0 0 0,-1-1 0 0 0,0 1 0 0 0,12-41 0 0 0,-23 61 313 0 0,1 0 0 0 0,-1-1 1 0 0,0 1-1 0 0,1 0 0 0 0,-1 0 0 0 0,0 0 0 0 0,0-1 0 0 0,0 1 0 0 0,0 0 0 0 0,0 0 1 0 0,0-1-1 0 0,0 1 0 0 0,-1 0 0 0 0,1 0 0 0 0,0 0 0 0 0,-1 0 0 0 0,1-1 0 0 0,-2-1 0 0 0,1 0-165 0 0,1 2 143 0 0,-1-1 0 0 0,1 1 0 0 0,-1 0-1 0 0,1 0 1 0 0,-1 0 0 0 0,0 0 0 0 0,1 0-1 0 0,-1 0 1 0 0,0 0 0 0 0,0 0 0 0 0,0 0-1 0 0,0 0 1 0 0,0 0 0 0 0,0 1-1 0 0,0-1 1 0 0,0 0 0 0 0,0 1 0 0 0,0-1-1 0 0,0 0 1 0 0,-2 0 0 0 0,-1-1-248 0 0,-3-1-313 0 0,-1-1-1 0 0,0 1 1 0 0,1 0-1 0 0,-1 1 1 0 0,-1 0-1 0 0,1 0 1 0 0,0 1 0 0 0,-17-1-1 0 0,24 2 552 0 0,-37-2-4455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2.3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71 200 3232 0 0,'-26'0'1716'0'0,"20"0"-160"0"0,0 0-177 0 0,-13 0-542 0 0,5 0 3089 0 0,19-3-3639 0 0,3-2-234 0 0,0 0 1 0 0,0 1 0 0 0,0 1 0 0 0,0-1 0 0 0,1 1 0 0 0,15-3-1 0 0,64-9 199 0 0,-43 8-44 0 0,114-18 134 0 0,307-65-3222 0 0,-441 83-163 0 0,33-16-1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2.6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102 21 3088 0 0,'-28'-7'999'0'0,"11"3"739"0"0,0 0 0 0 0,-23-1 1 0 0,51 10-1377 0 0,4 5-82 0 0,191 59 1079 0 0,-123-40-225 0 0,-79-27-924 0 0,-1 1-30 0 0,0-1-140 0 0,-1 0-1 0 0,0 1 1 0 0,0-1 0 0 0,0 0-1 0 0,0 0 1 0 0,-1 1-1 0 0,1-1 1 0 0,-1 1 0 0 0,1 0-1 0 0,-1-1 1 0 0,0 1-1 0 0,0 0 1 0 0,0 0 0 0 0,0 0-1 0 0,-1 0 1 0 0,1 0 0 0 0,-1 0-1 0 0,1 0 1 0 0,-1 0-1 0 0,0 0 1 0 0,-1 0 0 0 0,1 0-1 0 0,0 0 1 0 0,-1 0-1 0 0,1-1 1 0 0,-3 7 0 0 0,-17 39 163 0 0,-47 84 0 0 0,41-86-760 0 0,3 0-1 0 0,-19 52 0 0 0,37-83-1101 0 0,1 3 1043 0 0,6 3-3729 0 0,2 13-1625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5.6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3804 0 0,'0'0'8989'0'0,"2"4"-8585"0"0,9 36 127 0 0,7 43 1 0 0,3 12-203 0 0,15 39-1962 0 0,-35-130 786 0 0,-1-2 686 0 0,0-1 0 0 0,0 1 0 0 0,0-1 1 0 0,0 1-1 0 0,0 0 0 0 0,0-1 0 0 0,0 1 0 0 0,1-1 0 0 0,-1 1 0 0 0,1 0 0 0 0,-1-1 0 0 0,1 2 1 0 0,1 1-288 0 0,-1 2-1271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39.8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68 32 4140 0 0,'-3'-3'2283'0'0,"-9"-8"-444"0"0,9 8-432 0 0,0 1-150 0 0,-15-11 1338 0 0,18 13-2572 0 0,0 1 1 0 0,0-1-1 0 0,0 0 0 0 0,0 0 0 0 0,0 1 0 0 0,-1-1 1 0 0,1 0-1 0 0,0 1 0 0 0,0-1 0 0 0,0 0 0 0 0,-1 0 1 0 0,1 0-1 0 0,0 1 0 0 0,0-1 0 0 0,0 0 0 0 0,-1 0 1 0 0,1 0-1 0 0,0 0 0 0 0,0 1 0 0 0,-1-1 0 0 0,1 0 1 0 0,0 0-1 0 0,0 0 0 0 0,-1 0 0 0 0,1 0 0 0 0,0 0 1 0 0,-1 0-1 0 0,1 0 0 0 0,0 0 0 0 0,0 0 0 0 0,-1 0 1 0 0,0 0-1 0 0,1 0-3 0 0,-1 0 0 0 0,0 0 0 0 0,1 0 0 0 0,-1 1 0 0 0,0-1 0 0 0,1 0 0 0 0,-1 0 0 0 0,0 0 0 0 0,1 1 0 0 0,-1-1 0 0 0,1 0 0 0 0,-1 1 0 0 0,0-1 0 0 0,1 0 0 0 0,-1 1 0 0 0,1-1 0 0 0,-1 1 0 0 0,1-1 0 0 0,-1 1 0 0 0,1-1 0 0 0,0 1 0 0 0,-1-1 0 0 0,1 1 0 0 0,0 0 0 0 0,-1-1 0 0 0,1 2 0 0 0,-4 23 63 0 0,2 0 1 0 0,1 0-1 0 0,1 0 1 0 0,4 30-1 0 0,0 23-1730 0 0,-5-26-143 0 0,-2 22-1792 0 0,3-67 2118 0 0,1-1-1015 0 0,0 23-1763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0.1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120 179 2060 0 0,'2'-8'1410'0'0,"1"-4"-938"0"0,1 0 1 0 0,-1 0-1 0 0,2 1 0 0 0,0 0 1 0 0,7-13-1 0 0,-8 18-228 0 0,0 0 0 0 0,0 0 0 0 0,1 0 0 0 0,0 0-1 0 0,0 1 1 0 0,0 0 0 0 0,0 0 0 0 0,1 0 0 0 0,0 1 0 0 0,0-1-1 0 0,11-4 1 0 0,-4 4 305 0 0,0 1 0 0 0,24-5 0 0 0,-33 9-478 0 0,0-1 0 0 0,0 0-1 0 0,0 1 1 0 0,0-1 0 0 0,0 1 0 0 0,0 0-1 0 0,0 1 1 0 0,0-1 0 0 0,8 2 0 0 0,2 1 58 0 0,3 0 30 0 0,0 1-1 0 0,0 0 1 0 0,-1 2 0 0 0,0 0 0 0 0,0 1 0 0 0,0 0 0 0 0,0 1-1 0 0,-1 1 1 0 0,-1 0 0 0 0,0 1 0 0 0,0 1 0 0 0,-1 0 0 0 0,0 1-1 0 0,-1 0 1 0 0,0 1 0 0 0,17 24 0 0 0,-25-30-127 0 0,0 0 0 0 0,0 0 0 0 0,-1 0-1 0 0,0 0 1 0 0,0 1 0 0 0,-1-1 0 0 0,0 1 0 0 0,0-1 0 0 0,-1 1-1 0 0,0 0 1 0 0,0 0 0 0 0,-1 0 0 0 0,0-1 0 0 0,-1 12 0 0 0,-1-9-27 0 0,0 0 0 0 0,-1 0 1 0 0,0 0-1 0 0,0 0 0 0 0,-1-1 1 0 0,0 1-1 0 0,-1-1 1 0 0,0 0-1 0 0,-1-1 0 0 0,-12 16 1 0 0,3-8-34 0 0,0 0 1 0 0,-2 0-1 0 0,0-2 1 0 0,-1 0-1 0 0,0-1 1 0 0,-1-1-1 0 0,-33 16 1 0 0,12-10-48 0 0,-1-1 0 0 0,-81 20-1 0 0,108-34-168 0 0,1 0 0 0 0,-1-1-1 0 0,0 0 1 0 0,0-1-1 0 0,1 0 1 0 0,-1-2-1 0 0,0 1 1 0 0,0-2 0 0 0,0 0-1 0 0,1 0 1 0 0,-19-7-1 0 0,30 9 154 0 0,1 0-1 0 0,0-1 0 0 0,-1 1 1 0 0,1-1-1 0 0,0 1 1 0 0,0-1-1 0 0,-1 0 0 0 0,1 1 1 0 0,0-1-1 0 0,0 0 0 0 0,0 0 1 0 0,0 0-1 0 0,0 0 0 0 0,0 0 1 0 0,0 0-1 0 0,0 0 1 0 0,1 0-1 0 0,-1 0 0 0 0,0 0 1 0 0,0-2-1 0 0,-1 0-306 0 0,1 2 221 0 0,0 0 0 0 0,0 0-1 0 0,1-1 1 0 0,-1 1 0 0 0,0 0-1 0 0,0 0 1 0 0,1 0 0 0 0,-1-1-1 0 0,1 1 1 0 0,-1 0 0 0 0,1-1-1 0 0,-1 1 1 0 0,1 0 0 0 0,0-1-1 0 0,0 1 1 0 0,0 0 0 0 0,-1-1-1 0 0,2 1 1 0 0,-1-2 0 0 0,0-1-715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0.7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140 58 3120 0 0,'0'0'4008'0'0,"-6"0"-3449"0"0,-20-1 859 0 0,28-4-1180 0 0,0 2-178 0 0,0-1-1 0 0,0 1 1 0 0,0 0 0 0 0,0 0 0 0 0,1 0-1 0 0,-1 0 1 0 0,1 0 0 0 0,0 1 0 0 0,0-1 0 0 0,0 1-1 0 0,0 0 1 0 0,0 0 0 0 0,1 0 0 0 0,-1 0-1 0 0,1 0 1 0 0,-1 1 0 0 0,1 0 0 0 0,0 0 0 0 0,6-2-1 0 0,9 0 44 0 0,-15 2-119 0 0,4 2 142 0 0,21 2 13 0 0,-25-2-113 0 0,-1 0 0 0 0,0 0-1 0 0,0 0 1 0 0,0 0-1 0 0,0 0 1 0 0,0 1 0 0 0,0-1-1 0 0,0 1 1 0 0,0 0-1 0 0,0 0 1 0 0,-1 0 0 0 0,1 0-1 0 0,-1 1 1 0 0,0-1 0 0 0,3 4-1 0 0,-1-2 30 0 0,-2-1-36 0 0,0-1 1 0 0,0 1-1 0 0,0 0 0 0 0,-1 0 0 0 0,1 0 1 0 0,-1 0-1 0 0,0 0 0 0 0,0 0 1 0 0,0 0-1 0 0,0 0 0 0 0,0 1 0 0 0,-1-1 1 0 0,1 0-1 0 0,-1 1 0 0 0,0-1 0 0 0,0 4 1 0 0,0-5-21 0 0,-1 7 23 0 0,-1-1-1 0 0,1 0 0 0 0,-1 0 0 0 0,0 0 0 0 0,-1-1 0 0 0,0 1 1 0 0,0 0-1 0 0,-1-1 0 0 0,0 0 0 0 0,0 0 0 0 0,-1 0 0 0 0,0 0 0 0 0,0-1 1 0 0,-6 6-1 0 0,1-2 19 0 0,0 0 0 0 0,0-1 0 0 0,-1 0 0 0 0,0 0 0 0 0,0-1 0 0 0,-1-1 0 0 0,0 0 0 0 0,-1-1 0 0 0,0 0 0 0 0,0-1 0 0 0,-22 6 0 0 0,31-9-72 0 0,-3-2-86 0 0,-49-4 78 0 0,51 3-13 0 0,5 0 50 0 0,0 1 1 0 0,0 0-1 0 0,0-1 0 0 0,0 1 0 0 0,0 0 1 0 0,0-1-1 0 0,0 1 0 0 0,0 0 1 0 0,-1-1-1 0 0,1 1 0 0 0,0 0 0 0 0,0-1 1 0 0,0 1-1 0 0,0 0 0 0 0,-1 0 0 0 0,1-1 1 0 0,0 1-1 0 0,0 0 0 0 0,0 0 0 0 0,-1-1 1 0 0,1 1-1 0 0,0 0 0 0 0,-1 0 1 0 0,1 0-1 0 0,0-1 0 0 0,0 1 0 0 0,-1 0 1 0 0,1 0-1 0 0,0 0 0 0 0,-1 0 0 0 0,0 0 1 0 0,1-1-2 0 0,-1 1 0 0 0,1 0 0 0 0,-1 0 0 0 0,1 0 0 0 0,-1-1 0 0 0,1 1 0 0 0,-1 0 0 0 0,1-1 0 0 0,-1 1 1 0 0,1 0-1 0 0,0-1 0 0 0,-1 1 0 0 0,1-1 0 0 0,-1 1 0 0 0,1-1 0 0 0,0 1 0 0 0,-1-1 0 0 0,1 1 0 0 0,0-1 0 0 0,0 1 0 0 0,0-1 1 0 0,-1 1-1 0 0,1-1 0 0 0,0 1 0 0 0,0-1 0 0 0,0 1 0 0 0,0-1 0 0 0,0 1 0 0 0,0-1 0 0 0,0 0 0 0 0,0 1 0 0 0,0-2 0 0 0,0-18-46 0 0,0 15 38 0 0,2 4 13 0 0,-1 0 1 0 0,1 0-1 0 0,-1 0 0 0 0,0-1 1 0 0,1 1-1 0 0,-1-1 1 0 0,0 1-1 0 0,0-1 0 0 0,2-2 1 0 0,0 0-40 0 0,2 3 46 0 0,15-3-15 0 0,-15 3-10 0 0,2 1 15 0 0,6 2 6 0 0,0-1-1 0 0,0 2 0 0 0,0 0 0 0 0,0 0 1 0 0,-1 1-1 0 0,24 12 0 0 0,-15-4-201 0 0,-1 2 0 0 0,0 0 0 0 0,-1 2 0 0 0,0 0 0 0 0,21 25 0 0 0,-37-37-415 0 0,0 1 0 0 0,0-1-1 0 0,0 1 1 0 0,0 0 0 0 0,-1 0 0 0 0,0 0-1 0 0,2 8 1 0 0,-1-5-828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1.2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56 100 4312 0 0,'-38'-81'5287'0'0,"35"77"-4692"0"0,0-2 70 0 0,-2-2-627 0 0,5 8-13 0 0,0 0 1 0 0,0 0 0 0 0,0 0 0 0 0,0 0 0 0 0,0 0 0 0 0,0 0 0 0 0,0 0 0 0 0,0 1-1 0 0,0-1 1 0 0,0 0 0 0 0,0 0 0 0 0,-1 0 0 0 0,1 0 0 0 0,0 0 0 0 0,0 0-1 0 0,0 0 1 0 0,0 0 0 0 0,0 0 0 0 0,0 0 0 0 0,0 0 0 0 0,0 0 0 0 0,0 0 0 0 0,0 0-1 0 0,0 0 1 0 0,0 0 0 0 0,0 0 0 0 0,0 0 0 0 0,-1 0 0 0 0,1 0 0 0 0,0 0-1 0 0,0 0 1 0 0,0 0 0 0 0,0 0 0 0 0,0 0 0 0 0,0 0 0 0 0,0 0 0 0 0,0 0 0 0 0,0 0-1 0 0,0 0 1 0 0,0 0 0 0 0,0 0 0 0 0,0 0 0 0 0,-1 0 0 0 0,1 0 0 0 0,0 0 0 0 0,0 0-1 0 0,0 0 1 0 0,0 0 0 0 0,0 0 0 0 0,0 0 0 0 0,0 0 0 0 0,0 0 0 0 0,0-1-1 0 0,0 1 1 0 0,0 0 0 0 0,0 0 0 0 0,0 0 0 0 0,0 0 0 0 0,0 0 0 0 0,0 0 0 0 0,0 0-1 0 0,0 0 1 0 0,0 0 0 0 0,0 0 0 0 0,0 0 0 0 0,-2 18 245 0 0,1 0 0 0 0,1 0 1 0 0,0 0-1 0 0,4 22 0 0 0,18 80 567 0 0,-9-52-497 0 0,9 66 146 0 0,68 327 381 0 0,-64-365-1813 0 0,-23-79 341 0 0,-2-13-147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1.8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0 238 3300 0 0,'79'-36'840'0'0,"2"3"-1"0"0,1 4 1 0 0,1 3-1 0 0,136-23 1 0 0,348-11 1655 0 0,-201 56-388 0 0,-239 4-1401 0 0,-70 2 12 0 0,86 14-1 0 0,-136-15-633 0 0,-1 1 0 0 0,0-1-1 0 0,1 1 1 0 0,-1 1 0 0 0,0-1 0 0 0,10 6-1 0 0,-8-3 3 0 0,-4-2 3 0 0,0-1-1 0 0,1 2 0 0 0,-1-1 0 0 0,-1 0 0 0 0,1 1 1 0 0,0 0-1 0 0,4 6 0 0 0,-2-3 45 0 0,12 16 149 0 0,-1 0 0 0 0,0 1 0 0 0,20 43 0 0 0,0-2 87 0 0,-18-35-234 0 0,107 185 539 0 0,-104-172-420 0 0,-2 0 0 0 0,-2 1 0 0 0,14 52 0 0 0,-31-93-227 0 0,4 27 140 0 0,-4-6-3 0 0,-6 46 83 0 0,3-60-220 0 0,-1 0-1 0 0,0 0 1 0 0,0-1-1 0 0,-1 1 1 0 0,0-1-1 0 0,-1 0 1 0 0,0 0-1 0 0,0 0 1 0 0,-1-1 0 0 0,-1 1-1 0 0,1-2 1 0 0,-1 1-1 0 0,0-1 1 0 0,-11 9-1 0 0,-1-1-13 0 0,0-2 1 0 0,-1 0-1 0 0,0-1 0 0 0,-40 16 0 0 0,-12 1-38 0 0,-1-5 0 0 0,-2-2 1 0 0,-97 15-1 0 0,-234 15-9 0 0,398-52 29 0 0,-373 31-426 0 0,279-28-732 0 0,-178-17 0 0 0,242 9-358 0 0,-73-19 0 0 0,96 20-65 0 0,0-2 0 0 0,0 0-1 0 0,0-1 1 0 0,-13-8 0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7.9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385 25 2988 0 0,'0'0'3334'0'0,"-2"-4"-2901"0"0,-4-12-99 0 0,5 11 354 0 0,-5 7-512 0 0,-5 3-39 0 0,-1 0 0 0 0,1 1 0 0 0,0 0 0 0 0,1 1 1 0 0,-1 0-1 0 0,-8 8 0 0 0,-31 35 705 0 0,3 2-1 0 0,-68 94 1 0 0,103-130-708 0 0,-17 23 240 0 0,26-35-268 0 0,0 0 4 0 0,-9 10 12 0 0,9-10 196 0 0,-5 14 11 0 0,6-14 93 0 0,6-2-292 0 0,13 8-13 0 0,-13-7-16 0 0,3-3-34 0 0,40 1 59 0 0,4-5-59 0 0,18 0-25 0 0,135-27 0 0 0,-196 29-44 0 0,106-31 178 0 0,-103 29-93 0 0,-1 0 1 0 0,0-1-1 0 0,-1 0 1 0 0,1 0 0 0 0,-1-1-1 0 0,0 0 1 0 0,0-1-1 0 0,8-9 1 0 0,-14 13-63 0 0,-1-1-5 0 0,6-14 9 0 0,-6 14-2 0 0,-2-1 10 0 0,0-15-18 0 0,0 15-31 0 0,-8-13 61 0 0,6 14-25 0 0,-21-4 18 0 0,20 11 56 0 0,-2 4-59 0 0,0 0 0 0 0,0 1-1 0 0,1 0 1 0 0,0 0-1 0 0,1 0 1 0 0,0 0 0 0 0,0 1-1 0 0,1-1 1 0 0,0 1-1 0 0,-2 10 1 0 0,3-12-26 0 0,-4 33 26 0 0,2 1 0 0 0,1 0 0 0 0,5 57 1 0 0,-1-56-160 0 0,1-10-239 0 0,-4 2-458 0 0,-5 31-1954 0 0,5-59 1365 0 0,2-4 1093 0 0,-1-1 0 0 0,0 1 1 0 0,0 0-1 0 0,0-1 0 0 0,0 1 0 0 0,0 0 0 0 0,0-1 1 0 0,0 1-1 0 0,-1-1 0 0 0,1 1 0 0 0,-1 2 0 0 0,-1 0-821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8.4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21 2180 0 0,'0'0'1325'0'0,"-2"-3"-309"0"0,1 2-909 0 0,-1-1 1 0 0,1 1-1 0 0,0 0 0 0 0,0 0 0 0 0,-1-1 1 0 0,1 1-1 0 0,0 0 0 0 0,-1 0 0 0 0,1 0 1 0 0,-1 0-1 0 0,1 1 0 0 0,-1-1 0 0 0,0 0 1 0 0,1 1-1 0 0,-1-1 0 0 0,0 1 0 0 0,0-1 1 0 0,1 1-1 0 0,-1 0 0 0 0,0 0 0 0 0,0-1 1 0 0,0 2-1 0 0,1-1 0 0 0,-1 0 0 0 0,0 0 1 0 0,0 0-1 0 0,1 1 0 0 0,-4 0 0 0 0,-4 6 99 0 0,1-1 0 0 0,-1 1 0 0 0,2 0-1 0 0,-1 1 1 0 0,1 0 0 0 0,0 0 0 0 0,-10 17-1 0 0,4-5 192 0 0,1 2-1 0 0,-12 29 0 0 0,22-45-301 0 0,0-1 0 0 0,1 1 0 0 0,0-1 0 0 0,0 1 0 0 0,0-1 0 0 0,0 1 0 0 0,1 0 0 0 0,0 0 0 0 0,1 7-1 0 0,-1-8-113 0 0,1-2 44 0 0,-1 0-1 0 0,1 0 0 0 0,-1-1 1 0 0,1 1-1 0 0,0 0 0 0 0,0-1 1 0 0,1 1-1 0 0,-1-1 0 0 0,0 1 1 0 0,1-1-1 0 0,0 0 0 0 0,-1 1 1 0 0,1-1-1 0 0,0 0 0 0 0,0 0 1 0 0,0 0-1 0 0,3 2 0 0 0,-3-3-22 0 0,-1 1 8 0 0,1-1-1 0 0,-1 0 0 0 0,1 1 0 0 0,-1-1 0 0 0,1 0 1 0 0,-1 0-1 0 0,1 0 0 0 0,0 0 0 0 0,-1 0 0 0 0,1 0 1 0 0,0 0-1 0 0,0-1 0 0 0,0 1 0 0 0,2 0 1 0 0,2 0 12 0 0,2 2 0 0 0,-1 0 0 0 0,1-1 0 0 0,0 0 0 0 0,0-1-1 0 0,0 0 1 0 0,0 0 0 0 0,0 0 0 0 0,15-2 0 0 0,-16 1-24 0 0,24-1 45 0 0,0 0 0 0 0,0-2 0 0 0,0-1-1 0 0,0-2 1 0 0,-1-1 0 0 0,0-2 0 0 0,43-17 0 0 0,-57 19 52 0 0,0 0-1 0 0,0-1 0 0 0,-1-1 1 0 0,0-1-1 0 0,-1 0 1 0 0,0 0-1 0 0,16-18 1 0 0,-27 25-36 0 0,1-1 0 0 0,-1 0 1 0 0,-1 0-1 0 0,1 0 0 0 0,0 0 1 0 0,3-9-1 0 0,-2 5 37 0 0,-3 5 171 0 0,-2-24-143 0 0,1 22-58 0 0,-21 0 18 0 0,20 4-77 0 0,0 1 0 0 0,0 0 0 0 0,0 1 1 0 0,0-1-1 0 0,1 0 0 0 0,-1 0 0 0 0,0 0 0 0 0,0 0 1 0 0,0 1-1 0 0,0-1 0 0 0,1 0 0 0 0,-1 1 1 0 0,0-1-1 0 0,0 1 0 0 0,1-1 0 0 0,-1 1 0 0 0,0-1 1 0 0,1 1-1 0 0,-1 0 0 0 0,0-1 0 0 0,1 1 1 0 0,-1 0-1 0 0,0 1 0 0 0,-5 3 20 0 0,1 1 0 0 0,0 0 0 0 0,0 0 0 0 0,0 0 0 0 0,1 1 0 0 0,0-1 0 0 0,0 1 0 0 0,1 0 0 0 0,-1 1 0 0 0,2-1 0 0 0,-1 0 0 0 0,-1 11 0 0 0,-4 12-51 0 0,2 1-1 0 0,2-1 1 0 0,-2 51-1 0 0,10 97-3342 0 0,-1-87-2267 0 0,-3-55-94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49.6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1 125 2928 0 0,'5'-8'496'0'0,"0"1"-1"0"0,0-1 1 0 0,1 1-1 0 0,0 0 0 0 0,1 0 1 0 0,0 0-1 0 0,0 1 1 0 0,0 0-1 0 0,0 1 1 0 0,1 0-1 0 0,15-8 1 0 0,-6 6-188 0 0,-1 0 0 0 0,2 1 0 0 0,-1 1 1 0 0,32-4-1 0 0,-31 6-128 0 0,-1 2 0 0 0,1 1 0 0 0,0 0 0 0 0,0 1 0 0 0,-1 1 0 0 0,23 4 0 0 0,-11 1 80 0 0,0 1 0 0 0,50 22 0 0 0,-57-20-199 0 0,-1 1 0 0 0,1 1 0 0 0,-2 1 0 0 0,31 26 1 0 0,-40-30-56 0 0,-1 1 1 0 0,0 0 0 0 0,-1 0 0 0 0,0 1 0 0 0,-1 0 0 0 0,0 1 0 0 0,0 0-1 0 0,-1 0 1 0 0,6 16 0 0 0,-12-25-4 0 0,0 0-1 0 0,0 0 1 0 0,0 0-1 0 0,0 0 1 0 0,0 0-1 0 0,-1 0 1 0 0,1 0 0 0 0,-1 5-1 0 0,0 0-1 0 0,1-2 1 0 0,-1 0 0 0 0,0-1 0 0 0,0 1 0 0 0,0 0 0 0 0,-1 0 0 0 0,0 0 0 0 0,0 0 0 0 0,0 0 0 0 0,-1-1 0 0 0,0 1 0 0 0,-4 9 0 0 0,0-5-1 0 0,0 1 0 0 0,0-1 1 0 0,-1 0-1 0 0,-9 10 1 0 0,2-5-9 0 0,-1-1 0 0 0,0-1 0 0 0,-1 0 0 0 0,0 0-1 0 0,-1-2 1 0 0,0 0 0 0 0,-38 16 0 0 0,24-14 21 0 0,-1-1-1 0 0,0-2 1 0 0,-62 11-1 0 0,69-16-31 0 0,-11-3-93 0 0,27-2-44 0 0,-1-1 1 0 0,1 0-1 0 0,-16-4 1 0 0,22 4-22 0 0,0 0 0 0 0,0 0 0 0 0,0 0 0 0 0,0-1 0 0 0,0 1 0 0 0,0-1 0 0 0,1 0 0 0 0,-1 1 0 0 0,0-1 0 0 0,1-1 1 0 0,-1 1-1 0 0,1 0 0 0 0,0 0 0 0 0,0-1 0 0 0,0 0 0 0 0,-3-3 0 0 0,4 2-76 0 0,0 1 0 0 0,1 0 0 0 0,-1 0 1 0 0,1 0-1 0 0,0 0 0 0 0,-1 0 0 0 0,1-1 0 0 0,1 1 1 0 0,-1 0-1 0 0,0 0 0 0 0,1 0 0 0 0,-1 0 0 0 0,1 0 1 0 0,0 0-1 0 0,0 0 0 0 0,2-4 0 0 0,-1 3-496 0 0,8-23-3326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0.1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3364 0 0,'0'0'8778'0'0,"1"6"-8359"0"0,10 44 1193 0 0,20 59-1 0 0,-21-77-1138 0 0,10 20 290 0 0,-18-48-612 0 0,0 1-16 0 0,7 14-4 0 0,-6-15 65 0 0,3 11 900 0 0,-4-9-6261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1.6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54 217 3240 0 0,'-34'-37'3957'0'0,"31"34"-2102"0"0,3 3-1839 0 0,0 1-1 0 0,0-1 1 0 0,0 1-1 0 0,0-1 1 0 0,0 0-1 0 0,0 1 0 0 0,0-1 1 0 0,-1 1-1 0 0,1-1 1 0 0,0 1-1 0 0,0-1 1 0 0,0 1-1 0 0,-1-1 1 0 0,1 0-1 0 0,0 1 1 0 0,0-1-1 0 0,-1 0 1 0 0,1 1-1 0 0,0-1 1 0 0,-1 0-1 0 0,1 1 0 0 0,0-1 1 0 0,-1 0-1 0 0,1 0 1 0 0,-1 1-1 0 0,1-1 1 0 0,-1 0-1 0 0,0 1-2 0 0,1-1-1 0 0,-1 0 0 0 0,0 1 0 0 0,1-1 0 0 0,-1 1 1 0 0,1-1-1 0 0,-1 1 0 0 0,1-1 0 0 0,-1 1 0 0 0,1-1 1 0 0,-1 1-1 0 0,1 0 0 0 0,0-1 0 0 0,-1 1 0 0 0,1-1 1 0 0,0 1-1 0 0,0 0 0 0 0,-1-1 0 0 0,1 1 1 0 0,0 0-1 0 0,0 0 0 0 0,0-1 0 0 0,0 1 0 0 0,0 0 1 0 0,0-1-1 0 0,0 1 0 0 0,0 0 0 0 0,0 0 0 0 0,0-1 1 0 0,0 1-1 0 0,0 0 0 0 0,1-1 0 0 0,-1 1 0 0 0,0 0 1 0 0,1 0-1 0 0,91 352 1517 0 0,-30-128-1113 0 0,-56-206-415 0 0,19 82 264 0 0,41 101 0 0 0,-63-196-219 0 0,0 0 0 0 0,0-1 0 0 0,0 1 0 0 0,0-1 0 0 0,1 0 0 0 0,0 0 0 0 0,0 0 0 0 0,7 6 0 0 0,-7-8-18 0 0,0 1 3 0 0,0-1 1 0 0,0 0-1 0 0,0 0 1 0 0,1-1-1 0 0,-1 0 1 0 0,1 1-1 0 0,0-1 1 0 0,0-1-1 0 0,0 1 1 0 0,0-1-1 0 0,10 2 1 0 0,-10-2-26 0 0,11 1 12 0 0,0 0 1 0 0,0-1 0 0 0,0 0-1 0 0,0-2 1 0 0,0 0 0 0 0,28-5 0 0 0,-14 2 13 0 0,212-37 70 0 0,-111 16-113 0 0,348-57-18 0 0,-362 65-124 0 0,172-29-162 0 0,-196 28 220 0 0,97-34-1 0 0,-177 48 126 0 0,0-1 1 0 0,0 0-1 0 0,0-1 0 0 0,-1 0 0 0 0,0-1 0 0 0,0-1 0 0 0,0 0 1 0 0,-1 0-1 0 0,0-1 0 0 0,-1 0 0 0 0,11-13 0 0 0,-16 15-24 0 0,0-1 0 0 0,-1 0 0 0 0,1 0 0 0 0,-2 0 0 0 0,1-1 0 0 0,-1 0 0 0 0,0 1 0 0 0,-1-1 0 0 0,0 0-1 0 0,0 0 1 0 0,-1 0 0 0 0,0 0 0 0 0,-1-1 0 0 0,-1-9 0 0 0,1 15-3 0 0,-1-12 21 0 0,0 0 0 0 0,-2 1 0 0 0,0-1 0 0 0,0 1 0 0 0,-2 0 0 0 0,0 0 0 0 0,-1 0 0 0 0,-8-16 0 0 0,-6-5 45 0 0,-2 0 1 0 0,-1 1-1 0 0,-2 1 1 0 0,-34-35-1 0 0,23 32 6 0 0,-2 2 0 0 0,-1 1 0 0 0,-1 2 1 0 0,-2 2-1 0 0,-70-39 0 0 0,86 57-57 0 0,0 1 0 0 0,0 1 0 0 0,-1 1 0 0 0,0 2 0 0 0,-1 0 0 0 0,1 2 0 0 0,-1 1 0 0 0,-1 2 0 0 0,-48 0 0 0 0,-16 8-29 0 0,-147 28 0 0 0,139-17-25 0 0,-127 16 179 0 0,-284 53-1773 0 0,466-75-144 0 0,1 2 1 0 0,-49 20-1 0 0,87-28-1000 0 0,-11 9-1987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2.0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0 188 4328 0 0,'0'0'5804'0'0,"7"-2"-5342"0"0,454-82 2276 0 0,-300 57-2650 0 0,-122 20-500 0 0,91-18-1270 0 0,-109 19-289 0 0,0-1-1 0 0,20-10 1 0 0,-17 5-3401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2.3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139 13 3556 0 0,'-47'-12'4931'0'0,"43"11"-3355"0"0,11 1-1421 0 0,157 19 849 0 0,-99-5-505 0 0,-52-12-364 0 0,-1 1 1 0 0,1 0-1 0 0,-1 1 0 0 0,23 10 1 0 0,-30-11-106 0 0,-1-1 0 0 0,0 1 0 0 0,0 0 1 0 0,0 0-1 0 0,-1 1 0 0 0,1-1 1 0 0,-1 1-1 0 0,0 0 0 0 0,0 0 0 0 0,0 0 1 0 0,0 0-1 0 0,-1 0 0 0 0,1 0 0 0 0,-1 1 1 0 0,2 5-1 0 0,-4-8-25 0 0,1 0 0 0 0,0 0-1 0 0,-1 0 1 0 0,1 0 0 0 0,-1 0 0 0 0,1 0 0 0 0,-1 1 0 0 0,0-1 0 0 0,0 0 0 0 0,0 0 0 0 0,0 0-1 0 0,-1 0 1 0 0,1 1 0 0 0,0-1 0 0 0,-2 2 0 0 0,0 5 7 0 0,0 9-29 0 0,-2-1 0 0 0,0 0 0 0 0,-1 0 0 0 0,-1 0 0 0 0,0 0 1 0 0,-1-1-1 0 0,-17 28 0 0 0,-6 3-328 0 0,-40 47 0 0 0,-71 68-1873 0 0,37-61-2461 0 0,46-49-531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3.7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4 109 3488 0 0,'0'0'1244'0'0,"-1"-5"-204"0"0,-2-20 1874 0 0,8 26-2764 0 0,14 2-8 0 0,-12 2 32 0 0,11 22 158 0 0,-3 0 0 0 0,0 2 0 0 0,-1 0 0 0 0,10 34 0 0 0,-23-59-116 0 0,7 37 1466 0 0,-5-32-139 0 0,-7-25-1324 0 0,2 12-188 0 0,0-9 6 0 0,8-37-49 0 0,0 6-13 0 0,-4 34 18 0 0,6-6-17 0 0,-6 10 17 0 0,0 0 0 0 0,1 0 0 0 0,0 0 0 0 0,0 1 0 0 0,0-1 0 0 0,0 1 0 0 0,1 0 0 0 0,0 0 0 0 0,0 0 0 0 0,1 1 0 0 0,-1-1 0 0 0,1 1 0 0 0,0 0 0 0 0,0 0 0 0 0,0 1 0 0 0,1 0 0 0 0,-1 0 0 0 0,10-4 0 0 0,-11 5 9 0 0,2 2-23 0 0,1 0 23 0 0,17 0-61 0 0,-17 2 60 0 0,-1 0 1 0 0,-1 1-1 0 0,1-1 0 0 0,0 1 0 0 0,-1 1 0 0 0,9 5 0 0 0,7 10 23 0 0,-18-16-18 0 0,0 2-34 0 0,6 16 25 0 0,-6-15 4 0 0,-2-2 29 0 0,5 15-1 0 0,-4-14-5 0 0,-2 0-17 0 0,3 15-10 0 0,-3-15 228 0 0,2-8-225 0 0,1-1 1 0 0,-1 1-1 0 0,-1-1 0 0 0,1 1 1 0 0,0-1-1 0 0,-1 0 1 0 0,0 1-1 0 0,2-8 1 0 0,-1 2-8 0 0,21-59-42 0 0,15-8 21 0 0,-36 73 14 0 0,2 1-9 0 0,11-7 27 0 0,-6 8-46 0 0,-3 3 37 0 0,0 0 0 0 0,-1 0-1 0 0,1 0 1 0 0,-1 1 0 0 0,0 0 0 0 0,0 0 0 0 0,0 0 0 0 0,0 1-1 0 0,0-1 1 0 0,-1 1 0 0 0,7 7 0 0 0,-5-3 25 0 0,0 0 0 0 0,0 0 0 0 0,-1 1 1 0 0,0-1-1 0 0,0 1 0 0 0,-1 1 0 0 0,5 16 0 0 0,12 51-2385 0 0,-21-73 1439 0 0,2 0-270 0 0,-1 1 637 0 0,3 5 46 0 0,-3-1-4009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4.1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29 3472 0 0,'1'-5'1006'0'0,"0"-14"-257"0"0,-1 14 2584 0 0,1 11-2853 0 0,0 12-2 0 0,2 0 0 0 0,1 0 0 0 0,0 0-1 0 0,1 0 1 0 0,12 28 0 0 0,-15-41-331 0 0,1-1-15 0 0,9 10-21 0 0,-9-10-23 0 0,7 0 1 0 0,-10-3-84 0 0,0-1-1 0 0,1 1 0 0 0,-1-1 1 0 0,1 1-1 0 0,0-1 0 0 0,-1 0 1 0 0,1 1-1 0 0,-1-1 0 0 0,1 0 1 0 0,0 1-1 0 0,-1-1 0 0 0,1 0 1 0 0,-1 0-1 0 0,1 1 0 0 0,0-1 1 0 0,0 0-1 0 0,-1 0 0 0 0,1 0 1 0 0,0 0-1 0 0,-1 0 0 0 0,1 0 1 0 0,0 0-1 0 0,-1 0 0 0 0,1 0 1 0 0,0 0-1 0 0,0-1 0 0 0,22 0 11 0 0,-18 1-16 0 0,0-2 40 0 0,1-1 24 0 0,0 1-1 0 0,-1-2 0 0 0,1 1 0 0 0,-1 0 1 0 0,0-1-1 0 0,0 0 0 0 0,0-1 0 0 0,-1 1 1 0 0,1-1-1 0 0,-1 0 0 0 0,0 0 0 0 0,0 0 0 0 0,-1 0 1 0 0,0-1-1 0 0,0 1 0 0 0,0-1 0 0 0,4-11 1 0 0,-6 13 136 0 0,1-1-10 0 0,14-42 369 0 0,-14 43-397 0 0,1 8-74 0 0,4 7-120 0 0,0 1 1 0 0,-1-1 0 0 0,0 2 0 0 0,-1-1-1 0 0,0 1 1 0 0,4 18 0 0 0,17 93-1760 0 0,-17-75 599 0 0,9 77-5160 0 0,-13-82 998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5.9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31 249 4648 0 0,'0'0'1601'0'0,"-5"0"-250"0"0,-16-3-250 0 0,16 3 1632 0 0,6 0-2706 0 0,0 0 0 0 0,-1 0-1 0 0,1 0 1 0 0,0 0-1 0 0,-1-1 1 0 0,1 1 0 0 0,0 0-1 0 0,0 0 1 0 0,-1 0 0 0 0,1-1-1 0 0,-1 1 1 0 0,1 0-1 0 0,0-1 1 0 0,-1 1 0 0 0,1 0-1 0 0,-1-1 1 0 0,1 1-1 0 0,-1-1 1 0 0,1 1 0 0 0,-1-1-1 0 0,1 1 1 0 0,0-2 0 0 0,0 1-4 0 0,0 0 0 0 0,0 0 1 0 0,0 0-1 0 0,0 0 1 0 0,0 0-1 0 0,0 1 1 0 0,0-1-1 0 0,0 0 1 0 0,1 0-1 0 0,-1 1 1 0 0,0-1-1 0 0,1 1 1 0 0,-1-1-1 0 0,0 1 1 0 0,1-1-1 0 0,-1 1 0 0 0,0 0 1 0 0,1 0-1 0 0,1 0 1 0 0,368-85 1320 0 0,-126 3-3482 0 0,-215 69-982 0 0,31-19 1 0 0,-39 19-2324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6.2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3 2520 0 0,'-10'-1'348'0'0,"0"-1"193"0"0,0 2 2717 0 0,9 4-3054 0 0,-5 17 662 0 0,6-19-789 0 0,1 0 1 0 0,0-1-1 0 0,0 1 0 0 0,0 0 0 0 0,0-1 0 0 0,0 1 0 0 0,0-1 0 0 0,0 1 0 0 0,0-1 0 0 0,0 0 1 0 0,1 1-1 0 0,-1-1 0 0 0,1 0 0 0 0,2 2 0 0 0,15 10 378 0 0,-11-9-283 0 0,0 0 0 0 0,0-1-1 0 0,0 0 1 0 0,1 0 0 0 0,0-1 0 0 0,-1 0 0 0 0,17 1 0 0 0,-20-2-46 0 0,3-2-6 0 0,86-7 454 0 0,-89 7-461 0 0,-1 0 4 0 0,15-1 13 0 0,-14 1 344 0 0,-4 6-448 0 0,-3 19-8 0 0,-6-7-14 0 0,-1 0-1 0 0,-20 27 0 0 0,-7 13 24 0 0,19-24-102 0 0,1 1 0 0 0,3 1-1 0 0,-11 40 1 0 0,17-50-1384 0 0,2 0 0 0 0,-4 44 0 0 0,10-54-1390 0 0,2 30-2043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4.9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1 173 3836 0 0,'2'-61'6832'0'0,"-1"57"-6049"0"0,2 4-735 0 0,0 0 0 0 0,-1 1 0 0 0,1-1 1 0 0,0 1-1 0 0,-1 0 0 0 0,1 0 0 0 0,-1 0 0 0 0,1 0 0 0 0,-1 0 0 0 0,0 0 0 0 0,0 1 1 0 0,1-1-1 0 0,-1 1 0 0 0,0 0 0 0 0,0-1 0 0 0,0 1 0 0 0,3 4 0 0 0,26 41 117 0 0,-23-32-41 0 0,28 50-81 0 0,-34-61-34 0 0,0 0 3 0 0,4 7-105 0 0,4 8 883 0 0,-7-20-426 0 0,-2-13-370 0 0,-2 10 22 0 0,1-2-1 0 0,-5-54 131 0 0,5 54-56 0 0,1-1-26 0 0,0-2-49 0 0,0 1 0 0 0,1-1 0 0 0,0 0 0 0 0,0 1 0 0 0,1-1 0 0 0,0 1 0 0 0,1 0 0 0 0,7-12 0 0 0,6-2 3 0 0,-17 21-18 0 0,1 1 0 0 0,-1-1 0 0 0,0 0 0 0 0,1 0 0 0 0,0 1 0 0 0,-1-1 0 0 0,1 0 0 0 0,-1 1 0 0 0,1-1 0 0 0,0 1 0 0 0,-1-1 1 0 0,1 1-1 0 0,0-1 0 0 0,0 1 0 0 0,-1-1 0 0 0,1 1 0 0 0,0-1 0 0 0,1 1 0 0 0,8-4-23 0 0,7-2-4 0 0,-13 4 9 0 0,2 2-7 0 0,-2-1 19 0 0,0 1 3 0 0,0-1-1 0 0,0 1 0 0 0,0 0 0 0 0,0 0 1 0 0,0 1-1 0 0,0-1 0 0 0,0 1 0 0 0,0 0 1 0 0,0 0-1 0 0,0 0 0 0 0,0 0 0 0 0,6 4 1 0 0,-2 0-44 0 0,0 0 1 0 0,-1 0 0 0 0,0 1 0 0 0,0 0 0 0 0,0 0 0 0 0,-1 1 0 0 0,0-1 0 0 0,0 1-1 0 0,7 12 1 0 0,-11-15 1 0 0,-1-2 38 0 0,-1-1-1 0 0,0 1 1 0 0,0-1 0 0 0,1 1-1 0 0,-1 0 1 0 0,1-1 0 0 0,-1 1-1 0 0,1-1 1 0 0,0 1 0 0 0,0-1-1 0 0,1 3 1 0 0,1 0 8 0 0,-1 1 17 0 0,-1-1 0 0 0,2 14-9 0 0,-2-13 38 0 0,0-1-10 0 0,0 15 10 0 0,-1-14 231 0 0,-2-9-249 0 0,-6-14 46 0 0,6 13-26 0 0,2-1-12 0 0,0 3-50 0 0,-1-10 3 0 0,2-1 1 0 0,-1 1-1 0 0,2-1 1 0 0,0 1-1 0 0,1 0 1 0 0,5-17-1 0 0,-6 23 24 0 0,1 1-1 0 0,0-1 1 0 0,1 1 0 0 0,0 0-1 0 0,0 0 1 0 0,0 0-1 0 0,0 1 1 0 0,1-1 0 0 0,0 1-1 0 0,0 0 1 0 0,1 0-1 0 0,-1 1 1 0 0,1 0 0 0 0,8-5-1 0 0,-9 7-8 0 0,1 2-55 0 0,25 2 52 0 0,-25 0-5 0 0,1 0-1 0 0,-1 1 1 0 0,0 0 0 0 0,0 0-1 0 0,-1 0 1 0 0,1 1-1 0 0,5 4 1 0 0,-8-7 5 0 0,-2 0-5 0 0,1 0 1 0 0,0 0 1 0 0,0 1-1 0 0,0-1 0 0 0,-1 0 0 0 0,1 1 0 0 0,0-1 1 0 0,-1 1-1 0 0,1 0 0 0 0,-1-1 0 0 0,1 1 0 0 0,-1 0 1 0 0,0 0-1 0 0,2 2 0 0 0,5 11-63 0 0,3 6-174 0 0,-1 2 1 0 0,-1-1-1 0 0,8 29 0 0 0,-16-46-259 0 0,0 1-123 0 0,5 16-91 0 0,-4-16-199 0 0,1-3-1975 0 0,7 10 143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5.2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0 2452 0 0,'0'0'4095'0'0,"-2"4"-3680"0"0,-11 38 1297 0 0,12-38-1131 0 0,2 2-291 0 0,-1-1-205 0 0,0 0 0 0 0,1 0 1 0 0,0 1-1 0 0,0-1 0 0 0,1 0 0 0 0,-1 0 1 0 0,1-1-1 0 0,0 1 0 0 0,0 0 0 0 0,1 0 1 0 0,0-1-1 0 0,-1 0 0 0 0,1 1 0 0 0,4 3 1 0 0,11 5-6 0 0,-14-9 32 0 0,1-2 86 0 0,14 8-111 0 0,-14-7-31 0 0,1-2 11 0 0,16 6-22 0 0,-16-5-18 0 0,-1 0 11 0 0,16 5 20 0 0,-15-5 8 0 0,-2 0 17 0 0,15 5 16 0 0,-14-6 33 0 0,14 12 80 0 0,-15-11-136 0 0,-2 1 16 0 0,0 0-61 0 0,-1 0-1 0 0,0 0 0 0 0,0 0 1 0 0,0-1-1 0 0,0 1 0 0 0,0 0 0 0 0,-1 0 1 0 0,1 1-1 0 0,-1-1 0 0 0,0 0 1 0 0,0 3-1 0 0,0-1 22 0 0,-3-1-17 0 0,-7 13-2 0 0,7-13-2 0 0,1-3-33 0 0,1-1 1 0 0,-1 1-1 0 0,0 0 1 0 0,1 0 0 0 0,-1-1-1 0 0,1 1 1 0 0,0 1 0 0 0,-1-1-1 0 0,1 0 1 0 0,0 0 0 0 0,-1 0-1 0 0,0 2 1 0 0,1-2-11 0 0,-3 2-209 0 0,-1 0-201 0 0,-15 5-106 0 0,15-5-158 0 0,-1-3-304 0 0,-42-9-4478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5.4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0 182 2880 0 0,'0'0'1384'0'0,"30"-22"449"0"0,2 1-393 0 0,2 1-920 0 0,-13 6-112 0 0,1 1-68 0 0,1 1-276 0 0,0-1-308 0 0,2-2-568 0 0,-4-2-416 0 0,4 1-913 0 0,-5-3-2263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6.8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55 194 3148 0 0,'-4'1'1585'0'0,"-14"2"-232"0"0,14-2 515 0 0,-1 0-1181 0 0,-14 2-114 0 0,14-2 501 0 0,13-2-817 0 0,679-136 474 0 0,-662 130-1745 0 0,36-13-1 0 0,-7-6-3365 0 0,-32 14-447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7.1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 2920 0 0,'0'0'4275'0'0,"5"0"-3996"0"0,16 0 4 0 0,-15 0-1 0 0,0-1-9 0 0,118-13 1586 0 0,-118 14-1643 0 0,-3 3-130 0 0,-1-1-72 0 0,-1 1 1 0 0,0 0-1 0 0,0-1 0 0 0,0 1 1 0 0,0 0-1 0 0,0 0 0 0 0,0-1 1 0 0,-1 1-1 0 0,1 0 0 0 0,-1 0 1 0 0,0 0-1 0 0,0 0 1 0 0,0 0-1 0 0,0 0 0 0 0,-1 0 1 0 0,1 0-1 0 0,-1 0 0 0 0,-1 3 1 0 0,-5 23-12 0 0,-2 0 1 0 0,-20 47-1 0 0,0-2-41 0 0,-25 115 229 0 0,47-157-957 0 0,2-1 1 0 0,1 1-1 0 0,2 0 0 0 0,1 37 1 0 0,5-40-1836 0 0,4-3-1839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8.0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58 184 3736 0 0,'-6'0'1317'0'0,"-6"0"-965"0"0,-25 2 4396 0 0,34-3-3584 0 0,6 0-305 0 0,27-2-646 0 0,476-77 1252 0 0,-172-6-4676 0 0,-300 74 293 0 0,-28 9 91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8.3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101 51 3128 0 0,'0'0'3719'0'0,"3"-4"-3253"0"0,5-9-119 0 0,-6 10-35 0 0,1 1 67 0 0,10-7 3 0 0,-10 6-27 0 0,2 2 1 0 0,36-13 884 0 0,-37 13-419 0 0,1 2-505 0 0,15 3-6 0 0,-15-3-26 0 0,-3 4-23 0 0,0 1-201 0 0,0 0 0 0 0,-1 1 0 0 0,0-1 0 0 0,0 1-1 0 0,-1-1 1 0 0,1 1 0 0 0,-2-1 0 0 0,1 1 0 0 0,-1-1-1 0 0,0 1 1 0 0,0-1 0 0 0,-3 9 0 0 0,-4 12 13 0 0,-19 44 0 0 0,-37 64-448 0 0,9-19-1804 0 0,8 1-3679 0 0,33-76 710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0:58.7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1 213 4108 0 0,'0'0'6378'0'0,"6"-3"-5976"0"0,22-7-216 0 0,1 2 0 0 0,1 1 0 0 0,-1 2 0 0 0,33-3 0 0 0,0 0-30 0 0,130-20-143 0 0,130-21-671 0 0,-8-23-6513 0 0,-268 58 3053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08.1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263 165 3592 0 0,'0'-8'1554'0'0,"1"0"-1134"0"0,-1 5-249 0 0,0 0 0 0 0,0-1 0 0 0,0 1 0 0 0,0 0 0 0 0,0 0 0 0 0,-1 0 0 0 0,1-1 0 0 0,-1 1-1 0 0,-1-4 1 0 0,0-2 93 0 0,-1 1 0 0 0,1-1 0 0 0,-1 1 0 0 0,-1-1 0 0 0,0 1 0 0 0,0 0 0 0 0,0 1 0 0 0,-1-1 0 0 0,0 1-1 0 0,-1 0 1 0 0,-11-12 0 0 0,13 16-88 0 0,-1 3-29 0 0,1-1-100 0 0,3 1-31 0 0,-1 0-1 0 0,1-1 1 0 0,-1 1-1 0 0,1 0 1 0 0,0 0-1 0 0,-1 0 1 0 0,1 0-1 0 0,-1 0 1 0 0,1 0-1 0 0,-1 0 1 0 0,1 0-1 0 0,-1 0 1 0 0,1 1-1 0 0,0-1 1 0 0,-1 1-1 0 0,1-1 1 0 0,0 1-1 0 0,-1 0 1 0 0,0 0-1 0 0,-8 6 88 0 0,0 0 0 0 0,1 0 0 0 0,0 1-1 0 0,1 0 1 0 0,0 1 0 0 0,0 0 0 0 0,1 0 0 0 0,0 1-1 0 0,0-1 1 0 0,1 1 0 0 0,1 1 0 0 0,-9 21 0 0 0,2-3 22 0 0,3 1 1 0 0,0 0 0 0 0,-7 50-1 0 0,13-63-100 0 0,2-15-26 0 0,1 0 1 0 0,0-1-1 0 0,0 1 0 0 0,-1 0 0 0 0,1 0 0 0 0,0 0 0 0 0,1-1 0 0 0,-1 1 0 0 0,0 0 0 0 0,0 0 0 0 0,2 2 1 0 0,0 6-24 0 0,1 3 41 0 0,2-1 1 0 0,-1-1-1 0 0,2 1 1 0 0,6 11-1 0 0,-10-19-1 0 0,3-2 13 0 0,11 7-18 0 0,-12-7-13 0 0,3-2 5 0 0,4-2 59 0 0,0 0 0 0 0,0-1 1 0 0,-1 0-1 0 0,1 0 0 0 0,-1-1 0 0 0,0-1 1 0 0,0 0-1 0 0,0 0 0 0 0,0-1 0 0 0,-1 0 1 0 0,0 0-1 0 0,0-1 0 0 0,-1-1 0 0 0,0 1 1 0 0,0-1-1 0 0,-1-1 0 0 0,0 1 0 0 0,0-1 1 0 0,-1 0-1 0 0,0-1 0 0 0,6-12 0 0 0,-7 10-5 0 0,-1 1-1 0 0,0-1 1 0 0,0 0-1 0 0,-1-1 1 0 0,-1 1-1 0 0,0 0 0 0 0,-1-1 1 0 0,0 0-1 0 0,-1 1 1 0 0,0-1-1 0 0,-1 1 1 0 0,0-1-1 0 0,-1 1 1 0 0,-6-21-1 0 0,8 31-59 0 0,-1 0 1 0 0,1 0-1 0 0,-1 1 0 0 0,0-1 0 0 0,1 0 1 0 0,-1 0-1 0 0,0 1 0 0 0,0-1 0 0 0,0 0 1 0 0,0 1-1 0 0,-1-1 0 0 0,-1-1 0 0 0,-1-2-10 0 0,4 4 8 0 0,-1 0 0 0 0,0 1-1 0 0,1-1 1 0 0,-1 0 0 0 0,0 0 0 0 0,0 0-1 0 0,0 0 1 0 0,0 1 0 0 0,1-1-1 0 0,-1 0 1 0 0,0 1 0 0 0,0-1-1 0 0,0 0 1 0 0,0 1 0 0 0,-1 0-1 0 0,1-1 1 0 0,0 1 0 0 0,0-1-1 0 0,0 1 1 0 0,-2 0 0 0 0,0-1-23 0 0,2 0 8 0 0,0 1 0 0 0,-1-1 0 0 0,1 1 0 0 0,-1-1 0 0 0,1 1 0 0 0,-1-1 0 0 0,0 1 0 0 0,1 0 0 0 0,-1-1 0 0 0,1 1 0 0 0,-1 0 0 0 0,0 0 0 0 0,1 0 0 0 0,-1 1 0 0 0,-2-1 0 0 0,-1 1-48 0 0,3-1 40 0 0,0 0 1 0 0,0 0-1 0 0,0 0 0 0 0,0 0 1 0 0,0 0-1 0 0,0 0 0 0 0,0 1 1 0 0,0-1-1 0 0,0 1 0 0 0,0 0 1 0 0,0 0-1 0 0,0-1 0 0 0,0 1 1 0 0,0 0-1 0 0,-1 2 0 0 0,-5 1-66 0 0,-1 1-132 0 0,-1 0 1 0 0,1 1-1 0 0,0 0 0 0 0,1 0 0 0 0,-1 1 0 0 0,1 0 0 0 0,0 0 0 0 0,1 1 1 0 0,0 0-1 0 0,0 1 0 0 0,1-1 0 0 0,0 1 0 0 0,0 0 0 0 0,1 1 0 0 0,1-1 0 0 0,-5 14 1 0 0,8-21 87 0 0,0 0 1 0 0,0 0-1 0 0,0 0 1 0 0,1 0-1 0 0,-1 0 1 0 0,1 0-1 0 0,-1 0 1 0 0,1 0 0 0 0,0 1-1 0 0,0-1 1 0 0,0 3-1 0 0,0 1-241 0 0,0-4 207 0 0,0-1-1 0 0,0 1 1 0 0,-1-1 0 0 0,1 1 0 0 0,0-1-1 0 0,1 1 1 0 0,-1-1 0 0 0,0 1-1 0 0,0-1 1 0 0,1 1 0 0 0,-1-1 0 0 0,1 1-1 0 0,-1-1 1 0 0,1 0 0 0 0,-1 1 0 0 0,1-1-1 0 0,1 2 1 0 0,1 1-702 0 0,-2 1-3442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08.4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0 4296 0 0,'0'0'5896'0'0,"-3"2"-5280"0"0,-37 20 723 0 0,35-19-1179 0 0,2 1-59 0 0,-11 10-13 0 0,10-10-41 0 0,4-3-43 0 0,-1 1 0 0 0,0-1 0 0 0,1 0 0 0 0,-1 1 0 0 0,0-1 0 0 0,0 0 0 0 0,0 0-1 0 0,0 1 1 0 0,0-1 0 0 0,0 0 0 0 0,0 0 0 0 0,-1 1 0 0 0,1-1 1 0 0,-2 2 22 0 0,2 2-118 0 0,1-3 99 0 0,0 0 5 0 0,0-1 0 0 0,0 0 1 0 0,0 1-1 0 0,-1-1 0 0 0,1 1 0 0 0,0-1 0 0 0,-1 0 1 0 0,1 1-1 0 0,-1-1 0 0 0,1 0 0 0 0,-1 1 0 0 0,-1 1 0 0 0,22 9-64 0 0,-15-14 140 0 0,1 1 1 0 0,-1-1-1 0 0,1 1 0 0 0,-1-2 0 0 0,1 1 1 0 0,-1-1-1 0 0,8-4 0 0 0,-9 4 107 0 0,-4 3-188 0 0,0 0-1 0 0,0-1 1 0 0,0 1 0 0 0,0-1-1 0 0,0 1 1 0 0,1 0-1 0 0,-1-1 1 0 0,0 1-1 0 0,0 0 1 0 0,0-1 0 0 0,1 1-1 0 0,-1 0 1 0 0,0-1-1 0 0,0 1 1 0 0,1 0-1 0 0,-1 0 1 0 0,0-1 0 0 0,1 1-1 0 0,-1 0 1 0 0,0 0-1 0 0,1-1 1 0 0,-1 1-1 0 0,0 0 1 0 0,1 0 0 0 0,-1 0-1 0 0,0 0 1 0 0,1 0-1 0 0,-1 0 1 0 0,1 0-1 0 0,0-1 6 0 0,-1 1-1 0 0,1 0 0 0 0,0 0 0 0 0,-1 0 0 0 0,1-1 0 0 0,-1 1 0 0 0,1 0 0 0 0,0 0 1 0 0,-1-1-1 0 0,1 1 0 0 0,-1-1 0 0 0,1 1 0 0 0,-1 0 0 0 0,1-1 0 0 0,-1 1 0 0 0,0-1 1 0 0,1 1-1 0 0,-1-1 0 0 0,0 1 0 0 0,1-1 0 0 0,-1 0 0 0 0,0 1 0 0 0,1-1 0 0 0,-1 1 1 0 0,0-1-1 0 0,0 0 0 0 0,0 0 0 0 0,6-19-707 0 0,-6 19 461 0 0,-1 0 1 0 0,1 0-1 0 0,-1 0 1 0 0,0 0 0 0 0,1 0-1 0 0,-1 1 1 0 0,0-1 0 0 0,0 0-1 0 0,0 0 1 0 0,0 0 0 0 0,0 1-1 0 0,0-1 1 0 0,0 1-1 0 0,0-1 1 0 0,0 0 0 0 0,0 1-1 0 0,0 0 1 0 0,0-1 0 0 0,0 1-1 0 0,0 0 1 0 0,-1-1 0 0 0,-1 1-1 0 0,-18-4-3379 0 0,16 3-811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08.8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85 4352 0 0,'0'0'6484'0'0,"-2"-4"-5716"0"0,-5-16 725 0 0,9 17-1392 0 0,0 1 0 0 0,0-1 0 0 0,0 0 0 0 0,0 1 1 0 0,1-1-1 0 0,-1 1 0 0 0,1 0 0 0 0,0-1 0 0 0,-1 1 1 0 0,1 0-1 0 0,4-1 0 0 0,-6 2-85 0 0,6-2 107 0 0,0-1 1 0 0,1 1-1 0 0,-1 0 0 0 0,1 1 0 0 0,-1 0 0 0 0,15-2 0 0 0,-15 3-77 0 0,13-4 271 0 0,4 3-134 0 0,-10 3 18 0 0,-6-2-134 0 0,26 5 279 0 0,-24-2-281 0 0,0 1 1 0 0,-1 0-1 0 0,1 1 1 0 0,0 0-1 0 0,-1 0 1 0 0,0 1 0 0 0,0 1-1 0 0,0-1 1 0 0,-1 1-1 0 0,0 1 1 0 0,0 0-1 0 0,0 0 1 0 0,-1 0-1 0 0,0 1 1 0 0,-1 0-1 0 0,1 0 1 0 0,4 10-1 0 0,-4-5-81 0 0,-1 0 0 0 0,-1 0 1 0 0,0 0-1 0 0,-1 1 0 0 0,0 0 0 0 0,-1 0 0 0 0,-1 0 0 0 0,0 0 0 0 0,-1 1 0 0 0,0-1 0 0 0,-1 0 0 0 0,-1 1 0 0 0,0-1 0 0 0,-4 18 0 0 0,-1-6-560 0 0,-1-1 0 0 0,-1 0 0 0 0,-1-1 0 0 0,-1 0 0 0 0,-1 0 0 0 0,-28 43 0 0 0,35-61 50 0 0,-15 20-1887 0 0,0-11-2284 0 0,3-4-884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09.2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0 245 3304 0 0,'2'-4'1401'0'0,"4"-12"-224"0"0,-5 12-278 0 0,4 1-198 0 0,43-28 496 0 0,148-48-1974 0 0,-123 52 1300 0 0,77-40-1 0 0,-145 64-217 0 0,-5 2-199 0 0,1 0-1 0 0,0 1 0 0 0,0-1 1 0 0,0 0-1 0 0,-1 0 0 0 0,1 0 1 0 0,0 1-1 0 0,0-1 1 0 0,0 0-1 0 0,1 1 0 0 0,-1-1 1 0 0,0 1-1 0 0,0-1 1 0 0,0 1-1 0 0,2-1 0 0 0,-7 7 1 0 0,1 1 0 0 0,0-1-1 0 0,0 1 1 0 0,1-1 0 0 0,0 1-1 0 0,0 0 1 0 0,0 0 0 0 0,1 0-1 0 0,0 0 1 0 0,0 0 0 0 0,1 0-1 0 0,0 1 1 0 0,1 9 0 0 0,0-9-47 0 0,0-1 0 0 0,1 0 0 0 0,-1 1 0 0 0,2-1-1 0 0,-1 0 1 0 0,1 0 0 0 0,4 7 0 0 0,-5-8-31 0 0,7 10 67 0 0,0 0 0 0 0,1-1 0 0 0,1 0 0 0 0,0 0 0 0 0,1-1 0 0 0,24 21 0 0 0,-4-2 115 0 0,-29-29-152 0 0,-3-4-55 0 0,0 1 0 0 0,0-1-1 0 0,0 1 1 0 0,0-1 0 0 0,0 1 0 0 0,1-1 0 0 0,-1 1 0 0 0,0 0-1 0 0,0-1 1 0 0,0 1 0 0 0,1-1 0 0 0,-1 0 0 0 0,0 1 0 0 0,1-1-1 0 0,-1 1 1 0 0,0-1 0 0 0,1 1 0 0 0,-1-1 0 0 0,1 0 0 0 0,-1 1-1 0 0,0-1 1 0 0,1 0 0 0 0,-1 1 0 0 0,2-1 0 0 0,-2 1-1 0 0,1-1-1 0 0,-1 0 1 0 0,1 0 0 0 0,-1 1 0 0 0,1-1 0 0 0,-1 0-1 0 0,1 1 1 0 0,-1-1 0 0 0,0 0 0 0 0,1 1 0 0 0,-1-1-1 0 0,1 1 1 0 0,-1-1 0 0 0,0 1 0 0 0,0-1 0 0 0,1 1-1 0 0,-1-1 1 0 0,0 1 0 0 0,0-1 0 0 0,0 1 0 0 0,1-1 0 0 0,-1 1-1 0 0,0-1 1 0 0,0 2 0 0 0,-8 19-413 0 0,8-20 372 0 0,-1 0 0 0 0,1-1 0 0 0,-1 1 0 0 0,1 0 0 0 0,-1 0 0 0 0,0 0 0 0 0,0-1 0 0 0,1 1 0 0 0,-1 0 1 0 0,0-1-1 0 0,0 1 0 0 0,0-1 0 0 0,0 1 0 0 0,0-1 0 0 0,0 1 0 0 0,0-1 0 0 0,0 0 0 0 0,0 1 0 0 0,0-1 1 0 0,0 0-1 0 0,0 0 0 0 0,-1 0 0 0 0,-4 2-432 0 0,0 0-1 0 0,0 0 1 0 0,-1-1 0 0 0,1 0 0 0 0,0-1-1 0 0,-1 1 1 0 0,-11-2 0 0 0,12 1 114 0 0,4 1 96 0 0,0-1 0 0 0,-1 0 0 0 0,1 0-1 0 0,-1 0 1 0 0,1 0 0 0 0,-1-1 0 0 0,1 1 0 0 0,-1-1 0 0 0,1 1 0 0 0,0-1 0 0 0,-3-1 0 0 0,-2 0-721 0 0,0 0-3396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09.3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1 174 4336 0 0,'19'-17'1773'0'0,"3"1"-317"0"0,-3-1-144 0 0,-1 2-216 0 0,1 2 340 0 0,15-11-520 0 0,0 4-668 0 0,-4 4-512 0 0,-3 2-1192 0 0,3-7-3220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37.5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 3432 0 0,'12'-14'9651'0'0,"-6"22"-4013"0"0,-2 7-7318 0 0,25 121 3056 0 0,-16-88-1117 0 0,11 34-748 0 0,-22-78 150 0 0,-1 1-169 0 0,8 37-4570 0 0,-8-38 3676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37.9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86 2604 0 0,'0'0'1470'0'0,"-2"-5"-270"0"0,-2-13-299 0 0,3 14 977 0 0,2 0-1370 0 0,2-13-74 0 0,-2 13-36 0 0,2 1-3 0 0,7-3 8 0 0,1 0 0 0 0,0 1 0 0 0,20-8 0 0 0,-26 12-253 0 0,2 2-35 0 0,18 0 62 0 0,1 2 0 0 0,0 0 1 0 0,30 10-1 0 0,-49-11-135 0 0,15 8 25 0 0,-8 0 16 0 0,31 28 192 0 0,-41-33-258 0 0,0 0 0 0 0,-1-1 1 0 0,1 1-1 0 0,-1 0 1 0 0,0 1-1 0 0,-1-1 1 0 0,1 1-1 0 0,1 5 0 0 0,-2-5-19 0 0,0-2 17 0 0,-1 1-1 0 0,0-1 1 0 0,0 1 0 0 0,0-1 0 0 0,-1 1 0 0 0,0 0 0 0 0,0-1 0 0 0,0 1 0 0 0,0-1 0 0 0,-2 10 0 0 0,1-10 18 0 0,-1 4-11 0 0,1 0 1 0 0,-2 0-1 0 0,1-1 1 0 0,-1 1-1 0 0,0 0 1 0 0,-1-1-1 0 0,1 0 1 0 0,-2 0-1 0 0,1 0 1 0 0,-1-1-1 0 0,0 1 1 0 0,0-1-1 0 0,-1 0 1 0 0,1 0-1 0 0,-10 6 1 0 0,0 0 30 0 0,-1 0 0 0 0,-1-1 1 0 0,0-1-1 0 0,-31 14 0 0 0,36-19-9 0 0,-6 1-13 0 0,-1-1 13 0 0,-41 6 66 0 0,54-10-116 0 0,0-1-46 0 0,-20 2-44 0 0,20-2-150 0 0,0-1-75 0 0,-14-3-63 0 0,15 2-67 0 0,2 0-63 0 0,2 1 337 0 0,1 1-1 0 0,-1-1 1 0 0,0 0-1 0 0,0 0 1 0 0,0 0-1 0 0,0 0 1 0 0,1 0-1 0 0,-1 0 1 0 0,1 0-1 0 0,-1 0 1 0 0,0 0-1 0 0,1 0 0 0 0,0 0 1 0 0,-1 0-1 0 0,1 0 1 0 0,0 0-1 0 0,-1 0 1 0 0,1-1-1 0 0,0 1 1 0 0,0 0-1 0 0,0 0 1 0 0,0 0-1 0 0,0 0 1 0 0,0-1-1 0 0,0 1 1 0 0,1 0-1 0 0,-1 0 1 0 0,0 0-1 0 0,1 0 1 0 0,-1 0-1 0 0,1-1 1 0 0,-1 1-1 0 0,1 0 1 0 0,-1 0-1 0 0,1 0 1 0 0,0 0-1 0 0,-1 1 1 0 0,1-1-1 0 0,0 0 1 0 0,0 0-1 0 0,1-1 1 0 0,16-16-4305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38.2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39 3184 0 0,'0'0'1572'0'0,"2"-4"-172"0"0,2-2-1214 0 0,11-19 6030 0 0,-13 22-3457 0 0,1 7-2454 0 0,1 2-192 0 0,-1 0 0 0 0,0 1 0 0 0,0-1-1 0 0,0 1 1 0 0,-1 0 0 0 0,0 0 0 0 0,1 7 0 0 0,8 61 234 0 0,-9-56-323 0 0,21 184-464 0 0,-17-137-2523 0 0,0-4-3854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39.6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3388 0 0,'0'0'4619'0'0,"1"4"-4155"0"0,5 31-180 0 0,0 1 1 0 0,0 50-1 0 0,-5-72-599 0 0,-1-9-271 0 0,1 23-1322 0 0,-1-22 740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39.9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16 5132 0 0,'0'0'1593'0'0,"2"-4"-263"0"0,4-8 2364 0 0,0 12-1395 0 0,5 27-723 0 0,3 57-2338 0 0,-13-75 1139 0 0,9 78-2335 0 0,-9-82 1353 0 0,-1 1-47 0 0,1 18-42 0 0,0-18-90 0 0,-1 0-1242 0 0,0-1 1542 0 0,1 6 42 0 0,-2-1-3386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0.3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78 3088 0 0,'0'0'1038'0'0,"0"-5"-124"0"0,0-15-95 0 0,0 15-268 0 0,1 2-145 0 0,6-10-55 0 0,-5 10-31 0 0,1 0-61 0 0,3 0-170 0 0,-1-1 0 0 0,1 1 1 0 0,0 1-1 0 0,0-1 0 0 0,0 1 0 0 0,0 0 0 0 0,0 0 1 0 0,1 0-1 0 0,-1 1 0 0 0,1 0 0 0 0,-1 1 0 0 0,0-1 0 0 0,1 1 1 0 0,-1 0-1 0 0,1 1 0 0 0,9 1 0 0 0,28 7 152 0 0,-24-4-53 0 0,0 1 1 0 0,23 9-1 0 0,-35-11-114 0 0,0 0-1 0 0,0 0 0 0 0,0 1 1 0 0,-1 0-1 0 0,0 0 1 0 0,0 1-1 0 0,0 0 1 0 0,0 0-1 0 0,10 13 0 0 0,-12-13 6 0 0,-1 1-1 0 0,1 0 1 0 0,-1 0 0 0 0,0 1-1 0 0,-1-1 1 0 0,0 1-1 0 0,2 8 1 0 0,-4-11-43 0 0,0 0-1 0 0,0-1 1 0 0,-1 1-1 0 0,0 0 1 0 0,0 0-1 0 0,0 0 1 0 0,0-1 0 0 0,-1 1-1 0 0,0 0 1 0 0,0 0-1 0 0,0-1 1 0 0,-1 1 0 0 0,-3 8-1 0 0,-1-3 16 0 0,1-1 0 0 0,-1 0 0 0 0,0 0 0 0 0,-1 0 0 0 0,0-1 0 0 0,0 0-1 0 0,-1 0 1 0 0,0-1 0 0 0,-1 0 0 0 0,-10 7 0 0 0,1-2 21 0 0,-1-2 1 0 0,0 0-1 0 0,-35 13 1 0 0,20-14-87 0 0,28-8-248 0 0,-1-1-88 0 0,5 0 289 0 0,-1 1-126 0 0,-1-1 0 0 0,1 0 0 0 0,-1 0 1 0 0,0 0-1 0 0,1 0 0 0 0,-1-1 0 0 0,1 0 0 0 0,-1 1 1 0 0,1-1-1 0 0,-1 0 0 0 0,1-1 0 0 0,0 1 0 0 0,-1-1 0 0 0,1 1 1 0 0,-4-4-1 0 0,4 3-320 0 0,-5-5 12 0 0,3-4-2848 0 0,-2-10-1375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0.8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1 3556 0 0,'0'0'1380'0'0,"5"0"-247"0"0,6 2-544 0 0,-1 0 0 0 0,1 0 1 0 0,-1 1-1 0 0,0 1 0 0 0,0 0 1 0 0,0 0-1 0 0,14 8 0 0 0,-17-8-499 0 0,-1 0 0 0 0,0 1 0 0 0,1 0 0 0 0,-1 0 0 0 0,-1 0 0 0 0,1 0-1 0 0,-1 1 1 0 0,0 0 0 0 0,0 0 0 0 0,-1 0 0 0 0,0 1 0 0 0,0 0 0 0 0,4 8 0 0 0,-6-10-55 0 0,1 2 0 0 0,-1-1 0 0 0,0 0 0 0 0,0 0 0 0 0,-1 1 0 0 0,1-1 0 0 0,-2 1 1 0 0,1-1-1 0 0,-1 1 0 0 0,0-1 0 0 0,0 1 0 0 0,0-1 0 0 0,-1 1 0 0 0,0-1 0 0 0,-1 1 0 0 0,0-1 0 0 0,1 1 1 0 0,-2-1-1 0 0,1 0 0 0 0,-1 0 0 0 0,0 0 0 0 0,0-1 0 0 0,-1 1 0 0 0,-4 5 0 0 0,2-2 47 0 0,-1 0 1 0 0,0 0-1 0 0,-1-1 0 0 0,0 0 1 0 0,0 0-1 0 0,0-1 0 0 0,-1 0 0 0 0,0 0 1 0 0,-1-1-1 0 0,0 0 0 0 0,0-1 0 0 0,-12 5 1 0 0,18-9-1 0 0,-1 0-17 0 0,-15 2 1 0 0,15-2-11 0 0,0-2-9 0 0,-13-4-6 0 0,14 3 16 0 0,3 1-51 0 0,0-1 0 0 0,0 0 0 0 0,0 1 0 0 0,-1-1 0 0 0,1 1 0 0 0,0-1 0 0 0,-1 1 0 0 0,1 0 0 0 0,-1 0 0 0 0,-2-2 0 0 0,1 0-16 0 0,1-2-17 0 0,0-1 1 0 0,1 1 0 0 0,-1-1 1 0 0,1 0-1 0 0,1 0 0 0 0,-1 0 1 0 0,1 0-1 0 0,0 0 0 0 0,1 0 1 0 0,-1 1-1 0 0,3-10 0 0 0,-2 11 5 0 0,1 3 23 0 0,-1 0 1 0 0,1-1-1 0 0,-1 1 1 0 0,1 0 0 0 0,-1 0-1 0 0,0 0 1 0 0,0-1-1 0 0,1 1 1 0 0,-1-1-1 0 0,1-1 1 0 0,1 0-31 0 0,1 1 12 0 0,0 1 17 0 0,0 0 0 0 0,1 0 0 0 0,-1 1 1 0 0,0-1-1 0 0,1 1 0 0 0,-1 0 0 0 0,1 0 0 0 0,-1 0 0 0 0,1 1 0 0 0,-1-1 0 0 0,0 1 1 0 0,0 0-1 0 0,1 1 0 0 0,-1-1 0 0 0,0 1 0 0 0,0-1 0 0 0,0 1 0 0 0,0 1 1 0 0,0-1-1 0 0,4 4 0 0 0,8 7-50 0 0,0 1 0 0 0,0 0 0 0 0,16 22 0 0 0,14 12-300 0 0,-13-23-1387 0 0,-30-22 1109 0 0,2-2-885 0 0,13 7 540 0 0,-14-6-129 0 0,0-4-218 0 0,10-3-979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1.0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2408 0 0,'0'0'4781'0'0,"5"1"-3962"0"0,14 6-124 0 0,-17-5-575 0 0,1-1-1 0 0,-1 2 0 0 0,0-1 1 0 0,0 0-1 0 0,0 0 0 0 0,0 1 1 0 0,0-1-1 0 0,-1 1 0 0 0,1-1 0 0 0,-1 1 1 0 0,0 0-1 0 0,0 0 0 0 0,0 0 1 0 0,1 4-1 0 0,7 12-90 0 0,-2 0 0 0 0,0 0-1 0 0,-2 1 1 0 0,0 0 0 0 0,-1 0 0 0 0,2 25-1 0 0,-5-19-1320 0 0,-1 1 0 0 0,-1-1 0 0 0,-1 0-1 0 0,-7 30 1 0 0,1-16-2901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1.6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17 3308 0 0,'-2'-3'1987'0'0,"2"3"-1760"0"0,0-1 0 0 0,-1 1 0 0 0,1 0-1 0 0,0-1 1 0 0,0 1 0 0 0,-1 0 0 0 0,1-1 0 0 0,0 1-1 0 0,0-1 1 0 0,0 1 0 0 0,0 0 0 0 0,0-1 0 0 0,-1 1-1 0 0,1-1 1 0 0,0 1 0 0 0,0-1 0 0 0,0 1 0 0 0,0 0-1 0 0,0-1 1 0 0,0 1 0 0 0,0-1 0 0 0,0 1 0 0 0,1 0-1 0 0,-1-1 1 0 0,0 1 0 0 0,0-1 0 0 0,0 1 0 0 0,0 0-1 0 0,0-1 1 0 0,1 1 0 0 0,-1-1 0 0 0,7 2 4207 0 0,0 1-5266 0 0,-6-1 205 0 0,0-1 654 0 0,0 1 0 0 0,0-1 1 0 0,0 1-1 0 0,0-1 0 0 0,0 1 0 0 0,0-1 1 0 0,0 1-1 0 0,-1 0 0 0 0,1 0 0 0 0,0-1 0 0 0,-1 1 1 0 0,1 0-1 0 0,0 0 0 0 0,-1 0 0 0 0,1 0 0 0 0,-1 0 1 0 0,1 0-1 0 0,-1 0 0 0 0,0 0 0 0 0,1 0 0 0 0,-1 1 1 0 0,1 0 47 0 0,8 16 103 0 0,0 1 0 0 0,-1 1-1 0 0,0-1 1 0 0,6 31 0 0 0,2 29-843 0 0,-16-77 600 0 0,13 59-2122 0 0,-2-19-2129 0 0,-9-38 2571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1.9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70 3748 0 0,'0'0'2429'0'0,"0"-5"-1758"0"0,0-20 535 0 0,3 23-766 0 0,2-3-291 0 0,0 1 0 0 0,0 1 0 0 0,0-1 0 0 0,1 1 0 0 0,0 0 0 0 0,0 0 0 0 0,-1 1 0 0 0,1 0-1 0 0,1 0 1 0 0,-1 0 0 0 0,0 1 0 0 0,0-1 0 0 0,1 2 0 0 0,-1-1 0 0 0,10 1 0 0 0,59 1 368 0 0,-60 0-435 0 0,0 1 0 0 0,0 1 0 0 0,-1 0 0 0 0,1 1 0 0 0,0 0-1 0 0,-1 1 1 0 0,27 14 0 0 0,-26-11 64 0 0,-12-7-128 0 0,-1 0-1 0 0,0 1 0 0 0,1-1 0 0 0,-1 1 0 0 0,0 0 1 0 0,0 0-1 0 0,0-1 0 0 0,0 1 0 0 0,0 0 0 0 0,2 5 0 0 0,1-3 27 0 0,-1 1-1 0 0,0 0 0 0 0,0 0 1 0 0,0 1-1 0 0,-1-1 0 0 0,1 1 0 0 0,-1 0 1 0 0,-1 0-1 0 0,1 0 0 0 0,-1 0 0 0 0,0 0 1 0 0,-1 0-1 0 0,1 1 0 0 0,-1-1 0 0 0,0 1 1 0 0,-1-1-1 0 0,0 1 0 0 0,0-1 0 0 0,0 1 1 0 0,-1-1-1 0 0,0 1 0 0 0,0-1 0 0 0,0 0 1 0 0,-4 8-1 0 0,2-3 1 0 0,-2 0 0 0 0,1-1 0 0 0,-1 0 1 0 0,-1 0-1 0 0,0-1 0 0 0,0 1 0 0 0,-1-1 0 0 0,0-1 0 0 0,-14 14 1 0 0,9-11-187 0 0,-2 0 1 0 0,1-1-1 0 0,-1 0 1 0 0,-1-1-1 0 0,-21 10 1 0 0,32-17-295 0 0,0 0-144 0 0,-13 4-157 0 0,13-4-245 0 0,-20-15-9302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2.5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3128 0 0,'0'0'7058'0'0,"3"3"-6721"0"0,11 8-45 0 0,-11-8-53 0 0,-3 3-41 0 0,-10 147 898 0 0,10-149-989 0 0,0 2 67 0 0,-2 17 45 0 0,2-17-12 0 0,1-2 7 0 0,0 2-75 0 0,1 0 0 0 0,0 0-1 0 0,0-1 1 0 0,0 1 0 0 0,4 6-1 0 0,-3-8-54 0 0,1-3-7 0 0,13 5-18 0 0,-13-4-15 0 0,2-2-6 0 0,8 0-55 0 0,-1-1-1 0 0,1 0 0 0 0,0-1 1 0 0,-1-1-1 0 0,18-5 0 0 0,-14 2-20 0 0,-1 0-1 0 0,0-1 1 0 0,-1-1-1 0 0,1 0 1 0 0,-1-1-1 0 0,23-19 1 0 0,-35 25 20 0 0,0 0 20 0 0,8-11 17 0 0,-8 11 59 0 0,-3-2-16 0 0,1-19 254 0 0,-1 23-293 0 0,0 1 1 0 0,0-1 0 0 0,0 1-1 0 0,-1-1 1 0 0,1 0-1 0 0,0 1 1 0 0,0-1 0 0 0,-1 1-1 0 0,1-1 1 0 0,0 1 0 0 0,-1-1-1 0 0,1 1 1 0 0,-1-1-1 0 0,1 1 1 0 0,-1-1 0 0 0,1 1-1 0 0,-1 0 1 0 0,1-1 0 0 0,-1 1-1 0 0,1 0 1 0 0,-1-1 0 0 0,1 1-1 0 0,-1 0 1 0 0,0 0-1 0 0,0-1 1 0 0,-21-4 439 0 0,13 3-306 0 0,-12 15 37 0 0,19-11-176 0 0,0 1 1 0 0,1-1-1 0 0,-1 0 0 0 0,0 1 1 0 0,1-1-1 0 0,0 1 1 0 0,-1-1-1 0 0,1 1 0 0 0,0 0 1 0 0,0 0-1 0 0,1-1 1 0 0,-1 1-1 0 0,1 0 0 0 0,-1 4 1 0 0,0 5-61 0 0,0-1 0 0 0,1 1 1 0 0,0 0-1 0 0,1-1 0 0 0,1 1 0 0 0,4 18 1 0 0,-4-20-117 0 0,4 25-1760 0 0,2 0 0 0 0,2-1 1 0 0,18 43-1 0 0,-16-53-1973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2.7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 3860 0 0,'0'-1'259'0'0,"0"0"-1"0"0,1 0 0 0 0,-1 0 1 0 0,0 1-1 0 0,0-1 0 0 0,1 0 1 0 0,-1 1-1 0 0,1-1 0 0 0,-1 0 1 0 0,1 1-1 0 0,-1-1 0 0 0,1 0 1 0 0,-1 1-1 0 0,1-1 0 0 0,0 1 1 0 0,-1-1-1 0 0,1 1 0 0 0,0-1 1 0 0,-1 1-1 0 0,2-1 0 0 0,6 11 3299 0 0,-6-7-4591 0 0,-1-2 1035 0 0,-1-1 0 0 0,1 1 0 0 0,-1 0-1 0 0,1 0 1 0 0,-1-1 0 0 0,0 1 0 0 0,1 0 0 0 0,-1 0-1 0 0,0 0 1 0 0,0 0 0 0 0,1 0 0 0 0,-1 0-1 0 0,0-1 1 0 0,0 1 0 0 0,0 0 0 0 0,0 0-1 0 0,0 0 1 0 0,0 0 0 0 0,0 0 0 0 0,-1 0 0 0 0,1 0-1 0 0,0 0 1 0 0,-3 18-355 0 0,-1 67-2163 0 0,-4-8-1768 0 0,3-36-345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3.5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4492 0 0,'0'0'11291'0'0,"0"5"-10956"0"0,1 38 6 0 0,10 67 0 0 0,-2-35-1788 0 0,-5-5-2272 0 0,-4-65 2433 0 0,1 0-339 0 0,-1 2 1086 0 0,1 14-3138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3.9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53 3728 0 0,'0'0'1116'0'0,"3"-3"-207"0"0,0-2-750 0 0,1 1-1 0 0,-1 1 1 0 0,1-1-1 0 0,0 0 1 0 0,0 1-1 0 0,0 0 1 0 0,0 0 0 0 0,1 0-1 0 0,-1 0 1 0 0,1 1-1 0 0,-1 0 1 0 0,1 0-1 0 0,0 0 1 0 0,0 0-1 0 0,0 1 1 0 0,0 0 0 0 0,1 0-1 0 0,-1 0 1 0 0,7 1-1 0 0,54 0 664 0 0,-53 1-712 0 0,0 0 1 0 0,0 2-1 0 0,0-1 1 0 0,0 2-1 0 0,-1-1 1 0 0,1 2-1 0 0,-1 0 1 0 0,0 0-1 0 0,0 1 1 0 0,-1 1-1 0 0,0 0 1 0 0,0 0-1 0 0,0 1 1 0 0,-1 1-1 0 0,0-1 1 0 0,10 14-1 0 0,-14-15 1 0 0,-1 1 0 0 0,0 0 0 0 0,0 0-1 0 0,-1 1 1 0 0,4 11 0 0 0,-7-18-97 0 0,1 2 25 0 0,-1 1 1 0 0,0-1-1 0 0,0 1 0 0 0,0-1 0 0 0,0 1 0 0 0,-1 0 1 0 0,0-1-1 0 0,0 1 0 0 0,0 0 0 0 0,0-1 0 0 0,-2 6 1 0 0,2-5-30 0 0,-3 5 30 0 0,0 0 1 0 0,0 0-1 0 0,-1 0 1 0 0,-1-1-1 0 0,1 1 1 0 0,-1-1-1 0 0,-1 0 1 0 0,0 0-1 0 0,0-1 0 0 0,-1 0 1 0 0,0 0-1 0 0,-14 13 1 0 0,9-11-159 0 0,0-1 0 0 0,0 0 0 0 0,0-1 0 0 0,-1-1 1 0 0,-1 0-1 0 0,1 0 0 0 0,-1-1 0 0 0,-23 6 0 0 0,33-11-422 0 0,-2-2-1024 0 0,-24-2-1373 0 0,29-1 295 0 0,-6-16-1884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4.3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1 3940 0 0,'0'0'5744'0'0,"-3"3"-5318"0"0,-11 11 744 0 0,13-10-866 0 0,0 0-224 0 0,1-1 1 0 0,0 1-1 0 0,-1-1 1 0 0,1 1-1 0 0,0-1 1 0 0,1 1 0 0 0,-1-1-1 0 0,1 1 1 0 0,-1-1-1 0 0,1 0 1 0 0,0 1-1 0 0,0-1 1 0 0,1 0-1 0 0,-1 0 1 0 0,1 1 0 0 0,-1-1-1 0 0,5 4 1 0 0,-1 0-7 0 0,1 0-1 0 0,0-1 1 0 0,1 0 0 0 0,0 0 0 0 0,0-1 0 0 0,0 0 0 0 0,12 6 0 0 0,-2-1 39 0 0,-1-1 179 0 0,0 0 0 0 0,0 1 0 0 0,-1 1 0 0 0,24 21 0 0 0,-36-28-131 0 0,6 12 120 0 0,-8-14-230 0 0,1 2 283 0 0,-2 1-185 0 0,-3 16-95 0 0,3-15 71 0 0,-2-2 4 0 0,0 0-113 0 0,0-1 0 0 0,-1 1 1 0 0,1 0-1 0 0,-1-1 0 0 0,0 1 1 0 0,0-1-1 0 0,0 0 0 0 0,0 0 1 0 0,-1 0-1 0 0,1 0 0 0 0,-1-1 1 0 0,1 1-1 0 0,-1-1 1 0 0,-7 3-1 0 0,5-2-327 0 0,0-1 0 0 0,0 0 0 0 0,0-1 0 0 0,-1 1 0 0 0,1-1 0 0 0,0 0 0 0 0,-1-1-1 0 0,1 0 1 0 0,0 0 0 0 0,-1 0 0 0 0,1-1 0 0 0,0 0 0 0 0,-1 0 0 0 0,1 0 0 0 0,0-1 0 0 0,-6-2 0 0 0,10 4 101 0 0,0-1 0 0 0,0 1 0 0 0,1-1 0 0 0,-1 1 0 0 0,0-1 0 0 0,1 0 1 0 0,-1 0-1 0 0,0 0 0 0 0,1 0 0 0 0,-1 0 0 0 0,1 0 0 0 0,0 0 0 0 0,-1 0 0 0 0,-1-3 0 0 0,-5-3-2783 0 0,-9-11-2264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4.5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87 2764 0 0,'36'-15'2352'0'0,"4"0"-1543"0"0,-13 7-201 0 0,-2 2-60 0 0,2 1-92 0 0,0-1-236 0 0,2 1 108 0 0,-2 1-76 0 0,2-1-120 0 0,-1 2-104 0 0,23-2-904 0 0,-4-1-1272 0 0,-7 2-3285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48.3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1 294 3116 0 0,'1'-5'1332'0'0,"1"-14"-249"0"0,-2 15 1785 0 0,2-20-1669 0 0,-2 19 2263 0 0,1 12-3227 0 0,9 108 490 0 0,13 171-359 0 0,-21-169-313 0 0,-1-36 187 0 0,4 0 1 0 0,18 101-1 0 0,-20-153-159 0 0,-2-24 93 0 0,0 0-108 0 0,10 38 309 0 0,-9-38-159 0 0,-1-2-325 0 0,6 11 97 0 0,-5-11-28 0 0,60 5 0 0 0,6-8-47 0 0,-62 0 94 0 0,1 0 21 0 0,57-3 32 0 0,-57 3-49 0 0,-1 0-6 0 0,290-18 77 0 0,-235 15-145 0 0,4 0 166 0 0,25-1 47 0 0,72-7-92 0 0,105-10-62 0 0,-192 21-5 0 0,-9-2 20 0 0,-53 2-24 0 0,199-6 138 0 0,-132 4-89 0 0,-17-2-75 0 0,-24 0 27 0 0,42 3 8 0 0,-17-2-24 0 0,-12 2-9 0 0,11-1 49 0 0,-10-2-14 0 0,91 0-61 0 0,-85 2 95 0 0,15-1-8 0 0,28 3 27 0 0,-35 0-41 0 0,-18 0-4 0 0,-1-2-18 0 0,118-4-39 0 0,-50 1 204 0 0,-55 4-248 0 0,29-1 116 0 0,-25 1-132 0 0,-17 0 108 0 0,0-2 27 0 0,285-18 16 0 0,574-12 367 0 0,-657 20-389 0 0,-181 9-17 0 0,-9-1 14 0 0,36-3 15 0 0,140-14-40 0 0,-187 16 66 0 0,16-1 89 0 0,139-16-364 0 0,-157 18 206 0 0,36-8 174 0 0,-79 12-67 0 0,2 1 3 0 0,41-8 316 0 0,-42 7-267 0 0,-1-1-96 0 0,2-1-33 0 0,0 0 0 0 0,-1 0 0 0 0,1-1-1 0 0,-1 0 1 0 0,0 0 0 0 0,0 0 0 0 0,-1-1-1 0 0,1 0 1 0 0,-1 1 0 0 0,0-2-1 0 0,0 1 1 0 0,0 0 0 0 0,-1-1 0 0 0,0 0-1 0 0,4-10 1 0 0,6-16 17 0 0,16-58 0 0 0,-27 84-43 0 0,15-68-10 0 0,-12 44 39 0 0,-1-1 1 0 0,-1-1-1 0 0,-1 1 1 0 0,-2 0-1 0 0,-4-34 1 0 0,0 24 25 0 0,-8-28-38 0 0,2 27 234 0 0,9 38-267 0 0,0-1 5 0 0,-3-14 16 0 0,3 14-6 0 0,-1 1 147 0 0,-4-13-157 0 0,5 13-40 0 0,0 0-208 0 0,-5-12 258 0 0,5 12 15 0 0,-6-3-53 0 0,-3-7 116 0 0,-5 7-81 0 0,0 0 0 0 0,0 1 0 0 0,0 1 0 0 0,-1 0-1 0 0,0 1 1 0 0,0 1 0 0 0,-25-2 0 0 0,-6-3 26 0 0,-214-22-4 0 0,250 29-4 0 0,-45-1 0 0 0,17 0-22 0 0,-166-5-69 0 0,118 4 124 0 0,25 0-26 0 0,16 1-22 0 0,1 0-135 0 0,-1 0 213 0 0,-32-2 65 0 0,-20 0-150 0 0,35 0 36 0 0,17 1 77 0 0,-5 1-159 0 0,1 0 33 0 0,-1-1 112 0 0,0 1-100 0 0,-972-27-114 0 0,909 30 106 0 0,-182-2 245 0 0,224 1-427 0 0,22 0 230 0 0,3 0-42 0 0,-4-2-247 0 0,-1 2 206 0 0,2 0 41 0 0,-65-1 16 0 0,82 3 9 0 0,-191-5-47 0 0,170 0 49 0 0,-186 0-281 0 0,176 4 258 0 0,17-2-24 0 0,-186 10-55 0 0,136 2 20 0 0,-7 1 67 0 0,52-5-28 0 0,7-3 30 0 0,-413 49-20 0 0,376-41 8 0 0,-57 3 39 0 0,133-14-13 0 0,0-1-1 0 0,-19 2-6 0 0,19-1 12 0 0,0-1-17 0 0,-19 2 3 0 0,19-1-2 0 0,0-1-29 0 0,-44 4 108 0 0,45-3-60 0 0,4-1-53 0 0,0 1 31 0 0,0-1 0 0 0,0 1 0 0 0,0-1-1 0 0,0 1 1 0 0,0-1 0 0 0,0 0 0 0 0,-1 0 0 0 0,1 0-1 0 0,0 1 1 0 0,0-1 0 0 0,0 0 0 0 0,0 0-1 0 0,-2-1 1 0 0,-19 1 38 0 0,-91 15 84 0 0,108-14 90 0 0,-39 6-399 0 0,29-6 163 0 0,10 0 27 0 0,4 0-22 0 0,-1-1 25 0 0,1 1 0 0 0,-1 0 0 0 0,1-1 0 0 0,0 0 0 0 0,-1 1 0 0 0,1-1 0 0 0,-1 0 0 0 0,1 0 0 0 0,-1 0 0 0 0,1 0 0 0 0,-3 0 0 0 0,2 0 1 0 0,-2 1 83 0 0,0 0-76 0 0,-13 2-2 0 0,13-2 261 0 0,0 0-197 0 0,-2 2 12 0 0,0-1-1 0 0,0 2 1 0 0,1-1 0 0 0,0 0 0 0 0,-1 1-1 0 0,1 0 1 0 0,-6 7 0 0 0,9-8-35 0 0,2 3-167 0 0,0 49-2329 0 0,1-34-552 0 0,-1 0 1 0 0,-3 20-1 0 0,-5-7-3624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3.7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14 5196 0 0,'0'0'3122'0'0,"-1"-4"-2046"0"0,-4-6 2027 0 0,6 23-595 0 0,0-8-3200 0 0,-1 0 909 0 0,1 2-33 0 0,18 140-297 0 0,-18-143-270 0 0,0 2-92 0 0,0 0 178 0 0,4 24-1249 0 0,-4-9-6179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4.1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11 140 2392 0 0,'-1'-5'1205'0'0,"1"0"-1041"0"0,-1 1-1 0 0,0 0 1 0 0,1-1 0 0 0,0 1-1 0 0,0 0 1 0 0,0-1 0 0 0,1 1-1 0 0,0 0 1 0 0,-1 0 0 0 0,1-1-1 0 0,1 1 1 0 0,-1 0 0 0 0,1 0-1 0 0,-1 0 1 0 0,1 0 0 0 0,0 0-1 0 0,1 1 1 0 0,-1-1 0 0 0,0 0-1 0 0,1 1 1 0 0,0 0 0 0 0,0 0-1 0 0,0 0 1 0 0,0 0 0 0 0,1 0-1 0 0,-1 0 1 0 0,1 1 0 0 0,0 0-1 0 0,-1 0 1 0 0,1 0-1 0 0,5-2 1 0 0,50-13 596 0 0,-46 16-639 0 0,0 0 0 0 0,1 1 0 0 0,-1 1 0 0 0,0 0 0 0 0,0 1 0 0 0,0 0 1 0 0,0 1-1 0 0,23 8 0 0 0,-25-7-77 0 0,0 1 1 0 0,0 0 0 0 0,-1 1 0 0 0,0 0-1 0 0,0 1 1 0 0,0 0 0 0 0,-1 0-1 0 0,0 1 1 0 0,0 0 0 0 0,-1 1 0 0 0,11 14-1 0 0,-14-15-10 0 0,-1 0-1 0 0,0 1 1 0 0,-1-1 0 0 0,5 18-1 0 0,-6-20-24 0 0,-1 0-21 0 0,0 0 1 0 0,0-1-1 0 0,0 1 1 0 0,-1 0-1 0 0,0 0 0 0 0,0 0 1 0 0,0 0-1 0 0,-1 0 0 0 0,-2 8 1 0 0,2-9 54 0 0,0 3 10 0 0,-1 0 1 0 0,-1 1-1 0 0,1-2 1 0 0,-1 1-1 0 0,-1 0 1 0 0,1 0-1 0 0,-2-1 1 0 0,1 0-1 0 0,-10 12 1 0 0,4-6 75 0 0,0-2 0 0 0,-1 1 0 0 0,-24 18 1 0 0,20-19-17 0 0,0 0 0 0 0,-1-1 0 0 0,0-1 0 0 0,-21 8-1 0 0,27-13-93 0 0,0 0 0 0 0,0-1 0 0 0,0-1-1 0 0,0 0 1 0 0,0 0 0 0 0,-1-1 0 0 0,1 0-1 0 0,0-1 1 0 0,-12 0 0 0 0,15-1-87 0 0,0 0 0 0 0,0 0 0 0 0,0-1-1 0 0,1 1 1 0 0,-1-1 0 0 0,1-1 0 0 0,-1 1 0 0 0,1-1 0 0 0,0 0 0 0 0,0-1 0 0 0,0 1 0 0 0,-8-8-1 0 0,12 9-391 0 0,2 1 421 0 0,0 0-1 0 0,0 1 1 0 0,0-1-1 0 0,0 0 0 0 0,-1 1 1 0 0,1-1-1 0 0,0 1 0 0 0,0-1 1 0 0,0 0-1 0 0,0 1 1 0 0,-1-1-1 0 0,1 1 0 0 0,0-1 1 0 0,-1 1-1 0 0,1-1 0 0 0,0 0 1 0 0,-1 1-1 0 0,1 0 1 0 0,-1-1-1 0 0,0 0 0 0 0,0 1-18 0 0,1-1 0 0 0,-1 1 0 0 0,1-1 0 0 0,0 1-1 0 0,-1-1 1 0 0,1 1 0 0 0,-1-1 0 0 0,1 0-1 0 0,0 1 1 0 0,-1-1 0 0 0,1 1 0 0 0,0-1 0 0 0,0 0-1 0 0,-1 1 1 0 0,1-1 0 0 0,0 0 0 0 0,0 1 0 0 0,0-1-1 0 0,0-1 1 0 0,1-1-297 0 0,0 1-1 0 0,0-1 1 0 0,0 0-1 0 0,0 0 1 0 0,0 1-1 0 0,1-1 1 0 0,-1 1-1 0 0,1-1 1 0 0,0 1-1 0 0,0 0 1 0 0,0-1 0 0 0,0 1-1 0 0,0 0 1 0 0,0 0-1 0 0,5-3 1 0 0,-6 5 46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4.3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2496 0 0,'0'0'4745'0'0,"4"1"-3901"0"0,-1-1-583 0 0,0 1 0 0 0,-1 0 1 0 0,1 0-1 0 0,0 0 0 0 0,-1 1 0 0 0,1-1 1 0 0,-1 0-1 0 0,0 1 0 0 0,1 0 0 0 0,-1-1 1 0 0,0 1-1 0 0,3 4 0 0 0,-2-3 70 0 0,-2-1-297 0 0,0-1-1 0 0,1 0 0 0 0,-1 1 0 0 0,0-1 0 0 0,-1 0 0 0 0,1 1 0 0 0,0-1 0 0 0,0 1 0 0 0,-1 0 0 0 0,1-1 0 0 0,-1 1 1 0 0,1 2-1 0 0,-1-3 12 0 0,6 12 42 0 0,0 0 0 0 0,-1 0-1 0 0,-1 0 1 0 0,-1 1 0 0 0,3 18 0 0 0,8 31-1913 0 0,-8-43 784 0 0,-5-15-499 0 0,1 0-5 0 0,2 19-970 0 0,-3-19-1782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4.8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24 3480 0 0,'0'0'1814'0'0,"1"-4"-388"0"0,4-15 5261 0 0,-4 23-6315 0 0,1 11-144 0 0,0 0 0 0 0,-1 0 0 0 0,-1 0 0 0 0,-2 19 0 0 0,0 36-36 0 0,10 38-4567 0 0,-8-103 3221 0 0,6 13-4188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5.1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84 2476 0 0,'0'-5'1236'0'0,"2"-12"-264"0"0,-1 12-199 0 0,1 1-195 0 0,0 0-440 0 0,0 1-1 0 0,1-1 1 0 0,-1 1-1 0 0,1 0 1 0 0,0-1-1 0 0,0 1 1 0 0,0 0 0 0 0,0 1-1 0 0,0-1 1 0 0,1 1-1 0 0,-1-1 1 0 0,1 1-1 0 0,-1 0 1 0 0,1 0-1 0 0,0 1 1 0 0,5-2-1 0 0,-1 1-5 0 0,0 0 1 0 0,1 1-1 0 0,-1 1 0 0 0,1-1 0 0 0,-1 1 0 0 0,1 1 0 0 0,-1 0 0 0 0,1 0 0 0 0,-1 0 0 0 0,1 1 0 0 0,-1 0 0 0 0,11 5 0 0 0,-8-2-36 0 0,0 1 0 0 0,0 0 0 0 0,0 0-1 0 0,-1 1 1 0 0,0 0 0 0 0,0 1 0 0 0,15 15 0 0 0,-20-16 25 0 0,0-1-1 0 0,0 2 1 0 0,-1-1-1 0 0,0 0 1 0 0,5 13-1 0 0,-6-13-51 0 0,-1-2-40 0 0,0 0 1 0 0,-1 0-1 0 0,0 1 1 0 0,0-1-1 0 0,0 0 0 0 0,0 1 1 0 0,-1-1-1 0 0,0 1 0 0 0,-1 8 1 0 0,1-8-45 0 0,-1 0 45 0 0,0 1-1 0 0,0 0 1 0 0,-1 0-1 0 0,0-1 1 0 0,0 1-1 0 0,0-1 0 0 0,-1 0 1 0 0,0 0-1 0 0,0 0 1 0 0,-1 0-1 0 0,0 0 1 0 0,0-1-1 0 0,0 1 0 0 0,-5 4 1 0 0,-2 1 0 0 0,0-1 0 0 0,-1 0 0 0 0,0-1 0 0 0,-24 14 0 0 0,30-20-39 0 0,-7 6-134 0 0,-1-2-1 0 0,0 0 1 0 0,0 0-1 0 0,-28 8 1 0 0,38-14-222 0 0,-2-1-57 0 0,-15 1-90 0 0,16-1-153 0 0,1-2-1310 0 0,-9-7 1118 0 0,9 5-2041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5.6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2536 0 0,'0'0'1213'0'0,"7"0"-213"0"0,-4 1-925 0 0,3-1 198 0 0,1 1 0 0 0,-1 0 0 0 0,1 0 0 0 0,-1 0 1 0 0,0 1-1 0 0,0 0 0 0 0,0 0 0 0 0,0 1 0 0 0,0 0 1 0 0,0 0-1 0 0,-1 0 0 0 0,1 1 0 0 0,-1 0 0 0 0,0 0 1 0 0,9 8-1 0 0,-7-3-33 0 0,-1 0 0 0 0,1 1 0 0 0,-1-1 0 0 0,-1 1-1 0 0,0 0 1 0 0,5 14 0 0 0,-9-20-126 0 0,-1 1-28 0 0,1 16-19 0 0,0-15-12 0 0,-2-6-52 0 0,1 0 1 0 0,0 1-1 0 0,-1-1 1 0 0,1 0-1 0 0,0 1 1 0 0,-1-1-1 0 0,1 1 0 0 0,0-1 1 0 0,0 1-1 0 0,-1-1 1 0 0,1 0-1 0 0,0 1 1 0 0,0-1-1 0 0,0 1 1 0 0,0-1-1 0 0,0 1 1 0 0,0-1-1 0 0,-1 1 1 0 0,1-1-1 0 0,0 1 1 0 0,0-1-1 0 0,1 1 1 0 0,-1-1-1 0 0,0 1 1 0 0,0-1-1 0 0,0 1 0 0 0,0 0 1 0 0,1 0 1 0 0,-1 0 0 0 0,0 0 0 0 0,0 0 0 0 0,0 0 0 0 0,0 0 0 0 0,0 0 1 0 0,0 0-1 0 0,0 0 0 0 0,0 0 0 0 0,0 0 0 0 0,0 0 0 0 0,-1 0 0 0 0,1 0 0 0 0,0 0 0 0 0,-1 0 0 0 0,1-1 0 0 0,-1 1 0 0 0,1 0 1 0 0,-1 0-1 0 0,0 1 0 0 0,-9 13 46 0 0,7-11-21 0 0,0 0-7 0 0,-34 22 98 0 0,34-24-84 0 0,-2-1-47 0 0,-14 2-20 0 0,14-2-24 0 0,1-3-88 0 0,2 2 100 0 0,-1-2 0 0 0,1 1 0 0 0,0 0 0 0 0,-1 0 0 0 0,1-1 0 0 0,0 1 0 0 0,0-1 0 0 0,0 1 0 0 0,0-1 0 0 0,0 0 0 0 0,1 0 0 0 0,-3-3 0 0 0,2 2-14 0 0,5-4-139 0 0,-3 6 189 0 0,1 0 0 0 0,-1 0 1 0 0,0 0-1 0 0,0 0 0 0 0,1 0 1 0 0,-1 0-1 0 0,0 0 1 0 0,1 0-1 0 0,-1 0 0 0 0,1 1 1 0 0,-1-1-1 0 0,1 0 0 0 0,-1 0 1 0 0,1 0-1 0 0,0 1 1 0 0,0-2-1 0 0,13-7 27 0 0,-11 6-4 0 0,2 2 21 0 0,14-4 13 0 0,-14 3 30 0 0,1 2 23 0 0,5 1-9 0 0,-1 0 1 0 0,1 0-1 0 0,0 1 1 0 0,-1 0-1 0 0,0 1 1 0 0,16 5-1 0 0,1 6-19 0 0,0 0-1 0 0,31 23 1 0 0,-55-34-221 0 0,2-1-118 0 0,41 15-3538 0 0,-41-16 1045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6.1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 4920 0 0,'0'0'4532'0'0,"2"-3"-3604"0"0,4-4-273 0 0,-4 8 511 0 0,-3 13 394 0 0,0-9-1938 0 0,0 1 574 0 0,1 0-44 0 0,1 23-133 0 0,1-1-1 0 0,8 41 1 0 0,11 14-2936 0 0,-19-79 2332 0 0,0 0-3 0 0,0 1 275 0 0,1 3 60 0 0,3 4-5080 0 0,2 5 1575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6.4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65 158 2632 0 0,'-36'-60'4498'0'0,"35"57"-4092"0"0,1-2 73 0 0,-1 2-408 0 0,2 0 0 0 0,-1-1 0 0 0,0 1 1 0 0,1-1-1 0 0,-1 1 0 0 0,1 0 0 0 0,0 0 1 0 0,0-1-1 0 0,0 1 0 0 0,1 0 0 0 0,-1 0 1 0 0,1 0-1 0 0,0 0 0 0 0,0 0 0 0 0,0 1 1 0 0,0-1-1 0 0,0 0 0 0 0,0 1 0 0 0,1 0 1 0 0,-1-1-1 0 0,1 1 0 0 0,0 0 0 0 0,-1 0 0 0 0,1 1 1 0 0,0-1-1 0 0,0 1 0 0 0,1-1 0 0 0,-1 1 1 0 0,0 0-1 0 0,0 0 0 0 0,0 0 0 0 0,6 0 1 0 0,-2-2-28 0 0,-4 2-22 0 0,0 0 1 0 0,0 0-1 0 0,0 0 1 0 0,0 1 0 0 0,0-1-1 0 0,1 1 1 0 0,-1-1-1 0 0,6 2 1 0 0,1-2 19 0 0,30 1 159 0 0,-19 2-123 0 0,-1 1 0 0 0,0 1-1 0 0,0 1 1 0 0,0 1 0 0 0,25 11 0 0 0,-33-12-20 0 0,0 1 0 0 0,-1 0 0 0 0,0 0 1 0 0,0 1-1 0 0,-1 1 0 0 0,0 0 0 0 0,0 0 0 0 0,-1 1 1 0 0,0 1-1 0 0,10 12 0 0 0,-9-10 119 0 0,-9-10-160 0 0,0 0-1 0 0,1-1 0 0 0,-1 1 0 0 0,0 0 0 0 0,0 0 0 0 0,0 0 0 0 0,0 0 1 0 0,-1 1-1 0 0,1-1 0 0 0,0 0 0 0 0,-1 0 0 0 0,0 0 0 0 0,1 4 0 0 0,0 1 13 0 0,0 0-1 0 0,-1 0 0 0 0,0 0 0 0 0,0 0 0 0 0,0 0 0 0 0,-1 0 0 0 0,0 0 0 0 0,0 0 0 0 0,-1-1 1 0 0,0 1-1 0 0,0 0 0 0 0,-1-1 0 0 0,0 1 0 0 0,0-1 0 0 0,0 0 0 0 0,-1 0 0 0 0,0 0 1 0 0,0 0-1 0 0,0-1 0 0 0,-1 1 0 0 0,0-1 0 0 0,0 0 0 0 0,-7 5 0 0 0,-11 7 8 0 0,-1-1 0 0 0,-1-1-1 0 0,0-1 1 0 0,-1-1 0 0 0,0-1 0 0 0,-1-1-1 0 0,-45 11 1 0 0,59-18-76 0 0,-14-1-23 0 0,13-3-52 0 0,8 1-70 0 0,0-2 1 0 0,1 1-1 0 0,-1 0 1 0 0,1-1-1 0 0,-1 0 1 0 0,1 0-1 0 0,-1-1 1 0 0,1 0-1 0 0,0 1 1 0 0,0-2-1 0 0,-1 1 1 0 0,2-1-1 0 0,-8-4 1 0 0,8 4-386 0 0,1 0 0 0 0,0-1 0 0 0,-1 1 0 0 0,1-1 0 0 0,1 1 0 0 0,-1-1 0 0 0,0 0 0 0 0,1 0 0 0 0,0-1 0 0 0,-2-5 0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7.0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116 65 3896 0 0,'0'0'2252'0'0,"-3"-2"-1451"0"0,2 1-652 0 0,-1 1 1 0 0,1-1-1 0 0,0 0 0 0 0,0 0 0 0 0,0 0 0 0 0,0 0 0 0 0,0 0 0 0 0,0 0 0 0 0,0-1 0 0 0,1 1 0 0 0,-1 0 1 0 0,0 0-1 0 0,1-1 0 0 0,-1 1 0 0 0,1 0 0 0 0,-1-1 0 0 0,1 1 0 0 0,-1 0 0 0 0,1-1 0 0 0,0 1 0 0 0,0-1 1 0 0,0 1-1 0 0,0 0 0 0 0,0-1 0 0 0,0 1 0 0 0,0-1 0 0 0,1-1 0 0 0,-1-1-431 0 0,0 3 291 0 0,0 1 0 0 0,0-1 0 0 0,1 1 1 0 0,-1-1-1 0 0,0 1 0 0 0,1 0 0 0 0,-1-1 1 0 0,0 1-1 0 0,1 0 0 0 0,-1-1 0 0 0,0 1 1 0 0,1 0-1 0 0,-1-1 0 0 0,1 1 1 0 0,-1 0-1 0 0,1 0 0 0 0,-1-1 0 0 0,0 1 1 0 0,1 0-1 0 0,-1 0 0 0 0,1 0 0 0 0,-1 0 1 0 0,1 0-1 0 0,0 0 0 0 0,-1 0-3 0 0,1 0 0 0 0,-1-1-1 0 0,1 1 1 0 0,-1 0 0 0 0,1 0 0 0 0,-1 0 0 0 0,1 0-1 0 0,-1 0 1 0 0,1-1 0 0 0,-1 1 0 0 0,0 0 0 0 0,1 0-1 0 0,-1 0 1 0 0,1-1 0 0 0,-1 1 0 0 0,0 0 0 0 0,1-1-1 0 0,-1 1 1 0 0,0 0 0 0 0,0-1 0 0 0,1 1 0 0 0,-1-1-1 0 0,0 1 1 0 0,0 0 0 0 0,1-2 0 0 0,4 1 88 0 0,4-1-34 0 0,1 0 0 0 0,0 1 0 0 0,14-1 0 0 0,-18 3-38 0 0,-1 0 10 0 0,2 2-29 0 0,-1 0 0 0 0,1 1 0 0 0,-1-1 1 0 0,7 7-1 0 0,-10-8 17 0 0,0 2 0 0 0,8 11 8 0 0,-8-11 36 0 0,-3 1-26 0 0,1 17 0 0 0,0-16 2 0 0,-3-2 3 0 0,-15 38 61 0 0,15-38-51 0 0,0-1 69 0 0,-5 10-55 0 0,5-10 795 0 0,0 1-606 0 0,2-4-238 0 0,0 1 0 0 0,-1 0 1 0 0,1-1-1 0 0,0 1 0 0 0,-1 0 1 0 0,1 0-1 0 0,0-1 1 0 0,0 1-1 0 0,0 0 0 0 0,0 0 1 0 0,0-1-1 0 0,0 1 0 0 0,0 0 1 0 0,0 0-1 0 0,0-1 1 0 0,0 1-1 0 0,0 0 0 0 0,1 0 1 0 0,-1-1-1 0 0,0 1 0 0 0,0 0 1 0 0,1-1-1 0 0,-1 1 0 0 0,1 0 1 0 0,-1-1-1 0 0,0 1 1 0 0,1 0-1 0 0,-1-1 0 0 0,1 1 1 0 0,-1-1-1 0 0,1 1 0 0 0,0-1 1 0 0,-1 1-1 0 0,1-1 1 0 0,-1 1-1 0 0,1-1 0 0 0,0 0 1 0 0,0 1-1 0 0,-1-1 0 0 0,1 0 1 0 0,0 0-1 0 0,-1 0 1 0 0,1 1-1 0 0,1-1 0 0 0,2 2 48 0 0,2-1-39 0 0,0-1-21 0 0,42 13-23 0 0,-5 4 48 0 0,-39-15-18 0 0,-3 0-13 0 0,0-1 0 0 0,0 1 0 0 0,0-1 0 0 0,1 1 1 0 0,-1-1-1 0 0,0 0 0 0 0,1 0 0 0 0,0 1 0 0 0,2 1 1 0 0,0 0-4 0 0,-4-2 5 0 0,1-1-1 0 0,0 1 1 0 0,-1 0 0 0 0,1 0 0 0 0,-1 0-1 0 0,1 0 1 0 0,-1-1 0 0 0,1 1 0 0 0,-1 0-1 0 0,0 0 1 0 0,1 0 0 0 0,-1 0 0 0 0,0 0-1 0 0,0 0 1 0 0,0 0 0 0 0,0 0 0 0 0,0 0-1 0 0,0 0 1 0 0,0 0 0 0 0,0 0 0 0 0,0 0-1 0 0,0 0 1 0 0,-1 0 0 0 0,1 2 0 0 0,-6 15 57 0 0,5-15-55 0 0,0-1 0 0 0,-1 1 0 0 0,0-1 0 0 0,0 1 1 0 0,0-1-1 0 0,0 0 0 0 0,0 1 0 0 0,0-1 0 0 0,0 0 1 0 0,-1 0-1 0 0,1-1 0 0 0,-4 3 0 0 0,0 0 3 0 0,-2 1-36 0 0,0 0 0 0 0,0-1 0 0 0,-1 1 0 0 0,0-2 0 0 0,1 1 0 0 0,-1-1 0 0 0,-1-1 1 0 0,-17 3-1 0 0,-59 5-1194 0 0,83-10 1171 0 0,-13 1-581 0 0,13 0 570 0 0,1-1-1 0 0,-1 0 0 0 0,0 0 0 0 0,1 0 0 0 0,-1 0 1 0 0,1 0-1 0 0,-1-1 0 0 0,-4-1 0 0 0,-15-3-1088 0 0,-44-17-4679 0 0,60 19 1098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7.4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0 5264 0 0,'0'0'9072'0'0,"-1"4"-8651"0"0,-6 12-372 0 0,1 1 0 0 0,0-1 0 0 0,2 1 0 0 0,0 1 0 0 0,1-1 0 0 0,0 1 0 0 0,2-1 0 0 0,0 1 0 0 0,1-1 0 0 0,4 36 0 0 0,-4-49-616 0 0,1 2-118 0 0,3 15-144 0 0,-3-16 36 0 0,0-1-1098 0 0,3 14 574 0 0,-3-13-318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7.8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6 128 3488 0 0,'-1'-5'1025'0'0,"-3"-15"-153"0"0,3 15-162 0 0,3-1-119 0 0,0 2-431 0 0,-1 0 0 0 0,1-1 0 0 0,0 1 0 0 0,0 0 0 0 0,0 0 0 0 0,1 0-1 0 0,-1 0 1 0 0,1 1 0 0 0,0-1 0 0 0,0 1 0 0 0,1-1 0 0 0,-1 1 0 0 0,1 0 0 0 0,-1 0 0 0 0,1 1 0 0 0,7-5 0 0 0,-3 3-59 0 0,1 0 1 0 0,-1 0 0 0 0,1 1-1 0 0,-1 0 1 0 0,1 1-1 0 0,0 0 1 0 0,0 0-1 0 0,0 1 1 0 0,0 0 0 0 0,1 1-1 0 0,-1 0 1 0 0,0 0-1 0 0,0 1 1 0 0,0 0 0 0 0,0 0-1 0 0,0 1 1 0 0,0 1-1 0 0,0-1 1 0 0,9 5-1 0 0,-7-2-18 0 0,0 0 0 0 0,0 0-1 0 0,0 1 1 0 0,-1 0 0 0 0,1 1-1 0 0,-1 0 1 0 0,-1 1 0 0 0,0 0-1 0 0,0 1 1 0 0,0-1 0 0 0,-1 2-1 0 0,-1-1 1 0 0,0 1 0 0 0,0 0-1 0 0,0 1 1 0 0,6 16 0 0 0,-10-21-31 0 0,-2-1 0 0 0,1 1 0 0 0,0 0 0 0 0,-1 0 1 0 0,0 0-1 0 0,0 0 0 0 0,-1 0 0 0 0,0 0 0 0 0,0 0 0 0 0,0 0 1 0 0,-1 0-1 0 0,-2 11 0 0 0,0-10-24 0 0,1-1 0 0 0,-2 1 0 0 0,1-1 0 0 0,0 0 0 0 0,-1 0 0 0 0,0-1 0 0 0,-1 1 0 0 0,1-1 0 0 0,-1 0-1 0 0,0 0 1 0 0,-7 6 0 0 0,1-4-17 0 0,1 0 0 0 0,-1 0-1 0 0,-1-1 1 0 0,0 0 0 0 0,1-1-1 0 0,-20 6 1 0 0,-65 12-1287 0 0,91-23 812 0 0,0 0-62 0 0,-17-1-65 0 0,17 0-106 0 0,-10-14-5935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8.1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20 2568 0 0,'4'-2'1480'0'0,"14"-4"-340"0"0,-14 4 930 0 0,0 1-1545 0 0,12-6-10 0 0,-12 6 2395 0 0,-4 1-2901 0 0,0 1 0 0 0,0-1-1 0 0,0 0 1 0 0,0 1-1 0 0,0-1 1 0 0,0 1 0 0 0,1-1-1 0 0,-1 1 1 0 0,0-1-1 0 0,0 0 1 0 0,0 1 0 0 0,0-1-1 0 0,1 1 1 0 0,-1-1-1 0 0,0 0 1 0 0,0 1 0 0 0,1-1-1 0 0,-1 0 1 0 0,0 1 0 0 0,1-1-1 0 0,-1 0 1 0 0,0 0-1 0 0,1 1 1 0 0,0-1 0 0 0,10 14 571 0 0,-2 4-438 0 0,-6-14-38 0 0,-1 0-118 0 0,10 12 183 0 0,1-1 0 0 0,0 0 0 0 0,1-1 0 0 0,1-1 0 0 0,0 0 0 0 0,25 16-1 0 0,-32-23-151 0 0,50 38 362 0 0,-55-42-316 0 0,-2-2-60 0 0,-1 0 1 0 0,1 0 0 0 0,0 0 0 0 0,-1 1 0 0 0,1-1-1 0 0,-1 0 1 0 0,1 0 0 0 0,-1 0 0 0 0,1 1 0 0 0,-1-1-1 0 0,0 0 1 0 0,1 1 0 0 0,-1-1 0 0 0,1 0 0 0 0,-1 1-1 0 0,0-1 1 0 0,1 0 0 0 0,-1 1 0 0 0,0-1 0 0 0,1 1-1 0 0,-1-1 1 0 0,0 1 0 0 0,1-1 0 0 0,-1 1 0 0 0,0-1-1 0 0,0 1 1 0 0,0 0 4 0 0,1 0 0 0 0,-1-1 0 0 0,0 1-1 0 0,0-1 1 0 0,0 1 0 0 0,1-1 0 0 0,-1 0 0 0 0,0 1 0 0 0,1-1-1 0 0,-1 1 1 0 0,0-1 0 0 0,1 1 0 0 0,-1-1 0 0 0,1 0 0 0 0,-1 1-1 0 0,0-1 1 0 0,1 0 0 0 0,-1 0 0 0 0,1 1 0 0 0,-1-1 0 0 0,1 0-1 0 0,-1 0 1 0 0,1 1 0 0 0,-1-1 0 0 0,1 0 0 0 0,0 0 0 0 0,1 3 80 0 0,-1-2-82 0 0,-1-1 0 0 0,1 1 0 0 0,-1 0 1 0 0,1 0-1 0 0,-1 0 0 0 0,0-1 1 0 0,1 1-1 0 0,-1 0 0 0 0,0 0 0 0 0,0 0 1 0 0,1-1-1 0 0,-1 1 0 0 0,0 0 0 0 0,0 0 1 0 0,0 0-1 0 0,0 0 0 0 0,0 0 1 0 0,0 0-1 0 0,0-1 0 0 0,-1 1 0 0 0,1 0 1 0 0,0 0-1 0 0,0 0 0 0 0,-1 0 0 0 0,1-1 1 0 0,0 1-1 0 0,-1 0 0 0 0,1 0 1 0 0,-1-1-1 0 0,1 1 0 0 0,-1 0 0 0 0,1-1 1 0 0,-1 1-1 0 0,0 0 0 0 0,1-1 1 0 0,-1 1-1 0 0,0-1 0 0 0,0 1 0 0 0,-2 2-60 0 0,-4-2-161 0 0,-11 0-478 0 0,0-1-1 0 0,-1-1 1 0 0,1 0-1 0 0,-19-5 1 0 0,23 3-1267 0 0,-1 0-1 0 0,-26-12 1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4:58.3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0 170 3188 0 0,'27'-13'1112'0'0,"0"1"-156"0"0,2 1-71 0 0,-2-4-253 0 0,3 4-68 0 0,-3-1-100 0 0,2 1-68 0 0,-2 0-100 0 0,0-1-80 0 0,-2 1-52 0 0,2 2-308 0 0,-4 0 160 0 0,-1-1-84 0 0,15-3-1084 0 0,-15 4-2085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01.3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5 327 3420 0 0,'2'-3'1350'0'0,"3"-6"2253"0"0,-2 11-1396 0 0,0 26-707 0 0,-5 26-1271 0 0,-14 517 1319 0 0,16-483-1410 0 0,2-21 23 0 0,7 20-38 0 0,-8-83-88 0 0,0 2 14 0 0,5 16 3 0 0,-5-17-10 0 0,1-1 13 0 0,21 28 113 0 0,-21-30-161 0 0,20 6 52 0 0,-17-7-55 0 0,27 3-23 0 0,121-5 206 0 0,-104 0-278 0 0,3 1 42 0 0,806-5-34 0 0,-538 5 194 0 0,-128-2-200 0 0,-189 2 88 0 0,1307-29-172 0 0,-264-22 347 0 0,-103 54 69 0 0,-604-1-543 0 0,-8-25 270 0 0,-309 21 89 0 0,-3-3-1 0 0,-3 0 72 0 0,-4 2-83 0 0,-7 2-18 0 0,1-1-1 0 0,0 1 1 0 0,0-1-1 0 0,0 0 0 0 0,-1 0 1 0 0,1-1-1 0 0,-1 0 1 0 0,0 0-1 0 0,0 0 1 0 0,0-1-1 0 0,0 1 0 0 0,0-1 1 0 0,-1 0-1 0 0,6-7 1 0 0,-6 5-22 0 0,0 0 0 0 0,0-1 0 0 0,-1 1 0 0 0,0-1 0 0 0,0 0 0 0 0,0 0 0 0 0,-1 0 0 0 0,0-1 0 0 0,-1 1 0 0 0,0-1 0 0 0,0 1 1 0 0,0 0-1 0 0,-1-1 0 0 0,-1-9 0 0 0,1 16-5 0 0,0-46-27 0 0,-24-314-183 0 0,10 196 223 0 0,5 78 74 0 0,-30-131 1 0 0,36 209-81 0 0,0 0 0 0 0,-1 0 0 0 0,0 1 0 0 0,0-1 0 0 0,-1 1 0 0 0,-6-8 0 0 0,8 13-75 0 0,3 2 69 0 0,-1 0-1 0 0,1 0 1 0 0,-1 0 0 0 0,1 0 0 0 0,-1 0 0 0 0,0 0 0 0 0,1 0-1 0 0,-1 1 1 0 0,0-1 0 0 0,0 0 0 0 0,0 0 0 0 0,0 1 0 0 0,1-1-1 0 0,-1 0 1 0 0,0 1 0 0 0,0-1 0 0 0,0 1 0 0 0,0-1 0 0 0,-1 1 0 0 0,-1-1-1 0 0,-20-5 38 0 0,6 13 68 0 0,15-5-87 0 0,-2 0-19 0 0,-16 11-122 0 0,4-6 120 0 0,8-4 16 0 0,-9 0-8 0 0,3-1-8 0 0,0-2-1 0 0,0 1 1 0 0,-26-4-1 0 0,-5 0-39 0 0,-388-23-56 0 0,35 1 156 0 0,182 15-68 0 0,-171-6 24 0 0,-828 64 271 0 0,512-22-491 0 0,448-23 146 0 0,-109-5 55 0 0,105-2-37 0 0,176 4 55 0 0,-332 12-636 0 0,359-8 573 0 0,51-4 44 0 0,-2 2-6 0 0,1-1 0 0 0,-1 0 1 0 0,0 0-1 0 0,-11-1 1 0 0,4 1 3 0 0,9-1 15 0 0,-109 11-98 0 0,108-11 96 0 0,-6 3-32 0 0,0-1 20 0 0,0-1-1 0 0,-21 0 0 0 0,18 0 13 0 0,10-1 5 0 0,0 1-6 0 0,-16 0 26 0 0,15-1 142 0 0,1 0-190 0 0,-16 1-8 0 0,15 0-5 0 0,1-1-1 0 0,-16 1 65 0 0,15-1-38 0 0,1 0-40 0 0,-16 0 31 0 0,15 0 101 0 0,1 0-100 0 0,-73 10-199 0 0,74-9 225 0 0,0 1-62 0 0,-36 15 66 0 0,37-15 8 0 0,-18 10 7 0 0,18-10-88 0 0,-35 18 166 0 0,34-18-59 0 0,-16 9 116 0 0,16-8-117 0 0,-30 22 170 0 0,31-23-190 0 0,-11 11 25 0 0,11-10 128 0 0,-1 6-175 0 0,-5 4 1171 0 0,7 5-3456 0 0,2-17 2037 0 0,-1-1 0 0 0,1 1 0 0 0,0-1 0 0 0,0 1 0 0 0,0 0 0 0 0,0-1 0 0 0,0 1 1 0 0,0-1-1 0 0,0 1 0 0 0,0-1 0 0 0,1 1 0 0 0,-1-1 0 0 0,0 1 0 0 0,0 0 0 0 0,0-1 0 0 0,1 1 0 0 0,-1-1 0 0 0,0 1 0 0 0,0-1 0 0 0,1 1 1 0 0,-1-1-1 0 0,0 0 0 0 0,1 1 0 0 0,-1-1 0 0 0,1 1 0 0 0,-1-1 0 0 0,0 0 0 0 0,1 1 0 0 0,-1-1 0 0 0,1 0 0 0 0,-1 0 0 0 0,1 1 0 0 0,-1-1 1 0 0,1 0-1 0 0,-1 0 0 0 0,1 0 0 0 0,0 1 0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05.0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0 2484 0 0,'0'0'8833'0'0,"0"5"-8551"0"0,-3 15-3 0 0,3-15-65 0 0,-1 2 74 0 0,0 188 1406 0 0,23 169-599 0 0,-6-117-537 0 0,-12-219-464 0 0,-4-24-54 0 0,0 1-18 0 0,2 14 0 0 0,-2-14 27 0 0,1-1-40 0 0,2 14 25 0 0,-2-14 137 0 0,-1 1-233 0 0,1-1 70 0 0,1 1 0 0 0,-1 0 0 0 0,0-1 0 0 0,1 1 0 0 0,4 7-1 0 0,-4-9-32 0 0,2-2-35 0 0,13 2 48 0 0,-13-2-7 0 0,2-1 9 0 0,18 2 12 0 0,-3 1-11 0 0,-19-3 4 0 0,55 1 9 0 0,2 0-15 0 0,267-2-4 0 0,-277 0 37 0 0,3 1-6 0 0,5-1-22 0 0,-2 0 0 0 0,67 1 23 0 0,626 4-48 0 0,-424 6 77 0 0,407-4-7 0 0,-144-28 11 0 0,149-7-109 0 0,563 0 271 0 0,-1033 27 413 0 0,-259 2-589 0 0,-2 0-16 0 0,18-2-19 0 0,-18 1-44 0 0,0 1 51 0 0,16-1 0 0 0,-16 1 28 0 0,-1-1-747 0 0,-4 1 508 0 0,1-1-1 0 0,0 1 0 0 0,-1 0 1 0 0,1 0-1 0 0,0 0 0 0 0,-1 0 0 0 0,1 0 1 0 0,0-1-1 0 0,-1 1 0 0 0,1 0 0 0 0,0-1 1 0 0,-1 1-1 0 0,1 0 0 0 0,-1-1 0 0 0,1 1 1 0 0,-1-1-1 0 0,1 1 0 0 0,-1-1 0 0 0,1 1 1 0 0,-1-1-1 0 0,1 1 0 0 0,0-2 1 0 0,-8-12-4800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06.7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128 64 3000 0 0,'-5'1'767'0'0,"-14"3"6"0"0,15-3-94 0 0,-1 0-94 0 0,-17 7 714 0 0,0 0 0 0 0,-25 14 1 0 0,43-20-503 0 0,6 2-705 0 0,0-2-78 0 0,-1 0-1 0 0,1 0 1 0 0,-1 0 0 0 0,1 0 0 0 0,0 0-1 0 0,0 0 1 0 0,0-1 0 0 0,0 1 0 0 0,0-1-1 0 0,0 1 1 0 0,0-1 0 0 0,1 0 0 0 0,-1 0-1 0 0,0 0 1 0 0,1 0 0 0 0,-1 0 0 0 0,1 0-1 0 0,-1-1 1 0 0,1 1 0 0 0,2 0 0 0 0,46 7 95 0 0,0-1 0 0 0,1-3 1 0 0,73-2-1 0 0,390-37 386 0 0,-433 27-378 0 0,955-80 545 0 0,30 61-570 0 0,-711 24 42 0 0,616-1 51 0 0,-718 4 60 0 0,10 8-90 0 0,-144-3 84 0 0,-55 0-385 0 0,100 6 800 0 0,-159-11-600 0 0,0 0 20 0 0,86 5 1110 0 0,-44-1-918 0 0,-44-4 711 0 0,-4 1-972 0 0,0-1-1 0 0,0 0 1 0 0,0 0-1 0 0,0 1 1 0 0,0-1-1 0 0,0 0 1 0 0,0 1-1 0 0,0-1 1 0 0,0 0-1 0 0,0 0 1 0 0,1 1-1 0 0,-1-1 1 0 0,0 0-1 0 0,0 0 1 0 0,0 1-1 0 0,0-1 0 0 0,0 0 1 0 0,1 0-1 0 0,-1 0 1 0 0,0 1-1 0 0,0-1 1 0 0,0 0-1 0 0,1 0 1 0 0,-1 0-1 0 0,0 0 1 0 0,0 1-1 0 0,1-1 1 0 0,-1 0-1 0 0,0 0 1 0 0,0 0-1 0 0,1 0 1 0 0,-1 0-1 0 0,1 0 7 0 0,-1 1 0 0 0,1-1 0 0 0,-1 0 0 0 0,1 0 0 0 0,-1 1 0 0 0,1-1 0 0 0,-1 0 0 0 0,1 1 0 0 0,-1-1 1 0 0,0 0-1 0 0,1 1 0 0 0,-1-1 0 0 0,0 0 0 0 0,1 1 0 0 0,-1-1 0 0 0,0 1 0 0 0,1-1 0 0 0,-1 1 0 0 0,0-1 0 0 0,0 1 0 0 0,0-1 0 0 0,1 1 0 0 0,-1-1 0 0 0,0 1 0 0 0,0-1 0 0 0,0 1 0 0 0,0-1 0 0 0,0 1 0 0 0,0-1 0 0 0,0 1 0 0 0,0 0 0 0 0,3 126 965 0 0,1-82-615 0 0,46 633 2538 0 0,-39-622-2182 0 0,4 24 160 0 0,-14-76-729 0 0,0 1-14 0 0,3 17-20 0 0,-3-16 4 0 0,0-1 29 0 0,3 15-5 0 0,-3-15-18 0 0,-1-1-5 0 0,4 40 255 0 0,-3-40-229 0 0,-2 1-75 0 0,-1 16-2 0 0,1-15 72 0 0,0-1-46 0 0,-4 50 596 0 0,4-49-448 0 0,1 0-168 0 0,0 17-9 0 0,0-17 62 0 0,1-1-70 0 0,3 15-13 0 0,-3-15 69 0 0,1 1-119 0 0,3 6-246 0 0,1-10-4108 0 0,16-9 2406 0 0,-14 0-390 0 0,7-17-982 0 0,-4 2-1696 0 0,0-3-4058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07.5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11 5204 0 0,'-4'-2'1499'0'0,"-16"-7"3760"0"0,17 11-4416 0 0,-13 4-38 0 0,12-4-56 0 0,-1 29 912 0 0,4-26-1498 0 0,-1 0-1 0 0,2 1 1 0 0,-1-1-1 0 0,0 1 1 0 0,1 7 0 0 0,1 60 559 0 0,1-9-378 0 0,5 73-2091 0 0,-7-132 1057 0 0,0 1-99 0 0,1 6 911 0 0,1 30-7387 0 0,-2-37 4449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07.8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89 2752 0 0,'2'-6'283'0'0,"1"1"0"0"0,-1-1 0 0 0,1 1 0 0 0,0 0 1 0 0,1 0-1 0 0,0 0 0 0 0,-1 1 0 0 0,1-1 0 0 0,1 1 0 0 0,-1 0 0 0 0,1 0 0 0 0,-1 0 0 0 0,1 1 0 0 0,0-1 0 0 0,1 1 0 0 0,-1 1 0 0 0,0-1 0 0 0,1 1 0 0 0,0 0 0 0 0,-1 0 0 0 0,1 0 0 0 0,0 1 0 0 0,0 0 0 0 0,0 0 1 0 0,0 0-1 0 0,0 1 0 0 0,9 1 0 0 0,-3-1-185 0 0,1 2 0 0 0,-1 0 0 0 0,-1 0 0 0 0,1 1 1 0 0,0 0-1 0 0,-1 1 0 0 0,1 1 0 0 0,-1 0 0 0 0,0 0 1 0 0,-1 1-1 0 0,1 1 0 0 0,-1-1 0 0 0,0 2 0 0 0,-1-1 0 0 0,0 1 1 0 0,0 1-1 0 0,-1 0 0 0 0,0 0 0 0 0,0 0 0 0 0,-1 1 1 0 0,10 18-1 0 0,-14-21-58 0 0,1 0 1 0 0,-2 0-1 0 0,1 1 1 0 0,-1-1-1 0 0,0 0 1 0 0,-1 1-1 0 0,0 0 1 0 0,0-1-1 0 0,0 1 0 0 0,-1-1 1 0 0,0 1-1 0 0,-3 14 1 0 0,-1-11-13 0 0,0 0 0 0 0,-1 0 1 0 0,-1 0-1 0 0,0-1 0 0 0,0 0 0 0 0,-1 0 0 0 0,0 0 1 0 0,-1-1-1 0 0,0 0 0 0 0,0-1 0 0 0,-14 11 0 0 0,10-10-57 0 0,0 0-1 0 0,0-1 0 0 0,-1-1 0 0 0,0 0 0 0 0,0-1 0 0 0,-1 0 1 0 0,0-1-1 0 0,-29 7 0 0 0,38-11-213 0 0,-2-1-147 0 0,6 0 371 0 0,-36-3-1420 0 0,35 2 1097 0 0,-1 1-1 0 0,1-1 1 0 0,0 1 0 0 0,0-1 0 0 0,0 0 0 0 0,0 0 0 0 0,0 0 0 0 0,0 0-1 0 0,1 0 1 0 0,-1 0 0 0 0,0 0 0 0 0,0-1 0 0 0,1 1 0 0 0,-1-1-1 0 0,1 1 1 0 0,-1-1 0 0 0,1 0 0 0 0,-2-2 0 0 0,-5-13-4460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08.4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2664 0 0,'6'0'1300'0'0,"19"0"-158"0"0,-19 0 699 0 0,0 1-1074 0 0,16 2-66 0 0,-16-2 523 0 0,-1 0-679 0 0,40 15 916 0 0,-41-14-1193 0 0,0 1-27 0 0,34 30 540 0 0,-35-29-654 0 0,0 0-1 0 0,-2-4-124 0 0,3 6 44 0 0,0-1 0 0 0,0 1 0 0 0,0 0 0 0 0,-1 1 0 0 0,0-1 0 0 0,0 0 0 0 0,-1 1 0 0 0,1 0 0 0 0,-1-1 1 0 0,1 12-1 0 0,-2-13-25 0 0,-1 0 0 0 0,0 0 1 0 0,-1-1-1 0 0,1 1 0 0 0,-1 0 1 0 0,0 0-1 0 0,0 0 0 0 0,0 0 1 0 0,0-1-1 0 0,-1 1 1 0 0,0 0-1 0 0,0-1 0 0 0,0 0 1 0 0,-1 1-1 0 0,0-1 0 0 0,1 0 1 0 0,-1 0-1 0 0,-1 0 0 0 0,1-1 1 0 0,-1 1-1 0 0,1-1 1 0 0,-1 0-1 0 0,0 0 0 0 0,-8 5 1 0 0,-55 21-29 0 0,62-28-17 0 0,0 0 5 0 0,0 0-42 0 0,0-1 0 0 0,0 0-1 0 0,0 0 1 0 0,0 0 0 0 0,0-1 0 0 0,-8-2 0 0 0,9 2-75 0 0,2-2 12 0 0,-6-8 2 0 0,6 8 12 0 0,3-2-66 0 0,3-15 110 0 0,-3 15 42 0 0,1 1 45 0 0,8-12-48 0 0,-7 12 8 0 0,0 1 6 0 0,12-8 46 0 0,-11 8 18 0 0,14-4 52 0 0,-15 6 140 0 0,2 1-205 0 0,0 1 1 0 0,0-1-1 0 0,0 1 0 0 0,0 1 0 0 0,0-1 1 0 0,0 1-1 0 0,-1-1 0 0 0,1 2 0 0 0,-1-1 1 0 0,1 0-1 0 0,6 5 0 0 0,41 38 136 0 0,-42-36-79 0 0,-8-6-85 0 0,2 0-64 0 0,12 8-90 0 0,-12-8-113 0 0,0-1-136 0 0,13 7-141 0 0,-13-7-122 0 0,2-2-1129 0 0,18 0 492 0 0,-18 0-303 0 0,-1-2-1121 0 0,22-9-1939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08.6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 14 3244 0 0,'0'0'1492'0'0,"2"-3"-262"0"0,4-5-1219 0 0,-5 8 151 0 0,-1-1 1 0 0,1 1-1 0 0,-1 0 1 0 0,1 0-1 0 0,-1-1 0 0 0,1 1 1 0 0,-1 0-1 0 0,1 0 1 0 0,-1 0-1 0 0,1 0 0 0 0,-1 0 1 0 0,1-1-1 0 0,0 1 1 0 0,-1 0-1 0 0,1 0 0 0 0,-1 0 1 0 0,1 1-1 0 0,-1-1 1 0 0,1 0-1 0 0,-1 0 0 0 0,1 0 1 0 0,0 0-1 0 0,-1 0 1 0 0,1 1-1 0 0,-1-1 1 0 0,1 0-1 0 0,-1 0 0 0 0,0 1 1 0 0,1-1-1 0 0,-1 0 1 0 0,1 1-1 0 0,-1-1 0 0 0,1 1 1 0 0,-1-1-1 0 0,0 0 1 0 0,1 1-1 0 0,-1 0 0 0 0,3 1 188 0 0,-2 4-184 0 0,0 11-445 0 0,0 1 1 0 0,0-1 0 0 0,-2 0-1 0 0,0 1 1 0 0,-1-1-1 0 0,-1 0 1 0 0,-1 0 0 0 0,0 0-1 0 0,-1-1 1 0 0,-7 17 0 0 0,-23 37-4310 0 0,16-36-386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09.0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4492 0 0,'0'0'7271'0'0,"3"3"-6685"0"0,1 1-398 0 0,-1 1-1 0 0,0 0 1 0 0,0-1-1 0 0,0 1 1 0 0,-1 0-1 0 0,0 1 0 0 0,0-1 1 0 0,0 0-1 0 0,0 1 1 0 0,0 8-1 0 0,8 67 592 0 0,-9-69-696 0 0,1 45-35 0 0,2-22-310 0 0,1 16-1810 0 0,-4-17-6219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09.4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79 2928 0 0,'3'-5'377'0'0,"0"0"0"0"0,0 0 0 0 0,0 1-1 0 0,1-1 1 0 0,0 1 0 0 0,0-1 0 0 0,0 1-1 0 0,0 1 1 0 0,1-1 0 0 0,-1 1 0 0 0,1-1-1 0 0,0 1 1 0 0,0 1 0 0 0,7-4 0 0 0,-3 3-71 0 0,0-1 1 0 0,0 2 0 0 0,0-1 0 0 0,1 2-1 0 0,-1-1 1 0 0,1 1 0 0 0,11 0 0 0 0,-13 2-225 0 0,-1-1 1 0 0,1 1 0 0 0,0 1-1 0 0,-1 0 1 0 0,0 0 0 0 0,1 0 0 0 0,-1 1-1 0 0,0 0 1 0 0,0 0 0 0 0,0 1-1 0 0,-1 0 1 0 0,7 5 0 0 0,1 1 21 0 0,-1 1 1 0 0,0 1 0 0 0,21 25-1 0 0,-23-22 9 0 0,0-1 0 0 0,-2 2-1 0 0,1-1 1 0 0,-2 1 0 0 0,0 1 0 0 0,-1 0-1 0 0,-1 0 1 0 0,6 23 0 0 0,-12-34-95 0 0,1-1 0 0 0,-1 1 0 0 0,1 0 0 0 0,-2-1 0 0 0,1 1 0 0 0,0 0 0 0 0,-1-1 0 0 0,0 1 0 0 0,-1-1 0 0 0,-1 7 0 0 0,1-7-20 0 0,2-3 5 0 0,-1 1-1 0 0,1-1 1 0 0,-1 1 0 0 0,0-1-1 0 0,0 1 1 0 0,0-1 0 0 0,0 0-1 0 0,0 1 1 0 0,0-1 0 0 0,-1 0-1 0 0,1 0 1 0 0,-4 3 0 0 0,-1 3 8 0 0,-1 2 1 0 0,-1 0 0 0 0,0-1 0 0 0,-1 0 0 0 0,0 0 0 0 0,-1 0 0 0 0,1-2 0 0 0,-1 1 0 0 0,-1-1 0 0 0,-13 7 1 0 0,-3 0-185 0 0,-1-2 0 0 0,-37 11 1 0 0,40-18-485 0 0,19-5 494 0 0,2 1-406 0 0,-2-2-72 0 0,-15-2-420 0 0,16 2-492 0 0,1-2-55 0 0,-8-10-1012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09.9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 46 3604 0 0,'0'0'1230'0'0,"4"-3"-157"0"0,12-7-194 0 0,-12 7-113 0 0,-1 1-93 0 0,13-6-84 0 0,-12 5-100 0 0,0 1-26 0 0,12-6-55 0 0,-12 6-90 0 0,-1 0-95 0 0,44-1 788 0 0,-35 24-713 0 0,-13-17-144 0 0,-1 13-108 0 0,0-10-43 0 0,0 1 1 0 0,-1 0 0 0 0,0-1-1 0 0,-1 0 1 0 0,1 1-1 0 0,-1-1 1 0 0,-5 6 0 0 0,5-8 2 0 0,2-2-1 0 0,0 1-20 0 0,-8 12 0 0 0,7-12 22 0 0,2-4-2 0 0,1 1-1 0 0,-1-1 1 0 0,0 1-1 0 0,1-1 1 0 0,-1 0-1 0 0,1 1 1 0 0,-1 0-1 0 0,1-1 1 0 0,-1 1-1 0 0,1-1 1 0 0,-1 1-1 0 0,1 0 1 0 0,-1-1-1 0 0,1 1 1 0 0,0 0-1 0 0,-1-1 1 0 0,1 1-1 0 0,0 0 1 0 0,-1-1-1 0 0,1 1 1 0 0,0 0-1 0 0,0 0 1 0 0,0 0-1 0 0,0-1 0 0 0,0 1 1 0 0,0 0-1 0 0,0 0 1 0 0,0-1-1 0 0,0 1 1 0 0,0 0-1 0 0,0 0 1 0 0,1 1-1 0 0,2 18 56 0 0,-2-16-46 0 0,4-2 19 0 0,30 10 85 0 0,62 11 1 0 0,-47-12-78 0 0,-46-10-18 0 0,0 0 0 0 0,0 1 0 0 0,0-1 0 0 0,0 1 0 0 0,0 0 1 0 0,-1 0-1 0 0,1 0 0 0 0,0 0 0 0 0,4 5 0 0 0,-5-5-28 0 0,0 1 191 0 0,-4 1-123 0 0,-4 15 10 0 0,5-18-67 0 0,0 0 0 0 0,-1 0 0 0 0,1 0 0 0 0,-1 0-1 0 0,1 0 1 0 0,-1 0 0 0 0,0 0 0 0 0,1 0 0 0 0,-1-1 0 0 0,0 1 0 0 0,0 0 0 0 0,1 0 0 0 0,-1-1 0 0 0,0 1 0 0 0,0-1-1 0 0,0 1 1 0 0,0-1 0 0 0,0 1 0 0 0,0-1 0 0 0,0 1 0 0 0,0-1 0 0 0,-2 1 0 0 0,3-1 3 0 0,-9 5 5 0 0,0 0-1 0 0,0-1 1 0 0,0 0-1 0 0,-1-1 1 0 0,0 0-1 0 0,1 0 1 0 0,-1-1 0 0 0,0 0-1 0 0,-16 0 1 0 0,-23 4 52 0 0,39-5-60 0 0,-28-2-96 0 0,29 1-95 0 0,0-1 71 0 0,0 0 0 0 0,0 0-1 0 0,0-1 1 0 0,-14-4 0 0 0,20 5-137 0 0,0 0 0 0 0,0 0 1 0 0,0-1-1 0 0,0 1 0 0 0,1-1 1 0 0,-1 0-1 0 0,0 1 0 0 0,1-1 1 0 0,-1 0-1 0 0,1-1 0 0 0,0 1 0 0 0,0 0 1 0 0,0-1-1 0 0,0 1 0 0 0,0-1 1 0 0,0 1-1 0 0,1-1 0 0 0,-1 0 0 0 0,1 0 1 0 0,0 0-1 0 0,-1-3 0 0 0,-4-16-2428 0 0,5 16-1915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10.4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55 3508 0 0,'1'-5'2218'0'0,"0"-14"-401"0"0,-1 14 1900 0 0,4-16-2305 0 0,-3 17 1424 0 0,2 8-2469 0 0,3 8-181 0 0,0 1 0 0 0,0 0 0 0 0,-1 0 0 0 0,-1 1 0 0 0,0-1 0 0 0,2 20 0 0 0,-1-11-464 0 0,0 0 0 0 0,16 40 0 0 0,-3-20-1612 0 0,-16-38 1074 0 0,1 0-88 0 0,7 13-107 0 0,-8-13-261 0 0,0-1-356 0 0,6 10 5 0 0,-6-10-1014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10.6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68 2592 0 0,'3'-4'1457'0'0,"0"0"-1155"0"0,0 0 0 0 0,0 0 0 0 0,1 0-1 0 0,-1 0 1 0 0,1 1 0 0 0,0 0 0 0 0,0 0 0 0 0,0 0-1 0 0,1 0 1 0 0,-1 0 0 0 0,10-3 0 0 0,-4 2 17 0 0,1 0 0 0 0,0 1-1 0 0,0 1 1 0 0,0 0 0 0 0,13-1 0 0 0,-1 1 146 0 0,1 2 1 0 0,0 1-1 0 0,-1 1 1 0 0,43 8-1 0 0,-48-5-266 0 0,-1 0 1 0 0,1 1-1 0 0,-2 0 1 0 0,1 1-1 0 0,26 16 0 0 0,-34-17-149 0 0,-1 0-1 0 0,1 0 0 0 0,-1 1 0 0 0,0 0 0 0 0,0 1 1 0 0,-1-1-1 0 0,0 2 0 0 0,-1-1 0 0 0,0 1 0 0 0,9 14 1 0 0,-14-21-42 0 0,0 1 0 0 0,0-1 0 0 0,0 0 1 0 0,0 0-1 0 0,-1 1 0 0 0,1-1 1 0 0,0 1-1 0 0,-1-1 0 0 0,1 4 0 0 0,-1 1 8 0 0,1-5-12 0 0,-1 0 0 0 0,1 0 0 0 0,-1 0 1 0 0,0 0-1 0 0,1 1 0 0 0,-1-1 0 0 0,0 0 1 0 0,0 0-1 0 0,-1 0 0 0 0,1 0 0 0 0,0 0 1 0 0,-1 1-1 0 0,1-1 0 0 0,-2 3 0 0 0,-1 3 9 0 0,0 3 1 0 0,-1 0 0 0 0,0-1 0 0 0,0 1 1 0 0,-1-1-1 0 0,0 0 0 0 0,-1 0 0 0 0,-1-1 1 0 0,1 0-1 0 0,-1 0 0 0 0,-1 0 0 0 0,-9 9 0 0 0,-6 3-418 0 0,-1-1 0 0 0,-46 29 0 0 0,47-35-1027 0 0,-45 21 0 0 0,8-13-4346 0 0,54-20 1675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10.8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4232 0 0,'0'0'6582'0'0,"0"6"-6062"0"0,3 22 83 0 0,12 44-1 0 0,-1-8-3015 0 0,-13-61 2050 0 0,0 0 0 0 0,-1 0 0 0 0,1 0 0 0 0,-1 0 0 0 0,0 0 0 0 0,0-1 0 0 0,0 1 0 0 0,0 0 0 0 0,-1 3 0 0 0,0 2-829 0 0,1-2-4072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11.5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73 36 3120 0 0,'0'0'6307'0'0,"-1"-3"-5658"0"0,-23-30 6103 0 0,12 57-6710 0 0,-19 73-12 0 0,30-93 78 0 0,1 2 7 0 0,-2 17-8 0 0,1-17-2 0 0,2-1 4 0 0,0 2-48 0 0,0 0 0 0 0,1 1 0 0 0,1-1 0 0 0,4 10 0 0 0,-5-13-10 0 0,2-2-35 0 0,13 8-92 0 0,-13-8 93 0 0,24 3 82 0 0,-22-4 11 0 0,1-2-103 0 0,1 2 10 0 0,18-4-115 0 0,-17 1 103 0 0,-1-2 0 0 0,0 1-1 0 0,0-1 1 0 0,13-9 0 0 0,-12 7-1 0 0,-1-1 0 0 0,-1-1 0 0 0,1 1 0 0 0,9-15 0 0 0,-15 19-27 0 0,-1-1 2 0 0,0 1 33 0 0,0-1 0 0 0,-1 1 0 0 0,0 0 1 0 0,0 0-1 0 0,0-1 0 0 0,0 1 0 0 0,0 0 0 0 0,-1 0 0 0 0,0 0 0 0 0,1-1 0 0 0,-2-2 0 0 0,0 2-56 0 0,-3 4-83 0 0,-17 0 97 0 0,20 1 29 0 0,-1 0 0 0 0,1 0-1 0 0,-1 1 1 0 0,1 0 0 0 0,-1-1-1 0 0,1 1 1 0 0,0 0 0 0 0,0 0-1 0 0,0 0 1 0 0,0 0 0 0 0,0 0-1 0 0,0 0 1 0 0,1 1 0 0 0,-1-1-1 0 0,1 1 1 0 0,-2 2 0 0 0,0 1-13 0 0,-1 0 0 0 0,1 0 0 0 0,0 1 0 0 0,0-1 0 0 0,1 1 0 0 0,0 0 0 0 0,0-1 0 0 0,-1 10 1 0 0,2-10-58 0 0,-2 3-195 0 0,-1 15-165 0 0,1 2-483 0 0,-3 42-2308 0 0,5-16-3766 0 0,3-27 1231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11.9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78 1 4640 0 0,'0'0'5778'0'0,"0"5"-5308"0"0,-1 6-224 0 0,-1 0 1 0 0,0-1-1 0 0,0 1 1 0 0,-1-1-1 0 0,-8 19 0 0 0,-44 100-2582 0 0,53-126 1516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12.2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5537 0 0,'0'0'8199'0'0,"5"2"-7766"0"0,15 4-74 0 0,-19-6-339 0 0,0 1 1 0 0,0-1-1 0 0,-1 1 1 0 0,1-1-1 0 0,0 0 1 0 0,-1 1-1 0 0,1 0 1 0 0,0-1-1 0 0,-1 1 0 0 0,1-1 1 0 0,-1 1-1 0 0,1 0 1 0 0,-1-1-1 0 0,1 1 1 0 0,-1 0-1 0 0,1 0 1 0 0,-1-1-1 0 0,0 1 0 0 0,0 0 1 0 0,1 0-1 0 0,-1 0 1 0 0,0-1-1 0 0,0 1 1 0 0,0 0-1 0 0,0 0 1 0 0,0 1-1 0 0,7 15-120 0 0,-2 1 0 0 0,0 0 0 0 0,-1 0 0 0 0,3 28 0 0 0,-4-19-1258 0 0,-2-21 526 0 0,0-1 60 0 0,0 0 333 0 0,0 4 231 0 0,-1 5-6929 0 0,-1 11 3343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12.5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71 2692 0 0,'1'-4'1393'0'0,"-1"1"-1245"0"0,0 0 1 0 0,0 0-1 0 0,1 0 1 0 0,-1 0-1 0 0,1 1 0 0 0,0-1 1 0 0,-1 0-1 0 0,2 0 1 0 0,-1 1-1 0 0,0-1 1 0 0,0 1-1 0 0,1-1 0 0 0,-1 1 1 0 0,1 0-1 0 0,0-1 1 0 0,0 1-1 0 0,0 0 0 0 0,0 0 1 0 0,0 0-1 0 0,0 0 1 0 0,1 1-1 0 0,-1-1 0 0 0,0 1 1 0 0,1-1-1 0 0,-1 1 1 0 0,1 0-1 0 0,0 0 0 0 0,0 0 1 0 0,-1 0-1 0 0,1 0 1 0 0,0 1-1 0 0,0-1 0 0 0,5 1 1 0 0,6-1 53 0 0,1 2 1 0 0,-1 0-1 0 0,0 0 1 0 0,0 1-1 0 0,0 1 0 0 0,0 0 1 0 0,24 10-1 0 0,-23-8 5 0 0,0 0-1 0 0,-1 2 0 0 0,1 0 0 0 0,-2 0 0 0 0,1 1 0 0 0,-1 1 1 0 0,0 0-1 0 0,-1 1 0 0 0,0 1 0 0 0,-1 0 0 0 0,0 0 1 0 0,0 1-1 0 0,-1 0 0 0 0,8 15 0 0 0,-15-21-107 0 0,-1 0 0 0 0,0 1 0 0 0,0-1 0 0 0,0 0 0 0 0,-1 1-1 0 0,0-1 1 0 0,-1 1 0 0 0,1 8 0 0 0,-1-9-35 0 0,0-4-48 0 0,0 1 1 0 0,0-1-1 0 0,0 1 1 0 0,0-1-1 0 0,0 0 1 0 0,0 1-1 0 0,-1-1 1 0 0,1 0-1 0 0,-1 1 1 0 0,0-1-1 0 0,0 0 0 0 0,0 0 1 0 0,-1 3-1 0 0,-2 4 22 0 0,0 1 9 0 0,-1 0-1 0 0,0 0 1 0 0,0-1 0 0 0,-1 1 0 0 0,0-1 0 0 0,0-1 0 0 0,-1 1-1 0 0,-1-1 1 0 0,1 0 0 0 0,-1 0 0 0 0,0-1 0 0 0,-1 0 0 0 0,-11 7-1 0 0,5-5-418 0 0,-1-1-1 0 0,0 0 1 0 0,0-1-1 0 0,0-1 1 0 0,-1 0-1 0 0,0-1 0 0 0,-18 3 1 0 0,30-8-488 0 0,1-1-209 0 0,-15-3-334 0 0,14 3-280 0 0,3-3-1144 0 0,-8-14-2031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12.9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 3736 0 0,'0'0'7639'0'0,"-2"4"-7003"0"0,-3 11-197 0 0,3-11-76 0 0,1 0-29 0 0,-2 12-40 0 0,2-12 24 0 0,1 1 13 0 0,1 4-80 0 0,0 1 0 0 0,0-1 0 0 0,1 0 0 0 0,0 0 0 0 0,1-1 0 0 0,6 18 0 0 0,29 39 330 0 0,-36-62-531 0 0,-2-2-48 0 0,0-1 1 0 0,0 1-1 0 0,0-1 1 0 0,0 1 0 0 0,0-1-1 0 0,0 1 1 0 0,0-1-1 0 0,0 1 1 0 0,0-1 0 0 0,0 1-1 0 0,1-1 1 0 0,-1 1 0 0 0,0-1-1 0 0,0 1 1 0 0,1-1-1 0 0,-1 1 1 0 0,0-1 0 0 0,0 1-1 0 0,1-1 1 0 0,-1 1 0 0 0,1-1-1 0 0,-1 0 1 0 0,0 1-1 0 0,1-1 1 0 0,-1 0 0 0 0,1 1-1 0 0,0-1 1 0 0,-1 1 1 0 0,1-1-1 0 0,-1 1 0 0 0,1-1 0 0 0,-1 1 0 0 0,1-1 0 0 0,-1 1 0 0 0,1-1 0 0 0,-1 1 0 0 0,1 0 1 0 0,-1-1-1 0 0,0 1 0 0 0,0 0 0 0 0,1-1 0 0 0,-1 1 0 0 0,0 0 0 0 0,0-1 0 0 0,1 2 1 0 0,2 8 49 0 0,-2-10-50 0 0,-1 1 1 0 0,0-1-1 0 0,1 1 1 0 0,-1 0-1 0 0,0-1 1 0 0,1 1-1 0 0,-1-1 1 0 0,0 1-1 0 0,0-1 1 0 0,0 1-1 0 0,1 0 1 0 0,-1-1-1 0 0,0 1 1 0 0,0 0-1 0 0,0-1 0 0 0,0 1 1 0 0,0 0-1 0 0,0-1 1 0 0,0 1-1 0 0,0 0 1 0 0,-1-1-1 0 0,1 1 1 0 0,0-1-1 0 0,0 1 1 0 0,0 0-1 0 0,-1 0 1 0 0,0 1-28 0 0,0-1 2 0 0,0 0 1 0 0,1 1-1 0 0,-1-1 0 0 0,0 0 1 0 0,1 1-1 0 0,-1-1 1 0 0,1 0-1 0 0,0 1 0 0 0,-1-1 1 0 0,1 1-1 0 0,0-1 1 0 0,0 3-1 0 0,-5-3-399 0 0,-14 4-236 0 0,14-4-250 0 0,0-3-266 0 0,-9-4-3 0 0,-14-10-4744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04:35:13.0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1 182 4836 0 0,'4'-2'1697'0'0,"63"-38"4782"0"0,17-7-3401 0 0,0 3-3723 0 0,-46 20-2738 0 0,-20 11-2138 0 0,-1 1-980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0 2012 0 0,'0'0'836'0'0,"-18"14"-3644"0"0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46 4368 0 0,'-2'-4'1603'0'0,"-11"-25"4761"0"0,8 21-6581 0 0,3 4 3193 0 0,3 4-2947 0 0,-1 1 1 0 0,0-1-1 0 0,0 1 1 0 0,1-1-1 0 0,-1 0 1 0 0,0 1-1 0 0,0-1 1 0 0,0 1-1 0 0,0-1 0 0 0,0 1 1 0 0,0-1-1 0 0,0 1 1 0 0,0-1-1 0 0,0 0 1 0 0,0 1-1 0 0,0-1 0 0 0,0 1 1 0 0,0-1-1 0 0,0 1 1 0 0,0-1-1 0 0,0 1 1 0 0,0-1-1 0 0,-1 0 0 0 0,1 1 1 0 0,0-1-1 0 0,-1 1 1 0 0,1 0 10 0 0,-1 0 0 0 0,1 1 1 0 0,-1-1-1 0 0,1 0 0 0 0,0 0 0 0 0,-1 0 1 0 0,1 1-1 0 0,0-1 0 0 0,0 0 1 0 0,0 0-1 0 0,0 1 0 0 0,0-1 0 0 0,0 0 1 0 0,0 0-1 0 0,0 1 0 0 0,1 1 1 0 0,20 85 806 0 0,55 141 0 0 0,-68-206-996 0 0,37 99-1897 0 0,-18-38-4594 0 0,-26-80 4908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1 147 3216 0 0,'1'-6'1283'0'0,"2"-2"-971"0"0,-2 1-27 0 0,1 0 1 0 0,-1 0-1 0 0,2 1 0 0 0,-1-1 1 0 0,1 1-1 0 0,0 0 1 0 0,0 0-1 0 0,1 0 0 0 0,0 0 1 0 0,0 1-1 0 0,7-9 0 0 0,-6 9-136 0 0,-3 3-94 0 0,-1 0 0 0 0,1 0 0 0 0,0 0 0 0 0,0 1 0 0 0,0-1 0 0 0,0 1 0 0 0,0 0 0 0 0,0-1 0 0 0,0 1 0 0 0,0 0 0 0 0,4-1-1 0 0,-1-1 2 0 0,0 0 53 0 0,0 0-1 0 0,0 1 1 0 0,1-1-1 0 0,0 1 0 0 0,-1 0 1 0 0,1 1-1 0 0,0-1 0 0 0,0 1 1 0 0,0 0-1 0 0,7 0 1 0 0,-8 1-70 0 0,0-1 7 0 0,1 1 1 0 0,-1 0-1 0 0,1 0 1 0 0,-1 0 0 0 0,0 0-1 0 0,1 1 1 0 0,-1 0-1 0 0,0 0 1 0 0,1 1-1 0 0,-1 0 1 0 0,6 2 0 0 0,-8-2-19 0 0,1-1-11 0 0,0 1-1 0 0,-1 0 0 0 0,1 0 1 0 0,0 0-1 0 0,-1 0 0 0 0,0 1 1 0 0,0-1-1 0 0,0 1 0 0 0,0 0 0 0 0,0 0 1 0 0,0 0-1 0 0,0 0 0 0 0,-1 1 1 0 0,3 5-1 0 0,-3-6 7 0 0,0 0-13 0 0,-1 0 0 0 0,1 0 0 0 0,-1 0 0 0 0,1 0 1 0 0,-1 1-1 0 0,0-1 0 0 0,0 1 0 0 0,-1-1 0 0 0,1 0 0 0 0,-1 1 0 0 0,0-1 1 0 0,0 1-1 0 0,0-1 0 0 0,0 1 0 0 0,0-1 0 0 0,-2 7 0 0 0,-3 3-4 0 0,0 0 0 0 0,-1-1-1 0 0,0 0 1 0 0,0 0 0 0 0,-2 0-1 0 0,1-1 1 0 0,-2 0 0 0 0,-14 16-1 0 0,8-12 110 0 0,0-2-1 0 0,-1 1 0 0 0,0-2 0 0 0,-1 0 1 0 0,-22 12-1 0 0,35-22 145 0 0,0 0 12 0 0,-13 4-7 0 0,13-4 955 0 0,11-2-1173 0 0,204 34 160 0 0,8 1-3726 0 0,-199-33 1773 0 0,-6-2 371 0 0,-2-2-1287 0 0,11 0-2351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67 2340 0 0,'0'0'1248'0'0,"-1"-5"-262"0"0,-4-15-275 0 0,4 15 399 0 0,3 0-730 0 0,0 1-280 0 0,3-15 335 0 0,-1 17-218 0 0,14-3-15 0 0,-13 3-33 0 0,1 3-2 0 0,6 1-56 0 0,-1 0 1 0 0,0 1 0 0 0,0 0-1 0 0,0 1 1 0 0,0 1 0 0 0,0-1-1 0 0,18 13 1 0 0,22 26 102 0 0,-47-39-200 0 0,-1 1 1 0 0,1-1 0 0 0,-1 1 0 0 0,0 0 0 0 0,0 0 0 0 0,0 0 0 0 0,-1 0 0 0 0,0 0 0 0 0,2 7 0 0 0,-2-7-9 0 0,-1-1 8 0 0,0 0 0 0 0,0 1-1 0 0,-1 0 1 0 0,1-1 0 0 0,-1 1 0 0 0,0-1 0 0 0,0 1 0 0 0,-1-1-1 0 0,0 7 1 0 0,0-4 4 0 0,-1 0 56 0 0,1 0 0 0 0,-1-1 0 0 0,0 1 0 0 0,0-1 0 0 0,-5 8 0 0 0,4-7 3 0 0,1-3 87 0 0,0 1 15 0 0,-19 36 1288 0 0,19-37-938 0 0,11-5-406 0 0,87-15-359 0 0,-1-4 0 0 0,99-35 0 0 0,-173 49 19 0 0,220-79-6606 0 0,-189 65 2145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193 65 3048 0 0,'-2'-4'1598'0'0,"1"3"-1396"0"0,-17-33 2148 0 0,17 33-2209 0 0,0-1 1 0 0,0 0-1 0 0,0 0 1 0 0,0 1 0 0 0,0-1-1 0 0,-1 0 1 0 0,1 1 0 0 0,-1-1-1 0 0,1 1 1 0 0,-1 0-1 0 0,0 0 1 0 0,1-1 0 0 0,-1 1-1 0 0,0 0 1 0 0,0 0-1 0 0,0 1 1 0 0,0-1 0 0 0,-2-1-1 0 0,-20 2 121 0 0,14 4-6 0 0,0 5-123 0 0,1 1 1 0 0,1-1 0 0 0,0 2 0 0 0,0-1-1 0 0,1 1 1 0 0,1 0 0 0 0,-1 1 0 0 0,2-1-1 0 0,0 1 1 0 0,0 0 0 0 0,1 1 0 0 0,-4 20-1 0 0,2-3 41 0 0,1 0-1 0 0,2 1 0 0 0,0-1 1 0 0,4 46-1 0 0,0-64-158 0 0,0 1-1 0 0,1-1 0 0 0,0 0 0 0 0,1 0 1 0 0,0 0-1 0 0,1 0 0 0 0,1-1 1 0 0,0 0-1 0 0,0 0 0 0 0,1 0 1 0 0,0 0-1 0 0,1-1 0 0 0,1 0 1 0 0,-1 0-1 0 0,1-1 0 0 0,14 12 1 0 0,-21-19-17 0 0,1-1 1 0 0,-1 0-1 0 0,1 0 0 0 0,0 1 1 0 0,-1-1-1 0 0,1 0 1 0 0,0 0-1 0 0,0-1 1 0 0,-1 1-1 0 0,1 0 1 0 0,4 0-1 0 0,0 1-2 0 0,-1 0 3 0 0,2-2-29 0 0,3 0 67 0 0,0 0 0 0 0,0-2 0 0 0,1 1 0 0 0,-1-1-1 0 0,0 0 1 0 0,-1-1 0 0 0,1-1 0 0 0,0 1 0 0 0,-1-1 0 0 0,0-1-1 0 0,10-6 1 0 0,-9 4 48 0 0,0-1 0 0 0,-1-1-1 0 0,0 1 1 0 0,0-1 0 0 0,-1-1-1 0 0,0 0 1 0 0,-1 0-1 0 0,0 0 1 0 0,-1-1 0 0 0,0 0-1 0 0,0 0 1 0 0,-1-1 0 0 0,-1 1-1 0 0,4-15 1 0 0,-5 12-57 0 0,0 0 1 0 0,-1 0-1 0 0,0-1 0 0 0,-1 1 1 0 0,-1 0-1 0 0,0-1 0 0 0,-1 1 1 0 0,0-1-1 0 0,-2 1 0 0 0,1 0 0 0 0,-9-23 1 0 0,6 19-5 0 0,5 16-22 0 0,-1 0-1 0 0,1 0 1 0 0,-1 0-1 0 0,0 0 1 0 0,0 1-1 0 0,1-1 1 0 0,-1 0-1 0 0,0 0 0 0 0,-1 1 1 0 0,1-1-1 0 0,0 1 1 0 0,0-1-1 0 0,-1 1 1 0 0,-1-2-1 0 0,1 0 0 0 0,0 1-14 0 0,0-1 0 0 0,-1 0 0 0 0,1 0-1 0 0,0 1 1 0 0,-1-1 0 0 0,0 1 0 0 0,0 0 0 0 0,1 0-1 0 0,-1 0 1 0 0,-1 0 0 0 0,1 1 0 0 0,0-1-1 0 0,0 1 1 0 0,0 0 0 0 0,-1 0 0 0 0,-6-2-1 0 0,-51 10-808 0 0,55-5 683 0 0,0 0 0 0 0,0 0 0 0 0,0 0 0 0 0,0 1 0 0 0,1 0 0 0 0,-1 0 0 0 0,-7 6 0 0 0,5-4-133 0 0,4-1 49 0 0,0 0 0 0 0,0 0 0 0 0,0 0 0 0 0,0 1 0 0 0,1-1-1 0 0,0 1 1 0 0,0 0 0 0 0,0 0 0 0 0,-4 9 0 0 0,6-12 141 0 0,0 1-233 0 0,1 0-1 0 0,-1 0 1 0 0,0 0-1 0 0,1 0 1 0 0,-1 0 0 0 0,1 0-1 0 0,0 0 1 0 0,0 0-1 0 0,0 0 1 0 0,1 0-1 0 0,-1 0 1 0 0,1 0-1 0 0,-1 0 1 0 0,1 0 0 0 0,0 0-1 0 0,2 3 1 0 0,-2-3-385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26 3756 0 0,'4'-3'1734'0'0,"25"-14"2898"0"0,-20 11-1475 0 0,-21 13-3257 0 0,8-5 330 0 0,-9 16-64 0 0,10-14 16 0 0,2 0-106 0 0,-2 3-31 0 0,2-1 0 0 0,-1 1 1 0 0,1-1-1 0 0,0 1 0 0 0,0 12 1 0 0,1-18-43 0 0,0 0 1 0 0,0 0 0 0 0,1 0-1 0 0,-1 0 1 0 0,1-1 0 0 0,-1 1 0 0 0,0 0-1 0 0,1 0 1 0 0,-1 0 0 0 0,1-1-1 0 0,0 1 1 0 0,-1 0 0 0 0,1-1-1 0 0,0 1 1 0 0,-1-1 0 0 0,1 1 0 0 0,0-1-1 0 0,-1 1 1 0 0,1-1 0 0 0,0 1-1 0 0,0-1 1 0 0,0 0 0 0 0,0 1-1 0 0,-1-1 1 0 0,1 0 0 0 0,0 0 0 0 0,0 0-1 0 0,0 0 1 0 0,1 1 0 0 0,27 1 300 0 0,-29-2-271 0 0,2 0-13 0 0,0-1 1 0 0,-1 1-1 0 0,1 0 1 0 0,0-1-1 0 0,-1 1 1 0 0,1-1-1 0 0,-1 1 1 0 0,1-1-1 0 0,-1 0 1 0 0,1 0-1 0 0,-1 0 1 0 0,2-1-1 0 0,1 0 33 0 0,1-1 130 0 0,-2 1 31 0 0,25-29 507 0 0,-26 28-517 0 0,0-2-125 0 0,5-12-13 0 0,-5 12 90 0 0,-3 0-153 0 0,-2-13 8 0 0,2 13-20 0 0,-5 5-262 0 0,-2 2 3 0 0,0-1 0 0 0,0 2 0 0 0,0-1 0 0 0,-9 4 0 0 0,13-4-250 0 0,4-1 487 0 0,-1-1 0 0 0,1 0 0 0 0,-1 0 0 0 0,1 0 0 0 0,0 0 0 0 0,-1 1 0 0 0,1-1 0 0 0,-1 0 0 0 0,1 0 0 0 0,0 1 1 0 0,-1-1-1 0 0,1 0 0 0 0,0 1 0 0 0,-1-1 0 0 0,1 0 0 0 0,0 1 0 0 0,0-1 0 0 0,-1 1 0 0 0,1-1 0 0 0,0 0 0 0 0,0 1 0 0 0,0-1 1 0 0,0 1-1 0 0,-1-1 0 0 0,1 0 0 0 0,0 2 0 0 0,0-2-37 0 0,0 1 0 0 0,0-1 0 0 0,0 0 0 0 0,0 1 0 0 0,0-1 0 0 0,-1 1 0 0 0,1-1 0 0 0,0 1 0 0 0,0-1 0 0 0,0 0 0 0 0,-1 1 0 0 0,1-1 0 0 0,0 0 0 0 0,-1 1 1 0 0,1-1-1 0 0,0 0 0 0 0,-1 1 0 0 0,1-1 0 0 0,0 0 0 0 0,-1 0 0 0 0,1 1 0 0 0,0-1 0 0 0,-1 0 0 0 0,1 0 0 0 0,-1 0 0 0 0,0 1 0 0 0,-9 14-1227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217 50 3948 0 0,'-2'-5'1299'0'0,"-5"-15"-217"0"0,5 15-199 0 0,2 5-845 0 0,0 0 0 0 0,-1 0 0 0 0,1 0 1 0 0,-1 0-1 0 0,1 0 0 0 0,-1 0 0 0 0,1 0 0 0 0,0 0 0 0 0,-1 0 0 0 0,1 0 1 0 0,-1-1-1 0 0,1 1 0 0 0,0 0 0 0 0,-1 0 0 0 0,1 0 0 0 0,-1-1 0 0 0,1 1 1 0 0,0 0-1 0 0,-1 0 0 0 0,1-1 0 0 0,0 1 0 0 0,0 0 0 0 0,-1 0 0 0 0,1-1 1 0 0,0 1-1 0 0,0 0 0 0 0,-1-1 0 0 0,1 0 0 0 0,-1 1 26 0 0,1-1-1 0 0,-1 0 1 0 0,1 0 0 0 0,-1 1-1 0 0,0-1 1 0 0,1 0 0 0 0,-1 1-1 0 0,0-1 1 0 0,0 0 0 0 0,0 1 0 0 0,1-1-1 0 0,-1 1 1 0 0,0 0 0 0 0,0-1-1 0 0,0 1 1 0 0,0 0 0 0 0,0-1-1 0 0,0 1 1 0 0,0 0 0 0 0,0 0-1 0 0,-1 0 1 0 0,-63-3 1419 0 0,58 4-1341 0 0,1 0 0 0 0,0 1 0 0 0,-1 0 0 0 0,1 0-1 0 0,0 1 1 0 0,0-1 0 0 0,0 1 0 0 0,1 0 0 0 0,-1 1 0 0 0,1 0-1 0 0,0 0 1 0 0,-1 0 0 0 0,2 0 0 0 0,-1 1 0 0 0,0-1-1 0 0,-4 8 1 0 0,8-11-125 0 0,0 0 0 0 0,0 0-1 0 0,0 0 1 0 0,1 1 0 0 0,-1-1 0 0 0,0 0-1 0 0,0 0 1 0 0,1 0 0 0 0,-1 1 0 0 0,1-1-1 0 0,-1 0 1 0 0,1 1 0 0 0,0-1 0 0 0,0 0-1 0 0,-1 3 1 0 0,1 0 27 0 0,-2 0 73 0 0,3 4-30 0 0,-1-2-58 0 0,-1-4-19 0 0,1 1 0 0 0,0-1 0 0 0,0 0 0 0 0,0 0 0 0 0,0 0 0 0 0,1 0 0 0 0,-1 0 0 0 0,0 1 0 0 0,1-1 0 0 0,0 0 0 0 0,-1 0 0 0 0,1 0 1 0 0,0 0-1 0 0,0 0 0 0 0,2 2 0 0 0,4 9 24 0 0,2-1 1 0 0,0 0-1 0 0,0 0 1 0 0,1-1-1 0 0,0 0 1 0 0,1 0-1 0 0,17 12 1 0 0,99 61-551 0 0,-90-61 98 0 0,61 47 0 0 0,-84-53 297 0 0,-12-12 99 0 0,0-2-31 0 0,-1 2 23 0 0,1 12-6 0 0,-1-12 18 0 0,-4-1 36 0 0,0 1 21 0 0,-1 0 1 0 0,0-1 0 0 0,0 1 0 0 0,0-1 0 0 0,0 0 0 0 0,-1 0 0 0 0,1-1 0 0 0,-1 0 0 0 0,0 1-1 0 0,-10 3 1 0 0,7-3 143 0 0,-1-1 0 0 0,0 0 0 0 0,0-1 0 0 0,0 0 0 0 0,-1 0 0 0 0,1-1 0 0 0,-18 0 0 0 0,16-1-17 0 0,1-1 0 0 0,-1 0 0 0 0,1 0 0 0 0,-1-1-1 0 0,-13-4 1 0 0,21 5-138 0 0,-1 0-1 0 0,1-1 0 0 0,0 1 1 0 0,0-1-1 0 0,0 1 0 0 0,0-1 1 0 0,0 0-1 0 0,0 0 0 0 0,1 0 1 0 0,-1 0-1 0 0,0-1 0 0 0,1 1 1 0 0,0-1-1 0 0,0 1 0 0 0,-1-1 1 0 0,2 0-1 0 0,-1 0 0 0 0,0 0 1 0 0,1 0-1 0 0,-1 0 0 0 0,-1-5 1 0 0,3 5-27 0 0,-1 0 1 0 0,1 1-1 0 0,-1-1 1 0 0,1 0-1 0 0,0 1 1 0 0,0-1-1 0 0,0 0 1 0 0,1-4-1 0 0,0 0-8 0 0,3-7-70 0 0,9-9-113 0 0,1 0 0 0 0,1 1 0 0 0,1 1 0 0 0,1 0 1 0 0,1 1-1 0 0,32-27 0 0 0,9-3-171 0 0,68-43-1 0 0,-99 76 260 0 0,-23 14 52 0 0,-3 3 47 0 0,-1-1 0 0 0,1 1 0 0 0,-1-1 1 0 0,1 1-1 0 0,-1-1 0 0 0,1 0 1 0 0,-1 1-1 0 0,0-1 0 0 0,1 0 1 0 0,-1 0-1 0 0,0 0 0 0 0,2-2 0 0 0,0 1 0 0 0,1 0-15 0 0,-1 4-77 0 0,-1-1 94 0 0,-1 0 1 0 0,0 0-1 0 0,0 0 0 0 0,0 0 0 0 0,0 0 0 0 0,0 0 0 0 0,0 0 0 0 0,-1 0 0 0 0,1 1 0 0 0,0-1 1 0 0,0 0-1 0 0,-1 1 0 0 0,1-1 0 0 0,-1 0 0 0 0,1 1 0 0 0,-1-1 0 0 0,0 1 0 0 0,1-1 0 0 0,-1 1 1 0 0,0-1-1 0 0,0 0 0 0 0,0 1 0 0 0,0-1 0 0 0,0 1 0 0 0,-1-1 0 0 0,1 2 0 0 0,-1 2-14 0 0,1 2 35 0 0,-1-1-16 0 0,-1 11 17 0 0,1-1 0 0 0,1 1-1 0 0,0-1 1 0 0,4 17 0 0 0,4 7-56 0 0,-5-31 8 0 0,4 5 5 0 0,-3-9 31 0 0,-1 0 1 0 0,0 1-1 0 0,1-1 1 0 0,0-1 0 0 0,0 1-1 0 0,1 0 1 0 0,-1-1-1 0 0,1 0 1 0 0,0 0-1 0 0,0 0 1 0 0,1-1-1 0 0,-1 0 1 0 0,0 0-1 0 0,7 2 1 0 0,-8-3-4 0 0,2-1-13 0 0,18 2 22 0 0,-18-2 55 0 0,-6-2-58 0 0,1 1 1 0 0,0-1-1 0 0,0 1 0 0 0,-1 0 0 0 0,1-1 0 0 0,0 1 1 0 0,0 0-1 0 0,0 0 0 0 0,0 0 0 0 0,0-1 0 0 0,-1 1 0 0 0,1 0 1 0 0,0 0-1 0 0,0 0 0 0 0,0 0 0 0 0,0 1 0 0 0,0-1 1 0 0,1 0-1 0 0,-1 1 27 0 0,0-1-1 0 0,1 0 1 0 0,-1 0 0 0 0,0 0 0 0 0,1 0 0 0 0,-1 0 0 0 0,0 0 0 0 0,1 0 0 0 0,-1 0-1 0 0,0-1 1 0 0,0 1 0 0 0,1 0 0 0 0,-1-1 0 0 0,0 1 0 0 0,0-1 0 0 0,1 0 0 0 0,-1 1 0 0 0,1-2-1 0 0,4 0 98 0 0,0-1-1 0 0,-1-1 0 0 0,1 1 0 0 0,-1-1 0 0 0,0 0 0 0 0,0 0 0 0 0,-1-1 0 0 0,5-4 1 0 0,-6 6-102 0 0,-1 0 0 0 0,0-1 0 0 0,0 1 0 0 0,0-1 0 0 0,-1 1 0 0 0,1-1 0 0 0,-1 0 0 0 0,0 1 0 0 0,0-1 0 0 0,0 0 0 0 0,0 0 0 0 0,-1 0 0 0 0,0 0 0 0 0,0 1 0 0 0,0-1 0 0 0,0 0 0 0 0,-1-6 0 0 0,-14-54-535 0 0,14 62 422 0 0,1-1 1 0 0,-1 1-1 0 0,0 0 0 0 0,1 0 1 0 0,-1-1-1 0 0,0 1 0 0 0,-1 0 1 0 0,1 0-1 0 0,0 0 1 0 0,-1 0-1 0 0,-2-3 0 0 0,-1 0-147 0 0,4 2 115 0 0,0 1-1 0 0,-1 0 1 0 0,1 0-1 0 0,-1 0 1 0 0,1 0-1 0 0,-1 0 1 0 0,0 1-1 0 0,1-1 1 0 0,-1 0-1 0 0,0 1 0 0 0,0-1 1 0 0,-3 0-1 0 0,-1-2-199 0 0,-7-3-753 0 0,5 3 388 0 0,-25-5-183 0 0,-2 8-4292 0 0,-18 7-711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50 3552 0 0,'2'-4'1580'0'0,"4"-13"-269"0"0,-5 13 1402 0 0,1 0-2097 0 0,4-13-114 0 0,-5 13 1522 0 0,11 241 319 0 0,-12-209-2280 0 0,1-19-54 0 0,7 47 49 0 0,8 36-1222 0 0,-16-87 595 0 0,2 0-117 0 0,4 15 56 0 0,-5-15 7 0 0,1-2-52 0 0,7 9-115 0 0,-7-9-65 0 0,3-3-2262 0 0,15 2 1029 0 0,-15-2-1446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249 57 2888 0 0,'6'-25'1358'0'0,"-5"20"1340"0"0,0 1-2122 0 0,3-14-101 0 0,-3 14 737 0 0,-6 6-973 0 0,-2 2-162 0 0,-1 0 0 0 0,1 1 0 0 0,0 0 0 0 0,0 0 0 0 0,1 1 1 0 0,-9 8-1 0 0,-37 47 288 0 0,26-31-243 0 0,-58 56 262 0 0,82-83-369 0 0,-1-1-5 0 0,1 0-24 0 0,0 1 0 0 0,-1-1 0 0 0,0 1 0 0 0,1-1 0 0 0,-1 0 0 0 0,0 0-1 0 0,0 0 1 0 0,0 0 0 0 0,-6 2 0 0 0,10-8-27 0 0,16-38-87 0 0,-15 38 112 0 0,1 1 4 0 0,33-25 96 0 0,-33 26 44 0 0,3 2-40 0 0,-1-1-50 0 0,-3 0-22 0 0,-1 1 0 0 0,1 0 0 0 0,-1-1 0 0 0,1 1 0 0 0,-1 0 0 0 0,1 0 0 0 0,0 0 0 0 0,-1 0 0 0 0,1 0 0 0 0,-1 1 1 0 0,1-1-1 0 0,0 0 0 0 0,-1 1 0 0 0,1-1 0 0 0,-1 1 0 0 0,1 0 0 0 0,1 0 0 0 0,10 6 89 0 0,0 0 1 0 0,0 1-1 0 0,-1 1 0 0 0,12 10 1 0 0,23 28 140 0 0,-25-23-792 0 0,45 36 0 0 0,-64-58 74 0 0,2 1-116 0 0,15 9-155 0 0,-15-9-119 0 0,0-2-146 0 0,17 1-230 0 0,-17-1-948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70 3536 0 0,'0'0'7456'0'0,"1"-5"-7200"0"0,8-18 248 0 0,-4 21-366 0 0,75-25 358 0 0,-74 26-590 0 0,-5 0 61 0 0,1 0 0 0 0,0 0 0 0 0,-1 0 0 0 0,1 1 0 0 0,0-1 0 0 0,0 1 0 0 0,0-1 0 0 0,-1 1 0 0 0,1 0 0 0 0,0 0 0 0 0,0 0 0 0 0,3 0 0 0 0,-3 0-45 0 0,4-1-367 0 0,-1 0-871 0 0,-3 1 727 0 0,11-4 753 0 0,-3 6-5819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45 2936 0 0,'0'0'7568'0'0,"3"4"-7068"0"0,7 9-68 0 0,-7-10-67 0 0,3-3-56 0 0,56-7 332 0 0,26-8-287 0 0,-31 4-943 0 0,17-5-1679 0 0,-21 0-3634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15 3112 0 0,'-2'-3'1484'0'0,"2"2"-1216"0"0,0 0-1 0 0,0 1 1 0 0,0-1-1 0 0,0 1 1 0 0,-1-1-1 0 0,1 0 1 0 0,0 1-1 0 0,0-1 1 0 0,-1 1-1 0 0,1-1 1 0 0,-1 1-1 0 0,1-1 0 0 0,0 1 1 0 0,-1-1-1 0 0,1 1 1 0 0,-1 0-1 0 0,1-1 1 0 0,-1 1-1 0 0,1-1 1 0 0,-1 1-1 0 0,1 0 1 0 0,-2-1-1 0 0,-2 7 3259 0 0,1 1-4789 0 0,3-6 1295 0 0,-1 1 0 0 0,1-1 1 0 0,0 0-1 0 0,-1 1 0 0 0,1-1 0 0 0,0 0 0 0 0,0 1 0 0 0,0-1 0 0 0,0 1 0 0 0,0-1 0 0 0,0 0 1 0 0,0 1-1 0 0,1-1 0 0 0,-1 0 0 0 0,1 1 0 0 0,-1-1 0 0 0,0 0 0 0 0,2 2 0 0 0,-1 0 58 0 0,3 18 51 0 0,41 268-458 0 0,-27-97-7534 0 0,-16-145 2207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0 3240 0 0,'0'0'8324'0'0,"-1"6"-7898"0"0,-2 54 427 0 0,12 33 147 0 0,-8-74-865 0 0,2 1-73 0 0,2 5 65 0 0,4 16-25 0 0,1 1 0 0 0,19 46 0 0 0,-27-83-93 0 0,-1 1-41 0 0,1 0 0 0 0,0-1-1 0 0,0 1 1 0 0,0 0 0 0 0,4 7 0 0 0,-1-5-137 0 0,-4-3-300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88 124 2056 0 0,'-82'20'4198'0'0,"77"-18"-1858"0"0,23 10-1904 0 0,-5-10-287 0 0,102-19 193 0 0,209-59 0 0 0,-99 19-1294 0 0,-184 49-1158 0 0,-34 7 889 0 0,-2 1-836 0 0,22 1-1426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15 121 2268 0 0,'0'0'1990'0'0,"-2"-3"-1243"0"0,-8-11-235 0 0,8 11 818 0 0,4-2-1012 0 0,0 2-259 0 0,-1 0 0 0 0,1 0 0 0 0,1 0 0 0 0,-1 0-1 0 0,0 0 1 0 0,1 1 0 0 0,-1-1 0 0 0,1 1 0 0 0,0-1 0 0 0,0 1 0 0 0,0 0 0 0 0,0 0 0 0 0,0 0 0 0 0,0 0 0 0 0,0 1 0 0 0,1-1 0 0 0,-1 1 0 0 0,1 0 0 0 0,-1 0 0 0 0,1 0 0 0 0,-1 1 0 0 0,1-1 0 0 0,0 1 0 0 0,-1 0 0 0 0,1 0 0 0 0,0 0 0 0 0,-1 0 0 0 0,1 1 0 0 0,-1-1 0 0 0,1 1 0 0 0,0 0-1 0 0,-1 0 1 0 0,0 0 0 0 0,1 1 0 0 0,-1-1 0 0 0,0 1 0 0 0,1 0 0 0 0,3 3 0 0 0,1 1-56 0 0,0 1-1 0 0,-1 0 1 0 0,1 0-1 0 0,-2 1 0 0 0,1 0 1 0 0,-1 0-1 0 0,0 1 1 0 0,-1-1-1 0 0,0 1 1 0 0,0 0-1 0 0,6 19 1 0 0,-10-23 35 0 0,1 0 32 0 0,2 16 10 0 0,-2-15 165 0 0,-3-1-74 0 0,0 15 20 0 0,1-15 187 0 0,-2-2-170 0 0,-4 13 16 0 0,5-12 654 0 0,-21 1-502 0 0,17-3-96 0 0,2-5-158 0 0,0 0-87 0 0,0 1 1 0 0,0-1 0 0 0,0 0 0 0 0,0 0 0 0 0,1 0 0 0 0,0-1-1 0 0,-1 1 1 0 0,-2-8 0 0 0,3 7 8 0 0,2-2-19 0 0,1-1-20 0 0,-1-1 1 0 0,2 1 0 0 0,-1-1-1 0 0,1 1 1 0 0,0 0-1 0 0,0 0 1 0 0,1 0 0 0 0,0 0-1 0 0,0 0 1 0 0,0 1-1 0 0,9-12 1 0 0,-3 6-168 0 0,1-1 1 0 0,1 2-1 0 0,0-1 1 0 0,1 1-1 0 0,13-10 1 0 0,-10 12-589 0 0,-1 0-1 0 0,1 0 1 0 0,1 1 0 0 0,26-9 0 0 0,-37 16-226 0 0,1 1-141 0 0,25 0-1963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223 99 2760 0 0,'-1'-5'1048'0'0,"-4"-16"-120"0"0,4 16-82 0 0,-1 0-163 0 0,-4-14-126 0 0,5 14-78 0 0,-2 1-78 0 0,-27-26 856 0 0,27 28-805 0 0,-3 1-293 0 0,-19 0-4 0 0,19 1-15 0 0,-7 7 59 0 0,-7 2-31 0 0,12-2-135 0 0,0-1-1 0 0,0 1 1 0 0,0 1-1 0 0,1 0 1 0 0,0 0-1 0 0,1 0 1 0 0,-1 1 0 0 0,2-1-1 0 0,-1 2 1 0 0,1-1-1 0 0,1 0 1 0 0,0 1-1 0 0,0 0 1 0 0,1 0-1 0 0,0 0 1 0 0,0 1-1 0 0,1-1 1 0 0,0 18-1 0 0,2-23-20 0 0,6 13-16 0 0,-4-14 4 0 0,0 0 4 0 0,1-1-9 0 0,2 0 10 0 0,-1-1 1 0 0,1 1-1 0 0,0-1 0 0 0,0 0 1 0 0,0 0-1 0 0,6 2 0 0 0,-6-3-7 0 0,0-2-1 0 0,15-2 10 0 0,-15 2-14 0 0,0-1 8 0 0,2-1 0 0 0,-1 0-1 0 0,0-1 0 0 0,0 0 0 0 0,0 0 0 0 0,0 0 1 0 0,0-1-1 0 0,-1 1 0 0 0,0-1 0 0 0,7-9 0 0 0,0-9-13 0 0,15-38 0 0 0,-25 57 51 0 0,0-3-9 0 0,1-2-63 0 0,-6 28 415 0 0,3-17-376 0 0,-1 0-1 0 0,1 0 1 0 0,0 0-1 0 0,0 0 1 0 0,-1 0 0 0 0,1 0-1 0 0,1 0 1 0 0,-1 0-1 0 0,0 0 1 0 0,0 0-1 0 0,2 3 1 0 0,-1 1 1 0 0,0 0 27 0 0,1-3-43 0 0,23 32 0 0 0,-22-32 0 0 0,18 4-3 0 0,-17-5 4 0 0,3-3 21 0 0,0 1-16 0 0,-1 0 0 0 0,1-1 0 0 0,-1 0 0 0 0,1 0 0 0 0,-1 0 0 0 0,1-1 0 0 0,-1 0 0 0 0,0 0 0 0 0,0-1 0 0 0,0 0 0 0 0,0 0 0 0 0,0 0 0 0 0,0-1 0 0 0,-1 1 0 0 0,0-1 0 0 0,6-6 0 0 0,-3 1 10 0 0,0 1-1 0 0,-1-1 0 0 0,0-1 0 0 0,-1 1 1 0 0,0-1-1 0 0,0 0 0 0 0,-1-1 1 0 0,0 1-1 0 0,-1-1 0 0 0,4-15 0 0 0,-7 23 74 0 0,0-2 23 0 0,1-8 667 0 0,5 39-575 0 0,1-7-192 0 0,5 7-20 0 0,-10-21 14 0 0,-3-5 3 0 0,1 0 0 0 0,-1 0 0 0 0,1 0-1 0 0,-1 1 1 0 0,1-1 0 0 0,-1 0 0 0 0,1 0 0 0 0,-1 0 0 0 0,1 1 0 0 0,-1-1 0 0 0,0 0 0 0 0,1 1 0 0 0,-1-1 0 0 0,1 0-1 0 0,-1 1 1 0 0,0-1 0 0 0,1 1 0 0 0,-1-1 0 0 0,0 0 0 0 0,1 1 0 0 0,-1-1 0 0 0,0 1 0 0 0,0-1 0 0 0,1 1 0 0 0,-1-1-1 0 0,0 2 1 0 0,0-2-5 0 0,0 1-1 0 0,1-1 1 0 0,-1 1-1 0 0,0-1 0 0 0,0 1 1 0 0,1-1-1 0 0,-1 1 0 0 0,0-1 1 0 0,0 1-1 0 0,1-1 1 0 0,-1 1-1 0 0,1-1 0 0 0,-1 1 1 0 0,0-1-1 0 0,1 0 1 0 0,-1 1-1 0 0,1-1 0 0 0,-1 0 1 0 0,1 1-1 0 0,-1-1 1 0 0,1 0-1 0 0,-1 0 0 0 0,1 0 1 0 0,-1 1-1 0 0,2-1 0 0 0,15 8-413 0 0,-15-6 324 0 0,2 0-314 0 0,2-2-772 0 0,-2 0 1200 0 0,-1 0-416 0 0,1 0-1 0 0,0 0 1 0 0,0 0 0 0 0,-1 0 0 0 0,1-1 0 0 0,0 1-1 0 0,-1-1 1 0 0,1 0 0 0 0,0 0 0 0 0,-1 0-1 0 0,1-1 1 0 0,-1 1 0 0 0,0-1 0 0 0,1 0 0 0 0,3-3-1 0 0,9-8-3345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201 2 2108 0 0,'-7'-1'236'0'0,"-1"0"-1"0"0,1 1 1 0 0,-1 1 0 0 0,0-1-1 0 0,1 1 1 0 0,-1 0-1 0 0,1 1 1 0 0,0 0-1 0 0,-1 0 1 0 0,1 1 0 0 0,0 0-1 0 0,0 0 1 0 0,0 0-1 0 0,1 1 1 0 0,-1 0 0 0 0,1 0-1 0 0,0 1 1 0 0,0 0-1 0 0,0 0 1 0 0,1 0 0 0 0,0 1-1 0 0,-8 9 1 0 0,-15 30 229 0 0,26-41-366 0 0,0 2-39 0 0,-2 17 27 0 0,3-17 33 0 0,6 14 31 0 0,-3-16-103 0 0,3 1-12 0 0,-5-3-33 0 0,1-1-1 0 0,0 0 0 0 0,0 0 1 0 0,0 0-1 0 0,0 0 0 0 0,0-1 1 0 0,0 1-1 0 0,1 0 0 0 0,-1 0 1 0 0,0-1-1 0 0,0 1 0 0 0,0 0 0 0 0,1-1 1 0 0,-1 1-1 0 0,0-1 0 0 0,1 0 1 0 0,-1 1-1 0 0,3-1 0 0 0,21 4 11 0 0,-18-3 0 0 0,0 0 1 0 0,0-1-1 0 0,-1 0 1 0 0,1 0-1 0 0,0-1 0 0 0,0 0 1 0 0,0 0-1 0 0,11-4 0 0 0,-15 4-2 0 0,5-1 115 0 0,0-1 0 0 0,0 0 0 0 0,0-1-1 0 0,0 1 1 0 0,-1-2 0 0 0,0 1-1 0 0,1-1 1 0 0,-2 0 0 0 0,1 0-1 0 0,0-1 1 0 0,-1 0 0 0 0,0 0 0 0 0,-1 0-1 0 0,1-1 1 0 0,-1 0 0 0 0,5-9-1 0 0,-8 13 82 0 0,0-2 29 0 0,5-13-9 0 0,-5 14 271 0 0,-3-1-430 0 0,-2-17 64 0 0,-2 22-102 0 0,-1 0-132 0 0,-1 0-1 0 0,1 0 0 0 0,-1 1 0 0 0,1-1 0 0 0,-1 2 0 0 0,1-1 0 0 0,0 1 1 0 0,0 0-1 0 0,0 0 0 0 0,-11 6 0 0 0,11-5-438 0 0,0 1-1 0 0,1 0 1 0 0,-1 0-1 0 0,1 1 1 0 0,0-1 0 0 0,0 1-1 0 0,-6 8 1 0 0,2-1-679 0 0,6-9-858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 3392 0 0,'5'0'1046'0'0,"14"3"-176"0"0,-14-3-204 0 0,0 2-142 0 0,-1 0-440 0 0,2 0 40 0 0,0 0-1 0 0,0 1 0 0 0,-1-1 1 0 0,1 1-1 0 0,-1 0 0 0 0,0 1 1 0 0,0-1-1 0 0,0 1 0 0 0,0 0 0 0 0,-1 0 1 0 0,0 1-1 0 0,1-1 0 0 0,5 10 1 0 0,10 22 400 0 0,-18-33-426 0 0,0 3-15 0 0,6 44 454 0 0,-7-46-338 0 0,-9 14 133 0 0,7-14 14 0 0,0-2-265 0 0,0 0 0 0 0,0 0 0 0 0,-1 0 1 0 0,1 0-1 0 0,0-1 0 0 0,-1 1 1 0 0,1 0-1 0 0,-1-1 0 0 0,0 1 1 0 0,1-1-1 0 0,-1 0 0 0 0,0 1 0 0 0,0-1 1 0 0,0 0-1 0 0,0 0 0 0 0,0 0 1 0 0,0 0-1 0 0,-2 0 0 0 0,3-1-128 0 0,-2 2 760 0 0,-2-5-509 0 0,1-1-128 0 0,0 0 1 0 0,0 0-1 0 0,0-1 1 0 0,1 1-1 0 0,0-1 1 0 0,0 0-1 0 0,0 0 1 0 0,0 0-1 0 0,1 0 1 0 0,-1 0-1 0 0,-2-11 1 0 0,4 11-4 0 0,2-3 9 0 0,-1 4-72 0 0,0-1 4 0 0,-1 0 1 0 0,2 0-1 0 0,-1 0 0 0 0,0 0 0 0 0,1 0 0 0 0,0 0 0 0 0,0 0 1 0 0,1 1-1 0 0,-1-1 0 0 0,1 0 0 0 0,0 1 0 0 0,3-6 0 0 0,5-1 1 0 0,0 1 0 0 0,0 0-1 0 0,23-17 1 0 0,-29 25-13 0 0,1 0 0 0 0,-1 0 0 0 0,1 0 1 0 0,0 1-1 0 0,-1 0 0 0 0,1 0 0 0 0,0 0 0 0 0,0 0 0 0 0,0 1 0 0 0,0 0 1 0 0,-1 0-1 0 0,7 1 0 0 0,-7-1-2 0 0,5 1-9 0 0,1 0 0 0 0,-1 0 0 0 0,0 1 0 0 0,0 0 0 0 0,-1 1 0 0 0,1 0 0 0 0,0 0 0 0 0,-1 1 0 0 0,0 0 0 0 0,0 1 0 0 0,0 0 0 0 0,0 0 0 0 0,-1 0 0 0 0,0 1 1 0 0,0 0-1 0 0,-1 1 0 0 0,8 7 0 0 0,-9-6-148 0 0,0 0 1 0 0,-1 0 0 0 0,0 1-1 0 0,0-1 1 0 0,0 1 0 0 0,-1 0-1 0 0,0 0 1 0 0,-1 0 0 0 0,0 0-1 0 0,-1 0 1 0 0,0 1 0 0 0,0-1-1 0 0,-1 0 1 0 0,-1 12 0 0 0,0 0-974 0 0,-2 0 0 0 0,-1-1 1 0 0,0 0-1 0 0,-2 1 0 0 0,-10 25 1 0 0,-1-6-3743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9 247 4480 0 0,'-6'-21'1553'0'0,"5"17"899"0"0,1-1-1453 0 0,-1-13-134 0 0,0 13 570 0 0,2 0-959 0 0,0 1-332 0 0,0 0-1 0 0,0 0 0 0 0,1 0 1 0 0,-1 0-1 0 0,1 0 0 0 0,0 0 0 0 0,0 0 1 0 0,4-4-1 0 0,-3 5 202 0 0,3 2-149 0 0,-1 1-158 0 0,-1-1-1 0 0,0 1-1 0 0,0 0 1 0 0,0 0-1 0 0,0 0 1 0 0,0 0-1 0 0,1 1 1 0 0,-1 0-1 0 0,0-1 0 0 0,0 1 1 0 0,0 1-1 0 0,0-1 1 0 0,7 4-1 0 0,41 31 110 0 0,-41-27-122 0 0,3 7-4 0 0,-4-1 6 0 0,-4-5-9 0 0,0 0 0 0 0,0 0 0 0 0,-1 0 0 0 0,0 1 1 0 0,-1 0-1 0 0,0 0 0 0 0,0 0 0 0 0,-2 1 0 0 0,1-1 1 0 0,-1 1-1 0 0,-1-1 0 0 0,0 1 0 0 0,-2 19 0 0 0,1-26 87 0 0,-1-3-68 0 0,1 0-1 0 0,-1 1 0 0 0,1-1 0 0 0,-1 0 0 0 0,0 0 0 0 0,0 0 0 0 0,0 0 1 0 0,0 0-1 0 0,0 0 0 0 0,-2 2 0 0 0,-8-1 80 0 0,-3 4-29 0 0,-4-15 52 0 0,15 6-88 0 0,0-2-37 0 0,0 1-1 0 0,0-1 1 0 0,1 0-1 0 0,-1 1 0 0 0,1-1 1 0 0,0-1-1 0 0,0 1 1 0 0,1 0-1 0 0,-1 0 0 0 0,1-1 1 0 0,-1-4-1 0 0,0 3-5 0 0,1 1 1 0 0,0-1-1 0 0,0 0 0 0 0,0 0 1 0 0,1 0-1 0 0,0 0 0 0 0,0 0 1 0 0,0 0-1 0 0,1 0 0 0 0,1-7 0 0 0,0 5-8 0 0,-1 1 4 0 0,0 0 0 0 0,1 0-1 0 0,0 0 1 0 0,0 1-1 0 0,1-1 1 0 0,-1 1-1 0 0,8-12 1 0 0,-7 13-4 0 0,3-9-3 0 0,-5 13 1 0 0,0-1-1 0 0,0 0 0 0 0,0 0 1 0 0,0 1-1 0 0,0-1 1 0 0,0 1-1 0 0,0-1 1 0 0,1 1-1 0 0,-1-1 0 0 0,1 1 1 0 0,1-2-1 0 0,5-4-72 0 0,-1 0 77 0 0,0 1 1 0 0,1 0-1 0 0,-1 0 1 0 0,1 1-1 0 0,1 0 0 0 0,11-6 1 0 0,-15 9 1 0 0,1 0 1 0 0,-1 1 0 0 0,1-1-1 0 0,0 1 1 0 0,0 0 0 0 0,0 1 0 0 0,-1-1-1 0 0,1 1 1 0 0,0 1 0 0 0,0-1-1 0 0,0 1 1 0 0,0 0 0 0 0,9 3-1 0 0,45 19-22 0 0,-49-16 20 0 0,-1-1-1 0 0,1 2 1 0 0,-1 0 0 0 0,-1 0-1 0 0,1 0 1 0 0,-1 1 0 0 0,-1 1-1 0 0,11 14 1 0 0,-16-20-6 0 0,-1 0-16 0 0,17 41 160 0 0,-17-41-139 0 0,-2 1-78 0 0,1 15 61 0 0,0-15-10 0 0,-3-5-205 0 0,0 0 227 0 0,1 0 1 0 0,-1-1 0 0 0,1 1 0 0 0,-1 0 0 0 0,1-1-1 0 0,-1 1 1 0 0,1-1 0 0 0,-1 1 0 0 0,1-1 0 0 0,-1 0-1 0 0,-1-1 1 0 0,-1 1-5 0 0,-1-1-26 0 0,0-24-19 0 0,4 21 29 0 0,-1-1-1 0 0,1 1 0 0 0,0-1 0 0 0,0 0 0 0 0,0-9 0 0 0,4-43-114 0 0,-2 43 130 0 0,3-4 8 0 0,2 0-11 0 0,-4 11 9 0 0,10-22 9 0 0,15-20 0 0 0,-22 45-6 0 0,3-7-15 0 0,9-8-9 0 0,-11 16 31 0 0,0 0 0 0 0,1 1 0 0 0,-1 0 0 0 0,12-3 0 0 0,-17 5-5 0 0,1 0 0 0 0,0 1 1 0 0,0-1-1 0 0,0 1 0 0 0,-1 0 0 0 0,1-1 0 0 0,0 1 1 0 0,0 0-1 0 0,0 0 0 0 0,0 0 0 0 0,0 0 0 0 0,0 1 1 0 0,-1-1-1 0 0,5 1 0 0 0,-1 1 2 0 0,0-2 2 0 0,0 1 0 0 0,0 0 1 0 0,0 1-1 0 0,0-1 0 0 0,-1 1 1 0 0,1 0-1 0 0,0 0 1 0 0,-1 1-1 0 0,0-1 0 0 0,8 6 1 0 0,33 33-4 0 0,-37-32 8 0 0,0 0 0 0 0,0 0-1 0 0,-1 1 1 0 0,-1 0 0 0 0,1 0 0 0 0,-2 0 0 0 0,1 1-1 0 0,6 19 1 0 0,-2 2-211 0 0,12 63-1 0 0,-22-92 127 0 0,8 77-2083 0 0,-8-6-5649 0 0,-2-46 2724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81 4208 0 0,'0'0'1651'0'0,"-1"-5"-220"0"0,-4-15-144 0 0,4 15 884 0 0,0 0-1283 0 0,-1-11 365 0 0,7 23 1118 0 0,12 39-1048 0 0,-2 14-1158 0 0,7 29-101 0 0,-21-85-62 0 0,0 1 28 0 0,5 15 13 0 0,-4-15-4 0 0,-1-1-17 0 0,4 9 408 0 0,2-26-274 0 0,-6 9-147 0 0,-2-3 28 0 0,-20-136-19 0 0,10 79-36 0 0,10 60 41 0 0,0-1 40 0 0,-2-14 20 0 0,2 14 280 0 0,0 1-345 0 0,0-11 28 0 0,4 30-47 0 0,-2-11-76 0 0,0 2 75 0 0,17 133-258 0 0,-13-91-1015 0 0,-4-43 510 0 0,-1 2-154 0 0,-1 1 702 0 0,-1 26-2526 0 0,5-11-4052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214 68 3016 0 0,'0'0'1488'0'0,"-1"-5"-178"0"0,-5-42 3452 0 0,6 42-3500 0 0,-11 0-818 0 0,11 5-428 0 0,-1-1 0 0 0,1 1 0 0 0,-1-1 0 0 0,1 1 0 0 0,-1 0 0 0 0,1-1 0 0 0,-1 1 0 0 0,1 0 0 0 0,-1-1 0 0 0,0 1 0 0 0,1 0 0 0 0,-1 0 0 0 0,0-1 0 0 0,1 1 0 0 0,-1 0 0 0 0,0 0 0 0 0,1 0 0 0 0,-1 0 0 0 0,0 0 0 0 0,1 0 0 0 0,-1 0 0 0 0,1 0 0 0 0,-1 0 0 0 0,0 0 0 0 0,1 0 0 0 0,-1 1 0 0 0,0-1 0 0 0,1 0 0 0 0,-1 0 0 0 0,-1 1 0 0 0,-16 9-235 0 0,1 0 0 0 0,0 1 0 0 0,0 1 1 0 0,1 0-1 0 0,0 1 0 0 0,-19 21 0 0 0,29-27-815 0 0,0 0-1 0 0,0 0 1 0 0,1 1-1 0 0,-7 12 1 0 0,7-13-240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19 139 3144 0 0,'0'0'4259'0'0,"-4"-2"-3087"0"0,3 2-1013 0 0,0 0-1 0 0,1 0 0 0 0,-1 0 0 0 0,0 0 0 0 0,1 0 0 0 0,-1 0 0 0 0,0-1 1 0 0,1 1-1 0 0,-1 0 0 0 0,1-1 0 0 0,-1 1 0 0 0,1 0 0 0 0,-1-1 0 0 0,0 1 1 0 0,1 0-1 0 0,0-1 0 0 0,-1 1 0 0 0,1-1 0 0 0,-1 1 0 0 0,1-1 0 0 0,-1 1 1 0 0,1-1-1 0 0,0 0 0 0 0,-1 1 0 0 0,1-1 0 0 0,0 1 0 0 0,-1-2 0 0 0,2 1-101 0 0,-1 1 0 0 0,1-1-1 0 0,-1 0 1 0 0,1 0 0 0 0,0 1 0 0 0,-1-1-1 0 0,1 1 1 0 0,-1-1 0 0 0,1 0-1 0 0,0 1 1 0 0,0-1 0 0 0,-1 1-1 0 0,1 0 1 0 0,0-1 0 0 0,0 1-1 0 0,0 0 1 0 0,0-1 0 0 0,46-11 21 0 0,-46 12-67 0 0,37-8-145 0 0,222-46 1320 0 0,-97 14-7041 0 0,-156 38 2428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57 113 2108 0 0,'0'0'2182'0'0,"-4"1"-1324"0"0,-15 3-138 0 0,14-3 1451 0 0,4-1-2105 0 0,-1 0 1 0 0,1 0-1 0 0,-1 0 0 0 0,1 1 1 0 0,-1-1-1 0 0,1 0 1 0 0,0 1-1 0 0,-1-1 0 0 0,1 1 1 0 0,0-1-1 0 0,-1 1 1 0 0,-1 1-1 0 0,1-1 69 0 0,-3 1 2310 0 0,12-3-2304 0 0,65-6 227 0 0,371-86 278 0 0,-438 92-611 0 0,17-6 23 0 0,-18 6 19 0 0,-10 0-104 0 0,-36 0-1 0 0,32 3 24 0 0,-15 6-22 0 0,-377 84 15 0 0,397-91 17 0 0,-1 0-8 0 0,4-1 4 0 0,0 0-1 0 0,1 0 0 0 0,-1 0-1 0 0,0 0 1 0 0,0 0 0 0 0,1 1 0 0 0,-1-1 0 0 0,0 0 0 0 0,1 1 0 0 0,-1-1 0 0 0,0 1 0 0 0,1 0 0 0 0,-3 1 5 0 0,-17 3-45 0 0,17-3 45 0 0,5-2-29 0 0,1 0 24 0 0,0 1 0 0 0,0-1 0 0 0,0 0 0 0 0,-1 0 0 0 0,1 0 0 0 0,0 0 1 0 0,0 0-1 0 0,-1 0 0 0 0,1 0 0 0 0,0-1 0 0 0,3 0 0 0 0,-2 0 0 0 0,112-16-37 0 0,-96 13 38 0 0,169-40-32 0 0,-160 36 34 0 0,15-3 6 0 0,-39 10 37 0 0,-10 2-52 0 0,-153 40 8 0 0,-72 16 59 0 0,226-56-23 0 0,-17 4 22 0 0,17-3-47 0 0,0-1 429 0 0,11-2-443 0 0,519-118 225 0 0,-483 109-253 0 0,9-2 255 0 0,-12 1-3459 0 0,-58 16 2304 0 0,15-3-229 0 0,-2-3-2863 0 0,-20 0-333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 16 2128 0 0,'-2'-4'1351'0'0,"2"4"-1115"0"0,-1-1 0 0 0,1 0 0 0 0,-1 0-1 0 0,0 1 1 0 0,1-1 0 0 0,-1 0 0 0 0,0 0 0 0 0,1 1 0 0 0,-1-1 0 0 0,0 1-1 0 0,0-1 1 0 0,1 1 0 0 0,-1-1 0 0 0,0 1 0 0 0,0-1 0 0 0,0 1 0 0 0,0 0 0 0 0,0-1-1 0 0,0 1 1 0 0,1 0 0 0 0,-1 0 0 0 0,0 0 0 0 0,0 0 0 0 0,-2 0 0 0 0,-7 2-563 0 0,6-1 1438 0 0,3 4-809 0 0,-4 13-23 0 0,4-13-26 0 0,8 19 331 0 0,-4-21-412 0 0,2 3-106 0 0,1 0-1 0 0,0 0 1 0 0,0-1 0 0 0,0 0 0 0 0,0 0 0 0 0,1-1 0 0 0,0 1 0 0 0,0-2-1 0 0,0 1 1 0 0,1-1 0 0 0,-1 0 0 0 0,1 0 0 0 0,0-1 0 0 0,-1 0 0 0 0,1 0-1 0 0,0-1 1 0 0,13 0 0 0 0,-15 0 38 0 0,0-1 48 0 0,16 1 16 0 0,-16-1 188 0 0,-1 0-152 0 0,17-1-6 0 0,-17 1 720 0 0,-5 0-919 0 0,-1 0 1 0 0,1 1-1 0 0,-1-1 1 0 0,1 1 0 0 0,-1-1-1 0 0,1 1 1 0 0,-1-1-1 0 0,1 1 1 0 0,0-1 0 0 0,-1 1-1 0 0,1 0 1 0 0,0-1-1 0 0,0 1 1 0 0,-1-1 0 0 0,1 1-1 0 0,0 0 1 0 0,0-1-1 0 0,0 1 1 0 0,0 0 0 0 0,0-1-1 0 0,0 1 1 0 0,0 0-1 0 0,0 1 1 0 0,0-1-1 0 0,0 0 1 0 0,0 1-1 0 0,0-1 0 0 0,0 1 1 0 0,0-1-1 0 0,-1 1 0 0 0,1-1 1 0 0,0 1-1 0 0,-1-1 0 0 0,1 1 0 0 0,-1-1 1 0 0,0 0-1 0 0,1 1 0 0 0,-1-1 1 0 0,0 0-1 0 0,0 0 0 0 0,-1 2 1 0 0,-16 24-460 0 0,1 2 0 0 0,1 0 1 0 0,1 0-1 0 0,1 2 0 0 0,2 0 0 0 0,2 0 1 0 0,-10 43-1 0 0,10-6-5677 0 0,10-60 979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54 3784 0 0,'0'0'3102'0'0,"0"-6"-1934"0"0,0-16-138 0 0,0 17 2893 0 0,-1 0-3445 0 0,-1-11 716 0 0,-3 29 1041 0 0,4-9-2066 0 0,5 48 437 0 0,20 100 0 0 0,-23-147-594 0 0,0 0-9 0 0,5 18-309 0 0,-5-18-77 0 0,0-1-979 0 0,1 1 751 0 0,1 4 533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76 3420 0 0,'0'0'1894'0'0,"0"-5"-1187"0"0,1-17-183 0 0,-1 17-76 0 0,4 2-40 0 0,2-1-186 0 0,1-1 1 0 0,0 1 0 0 0,0 0 0 0 0,0 1 0 0 0,0-1-1 0 0,1 1 1 0 0,-1 1 0 0 0,1-1 0 0 0,0 1 0 0 0,14-1-1 0 0,-2 1 78 0 0,-1 1 0 0 0,0 1 0 0 0,27 2-1 0 0,-32 0-228 0 0,0 0 0 0 0,0 0 0 0 0,-1 1 0 0 0,1 1 0 0 0,-1 1 0 0 0,0-1 0 0 0,0 2 0 0 0,0 0 0 0 0,-1 1 0 0 0,0 0 0 0 0,0 0 0 0 0,-1 1 0 0 0,0 1 0 0 0,0 0 0 0 0,-1 1 0 0 0,0 0 0 0 0,-1 0 0 0 0,0 1-1 0 0,-1 0 1 0 0,0 1 0 0 0,0 0 0 0 0,-1 0 0 0 0,-1 0 0 0 0,0 1 0 0 0,4 13 0 0 0,-8-13-72 0 0,-1 0 1 0 0,0 0-1 0 0,0 0 0 0 0,-2 0 0 0 0,1-1 1 0 0,-2 1-1 0 0,0 0 0 0 0,0 0 0 0 0,-1-1 0 0 0,-1 1 1 0 0,0-1-1 0 0,-8 16 0 0 0,4-11 81 0 0,-2-1 1 0 0,0 0-1 0 0,-1-1 0 0 0,0 0 0 0 0,-2-1 0 0 0,1 0 0 0 0,-2-1 1 0 0,0 0-1 0 0,0-1 0 0 0,-1-1 0 0 0,-1 0 0 0 0,0-1 1 0 0,0 0-1 0 0,-19 7 0 0 0,22-13 48 0 0,1 0 0 0 0,-1-1-1 0 0,-24 4 1 0 0,31-7-114 0 0,0 1-1 0 0,0 0-1 0 0,0-1 1 0 0,0 0 0 0 0,0-1 0 0 0,0 1 0 0 0,0-1 0 0 0,0 0 0 0 0,0 0-1 0 0,0-1 1 0 0,-6-2 0 0 0,7 2-47 0 0,3 2 5 0 0,0-1-1 0 0,0 1 1 0 0,0-1 0 0 0,0 0-1 0 0,-1 0 1 0 0,1 0-1 0 0,1 0 1 0 0,-1 0 0 0 0,0 0-1 0 0,0 0 1 0 0,0-1 0 0 0,1 1-1 0 0,-4-3 1 0 0,0-1-83 0 0,1 1-71 0 0,0 1-1 0 0,0-1 1 0 0,0 1-1 0 0,0-1 1 0 0,0-1-1 0 0,1 1 1 0 0,0 0-1 0 0,0-1 1 0 0,0 0-1 0 0,0 0 0 0 0,-3-7 1 0 0,4 7 100 0 0,1 3-13 0 0,0 1-1 0 0,0-1 0 0 0,1 0 0 0 0,-1 0 0 0 0,0 0 0 0 0,1 0 0 0 0,-1 0 0 0 0,1 1 0 0 0,-1-1 0 0 0,1 0 1 0 0,0 0-1 0 0,0 0 0 0 0,0-3 0 0 0,0-1-262 0 0,-1 3 183 0 0,1 1 1 0 0,0 0-1 0 0,-1 0 0 0 0,1 0 1 0 0,0-1-1 0 0,0 1 0 0 0,1 0 1 0 0,-1 0-1 0 0,0-1 0 0 0,1 1 1 0 0,-1 0-1 0 0,1 0 1 0 0,1-3-1 0 0,0-2-372 0 0,2-7-2090 0 0,11-20-1874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21 3500 0 0,'0'0'8617'0'0,"-1"-5"-8220"0"0,1 4-532 0 0,-2-13 1433 0 0,2 14-1224 0 0,1 0 0 0 0,-1 0-1 0 0,1 0 1 0 0,-1 0-1 0 0,1 0 1 0 0,-1 0 0 0 0,0 0-1 0 0,1 0 1 0 0,-1 0-1 0 0,1 0 1 0 0,-1 1 0 0 0,0-1-1 0 0,1 0 1 0 0,-1 0-1 0 0,1 0 1 0 0,-1 1 0 0 0,0-1-1 0 0,1 0 1 0 0,-1 1-1 0 0,0-1 1 0 0,1 0 0 0 0,-1 0-1 0 0,0 1 1 0 0,0-1-1 0 0,1 1 1 0 0,-1-1 0 0 0,0 0-1 0 0,0 1 1 0 0,1 0-1 0 0,1 2 77 0 0,1 2 7 0 0,78 201 597 0 0,-44-96-974 0 0,-35-105 20 0 0,-1 0-644 0 0,1 0 385 0 0,0 3 217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220 21 3120 0 0,'0'0'7478'0'0,"-2"-4"-7204"0"0,-8-12 473 0 0,2 17-705 0 0,-1 1-1 0 0,1 0 1 0 0,0 0-1 0 0,0 1 1 0 0,0 0-1 0 0,1 1 1 0 0,-1-1-1 0 0,1 2 1 0 0,0-1-1 0 0,0 1 1 0 0,-11 9-1 0 0,7-6-61 0 0,3-3-100 0 0,-8 8-22 0 0,2 2-326 0 0,-7 8-434 0 0,-13 18-4773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70 4320 0 0,'0'0'2477'0'0,"-3"3"-1499"0"0,2-3-789 0 0,0 0 0 0 0,1 1 0 0 0,-1-1 0 0 0,1 1-1 0 0,-1-1 1 0 0,0 1 0 0 0,1 0 0 0 0,-1-1 0 0 0,1 1 0 0 0,-1-1-1 0 0,1 1 1 0 0,0 0 0 0 0,-1-1 0 0 0,1 1 0 0 0,0 0-1 0 0,-1 0 1 0 0,1-1 0 0 0,0 1 0 0 0,0 1 0 0 0,0-1-137 0 0,1-1 0 0 0,0 1 0 0 0,0-1 0 0 0,0 1 0 0 0,0-1 0 0 0,0 1 1 0 0,0-1-1 0 0,0 1 0 0 0,0-1 0 0 0,0 0 0 0 0,0 0 0 0 0,0 1 0 0 0,0-1 1 0 0,0 0-1 0 0,0 0 0 0 0,0 0 0 0 0,0 0 0 0 0,1 0 0 0 0,-1 0 0 0 0,0-1 1 0 0,0 1-1 0 0,0 0 0 0 0,0 0 0 0 0,0-1 0 0 0,1 0 0 0 0,246-41-32 0 0,-161 24-2458 0 0,2-2-3456 0 0,-55 11 1339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111 1 3116 0 0,'0'0'6972'0'0,"3"3"-6690"0"0,1 2-243 0 0,-1-1-1 0 0,-1 1 0 0 0,1 0 0 0 0,-1 0 0 0 0,0 0 1 0 0,0 0-1 0 0,0 0 0 0 0,0 0 0 0 0,-1 0 1 0 0,0 1-1 0 0,0-1 0 0 0,-1 10 0 0 0,1-3-120 0 0,-2 1-1 0 0,0-1 0 0 0,0 0 0 0 0,-1 1 1 0 0,-4 13-1 0 0,0-7-585 0 0,-1-1-1 0 0,0-1 1 0 0,-1 1-1 0 0,-1-1 1 0 0,0-1 0 0 0,-1 0-1 0 0,-1 0 1 0 0,-1-1-1 0 0,-18 19 1 0 0,11-15-2979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24 4212 0 0,'-16'-15'6062'0'0,"13"12"-5092"0"0,3 3-870 0 0,0-1-1 0 0,-1 1 1 0 0,1-1 0 0 0,-1 1 0 0 0,1 0 0 0 0,-1-1 0 0 0,1 1-1 0 0,-1 0 1 0 0,1-1 0 0 0,-1 1 0 0 0,1 0 0 0 0,-1 0 0 0 0,1 0 0 0 0,-1-1-1 0 0,1 1 1 0 0,-1 0 0 0 0,1 0 0 0 0,-1 0 0 0 0,1 0 0 0 0,-1 0-1 0 0,0 0 1 0 0,1 0 0 0 0,-1 0 0 0 0,1 0 0 0 0,-1 0 0 0 0,1 0 0 0 0,-2 1-1 0 0,2 0-39 0 0,-1 0 0 0 0,1 0 0 0 0,-1 1 0 0 0,1-1-1 0 0,0 0 1 0 0,-1 1 0 0 0,1-1 0 0 0,0 0 0 0 0,0 1-1 0 0,0-1 1 0 0,0 0 0 0 0,0 1 0 0 0,0-1 0 0 0,0 0-1 0 0,0 1 1 0 0,1-1 0 0 0,-1 0 0 0 0,0 1 0 0 0,2 1-1 0 0,32 112 511 0 0,6 19-2267 0 0,-35-107-1678 0 0,4 46-1 0 0,-8-53 682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1 109 2660 0 0,'0'-54'4145'0'0,"0"51"-4026"0"0,1 1 1 0 0,0 0-1 0 0,0-1 0 0 0,0 1 0 0 0,0 0 0 0 0,0-1 0 0 0,0 1 1 0 0,0 0-1 0 0,1 0 0 0 0,-1 0 0 0 0,1 0 0 0 0,0 0 0 0 0,-1 1 0 0 0,1-1 1 0 0,0 0-1 0 0,0 1 0 0 0,3-3 0 0 0,-3 3-64 0 0,2-1 69 0 0,0 0 1 0 0,0 0-1 0 0,0 1 1 0 0,0-1-1 0 0,0 1 1 0 0,1 0-1 0 0,-1 0 1 0 0,0 0-1 0 0,1 1 1 0 0,-1-1-1 0 0,0 1 1 0 0,7 0-1 0 0,-9 0-95 0 0,11 0 127 0 0,0 0 0 0 0,0 0 0 0 0,0 1 1 0 0,0 1-1 0 0,-1 0 0 0 0,1 1 0 0 0,16 5 0 0 0,-3 2 208 0 0,51 26 0 0 0,-63-30-250 0 0,-1 2 1 0 0,-1-1-1 0 0,1 2 0 0 0,-1-1 0 0 0,-1 2 0 0 0,0 0 0 0 0,0 0 1 0 0,-1 1-1 0 0,0 0 0 0 0,-1 1 0 0 0,0 0 0 0 0,-1 0 1 0 0,0 1-1 0 0,6 14 0 0 0,-6 5 109 0 0,-7-23-188 0 0,0-3-19 0 0,-1 1 0 0 0,0-1 0 0 0,0 1 0 0 0,0-1-1 0 0,0 1 1 0 0,-1-1 0 0 0,0 0 0 0 0,-1 1 0 0 0,1-1 0 0 0,-1 0 0 0 0,-1 0 0 0 0,1 0-1 0 0,-7 11 1 0 0,2-5 6 0 0,-1 1-1 0 0,-1-1 0 0 0,0-1 0 0 0,-15 16 0 0 0,7-11-96 0 0,-1 0 0 0 0,0-2 0 0 0,-1 0 0 0 0,-1-1 0 0 0,0-1 0 0 0,-1 0-1 0 0,0-2 1 0 0,-1 0 0 0 0,0-2 0 0 0,0 0 0 0 0,0-2 0 0 0,-34 6 0 0 0,25-11-716 0 0,25-3 592 0 0,4 3 123 0 0,1-1 0 0 0,-1 0 0 0 0,1-1-1 0 0,-1 1 1 0 0,1 0 0 0 0,-1 0 0 0 0,1-1 0 0 0,-1 1 0 0 0,1-1 0 0 0,-1 1 0 0 0,1-1 0 0 0,0 1 0 0 0,-1-1-1 0 0,1 0 1 0 0,0 0 0 0 0,-2-1 0 0 0,-1-1-212 0 0,3 2 160 0 0,-1 1-1 0 0,1-1 1 0 0,-1 0 0 0 0,1 0 0 0 0,0 1 0 0 0,0-1 0 0 0,-1 0 0 0 0,1 0 0 0 0,0-1-1 0 0,0 1 1 0 0,0 0 0 0 0,0 0 0 0 0,0 0 0 0 0,0-1 0 0 0,1 1 0 0 0,-1 0 0 0 0,0-1-1 0 0,0-1 1 0 0,-1-1-429 0 0,-3-7-2511 0 0,-2-21-2212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86 79 2620 0 0,'0'0'4230'0'0,"4"-2"-3559"0"0,-3 2-552 0 0,-1 0-1 0 0,1-1 0 0 0,0 1 0 0 0,0-1 1 0 0,0 1-1 0 0,0-1 0 0 0,0 1 0 0 0,-1-1 1 0 0,1 1-1 0 0,0-1 0 0 0,0 0 0 0 0,-1 1 0 0 0,1-1 1 0 0,-1 0-1 0 0,1 0 0 0 0,-1 0 0 0 0,1 1 1 0 0,-1-1-1 0 0,1 0 0 0 0,-1 0 0 0 0,1 0 1 0 0,-1 0-1 0 0,0 0 0 0 0,1-1 0 0 0,6-18 980 0 0,-5 16-994 0 0,0 0 0 0 0,1 1-1 0 0,0 0 1 0 0,0-1 0 0 0,0 1 0 0 0,0 0-1 0 0,6-4 1 0 0,-5 5-21 0 0,0 1 1 0 0,15-3-15 0 0,-14 4-8 0 0,1 1-8 0 0,1 2-23 0 0,1 0 1 0 0,-1 0 0 0 0,0 0-1 0 0,-1 1 1 0 0,1 0 0 0 0,-1 0-1 0 0,1 1 1 0 0,-1-1 0 0 0,-1 1-1 0 0,1 1 1 0 0,-1-1 0 0 0,0 1-1 0 0,0 0 1 0 0,0 0 0 0 0,-1 1-1 0 0,0-1 1 0 0,0 1 0 0 0,-1 0-1 0 0,0 0 1 0 0,0 0 0 0 0,0 0-1 0 0,-1 1 1 0 0,0-1 0 0 0,1 10-1 0 0,-2-9-11 0 0,0-5-9 0 0,0 0 0 0 0,-1 0-1 0 0,0 0 1 0 0,1 0-1 0 0,-1 0 1 0 0,0 1-1 0 0,-1-1 1 0 0,1 0-1 0 0,-1 3 1 0 0,1 3 5 0 0,0-6-8 0 0,0 1 0 0 0,0-1-1 0 0,-1 1 1 0 0,1-1 0 0 0,-1 0 0 0 0,0 1 0 0 0,0-1 0 0 0,-2 6 0 0 0,-1 3 9 0 0,0-1 1 0 0,0 0-1 0 0,-1 0 1 0 0,-1 0-1 0 0,0 0 0 0 0,0-1 1 0 0,-1 0-1 0 0,-1 0 1 0 0,1-1-1 0 0,-2 0 1 0 0,1 0-1 0 0,-1-1 1 0 0,-17 13-1 0 0,12-14 27 0 0,-1 0 0 0 0,0 0 0 0 0,-19 4 0 0 0,28-10-105 0 0,1-2 69 0 0,-2 0-56 0 0,0-1-1 0 0,1 0 1 0 0,0 0 0 0 0,-1 0-1 0 0,1-1 1 0 0,0 0 0 0 0,0-1-1 0 0,1 1 1 0 0,-1-1 0 0 0,1 0-1 0 0,0 0 1 0 0,-6-6 0 0 0,8 7-69 0 0,1-2-52 0 0,-6-14 102 0 0,6 15 34 0 0,2-2-38 0 0,2-22 42 0 0,15 16 12 0 0,-13 9 8 0 0,1 2-3 0 0,53-3 25 0 0,-36 9 11 0 0,-14-3-9 0 0,17 5 79 0 0,-2 1 0 0 0,1 0 1 0 0,-1 2-1 0 0,0 1 1 0 0,21 13-1 0 0,64 34-2422 0 0,-103-56 924 0 0,0 0-342 0 0,15 3-1184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109 24 4272 0 0,'0'0'3016'0'0,"1"-4"-1826"0"0,7-15 1436 0 0,-4 21-2089 0 0,15 4-111 0 0,-14-4-74 0 0,-1 2-74 0 0,-1-1-234 0 0,0 1 0 0 0,-1 0 0 0 0,1 0-1 0 0,-1 0 1 0 0,1 1 0 0 0,-1-1 0 0 0,-1 1 0 0 0,1-1 0 0 0,-1 1-1 0 0,1-1 1 0 0,-1 1 0 0 0,0 0 0 0 0,-1 0 0 0 0,1-1 0 0 0,-1 7-1 0 0,-1-1-86 0 0,0-1 0 0 0,0 1 0 0 0,-1 0 0 0 0,0 0 0 0 0,0-1 0 0 0,-1 0 0 0 0,-8 17 0 0 0,5-13-150 0 0,-1-1 1 0 0,0 1 0 0 0,-2-1-1 0 0,1 0 1 0 0,-1-1-1 0 0,-13 13 1 0 0,13-15-776 0 0,0-1 1 0 0,-1-1 0 0 0,-17 12-1 0 0,23-17-468 0 0,0-1-919 0 0,-19 3-1651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54 3860 0 0,'9'-26'6148'0'0,"-8"21"-5066"0"0,3-17 4974 0 0,-4 29-5809 0 0,3 37 141 0 0,1 1-1 0 0,14 62 1 0 0,-9-61-314 0 0,20 92-3487 0 0,-28-133 2213 0 0,2 17-1601 0 0,0-13-2712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98 2816 0 0,'0'-5'1382'0'0,"0"1"-1209"0"0,1 1 0 0 0,-1 0 1 0 0,1 0-1 0 0,-1 0 0 0 0,1 0 0 0 0,0 0 1 0 0,0 0-1 0 0,1 0 0 0 0,-1 0 0 0 0,1 0 1 0 0,-1 1-1 0 0,1-1 0 0 0,0 0 1 0 0,0 1-1 0 0,0-1 0 0 0,0 1 0 0 0,0 0 1 0 0,1 0-1 0 0,-1 0 0 0 0,1 0 0 0 0,-1 0 1 0 0,1 1-1 0 0,0-1 0 0 0,0 1 1 0 0,4-2-1 0 0,61-18 1299 0 0,-57 19-1275 0 0,1 0 0 0 0,0 1 0 0 0,0 0 0 0 0,0 1 0 0 0,-1 1 0 0 0,22 3 0 0 0,-24-3-135 0 0,15 3 181 0 0,0 0-1 0 0,-1 1 1 0 0,0 2-1 0 0,0 0 1 0 0,-1 2-1 0 0,0 0 1 0 0,31 19-1 0 0,-40-21-175 0 0,-1 2-1 0 0,0-1 0 0 0,0 2 0 0 0,-1-1 1 0 0,0 2-1 0 0,-1-1 0 0 0,0 1 1 0 0,-1 1-1 0 0,0 0 0 0 0,-1 0 0 0 0,0 1 1 0 0,9 21-1 0 0,-11-19-34 0 0,-4-13-29 0 0,-1 1 0 0 0,0-1 0 0 0,-1 1 0 0 0,1 0 0 0 0,0-1 0 0 0,-1 1 0 0 0,0 0 0 0 0,1-1 0 0 0,-1 1 0 0 0,0 0 0 0 0,-1 5 0 0 0,1 1 6 0 0,-1 1 0 0 0,0 0 0 0 0,-1-1 0 0 0,0 0 0 0 0,-1 1 0 0 0,1-1 0 0 0,-2 0 0 0 0,1 0 0 0 0,-1-1 0 0 0,-1 1 0 0 0,-5 8 0 0 0,2-5-96 0 0,0-2 1 0 0,-1 1-1 0 0,0-1 0 0 0,-1 0 1 0 0,0-1-1 0 0,0 0 0 0 0,-22 14 1 0 0,25-19 33 0 0,-4 4-281 0 0,-1-1-1 0 0,0 0 0 0 0,-1-1 0 0 0,1 0 1 0 0,-1-1-1 0 0,0 0 0 0 0,-18 3 0 0 0,10-7-1998 0 0,0-1 0 0 0,-40-4-1 0 0,55 3-1796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127 83 3908 0 0,'0'0'2299'0'0,"-4"-2"-1447"0"0,1 0-529 0 0,-15-4 2418 0 0,20 1-2431 0 0,0 1-179 0 0,0-1 1 0 0,1 1 0 0 0,0-1-1 0 0,0 1 1 0 0,0 0-1 0 0,5-5 1 0 0,-5 7 188 0 0,-3 2-294 0 0,1 0-1 0 0,0 0 1 0 0,0 0-1 0 0,0 0 0 0 0,0 0 1 0 0,-1 0-1 0 0,1 0 1 0 0,0-1-1 0 0,0 1 0 0 0,0 0 1 0 0,-1 0-1 0 0,1-1 1 0 0,0 1-1 0 0,-1 0 0 0 0,1-1 1 0 0,0 1-1 0 0,1-2 1 0 0,19-8 679 0 0,36-4 21 0 0,-51 13-548 0 0,0 1-92 0 0,3 1-33 0 0,-1 0 0 0 0,0 0 0 0 0,0 1-1 0 0,8 3 1 0 0,-12-3-4 0 0,-4-2-46 0 0,1 0 0 0 0,-1 0 0 0 0,1 0 0 0 0,-1 1 0 0 0,0-1 0 0 0,1 0 0 0 0,-1 1 0 0 0,0-1 0 0 0,1 0 0 0 0,-1 1 0 0 0,0-1 0 0 0,0 0 0 0 0,1 1 0 0 0,-1-1 0 0 0,0 1 0 0 0,0-1 0 0 0,0 1 0 0 0,1-1 0 0 0,-1 0 0 0 0,0 1 0 0 0,0-1 0 0 0,0 1 0 0 0,0-1 0 0 0,0 2 1 0 0,0-2-1 0 0,0 0 1 0 0,0 1 0 0 0,0-1 0 0 0,0 1 0 0 0,0-1 0 0 0,1 1 0 0 0,-1-1 0 0 0,0 1 0 0 0,0-1 0 0 0,0 1 0 0 0,0-1-1 0 0,1 0 1 0 0,-1 1 0 0 0,0-1 0 0 0,0 0 0 0 0,1 1 0 0 0,-1-1 0 0 0,0 1 0 0 0,1-1 0 0 0,-1 0 0 0 0,0 0 0 0 0,1 1 0 0 0,-1-1-1 0 0,1 1 1 0 0,-1 5 34 0 0,-1 0-19 0 0,0 1 1 0 0,0 0-1 0 0,0-1 1 0 0,-1 1-1 0 0,0-1 1 0 0,-1 1-1 0 0,1-1 1 0 0,-1 0 0 0 0,-7 10-1 0 0,0-1 92 0 0,0-1-1 0 0,-22 22 1 0 0,29-33-39 0 0,-1 0-69 0 0,-23 31 1051 0 0,53-34-1034 0 0,-20 0-10 0 0,1 0 0 0 0,61 7 53 0 0,-61-6-38 0 0,0 0-1 0 0,0 1 1 0 0,0 0 0 0 0,0 0-1 0 0,-1 1 1 0 0,1 0 0 0 0,-1 0-1 0 0,1 0 1 0 0,5 6 0 0 0,-9-7 4 0 0,-2-1-23 0 0,0 1 1 0 0,-1 0 0 0 0,1-1 0 0 0,0 1 0 0 0,0-1 0 0 0,0 1 0 0 0,0-1 0 0 0,0 0-1 0 0,0 1 1 0 0,0-1 0 0 0,0 0 0 0 0,2 2 0 0 0,-2-2 6 0 0,2 3 52 0 0,-2 1 16 0 0,1 16 1 0 0,-1-15-17 0 0,-2-6-59 0 0,1 0 0 0 0,-1 1-1 0 0,1-1 1 0 0,-1 1 0 0 0,1-1 0 0 0,-1 1 0 0 0,1 0-1 0 0,0-1 1 0 0,-1 1 0 0 0,1-1 0 0 0,0 1 0 0 0,-1 0 0 0 0,1-1-1 0 0,0 1 1 0 0,0 0 0 0 0,0-1 0 0 0,-1 1 0 0 0,1 0-1 0 0,0-1 1 0 0,0 1 0 0 0,0 0 0 0 0,1 1 0 0 0,-1-1 1 0 0,0 1 1 0 0,0-1-1 0 0,-1 1 1 0 0,1-1-1 0 0,0 1 1 0 0,0-1-1 0 0,-1 1 0 0 0,1-1 1 0 0,0 1-1 0 0,-1-1 1 0 0,0 0-1 0 0,1 1 1 0 0,-1-1-1 0 0,0 0 1 0 0,-1 3-1 0 0,-35 46 255 0 0,26-40-268 0 0,0 0 0 0 0,0 0-1 0 0,-1-1 1 0 0,0 0-1 0 0,-1-1 1 0 0,1-1 0 0 0,-2 0-1 0 0,1-1 1 0 0,-1 0 0 0 0,-16 5-1 0 0,23-9-205 0 0,0 1 0 0 0,0-1 0 0 0,1-1 0 0 0,-1 1 0 0 0,0-1 0 0 0,-1 0-1 0 0,1 0 1 0 0,0-1 0 0 0,0 0 0 0 0,0-1 0 0 0,0 1 0 0 0,-12-4 0 0 0,16 4 68 0 0,-1-1-178 0 0,1 0 0 0 0,-1 0 1 0 0,1 0-1 0 0,-1 0 0 0 0,1 0 0 0 0,0-1 0 0 0,0 1 0 0 0,-1-1 1 0 0,1 0-1 0 0,0 0 0 0 0,0 0 0 0 0,1 0 0 0 0,-1-1 0 0 0,-3-3 1 0 0,1 1-267 0 0,-3-5-47 0 0,1-6-2728 0 0,-5-15-1509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132 1 5473 0 0,'0'0'8644'0'0,"2"4"-8159"0"0,0 6-470 0 0,0 0 0 0 0,-1 0 1 0 0,0 0-1 0 0,0 1 0 0 0,-1-1 0 0 0,-1 0 0 0 0,0 1 1 0 0,0-1-1 0 0,-1 0 0 0 0,0 0 0 0 0,0 0 0 0 0,-1 0 1 0 0,-7 14-1 0 0,2-5-847 0 0,-1 0 1 0 0,-1-1 0 0 0,-12 18 0 0 0,-21 20-4500 0 0,17-26-788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5140 0 0,'0'0'8799'0'0,"4"3"-8101"0"0,-2-1-578 0 0,1 1 0 0 0,0 0 1 0 0,-1-1-1 0 0,1 1 1 0 0,-1 0-1 0 0,0 0 1 0 0,0 1-1 0 0,0-1 0 0 0,0 0 1 0 0,-1 1-1 0 0,1-1 1 0 0,-1 1-1 0 0,0-1 0 0 0,1 8 1 0 0,0-3-183 0 0,42 153 1360 0 0,-27-74-2542 0 0,-11-1-4405 0 0,-9-59 482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1 127 3948 0 0,'1'-7'1228'0'0,"-1"3"-1076"0"0,1 0 78 0 0,-1-1 1 0 0,0 1-1 0 0,1 0 1 0 0,0-1-1 0 0,0 1 1 0 0,0 0-1 0 0,1 0 1 0 0,-1 0-1 0 0,1 0 1 0 0,0 0-1 0 0,0 0 1 0 0,4-6-1 0 0,3 2 195 0 0,1 1 1 0 0,-1 0-1 0 0,12-7 0 0 0,-18 13-354 0 0,0-1 0 0 0,0 1-1 0 0,0-1 1 0 0,0 1 0 0 0,0 0 0 0 0,0 0 0 0 0,0 0 0 0 0,0 1 0 0 0,4-1-1 0 0,1-1 52 0 0,3 0 41 0 0,-1 0-1 0 0,1 1 1 0 0,0 0 0 0 0,0 1 0 0 0,0 0-1 0 0,0 0 1 0 0,17 4 0 0 0,-2 1 336 0 0,43 14 0 0 0,-46-11-228 0 0,0 1 1 0 0,-1 1-1 0 0,0 0 0 0 0,39 27 0 0 0,-50-29-192 0 0,0 0-1 0 0,-1 1 1 0 0,0 0 0 0 0,-1 1-1 0 0,0 0 1 0 0,0 0-1 0 0,-1 1 1 0 0,0 0-1 0 0,-1 1 1 0 0,6 12-1 0 0,-12-22-67 0 0,0 0-1 0 0,0 0 0 0 0,0 1 0 0 0,0-1 0 0 0,-1 0 0 0 0,1 0 0 0 0,-1 1 1 0 0,0-1-1 0 0,1 1 0 0 0,-1-1 0 0 0,0 0 0 0 0,-1 4 0 0 0,1 1 4 0 0,-1 8-6 0 0,-2-2 17 0 0,-1-1 1 0 0,-1 0-1 0 0,0 0 1 0 0,-1-1-1 0 0,0 1 1 0 0,0-1-1 0 0,-1-1 1 0 0,-1 1-1 0 0,0-1 1 0 0,-18 18-1 0 0,3-10-35 0 0,-1-1-1 0 0,-1 0 0 0 0,0-2 0 0 0,-1-1 0 0 0,-1-1 0 0 0,0-1 0 0 0,0-2 1 0 0,-1-1-1 0 0,-58 12 0 0 0,67-17-305 0 0,16-3 233 0 0,0-1 0 0 0,0 1 0 0 0,0-1 0 0 0,1 0 0 0 0,-1 0-1 0 0,0 0 1 0 0,0 0 0 0 0,0-1 0 0 0,-5-1 0 0 0,-31-7-1615 0 0,37 8 1369 0 0,0 1 1 0 0,0-1-1 0 0,0 1 1 0 0,0-1-1 0 0,1 0 1 0 0,-1 0-1 0 0,0 0 1 0 0,1 0 0 0 0,-1 0-1 0 0,0 0 1 0 0,1 0-1 0 0,-1-1 1 0 0,1 1-1 0 0,0 0 1 0 0,-1-1-1 0 0,1 1 1 0 0,0-1 0 0 0,0 0-1 0 0,0 1 1 0 0,0-1-1 0 0,-1-2 1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226 18 3624 0 0,'0'0'1709'0'0,"3"-4"-268"0"0,1-6-31 0 0,-7 7 1497 0 0,-12 7 595 0 0,9-2-4522 0 0,5-1 1035 0 0,0-1-1 0 0,-1 0 1 0 0,1 1-1 0 0,0-1 0 0 0,0 1 1 0 0,-1-1-1 0 0,1 1 1 0 0,0 0-1 0 0,0-1 1 0 0,0 1-1 0 0,0 0 0 0 0,0 0 1 0 0,0 0-1 0 0,0 0 1 0 0,0 0-1 0 0,0 0 1 0 0,0 0-1 0 0,0 1 1 0 0,-11 14 194 0 0,-157 192 1760 0 0,166-204-1549 0 0,0 22 19 0 0,20-15-196 0 0,-11-9-210 0 0,-1 0 0 0 0,0-1 0 0 0,1 1-1 0 0,-1-2 1 0 0,1 1 0 0 0,0 0 0 0 0,-1-1 0 0 0,1 0-1 0 0,10-2 1 0 0,-12 2-35 0 0,29 0-84 0 0,1-1 0 0 0,-1-2 1 0 0,1-1-1 0 0,-1-2 1 0 0,0-1-1 0 0,-1-2 0 0 0,36-14 1 0 0,-57 19-582 0 0,-1 0 1 0 0,1 0-1 0 0,-1-1 0 0 0,0-1 0 0 0,13-8 1 0 0,6-12-5854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5 3428 0 0,'0'0'7480'0'0,"-3"-2"-6566"0"0,2 2-780 0 0,0-1-1 0 0,1 1 0 0 0,-1 0 0 0 0,0 0 0 0 0,1-1 0 0 0,-1 1 0 0 0,0 0 0 0 0,1 0 1 0 0,-1 0-1 0 0,0 0 0 0 0,0 0 0 0 0,1 0 0 0 0,-1 0 0 0 0,0 0 0 0 0,0 0 1 0 0,1 0-1 0 0,-1 0 0 0 0,0 0 0 0 0,1 0 0 0 0,-1 1 0 0 0,0-1 0 0 0,1 0 0 0 0,-2 1 1 0 0,1 0-45 0 0,0 1 1 0 0,0-1 0 0 0,1 0 0 0 0,-1 0 0 0 0,1 1 0 0 0,-1-1 0 0 0,1 0 0 0 0,-1 1 0 0 0,1-1 0 0 0,0 0 0 0 0,0 1-1 0 0,0-1 1 0 0,-1 1 0 0 0,1-1 0 0 0,1 1 0 0 0,-1-1 0 0 0,0 0 0 0 0,0 1 0 0 0,0-1 0 0 0,1 2 0 0 0,14 70 1086 0 0,39 113 0 0 0,7-15-2553 0 0,-30-87-598 0 0,-1 6-1833 0 0,-14-29-1789 0 0,-10-28-864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47 2984 0 0,'0'0'3682'0'0,"1"-4"-3069"0"0,-1-6-802 0 0,0 7 842 0 0,0 0-1 0 0,0 0 1 0 0,-1 0-1 0 0,1 0 1 0 0,-1 0-1 0 0,0 0 1 0 0,-2-5-1 0 0,1 5 353 0 0,-4 11-976 0 0,6-8-21 0 0,-1 1 1 0 0,1-1 0 0 0,-1 1-1 0 0,0 0 1 0 0,1-1 0 0 0,-1 1-1 0 0,1 0 1 0 0,0-1 0 0 0,-1 1-1 0 0,1 0 1 0 0,-1-1 0 0 0,1 1-1 0 0,0 0 1 0 0,0 0 0 0 0,-1-1-1 0 0,1 1 1 0 0,0 0 0 0 0,0 0 0 0 0,0-1-1 0 0,0 1 1 0 0,0 0 0 0 0,0 0-1 0 0,0 0 1 0 0,0 1 0 0 0,-1 7 26 0 0,0 28 168 0 0,7 52 307 0 0,21 111-1 0 0,36 93 606 0 0,7 50 15 0 0,-28-112-791 0 0,-41-226-434 0 0,7 21 253 0 0,-6-23-344 0 0,-1-1 0 0 0,0 1 0 0 0,0 0 0 0 0,0 0 0 0 0,0 0 0 0 0,0 1 0 0 0,0-1-1 0 0,-1 0 1 0 0,1 0 0 0 0,-1 5 0 0 0,4-7-977 0 0,13 3-388 0 0,-13-3-607 0 0,12-26-8348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20 586 2152 0 0,'0'0'8467'0'0,"-4"-1"-8326"0"0,3 1-149 0 0,-13-4 262 0 0,14 3-241 0 0,0 1 0 0 0,0 0 1 0 0,0-1-1 0 0,1 1 1 0 0,-1-1-1 0 0,0 1 1 0 0,0-1-1 0 0,0 1 0 0 0,1 0 1 0 0,-1-1-1 0 0,0 1 1 0 0,1 0-1 0 0,-1-1 1 0 0,0 1-1 0 0,1 0 0 0 0,-1 0 1 0 0,0-1-1 0 0,1 1 1 0 0,-1 0-1 0 0,1 0 1 0 0,-1-1-1 0 0,0 1 0 0 0,1 0 1 0 0,-1 0-1 0 0,1 0 1 0 0,-1 0-1 0 0,1 0 1 0 0,-1 0-1 0 0,1 0 0 0 0,3-2 25 0 0,16-5-91 0 0,-15 6 168 0 0,0 0-75 0 0,48-8 246 0 0,-47 9-213 0 0,-2-1 2 0 0,15-3 18 0 0,-14 4 71 0 0,0-2-98 0 0,304-57 964 0 0,-220 42-969 0 0,-83 16-51 0 0,-5 2-9 0 0,0-1 0 0 0,0 0-1 0 0,0 0 1 0 0,0 0 0 0 0,0 1 0 0 0,0-1 0 0 0,1 0-1 0 0,-1 0 1 0 0,0-1 0 0 0,0 1 0 0 0,0 0 0 0 0,0 0 0 0 0,0 0-1 0 0,0-1 1 0 0,1 0 0 0 0,19-4 50 0 0,2 2-18 0 0,-18 2 78 0 0,1 1-105 0 0,50-7-55 0 0,-50 6 41 0 0,0 0 29 0 0,145-19-105 0 0,-123 14 68 0 0,-23 5 60 0 0,1 0 77 0 0,58-5-193 0 0,-57 6 80 0 0,-1-1 8 0 0,19-2 6 0 0,-19 2-24 0 0,0 0-6 0 0,19-1 16 0 0,-19 2 5 0 0,1-1-2 0 0,17-1-16 0 0,-17 1-6 0 0,-1 1 15 0 0,56-4 5 0 0,-56 3-10 0 0,0 1-12 0 0,19 0 11 0 0,-18 0 15 0 0,-1-1-18 0 0,88-10 138 0 0,-88 10-182 0 0,0 0-90 0 0,19-1 148 0 0,-18 2 108 0 0,-1-1-112 0 0,55-6-208 0 0,-56 6 192 0 0,2 1 38 0 0,129-11 13 0 0,-129 11-16 0 0,56-11 151 0 0,-59 10-202 0 0,3 0 5 0 0,20-2 2 0 0,-20 2 4 0 0,0 0 36 0 0,19-2 56 0 0,-20 2-77 0 0,1 0-10 0 0,124-19-27 0 0,-77 15 128 0 0,230-22 376 0 0,-207 20-252 0 0,-70 7-234 0 0,0 0-6 0 0,20-1 10 0 0,-20 0 7 0 0,-1 1 7 0 0,19-3 20 0 0,-18 3 24 0 0,-1 0-39 0 0,123-6 239 0 0,-122 5-202 0 0,0 1-16 0 0,308-10 415 0 0,-8-15 238 0 0,-258 19-655 0 0,-45 6-10 0 0,4-1-8 0 0,110-5-7 0 0,-110 6 21 0 0,-1 0-5 0 0,57-3-27 0 0,-59 3 8 0 0,2-1-4 0 0,62-4 0 0 0,8-1-14 0 0,-15 1 55 0 0,13 2-12 0 0,-15 1-11 0 0,14-3-30 0 0,-47 4 28 0 0,16-3 38 0 0,-35 4-6 0 0,-2-1-4 0 0,20-1-32 0 0,-19 2 44 0 0,-1-1 12 0 0,20-1-10 0 0,-19 1-1 0 0,-1 1-10 0 0,127-14 182 0 0,-50 9-158 0 0,-40 1 158 0 0,-36 4-261 0 0,0 0-1 0 0,108-5 64 0 0,-108 5-49 0 0,1-1 14 0 0,20-1-14 0 0,-21 2 5 0 0,0-1 16 0 0,96-5-15 0 0,36-7-3 0 0,-134 13 37 0 0,-3 0-6 0 0,0 0 0 0 0,0 0 0 0 0,0 0 0 0 0,0 0 0 0 0,0-1 0 0 0,-1 1 0 0 0,1 0 0 0 0,0-1 0 0 0,0 1 0 0 0,2-2 0 0 0,2 0 5 0 0,-1 1 12 0 0,1 0-2 0 0,53-7-43 0 0,-53 7 56 0 0,0 0-10 0 0,18-2-8 0 0,-18 2-32 0 0,0 0-70 0 0,17-1 112 0 0,-17 2-1 0 0,1-1-20 0 0,17-3-27 0 0,-17 4 23 0 0,-1-1 4 0 0,66-7 21 0 0,35 2 50 0 0,578-18-107 0 0,-82 4 19 0 0,-523 17 29 0 0,380-10-6 0 0,-413 12-9 0 0,103 0-25 0 0,-105-1 48 0 0,30 0-8 0 0,-21 0 27 0 0,-49 1-45 0 0,2 1-4 0 0,196-8-18 0 0,-198 8 22 0 0,2 0 9 0 0,22 0-4 0 0,38-2-8 0 0,-62 2 104 0 0,1 0-76 0 0,17-1 1 0 0,-18 1 234 0 0,0-1-205 0 0,15 0-25 0 0,-15 1 258 0 0,-2 3-263 0 0,6 11-10 0 0,-6-11 0 0 0,-2 2 2 0 0,9 94 381 0 0,17 98 323 0 0,-21-153-449 0 0,-1 56 1 0 0,-5-93-227 0 0,0-1 18 0 0,0 22 11 0 0,0-21 24 0 0,0 0 6 0 0,1 18 124 0 0,0 0 1 0 0,2 0 0 0 0,1 0-1 0 0,0-1 1 0 0,10 27-1 0 0,2 8-10 0 0,46 113 1061 0 0,-6-16-683 0 0,-55-151-537 0 0,0 0-9 0 0,4 17-12 0 0,-4-16 36 0 0,0-1 85 0 0,3 16-114 0 0,-3-15-34 0 0,-1-1 2 0 0,3 15 5 0 0,-3-15-6 0 0,0-1 10 0 0,0 84 65 0 0,0-82-89 0 0,0-1 4 0 0,0 18-4 0 0,0-18 1 0 0,0 2 12 0 0,0 18-8 0 0,0-19-2 0 0,1-1 7 0 0,-1 47-5162 0 0,-1-47 3025 0 0,-18 10-14354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32 473 3408 0 0,'0'0'3955'0'0,"-5"0"-3142"0"0,-16 0-162 0 0,15 0 1136 0 0,10 2-1605 0 0,18 3 157 0 0,-1 0-1 0 0,1-2 0 0 0,0 0 0 0 0,0-1 1 0 0,32-2-1 0 0,7-2 55 0 0,106-19 0 0 0,-60 6-294 0 0,494-55 518 0 0,381-29 540 0 0,-747 79-974 0 0,485-29 97 0 0,-218 27 269 0 0,-107 15-136 0 0,719-28 547 0 0,-348-7-844 0 0,-668 35-34 0 0,144-10-170 0 0,-141 10 94 0 0,-15-1 18 0 0,53-1-80 0 0,-41 4 115 0 0,-51 1 142 0 0,2 1-239 0 0,1 1 54 0 0,1-1 12 0 0,1 0-12 0 0,-1 1 26 0 0,100-4 668 0 0,-145 6-535 0 0,1-1 38 0 0,19-1-9 0 0,-20 1 236 0 0,1 1-229 0 0,17-1-1 0 0,-17 1 545 0 0,-2-1-627 0 0,16-1-15 0 0,-15 1 457 0 0,-1 1-543 0 0,15-2-13 0 0,-15 1 1 0 0,-10-13-12121 0 0,4 13 11698 0 0,0 0-1 0 0,-2-3 1 0 0,1 2-975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767 32 4188 0 0,'0'0'2636'0'0,"3"-2"-1461"0"0,13-11 5209 0 0,-32-1-5988 0 0,7 11-256 0 0,-45 5-394 0 0,-97 17-1 0 0,-60 24-2551 0 0,148-30 1712 0 0,-123 29-3947 0 0,90-19-388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273 214 3380 0 0,'0'0'2424'0'0,"1"-6"-1423"0"0,33-104 5498 0 0,-32 106-5814 0 0,4-23 386 0 0,-5 22 174 0 0,-1 0-1021 0 0,1 0-178 0 0,0-15 207 0 0,-7 19-187 0 0,-50 1 314 0 0,29 6-360 0 0,1 1-1 0 0,-1 1 1 0 0,1 1-1 0 0,1 1 0 0 0,-43 25 1 0 0,61-32-26 0 0,1 1 1 0 0,0 0-1 0 0,1 0 0 0 0,-1 1 1 0 0,-10 10-1 0 0,16-15 6 0 0,-2 3-13 0 0,0 1 19 0 0,-4 13-5 0 0,5-13 2 0 0,4 0 7 0 0,4 4-27 0 0,-1-1 1 0 0,1-1 0 0 0,1 1 0 0 0,-1-1 0 0 0,1 0 0 0 0,0-1 0 0 0,16 8 0 0 0,73 26-405 0 0,-65-27-142 0 0,58 28-1 0 0,-89-39 557 0 0,35 23-397 0 0,-34-23 384 0 0,0 0 0 0 0,-1 0 0 0 0,1 1-1 0 0,-1-1 1 0 0,1 0 0 0 0,-1 1 0 0 0,1-1 0 0 0,-1 1-1 0 0,0-1 1 0 0,0 1 0 0 0,0 0 0 0 0,0-1-1 0 0,0 1 1 0 0,0 0 0 0 0,-1 0 0 0 0,1 0-1 0 0,0-1 1 0 0,-1 1 0 0 0,1 0 0 0 0,-1 0-1 0 0,0 0 1 0 0,0 0 0 0 0,0 2 0 0 0,-1 1 23 0 0,-1 0 1 0 0,0-1 0 0 0,0 1 0 0 0,-1-1 0 0 0,1 0-1 0 0,-1 0 1 0 0,0 0 0 0 0,0 0 0 0 0,0 0-1 0 0,-1-1 1 0 0,1 1 0 0 0,-1-1 0 0 0,-5 4-1 0 0,1-2 63 0 0,1-1-1 0 0,-1 0 0 0 0,0 0 0 0 0,-1-1 0 0 0,1 0 0 0 0,-1-1 0 0 0,1 1 0 0 0,-15 1 0 0 0,16-4-42 0 0,1 1 0 0 0,-1-1 0 0 0,0 0 0 0 0,1-1 0 0 0,-1 1-1 0 0,0-1 1 0 0,1-1 0 0 0,-1 1 0 0 0,1-1 0 0 0,-1 0 0 0 0,1-1 0 0 0,0 1-1 0 0,0-1 1 0 0,-9-6 0 0 0,13 7-63 0 0,0 0 0 0 0,0 0 0 0 0,0-1 1 0 0,1 1-1 0 0,-1 0 0 0 0,1-1 0 0 0,-1 1 0 0 0,1-1 0 0 0,0 0 0 0 0,0 1 0 0 0,0-1 0 0 0,0 0 0 0 0,0 0 1 0 0,1 1-1 0 0,-1-1 0 0 0,1 0 0 0 0,0 0 0 0 0,0-3 0 0 0,0 4 19 0 0,0-4-61 0 0,0 0-1 0 0,0 0 0 0 0,1 1 0 0 0,0-1 0 0 0,0 0 0 0 0,0 1 1 0 0,0-1-1 0 0,1 1 0 0 0,0-1 0 0 0,0 1 0 0 0,1 0 0 0 0,3-6 0 0 0,4-5-355 0 0,25-30 0 0 0,-33 42 381 0 0,15-16-184 0 0,1 0 0 0 0,1 1-1 0 0,31-24 1 0 0,-6 11-39 0 0,57-30 0 0 0,-80 51 310 0 0,-17 10 387 0 0,3 18-304 0 0,-5-15-95 0 0,-1 2 75 0 0,-1-3-88 0 0,-1 1 0 0 0,0-1 0 0 0,1 1 0 0 0,-1-1 0 0 0,1 1 0 0 0,-1-1 0 0 0,1 1-1 0 0,0-1 1 0 0,0 1 0 0 0,0-1 0 0 0,0 1 0 0 0,0 2 0 0 0,0-2 3 0 0,-1 2 25 0 0,1 2-37 0 0,0 18 13 0 0,0-19-3 0 0,2 0-7 0 0,5 13-12 0 0,-5-14 8 0 0,0 0-13 0 0,-1-1-1 0 0,2 0 0 0 0,-1 0 0 0 0,0 1 1 0 0,1-2-1 0 0,-1 1 0 0 0,1 0 0 0 0,0 0 1 0 0,0-1-1 0 0,5 4 0 0 0,-8-6 18 0 0,3 2-50 0 0,12 1-66 0 0,-14-2 115 0 0,0-1-1 0 0,0 1 1 0 0,0-1 0 0 0,0 0 0 0 0,0 1-1 0 0,1-1 1 0 0,-1 0 0 0 0,0 0 0 0 0,0 0-1 0 0,0 0 1 0 0,1 0 0 0 0,-1 0 0 0 0,0 0-1 0 0,0 0 1 0 0,0 0 0 0 0,1-1 0 0 0,1 0-1 0 0,46-17 299 0 0,-45 16-146 0 0,9-16 254 0 0,-10 14-207 0 0,-2 0-12 0 0,0 0-110 0 0,0-1 0 0 0,0 1-1 0 0,-1-1 1 0 0,0 1 0 0 0,0 0 0 0 0,0-1 0 0 0,0 1 0 0 0,-1-1 0 0 0,1 1-1 0 0,-1 0 1 0 0,0-1 0 0 0,-3-6 0 0 0,0 1-47 0 0,-1 0 1 0 0,0 0-1 0 0,-13-17 1 0 0,16 24-16 0 0,-2-1 24 0 0,-10-10-12 0 0,10 10-30 0 0,0 2-140 0 0,-12-6-18 0 0,11 6-61 0 0,0 4-374 0 0,-16 5 238 0 0,15-6-45 0 0,3 3-31 0 0,-8 9-32 0 0,8-10-99 0 0,1 2-111 0 0,-5 11-205 0 0,5-12-183 0 0,2 1-2842 0 0,0 20-350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27 2860 0 0,'2'-3'1681'0'0,"-2"1"-1130"0"0,1 1 0 0 0,0-1-1 0 0,0 1 1 0 0,0-1 0 0 0,0 1 0 0 0,0 0-1 0 0,0 0 1 0 0,0 0 0 0 0,1 0 0 0 0,-1-1-1 0 0,0 1 1 0 0,1 1 0 0 0,-1-1 0 0 0,1 0 0 0 0,1-1-1 0 0,8-1-1163 0 0,-7 2 952 0 0,40 42 748 0 0,-20-20-942 0 0,23 27-1 0 0,31 38-2332 0 0,-75-83 1650 0 0,-2-2 441 0 0,1-1 0 0 0,0 1 1 0 0,-1 0-1 0 0,1 0 0 0 0,-1 1 0 0 0,0-1 0 0 0,1 0 0 0 0,-1 0 0 0 0,0 1 1 0 0,0-1-1 0 0,2 2 0 0 0,0 0-607 0 0,1-1-1034 0 0,13 4 638 0 0,-13-4-134 0 0,0-3-902 0 0,17-5-1479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0 2972 0 0,'0'0'3806'0'0,"-5"0"-2969"0"0,-17 0-140 0 0,21 1-617 0 0,-1-1 0 0 0,1 1 0 0 0,-1-1 0 0 0,1 1 0 0 0,0-1 0 0 0,-1 1 0 0 0,1 0 0 0 0,0 0 0 0 0,-1 0 0 0 0,1-1 0 0 0,0 1 0 0 0,0 0 0 0 0,0 1 0 0 0,0-1 0 0 0,0 0 0 0 0,0 0 0 0 0,0 0 0 0 0,0 1 0 0 0,-1 1 0 0 0,-7 15 332 0 0,-2 2-262 0 0,2 2 1 0 0,1-1-1 0 0,0 1 1 0 0,2 0-1 0 0,0 1 1 0 0,-2 25 0 0 0,0-10-36 0 0,-25 160-2100 0 0,33-193 1102 0 0,1 0-309 0 0,0 1 762 0 0,2 13-2706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2520 0 0,'0'0'8655'0'0,"1"6"-8448"0"0,0 1-140 0 0,0-1 0 0 0,0 0 0 0 0,1 1 0 0 0,0-1-1 0 0,0 0 1 0 0,1 0 0 0 0,0 0 0 0 0,0 0 0 0 0,0-1-1 0 0,0 1 1 0 0,1-1 0 0 0,0 0 0 0 0,0 0 0 0 0,1 0-1 0 0,6 5 1 0 0,26 16 140 0 0,-33-23-166 0 0,1-2 0 0 0,14 2 0 0 0,-15-2 91 0 0,2-2-48 0 0,17-2 36 0 0,-18 2 29 0 0,13-9 254 0 0,-14 8-106 0 0,-1-1 112 0 0,1-4-189 0 0,0 1 1 0 0,0-1 0 0 0,-1 0 0 0 0,4-9 0 0 0,-6 11 61 0 0,0 0 0 0 0,3-14-8 0 0,-3 14 237 0 0,-1 1-323 0 0,3-14-20 0 0,-3 14 546 0 0,0 9-684 0 0,3 37-864 0 0,12 64 0 0 0,-1-14-1985 0 0,0 57-4571 0 0,-12-93 1379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216 178 3956 0 0,'0'0'1301'0'0,"-6"-1"-173"0"0,-15-1-184 0 0,16 1 624 0 0,-2 1-908 0 0,-63-1 1361 0 0,-1 4 248 0 0,64-3-1863 0 0,2 0 15 0 0,-14 3 10 0 0,14-3 1091 0 0,10-1-1427 0 0,401-78 245 0 0,-127 15-2425 0 0,-275 63 1639 0 0,19-4-1042 0 0,-18 4 911 0 0,-26-8-5384 0 0,17 8 5205 0 0,0-2-1981 0 0,-17-11-235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15 2164 0 0,'0'0'3351'0'0,"-1"-3"-2514"0"0,0 2-641 0 0,1 1 1 0 0,0-1-1 0 0,0 0 1 0 0,0 1 0 0 0,-1-1-1 0 0,1 1 1 0 0,0-1-1 0 0,-1 1 1 0 0,1-1-1 0 0,-1 1 1 0 0,1-1-1 0 0,0 1 1 0 0,-1-1-1 0 0,1 1 1 0 0,-1-1-1 0 0,1 1 1 0 0,-1 0-1 0 0,0-1 1 0 0,1 1-1 0 0,-1 0 1 0 0,1 0-1 0 0,-1-1 1 0 0,0 1-1 0 0,1 0 1 0 0,-1 0-1 0 0,1 0 1 0 0,-1 0-1 0 0,0 0 1 0 0,1 0-1 0 0,-1 0 1 0 0,0 0-1 0 0,1 0 1 0 0,-1 0 0 0 0,0 0-1 0 0,1 0 1 0 0,-2 1-1 0 0,-8 3-769 0 0,6-1 1215 0 0,9 19-415 0 0,-3-17-190 0 0,0 1 62 0 0,1-3-27 0 0,5 3-104 0 0,-1-1 1 0 0,1 0 0 0 0,0 0 0 0 0,0-1 0 0 0,1 0 0 0 0,-1 0 0 0 0,1-1 0 0 0,0 0-1 0 0,0-1 1 0 0,0 0 0 0 0,0 0 0 0 0,0-1 0 0 0,0 0 0 0 0,1-1 0 0 0,-1 0-1 0 0,13-2 1 0 0,-15 2-29 0 0,0-1 9 0 0,18-2 17 0 0,-19 2 3 0 0,-1 1-7 0 0,15-3 13 0 0,-15 3 79 0 0,-11 2 7 0 0,0-1-42 0 0,4-1-13 0 0,0 1 0 0 0,0-1 0 0 0,0 1 0 0 0,0-1 0 0 0,0 1 1 0 0,1 0-1 0 0,-1 0 0 0 0,0-1 0 0 0,0 1 0 0 0,1 0 0 0 0,-1 1 0 0 0,0-1 1 0 0,1 0-1 0 0,-3 2 0 0 0,-7 7 40 0 0,0 0 0 0 0,1 1 0 0 0,0 0 1 0 0,1 1-1 0 0,0 0 0 0 0,0 0 0 0 0,2 1 0 0 0,-1 0 1 0 0,2 0-1 0 0,-9 23 0 0 0,14-34-64 0 0,1 0-1 0 0,-1-1 1 0 0,1 1 0 0 0,-1 0 0 0 0,1 0-1 0 0,0 0 1 0 0,0 0 0 0 0,0 0-1 0 0,0-1 1 0 0,0 1 0 0 0,0 0 0 0 0,0 0-1 0 0,1 0 1 0 0,0 2 0 0 0,0 2-65 0 0,-1-4 32 0 0,0-1 1 0 0,0 1-1 0 0,0 0 0 0 0,0 0 0 0 0,1 0 0 0 0,-1-1 0 0 0,0 1 1 0 0,1 0-1 0 0,0 0 0 0 0,-1-1 0 0 0,1 1 0 0 0,0 0 1 0 0,0-1-1 0 0,2 4 0 0 0,0-1-126 0 0,-1 0 6 0 0,0 0 0 0 0,0-1-1 0 0,1 1 1 0 0,-1-1 0 0 0,1 1 0 0 0,0-1 0 0 0,0 0 0 0 0,0 0 0 0 0,0 0-1 0 0,1-1 1 0 0,-1 1 0 0 0,1-1 0 0 0,6 4 0 0 0,-7-4-183 0 0,0-1-47 0 0,-1 1 1 0 0,1-1-1 0 0,0 1 0 0 0,0-1 0 0 0,0 0 0 0 0,-1 0 1 0 0,1 0-1 0 0,5 0 0 0 0,0 1-778 0 0,-1 0-4041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72 2568 0 0,'0'0'1369'0'0,"-1"-5"-200"0"0,-1-14-168 0 0,1 14 1449 0 0,0-21-1055 0 0,0 21 647 0 0,1 0-1706 0 0,-2-2 556 0 0,0 14-326 0 0,0 33-123 0 0,-1 61-305 0 0,20 199-378 0 0,-11-253-1186 0 0,-5-42 877 0 0,1-2-705 0 0,6 9 582 0 0,-6-9-440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52 212 2808 0 0,'-4'-2'1331'0'0,"-39"-16"3113"0"0,39 16-3515 0 0,8 0-808 0 0,16-8-49 0 0,1 1 0 0 0,0 1 0 0 0,1 1 0 0 0,0 0 0 0 0,31-3 0 0 0,25-9 52 0 0,245-77-1644 0 0,-313 92 1116 0 0,12-4-3309 0 0,9-2-799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84 2068 0 0,'0'5'1159'0'0,"-1"15"-216"0"0,0-15 1728 0 0,3-1-2359 0 0,4 12-16 0 0,-5-12 544 0 0,5-5-652 0 0,16-3-3 0 0,-16 4-21 0 0,12-10 45 0 0,-15 8-91 0 0,-2 0-95 0 0,0 0 1 0 0,0 1-1 0 0,0-1 0 0 0,1 1 1 0 0,-1-1-1 0 0,0 1 1 0 0,0-1-1 0 0,1 1 0 0 0,-1 0 1 0 0,4-2-1 0 0,-2-1 85 0 0,0 0-4 0 0,7-11-40 0 0,-7 11-54 0 0,-2-1 27 0 0,5-12-5 0 0,-4 12-14 0 0,-2 0-35 0 0,0-15-16 0 0,0 15-63 0 0,-1 5 95 0 0,1 0 1 0 0,0 0-1 0 0,-1 0 1 0 0,1 0-1 0 0,0 0 1 0 0,-1 0-1 0 0,1 0 1 0 0,0 0-1 0 0,-1-1 1 0 0,1 1 0 0 0,0 0-1 0 0,0 0 1 0 0,-1 0-1 0 0,1-1 1 0 0,0 1-1 0 0,-1 0 1 0 0,1 0-1 0 0,0 0 1 0 0,0-1-1 0 0,0 1 1 0 0,-1 0-1 0 0,1-1 1 0 0,0 1-1 0 0,0 0 1 0 0,0-1-1 0 0,0 1 1 0 0,-1 0-1 0 0,1-1 1 0 0,0 1-1 0 0,0 0 1 0 0,0-1-1 0 0,0 1 1 0 0,0-1 7 0 0,0 1 0 0 0,0-1 0 0 0,0 1 0 0 0,-1-1 0 0 0,1 0 0 0 0,0 1 0 0 0,0-1 0 0 0,-1 1 0 0 0,1 0 0 0 0,0-1 0 0 0,-1 1 0 0 0,1-1 1 0 0,0 1-1 0 0,-1-1 0 0 0,1 1 0 0 0,-1 0 0 0 0,1-1 0 0 0,-1 1 0 0 0,1 0 0 0 0,0-1 0 0 0,-1 1 0 0 0,1 0 0 0 0,-1 0 0 0 0,0-1 0 0 0,1 1 0 0 0,-1 0 0 0 0,1 0 0 0 0,-1 0 0 0 0,1 0 1 0 0,-1 0-1 0 0,1 0 0 0 0,-1 0 0 0 0,1 0 0 0 0,-1 0 0 0 0,-1 0 0 0 0,-1 0 4 0 0,-1 0 26 0 0,1 0 0 0 0,0 0 0 0 0,-1 0 0 0 0,1 1 0 0 0,0-1 0 0 0,0 1 0 0 0,0-1 0 0 0,-1 1 0 0 0,1 0 0 0 0,0 1 0 0 0,0-1 0 0 0,0 0 0 0 0,0 1 1 0 0,-4 3-1 0 0,-35 37 276 0 0,32-30-240 0 0,8-10-67 0 0,1-1 1 0 0,-1 1-1 0 0,1 0 0 0 0,0 0 0 0 0,0 0 1 0 0,0 0-1 0 0,0 0 0 0 0,0 0 0 0 0,0 0 1 0 0,1 0-1 0 0,-1 0 0 0 0,0 3 0 0 0,0-1 13 0 0,-9 50 77 0 0,9-49-77 0 0,3 1-11 0 0,-2-3-18 0 0,1 1 11 0 0,-1-1 0 0 0,1 1 0 0 0,-1-1 1 0 0,1 0-1 0 0,0 1 0 0 0,0-1 1 0 0,1 0-1 0 0,-1 0 0 0 0,1 0 1 0 0,0 0-1 0 0,-1 0 0 0 0,1 0 1 0 0,0 0-1 0 0,1 0 0 0 0,-1-1 1 0 0,3 3-1 0 0,3 0-239 0 0,0-1-1 0 0,0-1 1 0 0,0 0-1 0 0,0 0 1 0 0,1 0-1 0 0,-1-1 1 0 0,1 0 0 0 0,-1-1-1 0 0,1 0 1 0 0,0 0-1 0 0,-1-1 1 0 0,1 0 0 0 0,0 0-1 0 0,16-4 1 0 0,-4 0-887 0 0,1-1-1 0 0,-1-2 1 0 0,29-12 0 0 0,-28 8-1821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47 2352 0 0,'0'0'1086'0'0,"-1"-5"-158"0"0,-1 1-657 0 0,2 3-141 0 0,-1-1 0 0 0,0 1 0 0 0,1-1 0 0 0,-1 1 0 0 0,1-1-1 0 0,-1 1 1 0 0,1-1 0 0 0,0 0 0 0 0,0 1 0 0 0,0-1 0 0 0,0 1-1 0 0,0-4 1 0 0,0 5-104 0 0,0-1 0 0 0,-1 1 0 0 0,1-1 0 0 0,0 1 0 0 0,0 0 0 0 0,-1-1 0 0 0,1 1 0 0 0,0 0 0 0 0,-1-1 0 0 0,1 1 0 0 0,0 0 0 0 0,-1-1 0 0 0,1 1 0 0 0,0 0 0 0 0,-1-1 0 0 0,1 1 0 0 0,-1 0 0 0 0,1 0-1 0 0,0 0 1 0 0,-1-1 0 0 0,1 1 0 0 0,-1 0 0 0 0,1 0 0 0 0,-1 0 0 0 0,-10-8 1071 0 0,5 8-845 0 0,-17 0-53 0 0,17 0-38 0 0,-12 10 87 0 0,14-8-59 0 0,2 1-117 0 0,-10 12-25 0 0,9-11-13 0 0,2 1-77 0 0,-1 15 69 0 0,1-15 10 0 0,3-1-21 0 0,4 14-6 0 0,-4-14-5 0 0,0 1 0 0 0,0-1 0 0 0,1 0 0 0 0,-1 0 0 0 0,1 0 0 0 0,0 0 0 0 0,5 5 0 0 0,-1-1 10 0 0,1 1-16 0 0,0-1 0 0 0,0 1 0 0 0,0-2 0 0 0,1 1 1 0 0,11 6-1 0 0,-13-8 53 0 0,1-1-1 0 0,-1 1 1 0 0,12 12 0 0 0,-17-15 110 0 0,0 1 72 0 0,7 13 29 0 0,-7-13 260 0 0,-3 2-314 0 0,-1 16-10 0 0,1-16 22 0 0,-2-2-98 0 0,-23 29 87 0 0,23-30-172 0 0,-1-1-49 0 0,-33 24-1431 0 0,37-51-5200 0 0,0 20 3055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4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2696 0 0,'0'0'4404'0'0,"3"3"-3829"0"0,0 0-445 0 0,0 0 0 0 0,-1 0 0 0 0,0 0 1 0 0,0 0-1 0 0,0 0 0 0 0,0 1 0 0 0,0-1 0 0 0,-1 1 1 0 0,1-1-1 0 0,-1 1 0 0 0,0-1 0 0 0,0 1 0 0 0,1 6 1 0 0,7 34 437 0 0,21 173 280 0 0,-15-102-1098 0 0,-2-63-3274 0 0,-10-45 2919 0 0,-2-3-1795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1 117 3308 0 0,'0'0'5357'0'0,"19"-20"-4937"0"0,19 8-336 0 0,-12 4-368 0 0,5 0 128 0 0,2 1-196 0 0,1-1-320 0 0,9-6-524 0 0,-2 1 180 0 0,3 0-777 0 0,1-1-1867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52 4004 0 0,'-1'-4'1627'0'0,"-2"-13"-301"0"0,2 13 1823 0 0,0 0-2355 0 0,-1-14-116 0 0,1 13 2528 0 0,1 11-2907 0 0,2 55 460 0 0,8 33-204 0 0,-3-32-374 0 0,16 66-690 0 0,-22-124 8 0 0,0 1-130 0 0,0 5 997 0 0,4 26-10488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6 160 2808 0 0,'-2'-9'878'0'0,"1"-1"0"0"0,0 0 0 0 0,0-18 1 0 0,1 27-842 0 0,0-1 1 0 0,0 1-1 0 0,0-1 1 0 0,0 1-1 0 0,0 0 1 0 0,0-1-1 0 0,1 1 1 0 0,-1 0-1 0 0,0-1 1 0 0,1 1 0 0 0,-1 0-1 0 0,1 0 1 0 0,0-1-1 0 0,-1 1 1 0 0,1 0-1 0 0,0 0 1 0 0,0 0-1 0 0,1-1 1 0 0,1-1 73 0 0,-1-1-59 0 0,1 0 1 0 0,-1 1-1 0 0,1 0 0 0 0,0-1 0 0 0,0 1 0 0 0,0 0 1 0 0,1 1-1 0 0,-1-1 0 0 0,1 1 0 0 0,-1-1 0 0 0,1 1 0 0 0,4-2 1 0 0,46-16 292 0 0,-52 20-332 0 0,17-4 138 0 0,1 0 1 0 0,-1 1-1 0 0,1 1 0 0 0,0 1 1 0 0,0 1-1 0 0,0 0 0 0 0,0 2 1 0 0,0 0-1 0 0,0 1 0 0 0,0 1 1 0 0,-1 1-1 0 0,0 1 0 0 0,36 16 1 0 0,-40-15-20 0 0,-1 1 0 0 0,0 0 0 0 0,-1 1 0 0 0,0 0 0 0 0,0 1-1 0 0,-1 0 1 0 0,19 22 0 0 0,-23-23-38 0 0,-2 0-1 0 0,1 0 0 0 0,-1 1 0 0 0,-1 0 1 0 0,1 0-1 0 0,-2 0 0 0 0,1 1 0 0 0,-2-1 0 0 0,1 1 1 0 0,-1 0-1 0 0,2 18 0 0 0,-4-15-5 0 0,-1-1 0 0 0,0 1 0 0 0,-1 0 0 0 0,0 0 0 0 0,-1-1 0 0 0,0 1 0 0 0,-2-1 0 0 0,1 1 0 0 0,-2-1 0 0 0,0 0 0 0 0,0-1 0 0 0,-1 1 0 0 0,-11 16-1 0 0,4-8 4 0 0,-2-2 0 0 0,0 1 0 0 0,-2-2 0 0 0,0 0 0 0 0,0-1 0 0 0,-29 21 0 0 0,26-23-166 0 0,0-1 1 0 0,-1-2-1 0 0,0 0 0 0 0,-1-1 1 0 0,0-1-1 0 0,-1-1 1 0 0,0-1-1 0 0,-1-1 1 0 0,1-1-1 0 0,-1-1 0 0 0,-41 3 1 0 0,62-7-20 0 0,0-1 0 0 0,0 0 0 0 0,0 0 0 0 0,0 0 0 0 0,0 0 0 0 0,0-1 0 0 0,0 1 0 0 0,0-1 0 0 0,-4-1 0 0 0,0 0-111 0 0,5 2 130 0 0,0 0-1 0 0,0-1 0 0 0,1 1 1 0 0,-1-1-1 0 0,0 1 1 0 0,0-1-1 0 0,0 0 0 0 0,0 1 1 0 0,1-1-1 0 0,-1 0 1 0 0,0 0-1 0 0,1 0 1 0 0,-1 0-1 0 0,1-1 0 0 0,-3-1 1 0 0,0-1-179 0 0,2 3 155 0 0,0 1-1 0 0,1-1 1 0 0,0 0 0 0 0,-1 0 0 0 0,1 0 0 0 0,0 0 0 0 0,-1 0 0 0 0,1-1 0 0 0,0 1 0 0 0,0 0-1 0 0,0-1 1 0 0,0 1 0 0 0,0 0 0 0 0,0-1 0 0 0,0 1 0 0 0,1-1 0 0 0,-2-2 0 0 0,0 0-279 0 0,1 2 188 0 0,0 1 0 0 0,0-1 1 0 0,-1 0-1 0 0,2 1 0 0 0,-1-1 0 0 0,0 0 0 0 0,0 0 0 0 0,0 0 1 0 0,1 0-1 0 0,-1 0 0 0 0,1 0 0 0 0,0 0 0 0 0,-1 0 0 0 0,1 1 1 0 0,0-1-1 0 0,0-3 0 0 0,0-1-734 0 0,-1-1-3563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73 0 2892 0 0,'0'0'7538'0'0,"-5"2"-7120"0"0,-14 6-43 0 0,15-6-56 0 0,4-1-300 0 0,0 0 0 0 0,0-1 0 0 0,0 1 1 0 0,-1 0-1 0 0,1 0 0 0 0,0-1 0 0 0,0 1 0 0 0,0 0 1 0 0,-1-1-1 0 0,1 1 0 0 0,0 0 0 0 0,-1 0 0 0 0,1-1 1 0 0,0 1-1 0 0,-1-1 0 0 0,1 1 0 0 0,-1 0 1 0 0,1-1-1 0 0,-2 1 0 0 0,-9 16 287 0 0,-10 56 385 0 0,21-67-636 0 0,0-1-18 0 0,3 17 4 0 0,-3-17 40 0 0,2-1-55 0 0,1 1-27 0 0,-1-1 0 0 0,1 0 0 0 0,-1 0 0 0 0,1 0 0 0 0,0-1 0 0 0,1 1 0 0 0,-1 0 0 0 0,1-1 0 0 0,-1 0 1 0 0,1 0-1 0 0,8 4 0 0 0,2 0-10 0 0,1-1 1 0 0,30 9-1 0 0,46 16 852 0 0,-87-29-573 0 0,0 1 18 0 0,28 31 652 0 0,-29-31-742 0 0,-3-3-189 0 0,0 1 0 0 0,0-1 0 0 0,0 0 0 0 0,-1 1 0 0 0,1-1 0 0 0,0 0 0 0 0,0 1 0 0 0,0-1 0 0 0,0 0 1 0 0,0 0-1 0 0,0 1 0 0 0,0-1 0 0 0,0 0 0 0 0,0 1 0 0 0,0-1 0 0 0,0 0 0 0 0,0 1 0 0 0,0-1 0 0 0,0 0 0 0 0,1 1 0 0 0,-1-1 0 0 0,0 0 1 0 0,0 0-1 0 0,0 1 0 0 0,0-1 0 0 0,1 0 0 0 0,-1 1 0 0 0,0-1 0 0 0,0 0 0 0 0,0 0 0 0 0,1 0 0 0 0,-1 1 0 0 0,0-1 0 0 0,1 0 3 0 0,-1 1 0 0 0,1-1 0 0 0,-1 1 0 0 0,1-1-1 0 0,-1 1 1 0 0,0-1 0 0 0,1 1 0 0 0,-1-1-1 0 0,0 1 1 0 0,0 0 0 0 0,1-1 0 0 0,-1 1 0 0 0,0-1-1 0 0,0 1 1 0 0,0 0 0 0 0,0-1 0 0 0,0 1-1 0 0,0-1 1 0 0,0 1 0 0 0,0 0 0 0 0,0-1 0 0 0,0 1-1 0 0,0 0 1 0 0,0-1 0 0 0,0 1 0 0 0,0-1-1 0 0,-1 1 1 0 0,1 0 0 0 0,-1 0 0 0 0,-1 5 20 0 0,0 0 0 0 0,-1 0 1 0 0,0 0-1 0 0,-1-1 0 0 0,1 1 0 0 0,-1-1 0 0 0,0 0 1 0 0,0 0-1 0 0,-9 7 0 0 0,6-6-169 0 0,-1 0-1 0 0,0-1 1 0 0,-1 0 0 0 0,1 0-1 0 0,-1-1 1 0 0,0 0-1 0 0,-1-1 1 0 0,-9 3 0 0 0,13-4-74 0 0,-4 1-439 0 0,0 0-1 0 0,0 0 0 0 0,0-1 1 0 0,0-1-1 0 0,0 1 0 0 0,-1-1 1 0 0,1-1-1 0 0,-13-1 0 0 0,-2-6-975 0 0,19 6-1124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1 234 2312 0 0,'29'-29'1633'0'0,"1"1"0"0"0,2 1 0 0 0,46-30 0 0 0,-51 41-2029 0 0,1 1 0 0 0,0 1 0 0 0,1 1-1 0 0,53-16 1 0 0,-71 27-2122 0 0,13-1-1787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60 3700 0 0,'-1'-5'1584'0'0,"-3"-16"-231"0"0,4 15 696 0 0,-1 2-1129 0 0,-3-15-116 0 0,3 14 2211 0 0,0 10-2508 0 0,-2 28-74 0 0,2 1 0 0 0,0 0 1 0 0,3 0-1 0 0,6 44 0 0 0,-1-9-146 0 0,73 480 497 0 0,-34-346-1193 0 0,-27-127-1961 0 0,-18-71 1591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1 581 3544 0 0,'0'-5'1374'0'0,"-1"-2"-1194"0"0,1 0 1 0 0,1 0-1 0 0,-1 0 0 0 0,1 0 1 0 0,0 1-1 0 0,0-1 1 0 0,1 0-1 0 0,0 1 0 0 0,0-1 1 0 0,1 1-1 0 0,-1 0 1 0 0,2-1-1 0 0,-1 1 0 0 0,0 0 1 0 0,1 1-1 0 0,0-1 1 0 0,1 1-1 0 0,-1 0 0 0 0,1 0 1 0 0,0 0-1 0 0,0 1 1 0 0,1-1-1 0 0,8-4 1 0 0,10-6-5 0 0,1 1 0 0 0,1 1 1 0 0,1 2-1 0 0,45-15 0 0 0,117-20 487 0 0,-154 39-561 0 0,627-114 1311 0 0,-230 45-1166 0 0,-267 47-134 0 0,96-19 1409 0 0,-255 47-1218 0 0,0 0 2 0 0,16-4 6 0 0,-16 4 275 0 0,-1 0-328 0 0,15-3-39 0 0,-15 3 299 0 0,0-1-395 0 0,14-2 137 0 0,-14 3-87 0 0,-1 3-57 0 0,16 8 269 0 0,-18-5-242 0 0,16 81 452 0 0,96 473 1531 0 0,-54-182-3894 0 0,-47-233-2063 0 0,-10-56-4613 0 0,-3-79 1898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1 407 3576 0 0,'0'0'4627'0'0,"7"-3"-3990"0"0,33-12-169 0 0,1 2 0 0 0,1 2 0 0 0,68-10 1 0 0,-10 2 65 0 0,465-91 1605 0 0,47-10-1352 0 0,-511 98-850 0 0,77-18 177 0 0,-66 9-6082 0 0,-107 30 2950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54 122 3532 0 0,'-3'-5'1478'0'0,"-5"-15"-273"0"0,6 15-298 0 0,2 0-194 0 0,-1-16-113 0 0,0 15-95 0 0,3 2-103 0 0,-1 2-368 0 0,17-28 659 0 0,-17 28-653 0 0,1 0-1 0 0,-1 1 1 0 0,1-1-1 0 0,-1 1 1 0 0,1-1-1 0 0,0 1 0 0 0,-1-1 1 0 0,1 1-1 0 0,0 0 1 0 0,0 0-1 0 0,0 0 1 0 0,0 0-1 0 0,0 0 1 0 0,0 0-1 0 0,0 1 1 0 0,0-1-1 0 0,0 1 1 0 0,4-1-1 0 0,-2 1-30 0 0,0-1 16 0 0,0 1 1 0 0,0 0-1 0 0,0 0 1 0 0,0 0-1 0 0,0 0 1 0 0,0 1-1 0 0,0 0 1 0 0,0 0-1 0 0,0 0 1 0 0,-1 0 0 0 0,1 0-1 0 0,0 1 1 0 0,-1-1-1 0 0,1 1 1 0 0,5 4-1 0 0,-4-3-6 0 0,-3-2-13 0 0,0 0 1 0 0,-1 0-1 0 0,1 0 1 0 0,0 0-1 0 0,-1 0 0 0 0,1 0 1 0 0,-1 1-1 0 0,1-1 1 0 0,-1 1-1 0 0,0-1 1 0 0,0 1-1 0 0,1-1 0 0 0,-1 1 1 0 0,0 0-1 0 0,1 2 1 0 0,2 2 2 0 0,-2-4-8 0 0,0 0 0 0 0,-1 0 0 0 0,1 1 0 0 0,-1-1 0 0 0,0 0 0 0 0,1 1 0 0 0,-1-1 0 0 0,0 1 0 0 0,0-1 0 0 0,-1 1-1 0 0,1 3 1 0 0,3 1-2 0 0,-3-4 1 0 0,0-1-1 0 0,0 1 1 0 0,0 0 0 0 0,0 0 0 0 0,0 0 0 0 0,-1-1-1 0 0,1 1 1 0 0,-1 0 0 0 0,0 0 0 0 0,0 0 0 0 0,0 3-1 0 0,0 13-25 0 0,-1-1-1 0 0,-1 1 1 0 0,0-1 0 0 0,-1 0-1 0 0,-1 0 1 0 0,-1 0-1 0 0,-1 0 1 0 0,-14 29-1 0 0,13-32 103 0 0,0-1 0 0 0,-2 1-1 0 0,0-2 1 0 0,0 0 0 0 0,-2 0 0 0 0,1 0-1 0 0,-1-1 1 0 0,-1-1 0 0 0,0 0-1 0 0,-20 14 1 0 0,28-23 91 0 0,-1-1-18 0 0,-12 5-24 0 0,12-5 157 0 0,1-3-227 0 0,2 0-46 0 0,1 1-6 0 0,0 0 0 0 0,0 0-1 0 0,0 0 1 0 0,0 0-1 0 0,-1 0 1 0 0,1 1-1 0 0,0-1 1 0 0,0 0 0 0 0,-1 1-1 0 0,1-1 1 0 0,-1 0-1 0 0,-2 0 1 0 0,4-4-158 0 0,0-16 158 0 0,0 16 37 0 0,2 0-16 0 0,2-2-11 0 0,0 1 0 0 0,0 0-1 0 0,0 0 1 0 0,7-8-1 0 0,-8 11 14 0 0,2 2 24 0 0,14-2 9 0 0,-14 2 9 0 0,-1 3-1 0 0,9 6-30 0 0,0 0 0 0 0,0 1 0 0 0,-1 1 1 0 0,-1 0-1 0 0,1 0 0 0 0,9 13 0 0 0,4 2-396 0 0,-21-22 235 0 0,-1 0-1 0 0,0-1 1 0 0,1 0 0 0 0,0 0 0 0 0,-1 0-1 0 0,1 0 1 0 0,0 0 0 0 0,0-1 0 0 0,0 1-1 0 0,4 0 1 0 0,-4-1 51 0 0,0 0-405 0 0,4-1-24 0 0,-1 1 335 0 0,-4 0 98 0 0,-1-1 0 0 0,1 0 0 0 0,-1 1 0 0 0,1-1 0 0 0,-1 0 0 0 0,1 0 0 0 0,-1-1 0 0 0,1 1 0 0 0,-1 0 0 0 0,1-1 0 0 0,-1 0 0 0 0,4-1 0 0 0,10-3-80 0 0,0-1 1 0 0,-1 0-1 0 0,0-1 0 0 0,0-1 1 0 0,-1-1-1 0 0,0 0 0 0 0,0 0 0 0 0,-1-2 1 0 0,0 1-1 0 0,-1-2 0 0 0,0 0 1 0 0,-1 0-1 0 0,0-1 0 0 0,-1 0 0 0 0,14-25 1 0 0,-16 21 560 0 0,-1 0 1 0 0,0-1-1 0 0,-1 0 0 0 0,-1 0 1 0 0,-1-1-1 0 0,0 1 1 0 0,-2-1-1 0 0,0 0 1 0 0,-1-29 520 0 0,-3 44-682 0 0,2 4-227 0 0,0-1-1 0 0,-1 0 1 0 0,1 1-1 0 0,-1-1 1 0 0,1 1-1 0 0,0-1 1 0 0,-1 0 0 0 0,1 1-1 0 0,-1-1 1 0 0,1 1-1 0 0,-1-1 1 0 0,1 1-1 0 0,-1 0 1 0 0,0-1 0 0 0,1 1-1 0 0,-1-1 1 0 0,0 1-1 0 0,1 0 1 0 0,-1 0-1 0 0,0-1 1 0 0,1 1-1 0 0,-1 0 1 0 0,0 0 0 0 0,1 0-1 0 0,-1 0 1 0 0,0 0-1 0 0,0 0 1 0 0,1 0-1 0 0,-1 0 1 0 0,0 0 0 0 0,1 0-1 0 0,-1 0 1 0 0,0 0-1 0 0,0 0 1 0 0,1 1-1 0 0,-1-1 1 0 0,0 0-1 0 0,1 1 1 0 0,-1-1 0 0 0,1 0-1 0 0,-1 1 1 0 0,0-1-1 0 0,1 1 1 0 0,-1-1-1 0 0,1 1 1 0 0,-1-1-1 0 0,1 1 1 0 0,-1-1 0 0 0,0 2-1 0 0,-2 0 135 0 0,0 3-21 0 0,-5 13-32 0 0,0 0 0 0 0,2 1 0 0 0,-6 22 0 0 0,11-37-85 0 0,2 2 1 0 0,0 19 6 0 0,-1-19-10 0 0,2-1 0 0 0,22 38 30 0 0,-21-39-22 0 0,1-3-4 0 0,14 6-5 0 0,-14-5 38 0 0,2-2 49 0 0,-1 0-32 0 0,-1 0 0 0 0,1 0 0 0 0,0 0 0 0 0,-1-1 0 0 0,1 0 0 0 0,0 0 0 0 0,-1 0-1 0 0,1 0 1 0 0,-1-1 0 0 0,0 1 0 0 0,1-1 0 0 0,-1 0 0 0 0,0-1 0 0 0,0 1 0 0 0,0-1 0 0 0,-1 0 0 0 0,1 1 0 0 0,-1-2 0 0 0,1 1 0 0 0,-1 0 0 0 0,0-1 0 0 0,4-5-1 0 0,9-31 384 0 0,-15 36-342 0 0,0-1-35 0 0,-1-42 31 0 0,-1 42-184 0 0,1 5 68 0 0,0 0 1 0 0,-1 0 0 0 0,1 0 0 0 0,0 0 0 0 0,-1 0 0 0 0,1 0 0 0 0,0 0 0 0 0,0 0 0 0 0,-1 0 0 0 0,1 0 0 0 0,0 0 0 0 0,0-1 0 0 0,0 1 0 0 0,-1 0-1 0 0,1 0 1 0 0,0 0 0 0 0,0 0 0 0 0,-1-1 0 0 0,1 1 0 0 0,0 0 0 0 0,0 0 0 0 0,0 0 0 0 0,0-1 0 0 0,0 1 0 0 0,-1 0 0 0 0,1 0 0 0 0,0-1-1 0 0,0 1 1 0 0,0 0 0 0 0,0 0 0 0 0,0-1 0 0 0,0 1 0 0 0,0 0 0 0 0,0-1 0 0 0,0 1-41 0 0,0-1 0 0 0,-1 0 0 0 0,1 1 0 0 0,0-1 0 0 0,0 1 0 0 0,0-1 0 0 0,-1 1 0 0 0,1-1 0 0 0,0 1 0 0 0,-1-1 0 0 0,1 1 0 0 0,0-1 0 0 0,-1 1 0 0 0,1 0 0 0 0,-1-1 0 0 0,1 1 0 0 0,-1-1 0 0 0,1 1 0 0 0,-1 0 0 0 0,1-1 1 0 0,-1 1-1 0 0,1 0 0 0 0,-1 0 0 0 0,1 0 0 0 0,-1-1 0 0 0,1 1 0 0 0,-1 0 0 0 0,-1 0 0 0 0,-15-3-692 0 0,12 2-76 0 0,0 2-83 0 0,-16 5-144 0 0,15-5-256 0 0,2 1-474 0 0,-13 4-1269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22 3948 0 0,'2'-4'1890'0'0,"-1"3"-1125"0"0,6-8-628 0 0,-5 1 5856 0 0,3 10-5475 0 0,3 3-347 0 0,-1 0 0 0 0,0 0 0 0 0,0 1 0 0 0,0 0 0 0 0,0 0 0 0 0,-1 0 0 0 0,0 1 0 0 0,-1 0 0 0 0,0 0 0 0 0,8 14 1 0 0,22 26-40 0 0,99 96-3639 0 0,-111-126 1006 0 0,-19-15 843 0 0,0-1-1123 0 0,17 6-1997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222 1 2668 0 0,'0'0'3218'0'0,"-4"1"-2035"0"0,-3 2-908 0 0,1 0-1 0 0,0 0 0 0 0,1 0 0 0 0,-1 1 0 0 0,1 0 0 0 0,-1 0 1 0 0,1 0-1 0 0,0 1 0 0 0,1-1 0 0 0,-1 1 0 0 0,1 0 1 0 0,-5 8-1 0 0,-8 11 241 0 0,-20 43 1 0 0,16-27-918 0 0,2 1 0 0 0,2 2 0 0 0,-15 56 0 0 0,30-93-616 0 0,2 0-299 0 0,0 19-72 0 0,0-19-939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0 3176 0 0,'0'0'8374'0'0,"-3"3"-8077"0"0,-10 5-106 0 0,10-5 403 0 0,3 2-330 0 0,1 4-19 0 0,0 1 1 0 0,1-1-1 0 0,0 1 0 0 0,1-1 1 0 0,7 16-1 0 0,-8-21-73 0 0,-2-3-165 0 0,0-1 1 0 0,0 1-1 0 0,0 0 0 0 0,1-1 0 0 0,-1 1 1 0 0,0-1-1 0 0,0 1 0 0 0,0-1 0 0 0,0 1 1 0 0,1-1-1 0 0,-1 1 0 0 0,0-1 0 0 0,1 1 1 0 0,-1-1-1 0 0,0 0 0 0 0,1 1 0 0 0,-1-1 1 0 0,1 1-1 0 0,-1-1 0 0 0,0 0 0 0 0,1 1 1 0 0,-1-1-1 0 0,1 0 0 0 0,-1 0 0 0 0,1 1 1 0 0,0-1-1 0 0,-1 0-1 0 0,1 0 0 0 0,0 1 0 0 0,-1-1 0 0 0,1 0 0 0 0,-1 1 0 0 0,1-1 0 0 0,-1 0 0 0 0,0 1-1 0 0,1-1 1 0 0,-1 0 0 0 0,1 1 0 0 0,-1-1 0 0 0,0 1 0 0 0,1-1 0 0 0,-1 1 0 0 0,0-1 0 0 0,1 1 0 0 0,-1-1 0 0 0,0 1 0 0 0,0-1 0 0 0,0 1 0 0 0,1-1 0 0 0,-1 1 0 0 0,0-1 0 0 0,0 2 0 0 0,4 1 80 0 0,16 11 106 0 0,-2 1-1 0 0,1 1 1 0 0,15 18 0 0 0,-31-31-106 0 0,-1 1-12 0 0,18 39 139 0 0,-19-39-159 0 0,-2 1-30 0 0,0-1-91 0 0,0 0-1 0 0,0-1 0 0 0,0 1 0 0 0,-1 0 0 0 0,0-1 0 0 0,1 1 0 0 0,-1-1 0 0 0,0 0 0 0 0,-1 1 0 0 0,1-1 0 0 0,-1 0 0 0 0,1 0 0 0 0,-1-1 0 0 0,0 1 0 0 0,0-1 0 0 0,-4 3 0 0 0,-2 1-662 0 0,0-1 0 0 0,-1 0-1 0 0,1 0 1 0 0,-1-1 0 0 0,-12 3 0 0 0,17-6-1131 0 0,-2-1-1367 0 0,-29 0-2302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0 182 4760 0 0,'21'-25'2837'0'0,"3"0"-889"0"0,4 4-780 0 0,2-1-484 0 0,4 4-584 0 0,5-2-504 0 0,4-2-944 0 0,-20 10-284 0 0,14-4-1861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107 182 4968 0 0,'-30'2'1639'0'0,"24"-2"-192"0"0,-1 0-161 0 0,-21 1-176 0 0,21-1-188 0 0,2 0-151 0 0,-14-4-165 0 0,14 3 973 0 0,13-17-1078 0 0,0 13-273 0 0,300-76 750 0 0,-100 31-3033 0 0,-122 24-6344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13 2792 0 0,'-18'-13'7476'0'0,"13"14"-7123"0"0,-15 1-29 0 0,15-2 626 0 0,5 5-651 0 0,-1 15-11 0 0,0-15-34 0 0,2-4-244 0 0,-1-1 1 0 0,0 0-1 0 0,0 0 1 0 0,1 0 0 0 0,-1 1-1 0 0,0-1 1 0 0,0 0-1 0 0,1 0 1 0 0,-1 1-1 0 0,0-1 1 0 0,0 0-1 0 0,1 1 1 0 0,-1-1-1 0 0,0 0 1 0 0,0 1-1 0 0,0-1 1 0 0,0 0 0 0 0,0 1-1 0 0,0-1 1 0 0,1 0-1 0 0,-1 1 1 0 0,0-1-1 0 0,0 0 1 0 0,0 1-1 0 0,0-1 1 0 0,0 0-1 0 0,0 1 1 0 0,-1 0-1 0 0,1 0 15 0 0,0 0 0 0 0,0 0-1 0 0,0 0 1 0 0,1 0 0 0 0,-1 0-1 0 0,0 0 1 0 0,0 0 0 0 0,1 0-1 0 0,-1 0 1 0 0,0 0 0 0 0,1 0-1 0 0,-1 0 1 0 0,1 0 0 0 0,-1 0-1 0 0,1 0 1 0 0,0 0 0 0 0,35 33 417 0 0,-32-31-330 0 0,2-2-20 0 0,16 3-57 0 0,-16-3 34 0 0,0-1 20 0 0,19 0 14 0 0,-19 0 13 0 0,0-1 5 0 0,75-19 536 0 0,-83 24-645 0 0,-16 28 69 0 0,12-22-69 0 0,0 1 0 0 0,0-1 0 0 0,1 1 0 0 0,1 0 1 0 0,0 0-1 0 0,0 0 0 0 0,1 1 0 0 0,-2 16 0 0 0,4-19-161 0 0,0-1 0 0 0,0 1-1 0 0,1 0 1 0 0,0-1-1 0 0,1 1 1 0 0,0 0-1 0 0,0-1 1 0 0,0 1-1 0 0,2-1 1 0 0,-1 1-1 0 0,1-1 1 0 0,4 10 0 0 0,-4-15-122 0 0,-1 0 1 0 0,1 0-1 0 0,0 0 0 0 0,0 0 1 0 0,0 0-1 0 0,0-1 1 0 0,0 1-1 0 0,1-1 1 0 0,-1 0-1 0 0,1 0 1 0 0,0 0-1 0 0,0-1 1 0 0,7 3-1 0 0,-8-3 39 0 0,-1 0-2 0 0,-1 0-1 0 0,1 0 1 0 0,0-1 0 0 0,0 1-1 0 0,0 0 1 0 0,0-1 0 0 0,-1 1 0 0 0,1-1-1 0 0,0 0 1 0 0,0 0 0 0 0,0 0 0 0 0,0 0-1 0 0,0 0 1 0 0,2 0 0 0 0,3-1-829 0 0,-1 2-3857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90 2844 0 0,'0'-1'117'0'0,"-1"0"0"0"0,1-1 0 0 0,0 1-1 0 0,-1 0 1 0 0,1 0 0 0 0,0 0 0 0 0,0-1-1 0 0,0 1 1 0 0,0 0 0 0 0,0 0 0 0 0,0-1-1 0 0,0 1 1 0 0,0 0 0 0 0,1 0 0 0 0,-1-1-1 0 0,0 1 1 0 0,2-2 0 0 0,7 22 3320 0 0,8 32-1547 0 0,-3 9-910 0 0,7 69-1 0 0,-20-124-808 0 0,-1 1 17 0 0,0 17 19 0 0,0-17 255 0 0,-1-1-229 0 0,-2 22 815 0 0,2-26-1010 0 0,1-1-1 0 0,-1 1 1 0 0,0 0-1 0 0,0 0 1 0 0,0-1-1 0 0,0 1 1 0 0,1 0-1 0 0,-1-1 1 0 0,0 1-1 0 0,0-1 1 0 0,0 1-1 0 0,0-1 1 0 0,0 1-1 0 0,-1-1 1 0 0,1 0-1 0 0,0 1 1 0 0,0-1-1 0 0,0 0 1 0 0,-2 0-1 0 0,-1-5-19 0 0,0 0-1 0 0,0 0 1 0 0,1 0-1 0 0,0-1 0 0 0,0 1 1 0 0,0-1-1 0 0,1 0 1 0 0,-1 0-1 0 0,1 0 0 0 0,1 0 1 0 0,-1 0-1 0 0,1-1 1 0 0,0 1-1 0 0,1 0 1 0 0,-1-1-1 0 0,1 1 0 0 0,1-10 1 0 0,2-27 0 0 0,0 34-18 0 0,0 2 0 0 0,0-4-4 0 0,-3 9 3 0 0,0 0 1 0 0,1 0-1 0 0,-1 0 1 0 0,1 0-1 0 0,0 0 1 0 0,0 0-1 0 0,0 0 1 0 0,0 0-1 0 0,0 0 1 0 0,0 0-1 0 0,0 1 1 0 0,1-1-1 0 0,1-2 1 0 0,4-4-2 0 0,14-17 15 0 0,-13 18-12 0 0,0 1 1 0 0,1 0 0 0 0,-1 0-1 0 0,18-8 1 0 0,-21 12-20 0 0,0 1 0 0 0,0-1 1 0 0,0 1-1 0 0,0 0 0 0 0,0 1 0 0 0,0-1 1 0 0,0 1-1 0 0,0 0 0 0 0,0 0 1 0 0,5 1-1 0 0,-2 0 14 0 0,0-1 3 0 0,-1 1 1 0 0,0 1-1 0 0,1-1 1 0 0,-1 1-1 0 0,0 1 0 0 0,0-1 1 0 0,10 5-1 0 0,-12-4-1 0 0,3 1 0 0 0,-1 0 0 0 0,1 0 0 0 0,-1 1 0 0 0,0 0 0 0 0,8 7 0 0 0,-9-7-6 0 0,-2-2 6 0 0,-1 0 0 0 0,0 1 0 0 0,1-1 0 0 0,-2 1-1 0 0,1-1 1 0 0,0 1 0 0 0,-1 0 0 0 0,3 6 0 0 0,-3-6-5 0 0,0-1 9 0 0,-1 2 34 0 0,5 14-36 0 0,-4-15 0 0 0,-2 1 6 0 0,1 14 8 0 0,0-14 68 0 0,-12 11-44 0 0,9-12-2 0 0,2-5-41 0 0,0 1 6 0 0,0 0 0 0 0,0-1 0 0 0,0 1 0 0 0,0-1-1 0 0,0 1 1 0 0,0 0 0 0 0,0-1 0 0 0,0 1 0 0 0,0 0-1 0 0,0-1 1 0 0,-1 1 0 0 0,1 0 0 0 0,0-1 0 0 0,0 1 0 0 0,0 0-1 0 0,0 0 1 0 0,-1-1 0 0 0,1 1 0 0 0,0 0 0 0 0,0-1-1 0 0,-1 1 1 0 0,1 0 0 0 0,0 0 0 0 0,-1 0 0 0 0,1-1 0 0 0,0 1-1 0 0,0 0 1 0 0,-1 0 0 0 0,0 0 0 0 0,0-1 0 0 0,1 1 0 0 0,-1 0 0 0 0,0-1-1 0 0,1 1 1 0 0,-1-1 0 0 0,1 1 0 0 0,-1-1 0 0 0,0 1 0 0 0,1-1 0 0 0,-1 1 0 0 0,1-1 0 0 0,-1 0 0 0 0,1 1-1 0 0,0-1 1 0 0,-1 0 0 0 0,1 1 0 0 0,0-1 0 0 0,-1 0 0 0 0,1 1 0 0 0,0-1 0 0 0,0 0 0 0 0,0 0 0 0 0,-1 1 0 0 0,1-3-1 0 0,-1-8 2 0 0,0-1 0 0 0,1 0 1 0 0,0 0-1 0 0,1 1 0 0 0,0-1 0 0 0,1 0 0 0 0,1 1 0 0 0,-1-1 0 0 0,2 1 0 0 0,0 0 0 0 0,0 0 0 0 0,1 0 0 0 0,0 1 0 0 0,1-1 0 0 0,0 1 0 0 0,0 1 0 0 0,1-1 0 0 0,1 1 0 0 0,-1 0 0 0 0,2 1 0 0 0,9-9 0 0 0,-12 13 1 0 0,0 1 0 0 0,0-1 1 0 0,0 1-1 0 0,0 1 0 0 0,1-1 0 0 0,0 1 0 0 0,-1 0 1 0 0,11-1-1 0 0,-16 2-6 0 0,1 1 1 0 0,0-1 0 0 0,0 1 0 0 0,0 0-1 0 0,0 0 1 0 0,-1 0 0 0 0,1 0-1 0 0,0 0 1 0 0,0 0 0 0 0,0 0 0 0 0,0 1-1 0 0,0-1 1 0 0,-1 1 0 0 0,3 0-1 0 0,2 1-2 0 0,-4-2 7 0 0,1 0-1 0 0,-1 1 1 0 0,0-1-1 0 0,1 1 0 0 0,-1 0 1 0 0,0-1-1 0 0,0 1 0 0 0,0 0 1 0 0,1 0-1 0 0,-1 1 0 0 0,0-1 1 0 0,0 0-1 0 0,-1 1 0 0 0,4 1 1 0 0,2 3 3 0 0,1 0 7 0 0,-1 0 0 0 0,1 0 1 0 0,-1 0-1 0 0,0 1 0 0 0,0 0 1 0 0,-1 1-1 0 0,0 0 0 0 0,0-1 1 0 0,-1 2-1 0 0,0-1 0 0 0,0 1 1 0 0,-1 0-1 0 0,0-1 0 0 0,-1 2 1 0 0,4 14-1 0 0,-3-4-414 0 0,0 0-1 0 0,-2 0 1 0 0,0 1-1 0 0,-1-1 1 0 0,-1 1 0 0 0,-3 21-1 0 0,2-36-342 0 0,1 0-93 0 0,-1 20-146 0 0,0-20-257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244 12 2632 0 0,'0'0'2806'0'0,"4"-2"-1675"0"0,14-7 1604 0 0,-15 10-2561 0 0,-1 1 1 0 0,1 1 0 0 0,0-1 0 0 0,-1 0 0 0 0,1 0 0 0 0,-1 1-1 0 0,0 0 1 0 0,0-1 0 0 0,0 1 0 0 0,0 0 0 0 0,0 0 0 0 0,-1 0 0 0 0,1 0-1 0 0,-1 0 1 0 0,0 0 0 0 0,0 1 0 0 0,0-1 0 0 0,1 5 0 0 0,0 8 33 0 0,0 0 0 0 0,0 25 1 0 0,-1-25 51 0 0,-2 0-211 0 0,0-1 1 0 0,-1 1-1 0 0,0 0 1 0 0,-1 0 0 0 0,-1-1-1 0 0,-1 0 1 0 0,0 0-1 0 0,-1 0 1 0 0,-11 21 0 0 0,7-20-10 0 0,-1 1 0 0 0,-1-2 0 0 0,0 1 0 0 0,-1-2 0 0 0,-1 0 1 0 0,0 0-1 0 0,-24 17 0 0 0,33-28-41 0 0,0 0 0 0 0,0 0-1 0 0,0 0 1 0 0,0-1 0 0 0,0 0 0 0 0,0 0-1 0 0,-1-1 1 0 0,-5 2 0 0 0,5-2 17 0 0,1 0-20 0 0,-23-4-42 0 0,27 3 44 0 0,0 0 0 0 0,-1 0 0 0 0,1 0 0 0 0,0 0 0 0 0,-1 0 0 0 0,1-1 0 0 0,0 1 0 0 0,0-1 0 0 0,0 1 0 0 0,-1-1 0 0 0,1 1 0 0 0,0-1 1 0 0,0 0-1 0 0,0 1 0 0 0,0-1 0 0 0,0 0 0 0 0,0 0 0 0 0,0 0 0 0 0,0 0 0 0 0,0 0 0 0 0,1 0 0 0 0,-1 0 0 0 0,-1-2 0 0 0,1 2-7 0 0,-17-26-21 0 0,17 20 25 0 0,1 2 1 0 0,-1-5 17 0 0,2-29-5 0 0,1 31-7 0 0,1 3 0 0 0,-1-5-4 0 0,-2 8 3 0 0,1 1-1 0 0,-1-1 1 0 0,0 0 0 0 0,1 1-1 0 0,0-1 1 0 0,-1 1-1 0 0,1-1 1 0 0,0 1 0 0 0,0-1-1 0 0,0 1 1 0 0,0-1 0 0 0,0 1-1 0 0,0 0 1 0 0,0 0-1 0 0,2-2 1 0 0,-2 1 1 0 0,1 0 1 0 0,-1 0-1 0 0,0 1 0 0 0,0-1 0 0 0,1 1 1 0 0,-1-1-1 0 0,1 1 0 0 0,-1-1 1 0 0,1 1-1 0 0,-1 0 0 0 0,1 0 0 0 0,0 0 1 0 0,0 0-1 0 0,0 0 0 0 0,0 0 1 0 0,3-1-1 0 0,2-4-11 0 0,-1 5 24 0 0,1 1-14 0 0,0 0 0 0 0,0 0 0 0 0,1 0 0 0 0,-1 1 0 0 0,0 0 0 0 0,0 1 1 0 0,0 0-1 0 0,0 0 0 0 0,0 0 0 0 0,11 6 0 0 0,-1 2 3 0 0,1 0 0 0 0,-2 1 0 0 0,20 17 0 0 0,95 93-967 0 0,-74-66-1591 0 0,-53-51 1659 0 0,-3-3 726 0 0,1 1 0 0 0,-1-1 0 0 0,1 1-1 0 0,0-1 1 0 0,-1 0 0 0 0,1 0-1 0 0,0 0 1 0 0,0 0 0 0 0,-1 0-1 0 0,3 1 1 0 0,13 5-3043 0 0,12 7-1487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87 3268 0 0,'0'0'8401'0'0,"6"-1"-7927"0"0,254-29 1498 0 0,-218 26-1788 0 0,-23 3-252 0 0,185-19 599 0 0,-74 0-3564 0 0,-126 20 1854 0 0,0-2-356 0 0,0 0 991 0 0,4-2-41 0 0,-1 2-2631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0 2352 0 0,'0'0'3466'0'0,"-3"3"-2661"0"0,0 1-525 0 0,1 0-1 0 0,0 0 0 0 0,0 0 0 0 0,0 0 1 0 0,0 0-1 0 0,1 0 0 0 0,-1 1 0 0 0,1-1 1 0 0,0 1-1 0 0,1-1 0 0 0,-1 0 1 0 0,1 1-1 0 0,0-1 0 0 0,0 9 0 0 0,1-8-53 0 0,-1-3-192 0 0,1 0 0 0 0,-1 0 1 0 0,1 0-1 0 0,0-1 0 0 0,0 1 1 0 0,0 0-1 0 0,0-1 0 0 0,0 1 0 0 0,0-1 1 0 0,3 3-1 0 0,-1 0 18 0 0,0-1-1 0 0,0 0 1 0 0,1 0 0 0 0,-1 0 0 0 0,1-1-1 0 0,0 1 1 0 0,0-1 0 0 0,0 0-1 0 0,0 0 1 0 0,0 0 0 0 0,1 0-1 0 0,-1-1 1 0 0,0 0 0 0 0,1 0-1 0 0,-1 0 1 0 0,9 1 0 0 0,3-1 27 0 0,1-1 0 0 0,-1 0 1 0 0,32-5-1 0 0,0-6 199 0 0,-44 10-123 0 0,1 0 16 0 0,15-5-3 0 0,-15 5 191 0 0,-1 0-248 0 0,-3 0-95 0 0,0 1 0 0 0,0-1 0 0 0,-1 1 0 0 0,1 0 0 0 0,0 0 0 0 0,0 0 0 0 0,0-1 0 0 0,-1 1 0 0 0,1 0 0 0 0,0 0 0 0 0,0 0 0 0 0,0 0 0 0 0,-1 0 0 0 0,1 0 0 0 0,0 0 0 0 0,0 1-1 0 0,-1-1 1 0 0,3 1 0 0 0,-3 0-6 0 0,-1 1 0 0 0,1-1-1 0 0,0 1 1 0 0,-1 0 0 0 0,1-1-1 0 0,0 1 1 0 0,-1-1 0 0 0,0 1 0 0 0,1-1-1 0 0,-1 1 1 0 0,0-1 0 0 0,0 0-1 0 0,0 1 1 0 0,0-1 0 0 0,-1 2-1 0 0,-21 33 41 0 0,-27 59-1 0 0,41-75-383 0 0,1 0 0 0 0,1 1 0 0 0,1 0-1 0 0,-6 37 1 0 0,9-42-1043 0 0,3-14 1186 0 0,-1 0 0 0 0,1 0 0 0 0,0 0 0 0 0,0 0 0 0 0,0 0 0 0 0,0 0 0 0 0,0 0 0 0 0,1 0 0 0 0,-1 0 0 0 0,1 0 0 0 0,-1 0 0 0 0,1 0 0 0 0,-1-1 0 0 0,1 1 0 0 0,2 2 0 0 0,5 19-2847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3948 0 0,'0'0'7175'0'0,"0"5"-6687"0"0,1 16-63 0 0,-1-16-70 0 0,1 2-63 0 0,28 193-330 0 0,-28-195-562 0 0,-1 1-259 0 0,-1 7 682 0 0,-4 31-6480 0 0,3-39 2345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1 137 2172 0 0,'30'-66'2398'0'0,"-29"65"-2297"0"0,0-1-22 0 0,0 0 0 0 0,0 0 1 0 0,0 0-1 0 0,0 0 0 0 0,0 0 1 0 0,1 0-1 0 0,-1 0 0 0 0,1 1 1 0 0,-1-1-1 0 0,1 1 0 0 0,0-1 1 0 0,0 1-1 0 0,-1-1 0 0 0,5-1 1 0 0,5-4 520 0 0,49-20 682 0 0,-50 24-1126 0 0,1 1 0 0 0,0 1 0 0 0,0 0 0 0 0,0 1 0 0 0,0 0 0 0 0,0 0-1 0 0,0 2 1 0 0,-1-1 0 0 0,1 1 0 0 0,0 0 0 0 0,-1 1 0 0 0,13 5 0 0 0,-8-2-76 0 0,-1 0 1 0 0,1 0 0 0 0,-1 2-1 0 0,0 0 1 0 0,0 0 0 0 0,-1 1 0 0 0,0 1-1 0 0,-1 0 1 0 0,0 1 0 0 0,-1 1-1 0 0,0-1 1 0 0,-1 2 0 0 0,0-1 0 0 0,0 1-1 0 0,8 18 1 0 0,-15-23-51 0 0,0 0 0 0 0,-1 0-1 0 0,0 0 1 0 0,-1 0 0 0 0,1 1 0 0 0,-2-1 0 0 0,1 14-1 0 0,-1-16-21 0 0,0 2 3 0 0,-1 0 0 0 0,1 0 0 0 0,-2-1 1 0 0,1 1-1 0 0,-1 0 0 0 0,0 0 0 0 0,-1 0 0 0 0,0-1 0 0 0,0 0 1 0 0,-5 10-1 0 0,-1-3 7 0 0,1-1-1 0 0,-2 0 1 0 0,-18 20 0 0 0,9-14 21 0 0,0 0 0 0 0,-2-2 0 0 0,0 0 1 0 0,-1-1-1 0 0,0-2 0 0 0,-1 0 0 0 0,-1-1 0 0 0,0-2 0 0 0,-44 15 0 0 0,57-22-15 0 0,10-3-23 0 0,-1-1 1 0 0,0 1 0 0 0,0-1 0 0 0,1 1 0 0 0,-1-1 0 0 0,0 0 0 0 0,0 1 0 0 0,0-1 0 0 0,0 0 0 0 0,1 0 0 0 0,-1 0-1 0 0,-3-1 1 0 0,-8-1-7 0 0,12 2-1 0 0,-38-8-23 0 0,36 8 8 0 0,1-1 0 0 0,0 0 0 0 0,0 0 0 0 0,0 0 0 0 0,0 0 0 0 0,1 0 0 0 0,-1 0-1 0 0,0 0 1 0 0,0-1 0 0 0,1 1 0 0 0,-1-1 0 0 0,1 1 0 0 0,-1-1 0 0 0,1 1 0 0 0,-1-1 0 0 0,1 0 0 0 0,0 0 0 0 0,0 0 0 0 0,0 0 0 0 0,0 0 0 0 0,0-2 0 0 0,0 2-26 0 0,0-2-87 0 0,0 0 0 0 0,0-1 1 0 0,0 1-1 0 0,1-1 0 0 0,0 1 0 0 0,0-1 1 0 0,0 1-1 0 0,0-1 0 0 0,1 1 0 0 0,-1-1 1 0 0,1 1-1 0 0,0-1 0 0 0,3-6 1 0 0,2-3-801 0 0,1-1 0 0 0,0 1 0 0 0,2 0 1 0 0,-1 1-1 0 0,18-21 0 0 0,-5 13-2941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 16 3852 0 0,'0'0'1350'0'0,"-2"-4"-235"0"0,-1-3-1934 0 0,-2 2 3885 0 0,4 5-2866 0 0,1 1 1 0 0,-1-1 0 0 0,1 0-1 0 0,-1 0 1 0 0,0 1-1 0 0,1-1 1 0 0,-1 0-1 0 0,1 1 1 0 0,-1-1 0 0 0,1 0-1 0 0,-1 1 1 0 0,1-1-1 0 0,-1 1 1 0 0,1-1 0 0 0,-1 1-1 0 0,1-1 1 0 0,0 1-1 0 0,-1-1 1 0 0,1 1-1 0 0,0 0 1 0 0,0-1 0 0 0,-1 2-1 0 0,1-1-165 0 0,-1 0 0 0 0,1 0 0 0 0,-1 0 0 0 0,1 1 0 0 0,0-1 0 0 0,-1 0 0 0 0,1 1 0 0 0,0-1-1 0 0,0 0 1 0 0,0 0 0 0 0,0 1 0 0 0,0-1 0 0 0,0 0 0 0 0,1 1 0 0 0,-1-1 0 0 0,0 0 0 0 0,1 0 0 0 0,-1 1 0 0 0,2 1 0 0 0,-2-2 47 0 0,22 132 1052 0 0,6-7-1392 0 0,-13-66-1327 0 0,5 1-5752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155 0 3572 0 0,'0'0'7238'0'0,"2"4"-6626"0"0,8 13-102 0 0,-8-13-83 0 0,-1 2-84 0 0,1 13-146 0 0,-2-1 0 0 0,1 1-1 0 0,-5 26 1 0 0,1-32-425 0 0,-1-1 1 0 0,0 0-1 0 0,-1 0 0 0 0,0 0 0 0 0,0 0 0 0 0,-2-1 0 0 0,-14 21 0 0 0,0-5-2902 0 0,-41 38-1 0 0,30-35-2234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23 4276 0 0,'-1'-5'1707'0'0,"-3"-13"680"0"0,1 28 2417 0 0,2 22-828 0 0,4-9-5241 0 0,43 165 1241 0 0,-38-159-1070 0 0,-6-24 333 0 0,-1 0-128 0 0,2 19-208 0 0,-2-18-313 0 0,3 25-9160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0 138 2608 0 0,'3'-7'293'0'0,"0"0"-1"0"0,0 1 0 0 0,1 0 1 0 0,0 0-1 0 0,0 0 0 0 0,0 0 1 0 0,0 1-1 0 0,1-1 0 0 0,0 1 1 0 0,1 0-1 0 0,10-7 1 0 0,-6 4-56 0 0,1 2 1 0 0,0 0-1 0 0,1 0 1 0 0,0 1-1 0 0,-1 0 1 0 0,14-3-1 0 0,-9 4-69 0 0,0 0-1 0 0,0 1 1 0 0,0 1-1 0 0,0 0 1 0 0,0 1-1 0 0,1 1 1 0 0,-1 0-1 0 0,0 1 1 0 0,1 1-1 0 0,-1 1 1 0 0,0 0-1 0 0,0 1 0 0 0,-1 1 1 0 0,1 0-1 0 0,-1 1 1 0 0,28 15-1 0 0,-29-12-132 0 0,0 0-1 0 0,0 1 1 0 0,-1 0-1 0 0,0 1 1 0 0,-1 0-1 0 0,0 1 1 0 0,-1 1-1 0 0,0 0 0 0 0,-1 0 1 0 0,0 1-1 0 0,-1 0 1 0 0,-1 1-1 0 0,0 0 1 0 0,-1 0-1 0 0,-1 1 1 0 0,0-1-1 0 0,-1 1 1 0 0,5 32-1 0 0,-9-37-17 0 0,-1 0-1 0 0,0 0 1 0 0,-1 0 0 0 0,0 0-1 0 0,0-1 1 0 0,-1 1 0 0 0,-1 0-1 0 0,0 0 1 0 0,0-1 0 0 0,-1 0-1 0 0,0 1 1 0 0,-1-2 0 0 0,-1 1-1 0 0,-9 14 1 0 0,1-5 10 0 0,-1 0-1 0 0,0-2 1 0 0,-1 0-1 0 0,-1 0 1 0 0,-29 20-1 0 0,28-25-15 0 0,-2-1 0 0 0,1 0 0 0 0,-1-1 0 0 0,-1-2 0 0 0,0 0 0 0 0,0-1 0 0 0,-32 6 0 0 0,39-9-91 0 0,11-3 67 0 0,0-1-1 0 0,1 1 1 0 0,-1-1 0 0 0,0 1-1 0 0,0-1 1 0 0,0 0-1 0 0,0 0 1 0 0,0 0 0 0 0,1-1-1 0 0,-6 0 1 0 0,-1 0-87 0 0,0 0-56 0 0,1 0 0 0 0,0-1 0 0 0,-1 0-1 0 0,1 0 1 0 0,0-1 0 0 0,0 0 0 0 0,1 0 0 0 0,-10-5-1 0 0,13 5-118 0 0,0 0-1 0 0,1 0 1 0 0,-1 0 0 0 0,1 0-1 0 0,-1 0 1 0 0,1-1-1 0 0,0 0 1 0 0,0 0-1 0 0,1 0 1 0 0,-1 0-1 0 0,1 0 1 0 0,0 0-1 0 0,0 0 1 0 0,0-1-1 0 0,-1-4 1 0 0,2-2-1803 0 0,3-15-1442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92 142 3032 0 0,'0'0'2760'0'0,"1"-5"-1716"0"0,3-17-103 0 0,-3 16-202 0 0,1 1-111 0 0,5-7-183 0 0,1 1 1 0 0,0 0-1 0 0,1 0 1 0 0,0 0-1 0 0,19-15 1 0 0,-25 23-242 0 0,-2 3-195 0 0,-1 0 0 0 0,1 0-1 0 0,0 0 1 0 0,-1 0 0 0 0,1 0 0 0 0,-1 0-1 0 0,1 0 1 0 0,-1 0 0 0 0,1 0 0 0 0,-1-1-1 0 0,1 1 1 0 0,-1 0 0 0 0,1 0 0 0 0,-1-1-1 0 0,1 1 1 0 0,-1 0 0 0 0,1 0 0 0 0,-1-1-1 0 0,1 1 1 0 0,-1-1 0 0 0,0 1-1 0 0,1 0 1 0 0,-1-1 0 0 0,0 1 0 0 0,1-1-1 0 0,-1 0 1 0 0,1 0 4 0 0,-1 1 0 0 0,1-1 0 0 0,0 0 0 0 0,-1 0 0 0 0,1 1-1 0 0,-1-1 1 0 0,1 1 0 0 0,0-1 0 0 0,0 0 0 0 0,-1 1 0 0 0,1-1 0 0 0,0 1 0 0 0,0 0-1 0 0,0-1 1 0 0,0 1 0 0 0,-1 0 0 0 0,1-1 0 0 0,0 1 0 0 0,0 0 0 0 0,0 0 0 0 0,0 0 0 0 0,0 0-1 0 0,0 0 1 0 0,1 0 0 0 0,19-1 57 0 0,-15 1-29 0 0,-3 2-51 0 0,-1-1 14 0 0,0 1 0 0 0,0-1-1 0 0,-1 1 1 0 0,1-1-1 0 0,0 1 1 0 0,-1 0 0 0 0,1 0-1 0 0,-1 0 1 0 0,0 0-1 0 0,1 0 1 0 0,-1 0 0 0 0,0 0-1 0 0,0 0 1 0 0,0 0-1 0 0,-1 0 1 0 0,1 0 0 0 0,0 1-1 0 0,-1-1 1 0 0,1 0-1 0 0,-1 1 1 0 0,0-1 0 0 0,0 4-1 0 0,-3 13 25 0 0,0-1 0 0 0,-2 1-1 0 0,0-1 1 0 0,-1 1 0 0 0,-1-2-1 0 0,0 1 1 0 0,-13 20 0 0 0,18-34 15 0 0,1-2-36 0 0,1-1 0 0 0,-1 1 0 0 0,0-1 0 0 0,1 0 0 0 0,-1 1 0 0 0,0-1 0 0 0,0 0 0 0 0,0 1 0 0 0,0-1 0 0 0,0 0 0 0 0,0 0 0 0 0,-2 2 0 0 0,2-2 5 0 0,-1 3 152 0 0,-1-1-23 0 0,3-3-130 0 0,0 1 1 0 0,-1-1-1 0 0,1 0 1 0 0,0 1-1 0 0,-1-1 1 0 0,1 0-1 0 0,0 1 0 0 0,0-1 1 0 0,-1 1-1 0 0,1-1 1 0 0,0 1-1 0 0,0-1 1 0 0,0 0-1 0 0,0 1 0 0 0,0-1 1 0 0,-1 1-1 0 0,1-1 1 0 0,0 1-1 0 0,0-1 1 0 0,0 1-1 0 0,0-1 1 0 0,0 1-1 0 0,0-1 0 0 0,1 1 1 0 0,-1-1-1 0 0,0 1 1 0 0,0-1-1 0 0,0 1 1 0 0,0-1-1 0 0,0 0 1 0 0,1 1-1 0 0,-1-1 0 0 0,0 1 1 0 0,1-1-1 0 0,15 4 266 0 0,-13-4-333 0 0,3 1 189 0 0,0-2-184 0 0,50 0 23 0 0,-51 1 46 0 0,1 2-22 0 0,17 3 46 0 0,-18-3 117 0 0,0 0-163 0 0,38 27-191 0 0,-39-25 171 0 0,-2 1 13 0 0,8 15 27 0 0,-8-15 19 0 0,-1 0 14 0 0,-1 0-19 0 0,0 0-1 0 0,0 1 1 0 0,-1-1 0 0 0,1 0-1 0 0,-1 1 1 0 0,0-1 0 0 0,0 0-1 0 0,-1 0 1 0 0,0 1 0 0 0,0-1 0 0 0,0-1-1 0 0,0 1 1 0 0,-1 0 0 0 0,0 0-1 0 0,-4 5 1 0 0,1-3-7 0 0,0 0 0 0 0,0-1 0 0 0,-1 1 0 0 0,1-1 0 0 0,-1-1-1 0 0,-1 1 1 0 0,1-1 0 0 0,-1-1 0 0 0,-16 8 0 0 0,-45 13 44 0 0,52-19-36 0 0,-1-2 7 0 0,-5 0-65 0 0,15-3-169 0 0,0 0-1 0 0,0 0 1 0 0,0-1-1 0 0,0 0 0 0 0,0-1 1 0 0,0 1-1 0 0,0-1 1 0 0,1-1-1 0 0,-1 0 0 0 0,0 0 1 0 0,0 0-1 0 0,1-1 1 0 0,-12-6-1 0 0,15 7-693 0 0,4 1 789 0 0,0 0 0 0 0,0 0 0 0 0,0 0 0 0 0,0 0 0 0 0,0 0 0 0 0,0 1 0 0 0,0-1 0 0 0,-1 0 0 0 0,1 0 0 0 0,0 0 0 0 0,-1 1 0 0 0,1-1 0 0 0,-1 0 0 0 0,1 0 0 0 0,-1 1 0 0 0,1-1 0 0 0,-1 0 0 0 0,0 0-75 0 0,0 0 0 0 0,1 0 0 0 0,-1 1 0 0 0,1-1 0 0 0,-1 0 0 0 0,1 0 0 0 0,0 0 0 0 0,-1 0 0 0 0,1 0 0 0 0,0 0 0 0 0,0 1 0 0 0,-1-1 0 0 0,1 0 0 0 0,0 0 0 0 0,0 0 0 0 0,0 0 0 0 0,0 0 0 0 0,0 0 0 0 0,0 0 0 0 0,0 0 0 0 0,1 0 0 0 0,-1 0 0 0 0,1-1-1 0 0,3-20-5103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1 3832 0 0,'0'0'4393'0'0,"-7"28"-3141"0"0,3 9-1108 0 0,1-9-384 0 0,-8 12-1072 0 0,-3-15 36 0 0,0 2-921 0 0,-4 6-2359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4060 0 0,'0'0'1541'0'0,"1"6"-242"0"0,14 49 1475 0 0,50 148-320 0 0,-22-77-4182 0 0,-39-113 1308 0 0,2 13-1936 0 0,-5-21 989 0 0,1-1-935 0 0,5 18-1613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7 156 3480 0 0,'-1'-6'1120'0'0,"-4"-18"-156"0"0,4 19-227 0 0,3-1-134 0 0,-2 2-506 0 0,1 0-19 0 0,0 1 0 0 0,0-1 0 0 0,0 1 0 0 0,0-1 0 0 0,0 1 0 0 0,0 0-1 0 0,1 0 1 0 0,0-1 0 0 0,0 1 0 0 0,0 0 0 0 0,0 1 0 0 0,0-1 0 0 0,0 0 0 0 0,1 1 0 0 0,-1-1 0 0 0,7-3 0 0 0,0-1 49 0 0,1 0 0 0 0,0 1 0 0 0,0 1 0 0 0,0 0 0 0 0,1 0 1 0 0,0 1-1 0 0,0 0 0 0 0,0 1 0 0 0,1 0 0 0 0,-1 1 0 0 0,20-2 0 0 0,-11 4 6 0 0,-1 1 0 0 0,1 1 1 0 0,0 0-1 0 0,0 2 0 0 0,-1 0 0 0 0,1 1 0 0 0,-1 1 1 0 0,35 16-1 0 0,-43-17-80 0 0,-1 0-1 0 0,-1 1 1 0 0,1 0 0 0 0,-1 0 0 0 0,0 1 0 0 0,-1 1-1 0 0,1-1 1 0 0,-1 1 0 0 0,-1 1 0 0 0,0-1 0 0 0,0 1 0 0 0,0 1-1 0 0,-1-1 1 0 0,-1 1 0 0 0,0 0 0 0 0,0 0 0 0 0,6 19-1 0 0,-11-26-44 0 0,1-1 0 0 0,0 1 0 0 0,-1 0 0 0 0,0 0 0 0 0,1 0 0 0 0,-1 0 0 0 0,0 0 0 0 0,0 0 0 0 0,-1-1 0 0 0,1 1 0 0 0,-1 0 0 0 0,-1 4 0 0 0,0 4 10 0 0,-1 0-4 0 0,1 0 1 0 0,-1-1-1 0 0,-1 1 1 0 0,0 0-1 0 0,-1-1 1 0 0,0 0-1 0 0,0 0 1 0 0,-1-1-1 0 0,0 1 1 0 0,-1-1-1 0 0,0-1 1 0 0,-13 13-1 0 0,0-1 22 0 0,-1-2 0 0 0,-1 0 0 0 0,-40 23 0 0 0,48-32-222 0 0,0-1-1 0 0,0-1 1 0 0,-1 0-1 0 0,0-1 1 0 0,-1-1-1 0 0,1 0 1 0 0,-30 5-1 0 0,40-9-439 0 0,-2-3-246 0 0,-19-3-301 0 0,25 5 1036 0 0,0-1-1 0 0,0 1 1 0 0,0 0-1 0 0,0 0 1 0 0,0 0-1 0 0,0-1 0 0 0,0 1 1 0 0,0-1-1 0 0,0 1 1 0 0,0 0-1 0 0,1-1 1 0 0,-1 0-1 0 0,0 1 0 0 0,0-1 1 0 0,0 1-1 0 0,1-1 1 0 0,-1 0-1 0 0,0 0 1 0 0,1 0-1 0 0,-1 1 0 0 0,0-1 1 0 0,0-1-1 0 0,0-1-663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211 1 3360 0 0,'0'0'2686'0'0,"-2"5"-1698"0"0,-15 31 51 0 0,-2-1 1 0 0,-1-1-1 0 0,-47 59 1 0 0,-8 15 518 0 0,72-104-1345 0 0,4-4-204 0 0,-1 1 0 0 0,0-1 0 0 0,0 1 1 0 0,0-1-1 0 0,0 1 0 0 0,0-1 0 0 0,0 1 1 0 0,0-1-1 0 0,0 1 0 0 0,0-1 0 0 0,0 1 1 0 0,0-1-1 0 0,0 1 0 0 0,-1-1 0 0 0,1 0 1 0 0,0 1-1 0 0,0-1 0 0 0,0 1 0 0 0,-1-1 1 0 0,1 1-1 0 0,0-1 0 0 0,0 0 0 0 0,-1 1 1 0 0,1-1-1 0 0,-1 1 0 0 0,1-1 0 0 0,-1 1-1 0 0,1-1 1 0 0,0 1 0 0 0,-1-1-1 0 0,1 0 1 0 0,0 1 0 0 0,-1-1-1 0 0,1 1 1 0 0,0-1 0 0 0,0 1-1 0 0,-1-1 1 0 0,1 1 0 0 0,0-1-1 0 0,0 1 1 0 0,0-1 0 0 0,0 1-1 0 0,0-1 1 0 0,0 1 0 0 0,0-1-1 0 0,0 1 1 0 0,0 0-1 0 0,0-1 1 0 0,0 1 0 0 0,0-1-1 0 0,0 1 1 0 0,0-1 0 0 0,0 1-1 0 0,0-1 1 0 0,1 1 0 0 0,-1-1-1 0 0,0 1 1 0 0,0-1 0 0 0,1 1-1 0 0,0 0 1 0 0,0 1 13 0 0,0-1 0 0 0,1 1 0 0 0,-1 0 0 0 0,1-1 0 0 0,0 1 0 0 0,-1-1 0 0 0,1 1 0 0 0,0-1 0 0 0,0 0 0 0 0,0 0 0 0 0,0 0 0 0 0,0 0 0 0 0,0 0 0 0 0,0 0 0 0 0,0-1 0 0 0,1 1 0 0 0,-1-1 0 0 0,0 1 0 0 0,0-1 0 0 0,0 0 0 0 0,4 0 0 0 0,27 0-343 0 0,0-1 0 0 0,0-2 0 0 0,0-1 1 0 0,-1-2-1 0 0,1-1 0 0 0,-1-2 0 0 0,-1-1 0 0 0,57-26 0 0 0,-83 34-401 0 0,-3 1 555 0 0,1 0-1 0 0,-1 0 1 0 0,0 0 0 0 0,0 0-1 0 0,0 0 1 0 0,-1 0 0 0 0,1-1-1 0 0,0 1 1 0 0,0-1 0 0 0,2-2-1 0 0,6-7-3169 0 0,7-6-1825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80 1 4072 0 0,'0'0'1318'0'0,"-6"0"-183"0"0,-17 0-86 0 0,17 0-16 0 0,2 2-108 0 0,1 1-702 0 0,0-1-1 0 0,0 1 0 0 0,0 0 1 0 0,1-1-1 0 0,-1 1 0 0 0,1 0 1 0 0,0 1-1 0 0,-1-1 0 0 0,1 0 1 0 0,1 1-1 0 0,-1-1 1 0 0,-2 7-1 0 0,2-2-1 0 0,0 0 1 0 0,1 0-1 0 0,-1 0 0 0 0,2 0 1 0 0,-1 0-1 0 0,2 14 1 0 0,4 28 124 0 0,2-1 1 0 0,22 79-1 0 0,43 102-2664 0 0,-56-183 586 0 0,1-8-3484 0 0,-14-32-490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 1 3388 0 0,'0'0'6920'0'0,"-3"2"-6432"0"0,-10 10-114 0 0,9-10-61 0 0,3 4-52 0 0,-17 92-278 0 0,1 1-6406 0 0,11-70 1159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2 3260 0 0,'0'0'10760'0'0,"-5"0"-10554"0"0,-1 0-80 0 0,-3-1-30 0 0,-1 1 2824 0 0,11 5-2792 0 0,9 55 414 0 0,-4-32-429 0 0,1-1 0 0 0,11 29-1 0 0,-8-25-309 0 0,8 37 0 0 0,-11-26-1551 0 0,-2 7-7220 0 0,-21-34 1742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18 136 3244 0 0,'-15'-50'3411'0'0,"14"45"-2878"0"0,0 0-92 0 0,1 2-378 0 0,0 1-1 0 0,0-1 0 0 0,0 1 1 0 0,0-1-1 0 0,0 1 0 0 0,0-1 1 0 0,1 0-1 0 0,0 1 0 0 0,-1-1 1 0 0,1 1-1 0 0,0 0 0 0 0,0-1 1 0 0,0 1-1 0 0,0 0 0 0 0,0-1 1 0 0,1 1-1 0 0,-1 0 0 0 0,1 0 1 0 0,0 0-1 0 0,-1 0 0 0 0,1 1 1 0 0,0-1-1 0 0,0 0 1 0 0,0 1-1 0 0,0-1 0 0 0,0 1 1 0 0,4-2-1 0 0,8-1 23 0 0,1 1 0 0 0,-1 0 0 0 0,1 1 1 0 0,0 1-1 0 0,0 1 0 0 0,0 0 0 0 0,0 0 1 0 0,-1 2-1 0 0,1-1 0 0 0,0 2 0 0 0,-1 0 0 0 0,1 1 1 0 0,15 6-1 0 0,-11-3-20 0 0,-1 1 0 0 0,0 1 0 0 0,0 0 0 0 0,-1 1 0 0 0,0 1 1 0 0,0 0-1 0 0,-1 1 0 0 0,-1 1 0 0 0,19 21 0 0 0,-32-33-57 0 0,0 1-1 0 0,-1 0 1 0 0,1 0-1 0 0,-1 0 1 0 0,1 0 0 0 0,-1 0-1 0 0,0 0 1 0 0,0 0-1 0 0,0 0 1 0 0,0 0-1 0 0,0 1 1 0 0,0-1 0 0 0,-1 0-1 0 0,1 1 1 0 0,-1-1-1 0 0,1 3 1 0 0,0 3-9 0 0,1-3 19 0 0,-1-3-1 0 0,0 0-1 0 0,-1 0 1 0 0,1 0-1 0 0,0-1 0 0 0,-1 1 1 0 0,0 0-1 0 0,1 0 1 0 0,-1 0-1 0 0,0 0 0 0 0,0 0 1 0 0,0 0-1 0 0,0 0 1 0 0,-1 0-1 0 0,1 0 0 0 0,-1 2 1 0 0,-2 8 15 0 0,-1 0 1 0 0,0 0-1 0 0,0 0 1 0 0,-2-1-1 0 0,1 0 1 0 0,-1 0-1 0 0,-1-1 1 0 0,0 1-1 0 0,0-1 1 0 0,-1-1 0 0 0,0 1-1 0 0,-1-2 1 0 0,-14 13-1 0 0,-8 2-34 0 0,0-1 0 0 0,-2-1-1 0 0,0-2 1 0 0,-1-1 0 0 0,-64 23 0 0 0,89-38-284 0 0,-1-1 0 0 0,0 1 0 0 0,0-1 1 0 0,0-1-1 0 0,-13 1 0 0 0,18-2-485 0 0,6-7-2899 0 0,6-23 1493 0 0,8 7-1520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1 2848 0 0,'0'0'6941'0'0,"-4"3"-6568"0"0,-1 1-273 0 0,1 1 0 0 0,-1-1 0 0 0,1 1 0 0 0,0 0-1 0 0,0 1 1 0 0,1-1 0 0 0,-1 1 0 0 0,1-1 0 0 0,0 1-1 0 0,1 0 1 0 0,-1 0 0 0 0,1 0 0 0 0,-2 13 0 0 0,3-15 33 0 0,2 2 1 0 0,-1 1-97 0 0,1-1-1 0 0,0 0 1 0 0,0 1-1 0 0,0-1 1 0 0,1 0-1 0 0,0 0 1 0 0,0 0 0 0 0,1 0-1 0 0,0 0 1 0 0,0-1-1 0 0,0 1 1 0 0,6 7-1 0 0,42 32 106 0 0,-25-27-112 0 0,32 21 99 0 0,-11 11 52 0 0,-44-46-116 0 0,-4 10 50 0 0,1-13-104 0 0,1-1 1 0 0,-1 1-1 0 0,0 0 0 0 0,0 0 0 0 0,0-1 0 0 0,0 1 0 0 0,0 0 1 0 0,0 0-1 0 0,0 0 0 0 0,0-1 0 0 0,0 1 0 0 0,0 0 1 0 0,-1 0-1 0 0,1 0 0 0 0,0-1 0 0 0,0 1 0 0 0,-1 0 0 0 0,1 0 1 0 0,0-1-1 0 0,-1 1 0 0 0,1 0 0 0 0,-1-1 0 0 0,1 1 0 0 0,-1-1 1 0 0,1 1-1 0 0,-2 0 0 0 0,-3 5-6 0 0,0-1 0 0 0,0-1 1 0 0,0 1-1 0 0,0-1 0 0 0,-1 0 0 0 0,0 0 0 0 0,0 0 1 0 0,0-1-1 0 0,0 0 0 0 0,-14 4 0 0 0,0-3-221 0 0,15-2-173 0 0,-2-3-158 0 0,-5-1-978 0 0,-1 0 1 0 0,1-1-1 0 0,-1-1 0 0 0,-21-9 0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1 163 2456 0 0,'25'-17'1645'0'0,"1"1"0"0"0,0 2 0 0 0,1 1-1 0 0,56-19 1 0 0,19 2-1862 0 0,-1 6-3372 0 0,-59 15 1053 0 0,-14 2-1762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5 173 2292 0 0,'-4'-17'1525'0'0,"7"24"1486"0"0,8 40-756 0 0,58 540-351 0 0,-14-89-1650 0 0,-50-452-140 0 0,3-1 0 0 0,1 0 0 0 0,2-1 0 0 0,18 44 0 0 0,-27-83-54 0 0,7 13 22 0 0,-6-14-71 0 0,-1 0 82 0 0,-2-4-90 0 0,1 0 0 0 0,-1 0 0 0 0,0 1 0 0 0,1-1 0 0 0,-1 0 0 0 0,1 0 1 0 0,-1 0-1 0 0,0 0 0 0 0,1 0 0 0 0,-1 1 0 0 0,0-1 0 0 0,1 0 0 0 0,-1 0 0 0 0,0 1 0 0 0,0-1 0 0 0,1 0 0 0 0,-1 0 0 0 0,0 1 0 0 0,0-1 0 0 0,1 0 0 0 0,-1 1 0 0 0,0-1 0 0 0,0 0 1 0 0,0 1-1 0 0,0-1 0 0 0,1 1 0 0 0,11 13 337 0 0,-8-12-328 0 0,0-1 0 0 0,1 1-1 0 0,-1-1 1 0 0,1 0 0 0 0,-1 0-1 0 0,1 0 1 0 0,-1-1 0 0 0,8 0-1 0 0,-6 0 76 0 0,-1-1-15 0 0,199-46 160 0 0,-142 34-209 0 0,-16 5-23 0 0,469-77 28 0 0,-147 45-62 0 0,-318 37 46 0 0,-26 1-60 0 0,199-20 44 0 0,-173 15-60 0 0,-45 7 84 0 0,1-1 10 0 0,223-21 275 0 0,511-26 75 0 0,-428 31-368 0 0,298-2-27 0 0,-499 21 25 0 0,-62-4-13 0 0,7 1 4 0 0,9-1-15 0 0,-7 0-16 0 0,222-5 85 0 0,-233 6-73 0 0,10-1 3 0 0,6-1 23 0 0,-9 1-120 0 0,-2 0 150 0 0,-1-1-19 0 0,1 1-21 0 0,-1-2-69 0 0,-1 0 20 0 0,2 2 111 0 0,1-1-119 0 0,-1 1 97 0 0,-1-1 42 0 0,-1 3 91 0 0,84-5-164 0 0,-76 4 23 0 0,-8 0-11 0 0,0 0 44 0 0,-3 1-12 0 0,1-2-38 0 0,-2 2 32 0 0,3-2-53 0 0,193-2 81 0 0,-181 4-123 0 0,191-4 220 0 0,-222 7-177 0 0,5-3 29 0 0,15-1-125 0 0,1 1 185 0 0,-1-1 76 0 0,1 2-20 0 0,-3-3-82 0 0,-2 2 113 0 0,1-2-21 0 0,1-1-158 0 0,-1-1 330 0 0,0-1-295 0 0,-2 0-59 0 0,32-5 13 0 0,-25 3 42 0 0,-48 7-12 0 0,2-2 4 0 0,46-7 234 0 0,-47 8-205 0 0,-1 0-37 0 0,15-1-4 0 0,-14 2 87 0 0,0-2-37 0 0,35-13 311 0 0,-37 13-313 0 0,0-1-28 0 0,21-27 125 0 0,-22 27-108 0 0,0-2 1 0 0,2-5-18 0 0,-1-1-1 0 0,0 0 1 0 0,0 1-1 0 0,-1-1 1 0 0,-1 0-1 0 0,0 0 1 0 0,0 0 0 0 0,-1 0-1 0 0,0 0 1 0 0,-4-21-1 0 0,-31-160-144 0 0,-60-189 1 0 0,91 368 121 0 0,-55-165 30 0 0,48 150-27 0 0,-2 1-1 0 0,-1 0 1 0 0,-1 1-1 0 0,-21-28 0 0 0,33 51-13 0 0,3 2 13 0 0,-1-1 1 0 0,1 1-1 0 0,-1-1 0 0 0,0 1 0 0 0,0-1 1 0 0,0 1-1 0 0,1 0 0 0 0,-1-1 1 0 0,0 1-1 0 0,0 0 0 0 0,-1 0 0 0 0,1 0 1 0 0,0 0-1 0 0,-2-2 0 0 0,-8-7 0 0 0,9 8-7 0 0,-22-4-34 0 0,19 5 47 0 0,1 2-37 0 0,-14 4 41 0 0,14-4 48 0 0,-1 0-105 0 0,-14 5 36 0 0,14-5 69 0 0,0 0 104 0 0,-18 4-211 0 0,17-4 4 0 0,2 0 15 0 0,-14 2 8 0 0,14-2 2 0 0,-2 0 18 0 0,-55 3-4 0 0,-107 5-24 0 0,117-8 57 0 0,-4 1 13 0 0,-550 20 177 0 0,415-16-431 0 0,114-1 204 0 0,24-3 12 0 0,1-1 3 0 0,1 0-40 0 0,0 2 33 0 0,0-3 4 0 0,0 0-16 0 0,-51 1 24 0 0,51 0 2 0 0,-1 0-15 0 0,3 1 20 0 0,-94 0-110 0 0,93-1 2 0 0,2-1 147 0 0,-185 5 85 0 0,70 0-141 0 0,100-1 4 0 0,15-3-38 0 0,1 1 61 0 0,-5 0-26 0 0,0-1-48 0 0,-1 1 59 0 0,-1 0 50 0 0,8-1-63 0 0,-8 2 1 0 0,-9-3 262 0 0,8 1-324 0 0,1 0-25 0 0,0-3 76 0 0,1 0 191 0 0,1-1-284 0 0,-3-1-7 0 0,1-1 71 0 0,0 2 22 0 0,3-2 5 0 0,-3 1-10 0 0,1 0 16 0 0,-1 0 4 0 0,1-1-27 0 0,-1 2 67 0 0,0-2-51 0 0,1 1-103 0 0,-1 0 140 0 0,-1 0-60 0 0,0 1 68 0 0,-7 0-82 0 0,1-1 103 0 0,4-1-12 0 0,1 2 2 0 0,2 1-2 0 0,-1-1-78 0 0,2 2 191 0 0,2-1-194 0 0,0 0 12 0 0,2-2-10 0 0,-426-27 65 0 0,206 32-116 0 0,168-1 124 0 0,0 0-26 0 0,-95-2-18 0 0,159 2-17 0 0,-99 0 72 0 0,43 4-17 0 0,-43 6-26 0 0,85-5 233 0 0,37-4-200 0 0,-1-1-85 0 0,0 2 1 0 0,0 0-1 0 0,1 0 0 0 0,-19 6 1 0 0,13-3 39 0 0,14-4 2 0 0,0 1 0 0 0,-15 4-4 0 0,15-4 4 0 0,-1 0 7 0 0,-100 36 24 0 0,63-20-128 0 0,40-16 154 0 0,-2 0 152 0 0,-16 7-189 0 0,16-7-54 0 0,1 1 7 0 0,-3 0 27 0 0,1 0-3 0 0,1-1 0 0 0,-1 1 0 0 0,1 0 0 0 0,0 1 1 0 0,0-1-1 0 0,0 1 0 0 0,1 0 0 0 0,-1 0 0 0 0,1 0 0 0 0,0 1 0 0 0,-5 7 0 0 0,7-9 17 0 0,8 18 8 0 0,-5-17 1 0 0,-1-4-14 0 0,1 1 0 0 0,-1-1 0 0 0,0 0-1 0 0,1 0 1 0 0,-1 0 0 0 0,0 0-1 0 0,1 0 1 0 0,-1 1 0 0 0,0-1-1 0 0,1 0 1 0 0,-1 0 0 0 0,0 1-1 0 0,0-1 1 0 0,1 0 0 0 0,-1 0 0 0 0,0 1-1 0 0,0-1 1 0 0,0 0 0 0 0,1 1-1 0 0,-1-1 1 0 0,0 0 0 0 0,0 1-1 0 0,0-1 1 0 0,0 0 0 0 0,0 1-1 0 0,0-1 1 0 0,0 1 0 0 0,1 0 1 0 0,-1 0 0 0 0,0 0 0 0 0,1 0 0 0 0,-1 0 0 0 0,0 0 0 0 0,1 0 0 0 0,-1 0 0 0 0,1 0 0 0 0,0 0 0 0 0,-1 0 0 0 0,1-1 0 0 0,0 1 0 0 0,0 0 0 0 0,-1 0 0 0 0,2 0 0 0 0,12 10 32 0 0,-10-8 27 0 0,0-1-40 0 0,13 6-2 0 0,-13-6 4 0 0,0-1-14 0 0,12 3-46 0 0,-11-3-39 0 0,1 0-728 0 0,12 0-13 0 0,18-2-7018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61 134 4400 0 0,'-5'0'1448'0'0,"-11"0"-421"0"0,-23-2 5261 0 0,49-2-5920 0 0,-9 3-353 0 0,-1 0 0 0 0,1 1 0 0 0,0-1 0 0 0,-1 0 0 0 0,1 1 0 0 0,0-1 1 0 0,0 1-1 0 0,-1-1 0 0 0,1 1 0 0 0,0 0 0 0 0,0-1 0 0 0,0 1 1 0 0,0 0-1 0 0,-1-1 0 0 0,1 1 0 0 0,0 0 0 0 0,0 0 0 0 0,0 0 0 0 0,0 0 1 0 0,0 0-1 0 0,1 0 0 0 0,441-47 1563 0 0,-162 15-1317 0 0,-274 32-554 0 0,0-1 0 0 0,0-1 0 0 0,0 1 0 0 0,-1-1 1 0 0,1-1-1 0 0,8-3 0 0 0,-10 4 52 0 0,-1 0-615 0 0,-15-3-1737 0 0,-4-5 123 0 0,-3 4-273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22 2096 0 0,'0'0'2995'0'0,"2"-3"-2356"0"0,7-15 1526 0 0,-4 19-1909 0 0,59 11 828 0 0,-37-8-803 0 0,-22-3-177 0 0,1-1-65 0 0,125 0 810 0 0,-133 4-794 0 0,-11 26 133 0 0,-21 33 0 0 0,20-40-112 0 0,1 0 0 0 0,1 2 0 0 0,1-1-1 0 0,-13 44 1 0 0,23-63-69 0 0,-1 0 0 0 0,0 0 0 0 0,1 0 1 0 0,0 0-1 0 0,0 0 1 0 0,0 0-1 0 0,1 1 0 0 0,0-1 1 0 0,-1 0-1 0 0,2 0 0 0 0,-1 0 1 0 0,2 7-1 0 0,-2-10-22 0 0,1 1-20 0 0,-1-1 0 0 0,1 0 1 0 0,-1 1-1 0 0,1-1 0 0 0,0 0 0 0 0,-1 1 1 0 0,1-1-1 0 0,1 0 0 0 0,-1 0 1 0 0,0 0-1 0 0,0 0 0 0 0,1 0 0 0 0,-1 0 1 0 0,1-1-1 0 0,0 1 0 0 0,-1 0 0 0 0,1-1 1 0 0,0 1-1 0 0,0-1 0 0 0,0 1 0 0 0,0-1 1 0 0,3 1-1 0 0,1 2-281 0 0,-4-3 156 0 0,0 0 1 0 0,0 0-1 0 0,0 0 0 0 0,0 0 0 0 0,0 0 1 0 0,0-1-1 0 0,0 1 0 0 0,0-1 0 0 0,1 1 1 0 0,-1-1-1 0 0,0 0 0 0 0,0 0 0 0 0,0 0 0 0 0,4 0 1 0 0,30-1-2730 0 0,-2-2-2069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44 106 3524 0 0,'-2'-5'1840'0'0,"-37"-91"7722"0"0,37 92-7682 0 0,3 11-1653 0 0,20 83 342 0 0,45 120 1 0 0,-20-71-3885 0 0,-45-135 2303 0 0,0 17-2235 0 0,0-16 2773 0 0,-1 1-1323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4 156 2772 0 0,'-3'-24'1312'0'0,"2"19"-179"0"0,2-2-171 0 0,-1 3-865 0 0,0 0 53 0 0,0 0 0 0 0,1 0 0 0 0,-1 0 0 0 0,1 0 0 0 0,0-1 0 0 0,0 1 0 0 0,0 0 0 0 0,0 0 0 0 0,1 1 0 0 0,0-1-1 0 0,0 0 1 0 0,0 0 0 0 0,3-3 0 0 0,0 2-3 0 0,0 0-1 0 0,0 0 1 0 0,0 1-1 0 0,1 0 1 0 0,-1 0-1 0 0,1 0 1 0 0,0 1-1 0 0,0 0 1 0 0,1 0-1 0 0,11-4 1 0 0,-5 4 12 0 0,0 1 0 0 0,1 0 0 0 0,-1 0 0 0 0,1 2-1 0 0,19 0 1 0 0,-8 3-17 0 0,-1 0-1 0 0,0 2 0 0 0,0 0 0 0 0,0 2 1 0 0,-1 0-1 0 0,0 2 0 0 0,0 1 0 0 0,-1 0 0 0 0,0 2 1 0 0,-1 0-1 0 0,20 16 0 0 0,-31-20-117 0 0,-1 0 0 0 0,0 1-1 0 0,0 0 1 0 0,0 1 0 0 0,-1-1-1 0 0,-1 2 1 0 0,0-1 0 0 0,0 1-1 0 0,-1 0 1 0 0,8 21 0 0 0,-11-23-17 0 0,-2-1 1 0 0,1 1-1 0 0,-1 0 1 0 0,-1 0 0 0 0,0 0-1 0 0,0 0 1 0 0,0 0-1 0 0,-1-1 1 0 0,-1 1-1 0 0,1 0 1 0 0,-2 0-1 0 0,1-1 1 0 0,-1 0-1 0 0,0 1 1 0 0,-1-1 0 0 0,0 0-1 0 0,0 0 1 0 0,-5 7-1 0 0,-6 3 4 0 0,1 0-1 0 0,-2-1 0 0 0,0 0 1 0 0,-1-2-1 0 0,-1 0 1 0 0,0 0-1 0 0,-1-2 1 0 0,-30 17-1 0 0,21-16-66 0 0,0-1 0 0 0,-1-1 0 0 0,0-1 0 0 0,0-1 0 0 0,-53 8 0 0 0,64-14-203 0 0,15-3 214 0 0,0-1 1 0 0,0 1 0 0 0,1-1-1 0 0,-1 0 1 0 0,0 0 0 0 0,0 0-1 0 0,0 0 1 0 0,1-1 0 0 0,-1 1-1 0 0,0-1 1 0 0,0 0-1 0 0,-2 0 1 0 0,2 0-20 0 0,0 1-80 0 0,-1-1 0 0 0,0 1 0 0 0,0-1 0 0 0,0 0 1 0 0,1 0-1 0 0,-1 0 0 0 0,0-1 0 0 0,1 1 0 0 0,-1-1 0 0 0,1 0 1 0 0,-1 0-1 0 0,1 0 0 0 0,0 0 0 0 0,0-1 0 0 0,-5-5 1 0 0,5 3-437 0 0,1 0 0 0 0,0 0 0 0 0,1 0 1 0 0,-1 0-1 0 0,1 0 0 0 0,0-1 0 0 0,0 1 0 0 0,0-8 1 0 0,1 6-3759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53 3508 0 0,'0'0'2182'0'0,"4"1"-1399"0"0,11 1 1132 0 0,-15-3-1737 0 0,0 0-1 0 0,1 1 1 0 0,-1-1 0 0 0,0 0-1 0 0,0 1 1 0 0,0-1 0 0 0,-1 0-1 0 0,1 1 1 0 0,0-1 0 0 0,0 0-1 0 0,0 1 1 0 0,0-1 0 0 0,-1 1 0 0 0,1-1-1 0 0,0 0 1 0 0,0 1 0 0 0,-1-1-1 0 0,1 1 1 0 0,-1-1 0 0 0,1 1-1 0 0,-1-2 1 0 0,-1-1 74 0 0,4-1-140 0 0,9-12-36 0 0,-8 12 3 0 0,1 2-130 0 0,14-7 125 0 0,-14 7 23 0 0,2 2-22 0 0,2 1-58 0 0,-1 1 1 0 0,1-1 0 0 0,0 1-1 0 0,-1 0 1 0 0,1 1 0 0 0,-1 0-1 0 0,0 0 1 0 0,0 1 0 0 0,0 0 0 0 0,0 0-1 0 0,0 1 1 0 0,-1-1 0 0 0,0 1-1 0 0,0 1 1 0 0,0-1 0 0 0,-1 1-1 0 0,0 0 1 0 0,0 0 0 0 0,0 1-1 0 0,-1-1 1 0 0,7 15 0 0 0,-7-14-11 0 0,-2-5-2 0 0,0 1 0 0 0,0 0 0 0 0,-1 0 0 0 0,1 0 0 0 0,-1 0 0 0 0,0 0 0 0 0,0 0 0 0 0,1 4 1 0 0,2 4-4 0 0,-1 1 0 0 0,0-1 0 0 0,-1 1 0 0 0,0-1 0 0 0,-1 1 1 0 0,0 0-1 0 0,-2 20 0 0 0,-2-18-5 0 0,0 0 0 0 0,0 0-1 0 0,-9 19 1 0 0,9-27 4 0 0,0-1-1 0 0,0 1 1 0 0,0-1-1 0 0,-1 1 1 0 0,0-1-1 0 0,0 0 1 0 0,0-1-1 0 0,0 1 1 0 0,-1-1-1 0 0,0 0 1 0 0,-8 6-1 0 0,-21 9 11 0 0,28-17-8 0 0,2-1-13 0 0,-1 0-9 0 0,-15 2 8 0 0,15-2-3 0 0,0-2-8 0 0,0-1-2 0 0,0 0 1 0 0,0-1 0 0 0,0 1-1 0 0,0-1 1 0 0,1 0 0 0 0,-1 0-1 0 0,1 0 1 0 0,-1 0 0 0 0,1-1-1 0 0,0 0 1 0 0,1 0 0 0 0,-1 0-1 0 0,1-1 1 0 0,-5-7 0 0 0,5 9-53 0 0,-1-12-17 0 0,3 14 87 0 0,1 0 0 0 0,-1 1 1 0 0,1-1-1 0 0,-1 0 0 0 0,1 0 1 0 0,-1-1-1 0 0,1 1 0 0 0,0 0 1 0 0,0 0-1 0 0,-1 0 0 0 0,1 0 1 0 0,0 0-1 0 0,0 0 0 0 0,0 0 1 0 0,0 0-1 0 0,0 0 0 0 0,0-1 1 0 0,0 1-1 0 0,1-2 1 0 0,2-19-21 0 0,-3 17 2 0 0,3 2 10 0 0,7-7 3 0 0,-9 9 7 0 0,0 0 0 0 0,0 1 0 0 0,0-1 0 0 0,0 0 0 0 0,0 1 0 0 0,0-1 0 0 0,0 1 0 0 0,0-1 0 0 0,0 1 0 0 0,1-1 0 0 0,-1 1 0 0 0,0 0 0 0 0,0-1 0 0 0,0 1 0 0 0,0 0 0 0 0,1 0 0 0 0,-1 0 0 0 0,1 0 0 0 0,1 0-8 0 0,2-1 35 0 0,1 3 72 0 0,2-1-85 0 0,-5-1-11 0 0,0 0 0 0 0,0 1 1 0 0,0 0-1 0 0,-1-1 1 0 0,1 1-1 0 0,0 0 1 0 0,0 1-1 0 0,-1-1 0 0 0,4 2 1 0 0,95 56 15 0 0,-69-38-446 0 0,1-2 1 0 0,1-1-1 0 0,64 24 0 0 0,-23-21-5319 0 0,-68-19 520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76 2564 0 0,'-10'-51'5121'0'0,"9"47"-3702"0"0,0-1-1105 0 0,-3-11 389 0 0,9 32 794 0 0,11 33-356 0 0,69 261 1127 0 0,21 60-1133 0 0,-105-364-1139 0 0,19 39-2783 0 0,-18-42 1864 0 0,-8-38-11485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18 572 3624 0 0,'-3'-8'346'0'0,"-9"-39"2704"0"0,11 44-2937 0 0,0-1 1 0 0,1 1-1 0 0,0 0 0 0 0,0-1 0 0 0,0 1 1 0 0,0 0-1 0 0,0-1 0 0 0,0 1 0 0 0,1 0 0 0 0,0-1 1 0 0,-1 1-1 0 0,3-4 0 0 0,3-2 3 0 0,1 0-1 0 0,0 0 0 0 0,0 0 1 0 0,1 1-1 0 0,0 0 1 0 0,0 1-1 0 0,1 0 1 0 0,0 0-1 0 0,1 1 1 0 0,-1 0-1 0 0,1 1 0 0 0,16-7 1 0 0,18-6 181 0 0,72-20 1 0 0,289-50 298 0 0,4 32-400 0 0,-236 35-183 0 0,181-25 537 0 0,-248 28 644 0 0,130-41 1 0 0,-232 57-951 0 0,1 1-9 0 0,15-3 1 0 0,-15 3 208 0 0,0-1-258 0 0,42-11 1157 0 0,-42 13-1003 0 0,-1 2-135 0 0,4 5-51 0 0,1 0 1 0 0,-1 0-1 0 0,0 1 1 0 0,0 0-1 0 0,-1 1 1 0 0,0-1-1 0 0,-1 1 0 0 0,0 1 1 0 0,0-1-1 0 0,8 20 1 0 0,4 17 232 0 0,15 54 0 0 0,-22-66-218 0 0,68 249 682 0 0,-5-11-547 0 0,-63-246-339 0 0,-10-22 19 0 0,1 1 8 0 0,5 15 2 0 0,-5-15-2 0 0,-1-1-5 0 0,5 11 18 0 0,-4-11 31 0 0,-1 0-57 0 0,1 0 20 0 0,8 30-44 0 0,-10-32 42 0 0,1-1 1 0 0,-1 1-1 0 0,0-1 0 0 0,0 1 0 0 0,0-1 1 0 0,0 1-1 0 0,0-1 0 0 0,0 1 1 0 0,0-1-1 0 0,-1 1 0 0 0,1-1 1 0 0,0 1-1 0 0,-1-1 0 0 0,0 1 1 0 0,1-1-1 0 0,-1 0 0 0 0,0 1 0 0 0,1-1 1 0 0,-1 0-1 0 0,0 0 0 0 0,0 1 1 0 0,0-1-1 0 0,-2 2 0 0 0,-15 8-145 0 0,0-1-1 0 0,0-1 1 0 0,-1 0-1 0 0,-35 10 0 0 0,-89 18-721 0 0,126-33 801 0 0,-507 93-939 0 0,-4-33 794 0 0,-224-5 152 0 0,747-59 45 0 0,11-2-317 0 0,44-13-1099 0 0,71-11 0 0 0,-5 3-2257 0 0,-31 2-1731 0 0,-42 11-430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159 281 3504 0 0,'-9'0'1384'0'0,"-141"6"6168"0"0,164-9-7206 0 0,10-6-50 0 0,214-36 588 0 0,86-18-1045 0 0,-253 40-1490 0 0,-66 21 1037 0 0,-4 2 562 0 0,-1 0 0 0 0,1 0-1 0 0,-1-1 1 0 0,1 1-1 0 0,-1 0 1 0 0,1-1-1 0 0,0 1 1 0 0,-1 0-1 0 0,1-1 1 0 0,-1 1 0 0 0,0-1-1 0 0,1 1 1 0 0,-1 0-1 0 0,1-1 1 0 0,-1 1-1 0 0,0-1 1 0 0,1 0-1 0 0,-1 1 1 0 0,0-1 0 0 0,1 0-1 0 0,-1 0-71 0 0,0 1 0 0 0,0-1 0 0 0,0 1 0 0 0,1-1 0 0 0,-1 1 0 0 0,0-1 0 0 0,0 1 0 0 0,1 0 0 0 0,-1-1 0 0 0,0 1 0 0 0,0 0 0 0 0,1-1 1 0 0,-1 1-1 0 0,1 0 0 0 0,-1-1 0 0 0,0 1 0 0 0,1 0 0 0 0,-1-1 0 0 0,0 1 0 0 0,1 0 0 0 0,-1 0 0 0 0,1 0 0 0 0,-1-1 0 0 0,1 1 0 0 0,-1 0 0 0 0,1 0 0 0 0,0 0 0 0 0,-3-5-781 0 0,0 0 758 0 0,0 0-1 0 0,-1 0 1 0 0,0 1-1 0 0,0-1 1 0 0,0 0-1 0 0,-1 1 1 0 0,1 0 0 0 0,-1 0-1 0 0,0 0 1 0 0,0 0-1 0 0,-7-4 1 0 0,-2-1 876 0 0,0 0 1 0 0,-27-13 0 0 0,36 21-408 0 0,-1-1-48 0 0,2 0-236 0 0,-2-1 307 0 0,-1 1 1 0 0,1-1-1 0 0,0 1 0 0 0,-1 0 1 0 0,0 1-1 0 0,-8-2 0 0 0,-5 14 490 0 0,33 7-572 0 0,-11-14-160 0 0,-1-3-92 0 0,0-1 0 0 0,-1 1 0 0 0,1 0-1 0 0,-1 0 1 0 0,1-1 0 0 0,-1 1 0 0 0,1 1 0 0 0,-1-1 0 0 0,0 0-1 0 0,1 0 1 0 0,-1 0 0 0 0,1 2 0 0 0,-1-2 5 0 0,41 22 150 0 0,-37-21-151 0 0,-2 0 30 0 0,3-1-4 0 0,43 13 225 0 0,-45-13 131 0 0,1 0-332 0 0,14 1 18 0 0,-14-1 121 0 0,-9 2-438 0 0,-6 4 253 0 0,1 1 0 0 0,1 1 0 0 0,-1 0 0 0 0,1 0 0 0 0,1 1 0 0 0,0-1 0 0 0,0 2 0 0 0,1-1 0 0 0,0 1 0 0 0,1 0 0 0 0,-6 17 0 0 0,9-23-37 0 0,-1 0-32 0 0,1 0 0 0 0,0 1 0 0 0,0-1 0 0 0,0 0 0 0 0,1 1 0 0 0,0 0 0 0 0,0-1 0 0 0,0 1 0 0 0,1-1 0 0 0,0 1 0 0 0,1 10 0 0 0,3-1-1341 0 0,1 1-1 0 0,1-1 1 0 0,1-1 0 0 0,7 15 0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193 198 4068 0 0,'-1'-6'1568'0'0,"-12"-113"4149"0"0,12 114-5586 0 0,0 0 0 0 0,0 0 0 0 0,-1 0-1 0 0,1 1 1 0 0,-1-1 0 0 0,-5-8 0 0 0,4 7-14 0 0,1 2 42 0 0,-1 1-31 0 0,2 2-105 0 0,-1 0 0 0 0,1 0 0 0 0,-1-1 0 0 0,1 1 0 0 0,0 0 0 0 0,0 0 0 0 0,0-1 0 0 0,0 1 0 0 0,0-1 0 0 0,-2-2 0 0 0,-2 5 117 0 0,-18 2 45 0 0,13 2 0 0 0,0 6-80 0 0,-1 1 0 0 0,2 0 0 0 0,0 1 0 0 0,0 0 0 0 0,1 0 0 0 0,1 1 0 0 0,0 0 0 0 0,1 0 0 0 0,1 1 0 0 0,0-1 0 0 0,1 1 0 0 0,0 1 0 0 0,1-1 0 0 0,1 0 0 0 0,-1 21 0 0 0,3-21-78 0 0,-1-1 0 0 0,2 1-1 0 0,0 0 1 0 0,1-1 0 0 0,0 1-1 0 0,1-1 1 0 0,1 1-1 0 0,0-1 1 0 0,1 0 0 0 0,1-1-1 0 0,0 1 1 0 0,0-1 0 0 0,2 0-1 0 0,-1-1 1 0 0,2 1 0 0 0,12 14-1 0 0,-17-23-44 0 0,0 0 0 0 0,1 1-1 0 0,-1-2 1 0 0,1 1-1 0 0,0 0 1 0 0,0-1-1 0 0,0 0 1 0 0,1 0-1 0 0,-1 0 1 0 0,1-1-1 0 0,-1 0 1 0 0,1 0-1 0 0,0 0 1 0 0,0-1 0 0 0,6 1-1 0 0,-6-2 9 0 0,0 0 0 0 0,0 0 0 0 0,0-1 1 0 0,-1 1-1 0 0,1-1 0 0 0,0-1 0 0 0,-1 1 0 0 0,1-1 0 0 0,0 0 0 0 0,-1-1 1 0 0,0 1-1 0 0,0-1 0 0 0,0 0 0 0 0,6-4 0 0 0,-2-2 21 0 0,-1 0 0 0 0,0-1 0 0 0,-1 0 0 0 0,1-1 0 0 0,-2 1 0 0 0,0-1 0 0 0,0 0 0 0 0,-1-1 0 0 0,0 1 0 0 0,-1-1 0 0 0,-1 0 1 0 0,1 0-1 0 0,-2 0 0 0 0,0-1 0 0 0,0 1 0 0 0,-1-1 0 0 0,-1-18 0 0 0,-3-3 20 0 0,-10-50 1 0 0,9 68-28 0 0,0 1-1 0 0,0 0 1 0 0,-2 0 0 0 0,1 1 0 0 0,-2-1-1 0 0,-8-13 1 0 0,-3 6-8 0 0,12 18-5 0 0,6 3-2 0 0,-1 0 0 0 0,0 0-1 0 0,0 0 1 0 0,0 0 0 0 0,0 0 0 0 0,0 0 0 0 0,0 0 0 0 0,0 0 0 0 0,-1 1 0 0 0,1-1 0 0 0,0 0-1 0 0,0 1 1 0 0,0-1 0 0 0,-1 1 0 0 0,1-1 0 0 0,0 1 0 0 0,-3-1 0 0 0,0 1-46 0 0,3-1 34 0 0,0 1 0 0 0,0-1 0 0 0,0 1 0 0 0,-1-1 0 0 0,1 1 0 0 0,0 0 0 0 0,0 0 0 0 0,0 0 0 0 0,-1-1 0 0 0,1 1 0 0 0,0 0 0 0 0,0 1 0 0 0,-1-1 0 0 0,1 0 0 0 0,0 0 0 0 0,0 0 0 0 0,0 1 0 0 0,0-1 0 0 0,-2 1 0 0 0,0 0-64 0 0,1 0 39 0 0,0-1-1 0 0,0 0 1 0 0,-1 1-1 0 0,1-1 0 0 0,0 1 1 0 0,0 0-1 0 0,0-1 1 0 0,0 1-1 0 0,0 0 0 0 0,0 0 1 0 0,1 0-1 0 0,-1 1 1 0 0,-3 2-1 0 0,-2 1-120 0 0,0 0-208 0 0,0 0 0 0 0,1 1 0 0 0,-1 0 0 0 0,1 0 0 0 0,0 0 0 0 0,1 1 0 0 0,-1 0-1 0 0,1 0 1 0 0,1 1 0 0 0,-1-1 0 0 0,1 1 0 0 0,1 0 0 0 0,-1 0 0 0 0,2 0 0 0 0,-1 1 0 0 0,-1 9 0 0 0,2-6-2309 0 0,2 16-1926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 42 3432 0 0,'0'0'1502'0'0,"2"-3"-362"0"0,-1 0-1104 0 0,1-5 4604 0 0,-18 12-3984 0 0,15 0-582 0 0,-5 14-8 0 0,4-13 36 0 0,2 0-254 0 0,0-1 190 0 0,-3 17 966 0 0,7-20-866 0 0,17 4 192 0 0,-20-6-297 0 0,1 0 0 0 0,-1 0 0 0 0,0 0 0 0 0,1 0-1 0 0,-1 0 1 0 0,0-1 0 0 0,0 1 0 0 0,1 0 0 0 0,-1-1 0 0 0,1-1 0 0 0,1 0 160 0 0,-1-1-6 0 0,24-38 286 0 0,-24 38-195 0 0,-1 0-273 0 0,5-14-5 0 0,-4 13-13 0 0,-8 6-2573 0 0,-17 2 2029 0 0,18-2-7 0 0,-4 15-1237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220 90 3824 0 0,'0'0'1202'0'0,"1"-4"-183"0"0,0-15-182 0 0,-1 14-126 0 0,-1 1-121 0 0,-2-14-102 0 0,2 13-21 0 0,-2 1-90 0 0,2 2-294 0 0,-1 0 1 0 0,1-1-1 0 0,-1 1 1 0 0,0 0-1 0 0,0 0 0 0 0,0 0 1 0 0,0 0-1 0 0,0 0 1 0 0,-1 0-1 0 0,1 1 0 0 0,0-1 1 0 0,-1 1-1 0 0,1 0 1 0 0,-1-1-1 0 0,0 1 1 0 0,-3-1-1 0 0,2 3-43 0 0,0-1 1 0 0,0 1-1 0 0,0 0 0 0 0,0 0 1 0 0,0 0-1 0 0,0 0 0 0 0,0 1 1 0 0,0 0-1 0 0,0 0 0 0 0,1 0 1 0 0,-1 0-1 0 0,1 0 0 0 0,-1 1 0 0 0,1 0 1 0 0,0-1-1 0 0,0 1 0 0 0,-3 4 1 0 0,-5 7 86 0 0,0 0 1 0 0,-14 26-1 0 0,21-33-94 0 0,-1 1 22 0 0,0 1 0 0 0,0 0-1 0 0,1 0 1 0 0,0 1-1 0 0,-4 16 1 0 0,-14 77 149 0 0,21-98-182 0 0,1 2-5 0 0,0 18-14 0 0,0-18 7 0 0,1-2 8 0 0,4 15 0 0 0,-4-15-18 0 0,2-2-55 0 0,9 12 66 0 0,-9-12 195 0 0,2-3-135 0 0,17-1-14 0 0,-17 1 30 0 0,-5-1-81 0 0,0 0 0 0 0,1 1 0 0 0,-1-1 0 0 0,0 1 0 0 0,1-1 0 0 0,-1 1-1 0 0,1-1 1 0 0,-1 1 0 0 0,1-1 0 0 0,-1 1 0 0 0,1-1 0 0 0,-1 1 0 0 0,1 0 0 0 0,-1-1 0 0 0,1 1-1 0 0,-1 0 1 0 0,1-1 0 0 0,-1 1 0 0 0,1 0 0 0 0,0 0 0 0 0,0-1 0 0 0,18-9 146 0 0,-8-1-65 0 0,-1 1 0 0 0,0-2 0 0 0,-1 1 1 0 0,8-14-1 0 0,53-90 831 0 0,-67 110-706 0 0,-2 4-184 0 0,-1-1 0 0 0,1 1-1 0 0,0-1 1 0 0,0 1 0 0 0,0-1-1 0 0,-1 1 1 0 0,2 0 0 0 0,-1-1-1 0 0,0 1 1 0 0,0 0 0 0 0,0 0-1 0 0,2-2 1 0 0,-2 3 9 0 0,2-4 294 0 0,16-8 250 0 0,-15 15-468 0 0,2 4-74 0 0,0 1 0 0 0,0 0 1 0 0,0 0-1 0 0,-1 0 0 0 0,0 1 1 0 0,-1-1-1 0 0,1 1 0 0 0,3 14 0 0 0,1 5 6 0 0,12 54 0 0 0,23 81-71 0 0,-36-136-128 0 0,-6-21-51 0 0,0-1-1 0 0,1 0 1 0 0,-1 1 0 0 0,1-1-1 0 0,0 0 1 0 0,0 0-1 0 0,7 7 1 0 0,-7-8-23 0 0,0-1-591 0 0,2-1-120 0 0,14 8-228 0 0,-15-7-315 0 0,2-4-363 0 0,18-5-1260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9 3480 0 0,'0'0'2771'0'0,"-4"-2"-1760"0"0,-14-3-294 0 0,14 3 1217 0 0,0 4-1440 0 0,-13 6-68 0 0,13-6 298 0 0,4-2-706 0 0,0 1 0 0 0,0-1 0 0 0,0 1-1 0 0,0-1 1 0 0,0 1 0 0 0,0-1 0 0 0,0 0 0 0 0,0 1 0 0 0,0-1-1 0 0,-1 1 1 0 0,1-1 0 0 0,0 1 0 0 0,0-1 0 0 0,0 0 0 0 0,0 1-1 0 0,-1-1 1 0 0,1 0 0 0 0,0 1 0 0 0,0-1 0 0 0,-1 0-1 0 0,1 1 1 0 0,0-1 0 0 0,-1 0 0 0 0,1 1 0 0 0,0-1 0 0 0,-1 0-1 0 0,0 1 1 0 0,1-1 26 0 0,-1 1-1 0 0,0-1 1 0 0,1 1-1 0 0,-1-1 1 0 0,0 1-1 0 0,1-1 1 0 0,-1 1-1 0 0,1 0 1 0 0,-1-1-1 0 0,1 1 1 0 0,-1 0-1 0 0,1 0 1 0 0,0-1-1 0 0,-1 1 1 0 0,1 0-1 0 0,0 0 0 0 0,-1 0 1 0 0,1-1-1 0 0,0 1 1 0 0,0 0-1 0 0,0 0 1 0 0,0 0-1 0 0,0 1 1 0 0,0 2 19 0 0,-1 0 0 0 0,1 0 0 0 0,1 0 1 0 0,-1 0-1 0 0,0 0 0 0 0,1 0 0 0 0,0 0 0 0 0,0 0 0 0 0,0 0 1 0 0,1 0-1 0 0,-1 0 0 0 0,1 0 0 0 0,0-1 0 0 0,0 1 1 0 0,0-1-1 0 0,6 7 0 0 0,-1-2 9 0 0,0-1 0 0 0,1 0 0 0 0,0 0 0 0 0,0-1 0 0 0,1 0 0 0 0,0-1 0 0 0,10 5 0 0 0,64 44 385 0 0,-80-52-404 0 0,0 2-2 0 0,10 12-10 0 0,-10-12-8 0 0,4 19 22 0 0,-8-17-28 0 0,-2 16 11 0 0,2-17-6 0 0,-2 0-20 0 0,-1 0-17 0 0,0 0-1 0 0,-1 0 0 0 0,0 0 1 0 0,1-1-1 0 0,-1 0 0 0 0,-1 1 1 0 0,1-2-1 0 0,-1 1 0 0 0,1-1 1 0 0,-1 0-1 0 0,-10 4 0 0 0,-35 3-1162 0 0,46-9 450 0 0,-1-2-130 0 0,1 0 625 0 0,-27-4-1545 0 0,5-10-3560 0 0,7-3-60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0 244 4568 0 0,'2'-5'1575'0'0,"-2"5"-1562"0"0,3-8 614 0 0,0 0 0 0 0,0 0 1 0 0,1 1-1 0 0,0-1 0 0 0,0 1 1 0 0,1 0-1 0 0,-1 0 0 0 0,10-9 1 0 0,16-9 382 0 0,63-41 0 0 0,-65 50-2020 0 0,46-20 0 0 0,-29 17-5267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1 138 4396 0 0,'0'0'3266'0'0,"0"-6"-1986"0"0,4-42 2849 0 0,-2 43-3103 0 0,2 4-653 0 0,12-5-2 0 0,-11 5-49 0 0,0 3-46 0 0,7 4-147 0 0,0 1 0 0 0,-1 0-1 0 0,0 1 1 0 0,-1 0-1 0 0,13 12 1 0 0,-18-14-108 0 0,0-2 1 0 0,0 1 0 0 0,-1 1 0 0 0,1-1 0 0 0,-1 1-1 0 0,-1 0 1 0 0,1 0 0 0 0,4 9 0 0 0,5 16 16 0 0,16 51 1 0 0,-28-77-45 0 0,0-1 38 0 0,3 14-22 0 0,-3-14 98 0 0,-7-4-127 0 0,-17-4-40 0 0,23 4 59 0 0,0 0 0 0 0,-1 0 0 0 0,1 0 0 0 0,0 0 0 0 0,-1 0 0 0 0,1 0 0 0 0,0 0 0 0 0,-1 0 0 0 0,1 0 0 0 0,0 0 0 0 0,-1 0 0 0 0,1 0 0 0 0,0-1 0 0 0,0 1 0 0 0,-1 0 1 0 0,1 0-1 0 0,0 0 0 0 0,0-1 0 0 0,-1 1 0 0 0,1 0 0 0 0,0 0 0 0 0,0 0 0 0 0,-1-1 0 0 0,1 1 0 0 0,0 0 0 0 0,0-1 0 0 0,0 1 0 0 0,0 0 0 0 0,-1-1 0 0 0,1 1 0 0 0,0-1 1 0 0,-5-7-20 0 0,1-1 0 0 0,0 0 0 0 0,1 0 0 0 0,0-1 0 0 0,0 1 1 0 0,1 0-1 0 0,-1-16 0 0 0,2 14-1 0 0,2 1 1 0 0,0-1-1 0 0,0 0 0 0 0,1 1 1 0 0,3-12-1 0 0,-3 17 11 0 0,0 0 0 0 0,0 0 0 0 0,0 0 0 0 0,1 0 0 0 0,-1 1 0 0 0,1 0-1 0 0,0-1 1 0 0,0 1 0 0 0,1 0 0 0 0,-1 0 0 0 0,1 0 0 0 0,0 1 0 0 0,0 0 0 0 0,8-6 0 0 0,-8 7 4 0 0,-1 0 1 0 0,1 0 0 0 0,0 0-1 0 0,0 1 1 0 0,0 0 0 0 0,-1-1-1 0 0,1 1 1 0 0,0 1-1 0 0,1-1 1 0 0,-1 1 0 0 0,0-1-1 0 0,0 1 1 0 0,0 0-1 0 0,8 1 1 0 0,-6 1 5 0 0,1 0 0 0 0,0 0-1 0 0,-1 1 1 0 0,1-1 0 0 0,-1 1 0 0 0,0 1-1 0 0,0-1 1 0 0,0 1 0 0 0,5 5 0 0 0,4 3-13 0 0,-1 1 0 0 0,0 1 1 0 0,0 0-1 0 0,14 22 0 0 0,0-1 6 0 0,-24-30 4 0 0,4 10 13 0 0,0 0-34 0 0,-6-12-68 0 0,0 1 102 0 0,8 12 56 0 0,-8-12 237 0 0,0-1-232 0 0,4 10-21 0 0,-15-20 223 0 0,7 4-288 0 0,2 3 14 0 0,0-1 0 0 0,0 0-1 0 0,0 0 1 0 0,0 0 0 0 0,0 0 0 0 0,-1 0 0 0 0,1 1-1 0 0,0-1 1 0 0,0 0 0 0 0,-1 0 0 0 0,1 0-1 0 0,0 1 1 0 0,-1-1 0 0 0,1 0 0 0 0,0 0-1 0 0,-1 1 1 0 0,-1-2 0 0 0,-8-19 22 0 0,6 11-53 0 0,1-1 0 0 0,0 0 0 0 0,0 1 0 0 0,1-1 0 0 0,0 0 0 0 0,1 0 0 0 0,1 0 0 0 0,0 0 0 0 0,0 0 0 0 0,1 0 0 0 0,0 0 0 0 0,1 0 0 0 0,0 0 0 0 0,7-18 0 0 0,-7 23 38 0 0,1 0 1 0 0,0 1 0 0 0,0-1-1 0 0,1 1 1 0 0,0 0-1 0 0,0-1 1 0 0,0 2-1 0 0,0-1 1 0 0,1 0 0 0 0,0 1-1 0 0,0 0 1 0 0,0 0-1 0 0,0 0 1 0 0,1 1-1 0 0,0 0 1 0 0,9-4-1 0 0,-10 5 19 0 0,2 2-15 0 0,-1 1-16 0 0,0-1 7 0 0,0 0-1 0 0,0 0 0 0 0,0 1 0 0 0,0 0 1 0 0,0 1-1 0 0,0-1 0 0 0,0 1 0 0 0,0 0 0 0 0,-1 0 1 0 0,7 4-1 0 0,41 36-421 0 0,-50-40 321 0 0,-1 0 0 0 0,1 1 0 0 0,-1-1 0 0 0,0 1 0 0 0,0 0 0 0 0,0 0 0 0 0,0 0 0 0 0,2 4 0 0 0,0 0-146 0 0,-2-5 109 0 0,-1 1 0 0 0,1-1 0 0 0,-1 0 0 0 0,1 1 0 0 0,-1-1 0 0 0,0 0 0 0 0,0 1 0 0 0,0-1 0 0 0,0 1 0 0 0,-1 0 0 0 0,1-1 0 0 0,0 6 0 0 0,0 0-300 0 0,4 7-1327 0 0,-1 6 661 0 0,-3 2-2979 0 0,2 16-1584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128 74 3944 0 0,'0'0'3715'0'0,"1"-4"-2301"0"0,0 0-1192 0 0,0 1 0 0 0,0-1 0 0 0,1 1 0 0 0,-1 0-1 0 0,1 0 1 0 0,0 0 0 0 0,0 0 0 0 0,0 0 0 0 0,0 0-1 0 0,0 0 1 0 0,1 0 0 0 0,-1 1 0 0 0,1-1 0 0 0,0 1-1 0 0,0 0 1 0 0,0 0 0 0 0,0 0 0 0 0,0 0-1 0 0,4-1 1 0 0,36-10 176 0 0,-39 13-314 0 0,2 0-2 0 0,2 0-59 0 0,-1 1 0 0 0,1 0 0 0 0,-1 1 0 0 0,0-1 0 0 0,13 6 0 0 0,-15-4-10 0 0,-3 1-18 0 0,9 12 18 0 0,-8-11 17 0 0,-2 0-3 0 0,-1 1-10 0 0,1 0 0 0 0,-1 0 0 0 0,0 0 0 0 0,-1 0 0 0 0,1 0 0 0 0,-1 0 0 0 0,-1-1-1 0 0,1 1 1 0 0,-1 0 0 0 0,0-1 0 0 0,-3 8 0 0 0,-1 0 91 0 0,-1-1 1 0 0,-1 0-1 0 0,-15 20 0 0 0,20-29 4 0 0,0 1 10 0 0,-11 10 37 0 0,8-5 156 0 0,13-10 215 0 0,-2-1-520 0 0,1 0 0 0 0,-1 0 0 0 0,1 0-1 0 0,-1 1 1 0 0,1 0 0 0 0,0 0-1 0 0,-1 1 1 0 0,11-1 0 0 0,-11 1-9 0 0,1 0 20 0 0,1 1 7 0 0,2 0-9 0 0,-1 0-1 0 0,1 0 0 0 0,-1 1 0 0 0,0 1 0 0 0,1-1 0 0 0,-1 2 0 0 0,0-1 0 0 0,-1 1 0 0 0,14 8 0 0 0,-18-10 15 0 0,-3 0-27 0 0,0 0 1 0 0,1-1-1 0 0,-1 1 1 0 0,0-1-1 0 0,1 1 1 0 0,-1-1-1 0 0,1 0 0 0 0,0 1 1 0 0,-1-1-1 0 0,1 1 1 0 0,0-1-1 0 0,1 2 1 0 0,0 0 8 0 0,0 2 11 0 0,-3 1-8 0 0,-1 3 0 0 0,0 0 0 0 0,-1-1-1 0 0,0 1 1 0 0,0-1 0 0 0,-1 0 0 0 0,0 0-1 0 0,0 0 1 0 0,-1 0 0 0 0,0-1 0 0 0,0 0 0 0 0,-1 0-1 0 0,0 0 1 0 0,-1-1 0 0 0,1 0 0 0 0,-1 0-1 0 0,0 0 1 0 0,0-1 0 0 0,-11 5 0 0 0,6-2-42 0 0,0-1 0 0 0,-1-1 0 0 0,1-1 0 0 0,-2 1 0 0 0,1-2 0 0 0,0 0 0 0 0,-25 4 0 0 0,31-8-233 0 0,0 0 0 0 0,0-1 0 0 0,0 1 0 0 0,0-1-1 0 0,0-1 1 0 0,0 0 0 0 0,0 0 0 0 0,0 0 0 0 0,-9-5 0 0 0,8 4 87 0 0,0-1-578 0 0,0 0 1 0 0,0 0 0 0 0,0-1-1 0 0,1 1 1 0 0,0-2 0 0 0,0 1-1 0 0,0-1 1 0 0,1 0 0 0 0,0 0-1 0 0,-6-9 1 0 0,-6-5-5055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0 215 4528 0 0,'0'0'4692'0'0,"3"-3"-3875"0"0,0 0-678 0 0,0 0 0 0 0,0 1 0 0 0,0-1-1 0 0,0 1 1 0 0,0 0 0 0 0,1 0 0 0 0,-1 0 0 0 0,1 1 0 0 0,-1-1 0 0 0,1 1 0 0 0,0 0 0 0 0,6-2-1 0 0,233-46 1451 0 0,227-64-3326 0 0,-412 90-5171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2976 0 0,'0'0'4449'0'0,"4"2"-3687"0"0,33 25 2012 0 0,-34-24-2362 0 0,17 9 681 0 0,-16-11-800 0 0,7 2-132 0 0,1-1 1 0 0,-1-1-1 0 0,1 0 1 0 0,-1 0 0 0 0,1-1-1 0 0,-1-1 1 0 0,0 0-1 0 0,1 0 1 0 0,11-4 0 0 0,-16 4-60 0 0,21-8 90 0 0,-23 8-47 0 0,0-1-80 0 0,16-2-27 0 0,-16 3 72 0 0,-5 9-111 0 0,-1 0 1 0 0,1 1-1 0 0,-1-1 1 0 0,-1 0-1 0 0,-3 13 1 0 0,-58 197-783 0 0,55-177-1774 0 0,-5 61 0 0 0,14-89-799 0 0,2 27-2375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122 101 4540 0 0,'-8'0'1435'0'0,"-106"1"6685"0"0,271-14-7688 0 0,145-14 442 0 0,-11-21-5487 0 0,-290 48 4445 0 0,1 0 1 0 0,-1-1-1 0 0,1 1 1 0 0,-1 0-1 0 0,1-1 1 0 0,-1 0-1 0 0,1 1 1 0 0,-1-1-1 0 0,0 0 1 0 0,1 0-1 0 0,-1 1 1 0 0,2-3-1 0 0,9-1-3619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2604 0 0,'0'0'6320'0'0,"2"5"-5889"0"0,5 17 476 0 0,-3-21-703 0 0,12 5-29 0 0,-13-5-19 0 0,2 0-2 0 0,16 2 11 0 0,-16-2 7 0 0,1-1-30 0 0,21 0 208 0 0,-1-1-1 0 0,49-8 1 0 0,-71 8 108 0 0,21 2-356 0 0,-19-1-60 0 0,-9 4 14 0 0,1-1-49 0 0,-87 144 468 0 0,79-128-562 0 0,1 1-1 0 0,1 0 1 0 0,1 0 0 0 0,1 0-1 0 0,-7 42 1 0 0,12-52-600 0 0,0 0 1 0 0,1 0-1 0 0,1 0 1 0 0,0 0-1 0 0,0 0 1 0 0,1 0 0 0 0,0 0-1 0 0,1 0 1 0 0,0-1-1 0 0,8 17 1 0 0,3-1-4818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5304 0 0,'0'0'7776'0'0,"3"5"-6799"0"0,22 48 1092 0 0,81 150-375 0 0,-104-197-2174 0 0,1 1-1 0 0,-1-1 0 0 0,0 1 1 0 0,-1 0-1 0 0,1-1 0 0 0,-1 1 1 0 0,0 10-1 0 0,-1-13-622 0 0,-1 1 0 0 0,1 0 0 0 0,-1-1 0 0 0,1 1 0 0 0,-1-1-1 0 0,-3 9 1 0 0,-5 10-5110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95 3612 0 0,'11'-10'417'0'0,"1"0"0"0"0,0 1-1 0 0,0 0 1 0 0,1 1-1 0 0,0 1 1 0 0,1 0 0 0 0,0 1-1 0 0,0 0 1 0 0,0 1-1 0 0,1 0 1 0 0,-1 1-1 0 0,1 1 1 0 0,0 1 0 0 0,0 0-1 0 0,0 1 1 0 0,25 0-1 0 0,-12 3-127 0 0,-1 0 0 0 0,0 1-1 0 0,0 2 1 0 0,0 1-1 0 0,-1 1 1 0 0,0 1-1 0 0,0 1 1 0 0,34 18-1 0 0,-49-22-213 0 0,-1 0-1 0 0,-1 1 0 0 0,1 0 1 0 0,-1 0-1 0 0,0 1 0 0 0,-1 1 1 0 0,1-1-1 0 0,-1 2 1 0 0,-1-1-1 0 0,0 1 0 0 0,0 0 1 0 0,-1 0-1 0 0,0 1 0 0 0,0-1 1 0 0,-1 1-1 0 0,0 1 1 0 0,-1-1-1 0 0,0 1 0 0 0,2 11 1 0 0,-5-19-65 0 0,-1 1 1 0 0,1-1 0 0 0,-1 0-1 0 0,0 1 1 0 0,0-1 0 0 0,0 1 0 0 0,0-1-1 0 0,0 1 1 0 0,-1-1 0 0 0,-1 6-1 0 0,-1 3 9 0 0,1 0-7 0 0,-2 1-1 0 0,1-1 0 0 0,-2 0 1 0 0,1 0-1 0 0,-2 0 0 0 0,0-1 1 0 0,0 0-1 0 0,-1 0 0 0 0,0 0 1 0 0,-1-1-1 0 0,0 0 0 0 0,-1-1 1 0 0,-12 12-1 0 0,0-3-8 0 0,-2 0-1 0 0,0-1 0 0 0,0-1 1 0 0,-46 22-1 0 0,44-27-80 0 0,0 0-1 0 0,0-2 1 0 0,-1-1-1 0 0,-1-1 1 0 0,-42 6-1 0 0,67-12 38 0 0,0-1 1 0 0,1 0-1 0 0,-1 1 0 0 0,0-1 0 0 0,0 0 0 0 0,1 0 0 0 0,-1 0 0 0 0,0 0 0 0 0,0-1 1 0 0,1 1-1 0 0,-1 0 0 0 0,0-1 0 0 0,1 1 0 0 0,-4-2 0 0 0,0 0-96 0 0,3 1 82 0 0,1 1 0 0 0,-1 0 0 0 0,1-1 0 0 0,-1 1 0 0 0,0-1 0 0 0,1 1 0 0 0,-1-1 0 0 0,1 0 0 0 0,-1 1 0 0 0,1-1 0 0 0,0 0 0 0 0,-1 0 0 0 0,1 0 0 0 0,0 0 0 0 0,-2-2 0 0 0,-1-1-133 0 0,3 4 117 0 0,-1-1-1 0 0,1 0 1 0 0,0 0-1 0 0,0 0 1 0 0,0 0-1 0 0,-1 0 1 0 0,1 0-1 0 0,0 0 1 0 0,0 0-1 0 0,1-1 1 0 0,-1 1 0 0 0,0 0-1 0 0,0 0 1 0 0,0-1-1 0 0,1 1 1 0 0,-1-1-1 0 0,0-1 1 0 0,0-1-199 0 0,-1 2 132 0 0,1 0 1 0 0,0 0-1 0 0,0 1 0 0 0,0-1 1 0 0,0 0-1 0 0,0 0 1 0 0,1 0-1 0 0,-1 0 0 0 0,1 0 1 0 0,-1 0-1 0 0,1 0 0 0 0,0 0 1 0 0,-1-1-1 0 0,1-1 0 0 0,0-2-303 0 0,0-10-1127 0 0,8-23-1059 0 0,2 7-1873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289 58 3568 0 0,'0'0'5033'0'0,"0"-5"-4184"0"0,3-20 391 0 0,1 22-804 0 0,39-16 840 0 0,-38 17-1034 0 0,0 2-35 0 0,16-3-32 0 0,-15 3 72 0 0,0 2-172 0 0,17 4 2 0 0,-17-4-14 0 0,-6-2-61 0 0,0 0 0 0 0,0 1 0 0 0,0-1 0 0 0,0 0 1 0 0,1 0-1 0 0,-1 1 0 0 0,0-1 0 0 0,0 0 0 0 0,0 0 0 0 0,0 1 0 0 0,0-1 0 0 0,0 0 0 0 0,0 0 1 0 0,1 0-1 0 0,-1 1 0 0 0,0-1 0 0 0,0 0 0 0 0,0 0 0 0 0,0 0 0 0 0,1 0 0 0 0,-1 1 1 0 0,0-1-1 0 0,0 0 0 0 0,1 0 0 0 0,-1 0 0 0 0,0 0 0 0 0,0 0 0 0 0,1 0 0 0 0,-1 0 1 0 0,0 1-1 0 0,0-1 0 0 0,1 0 0 0 0,-1 0 0 0 0,0 0 0 0 0,1 0 0 0 0,-1 0 3 0 0,1 0 0 0 0,-1 0 0 0 0,1 0 0 0 0,0 0 0 0 0,-1 1 0 0 0,1-1 0 0 0,-1 0 0 0 0,1 0 0 0 0,0 1 0 0 0,-1-1 0 0 0,1 0 0 0 0,-1 1 0 0 0,1-1 0 0 0,-1 1 0 0 0,0-1 0 0 0,1 1 0 0 0,-1-1 0 0 0,1 1 0 0 0,-1-1 0 0 0,0 1 0 0 0,1-1 0 0 0,-1 1 0 0 0,0-1 0 0 0,0 1 0 0 0,1-1 0 0 0,-1 1 0 0 0,0 0 0 0 0,0 0 0 0 0,5 19 25 0 0,-4-15-6 0 0,-3 0-14 0 0,-5 14-6 0 0,6-14 5 0 0,-2-1 17 0 0,-9 15 4 0 0,9-14 13 0 0,0-1-11 0 0,-9 13 2 0 0,9-13 12 0 0,0-1 35 0 0,-10 16 428 0 0,13-19-510 0 0,0 0 0 0 0,1 0 0 0 0,-1 0 0 0 0,0 0 1 0 0,0 0-1 0 0,1 0 0 0 0,-1 0 0 0 0,0 0 0 0 0,0 0 0 0 0,1 1 1 0 0,-1-1-1 0 0,0 0 0 0 0,0 0 0 0 0,0 0 0 0 0,0 1 0 0 0,1-1 1 0 0,-1 0-1 0 0,0 0 0 0 0,0 0 0 0 0,0 1 0 0 0,0-1 1 0 0,0 0-1 0 0,0 0 0 0 0,0 1 0 0 0,1-1 0 0 0,-1 0 0 0 0,0 0 1 0 0,0 1-1 0 0,0-1 0 0 0,0 0 0 0 0,0 0 0 0 0,0 1 0 0 0,0-1 1 0 0,0 0-1 0 0,0 1 0 0 0,0-1-2 0 0,-1 1 0 0 0,2-1 1 0 0,-1 1-1 0 0,0-1 0 0 0,0 1 1 0 0,0 0-1 0 0,0-1 0 0 0,0 1 0 0 0,0-1 1 0 0,0 1-1 0 0,1-1 0 0 0,-1 1 0 0 0,0-1 1 0 0,1 1-1 0 0,-1-1 0 0 0,0 0 0 0 0,1 1 1 0 0,-1-1-1 0 0,0 1 0 0 0,1-1 1 0 0,-1 0-1 0 0,1 1 0 0 0,-1-1 0 0 0,0 0 1 0 0,1 1-1 0 0,-1-1 0 0 0,1 0 0 0 0,-1 0 1 0 0,1 1-1 0 0,-1-1 0 0 0,1 0 0 0 0,0 0 1 0 0,0 0-1 0 0,0 1 12 0 0,6-1 77 0 0,0 1 0 0 0,0 1 0 0 0,0 0 0 0 0,0 0 0 0 0,-1 0 0 0 0,1 1 0 0 0,0 0 0 0 0,-1 0 0 0 0,0 0 0 0 0,0 1 0 0 0,0 0 0 0 0,8 7 0 0 0,-13-10-70 0 0,0 0 1 0 0,0 1 0 0 0,-1-1-1 0 0,1 0 1 0 0,0 0-1 0 0,-1 1 1 0 0,1-1 0 0 0,-1 0-1 0 0,0 1 1 0 0,1-1-1 0 0,-1 0 1 0 0,0 3 0 0 0,1-1 19 0 0,0 2 161 0 0,-2 0-118 0 0,-1-1-75 0 0,1 1 0 0 0,-1-1-1 0 0,0 0 1 0 0,0 0 0 0 0,0 0-1 0 0,0 0 1 0 0,-1-1 0 0 0,0 1-1 0 0,1-1 1 0 0,-1 1 0 0 0,-1-1-1 0 0,1 0 1 0 0,0 0 0 0 0,-1 0-1 0 0,0-1 1 0 0,1 1 0 0 0,-6 2-1 0 0,-9 3-368 0 0,1 0 0 0 0,-1-2 0 0 0,0 0 0 0 0,-1 0 0 0 0,-25 3 0 0 0,-91-1-2468 0 0,106-9 651 0 0,1-1 1 0 0,-51-10-1 0 0,47 4-2395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53 294 3300 0 0,'0'0'1412'0'0,"-3"-4"-220"0"0,3 3-1026 0 0,0 1 0 0 0,0-1 0 0 0,0 0 1 0 0,0 1-1 0 0,-1-1 0 0 0,1 1 0 0 0,0-1 0 0 0,0 1 0 0 0,-1-1 1 0 0,1 1-1 0 0,0-1 0 0 0,0 1 0 0 0,-1-1 0 0 0,1 1 0 0 0,-1 0 1 0 0,1-1-1 0 0,0 1 0 0 0,-1 0 0 0 0,1-1 0 0 0,-1 1 0 0 0,1 0 1 0 0,-1-1-1 0 0,1 1 0 0 0,-1 0 0 0 0,1 0 0 0 0,-1-1 1 0 0,1 1-1 0 0,-2 0 0 0 0,5 18 1216 0 0,14 39-1210 0 0,-15-54 117 0 0,62 196 1606 0 0,164 421-169 0 0,-213-588-1634 0 0,2-1-1 0 0,26 37 0 0 0,-33-54-31 0 0,1-1 0 0 0,-1-1 1 0 0,2 0-1 0 0,0 0 0 0 0,0-1 1 0 0,25 17-1 0 0,-31-25-45 0 0,1 0 1 0 0,-1 0-1 0 0,0 0 0 0 0,1-1 1 0 0,-1 0-1 0 0,1-1 0 0 0,-1 1 1 0 0,1-1-1 0 0,7 0 0 0 0,-9 0 5 0 0,31 0 6 0 0,0-2 0 0 0,1 0 0 0 0,-2-3 1 0 0,1-1-1 0 0,51-14 0 0 0,-42 9-17 0 0,490-85-87 0 0,-382 78 46 0 0,237 1 0 0 0,-257 22 102 0 0,-39 0 126 0 0,-88-6-98 0 0,-1 0-68 0 0,0-1-17 0 0,-1 0 0 0 0,1 0 0 0 0,-1 0 0 0 0,1-1 0 0 0,-1 0 1 0 0,0 0-1 0 0,0 0 0 0 0,6-3 0 0 0,-7 2 0 0 0,0-2-9 0 0,8-22 44 0 0,-2 0-1 0 0,0 0 1 0 0,-2-1 0 0 0,8-58-1 0 0,-2-124-216 0 0,-14 156 216 0 0,-3-1 1 0 0,-1 1-1 0 0,-4 0 0 0 0,-1 1 0 0 0,-3 0 0 0 0,-2 0 0 0 0,-3 2 0 0 0,-45-95 0 0 0,51 123-35 0 0,-1 0 0 0 0,-2 1 0 0 0,0 0 1 0 0,-1 1-1 0 0,-28-28 0 0 0,34 38 2 0 0,-2 2 1 0 0,1-1 0 0 0,-1 1-1 0 0,0 1 1 0 0,-1 0 0 0 0,0 1-1 0 0,-1 0 1 0 0,1 1-1 0 0,-1 1 1 0 0,0 0 0 0 0,-18-3-1 0 0,-16 0 8 0 0,0 2 0 0 0,-1 2 0 0 0,-79 4 0 0 0,-146 27 29 0 0,176-15-61 0 0,-1109 181-1471 0 0,1138-181-1393 0 0,62-10 1402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50 196 3376 0 0,'-50'16'11177'0'0,"63"-17"-10929"0"0,-1 0 0 0 0,1-2 0 0 0,19-5 0 0 0,15-2-17 0 0,627-94 774 0 0,-476 66-2556 0 0,-71 8-2390 0 0,-90 16 532 0 0,-31 12 528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 13 3140 0 0,'-53'-11'4546'0'0,"48"10"-1885"0"0,0 7-2233 0 0,4-6-406 0 0,1 0-1 0 0,-1 0 1 0 0,1 0 0 0 0,0 1 0 0 0,-1-1 0 0 0,1 0 0 0 0,0 0 0 0 0,-1 1-1 0 0,1-1 1 0 0,0 0 0 0 0,-1 1 0 0 0,1-1 0 0 0,0 0 0 0 0,-1 1-1 0 0,1-1 1 0 0,0 1 0 0 0,0-1 0 0 0,0 0 0 0 0,-1 1 0 0 0,1-1-1 0 0,0 1 1 0 0,0-1 0 0 0,0 1 0 0 0,0-1 0 0 0,0 1 0 0 0,0-1-1 0 0,0 0 1 0 0,0 1 0 0 0,0-1 0 0 0,0 1 0 0 0,0-1 0 0 0,0 1 0 0 0,0-1-1 0 0,0 1 1 0 0,1 0 0 0 0,6 4 79 0 0,0 0 1 0 0,1 0-1 0 0,0 0 0 0 0,0-1 0 0 0,1 0 1 0 0,-1 0-1 0 0,11 2 0 0 0,65 5 393 0 0,-79-10-314 0 0,3-1 14 0 0,20-2 10 0 0,-21 2 37 0 0,-6 1-225 0 0,-1-1 0 0 0,1 0 0 0 0,-1 0 0 0 0,1 1 0 0 0,0-1 1 0 0,-1 0-1 0 0,1 0 0 0 0,0 0 0 0 0,-1 0 0 0 0,1 1 0 0 0,-1-1 0 0 0,1 0 0 0 0,0 0 0 0 0,-1 0 1 0 0,1 0-1 0 0,0-1 0 0 0,-1 1 0 0 0,1 0 0 0 0,0 0 0 0 0,-1 0 0 0 0,2-1 0 0 0,-1 1 71 0 0,1-1 1 0 0,0 1-1 0 0,-1-1 0 0 0,1 1 0 0 0,-1 0 0 0 0,1 0 0 0 0,-1-1 1 0 0,1 1-1 0 0,0 0 0 0 0,-1 1 0 0 0,1-1 0 0 0,1 0 0 0 0,17 4 67 0 0,-15-3 248 0 0,-7 4-241 0 0,-21 47 154 0 0,-16 56 0 0 0,32-85-332 0 0,1 1-1 0 0,1-1 1 0 0,2 1-1 0 0,0 1 1 0 0,1 32-1 0 0,2-45-389 0 0,1 0-1 0 0,0-1 1 0 0,0 1-1 0 0,1 0 1 0 0,1 0-1 0 0,5 13 1 0 0,-5-18-950 0 0,-3-5 1208 0 0,1 0 0 0 0,0 0 0 0 0,0-1 0 0 0,0 1 0 0 0,0 0 0 0 0,0-1 0 0 0,0 1 0 0 0,0-1 0 0 0,0 1 0 0 0,3 2 0 0 0,9 6-4134 0 0,11 8-1959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259 99 2816 0 0,'-2'-5'1640'0'0,"-4"-3"-888"0"0,1 0 0 0 0,-2 0-1 0 0,1 0 1 0 0,-1 1 0 0 0,-8-7-1 0 0,12 12-266 0 0,-3 0-66 0 0,1 2-306 0 0,0-1-1 0 0,0 1 0 0 0,0 0 1 0 0,0 0-1 0 0,0 1 0 0 0,0-1 1 0 0,0 1-1 0 0,0 0 0 0 0,0 1 1 0 0,0-1-1 0 0,0 1 0 0 0,1 0 1 0 0,-1 0-1 0 0,1 0 0 0 0,-1 1 1 0 0,-5 4-1 0 0,1 0 66 0 0,0 0-1 0 0,0 1 1 0 0,1 0-1 0 0,0 1 0 0 0,1-1 1 0 0,0 2-1 0 0,-6 9 1 0 0,7-8-72 0 0,0 0-1 0 0,0 1 1 0 0,1-1-1 0 0,1 1 1 0 0,0 0 0 0 0,0 0-1 0 0,2 1 1 0 0,-1-1 0 0 0,1 1-1 0 0,1-1 1 0 0,1 1 0 0 0,-1 0-1 0 0,2-1 1 0 0,2 16 0 0 0,-2-17-36 0 0,0-9-64 0 0,-1 0 0 0 0,0 0 0 0 0,0 0 0 0 0,1 0 0 0 0,-1-1 0 0 0,1 1 0 0 0,0 0 0 0 0,-1 0 0 0 0,1 0 0 0 0,0-1 0 0 0,0 1 0 0 0,2 2 0 0 0,4 8 50 0 0,-4-7-57 0 0,0 0 0 0 0,0 0 0 0 0,1-1 0 0 0,-1 1-1 0 0,1-1 1 0 0,0 0 0 0 0,0 0 0 0 0,0-1 0 0 0,1 1 0 0 0,-1-1-1 0 0,1 0 1 0 0,0 0 0 0 0,0 0 0 0 0,0 0 0 0 0,0-1 0 0 0,8 2-1 0 0,48 3 0 0 0,-47-7 22 0 0,0-2 1 0 0,0 0-1 0 0,0 0 0 0 0,0-1 1 0 0,0-1-1 0 0,0 0 1 0 0,-1-1-1 0 0,0-1 1 0 0,0 0-1 0 0,-1 0 0 0 0,1-1 1 0 0,-1-1-1 0 0,12-10 1 0 0,-17 12 15 0 0,0-1 0 0 0,0 1 0 0 0,-1-1 0 0 0,0 0 0 0 0,-1-1 0 0 0,1 1 0 0 0,-1-1 0 0 0,-1 0 0 0 0,0-1 0 0 0,0 1 0 0 0,0-1 0 0 0,-1 0 0 0 0,-1 0 0 0 0,1 0 0 0 0,-1 0 0 0 0,-1 0 0 0 0,1-16 0 0 0,-1 11-21 0 0,-1 1 0 0 0,-1 0 0 0 0,0-1 1 0 0,-1 1-1 0 0,-1 0 0 0 0,0 0 0 0 0,0 0 1 0 0,-1 0-1 0 0,-1 0 0 0 0,0 1 0 0 0,-12-20 0 0 0,15 29-11 0 0,1 1-1 0 0,0 0 0 0 0,-1 0 0 0 0,1 0 0 0 0,-1 0 1 0 0,0 0-1 0 0,1 1 0 0 0,-1-1 0 0 0,-3-2 0 0 0,-1 0 1 0 0,5 3-4 0 0,0-1 0 0 0,0 1-1 0 0,0 0 1 0 0,0 0-1 0 0,0 0 1 0 0,-1 0 0 0 0,1 0-1 0 0,0 0 1 0 0,-1 1-1 0 0,1-1 1 0 0,-1 0 0 0 0,1 1-1 0 0,-1-1 1 0 0,1 1-1 0 0,-3-1 1 0 0,-1-1-2 0 0,-7 1 12 0 0,2 2-38 0 0,1 0-1 0 0,0 1 1 0 0,0 0-1 0 0,0 1 1 0 0,1 0-1 0 0,-1 0 1 0 0,1 1-1 0 0,-1 0 0 0 0,1 1 1 0 0,0 0-1 0 0,-11 8 1 0 0,14-9-287 0 0,1 0 1 0 0,-1 1-1 0 0,1 0 1 0 0,0-1-1 0 0,0 1 1 0 0,0 1-1 0 0,1-1 0 0 0,0 0 1 0 0,0 1-1 0 0,0 0 1 0 0,1-1-1 0 0,-1 1 1 0 0,1 0-1 0 0,1 1 1 0 0,-1-1-1 0 0,1 0 1 0 0,0 0-1 0 0,1 1 1 0 0,0-1-1 0 0,0 7 1 0 0,0-11 53 0 0,0 0 1 0 0,0 0-1 0 0,1 0 1 0 0,-1 0-1 0 0,1 0 1 0 0,-1 0-1 0 0,1 0 1 0 0,0-1-1 0 0,-1 1 1 0 0,1 0-1 0 0,0-1 1 0 0,2 4-1 0 0,0 0-773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37 4952 0 0,'0'0'9063'0'0,"-1"5"-8864"0"0,-4 15-38 0 0,4-15 348 0 0,0 0-424 0 0,-3 12-47 0 0,3-12 102 0 0,3-2-127 0 0,9 14 55 0 0,-7-19-12 0 0,4-2 67 0 0,-1 0 0 0 0,0-1 0 0 0,0 0 0 0 0,0-1 0 0 0,0 1 0 0 0,9-12 0 0 0,-13 13-15 0 0,-1 0-32 0 0,0 1-60 0 0,-1 2-8 0 0,-1 0-1 0 0,1 0 0 0 0,0 0 0 0 0,0 0 0 0 0,-1 0 0 0 0,1-1 0 0 0,0 1 0 0 0,-1 0 0 0 0,1 0 0 0 0,-1-1 0 0 0,0 1 0 0 0,1-3 50 0 0,0 0-56 0 0,2-13-42 0 0,-2 13-52 0 0,-18-4-2273 0 0,15 6 2159 0 0,-2 1-571 0 0,-14 9-7080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77 4812 0 0,'0'0'3358'0'0,"-1"-4"-1972"0"0,0-1-888 0 0,0 1-1 0 0,1 0 0 0 0,0-1 0 0 0,0 1 1 0 0,0 0-1 0 0,0-1 0 0 0,1 1 1 0 0,1-7-1 0 0,0 6-136 0 0,-2 5-337 0 0,1 0-1 0 0,-1 0 1 0 0,1 0 0 0 0,-1 0-1 0 0,1 0 1 0 0,0 0-1 0 0,-1 0 1 0 0,1 0-1 0 0,-1 0 1 0 0,1 0-1 0 0,-1-1 1 0 0,1 1-1 0 0,-1 0 1 0 0,1 0 0 0 0,-1-1-1 0 0,1 1 1 0 0,-1 0-1 0 0,1-1 1 0 0,-1 1-1 0 0,0 0 1 0 0,1-1-1 0 0,-1 1 1 0 0,1-1 0 0 0,0 0 4 0 0,0 0 1 0 0,0 0 0 0 0,0 0-1 0 0,0 0 1 0 0,-1 1 0 0 0,1-1-1 0 0,1 0 1 0 0,-1 1 0 0 0,0-1-1 0 0,0 0 1 0 0,0 1 0 0 0,0 0-1 0 0,0-1 1 0 0,0 1 0 0 0,1 0-1 0 0,0-1 1 0 0,11-1 98 0 0,-1 0 0 0 0,1 1-1 0 0,-1 0 1 0 0,1 1 0 0 0,-1 1-1 0 0,1 0 1 0 0,-1 1 0 0 0,1 0 0 0 0,-1 0-1 0 0,0 2 1 0 0,0-1 0 0 0,0 2 0 0 0,0 0-1 0 0,-1 0 1 0 0,0 1 0 0 0,0 0 0 0 0,0 1-1 0 0,-1 0 1 0 0,0 0 0 0 0,0 1-1 0 0,-1 1 1 0 0,0 0 0 0 0,9 11 0 0 0,-14-14-96 0 0,-1 1 0 0 0,1 0 0 0 0,-1-1 0 0 0,0 1 0 0 0,-1 0 0 0 0,1 1 0 0 0,1 13 0 0 0,-3-17-25 0 0,0-2-2 0 0,0 1-1 0 0,-1-1 0 0 0,1 1 0 0 0,-1-1 1 0 0,0 0-1 0 0,0 1 0 0 0,0-1 1 0 0,0 1-1 0 0,0-1 0 0 0,0 0 0 0 0,-1 1 1 0 0,1-1-1 0 0,-1 3 0 0 0,-1 2 5 0 0,0 5-73 0 0,0 1 0 0 0,-1-1-1 0 0,0 0 1 0 0,-1 0-1 0 0,0 0 1 0 0,-1-1-1 0 0,-8 15 1 0 0,1-5-1323 0 0,-1-1 0 0 0,-20 24 0 0 0,30-40 138 0 0,0-1-224 0 0,-2 0 871 0 0,-1 3-189 0 0,-1 0-3243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0 132 3408 0 0,'0'0'4861'0'0,"16"-26"-2793"0"0,7 14-828 0 0,16 0-824 0 0,-12 4-100 0 0,2 1-152 0 0,3-1-228 0 0,0 0-252 0 0,1-1-184 0 0,3 1-284 0 0,-2 0-704 0 0,-1-1-16 0 0,-1 1-1005 0 0,0 0-2759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46 3576 0 0,'0'0'3778'0'0,"3"-5"-3192"0"0,7-17 395 0 0,-5 20-564 0 0,2-1-262 0 0,1 0 0 0 0,-1 1 0 0 0,1-1 0 0 0,-1 2 0 0 0,1-1 0 0 0,0 1 0 0 0,0 0 0 0 0,-1 1 0 0 0,1 0 0 0 0,0 0 0 0 0,0 0 0 0 0,0 1 0 0 0,0 0-1 0 0,9 3 1 0 0,-14-2-100 0 0,1-1-1 0 0,-1 0 0 0 0,1 1 0 0 0,-1-1 0 0 0,0 1 1 0 0,0 0-1 0 0,1 0 0 0 0,-1 0 0 0 0,0 1 0 0 0,-1-1 1 0 0,1 1-1 0 0,0-1 0 0 0,-1 1 0 0 0,4 5 0 0 0,-4-5-31 0 0,1 1 8 0 0,-1 0 1 0 0,0 0-1 0 0,0 0 1 0 0,0 0-1 0 0,0 1 1 0 0,-1-1-1 0 0,1 0 1 0 0,-1 1-1 0 0,0-1 1 0 0,-1 1-1 0 0,1-1 1 0 0,-1 9-1 0 0,0-9 19 0 0,1 2-7 0 0,-1 0 0 0 0,0-1 0 0 0,-1 1 0 0 0,1 0 0 0 0,-1-1 0 0 0,0 1 0 0 0,0 0 0 0 0,-4 10-1 0 0,0 0 88 0 0,-6 16 480 0 0,-2-1-1 0 0,-29 53 1 0 0,40-79-371 0 0,2-4-220 0 0,0-1-1 0 0,0 1 1 0 0,0 0-1 0 0,0 0 1 0 0,0 0 0 0 0,0-1-1 0 0,-1 1 1 0 0,1 0-1 0 0,0 0 1 0 0,0-1-1 0 0,-1 1 1 0 0,1 0-1 0 0,0-1 1 0 0,-1 1-1 0 0,1 0 1 0 0,-1-1-1 0 0,0 2 1 0 0,0-1 12 0 0,1-1-1 0 0,-1 1 1 0 0,1-1 0 0 0,-1 1 0 0 0,1 0-1 0 0,-1-1 1 0 0,1 1 0 0 0,0 0 0 0 0,-1 0 0 0 0,1-1-1 0 0,0 1 1 0 0,0 0 0 0 0,0 0 0 0 0,-1-1-1 0 0,1 1 1 0 0,0 0 0 0 0,0 1 0 0 0,4 2 114 0 0,-1-2-130 0 0,0 0 0 0 0,-1 0 0 0 0,2 0 0 0 0,-1-1 0 0 0,0 1 0 0 0,0-1-1 0 0,0 1 1 0 0,1-1 0 0 0,-1 0 0 0 0,1 0 0 0 0,-1-1 0 0 0,1 1 0 0 0,-1-1 0 0 0,6 1 0 0 0,25-2-221 0 0,0-1 1 0 0,0-2-1 0 0,0-2 1 0 0,0 0-1 0 0,-1-3 1 0 0,55-20-1 0 0,182-96-7238 0 0,-235 107 5576 0 0,14-6-4139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202 33 3692 0 0,'-42'-28'3683'0'0,"38"26"-2824"0"0,2 2-731 0 0,0-1 0 0 0,0 1 0 0 0,0-1 0 0 0,0 1 0 0 0,1 0 1 0 0,-1 0-1 0 0,0 0 0 0 0,0 0 0 0 0,0 0 0 0 0,-4 1 0 0 0,4-1-41 0 0,-1 0 1 0 0,1 1-1 0 0,0-1 0 0 0,-1 1 1 0 0,1-1-1 0 0,0 1 0 0 0,0 0 1 0 0,0 0-1 0 0,-1 0 0 0 0,1 0 1 0 0,0 0-1 0 0,0 0 0 0 0,0 1 1 0 0,1-1-1 0 0,-1 1 0 0 0,0-1 1 0 0,-2 3-1 0 0,-21 31 549 0 0,15-18-447 0 0,2 1 0 0 0,0 0 0 0 0,1 1 1 0 0,1 0-1 0 0,1 0 0 0 0,-3 22 0 0 0,2-4 125 0 0,0 75 0 0 0,5-91-213 0 0,1-19-95 0 0,0 1 0 0 0,0-1 0 0 0,0 0 0 0 0,0 0 0 0 0,1 1 0 0 0,-1-1 0 0 0,0 0 1 0 0,1 0-1 0 0,0 1 0 0 0,0-1 0 0 0,1 2 0 0 0,2 8 62 0 0,-1-1-25 0 0,1-1 1 0 0,0 0-1 0 0,1 0 0 0 0,0-1 0 0 0,10 15 0 0 0,-12-21-38 0 0,0 1 0 0 0,0-1 0 0 0,0-1-1 0 0,0 1 1 0 0,0 0 0 0 0,1-1-1 0 0,-1 0 1 0 0,1 0 0 0 0,-1 0-1 0 0,1 0 1 0 0,0 0 0 0 0,0-1-1 0 0,0 0 1 0 0,0 1 0 0 0,0-2-1 0 0,0 1 1 0 0,0 0 0 0 0,0-1-1 0 0,7 0 1 0 0,31-1 23 0 0,-31-3-20 0 0,-2-1 3 0 0,3 1 33 0 0,-1-1 0 0 0,1 0 0 0 0,-1-1 0 0 0,0 0 0 0 0,0-1 0 0 0,-1 0 0 0 0,0-1 0 0 0,0 0 0 0 0,0-1 0 0 0,-1 0 0 0 0,-1 0 0 0 0,0-1 0 0 0,0 0 0 0 0,0 0 0 0 0,-2-1 0 0 0,1 0 0 0 0,-1 0 0 0 0,-1-1 0 0 0,0 0 0 0 0,-1 0 0 0 0,0 0 0 0 0,0 0 0 0 0,1-15 0 0 0,-4 15-42 0 0,-1-1-1 0 0,0 1 0 0 0,0-1 0 0 0,-2 1 0 0 0,1-1 0 0 0,-2 1 1 0 0,1 0-1 0 0,-2 0 0 0 0,0 0 0 0 0,0 0 0 0 0,-1 0 1 0 0,0 1-1 0 0,-1 0 0 0 0,0 0 0 0 0,-1 1 0 0 0,-14-17 0 0 0,17 22-3 0 0,0 1-1 0 0,-1 0 0 0 0,1 0 0 0 0,-1 0 0 0 0,0 0 0 0 0,0 1 1 0 0,-1 0-1 0 0,1 0 0 0 0,-1 1 0 0 0,1-1 0 0 0,-1 1 0 0 0,0 0 0 0 0,0 1 1 0 0,0-1-1 0 0,0 1 0 0 0,0 0 0 0 0,0 1 0 0 0,0 0 0 0 0,0 0 1 0 0,0 0-1 0 0,-12 2 0 0 0,10 0-182 0 0,0 0 1 0 0,1 0-1 0 0,-1 0 0 0 0,0 1 1 0 0,1 0-1 0 0,0 1 1 0 0,0 0-1 0 0,0 0 0 0 0,0 0 1 0 0,1 1-1 0 0,-1 0 1 0 0,1 0-1 0 0,0 1 0 0 0,1 0 1 0 0,-9 10-1 0 0,6-5-1028 0 0,7-9 1025 0 0,-1 0 0 0 0,1 0 0 0 0,0 0 0 0 0,0 0 1 0 0,0 0-1 0 0,0 0 0 0 0,0 0 0 0 0,0 0 1 0 0,0 0-1 0 0,1 1 0 0 0,-1-1 0 0 0,1 0 0 0 0,0 1 1 0 0,-1 2-1 0 0,-2 20-2913 0 0,2-19-2233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98 11 3624 0 0,'1'0'205'0'0,"0"0"-1"0"0,-1 0 1 0 0,1 0-1 0 0,0 0 1 0 0,-1-1-1 0 0,1 1 1 0 0,0 0-1 0 0,-1-1 1 0 0,1 1-1 0 0,-1 0 1 0 0,1-1-1 0 0,-1 1 1 0 0,1-1-1 0 0,-1 1 0 0 0,1-1 1 0 0,-1 1-1 0 0,0-1 1 0 0,1 1-1 0 0,-1-1 1 0 0,1 1-1 0 0,-1-1 1 0 0,0 1-1 0 0,0-1 1 0 0,1 0-1 0 0,-1 0 1 0 0,-14 2 4470 0 0,7 0-6048 0 0,1 0 1374 0 0,2 2 154 0 0,-36 27 478 0 0,36-26-498 0 0,2-1-13 0 0,-9 9-2 0 0,8-9 115 0 0,2-2-194 0 0,1 0 1 0 0,-1 0 0 0 0,0 0-1 0 0,0 0 1 0 0,1 0-1 0 0,-1 0 1 0 0,0 1-1 0 0,1-1 1 0 0,-1 0 0 0 0,1 0-1 0 0,0 0 1 0 0,-1 1-1 0 0,1-1 1 0 0,0 0-1 0 0,0 1 1 0 0,0 0 0 0 0,15 4 54 0 0,-11-5 324 0 0,-1-4-412 0 0,10-12-411 0 0,-16 12-98 0 0,0 2-69 0 0,1-1-1 0 0,0 1 1 0 0,-1-1-1 0 0,1 1 1 0 0,-1 0-1 0 0,0 0 1 0 0,1 0-1 0 0,-1 1 1 0 0,0-1-1 0 0,1 0 1 0 0,-1 1-1 0 0,0 0 1 0 0,0 0-1 0 0,-3 0 1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217 17 4616 0 0,'0'0'4033'0'0,"-2"-3"-3186"0"0,1 2-764 0 0,0 0 0 0 0,0 0 0 0 0,0 0 1 0 0,0 0-1 0 0,0 0 0 0 0,0 0 0 0 0,0 1 0 0 0,0-1 0 0 0,0 0 0 0 0,-1 0 0 0 0,1 1 0 0 0,0-1 0 0 0,-1 1 0 0 0,1-1 0 0 0,0 1 1 0 0,-1 0-1 0 0,1-1 0 0 0,0 1 0 0 0,-1 0 0 0 0,1 0 0 0 0,-1 0 0 0 0,1 0 0 0 0,0 0 0 0 0,-1 0 0 0 0,1 0 0 0 0,-1 1 0 0 0,1-1 1 0 0,0 1-1 0 0,-1-1 0 0 0,1 1 0 0 0,0-1 0 0 0,-1 1 0 0 0,1-1 0 0 0,0 1 0 0 0,0 0 0 0 0,0 0 0 0 0,0 0 0 0 0,-2 1 1 0 0,-12 13 103 0 0,1 1 0 0 0,0 0 1 0 0,1 1-1 0 0,1 1 1 0 0,1 0-1 0 0,0 1 1 0 0,1 0-1 0 0,1 0 1 0 0,1 1-1 0 0,1 0 0 0 0,1 0 1 0 0,0 1-1 0 0,-4 36 1 0 0,10-54-184 0 0,-1-1 1 0 0,1 1 0 0 0,0 0 0 0 0,-1-1-1 0 0,1 1 1 0 0,1-1 0 0 0,-1 1 0 0 0,0 0-1 0 0,1-1 1 0 0,-1 1 0 0 0,2 2 0 0 0,0 2 0 0 0,-2-4-1 0 0,0 0 0 0 0,0-1-1 0 0,1 1 1 0 0,-1-1 0 0 0,1 1 0 0 0,0-1 0 0 0,0 1 0 0 0,0-1 0 0 0,0 0 0 0 0,2 4 0 0 0,0 1-7 0 0,-2-5-5 0 0,0 0-1 0 0,0 0 0 0 0,-1 0 1 0 0,1 0-1 0 0,0 0 0 0 0,1 0 1 0 0,-1 0-1 0 0,0 0 0 0 0,1 0 1 0 0,-1-1-1 0 0,1 1 0 0 0,3 3 1 0 0,0-1-11 0 0,-4-2 5 0 0,1 1 0 0 0,-1-1 0 0 0,1 0-1 0 0,0 0 1 0 0,0-1 0 0 0,-1 1 0 0 0,2 0 0 0 0,-1-1 0 0 0,0 1-1 0 0,4 2 1 0 0,0-1-17 0 0,-4-1 21 0 0,-1-1 1 0 0,0 0 0 0 0,1 0-1 0 0,-1 0 1 0 0,1 0 0 0 0,-1 0 0 0 0,1 0-1 0 0,-1 0 1 0 0,1 0 0 0 0,0-1-1 0 0,-1 1 1 0 0,1 0 0 0 0,0-1-1 0 0,3 1 1 0 0,15 2-115 0 0,-4 0 53 0 0,1-1-1 0 0,-1-1 0 0 0,21 0 1 0 0,-31-2 54 0 0,-1-1-22 0 0,-2 1 36 0 0,1-1-1 0 0,0 0 1 0 0,-1 0-1 0 0,1 0 1 0 0,-1 0-1 0 0,0-1 1 0 0,0 1-1 0 0,0-1 1 0 0,4-4-1 0 0,-5 3 9 0 0,-2-2-13 0 0,0-20-4 0 0,0 20 12 0 0,-2 0 8 0 0,1 2-3 0 0,-1 0 0 0 0,0 0 1 0 0,0 0-1 0 0,0 0 0 0 0,0 0 0 0 0,-1 0 1 0 0,1 0-1 0 0,-1 1 0 0 0,0-1 1 0 0,0 1-1 0 0,0 0 0 0 0,-1 0 1 0 0,1 0-1 0 0,-1 0 0 0 0,0 1 0 0 0,0-1 1 0 0,0 1-1 0 0,-8-3 0 0 0,8 3 11 0 0,-4 2-7 0 0,3 0-10 0 0,-3 0-3 0 0,0 0-1 0 0,1 1 1 0 0,-1-1 0 0 0,0 1-1 0 0,1 1 1 0 0,-1-1-1 0 0,1 2 1 0 0,-9 2-1 0 0,5-1-68 0 0,0 1 0 0 0,1 0-1 0 0,-1 1 1 0 0,1 0 0 0 0,1 1-1 0 0,-1-1 1 0 0,1 2 0 0 0,0 0-1 0 0,-11 12 1 0 0,17-16-383 0 0,5 2-784 0 0,2 16 458 0 0,-4-22 750 0 0,0 0 0 0 0,0 1 1 0 0,0-1-1 0 0,0 0 1 0 0,0 1-1 0 0,0-1 0 0 0,1 0 1 0 0,-1 0-1 0 0,0 1 0 0 0,0-1 1 0 0,0 0-1 0 0,0 1 1 0 0,0-1-1 0 0,0 0 0 0 0,0 0 1 0 0,1 1-1 0 0,-1-1 0 0 0,0 0 1 0 0,0 0-1 0 0,0 0 1 0 0,1 1-1 0 0,-1-1 0 0 0,0 0 1 0 0,0 0-1 0 0,0 0 0 0 0,1 0 1 0 0,-1 1-1 0 0,0-1 0 0 0,0 0 1 0 0,1 0-1 0 0,-1 0 1 0 0,45 11-5616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110 45 3064 0 0,'2'-3'1708'0'0,"-1"2"-1340"0"0,-1-1 0 0 0,1 1 0 0 0,-1 0-1 0 0,1-1 1 0 0,-1 1 0 0 0,0-1 0 0 0,1 1-1 0 0,-1-1 1 0 0,0 1 0 0 0,0 0 0 0 0,0-1 0 0 0,0 1-1 0 0,0-1 1 0 0,0 1 0 0 0,-1-1 0 0 0,1 1-1 0 0,-1-3 1 0 0,-4-6-656 0 0,3 6 730 0 0,-4 6-63 0 0,0 0-273 0 0,0-1 1 0 0,1 1-1 0 0,-1 0 0 0 0,1 1 0 0 0,0 0 0 0 0,-1 0 1 0 0,1 0-1 0 0,0 0 0 0 0,1 1 0 0 0,-1-1 1 0 0,1 1-1 0 0,-1 1 0 0 0,1-1 0 0 0,0 0 1 0 0,1 1-1 0 0,-1 0 0 0 0,1 0 0 0 0,0 0 1 0 0,0 0-1 0 0,-4 12 0 0 0,6-14-90 0 0,1 0 0 0 0,-1 0-1 0 0,1 0 1 0 0,0 0 0 0 0,0 0 0 0 0,0 0-1 0 0,0 0 1 0 0,0 0 0 0 0,1 0 0 0 0,-1 0 0 0 0,1 0-1 0 0,0 0 1 0 0,0 0 0 0 0,2 4 0 0 0,21 36 56 0 0,-4-17-56 0 0,1-1 0 0 0,1-1 0 0 0,2 0 0 0 0,44 33 1 0 0,-36-30-144 0 0,43 45 1 0 0,-60-50 199 0 0,-14-17-56 0 0,2 0 37 0 0,-4 0 5 0 0,2-1-40 0 0,0-2-13 0 0,-1-1 0 0 0,0 1 0 0 0,0-1 0 0 0,0 0 0 0 0,0 1 0 0 0,0-1 0 0 0,0 1 0 0 0,0-1-1 0 0,0 1 1 0 0,0-1 0 0 0,-1 1 0 0 0,1-1 0 0 0,0 0 0 0 0,-1 1 0 0 0,1-1 0 0 0,-1 0 0 0 0,0 1-1 0 0,-1 1 1 0 0,-38 46 253 0 0,37-46-221 0 0,1-1-23 0 0,1-1 0 0 0,-1 1 0 0 0,0 0 1 0 0,0 0-1 0 0,0-1 0 0 0,0 1 0 0 0,0-1 0 0 0,0 0 0 0 0,-1 0 0 0 0,-2 2 1 0 0,-13 5 100 0 0,-40 14 194 0 0,52-20-229 0 0,-23-2 111 0 0,23 0-108 0 0,2-3-33 0 0,-9-10-30 0 0,13 13-21 0 0,0 0-1 0 0,-1 0 0 0 0,1 0 1 0 0,0-1-1 0 0,0 1 0 0 0,0 0 1 0 0,-1 0-1 0 0,1-1 1 0 0,0 1-1 0 0,0 0 0 0 0,0-1 1 0 0,0 1-1 0 0,-1 0 0 0 0,1-1 1 0 0,0 1-1 0 0,0 0 1 0 0,0-1-1 0 0,0 1 0 0 0,0 0 1 0 0,0-1-1 0 0,0 1 0 0 0,0 0 1 0 0,0-1-1 0 0,0 1 1 0 0,0 0-1 0 0,0-1 0 0 0,0 1 1 0 0,0 0-1 0 0,1-1 0 0 0,1-13-27 0 0,0 1 0 0 0,2 0 0 0 0,-1 0-1 0 0,2 0 1 0 0,0 0 0 0 0,11-21-1 0 0,52-78-80 0 0,-32 57 70 0 0,-23 35-331 0 0,-1-1 0 0 0,-1-1 0 0 0,0 1 0 0 0,12-41 0 0 0,-23 61 313 0 0,1 0 0 0 0,-1-1 1 0 0,0 1-1 0 0,1 0 0 0 0,-1 0 0 0 0,0 0 0 0 0,0-1 0 0 0,0 1 0 0 0,0 0 0 0 0,0 0 1 0 0,0-1-1 0 0,0 1 0 0 0,-1 0 0 0 0,1 0 0 0 0,0 0 0 0 0,-1 0 0 0 0,1-1 0 0 0,-2-1 0 0 0,1 0-165 0 0,1 2 143 0 0,-1-1 0 0 0,1 1 0 0 0,-1 0-1 0 0,1 0 1 0 0,-1 0 0 0 0,0 0 0 0 0,1 0-1 0 0,-1 0 1 0 0,0 0 0 0 0,0 0 0 0 0,0 0-1 0 0,0 0 1 0 0,0 0 0 0 0,0 1-1 0 0,0-1 1 0 0,0 0 0 0 0,0 1 0 0 0,0-1-1 0 0,0 0 1 0 0,-2 0 0 0 0,-1-1-248 0 0,-3-1-313 0 0,-1-1-1 0 0,0 1 1 0 0,1 0-1 0 0,-1 1 1 0 0,-1 0-1 0 0,1 0 1 0 0,0 1 0 0 0,-17-1-1 0 0,24 2 552 0 0,-37-2-4455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71 200 3232 0 0,'-26'0'1716'0'0,"20"0"-160"0"0,0 0-177 0 0,-13 0-542 0 0,5 0 3089 0 0,19-3-3639 0 0,3-2-234 0 0,0 0 1 0 0,0 1 0 0 0,0 1 0 0 0,0-1 0 0 0,1 1 0 0 0,15-3-1 0 0,64-9 199 0 0,-43 8-44 0 0,114-18 134 0 0,307-65-3222 0 0,-441 83-163 0 0,33-16-1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102 21 3088 0 0,'-28'-7'999'0'0,"11"3"739"0"0,0 0 0 0 0,-23-1 1 0 0,51 10-1377 0 0,4 5-82 0 0,191 59 1079 0 0,-123-40-225 0 0,-79-27-924 0 0,-1 1-30 0 0,0-1-140 0 0,-1 0-1 0 0,0 1 1 0 0,0-1 0 0 0,0 0-1 0 0,0 0 1 0 0,-1 1-1 0 0,1-1 1 0 0,-1 1 0 0 0,1 0-1 0 0,-1-1 1 0 0,0 1-1 0 0,0 0 1 0 0,0 0 0 0 0,0 0-1 0 0,-1 0 1 0 0,1 0 0 0 0,-1 0-1 0 0,1 0 1 0 0,-1 0-1 0 0,0 0 1 0 0,-1 0 0 0 0,1 0-1 0 0,0 0 1 0 0,-1 0-1 0 0,1-1 1 0 0,-3 7 0 0 0,-17 39 163 0 0,-47 84 0 0 0,41-86-760 0 0,3 0-1 0 0,-19 52 0 0 0,37-83-1101 0 0,1 3 1043 0 0,6 3-3729 0 0,2 13-1625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3804 0 0,'0'0'8989'0'0,"2"4"-8585"0"0,9 36 127 0 0,7 43 1 0 0,3 12-203 0 0,15 39-1962 0 0,-35-130 786 0 0,-1-2 686 0 0,0-1 0 0 0,0 1 0 0 0,0-1 1 0 0,0 1-1 0 0,0 0 0 0 0,0-1 0 0 0,0 1 0 0 0,1-1 0 0 0,-1 1 0 0 0,1 0 0 0 0,-1-1 0 0 0,1 2 1 0 0,1 1-288 0 0,-1 2-1271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68 32 4140 0 0,'-3'-3'2283'0'0,"-9"-8"-444"0"0,9 8-432 0 0,0 1-150 0 0,-15-11 1338 0 0,18 13-2572 0 0,0 1 1 0 0,0-1-1 0 0,0 0 0 0 0,0 0 0 0 0,0 1 0 0 0,-1-1 1 0 0,1 0-1 0 0,0 1 0 0 0,0-1 0 0 0,0 0 0 0 0,-1 0 1 0 0,1 0-1 0 0,0 1 0 0 0,0-1 0 0 0,0 0 0 0 0,-1 0 1 0 0,1 0-1 0 0,0 0 0 0 0,0 1 0 0 0,-1-1 0 0 0,1 0 1 0 0,0 0-1 0 0,0 0 0 0 0,-1 0 0 0 0,1 0 0 0 0,0 0 1 0 0,-1 0-1 0 0,1 0 0 0 0,0 0 0 0 0,0 0 0 0 0,-1 0 1 0 0,0 0-1 0 0,1 0-3 0 0,-1 0 0 0 0,0 0 0 0 0,1 0 0 0 0,-1 1 0 0 0,0-1 0 0 0,1 0 0 0 0,-1 0 0 0 0,0 0 0 0 0,1 1 0 0 0,-1-1 0 0 0,1 0 0 0 0,-1 1 0 0 0,0-1 0 0 0,1 0 0 0 0,-1 1 0 0 0,1-1 0 0 0,-1 1 0 0 0,1-1 0 0 0,-1 1 0 0 0,1-1 0 0 0,0 1 0 0 0,-1-1 0 0 0,1 1 0 0 0,0 0 0 0 0,-1-1 0 0 0,1 2 0 0 0,-4 23 63 0 0,2 0 1 0 0,1 0-1 0 0,1 0 1 0 0,4 30-1 0 0,0 23-1730 0 0,-5-26-143 0 0,-2 22-1792 0 0,3-67 2118 0 0,1-1-1015 0 0,0 23-1763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120 179 2060 0 0,'2'-8'1410'0'0,"1"-4"-938"0"0,1 0 1 0 0,-1 0-1 0 0,2 1 0 0 0,0 0 1 0 0,7-13-1 0 0,-8 18-228 0 0,0 0 0 0 0,0 0 0 0 0,1 0 0 0 0,0 0-1 0 0,0 1 1 0 0,0 0 0 0 0,0 0 0 0 0,1 0 0 0 0,0 1 0 0 0,0-1-1 0 0,11-4 1 0 0,-4 4 305 0 0,0 1 0 0 0,24-5 0 0 0,-33 9-478 0 0,0-1 0 0 0,0 0-1 0 0,0 1 1 0 0,0-1 0 0 0,0 1 0 0 0,0 0-1 0 0,0 1 1 0 0,0-1 0 0 0,8 2 0 0 0,2 1 58 0 0,3 0 30 0 0,0 1-1 0 0,0 0 1 0 0,-1 2 0 0 0,0 0 0 0 0,0 1 0 0 0,0 0 0 0 0,0 1-1 0 0,-1 1 1 0 0,-1 0 0 0 0,0 1 0 0 0,0 1 0 0 0,-1 0 0 0 0,0 1-1 0 0,-1 0 1 0 0,0 1 0 0 0,17 24 0 0 0,-25-30-127 0 0,0 0 0 0 0,0 0 0 0 0,-1 0-1 0 0,0 0 1 0 0,0 1 0 0 0,-1-1 0 0 0,0 1 0 0 0,0-1 0 0 0,-1 1-1 0 0,0 0 1 0 0,0 0 0 0 0,-1 0 0 0 0,0-1 0 0 0,-1 12 0 0 0,-1-9-27 0 0,0 0 0 0 0,-1 0 1 0 0,0 0-1 0 0,0 0 0 0 0,-1-1 1 0 0,0 1-1 0 0,-1-1 1 0 0,0 0-1 0 0,-1-1 0 0 0,-12 16 1 0 0,3-8-34 0 0,0 0 1 0 0,-2 0-1 0 0,0-2 1 0 0,-1 0-1 0 0,0-1 1 0 0,-1-1-1 0 0,-33 16 1 0 0,12-10-48 0 0,-1-1 0 0 0,-81 20-1 0 0,108-34-168 0 0,1 0 0 0 0,-1-1-1 0 0,0 0 1 0 0,0-1-1 0 0,1 0 1 0 0,-1-2-1 0 0,0 1 1 0 0,0-2 0 0 0,0 0-1 0 0,1 0 1 0 0,-19-7-1 0 0,30 9 154 0 0,1 0-1 0 0,0-1 0 0 0,-1 1 1 0 0,1-1-1 0 0,0 1 1 0 0,0-1-1 0 0,-1 0 0 0 0,1 1 1 0 0,0-1-1 0 0,0 0 0 0 0,0 0 1 0 0,0 0-1 0 0,0 0 0 0 0,0 0 1 0 0,0 0-1 0 0,0 0 1 0 0,1 0-1 0 0,-1 0 0 0 0,0 0 1 0 0,0-2-1 0 0,-1 0-306 0 0,1 2 221 0 0,0 0 0 0 0,0 0-1 0 0,1-1 1 0 0,-1 1 0 0 0,0 0-1 0 0,0 0 1 0 0,1 0 0 0 0,-1-1-1 0 0,1 1 1 0 0,-1 0 0 0 0,1-1-1 0 0,-1 1 1 0 0,1 0 0 0 0,0-1-1 0 0,0 1 1 0 0,0 0 0 0 0,-1-1-1 0 0,2 1 1 0 0,-1-2 0 0 0,0-1-715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140 58 3120 0 0,'0'0'4008'0'0,"-6"0"-3449"0"0,-20-1 859 0 0,28-4-1180 0 0,0 2-178 0 0,0-1-1 0 0,0 1 1 0 0,0 0 0 0 0,0 0 0 0 0,1 0-1 0 0,-1 0 1 0 0,1 0 0 0 0,0 1 0 0 0,0-1 0 0 0,0 1-1 0 0,0 0 1 0 0,0 0 0 0 0,1 0 0 0 0,-1 0-1 0 0,1 0 1 0 0,-1 1 0 0 0,1 0 0 0 0,0 0 0 0 0,6-2-1 0 0,9 0 44 0 0,-15 2-119 0 0,4 2 142 0 0,21 2 13 0 0,-25-2-113 0 0,-1 0 0 0 0,0 0-1 0 0,0 0 1 0 0,0 0-1 0 0,0 0 1 0 0,0 1 0 0 0,0-1-1 0 0,0 1 1 0 0,0 0-1 0 0,0 0 1 0 0,-1 0 0 0 0,1 0-1 0 0,-1 1 1 0 0,0-1 0 0 0,3 4-1 0 0,-1-2 30 0 0,-2-1-36 0 0,0-1 1 0 0,0 1-1 0 0,0 0 0 0 0,-1 0 0 0 0,1 0 1 0 0,-1 0-1 0 0,0 0 0 0 0,0 0 1 0 0,0 0-1 0 0,0 0 0 0 0,0 1 0 0 0,-1-1 1 0 0,1 0-1 0 0,-1 1 0 0 0,0-1 0 0 0,0 4 1 0 0,0-5-21 0 0,-1 7 23 0 0,-1-1-1 0 0,1 0 0 0 0,-1 0 0 0 0,0 0 0 0 0,-1-1 0 0 0,0 1 1 0 0,0 0-1 0 0,-1-1 0 0 0,0 0 0 0 0,0 0 0 0 0,-1 0 0 0 0,0 0 0 0 0,0-1 1 0 0,-6 6-1 0 0,1-2 19 0 0,0 0 0 0 0,0-1 0 0 0,-1 0 0 0 0,0 0 0 0 0,0-1 0 0 0,-1-1 0 0 0,0 0 0 0 0,-1-1 0 0 0,0 0 0 0 0,0-1 0 0 0,-22 6 0 0 0,31-9-72 0 0,-3-2-86 0 0,-49-4 78 0 0,51 3-13 0 0,5 0 50 0 0,0 1 1 0 0,0 0-1 0 0,0-1 0 0 0,0 1 0 0 0,0 0 1 0 0,0-1-1 0 0,0 1 0 0 0,0 0 1 0 0,-1-1-1 0 0,1 1 0 0 0,0 0 0 0 0,0-1 1 0 0,0 1-1 0 0,0 0 0 0 0,-1 0 0 0 0,1-1 1 0 0,0 1-1 0 0,0 0 0 0 0,0 0 0 0 0,-1-1 1 0 0,1 1-1 0 0,0 0 0 0 0,-1 0 1 0 0,1 0-1 0 0,0-1 0 0 0,0 1 0 0 0,-1 0 1 0 0,1 0-1 0 0,0 0 0 0 0,-1 0 0 0 0,0 0 1 0 0,1-1-2 0 0,-1 1 0 0 0,1 0 0 0 0,-1 0 0 0 0,1 0 0 0 0,-1-1 0 0 0,1 1 0 0 0,-1 0 0 0 0,1-1 0 0 0,-1 1 1 0 0,1 0-1 0 0,0-1 0 0 0,-1 1 0 0 0,1-1 0 0 0,-1 1 0 0 0,1-1 0 0 0,0 1 0 0 0,-1-1 0 0 0,1 1 0 0 0,0-1 0 0 0,0 1 0 0 0,0-1 1 0 0,-1 1-1 0 0,1-1 0 0 0,0 1 0 0 0,0-1 0 0 0,0 1 0 0 0,0-1 0 0 0,0 1 0 0 0,0-1 0 0 0,0 0 0 0 0,0 1 0 0 0,0-2 0 0 0,0-18-46 0 0,0 15 38 0 0,2 4 13 0 0,-1 0 1 0 0,1 0-1 0 0,-1 0 0 0 0,0-1 1 0 0,1 1-1 0 0,-1-1 1 0 0,0 1-1 0 0,0-1 0 0 0,2-2 1 0 0,0 0-40 0 0,2 3 46 0 0,15-3-15 0 0,-15 3-10 0 0,2 1 15 0 0,6 2 6 0 0,0-1-1 0 0,0 2 0 0 0,0 0 0 0 0,0 0 1 0 0,-1 1-1 0 0,24 12 0 0 0,-15-4-201 0 0,-1 2 0 0 0,0 0 0 0 0,-1 2 0 0 0,0 0 0 0 0,21 25 0 0 0,-37-37-415 0 0,0 1 0 0 0,0-1-1 0 0,0 1 1 0 0,0 0 0 0 0,-1 0 0 0 0,0 0-1 0 0,2 8 1 0 0,-1-5-828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56 100 4312 0 0,'-38'-81'5287'0'0,"35"77"-4692"0"0,0-2 70 0 0,-2-2-627 0 0,5 8-13 0 0,0 0 1 0 0,0 0 0 0 0,0 0 0 0 0,0 0 0 0 0,0 0 0 0 0,0 0 0 0 0,0 0 0 0 0,0 1-1 0 0,0-1 1 0 0,0 0 0 0 0,0 0 0 0 0,-1 0 0 0 0,1 0 0 0 0,0 0 0 0 0,0 0-1 0 0,0 0 1 0 0,0 0 0 0 0,0 0 0 0 0,0 0 0 0 0,0 0 0 0 0,0 0 0 0 0,0 0 0 0 0,0 0-1 0 0,0 0 1 0 0,0 0 0 0 0,0 0 0 0 0,0 0 0 0 0,-1 0 0 0 0,1 0 0 0 0,0 0-1 0 0,0 0 1 0 0,0 0 0 0 0,0 0 0 0 0,0 0 0 0 0,0 0 0 0 0,0 0 0 0 0,0 0 0 0 0,0 0-1 0 0,0 0 1 0 0,0 0 0 0 0,0 0 0 0 0,0 0 0 0 0,-1 0 0 0 0,1 0 0 0 0,0 0 0 0 0,0 0-1 0 0,0 0 1 0 0,0 0 0 0 0,0 0 0 0 0,0 0 0 0 0,0 0 0 0 0,0 0 0 0 0,0-1-1 0 0,0 1 1 0 0,0 0 0 0 0,0 0 0 0 0,0 0 0 0 0,0 0 0 0 0,0 0 0 0 0,0 0 0 0 0,0 0-1 0 0,0 0 1 0 0,0 0 0 0 0,0 0 0 0 0,0 0 0 0 0,-2 18 245 0 0,1 0 0 0 0,1 0 1 0 0,0 0-1 0 0,4 22 0 0 0,18 80 567 0 0,-9-52-497 0 0,9 66 146 0 0,68 327 381 0 0,-64-365-1813 0 0,-23-79 341 0 0,-2-13-147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0 238 3300 0 0,'79'-36'840'0'0,"2"3"-1"0"0,1 4 1 0 0,1 3-1 0 0,136-23 1 0 0,348-11 1655 0 0,-201 56-388 0 0,-239 4-1401 0 0,-70 2 12 0 0,86 14-1 0 0,-136-15-633 0 0,-1 1 0 0 0,0-1-1 0 0,1 1 1 0 0,-1 1 0 0 0,0-1 0 0 0,10 6-1 0 0,-8-3 3 0 0,-4-2 3 0 0,0-1-1 0 0,1 2 0 0 0,-1-1 0 0 0,-1 0 0 0 0,1 1 1 0 0,0 0-1 0 0,4 6 0 0 0,-2-3 45 0 0,12 16 149 0 0,-1 0 0 0 0,0 1 0 0 0,20 43 0 0 0,0-2 87 0 0,-18-35-234 0 0,107 185 539 0 0,-104-172-420 0 0,-2 0 0 0 0,-2 1 0 0 0,14 52 0 0 0,-31-93-227 0 0,4 27 140 0 0,-4-6-3 0 0,-6 46 83 0 0,3-60-220 0 0,-1 0-1 0 0,0 0 1 0 0,0-1-1 0 0,-1 1 1 0 0,0-1-1 0 0,-1 0 1 0 0,0 0-1 0 0,0 0 1 0 0,-1-1 0 0 0,-1 1-1 0 0,1-2 1 0 0,-1 1-1 0 0,0-1 1 0 0,-11 9-1 0 0,-1-1-13 0 0,0-2 1 0 0,-1 0-1 0 0,0-1 0 0 0,-40 16 0 0 0,-12 1-38 0 0,-1-5 0 0 0,-2-2 1 0 0,-97 15-1 0 0,-234 15-9 0 0,398-52 29 0 0,-373 31-426 0 0,279-28-732 0 0,-178-17 0 0 0,242 9-358 0 0,-73-19 0 0 0,96 20-65 0 0,0-2 0 0 0,0 0-1 0 0,0-1 1 0 0,-13-8 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385 25 2988 0 0,'0'0'3334'0'0,"-2"-4"-2901"0"0,-4-12-99 0 0,5 11 354 0 0,-5 7-512 0 0,-5 3-39 0 0,-1 0 0 0 0,1 1 0 0 0,0 0 0 0 0,1 1 1 0 0,-1 0-1 0 0,-8 8 0 0 0,-31 35 705 0 0,3 2-1 0 0,-68 94 1 0 0,103-130-708 0 0,-17 23 240 0 0,26-35-268 0 0,0 0 4 0 0,-9 10 12 0 0,9-10 196 0 0,-5 14 11 0 0,6-14 93 0 0,6-2-292 0 0,13 8-13 0 0,-13-7-16 0 0,3-3-34 0 0,40 1 59 0 0,4-5-59 0 0,18 0-25 0 0,135-27 0 0 0,-196 29-44 0 0,106-31 178 0 0,-103 29-93 0 0,-1 0 1 0 0,0-1-1 0 0,-1 0 1 0 0,1 0 0 0 0,-1-1-1 0 0,0 0 1 0 0,0-1-1 0 0,8-9 1 0 0,-14 13-63 0 0,-1-1-5 0 0,6-14 9 0 0,-6 14-2 0 0,-2-1 10 0 0,0-15-18 0 0,0 15-31 0 0,-8-13 61 0 0,6 14-25 0 0,-21-4 18 0 0,20 11 56 0 0,-2 4-59 0 0,0 0 0 0 0,0 1-1 0 0,1 0 1 0 0,0 0-1 0 0,1 0 1 0 0,0 0 0 0 0,0 1-1 0 0,1-1 1 0 0,0 1-1 0 0,-2 10 1 0 0,3-12-26 0 0,-4 33 26 0 0,2 1 0 0 0,1 0 0 0 0,5 57 1 0 0,-1-56-160 0 0,1-10-239 0 0,-4 2-458 0 0,-5 31-1954 0 0,5-59 1365 0 0,2-4 1093 0 0,-1-1 0 0 0,0 1 1 0 0,0 0-1 0 0,0-1 0 0 0,0 1 0 0 0,0 0 0 0 0,0-1 1 0 0,0 1-1 0 0,-1-1 0 0 0,1 1 0 0 0,-1 2 0 0 0,-1 0-821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21 2180 0 0,'0'0'1325'0'0,"-2"-3"-309"0"0,1 2-909 0 0,-1-1 1 0 0,1 1-1 0 0,0 0 0 0 0,0 0 0 0 0,-1-1 1 0 0,1 1-1 0 0,0 0 0 0 0,-1 0 0 0 0,1 0 1 0 0,-1 0-1 0 0,1 1 0 0 0,-1-1 0 0 0,0 0 1 0 0,1 1-1 0 0,-1-1 0 0 0,0 1 0 0 0,0-1 1 0 0,1 1-1 0 0,-1 0 0 0 0,0 0 0 0 0,0-1 1 0 0,0 2-1 0 0,1-1 0 0 0,-1 0 0 0 0,0 0 1 0 0,0 0-1 0 0,1 1 0 0 0,-4 0 0 0 0,-4 6 99 0 0,1-1 0 0 0,-1 1 0 0 0,2 0-1 0 0,-1 1 1 0 0,1 0 0 0 0,0 0 0 0 0,-10 17-1 0 0,4-5 192 0 0,1 2-1 0 0,-12 29 0 0 0,22-45-301 0 0,0-1 0 0 0,1 1 0 0 0,0-1 0 0 0,0 1 0 0 0,0-1 0 0 0,0 1 0 0 0,1 0 0 0 0,0 0 0 0 0,1 7-1 0 0,-1-8-113 0 0,1-2 44 0 0,-1 0-1 0 0,1 0 0 0 0,-1-1 1 0 0,1 1-1 0 0,0 0 0 0 0,0-1 1 0 0,1 1-1 0 0,-1-1 0 0 0,0 1 1 0 0,1-1-1 0 0,0 0 0 0 0,-1 1 1 0 0,1-1-1 0 0,0 0 0 0 0,0 0 1 0 0,0 0-1 0 0,3 2 0 0 0,-3-3-22 0 0,-1 1 8 0 0,1-1-1 0 0,-1 0 0 0 0,1 1 0 0 0,-1-1 0 0 0,1 0 1 0 0,-1 0-1 0 0,1 0 0 0 0,0 0 0 0 0,-1 0 0 0 0,1 0 1 0 0,0 0-1 0 0,0-1 0 0 0,0 1 0 0 0,2 0 1 0 0,2 0 12 0 0,2 2 0 0 0,-1 0 0 0 0,1-1 0 0 0,0 0 0 0 0,0-1-1 0 0,0 0 1 0 0,0 0 0 0 0,0 0 0 0 0,15-2 0 0 0,-16 1-24 0 0,24-1 45 0 0,0 0 0 0 0,0-2 0 0 0,0-1-1 0 0,0-2 1 0 0,-1-1 0 0 0,0-2 0 0 0,43-17 0 0 0,-57 19 52 0 0,0 0-1 0 0,0-1 0 0 0,-1-1 1 0 0,0-1-1 0 0,-1 0 1 0 0,0 0-1 0 0,16-18 1 0 0,-27 25-36 0 0,1-1 0 0 0,-1 0 1 0 0,-1 0-1 0 0,1 0 0 0 0,0 0 1 0 0,3-9-1 0 0,-2 5 37 0 0,-3 5 171 0 0,-2-24-143 0 0,1 22-58 0 0,-21 0 18 0 0,20 4-77 0 0,0 1 0 0 0,0 0 0 0 0,0 1 1 0 0,0-1-1 0 0,1 0 0 0 0,-1 0 0 0 0,0 0 0 0 0,0 0 1 0 0,0 1-1 0 0,0-1 0 0 0,1 0 0 0 0,-1 1 1 0 0,0-1-1 0 0,0 1 0 0 0,1-1 0 0 0,-1 1 0 0 0,0-1 1 0 0,1 1-1 0 0,-1 0 0 0 0,0-1 0 0 0,1 1 1 0 0,-1 0-1 0 0,0 1 0 0 0,-5 3 20 0 0,1 1 0 0 0,0 0 0 0 0,0 0 0 0 0,0 0 0 0 0,1 1 0 0 0,0-1 0 0 0,0 1 0 0 0,1 0 0 0 0,-1 1 0 0 0,2-1 0 0 0,-1 0 0 0 0,-1 11 0 0 0,-4 12-51 0 0,2 1-1 0 0,2-1 1 0 0,-2 51-1 0 0,10 97-3342 0 0,-1-87-2267 0 0,-3-55-94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1 125 2928 0 0,'5'-8'496'0'0,"0"1"-1"0"0,0-1 1 0 0,1 1-1 0 0,0 0 0 0 0,1 0 1 0 0,0 0-1 0 0,0 1 1 0 0,0 0-1 0 0,0 1 1 0 0,1 0-1 0 0,15-8 1 0 0,-6 6-188 0 0,-1 0 0 0 0,2 1 0 0 0,-1 1 1 0 0,32-4-1 0 0,-31 6-128 0 0,-1 2 0 0 0,1 1 0 0 0,0 0 0 0 0,0 1 0 0 0,-1 1 0 0 0,23 4 0 0 0,-11 1 80 0 0,0 1 0 0 0,50 22 0 0 0,-57-20-199 0 0,-1 1 0 0 0,1 1 0 0 0,-2 1 0 0 0,31 26 1 0 0,-40-30-56 0 0,-1 1 1 0 0,0 0 0 0 0,-1 0 0 0 0,0 1 0 0 0,-1 0 0 0 0,0 1 0 0 0,0 0-1 0 0,-1 0 1 0 0,6 16 0 0 0,-12-25-4 0 0,0 0-1 0 0,0 0 1 0 0,0 0-1 0 0,0 0 1 0 0,0 0-1 0 0,-1 0 1 0 0,1 0 0 0 0,-1 5-1 0 0,0 0-1 0 0,1-2 1 0 0,-1 0 0 0 0,0-1 0 0 0,0 1 0 0 0,0 0 0 0 0,-1 0 0 0 0,0 0 0 0 0,0 0 0 0 0,0 0 0 0 0,-1-1 0 0 0,0 1 0 0 0,-4 9 0 0 0,0-5-1 0 0,0 1 0 0 0,0-1 1 0 0,-1 0-1 0 0,-9 10 1 0 0,2-5-9 0 0,-1-1 0 0 0,0-1 0 0 0,-1 0 0 0 0,0 0-1 0 0,-1-2 1 0 0,0 0 0 0 0,-38 16 0 0 0,24-14 21 0 0,-1-1-1 0 0,0-2 1 0 0,-62 11-1 0 0,69-16-31 0 0,-11-3-93 0 0,27-2-44 0 0,-1-1 1 0 0,1 0-1 0 0,-16-4 1 0 0,22 4-22 0 0,0 0 0 0 0,0 0 0 0 0,0 0 0 0 0,0-1 0 0 0,0 1 0 0 0,0-1 0 0 0,1 0 0 0 0,-1 1 0 0 0,0-1 0 0 0,1-1 1 0 0,-1 1-1 0 0,1 0 0 0 0,0 0 0 0 0,0-1 0 0 0,0 0 0 0 0,-3-3 0 0 0,4 2-76 0 0,0 1 0 0 0,1 0 0 0 0,-1 0 1 0 0,1 0-1 0 0,0 0 0 0 0,-1 0 0 0 0,1-1 0 0 0,1 1 1 0 0,-1 0-1 0 0,0 0 0 0 0,1 0 0 0 0,-1 0 0 0 0,1 0 1 0 0,0 0-1 0 0,0 0 0 0 0,2-4 0 0 0,-1 3-496 0 0,8-23-3326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3364 0 0,'0'0'8778'0'0,"1"6"-8359"0"0,10 44 1193 0 0,20 59-1 0 0,-21-77-1138 0 0,10 20 290 0 0,-18-48-612 0 0,0 1-16 0 0,7 14-4 0 0,-6-15 65 0 0,3 11 900 0 0,-4-9-6261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54 217 3240 0 0,'-34'-37'3957'0'0,"31"34"-2102"0"0,3 3-1839 0 0,0 1-1 0 0,0-1 1 0 0,0 1-1 0 0,0-1 1 0 0,0 0-1 0 0,0 1 0 0 0,0-1 1 0 0,-1 1-1 0 0,1-1 1 0 0,0 1-1 0 0,0-1 1 0 0,0 1-1 0 0,-1-1 1 0 0,1 0-1 0 0,0 1 1 0 0,0-1-1 0 0,-1 0 1 0 0,1 1-1 0 0,0-1 1 0 0,-1 0-1 0 0,1 1 0 0 0,0-1 1 0 0,-1 0-1 0 0,1 0 1 0 0,-1 1-1 0 0,1-1 1 0 0,-1 0-1 0 0,0 1-2 0 0,1-1-1 0 0,-1 0 0 0 0,0 1 0 0 0,1-1 0 0 0,-1 1 1 0 0,1-1-1 0 0,-1 1 0 0 0,1-1 0 0 0,-1 1 0 0 0,1-1 1 0 0,-1 1-1 0 0,1 0 0 0 0,0-1 0 0 0,-1 1 0 0 0,1-1 1 0 0,0 1-1 0 0,0 0 0 0 0,-1-1 0 0 0,1 1 1 0 0,0 0-1 0 0,0 0 0 0 0,0-1 0 0 0,0 1 0 0 0,0 0 1 0 0,0-1-1 0 0,0 1 0 0 0,0 0 0 0 0,0 0 0 0 0,0-1 1 0 0,0 1-1 0 0,0 0 0 0 0,1-1 0 0 0,-1 1 0 0 0,0 0 1 0 0,1 0-1 0 0,91 352 1517 0 0,-30-128-1113 0 0,-56-206-415 0 0,19 82 264 0 0,41 101 0 0 0,-63-196-219 0 0,0 0 0 0 0,0-1 0 0 0,0 1 0 0 0,0-1 0 0 0,1 0 0 0 0,0 0 0 0 0,0 0 0 0 0,7 6 0 0 0,-7-8-18 0 0,0 1 3 0 0,0-1 1 0 0,0 0-1 0 0,0 0 1 0 0,1-1-1 0 0,-1 0 1 0 0,1 1-1 0 0,0-1 1 0 0,0-1-1 0 0,0 1 1 0 0,0-1-1 0 0,10 2 1 0 0,-10-2-26 0 0,11 1 12 0 0,0 0 1 0 0,0-1 0 0 0,0 0-1 0 0,0-2 1 0 0,0 0 0 0 0,28-5 0 0 0,-14 2 13 0 0,212-37 70 0 0,-111 16-113 0 0,348-57-18 0 0,-362 65-124 0 0,172-29-162 0 0,-196 28 220 0 0,97-34-1 0 0,-177 48 126 0 0,0-1 1 0 0,0 0-1 0 0,0-1 0 0 0,-1 0 0 0 0,0-1 0 0 0,0-1 0 0 0,0 0 1 0 0,-1 0-1 0 0,0-1 0 0 0,-1 0 0 0 0,11-13 0 0 0,-16 15-24 0 0,0-1 0 0 0,-1 0 0 0 0,1 0 0 0 0,-2 0 0 0 0,1-1 0 0 0,-1 0 0 0 0,0 1 0 0 0,-1-1 0 0 0,0 0-1 0 0,0 0 1 0 0,-1 0 0 0 0,0 0 0 0 0,-1-1 0 0 0,-1-9 0 0 0,1 15-3 0 0,-1-12 21 0 0,0 0 0 0 0,-2 1 0 0 0,0-1 0 0 0,0 1 0 0 0,-2 0 0 0 0,0 0 0 0 0,-1 0 0 0 0,-8-16 0 0 0,-6-5 45 0 0,-2 0 1 0 0,-1 1-1 0 0,-2 1 1 0 0,-34-35-1 0 0,23 32 6 0 0,-2 2 0 0 0,-1 1 0 0 0,-1 2 1 0 0,-2 2-1 0 0,-70-39 0 0 0,86 57-57 0 0,0 1 0 0 0,0 1 0 0 0,-1 1 0 0 0,0 2 0 0 0,-1 0 0 0 0,1 2 0 0 0,-1 1 0 0 0,-1 2 0 0 0,-48 0 0 0 0,-16 8-29 0 0,-147 28 0 0 0,139-17-25 0 0,-127 16 179 0 0,-284 53-1773 0 0,466-75-144 0 0,1 2 1 0 0,-49 20-1 0 0,87-28-1000 0 0,-11 9-1987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0 188 4328 0 0,'0'0'5804'0'0,"7"-2"-5342"0"0,454-82 2276 0 0,-300 57-2650 0 0,-122 20-500 0 0,91-18-1270 0 0,-109 19-289 0 0,0-1-1 0 0,20-10 1 0 0,-17 5-3401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139 13 3556 0 0,'-47'-12'4931'0'0,"43"11"-3355"0"0,11 1-1421 0 0,157 19 849 0 0,-99-5-505 0 0,-52-12-364 0 0,-1 1 1 0 0,1 0-1 0 0,-1 1 0 0 0,23 10 1 0 0,-30-11-106 0 0,-1-1 0 0 0,0 1 0 0 0,0 0 1 0 0,0 0-1 0 0,-1 1 0 0 0,1-1 1 0 0,-1 1-1 0 0,0 0 0 0 0,0 0 0 0 0,0 0 1 0 0,0 0-1 0 0,-1 0 0 0 0,1 0 0 0 0,-1 1 1 0 0,2 5-1 0 0,-4-8-25 0 0,1 0 0 0 0,0 0-1 0 0,-1 0 1 0 0,1 0 0 0 0,-1 0 0 0 0,1 0 0 0 0,-1 1 0 0 0,0-1 0 0 0,0 0 0 0 0,0 0 0 0 0,0 0-1 0 0,-1 0 1 0 0,1 1 0 0 0,0-1 0 0 0,-2 2 0 0 0,0 5 7 0 0,0 9-29 0 0,-2-1 0 0 0,0 0 0 0 0,-1 0 0 0 0,-1 0 0 0 0,0 0 1 0 0,-1-1-1 0 0,-17 28 0 0 0,-6 3-328 0 0,-40 47 0 0 0,-71 68-1873 0 0,37-61-2461 0 0,46-49-531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4 109 3488 0 0,'0'0'1244'0'0,"-1"-5"-204"0"0,-2-20 1874 0 0,8 26-2764 0 0,14 2-8 0 0,-12 2 32 0 0,11 22 158 0 0,-3 0 0 0 0,0 2 0 0 0,-1 0 0 0 0,10 34 0 0 0,-23-59-116 0 0,7 37 1466 0 0,-5-32-139 0 0,-7-25-1324 0 0,2 12-188 0 0,0-9 6 0 0,8-37-49 0 0,0 6-13 0 0,-4 34 18 0 0,6-6-17 0 0,-6 10 17 0 0,0 0 0 0 0,1 0 0 0 0,0 0 0 0 0,0 1 0 0 0,0-1 0 0 0,0 1 0 0 0,1 0 0 0 0,0 0 0 0 0,0 0 0 0 0,1 1 0 0 0,-1-1 0 0 0,1 1 0 0 0,0 0 0 0 0,0 0 0 0 0,0 1 0 0 0,1 0 0 0 0,-1 0 0 0 0,10-4 0 0 0,-11 5 9 0 0,2 2-23 0 0,1 0 23 0 0,17 0-61 0 0,-17 2 60 0 0,-1 0 1 0 0,-1 1-1 0 0,1-1 0 0 0,0 1 0 0 0,-1 1 0 0 0,9 5 0 0 0,7 10 23 0 0,-18-16-18 0 0,0 2-34 0 0,6 16 25 0 0,-6-15 4 0 0,-2-2 29 0 0,5 15-1 0 0,-4-14-5 0 0,-2 0-17 0 0,3 15-10 0 0,-3-15 228 0 0,2-8-225 0 0,1-1 1 0 0,-1 1-1 0 0,-1-1 0 0 0,1 1 1 0 0,0-1-1 0 0,-1 0 1 0 0,0 1-1 0 0,2-8 1 0 0,-1 2-8 0 0,21-59-42 0 0,15-8 21 0 0,-36 73 14 0 0,2 1-9 0 0,11-7 27 0 0,-6 8-46 0 0,-3 3 37 0 0,0 0 0 0 0,-1 0-1 0 0,1 0 1 0 0,-1 1 0 0 0,0 0 0 0 0,0 0 0 0 0,0 0 0 0 0,0 1-1 0 0,0-1 1 0 0,-1 1 0 0 0,7 7 0 0 0,-5-3 25 0 0,0 0 0 0 0,0 0 0 0 0,-1 1 1 0 0,0-1-1 0 0,0 1 0 0 0,-1 1 0 0 0,5 16 0 0 0,12 51-2385 0 0,-21-73 1439 0 0,2 0-270 0 0,-1 1 637 0 0,3 5 46 0 0,-3-1-4009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29 3472 0 0,'1'-5'1006'0'0,"0"-14"-257"0"0,-1 14 2584 0 0,1 11-2853 0 0,0 12-2 0 0,2 0 0 0 0,1 0 0 0 0,0 0-1 0 0,1 0 1 0 0,12 28 0 0 0,-15-41-331 0 0,1-1-15 0 0,9 10-21 0 0,-9-10-23 0 0,7 0 1 0 0,-10-3-84 0 0,0-1-1 0 0,1 1 0 0 0,-1-1 1 0 0,1 1-1 0 0,0-1 0 0 0,-1 0 1 0 0,1 1-1 0 0,-1-1 0 0 0,1 0 1 0 0,0 1-1 0 0,-1-1 0 0 0,1 0 1 0 0,-1 0-1 0 0,1 1 0 0 0,0-1 1 0 0,0 0-1 0 0,-1 0 0 0 0,1 0 1 0 0,0 0-1 0 0,-1 0 0 0 0,1 0 1 0 0,0 0-1 0 0,-1 0 0 0 0,1 0 1 0 0,0 0-1 0 0,0-1 0 0 0,22 0 11 0 0,-18 1-16 0 0,0-2 40 0 0,1-1 24 0 0,0 1-1 0 0,-1-2 0 0 0,1 1 0 0 0,-1 0 1 0 0,0-1-1 0 0,0 0 0 0 0,0-1 0 0 0,-1 1 1 0 0,1-1-1 0 0,-1 0 0 0 0,0 0 0 0 0,0 0 0 0 0,-1 0 1 0 0,0-1-1 0 0,0 1 0 0 0,0-1 0 0 0,4-11 1 0 0,-6 13 136 0 0,1-1-10 0 0,14-42 369 0 0,-14 43-397 0 0,1 8-74 0 0,4 7-120 0 0,0 1 1 0 0,-1-1 0 0 0,0 2 0 0 0,-1-1-1 0 0,0 1 1 0 0,4 18 0 0 0,17 93-1760 0 0,-17-75 599 0 0,9 77-5160 0 0,-13-82 998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31 249 4648 0 0,'0'0'1601'0'0,"-5"0"-250"0"0,-16-3-250 0 0,16 3 1632 0 0,6 0-2706 0 0,0 0 0 0 0,-1 0-1 0 0,1 0 1 0 0,0 0-1 0 0,-1-1 1 0 0,1 1 0 0 0,0 0-1 0 0,0 0 1 0 0,-1 0 0 0 0,1-1-1 0 0,-1 1 1 0 0,1 0-1 0 0,0-1 1 0 0,-1 1 0 0 0,1 0-1 0 0,-1-1 1 0 0,1 1-1 0 0,-1-1 1 0 0,1 1 0 0 0,-1-1-1 0 0,1 1 1 0 0,0-2 0 0 0,0 1-4 0 0,0 0 0 0 0,0 0 1 0 0,0 0-1 0 0,0 0 1 0 0,0 0-1 0 0,0 1 1 0 0,0-1-1 0 0,0 0 1 0 0,1 0-1 0 0,-1 1 1 0 0,0-1-1 0 0,1 1 1 0 0,-1-1-1 0 0,0 1 1 0 0,1-1-1 0 0,-1 1 0 0 0,0 0 1 0 0,1 0-1 0 0,1 0 1 0 0,368-85 1320 0 0,-126 3-3482 0 0,-215 69-982 0 0,31-19 1 0 0,-39 19-2324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3 2520 0 0,'-10'-1'348'0'0,"0"-1"193"0"0,0 2 2717 0 0,9 4-3054 0 0,-5 17 662 0 0,6-19-789 0 0,1 0 1 0 0,0-1-1 0 0,0 1 0 0 0,0 0 0 0 0,0-1 0 0 0,0 1 0 0 0,0-1 0 0 0,0 1 0 0 0,0-1 0 0 0,0 0 1 0 0,1 1-1 0 0,-1-1 0 0 0,1 0 0 0 0,2 2 0 0 0,15 10 378 0 0,-11-9-283 0 0,0 0 0 0 0,0-1-1 0 0,0 0 1 0 0,1 0 0 0 0,0-1 0 0 0,-1 0 0 0 0,17 1 0 0 0,-20-2-46 0 0,3-2-6 0 0,86-7 454 0 0,-89 7-461 0 0,-1 0 4 0 0,15-1 13 0 0,-14 1 344 0 0,-4 6-448 0 0,-3 19-8 0 0,-6-7-14 0 0,-1 0-1 0 0,-20 27 0 0 0,-7 13 24 0 0,19-24-102 0 0,1 1 0 0 0,3 1-1 0 0,-11 40 1 0 0,17-50-1384 0 0,2 0 0 0 0,-4 44 0 0 0,10-54-1390 0 0,2 30-2043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1 173 3836 0 0,'2'-61'6832'0'0,"-1"57"-6049"0"0,2 4-735 0 0,0 0 0 0 0,-1 1 0 0 0,1-1 1 0 0,0 1-1 0 0,-1 0 0 0 0,1 0 0 0 0,-1 0 0 0 0,1 0 0 0 0,-1 0 0 0 0,0 0 0 0 0,0 1 1 0 0,1-1-1 0 0,-1 1 0 0 0,0 0 0 0 0,0-1 0 0 0,0 1 0 0 0,3 4 0 0 0,26 41 117 0 0,-23-32-41 0 0,28 50-81 0 0,-34-61-34 0 0,0 0 3 0 0,4 7-105 0 0,4 8 883 0 0,-7-20-426 0 0,-2-13-370 0 0,-2 10 22 0 0,1-2-1 0 0,-5-54 131 0 0,5 54-56 0 0,1-1-26 0 0,0-2-49 0 0,0 1 0 0 0,1-1 0 0 0,0 0 0 0 0,0 1 0 0 0,1-1 0 0 0,0 1 0 0 0,1 0 0 0 0,7-12 0 0 0,6-2 3 0 0,-17 21-18 0 0,1 1 0 0 0,-1-1 0 0 0,0 0 0 0 0,1 0 0 0 0,0 1 0 0 0,-1-1 0 0 0,1 0 0 0 0,-1 1 0 0 0,1-1 0 0 0,0 1 0 0 0,-1-1 1 0 0,1 1-1 0 0,0-1 0 0 0,0 1 0 0 0,-1-1 0 0 0,1 1 0 0 0,0-1 0 0 0,1 1 0 0 0,8-4-23 0 0,7-2-4 0 0,-13 4 9 0 0,2 2-7 0 0,-2-1 19 0 0,0 1 3 0 0,0-1-1 0 0,0 1 0 0 0,0 0 0 0 0,0 0 1 0 0,0 1-1 0 0,0-1 0 0 0,0 1 0 0 0,0 0 1 0 0,0 0-1 0 0,0 0 0 0 0,0 0 0 0 0,6 4 1 0 0,-2 0-44 0 0,0 0 1 0 0,-1 0 0 0 0,0 1 0 0 0,0 0 0 0 0,0 0 0 0 0,-1 1 0 0 0,0-1 0 0 0,0 1-1 0 0,7 12 1 0 0,-11-15 1 0 0,-1-2 38 0 0,-1-1-1 0 0,0 1 1 0 0,0-1 0 0 0,1 1-1 0 0,-1 0 1 0 0,1-1 0 0 0,-1 1-1 0 0,1-1 1 0 0,0 1 0 0 0,0-1-1 0 0,1 3 1 0 0,1 0 8 0 0,-1 1 17 0 0,-1-1 0 0 0,2 14-9 0 0,-2-13 38 0 0,0-1-10 0 0,0 15 10 0 0,-1-14 231 0 0,-2-9-249 0 0,-6-14 46 0 0,6 13-26 0 0,2-1-12 0 0,0 3-50 0 0,-1-10 3 0 0,2-1 1 0 0,-1 1-1 0 0,2-1 1 0 0,0 1-1 0 0,1 0 1 0 0,5-17-1 0 0,-6 23 24 0 0,1 1-1 0 0,0-1 1 0 0,1 1 0 0 0,0 0-1 0 0,0 0 1 0 0,0 0-1 0 0,0 1 1 0 0,1-1 0 0 0,0 1-1 0 0,0 0 1 0 0,1 0-1 0 0,-1 1 1 0 0,1 0 0 0 0,8-5-1 0 0,-9 7-8 0 0,1 2-55 0 0,25 2 52 0 0,-25 0-5 0 0,1 0-1 0 0,-1 1 1 0 0,0 0 0 0 0,0 0-1 0 0,-1 0 1 0 0,1 1-1 0 0,5 4 1 0 0,-8-7 5 0 0,-2 0-5 0 0,1 0 1 0 0,0 0 1 0 0,0 1-1 0 0,0-1 0 0 0,-1 0 0 0 0,1 1 0 0 0,0-1 1 0 0,-1 1-1 0 0,1 0 0 0 0,-1-1 0 0 0,1 1 0 0 0,-1 0 1 0 0,0 0-1 0 0,2 2 0 0 0,5 11-63 0 0,3 6-174 0 0,-1 2 1 0 0,-1-1-1 0 0,8 29 0 0 0,-16-46-259 0 0,0 1-123 0 0,5 16-91 0 0,-4-16-199 0 0,1-3-1975 0 0,7 10 143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0 2452 0 0,'0'0'4095'0'0,"-2"4"-3680"0"0,-11 38 1297 0 0,12-38-1131 0 0,2 2-291 0 0,-1-1-205 0 0,0 0 0 0 0,1 0 1 0 0,0 1-1 0 0,0-1 0 0 0,1 0 0 0 0,-1 0 1 0 0,1-1-1 0 0,0 1 0 0 0,0 0 0 0 0,1 0 1 0 0,0-1-1 0 0,-1 0 0 0 0,1 1 0 0 0,4 3 1 0 0,11 5-6 0 0,-14-9 32 0 0,1-2 86 0 0,14 8-111 0 0,-14-7-31 0 0,1-2 11 0 0,16 6-22 0 0,-16-5-18 0 0,-1 0 11 0 0,16 5 20 0 0,-15-5 8 0 0,-2 0 17 0 0,15 5 16 0 0,-14-6 33 0 0,14 12 80 0 0,-15-11-136 0 0,-2 1 16 0 0,0 0-61 0 0,-1 0-1 0 0,0 0 0 0 0,0 0 1 0 0,0-1-1 0 0,0 1 0 0 0,0 0 0 0 0,-1 0 1 0 0,1 1-1 0 0,-1-1 0 0 0,0 0 1 0 0,0 3-1 0 0,0-1 22 0 0,-3-1-17 0 0,-7 13-2 0 0,7-13-2 0 0,1-3-33 0 0,1-1 1 0 0,-1 1-1 0 0,0 0 1 0 0,1 0 0 0 0,-1-1-1 0 0,1 1 1 0 0,0 1 0 0 0,-1-1-1 0 0,1 0 1 0 0,0 0 0 0 0,-1 0-1 0 0,0 2 1 0 0,1-2-11 0 0,-3 2-209 0 0,-1 0-201 0 0,-15 5-106 0 0,15-5-158 0 0,-1-3-304 0 0,-42-9-4478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0 182 2880 0 0,'0'0'1384'0'0,"30"-22"449"0"0,2 1-393 0 0,2 1-920 0 0,-13 6-112 0 0,1 1-68 0 0,1 1-276 0 0,0-1-308 0 0,2-2-568 0 0,-4-2-416 0 0,4 1-913 0 0,-5-3-2263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55 194 3148 0 0,'-4'1'1585'0'0,"-14"2"-232"0"0,14-2 515 0 0,-1 0-1181 0 0,-14 2-114 0 0,14-2 501 0 0,13-2-817 0 0,679-136 474 0 0,-662 130-1745 0 0,36-13-1 0 0,-7-6-3365 0 0,-32 14-447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 2920 0 0,'0'0'4275'0'0,"5"0"-3996"0"0,16 0 4 0 0,-15 0-1 0 0,0-1-9 0 0,118-13 1586 0 0,-118 14-1643 0 0,-3 3-130 0 0,-1-1-72 0 0,-1 1 1 0 0,0 0-1 0 0,0-1 0 0 0,0 1 1 0 0,0 0-1 0 0,0 0 0 0 0,0-1 1 0 0,-1 1-1 0 0,1 0 0 0 0,-1 0 1 0 0,0 0-1 0 0,0 0 1 0 0,0 0-1 0 0,0 0 0 0 0,-1 0 1 0 0,1 0-1 0 0,-1 0 0 0 0,-1 3 1 0 0,-5 23-12 0 0,-2 0 1 0 0,-20 47-1 0 0,0-2-41 0 0,-25 115 229 0 0,47-157-957 0 0,2-1 1 0 0,1 1-1 0 0,2 0 0 0 0,1 37 1 0 0,5-40-1836 0 0,4-3-1839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58 184 3736 0 0,'-6'0'1317'0'0,"-6"0"-965"0"0,-25 2 4396 0 0,34-3-3584 0 0,6 0-305 0 0,27-2-646 0 0,476-77 1252 0 0,-172-6-4676 0 0,-300 74 293 0 0,-28 9 91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101 51 3128 0 0,'0'0'3719'0'0,"3"-4"-3253"0"0,5-9-119 0 0,-6 10-35 0 0,1 1 67 0 0,10-7 3 0 0,-10 6-27 0 0,2 2 1 0 0,36-13 884 0 0,-37 13-419 0 0,1 2-505 0 0,15 3-6 0 0,-15-3-26 0 0,-3 4-23 0 0,0 1-201 0 0,0 0 0 0 0,-1 1 0 0 0,0-1 0 0 0,0 1-1 0 0,-1-1 1 0 0,1 1 0 0 0,-2-1 0 0 0,1 1 0 0 0,-1-1-1 0 0,0 1 1 0 0,0-1 0 0 0,-3 9 0 0 0,-4 12 13 0 0,-19 44 0 0 0,-37 64-448 0 0,9-19-1804 0 0,8 1-3679 0 0,33-76 710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1 213 4108 0 0,'0'0'6378'0'0,"6"-3"-5976"0"0,22-7-216 0 0,1 2 0 0 0,1 1 0 0 0,-1 2 0 0 0,33-3 0 0 0,0 0-30 0 0,130-20-143 0 0,130-21-671 0 0,-8-23-6513 0 0,-268 58 3053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263 165 3592 0 0,'0'-8'1554'0'0,"1"0"-1134"0"0,-1 5-249 0 0,0 0 0 0 0,0-1 0 0 0,0 1 0 0 0,0 0 0 0 0,0 0 0 0 0,-1 0 0 0 0,1-1 0 0 0,-1 1-1 0 0,-1-4 1 0 0,0-2 93 0 0,-1 1 0 0 0,1-1 0 0 0,-1 1 0 0 0,-1-1 0 0 0,0 1 0 0 0,0 0 0 0 0,0 1 0 0 0,-1-1 0 0 0,0 1-1 0 0,-1 0 1 0 0,-11-12 0 0 0,13 16-88 0 0,-1 3-29 0 0,1-1-100 0 0,3 1-31 0 0,-1 0-1 0 0,1-1 1 0 0,-1 1-1 0 0,1 0 1 0 0,0 0-1 0 0,-1 0 1 0 0,1 0-1 0 0,-1 0 1 0 0,1 0-1 0 0,-1 0 1 0 0,1 0-1 0 0,-1 0 1 0 0,1 1-1 0 0,0-1 1 0 0,-1 1-1 0 0,1-1 1 0 0,0 1-1 0 0,-1 0 1 0 0,0 0-1 0 0,-8 6 88 0 0,0 0 0 0 0,1 0 0 0 0,0 1-1 0 0,1 0 1 0 0,0 1 0 0 0,0 0 0 0 0,1 0 0 0 0,0 1-1 0 0,0-1 1 0 0,1 1 0 0 0,1 1 0 0 0,-9 21 0 0 0,2-3 22 0 0,3 1 1 0 0,0 0 0 0 0,-7 50-1 0 0,13-63-100 0 0,2-15-26 0 0,1 0 1 0 0,0-1-1 0 0,0 1 0 0 0,-1 0 0 0 0,1 0 0 0 0,0 0 0 0 0,1-1 0 0 0,-1 1 0 0 0,0 0 0 0 0,0 0 0 0 0,2 2 1 0 0,0 6-24 0 0,1 3 41 0 0,2-1 1 0 0,-1-1-1 0 0,2 1 1 0 0,6 11-1 0 0,-10-19-1 0 0,3-2 13 0 0,11 7-18 0 0,-12-7-13 0 0,3-2 5 0 0,4-2 59 0 0,0 0 0 0 0,0-1 1 0 0,-1 0-1 0 0,1 0 0 0 0,-1-1 0 0 0,0-1 1 0 0,0 0-1 0 0,0 0 0 0 0,0-1 0 0 0,-1 0 1 0 0,0 0-1 0 0,0-1 0 0 0,-1-1 0 0 0,0 1 1 0 0,0-1-1 0 0,-1-1 0 0 0,0 1 0 0 0,0-1 1 0 0,-1 0-1 0 0,0-1 0 0 0,6-12 0 0 0,-7 10-5 0 0,-1 1-1 0 0,0-1 1 0 0,0 0-1 0 0,-1-1 1 0 0,-1 1-1 0 0,0 0 0 0 0,-1-1 1 0 0,0 0-1 0 0,-1 1 1 0 0,0-1-1 0 0,-1 1 1 0 0,0-1-1 0 0,-1 1 1 0 0,-6-21-1 0 0,8 31-59 0 0,-1 0 1 0 0,1 0-1 0 0,-1 1 0 0 0,0-1 0 0 0,1 0 1 0 0,-1 0-1 0 0,0 1 0 0 0,0-1 0 0 0,0 0 1 0 0,0 1-1 0 0,-1-1 0 0 0,-1-1 0 0 0,-1-2-10 0 0,4 4 8 0 0,-1 0 0 0 0,0 1-1 0 0,1-1 1 0 0,-1 0 0 0 0,0 0 0 0 0,0 0-1 0 0,0 0 1 0 0,0 1 0 0 0,1-1-1 0 0,-1 0 1 0 0,0 1 0 0 0,0-1-1 0 0,0 0 1 0 0,0 1 0 0 0,-1 0-1 0 0,1-1 1 0 0,0 1 0 0 0,0-1-1 0 0,0 1 1 0 0,-2 0 0 0 0,0-1-23 0 0,2 0 8 0 0,0 1 0 0 0,-1-1 0 0 0,1 1 0 0 0,-1-1 0 0 0,1 1 0 0 0,-1-1 0 0 0,0 1 0 0 0,1 0 0 0 0,-1-1 0 0 0,1 1 0 0 0,-1 0 0 0 0,0 0 0 0 0,1 0 0 0 0,-1 1 0 0 0,-2-1 0 0 0,-1 1-48 0 0,3-1 40 0 0,0 0 1 0 0,0 0-1 0 0,0 0 0 0 0,0 0 1 0 0,0 0-1 0 0,0 0 0 0 0,0 1 1 0 0,0-1-1 0 0,0 1 0 0 0,0 0 1 0 0,0 0-1 0 0,0-1 0 0 0,0 1 1 0 0,0 0-1 0 0,-1 2 0 0 0,-5 1-66 0 0,-1 1-132 0 0,-1 0 1 0 0,1 1-1 0 0,0 0 0 0 0,1 0 0 0 0,-1 1 0 0 0,1 0 0 0 0,0 0 0 0 0,1 1 1 0 0,0 0-1 0 0,0 1 0 0 0,1-1 0 0 0,0 1 0 0 0,0 0 0 0 0,1 1 0 0 0,1-1 0 0 0,-5 14 1 0 0,8-21 87 0 0,0 0 1 0 0,0 0-1 0 0,0 0 1 0 0,1 0-1 0 0,-1 0 1 0 0,1 0-1 0 0,-1 0 1 0 0,1 0 0 0 0,0 1-1 0 0,0-1 1 0 0,0 3-1 0 0,0 1-241 0 0,0-4 207 0 0,0-1-1 0 0,0 1 1 0 0,-1-1 0 0 0,1 1 0 0 0,0-1-1 0 0,1 1 1 0 0,-1-1 0 0 0,0 1-1 0 0,0-1 1 0 0,1 1 0 0 0,-1-1 0 0 0,1 1-1 0 0,-1-1 1 0 0,1 0 0 0 0,-1 1 0 0 0,1-1-1 0 0,1 2 1 0 0,1 1-702 0 0,-2 1-3442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5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0 4296 0 0,'0'0'5896'0'0,"-3"2"-5280"0"0,-37 20 723 0 0,35-19-1179 0 0,2 1-59 0 0,-11 10-13 0 0,10-10-41 0 0,4-3-43 0 0,-1 1 0 0 0,0-1 0 0 0,1 0 0 0 0,-1 1 0 0 0,0-1 0 0 0,0 0 0 0 0,0 0-1 0 0,0 1 1 0 0,0-1 0 0 0,0 0 0 0 0,0 0 0 0 0,-1 1 0 0 0,1-1 1 0 0,-2 2 22 0 0,2 2-118 0 0,1-3 99 0 0,0 0 5 0 0,0-1 0 0 0,0 0 1 0 0,0 1-1 0 0,-1-1 0 0 0,1 1 0 0 0,0-1 0 0 0,-1 0 1 0 0,1 1-1 0 0,-1-1 0 0 0,1 0 0 0 0,-1 1 0 0 0,-1 1 0 0 0,22 9-64 0 0,-15-14 140 0 0,1 1 1 0 0,-1-1-1 0 0,1 1 0 0 0,-1-2 0 0 0,1 1 1 0 0,-1-1-1 0 0,8-4 0 0 0,-9 4 107 0 0,-4 3-188 0 0,0 0-1 0 0,0-1 1 0 0,0 1 0 0 0,0-1-1 0 0,0 1 1 0 0,1 0-1 0 0,-1-1 1 0 0,0 1-1 0 0,0 0 1 0 0,0-1 0 0 0,1 1-1 0 0,-1 0 1 0 0,0-1-1 0 0,0 1 1 0 0,1 0-1 0 0,-1 0 1 0 0,0-1 0 0 0,1 1-1 0 0,-1 0 1 0 0,0 0-1 0 0,1-1 1 0 0,-1 1-1 0 0,0 0 1 0 0,1 0 0 0 0,-1 0-1 0 0,0 0 1 0 0,1 0-1 0 0,-1 0 1 0 0,1 0-1 0 0,0-1 6 0 0,-1 1-1 0 0,1 0 0 0 0,0 0 0 0 0,-1 0 0 0 0,1-1 0 0 0,-1 1 0 0 0,1 0 0 0 0,0 0 1 0 0,-1-1-1 0 0,1 1 0 0 0,-1-1 0 0 0,1 1 0 0 0,-1 0 0 0 0,1-1 0 0 0,-1 1 0 0 0,0-1 1 0 0,1 1-1 0 0,-1-1 0 0 0,0 1 0 0 0,1-1 0 0 0,-1 0 0 0 0,0 1 0 0 0,1-1 0 0 0,-1 1 1 0 0,0-1-1 0 0,0 0 0 0 0,0 0 0 0 0,6-19-707 0 0,-6 19 461 0 0,-1 0 1 0 0,1 0-1 0 0,-1 0 1 0 0,0 0 0 0 0,1 0-1 0 0,-1 1 1 0 0,0-1 0 0 0,0 0-1 0 0,0 0 1 0 0,0 0 0 0 0,0 1-1 0 0,0-1 1 0 0,0 1-1 0 0,0-1 1 0 0,0 0 0 0 0,0 1-1 0 0,0 0 1 0 0,0-1 0 0 0,0 1-1 0 0,0 0 1 0 0,-1-1 0 0 0,-1 1-1 0 0,-18-4-3379 0 0,16 3-811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6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85 4352 0 0,'0'0'6484'0'0,"-2"-4"-5716"0"0,-5-16 725 0 0,9 17-1392 0 0,0 1 0 0 0,0-1 0 0 0,0 0 0 0 0,0 1 1 0 0,1-1-1 0 0,-1 1 0 0 0,1 0 0 0 0,0-1 0 0 0,-1 1 1 0 0,1 0-1 0 0,4-1 0 0 0,-6 2-85 0 0,6-2 107 0 0,0-1 1 0 0,1 1-1 0 0,-1 0 0 0 0,1 1 0 0 0,-1 0 0 0 0,15-2 0 0 0,-15 3-77 0 0,13-4 271 0 0,4 3-134 0 0,-10 3 18 0 0,-6-2-134 0 0,26 5 279 0 0,-24-2-281 0 0,0 1 1 0 0,-1 0-1 0 0,1 1 1 0 0,0 0-1 0 0,-1 0 1 0 0,0 1 0 0 0,0 1-1 0 0,0-1 1 0 0,-1 1-1 0 0,0 1 1 0 0,0 0-1 0 0,0 0 1 0 0,-1 0-1 0 0,0 1 1 0 0,-1 0-1 0 0,1 0 1 0 0,4 10-1 0 0,-4-5-81 0 0,-1 0 0 0 0,-1 0 1 0 0,0 0-1 0 0,-1 1 0 0 0,0 0 0 0 0,-1 0 0 0 0,-1 0 0 0 0,0 0 0 0 0,-1 1 0 0 0,0-1 0 0 0,-1 0 0 0 0,-1 1 0 0 0,0-1 0 0 0,-4 18 0 0 0,-1-6-560 0 0,-1-1 0 0 0,-1 0 0 0 0,-1-1 0 0 0,-1 0 0 0 0,-1 0 0 0 0,-28 43 0 0 0,35-61 50 0 0,-15 20-1887 0 0,0-11-2284 0 0,3-4-884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6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0 245 3304 0 0,'2'-4'1401'0'0,"4"-12"-224"0"0,-5 12-278 0 0,4 1-198 0 0,43-28 496 0 0,148-48-1974 0 0,-123 52 1300 0 0,77-40-1 0 0,-145 64-217 0 0,-5 2-199 0 0,1 0-1 0 0,0 1 0 0 0,0-1 1 0 0,0 0-1 0 0,-1 0 0 0 0,1 0 1 0 0,0 1-1 0 0,0-1 1 0 0,0 0-1 0 0,1 1 0 0 0,-1-1 1 0 0,0 1-1 0 0,0-1 1 0 0,0 1-1 0 0,2-1 0 0 0,-7 7 1 0 0,1 1 0 0 0,0-1-1 0 0,0 1 1 0 0,1-1 0 0 0,0 1-1 0 0,0 0 1 0 0,0 0 0 0 0,1 0-1 0 0,0 0 1 0 0,0 0 0 0 0,1 0-1 0 0,0 1 1 0 0,1 9 0 0 0,0-9-47 0 0,0-1 0 0 0,1 0 0 0 0,-1 1 0 0 0,2-1-1 0 0,-1 0 1 0 0,1 0 0 0 0,4 7 0 0 0,-5-8-31 0 0,7 10 67 0 0,0 0 0 0 0,1-1 0 0 0,1 0 0 0 0,0 0 0 0 0,1-1 0 0 0,24 21 0 0 0,-4-2 115 0 0,-29-29-152 0 0,-3-4-55 0 0,0 1 0 0 0,0-1-1 0 0,0 1 1 0 0,0-1 0 0 0,0 1 0 0 0,1-1 0 0 0,-1 1 0 0 0,0 0-1 0 0,0-1 1 0 0,0 1 0 0 0,1-1 0 0 0,-1 0 0 0 0,0 1 0 0 0,1-1-1 0 0,-1 1 1 0 0,0-1 0 0 0,1 1 0 0 0,-1-1 0 0 0,1 0 0 0 0,-1 1-1 0 0,0-1 1 0 0,1 0 0 0 0,-1 1 0 0 0,2-1 0 0 0,-2 1-1 0 0,1-1-1 0 0,-1 0 1 0 0,1 0 0 0 0,-1 1 0 0 0,1-1 0 0 0,-1 0-1 0 0,1 1 1 0 0,-1-1 0 0 0,0 0 0 0 0,1 1 0 0 0,-1-1-1 0 0,1 1 1 0 0,-1-1 0 0 0,0 1 0 0 0,0-1 0 0 0,1 1-1 0 0,-1-1 1 0 0,0 1 0 0 0,0-1 0 0 0,0 1 0 0 0,1-1 0 0 0,-1 1-1 0 0,0-1 1 0 0,0 2 0 0 0,-8 19-413 0 0,8-20 372 0 0,-1 0 0 0 0,1-1 0 0 0,-1 1 0 0 0,1 0 0 0 0,-1 0 0 0 0,0 0 0 0 0,0-1 0 0 0,1 1 0 0 0,-1 0 1 0 0,0-1-1 0 0,0 1 0 0 0,0-1 0 0 0,0 1 0 0 0,0-1 0 0 0,0 1 0 0 0,0-1 0 0 0,0 0 0 0 0,0 1 0 0 0,0-1 1 0 0,0 0-1 0 0,0 0 0 0 0,-1 0 0 0 0,-4 2-432 0 0,0 0-1 0 0,0 0 1 0 0,-1-1 0 0 0,1 0 0 0 0,0-1-1 0 0,-1 1 1 0 0,-11-2 0 0 0,12 1 114 0 0,4 1 96 0 0,0-1 0 0 0,-1 0 0 0 0,1 0-1 0 0,-1 0 1 0 0,1 0 0 0 0,-1-1 0 0 0,1 1 0 0 0,-1-1 0 0 0,1 1 0 0 0,0-1 0 0 0,-3-1 0 0 0,-2 0-721 0 0,0 0-3396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43.6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1 174 4336 0 0,'19'-17'1773'0'0,"3"1"-317"0"0,-3-1-144 0 0,-1 2-216 0 0,1 2 340 0 0,15-11-520 0 0,0 4-668 0 0,-4 4-512 0 0,-3 2-1192 0 0,3-7-3220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1:54.5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3508 0 0,'0'0'2333'0'0,"31"2"-3786"0"0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15.1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514 194 1756 0 0,'1'-5'824'0'0,"0"3"-551"0"0,0 1-124 0 0,0 0-1 0 0,-1-1 1 0 0,1 1-1 0 0,-1 0 0 0 0,1-1 1 0 0,-1 1-1 0 0,0 0 1 0 0,1-1-1 0 0,-1 1 0 0 0,0 0 1 0 0,0-1-1 0 0,0-2 0 0 0,-6 6 110 0 0,-1 1-173 0 0,0 0-1 0 0,0 1 1 0 0,1 0 0 0 0,-1 0-1 0 0,1 1 1 0 0,-1-1 0 0 0,1 1-1 0 0,1 1 1 0 0,-1-1 0 0 0,1 1 0 0 0,-7 9-1 0 0,-55 86 650 0 0,48-69-523 0 0,-295 491 1825 0 0,282-473-1670 0 0,30-47 266 0 0,5-10-595 0 0,105-195 3 0 0,-46 94-18 0 0,39-85 5 0 0,124-210 6 0 0,-206 379-63 0 0,-16 20 51 0 0,3 6 33 0 0,-2 0-45 0 0,-1 0-1 0 0,0 0 1 0 0,0 0-1 0 0,0 0 1 0 0,0 1-1 0 0,0-1 1 0 0,0 1 0 0 0,-1-1-1 0 0,1 1 1 0 0,-1 0-1 0 0,0 0 1 0 0,0 0-1 0 0,0 1 1 0 0,0-1 0 0 0,-1 0-1 0 0,1 1 1 0 0,-1-1-1 0 0,0 1 1 0 0,0-1 0 0 0,0 1-1 0 0,0 0 1 0 0,0 3-1 0 0,18 99 113 0 0,10 211-1 0 0,-31 111-66 0 0,-3-313 163 0 0,5-109-207 0 0,-1-1-60 0 0,-1 23-1488 0 0,1-28 1471 0 0,1 1 0 0 0,0-1 0 0 0,0 0 0 0 0,0 1 1 0 0,0-1-1 0 0,0 0 0 0 0,-1 1 0 0 0,1-1 1 0 0,0 0-1 0 0,0 1 0 0 0,0-1 0 0 0,-1 0 0 0 0,1 1 1 0 0,0-1-1 0 0,-1 0 0 0 0,1 1 0 0 0,0-1 0 0 0,0 0 1 0 0,-1 0-1 0 0,1 0 0 0 0,-1 1 0 0 0,1-1 1 0 0,0 0-1 0 0,-1 0 0 0 0,1 0 0 0 0,0 0 0 0 0,-1 0 1 0 0,0 0-61 0 0,1 1-1 0 0,-1-1 1 0 0,1 0 0 0 0,0 0 0 0 0,-1 0 0 0 0,1 0 0 0 0,-1 0-1 0 0,1 1 1 0 0,0-1 0 0 0,-1 0 0 0 0,1 0 0 0 0,0 1 0 0 0,-1-1 0 0 0,1 0-1 0 0,0 1 1 0 0,0-1 0 0 0,-1 0 0 0 0,1 1 0 0 0,0-1 0 0 0,0 0-1 0 0,-1 1 1 0 0,1-1 0 0 0,0 0 0 0 0,0 1 0 0 0,0 0 0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15.4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1 109 2224 0 0,'2'-3'783'0'0,"2"0"-641"0"0,0 0 0 0 0,0 1 0 0 0,0-1 0 0 0,0 1 0 0 0,0 0 0 0 0,0 0 0 0 0,0 0 0 0 0,1 1 0 0 0,-1-1 0 0 0,9 0 0 0 0,56-8 584 0 0,-39 7-425 0 0,479-52 1148 0 0,-174 42-3237 0 0,-287 15-737 0 0,-39-1-167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15.6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1 1396 0 0,'0'0'4294'0'0,"-3"2"-3957"0"0,-15 8 163 0 0,18-3-263 0 0,1 69 329 0 0,13 90-1 0 0,2-102-1073 0 0,-15-59 300 0 0,-1-4 159 0 0,1 1 1 0 0,-1-1-1 0 0,1 1 0 0 0,0-1 0 0 0,-1 1 0 0 0,1-1 0 0 0,0 0 0 0 0,0 1 0 0 0,0-1 0 0 0,0 0 1 0 0,0 0-1 0 0,2 2 0 0 0,-2-1-76 0 0,2 2-549 0 0,1-2-211 0 0,11 6-5 0 0,-11-6-562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15.9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206 32 1480 0 0,'0'-5'908'0'0,"0"-21"1890"0"0,-4 27-2634 0 0,0 1-118 0 0,0 0 1 0 0,-1 0-1 0 0,1 1 0 0 0,0-1 1 0 0,0 1-1 0 0,1 0 0 0 0,-1 0 1 0 0,1 0-1 0 0,-1 1 1 0 0,1 0-1 0 0,0-1 0 0 0,-3 7 1 0 0,-39 62 276 0 0,28-43-235 0 0,-4 6-46 0 0,1 0 0 0 0,-26 64 0 0 0,44-94-293 0 0,2 25-3267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16.3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43 218 1528 0 0,'4'-2'469'0'0,"11"-7"-119"0"0,-11 7-75 0 0,0-2-55 0 0,8-7 19 0 0,0-2-1 0 0,0 1 0 0 0,-1-1 0 0 0,-1-1 1 0 0,0 0-1 0 0,-1-1 0 0 0,7-16 0 0 0,-14 28 42 0 0,-2-2-64 0 0,-5-40 363 0 0,4 42-507 0 0,0 1-57 0 0,0 0 0 0 0,0 1 1 0 0,0 0-1 0 0,-1-1 1 0 0,1 1-1 0 0,0 0 1 0 0,-1-1-1 0 0,1 1 1 0 0,-4-2-1 0 0,2 0 98 0 0,-3 3-65 0 0,-18-3-9 0 0,21 4-17 0 0,0-1 0 0 0,-1 1-1 0 0,1-1 1 0 0,0 1 0 0 0,0 0-1 0 0,0 0 1 0 0,0 1 0 0 0,0-1-1 0 0,0 1 1 0 0,0-1-1 0 0,1 1 1 0 0,-1 0 0 0 0,0 0-1 0 0,-2 2 1 0 0,4-3-10 0 0,-1 0-1 0 0,1 0 0 0 0,-1 0 1 0 0,1 0-1 0 0,-1 0 0 0 0,1 0 0 0 0,-1 0 1 0 0,1 0-1 0 0,0 0 0 0 0,-1 1 0 0 0,1-1 1 0 0,0 1-1 0 0,0-1 0 0 0,0 1 0 0 0,0-1 1 0 0,-1 2-1 0 0,-6 12 148 0 0,4-9-132 0 0,0-1-1 0 0,1 1 0 0 0,0 0 0 0 0,0 0 0 0 0,0 1 1 0 0,1-1-1 0 0,0 1 0 0 0,0-1 0 0 0,1 1 1 0 0,0 0-1 0 0,0-1 0 0 0,0 1 0 0 0,1 0 0 0 0,0 0 1 0 0,0 0-1 0 0,1 0 0 0 0,0-1 0 0 0,0 1 1 0 0,0 0-1 0 0,5 10 0 0 0,-4-13-30 0 0,0 0 1 0 0,0 0-1 0 0,1 0 0 0 0,-1 0 0 0 0,1 0 1 0 0,0-1-1 0 0,0 0 0 0 0,0 1 1 0 0,1-1-1 0 0,4 4 0 0 0,-4-5 12 0 0,-1 1-4 0 0,1 0 0 0 0,0 0 1 0 0,1 0-1 0 0,-1-1 0 0 0,0 1 1 0 0,1-1-1 0 0,-1 0 0 0 0,1-1 1 0 0,0 1-1 0 0,0-1 0 0 0,-1 0 1 0 0,8 1-1 0 0,43-2-315 0 0,-48-1 258 0 0,0 1-407 0 0,1 0 0 0 0,-1-1 0 0 0,0 0 0 0 0,1-1 0 0 0,-1 0 0 0 0,0 0 0 0 0,0 0 1 0 0,13-7-1 0 0,3-2-2496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16.7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41 1344 0 0,'10'-27'2058'0'0,"-5"26"-1810"0"0,12-6-53 0 0,-12 5 157 0 0,1 4-169 0 0,1-1-130 0 0,-1 1 1 0 0,1 0-1 0 0,0 0 1 0 0,-1 1-1 0 0,1 0 1 0 0,-1 0-1 0 0,0 1 1 0 0,0-1-1 0 0,0 1 1 0 0,5 6-1 0 0,-5-3 27 0 0,0 0-1 0 0,-1 1 0 0 0,0-1 0 0 0,0 1 0 0 0,-1 1 0 0 0,0-1 0 0 0,0 0 0 0 0,3 14 0 0 0,-6-18 80 0 0,-1 2-23 0 0,-2 18 32 0 0,2-17 26 0 0,-1-6-169 0 0,0 0 1 0 0,0 1-1 0 0,0-1 1 0 0,1 1-1 0 0,-1-1 1 0 0,0 1-1 0 0,1-1 1 0 0,-1 1-1 0 0,1-1 1 0 0,0 1-1 0 0,-1 0 1 0 0,1 2 0 0 0,-1 0 26 0 0,-1 1 118 0 0,0-1 4 0 0,-7 13 32 0 0,6-13 14 0 0,1-1-7 0 0,-31 16 782 0 0,29-17-735 0 0,2-7-113 0 0,-8-11-23 0 0,8 12-43 0 0,2 2-72 0 0,-1 0 0 0 0,1 0 1 0 0,0 0-1 0 0,0 0 0 0 0,0 1 0 0 0,0-1 1 0 0,0 0-1 0 0,0 0 0 0 0,1 0 0 0 0,-1 0 1 0 0,0 1-1 0 0,2-4 0 0 0,-1 2 8 0 0,1-7-2 0 0,1 0 1 0 0,1 0-1 0 0,0 1 0 0 0,0-1 1 0 0,1 1-1 0 0,0-1 0 0 0,0 1 0 0 0,1 1 1 0 0,0-1-1 0 0,13-12 0 0 0,-14 14 0 0 0,28-20 10 0 0,-19 19-150 0 0,0 0 0 0 0,0 0 0 0 0,31-10 0 0 0,-41 17-253 0 0,2 2-129 0 0,-3-1 417 0 0,0 0-191 0 0,0 0 0 0 0,0 0 0 0 0,0 0 0 0 0,0 1 0 0 0,0-1 0 0 0,0 1 0 0 0,0 0 0 0 0,-1 0 0 0 0,1 0 0 0 0,0 0 0 0 0,0 1 0 0 0,-1-1 0 0 0,1 1 0 0 0,0-1 0 0 0,-1 1 0 0 0,4 3 0 0 0,6 12-3083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17.8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251 119 2272 0 0,'-1'-6'924'0'0,"1"0"-730"0"0,-1 1 0 0 0,0-1 0 0 0,0 1 0 0 0,-1-1 0 0 0,0 1 0 0 0,1 0 0 0 0,-2 0 0 0 0,1-1 0 0 0,-1 1 0 0 0,1 1 0 0 0,-1-1 0 0 0,-1 0 0 0 0,1 1 0 0 0,-1-1 0 0 0,0 1 0 0 0,0 0 0 0 0,0 0 0 0 0,0 1 0 0 0,-1-1 0 0 0,1 1 0 0 0,-7-3 0 0 0,7 4-197 0 0,-13-1 290 0 0,15 3-252 0 0,-1-1 1 0 0,0 1-1 0 0,0-1 1 0 0,0 1-1 0 0,1 0 1 0 0,-1 0-1 0 0,0 0 1 0 0,0 0-1 0 0,0 0 1 0 0,0 1-1 0 0,1 0 1 0 0,-1-1-1 0 0,0 1 1 0 0,1 0-1 0 0,-1 0 1 0 0,0 0-1 0 0,-2 2 1 0 0,-42 35 218 0 0,37-29-195 0 0,9-8-55 0 0,-1 1 0 0 0,1-1 0 0 0,-1 1 0 0 0,1-1 0 0 0,0 1 0 0 0,0-1 0 0 0,0 1 0 0 0,0 0 0 0 0,0 0 0 0 0,0 0 0 0 0,-1 2 0 0 0,-4 8 48 0 0,0 2-41 0 0,1 1 0 0 0,0-1 0 0 0,1 1 0 0 0,0 0 0 0 0,2 0 0 0 0,-3 20 0 0 0,5-30 8 0 0,2 1-2 0 0,-2-3-16 0 0,0 1 0 0 0,1-1 1 0 0,-1 0-1 0 0,1 1 0 0 0,0-1 1 0 0,0 0-1 0 0,0 0 0 0 0,0 0 1 0 0,1 0-1 0 0,-1 0 0 0 0,1 0 1 0 0,0 0-1 0 0,0 0 0 0 0,0-1 0 0 0,0 1 1 0 0,0-1-1 0 0,1 1 0 0 0,-1-1 1 0 0,1 0-1 0 0,-1 0 0 0 0,1 0 1 0 0,0 0-1 0 0,0-1 0 0 0,0 1 1 0 0,0-1-1 0 0,0 1 0 0 0,0-1 1 0 0,6 1-1 0 0,-4-1 19 0 0,1-2 48 0 0,4-2-58 0 0,0-1-1 0 0,0 0 0 0 0,0 0 1 0 0,0-1-1 0 0,-1 0 0 0 0,0 0 1 0 0,0-1-1 0 0,0-1 0 0 0,-1 1 0 0 0,0-1 1 0 0,0-1-1 0 0,-1 0 0 0 0,0 0 1 0 0,0 0-1 0 0,-1-1 0 0 0,0 1 1 0 0,0-2-1 0 0,6-14 0 0 0,-8 16 33 0 0,12-26-8 0 0,-18 39-25 0 0,-13 39-6 0 0,14-39-4 0 0,0 1 5 0 0,-1 19-3 0 0,1-18 17 0 0,2-1 6 0 0,3 18-62 0 0,-3-17-28 0 0,1-2-95 0 0,6 15 106 0 0,-6-15-12 0 0,2-2-100 0 0,1-1 56 0 0,-1 1-1 0 0,1-1 1 0 0,0 1-1 0 0,0-1 1 0 0,0-1-1 0 0,0 1 1 0 0,0-1-1 0 0,0 1 1 0 0,0-2-1 0 0,0 1 1 0 0,0 0-1 0 0,7-1 1 0 0,0-1-113 0 0,1 0 0 0 0,-1-1 1 0 0,0 0-1 0 0,20-7 1 0 0,-13 3 187 0 0,0-1 0 0 0,-1 0 1 0 0,0-1-1 0 0,-1-1 0 0 0,0-1 1 0 0,0-1-1 0 0,-1 0 1 0 0,-1-1-1 0 0,0 0 0 0 0,0-1 1 0 0,-1-1-1 0 0,-1-1 0 0 0,13-17 1 0 0,-12 5 533 0 0,-12 23-274 0 0,-2-1 37 0 0,1 0-133 0 0,-1 1 0 0 0,0-1 0 0 0,-1 0 0 0 0,1 1 0 0 0,-1-1 0 0 0,0 1 0 0 0,-3-9 0 0 0,3 9-1 0 0,-4 2-30 0 0,1 1-70 0 0,0 0-1 0 0,0 0 1 0 0,0 0-1 0 0,0 0 0 0 0,0 1 1 0 0,0-1-1 0 0,-1 1 0 0 0,1 0 1 0 0,0 0-1 0 0,0 1 0 0 0,0-1 1 0 0,0 1-1 0 0,0 0 1 0 0,0 0-1 0 0,0 0 0 0 0,0 1 1 0 0,-6 2-1 0 0,1 1 12 0 0,0 1-1 0 0,0 0 1 0 0,1 0 0 0 0,0 0-1 0 0,0 1 1 0 0,1 0 0 0 0,-9 11-1 0 0,9-11-13 0 0,1 0-1 0 0,1 1 0 0 0,-1 0 0 0 0,1 0 0 0 0,-5 11 0 0 0,-11 34 10 0 0,20-48-33 0 0,1 0 22 0 0,0 19 21 0 0,0-18-20 0 0,2-2-8 0 0,8 12-7 0 0,-10-15-8 0 0,1 1 1 0 0,0-1-1 0 0,-1 0 0 0 0,1 0 0 0 0,0 0 0 0 0,0 0 1 0 0,0-1-1 0 0,-1 1 0 0 0,1 0 0 0 0,0 0 1 0 0,0 0-1 0 0,0-1 0 0 0,1 1 0 0 0,-1 0 0 0 0,0-1 1 0 0,0 1-1 0 0,0-1 0 0 0,0 0 0 0 0,2 1 1 0 0,0 0 2 0 0,1 2 6 0 0,2-3-21 0 0,0 0 16 0 0,1 0 1 0 0,-1 0 0 0 0,1 0-1 0 0,-1-1 1 0 0,1 0 0 0 0,-1-1-1 0 0,0 0 1 0 0,0 0 0 0 0,1 0-1 0 0,-1 0 1 0 0,-1-1 0 0 0,8-4-1 0 0,-3 2 0 0 0,-1-1-1 0 0,0 0 0 0 0,0 0 0 0 0,0-1 0 0 0,-1 0 0 0 0,9-10 0 0 0,-9 9-16 0 0,4-5 25 0 0,0 0 0 0 0,12-20 1 0 0,-16 22 64 0 0,-6 8-7 0 0,0 0-12 0 0,6-9 8 0 0,-5 9 372 0 0,0 6-419 0 0,0 1-13 0 0,0 0-1 0 0,-1 0 1 0 0,1 0-1 0 0,-1 0 1 0 0,0 0 0 0 0,0 1-1 0 0,0-1 1 0 0,1 9 0 0 0,4 34 4 0 0,-3 0 1 0 0,-2 0 0 0 0,-1 0 0 0 0,-3 1-1 0 0,-2-1 1 0 0,-2 0 0 0 0,-2-1 0 0 0,-2 0-1 0 0,-2 0 1 0 0,-2-1 0 0 0,-2-1 0 0 0,-1 0-1 0 0,-3-1 1 0 0,-40 64 0 0 0,53-94-4 0 0,-1-1 0 0 0,-1 0 1 0 0,0 0-1 0 0,-1-1 0 0 0,0 0 1 0 0,-1-1-1 0 0,0 0 0 0 0,-1-1 0 0 0,-22 15 1 0 0,29-23 1 0 0,1 1-1 0 0,-1-1 1 0 0,1 0 0 0 0,-1 0 0 0 0,0 0 0 0 0,1 0 0 0 0,-1-1 0 0 0,0 0 0 0 0,0 0 0 0 0,1 0 0 0 0,-7-2 0 0 0,7 2-26 0 0,2 0 15 0 0,1 0-1 0 0,0 0 0 0 0,0 0 1 0 0,-1 0-1 0 0,1-1 0 0 0,0 1 1 0 0,0 0-1 0 0,-1 0 0 0 0,1-1 1 0 0,0 1-1 0 0,0-1 1 0 0,0 1-1 0 0,0-1 0 0 0,0 0 1 0 0,0 1-1 0 0,0-1 0 0 0,0 0 1 0 0,0 0-1 0 0,0 1 0 0 0,-1-3 1 0 0,-1 1 3 0 0,0 0 0 0 0,0-1 1 0 0,-1 0-1 0 0,1 0 1 0 0,1 0-1 0 0,-1 0 1 0 0,0 0-1 0 0,1 0 1 0 0,-1-1-1 0 0,1 1 1 0 0,0-1-1 0 0,0 0 1 0 0,1 1 0 0 0,-4-9-1 0 0,4 8-11 0 0,0 3 9 0 0,0-1-1 0 0,1 0 1 0 0,-1 0 0 0 0,1 0-1 0 0,-1 1 1 0 0,1-1-1 0 0,-1 0 1 0 0,1 0 0 0 0,0 0-1 0 0,0 0 1 0 0,0 0 0 0 0,0 0-1 0 0,0 0 1 0 0,0 0 0 0 0,2-3-1 0 0,-1-1-9 0 0,-1 3-5 0 0,0-1 1 0 0,0 1-1 0 0,0-1 1 0 0,0 1-1 0 0,1-1 1 0 0,-1 1 0 0 0,1-1-1 0 0,0 1 1 0 0,0-1-1 0 0,2-2 1 0 0,2-6-29 0 0,1-6-105 0 0,1 0 0 0 0,1 0 1 0 0,1 0-1 0 0,0 1 0 0 0,2 1 0 0 0,23-30 0 0 0,86-81-1847 0 0,-73 80 819 0 0,17-17-1566 0 0,-30 31-203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18.3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30 199 2212 0 0,'0'0'2676'0'0,"1"4"-2152"0"0,0 0-348 0 0,-1 0 0 0 0,2-1-1 0 0,-1 1 1 0 0,0-1-1 0 0,1 1 1 0 0,-1-1-1 0 0,1 0 1 0 0,0 1-1 0 0,4 3 1 0 0,-3-3 313 0 0,1-2-271 0 0,2 1-96 0 0,0-1 0 0 0,1 0 1 0 0,-1 0-1 0 0,1 0 0 0 0,11 1 1 0 0,-12-3 7 0 0,0-1 22 0 0,5-3-63 0 0,-1 0-1 0 0,1 0 0 0 0,-1-1 0 0 0,0 0 0 0 0,0-1 0 0 0,11-8 0 0 0,-12 7-11 0 0,-1 0 1 0 0,0 0-1 0 0,0-1 0 0 0,-1 0 0 0 0,0 0 0 0 0,0-1 1 0 0,-1 0-1 0 0,10-19 0 0 0,-14 22-44 0 0,1 1 0 0 0,-1-2 0 0 0,0 1 0 0 0,0 0-1 0 0,1-9 1 0 0,-2 7-5 0 0,0 4 12 0 0,-1-2 1 0 0,-2-4-23 0 0,0 0 0 0 0,-1 0-1 0 0,-5-13 1 0 0,6 18-42 0 0,-4 4 34 0 0,0-1-1 0 0,0 1 0 0 0,0 0 0 0 0,-1 0 0 0 0,1 1 1 0 0,0 0-1 0 0,0 0 0 0 0,-1 0 0 0 0,1 1 0 0 0,0 0 0 0 0,0 0 1 0 0,-1 1-1 0 0,-5 2 0 0 0,0 1 7 0 0,0 1 1 0 0,1 0-1 0 0,-1 0 1 0 0,1 2-1 0 0,1-1 0 0 0,-1 1 1 0 0,1 1-1 0 0,1 0 1 0 0,0 0-1 0 0,0 1 0 0 0,0 0 1 0 0,2 1-1 0 0,-1 0 0 0 0,1 0 1 0 0,1 0-1 0 0,-10 23 1 0 0,11-21 74 0 0,4-11-79 0 0,0 0-1 0 0,0 1 1 0 0,0-1-1 0 0,1 1 1 0 0,-1-1-1 0 0,1 1 1 0 0,-1-1 0 0 0,1 1-1 0 0,0-1 1 0 0,0 1-1 0 0,1 4 1 0 0,-1-1 36 0 0,-2 0-16 0 0,2-4-20 0 0,-1 0 0 0 0,1 0 1 0 0,0 0-1 0 0,0 0 1 0 0,0-1-1 0 0,0 1 0 0 0,0 0 1 0 0,0 0-1 0 0,0 0 0 0 0,1 0 1 0 0,-1 0-1 0 0,1 0 1 0 0,-1 0-1 0 0,1 0 0 0 0,1 2 1 0 0,0 3 11 0 0,1-1 0 0 0,0 0 0 0 0,0 0 0 0 0,0-1 0 0 0,1 1 0 0 0,0-1 0 0 0,0 1 0 0 0,0-1 0 0 0,1 0 0 0 0,0-1 0 0 0,0 1 0 0 0,0-1 0 0 0,0 0 0 0 0,1 0 0 0 0,11 5 0 0 0,-6-4-10 0 0,-6-3-10 0 0,0 0-1 0 0,0 0 1 0 0,0-1-1 0 0,0 0 1 0 0,1 0-1 0 0,-1 0 0 0 0,11 0 1 0 0,10-1-21 0 0,0-1 1 0 0,0-1-1 0 0,0-2 1 0 0,34-8-1 0 0,-13-2-606 0 0,-2-3-1 0 0,75-37 0 0 0,-77 30-2134 0 0,43-32 0 0 0,-50 30-1630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19.4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31 2780 0 0,'-1'-5'1290'0'0,"-3"-20"4224"0"0,2 29-5201 0 0,-1 5-217 0 0,1 1 1 0 0,0-1-1 0 0,1 0 1 0 0,0 1-1 0 0,0-1 1 0 0,2 20-1 0 0,10 67 99 0 0,-4-41-87 0 0,38 304-202 0 0,-44-353-149 0 0,4 20-561 0 0,-5-21 63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19.8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75 1464 0 0,'1'-1'35'0'0,"41"-47"1562"0"0,-40 45-1470 0 0,0 1-1 0 0,1 0 1 0 0,-1 0 0 0 0,1 0 0 0 0,-1 0 0 0 0,1 0 0 0 0,0 1 0 0 0,0-1 0 0 0,-1 1 0 0 0,1 0 0 0 0,0 0 0 0 0,1 0 0 0 0,-1 0 0 0 0,0 0 0 0 0,0 1 0 0 0,0-1 0 0 0,6 1 0 0 0,19 4 185 0 0,-17 1-256 0 0,-9-2-24 0 0,3 1 58 0 0,0 0-1 0 0,0 1 0 0 0,-1 0 1 0 0,1 0-1 0 0,-1 0 0 0 0,0 1 1 0 0,-1-1-1 0 0,0 1 0 0 0,0 0 1 0 0,0 0-1 0 0,0 0 0 0 0,-1 0 1 0 0,0 0-1 0 0,2 12 0 0 0,-1-9-29 0 0,-2-6-35 0 0,0 0 1 0 0,-1 0-1 0 0,1 0 0 0 0,-1 0 1 0 0,1 0-1 0 0,-1 1 0 0 0,0-1 0 0 0,0 0 1 0 0,0 0-1 0 0,-2 7 0 0 0,-1 14 62 0 0,-1 0 0 0 0,0 0 0 0 0,-2 0 0 0 0,-1 0 0 0 0,-20 43 0 0 0,18-50-73 0 0,-2 0-1 0 0,0-1 0 0 0,0-1 1 0 0,-2 0-1 0 0,0 0 0 0 0,0-1 1 0 0,-30 23-1 0 0,39-35 73 0 0,-16 4-32 0 0,16-5 5 0 0,2-5-58 0 0,-4-12 0 0 0,7 10 12 0 0,9-5 64 0 0,-9 10-78 0 0,0 0 0 0 0,0 0 1 0 0,0 0-1 0 0,0 0 0 0 0,0 0 0 0 0,0 0 1 0 0,1 1-1 0 0,-1-1 0 0 0,0 0 0 0 0,1 1 1 0 0,-1-1-1 0 0,1 1 0 0 0,-1 0 0 0 0,0-1 1 0 0,1 1-1 0 0,-1 0 0 0 0,1 0 0 0 0,1 0 0 0 0,0 0 4 0 0,4-2 37 0 0,1 2 0 0 0,-1-1 0 0 0,1 1 0 0 0,0 1 0 0 0,-1-1 1 0 0,1 1-1 0 0,-1 0 0 0 0,1 1 0 0 0,-1 0 0 0 0,0 0 0 0 0,10 4 1 0 0,-5-2-9 0 0,180 75 500 0 0,-28-9-365 0 0,-115-56-331 0 0,-45-13-236 0 0,2-2-1568 0 0,24-3-1426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0.3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39 1708 0 0,'-4'-5'421'0'0,"3"4"-211"0"0,0 0-1 0 0,0 0 0 0 0,0 0 1 0 0,-1 0-1 0 0,1 0 0 0 0,0 0 1 0 0,0 0-1 0 0,-1 0 0 0 0,1 0 0 0 0,0 1 1 0 0,-3-2-1 0 0,4 2-194 0 0,0 0 0 0 0,1 0 0 0 0,-1 0 1 0 0,0 0-1 0 0,1 0 0 0 0,-1 0 0 0 0,0 0 0 0 0,1 0 0 0 0,-1-1 0 0 0,0 1 0 0 0,1 0 1 0 0,-1 0-1 0 0,0 0 0 0 0,0 0 0 0 0,1-1 0 0 0,-1 1 0 0 0,0 0 0 0 0,0 0 0 0 0,1 0 1 0 0,-1-1-1 0 0,0 1 0 0 0,0 0 0 0 0,0-1 0 0 0,1 1 0 0 0,-1 0 0 0 0,0 0 0 0 0,0-1 0 0 0,0 1 1 0 0,0 0-1 0 0,0-1 0 0 0,0 1 0 0 0,0 0 0 0 0,1-1 0 0 0,-1 0 2 0 0,0 1 1 0 0,0-1-1 0 0,0 0 0 0 0,1 1 0 0 0,-1-1 1 0 0,0 1-1 0 0,0-1 0 0 0,1 1 0 0 0,-1-1 0 0 0,1 1 1 0 0,-1-1-1 0 0,0 1 0 0 0,1-1 0 0 0,-1 1 1 0 0,1-1-1 0 0,-1 1 0 0 0,1 0 0 0 0,-1-1 0 0 0,1 1 1 0 0,-1 0-1 0 0,1-1 0 0 0,0 1 0 0 0,-1 0 1 0 0,1 0-1 0 0,-1-1 0 0 0,1 1 0 0 0,0 0 1 0 0,-1 0-1 0 0,1 0 0 0 0,1 0 0 0 0,60-3 837 0 0,-32 5-347 0 0,0 0-1 0 0,46 11 1 0 0,-65-11-416 0 0,-1 0-1 0 0,0 0 0 0 0,0 2 0 0 0,0-1 0 0 0,0 1 0 0 0,-1 0 0 0 0,1 1 0 0 0,-1 0 0 0 0,0 1 1 0 0,-1 0-1 0 0,1 0 0 0 0,12 13 0 0 0,-20-18-71 0 0,0-1 0 0 0,0 1 0 0 0,0 0 0 0 0,0 0 0 0 0,-1 0 0 0 0,1 0 0 0 0,0 0 0 0 0,0 0 1 0 0,-1 1-1 0 0,1-1 0 0 0,-1 0 0 0 0,1 0 0 0 0,-1 0 0 0 0,1 1 0 0 0,0 1 0 0 0,-1 1 40 0 0,2 0 130 0 0,-2 2 15 0 0,0-1-147 0 0,1-3-40 0 0,-1 0-1 0 0,0-1 1 0 0,0 1 0 0 0,0 0-1 0 0,0 0 1 0 0,0-1 0 0 0,0 1-1 0 0,0 0 1 0 0,-1 0 0 0 0,1-1 0 0 0,-1 1-1 0 0,1 0 1 0 0,-1-1 0 0 0,0 1-1 0 0,1-1 1 0 0,-1 1 0 0 0,-1 1 0 0 0,-4 6 45 0 0,1-1 1 0 0,-2 0 0 0 0,1 0 0 0 0,-1 0-1 0 0,0-1 1 0 0,-11 9 0 0 0,-59 36 285 0 0,63-44-251 0 0,6-1 148 0 0,9-2 252 0 0,23-2-271 0 0,-2-5-212 0 0,0 0 0 0 0,0-1 1 0 0,21-7-1 0 0,8 0-2 0 0,-9 3-236 0 0,275-45-470 0 0,-112 26-6183 0 0,-199 26 2441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0.5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32 3200 0 0,'0'0'1886'0'0,"2"4"-1065"0"0,8 9-153 0 0,-8-10-120 0 0,50-5 413 0 0,53-9 0 0 0,118-25-1314 0 0,-216 35-566 0 0,25 0-2777 0 0,-26 1-341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0.7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51 2408 0 0,'-1'0'174'0'0,"0"0"1"0"0,0 0-1 0 0,1 0 0 0 0,-1 1 0 0 0,0-1 1 0 0,0 0-1 0 0,0 1 0 0 0,1-1 1 0 0,-1 0-1 0 0,0 1 0 0 0,0-1 0 0 0,1 1 1 0 0,-1-1-1 0 0,0 1 0 0 0,1 0 0 0 0,-1-1 1 0 0,0 1-1 0 0,1 0 0 0 0,-1-1 0 0 0,1 1 1 0 0,-1 0-1 0 0,1 1 0 0 0,12 6 2979 0 0,-8-6-3972 0 0,11 0 1158 0 0,332-38 777 0 0,-110 3-7329 0 0,-201 28 2261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2.5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225 142 2620 0 0,'1'-7'1542'0'0,"1"-94"2995"0"0,-3 94-4245 0 0,-1 3-21 0 0,-8-14-59 0 0,8 14 247 0 0,-31 9-172 0 0,33-5-279 0 0,-1 0 1 0 0,0 0 0 0 0,1 0 0 0 0,-1 1 0 0 0,1-1 0 0 0,-1 0 0 0 0,1 0 0 0 0,-1 0 0 0 0,0 1-1 0 0,1-1 1 0 0,-1 0 0 0 0,1 0 0 0 0,-1 1 0 0 0,1-1 0 0 0,-1 1 0 0 0,1-1 0 0 0,0 0-1 0 0,-1 1 1 0 0,1-1 0 0 0,-1 1 0 0 0,1 0 0 0 0,-17 19 108 0 0,2 1 0 0 0,0 0 0 0 0,2 1 0 0 0,0 1 0 0 0,2 0 0 0 0,-18 48 0 0 0,14-25 52 0 0,3 1-1 0 0,-13 89 1 0 0,22-117-126 0 0,3 9 2 0 0,1-20-20 0 0,-1 0-8 0 0,1 0 0 0 0,0 0-1 0 0,1 0 1 0 0,0 0 0 0 0,0 0 0 0 0,1 0 0 0 0,0-1-1 0 0,0 1 1 0 0,0-1 0 0 0,1 0 0 0 0,9 12-1 0 0,-6-14 22 0 0,8 2-21 0 0,-13-6-18 0 0,0-1 1 0 0,-1 1-1 0 0,1 0 0 0 0,0-1 1 0 0,-1 1-1 0 0,1-1 0 0 0,0 0 0 0 0,0 0 1 0 0,-1 1-1 0 0,1-1 0 0 0,0 0 1 0 0,0 0-1 0 0,-1-1 0 0 0,4 1 0 0 0,0-1 1 0 0,0 1 4 0 0,0-1-1 0 0,1 0 1 0 0,-1 0 0 0 0,0 0 0 0 0,0 0 0 0 0,0-1-1 0 0,0 0 1 0 0,0 0 0 0 0,0 0 0 0 0,7-5 0 0 0,39-31 34 0 0,-39 26 4 0 0,-1 0-1 0 0,-1 0 0 0 0,0-1 0 0 0,-1 0 0 0 0,0 0 0 0 0,-1-1 0 0 0,-1-1 0 0 0,0 1 0 0 0,-1-1 0 0 0,0 0 1 0 0,-1-1-1 0 0,-1 1 0 0 0,3-23 0 0 0,-5 31-49 0 0,-2 0 1 0 0,1-1-1 0 0,-1 1 0 0 0,0 0 1 0 0,0-1-1 0 0,-1 1 0 0 0,0 0 1 0 0,-3-9-1 0 0,2 6 3 0 0,1 3 2 0 0,0 0 1 0 0,0 0 0 0 0,-1 0-1 0 0,0 0 1 0 0,-1 0 0 0 0,1 1-1 0 0,-1-1 1 0 0,0 1-1 0 0,-1 0 1 0 0,0 0 0 0 0,0 0-1 0 0,0 1 1 0 0,-1-1-1 0 0,1 1 1 0 0,-1 0 0 0 0,0 0-1 0 0,-1 1 1 0 0,-6-5-1 0 0,7 6-16 0 0,-2 4 2 0 0,-21 0-15 0 0,15 3-22 0 0,4 2-32 0 0,1 1 0 0 0,1 0-1 0 0,-1 0 1 0 0,1 1 0 0 0,1 0 0 0 0,-1 0 0 0 0,1 0 0 0 0,1 1 0 0 0,-1 0 0 0 0,2 0 0 0 0,-1 0-1 0 0,-3 12 1 0 0,5-10-200 0 0,0 1 0 0 0,1 0-1 0 0,0 0 1 0 0,1 0 0 0 0,1 0 0 0 0,-1 0-1 0 0,3 13 1 0 0,-1-14-335 0 0,1-1 1 0 0,0 1-1 0 0,0-1 0 0 0,1 0 1 0 0,1 1-1 0 0,0-1 1 0 0,0-1-1 0 0,10 18 0 0 0,2-4-2855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2.9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85 72 3028 0 0,'8'-24'1340'0'0,"-7"20"1829"0"0,-2 0-2719 0 0,-5-12-37 0 0,4 12 531 0 0,-2 5-746 0 0,-15 4-10 0 0,14-4 200 0 0,2 2-258 0 0,0 4-32 0 0,-1 0 1 0 0,1 0-1 0 0,0 0 1 0 0,0 0-1 0 0,1 1 1 0 0,0-1-1 0 0,-1 15 1 0 0,2-17 870 0 0,2-5-961 0 0,0 0 1 0 0,0 0-1 0 0,0-1 0 0 0,0 1 1 0 0,0 0-1 0 0,0 0 0 0 0,0-1 0 0 0,0 1 1 0 0,0-1-1 0 0,0 1 0 0 0,0-1 1 0 0,-1 1-1 0 0,1-1 0 0 0,0 1 0 0 0,1-2 1 0 0,7-4 241 0 0,-7 1-156 0 0,2 0-70 0 0,-2-1-15 0 0,4-29 131 0 0,-6 31-112 0 0,0-1-11 0 0,-5-19-102 0 0,5 24 84 0 0,0-1-1 0 0,-1 0 1 0 0,1 1 0 0 0,0-1-1 0 0,-1 1 1 0 0,1-1 0 0 0,-1 1-1 0 0,1-1 1 0 0,-1 1-1 0 0,1-1 1 0 0,-1 1 0 0 0,1-1-1 0 0,-1 1 1 0 0,1 0-1 0 0,-1-1 1 0 0,1 1 0 0 0,-1 0-1 0 0,0-1 1 0 0,1 1 0 0 0,-1 0-1 0 0,0 0 1 0 0,1 0-1 0 0,-1-1 1 0 0,0 1 0 0 0,1 0-1 0 0,-1 0 1 0 0,0 0 0 0 0,1 0-1 0 0,-1 0 1 0 0,0 0-1 0 0,1 1 1 0 0,-1-1 0 0 0,-1 0-1 0 0,-20 3-159 0 0,22-3 151 0 0,0 0 10 0 0,-4 1-210 0 0,-9 11-588 0 0,8-9-3018 0 0,18 14 2146 0 0,-10-14 633 0 0,2-4-740 0 0,22-3-1272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3.7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125 122 2368 0 0,'30'-57'3484'0'0,"-28"53"-2787"0"0,-1-2-124 0 0,5-15-105 0 0,-4 16-4 0 0,-6-2-115 0 0,3 6-311 0 0,0 0 1 0 0,1 0-1 0 0,-1 0 1 0 0,0 0 0 0 0,1 0-1 0 0,-1 0 1 0 0,1 0-1 0 0,-1 0 1 0 0,1-1-1 0 0,0 1 1 0 0,-1 0 0 0 0,1 0-1 0 0,0-3 1 0 0,-5 3 134 0 0,2 0-135 0 0,0 0 0 0 0,0 1 0 0 0,0-1 0 0 0,0 1 0 0 0,0 0 0 0 0,0 0 0 0 0,-1 0 0 0 0,1 0 1 0 0,0 1-1 0 0,0-1 0 0 0,0 1 0 0 0,0 0 0 0 0,0 0 0 0 0,0 0 0 0 0,0 0 0 0 0,0 1 0 0 0,0-1 0 0 0,-3 3 0 0 0,-2 1 37 0 0,1 0 1 0 0,0 1 0 0 0,0-1-1 0 0,0 1 1 0 0,1 0-1 0 0,0 1 1 0 0,0 0-1 0 0,1 0 1 0 0,0 0 0 0 0,0 0-1 0 0,-5 11 1 0 0,2 4 144 0 0,8-17-179 0 0,-2 0 75 0 0,3 2-11 0 0,-1-4-94 0 0,-1 1 6 0 0,1 0 0 0 0,0 0 1 0 0,0-1-1 0 0,1 1 1 0 0,-1 0-1 0 0,1 0 1 0 0,0-1-1 0 0,0 1 1 0 0,0-1-1 0 0,0 1 1 0 0,0-1-1 0 0,1 1 1 0 0,0-1-1 0 0,0 0 1 0 0,0 1-1 0 0,4 4 1 0 0,13 7 20 0 0,1 0 0 0 0,0-2-1 0 0,1 0 1 0 0,0-1 0 0 0,1-1 0 0 0,39 14 0 0 0,-24-10-56 0 0,47 27 0 0 0,-83-42 18 0 0,0 1-1 0 0,0-1 1 0 0,1 1-1 0 0,-1 0 1 0 0,0-1 0 0 0,0 1-1 0 0,0 0 1 0 0,0 0-1 0 0,0 0 1 0 0,-1 0 0 0 0,1 0-1 0 0,0 0 1 0 0,0 0-1 0 0,-1 0 1 0 0,1 0 0 0 0,0 0-1 0 0,0 2 1 0 0,0 1-4 0 0,2-1-22 0 0,0 9-4 0 0,-2-11 29 0 0,-1 0 1 0 0,1 0 0 0 0,-1-1 0 0 0,0 1 0 0 0,1 0 0 0 0,-1 0-1 0 0,0 0 1 0 0,0 0 0 0 0,0 0 0 0 0,1 0 0 0 0,-1-1 0 0 0,0 1-1 0 0,0 0 1 0 0,-1 0 0 0 0,1 0 0 0 0,0 0 0 0 0,0 0 0 0 0,0 0 0 0 0,0 0-1 0 0,-1-1 1 0 0,1 1 0 0 0,0 0 0 0 0,-2 1 0 0 0,1 3-2 0 0,0-3 2 0 0,1-1-1 0 0,-1 1 0 0 0,1-1 1 0 0,-1 1-1 0 0,0-1 0 0 0,1 1 1 0 0,-1-1-1 0 0,0 0 0 0 0,0 1 1 0 0,0-1-1 0 0,0 0 0 0 0,0 0 1 0 0,-2 2-1 0 0,-30 29 7 0 0,23-26-6 0 0,0-2 1 0 0,-3 4 4 0 0,-1-1 1 0 0,0 0-1 0 0,-1-1 1 0 0,0-1 0 0 0,0 0-1 0 0,0-1 1 0 0,0-1-1 0 0,-23 3 1 0 0,32-5 35 0 0,0-3 4 0 0,-1 0-29 0 0,-17-3 47 0 0,20 1-34 0 0,-9-11-1 0 0,10 11-8 0 0,4-4-6 0 0,-1 1-13 0 0,-1 4 0 0 0,1 0 0 0 0,0 1 0 0 0,0-1 0 0 0,1 1 0 0 0,-1-1 0 0 0,0 1 0 0 0,1-1 0 0 0,0 1 0 0 0,-1-1 0 0 0,1 1 1 0 0,0-1-1 0 0,0 1 0 0 0,2-3 0 0 0,10-22-21 0 0,2 1 0 0 0,1 0 0 0 0,1 2-1 0 0,1-1 1 0 0,1 2 0 0 0,22-22 0 0 0,143-122-394 0 0,-167 152 375 0 0,-14 13 36 0 0,15-11-13 0 0,-15 11 0 0 0,24 7 85 0 0,-26-5-69 0 0,-1 0-1 0 0,0 0 1 0 0,1 0 0 0 0,-1 1 0 0 0,0-1 0 0 0,1 0 0 0 0,-1 0 0 0 0,0 1 0 0 0,1-1-1 0 0,-1 0 1 0 0,0 1 0 0 0,0-1 0 0 0,1 0 0 0 0,-1 1 0 0 0,0-1 0 0 0,0 0 0 0 0,1 1-1 0 0,-1-1 1 0 0,0 1 0 0 0,0-1 0 0 0,0 0 0 0 0,0 1 0 0 0,0-1 0 0 0,0 1 0 0 0,0-1-1 0 0,0 1 1 0 0,0 0 0 0 0,0-1 0 0 0,0 1-1 0 0,0-1 1 0 0,1 1 0 0 0,-1-1 0 0 0,0 1-1 0 0,0-1 1 0 0,0 1 0 0 0,0-1-1 0 0,1 1 1 0 0,-1-1 0 0 0,0 0-1 0 0,0 1 1 0 0,1-1 0 0 0,-1 1-1 0 0,0-1 1 0 0,1 0 0 0 0,-1 1 0 0 0,0-1-1 0 0,1 0 1 0 0,-1 1 0 0 0,0-1-1 0 0,2 1 1 0 0,-1 4-9 0 0,3 2 5 0 0,7 44-40 0 0,-7-24 45 0 0,0-1-4 0 0,16 52-1 0 0,-16-67-8 0 0,21 32-14 0 0,-20-39 18 0 0,0 1-2 0 0,-1 0-1 0 0,2-1 0 0 0,-1 0 0 0 0,0 0 1 0 0,1 0-1 0 0,-1-1 0 0 0,1 1 1 0 0,0-1-1 0 0,0-1 0 0 0,12 5 0 0 0,-14-6 2 0 0,2-1-9 0 0,2 0 40 0 0,0 0 0 0 0,0-1 0 0 0,0 0-1 0 0,0 0 1 0 0,0-1 0 0 0,0 0 0 0 0,10-4 0 0 0,-14 4 8 0 0,-1 1 0 0 0,1-1 0 0 0,-1-1 0 0 0,1 1 0 0 0,-1 0 0 0 0,0-1 0 0 0,0 0 0 0 0,0 1 0 0 0,0-1 1 0 0,0-1-1 0 0,-1 1 0 0 0,0 0 0 0 0,1 0 0 0 0,-1-1 0 0 0,0 0 0 0 0,-1 1 0 0 0,1-1 0 0 0,1-5 0 0 0,0 0 4 0 0,-1-1 0 0 0,0 1-1 0 0,-1-1 1 0 0,0 1 0 0 0,-1-1 0 0 0,0 0 0 0 0,0 1-1 0 0,-1-1 1 0 0,0 1 0 0 0,-1-1 0 0 0,0 1 0 0 0,0-1-1 0 0,-1 1 1 0 0,0 0 0 0 0,-8-15 0 0 0,10 22-34 0 0,0 0 1 0 0,0 0 0 0 0,0-1-1 0 0,0 1 1 0 0,0 0-1 0 0,-1 0 1 0 0,1 0 0 0 0,-1 0-1 0 0,1 1 1 0 0,-1-1 0 0 0,-3-2-1 0 0,0-1 1 0 0,4 3-1 0 0,0 1 1 0 0,0-1 0 0 0,0 1 0 0 0,-1 0-1 0 0,1-1 1 0 0,0 1 0 0 0,-1 0-1 0 0,1 0 1 0 0,-1 0 0 0 0,1 0-1 0 0,-1 0 1 0 0,0 0 0 0 0,1 1-1 0 0,-1-1 1 0 0,-4-1 0 0 0,1 1 0 0 0,3-1-4 0 0,0 1 0 0 0,0 0 0 0 0,0 0 0 0 0,0 0 0 0 0,0 0 0 0 0,0 1-1 0 0,0-1 1 0 0,0 0 0 0 0,-1 1 0 0 0,1 0 0 0 0,0-1 0 0 0,-3 1 0 0 0,-2 0-17 0 0,-6 0-73 0 0,0 2-44 0 0,1 2 0 0 0,0-1-1 0 0,1 2 1 0 0,-1-1 0 0 0,1 2-1 0 0,0 0 1 0 0,0 0 0 0 0,0 1 0 0 0,1 0-1 0 0,0 0 1 0 0,1 1 0 0 0,-1 1-1 0 0,-8 10 1 0 0,9-8-395 0 0,0 1 0 0 0,1-1 0 0 0,0 1 0 0 0,1 1 0 0 0,0 0 0 0 0,1 0 0 0 0,-6 19 0 0 0,5-10-1735 0 0,6-17-1589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4.2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9 149 2224 0 0,'0'0'4617'0'0,"-4"-1"-3767"0"0,4 1-808 0 0,1 0-1 0 0,-1 0 0 0 0,0 0 0 0 0,0 0 0 0 0,0-1 1 0 0,1 1-1 0 0,-1 0 0 0 0,0 0 0 0 0,0 0 0 0 0,0 0 0 0 0,0-1 1 0 0,0 1-1 0 0,1 0 0 0 0,-1 0 0 0 0,0 0 0 0 0,0-1 1 0 0,0 1-1 0 0,0 0 0 0 0,0 0 0 0 0,0-1 0 0 0,0 1 1 0 0,0 0-1 0 0,0 0 0 0 0,0-1 0 0 0,0 1 0 0 0,0 0 0 0 0,0 0 1 0 0,0 0-1 0 0,0-1 0 0 0,0 1 0 0 0,0 0 0 0 0,0 0 1 0 0,0-1-1 0 0,0 1 0 0 0,0 0 0 0 0,0 0 0 0 0,0 0 1 0 0,0-1-1 0 0,-1 1 0 0 0,1 0 0 0 0,0 0 0 0 0,0 0 1 0 0,0-1-1 0 0,0 1 0 0 0,-1 0 0 0 0,1 0 0 0 0,0 0 0 0 0,0 0 1 0 0,0 0-1 0 0,0-1 0 0 0,-1 1 0 0 0,1 0 0 0 0,0 0 1 0 0,0 0-1 0 0,-1 0 0 0 0,1 0 0 0 0,0 0 0 0 0,0 0 1 0 0,-1 0-1 0 0,1 0 0 0 0,0 0 0 0 0,0 0 0 0 0,0 0 0 0 0,-1 0 1 0 0,1 0-1 0 0,0 0 0 0 0,0 0 0 0 0,-1 0 0 0 0,1 0 1 0 0,30-13 1052 0 0,61-12-576 0 0,-80 22-263 0 0,34-8-145 0 0,134-34-1582 0 0,-173 43 979 0 0,10-1-349 0 0,-9 0-583 0 0,2 3-3161 0 0,-10-6 3221 0 0,-5-20-964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4.4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 8 2836 0 0,'-1'-1'197'0'0,"0"1"0"0"0,-1-1-1 0 0,1 0 1 0 0,0 0 0 0 0,0 1-1 0 0,0-1 1 0 0,-1 1 0 0 0,1-1-1 0 0,0 1 1 0 0,-1 0 0 0 0,1-1-1 0 0,0 1 1 0 0,-1 0 0 0 0,1 0 0 0 0,0 0-1 0 0,-1 0 1 0 0,1 0 0 0 0,0 0-1 0 0,-1 0 1 0 0,1 1 0 0 0,-1-1-1 0 0,1 0 1 0 0,0 1 0 0 0,0-1-1 0 0,-1 1 1 0 0,1 0 0 0 0,-2 0-1 0 0,0 1 412 0 0,0 4-89 0 0,-11 52 739 0 0,13-26-1049 0 0,1 0 1 0 0,2 0-1 0 0,1 0 0 0 0,2 0 1 0 0,12 45-1 0 0,1 9-161 0 0,7 36-1236 0 0,-5-24-4580 0 0,-14-65 732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5.2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167 109 3852 0 0,'-1'-6'1505'0'0,"-19"-67"2775"0"0,18 70-3834 0 0,-1-1-115 0 0,-9-12-152 0 0,9 13 192 0 0,-29-1 7 0 0,27 8-343 0 0,-39 39 101 0 0,39-36-86 0 0,1 0 1 0 0,0 0-1 0 0,0 1 0 0 0,1 0 1 0 0,0-1-1 0 0,1 1 0 0 0,-1 0 1 0 0,-1 16-1 0 0,3-18-5 0 0,-1 1-13 0 0,-2 19 55 0 0,3 2 3 0 0,-1-19-75 0 0,1-5-9 0 0,1 0 0 0 0,-1 0 0 0 0,1 0 0 0 0,0 0 0 0 0,0 0 0 0 0,0 0 0 0 0,0 0 0 0 0,2 4 0 0 0,1 15 22 0 0,2 0 0 0 0,12 34-1 0 0,-2-31-22 0 0,-12-21-1 0 0,1 1-1 0 0,0-1 1 0 0,0 1-1 0 0,1-1 1 0 0,-1 0-1 0 0,1-1 1 0 0,0 1-1 0 0,0-1 1 0 0,1 0-1 0 0,0 0 1 0 0,-1-1-1 0 0,1 0 1 0 0,11 5-1 0 0,26 0-10 0 0,-32-10 9 0 0,-2 0 0 0 0,-8 2-1 0 0,1 1 0 0 0,0-1 1 0 0,0 0-1 0 0,0 0 0 0 0,0 0 0 0 0,0-1 0 0 0,0 1 0 0 0,0 0 0 0 0,-1-1 0 0 0,1 1 1 0 0,0-1-1 0 0,0 0 0 0 0,3-1 0 0 0,8-6 26 0 0,24-11 6 0 0,-30 13-18 0 0,-2 1 9 0 0,1 0 42 0 0,-4 4-62 0 0,0 0-1 0 0,-1 0 1 0 0,1 0 0 0 0,-1-1 0 0 0,1 1-1 0 0,-1 0 1 0 0,0-1 0 0 0,0 1 0 0 0,1-1-1 0 0,-1 1 1 0 0,0-1 0 0 0,0 0 0 0 0,-1 1-1 0 0,2-3 1 0 0,3-6 9 0 0,9-20 28 0 0,-2-12-20 0 0,-9 30 2 0 0,-2 7-13 0 0,0 1 1 0 0,0-1-1 0 0,0 1 0 0 0,-1-1 0 0 0,0 0 0 0 0,0 0 1 0 0,-1-4-1 0 0,0-13-27 0 0,-1 0 0 0 0,-1 0 0 0 0,-1 1 0 0 0,-14-41 0 0 0,16 54 11 0 0,-2 1-1 0 0,1 0 1 0 0,-1 0-1 0 0,0 0 1 0 0,-7-10-1 0 0,8 14 0 0 0,0 1-1 0 0,0-1 0 0 0,0 0 0 0 0,0 1 0 0 0,0 0 0 0 0,-1 0 1 0 0,1 0-1 0 0,0 0 0 0 0,-1 0 0 0 0,0 1 0 0 0,1-1 0 0 0,-7 0 0 0 0,5 1-87 0 0,-1 2-78 0 0,-19 6-81 0 0,15-1-51 0 0,-29 42-1078 0 0,36-42 1023 0 0,1-4 282 0 0,1-1 1 0 0,0 1-1 0 0,0 0 0 0 0,0 0 1 0 0,0 0-1 0 0,0 1 1 0 0,0-1-1 0 0,0 0 0 0 0,1 0 1 0 0,-1 0-1 0 0,1 1 1 0 0,-1 3-1 0 0,-1 10-940 0 0,0-10 684 0 0,2-4 198 0 0,-1 0-1 0 0,0 0 0 0 0,1 1 0 0 0,-1-1 0 0 0,1 0 0 0 0,0 0 1 0 0,0 0-1 0 0,0 0 0 0 0,0 1 0 0 0,0-1 0 0 0,0 0 1 0 0,1 0-1 0 0,0 4 0 0 0,4 20-1988 0 0,-4-19-1478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5.6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36 100 3348 0 0,'4'-3'1475'0'0,"10"-12"-293"0"0,-10 12 1006 0 0,3-15-1296 0 0,-6 14 689 0 0,-6 4-1423 0 0,-20 3 193 0 0,22 1-227 0 0,-2 2-47 0 0,1 0 0 0 0,0 0 0 0 0,0 1 0 0 0,1-1 0 0 0,-1 1 0 0 0,-3 14 0 0 0,6-17-5 0 0,21 1-22 0 0,-15-3-36 0 0,12-9 21 0 0,-14 5-26 0 0,1 1 23 0 0,2-2 8 0 0,3-4 15 0 0,0 0-1 0 0,0 0 0 0 0,-1-1 0 0 0,12-12 0 0 0,-18 17-33 0 0,-1-2-15 0 0,7-14-12 0 0,-7 14-38 0 0,-2 1-158 0 0,1 1 123 0 0,0 2 26 0 0,0-1-1 0 0,0 1 1 0 0,0-1-1 0 0,0 1 0 0 0,-1-1 1 0 0,1 1-1 0 0,0-1 0 0 0,-1 1 1 0 0,1-1-1 0 0,-1 1 1 0 0,0 0-1 0 0,-1-3 0 0 0,-2 2-204 0 0,-15-6-76 0 0,14 6-217 0 0,-1 4-298 0 0,-16 3 326 0 0,16-3-147 0 0,-10 18-4171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6.1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178 154 3060 0 0,'5'-7'748'0'0,"0"-1"-1"0"0,0-1 0 0 0,-1 1 1 0 0,0 0-1 0 0,-1-1 1 0 0,4-11-1 0 0,-6 14-312 0 0,-2 1-121 0 0,-2-18-53 0 0,2 18-33 0 0,-1 0-20 0 0,-1 1-147 0 0,1-1 0 0 0,-1 1 0 0 0,0 0 1 0 0,0 0-1 0 0,0 0 0 0 0,0 1 0 0 0,-7-6 0 0 0,6 6 52 0 0,-1 3 11 0 0,-2 0-83 0 0,0 0 0 0 0,0 1 0 0 0,1 0 0 0 0,-1 1-1 0 0,1-1 1 0 0,-1 1 0 0 0,1 0 0 0 0,-1 1 0 0 0,1 0-1 0 0,0 0 1 0 0,0 0 0 0 0,1 0 0 0 0,-1 1 0 0 0,1 0-1 0 0,-1 0 1 0 0,1 1 0 0 0,1 0 0 0 0,-1 0 0 0 0,1 0-1 0 0,-1 0 1 0 0,1 0 0 0 0,1 1 0 0 0,-1 0 0 0 0,-4 10-1 0 0,2 2 21 0 0,-1 1-1 0 0,-3 24 1 0 0,9-39-37 0 0,2 2-4 0 0,3 16-24 0 0,-3-16 14 0 0,-1-6-9 0 0,1 0-1 0 0,-1 0 1 0 0,0 0-1 0 0,1 0 1 0 0,-1 1-1 0 0,0-1 1 0 0,1 0-1 0 0,-1 0 1 0 0,0 1-1 0 0,0-1 1 0 0,1 0-1 0 0,-1 1 1 0 0,0-1-1 0 0,0 0 1 0 0,1 1-1 0 0,-1-1 1 0 0,0 0-1 0 0,0 1 1 0 0,0-1-1 0 0,0 1 0 0 0,0-1 1 0 0,1 0-1 0 0,-1 1 1 0 0,0-1-1 0 0,0 0 1 0 0,0 1-1 0 0,0-1 1 0 0,0 1-1 0 0,0 0 1 0 0,0-1-3 0 0,0 1 0 0 0,0 0-1 0 0,0-1 1 0 0,0 1 0 0 0,0 0 0 0 0,0-1 0 0 0,0 1 0 0 0,0-1 0 0 0,1 1 0 0 0,-1 0-1 0 0,0-1 1 0 0,0 1 0 0 0,1-1 0 0 0,-1 1 0 0 0,0-1 0 0 0,1 1 0 0 0,-1-1 0 0 0,1 1-1 0 0,-1-1 1 0 0,1 1 0 0 0,-1-1 0 0 0,1 1 0 0 0,-1-1 0 0 0,1 0 0 0 0,-1 1 0 0 0,1-1-1 0 0,-1 0 1 0 0,1 1 0 0 0,1-1 0 0 0,15 9 27 0 0,-12-7-14 0 0,1-3 2 0 0,19-2-2 0 0,-23 3-10 0 0,-1 0-1 0 0,1 0 1 0 0,-1 0-1 0 0,1 0 1 0 0,-1-1-1 0 0,1 1 1 0 0,-1-1-1 0 0,1 1 1 0 0,-1-1-1 0 0,1 1 1 0 0,-1-1-1 0 0,0 0 1 0 0,1 1-1 0 0,-1-1 1 0 0,2-2-1 0 0,12-8 5 0 0,-5 5 13 0 0,-1-1-1 0 0,0 0 1 0 0,0-1-1 0 0,-1 0 1 0 0,0-1-1 0 0,8-9 1 0 0,43-64 721 0 0,-49 66-415 0 0,-8 13-143 0 0,-1 2-173 0 0,-1 1 1 0 0,0-1-1 0 0,0 1 1 0 0,0-1 0 0 0,0 1-1 0 0,1-1 1 0 0,-1 1-1 0 0,0-1 1 0 0,0 1-1 0 0,1-1 1 0 0,-1 1 0 0 0,0-1-1 0 0,1 1 1 0 0,-1-1-1 0 0,1 1 1 0 0,-1 0 0 0 0,1-1-1 0 0,-1 1 1 0 0,1 0-1 0 0,-1-1 1 0 0,1 1 0 0 0,7-8 539 0 0,-4 9-408 0 0,0 0-118 0 0,-1 1 1 0 0,0 0-1 0 0,0-1 1 0 0,0 1-1 0 0,-1 0 1 0 0,1 1-1 0 0,0-1 1 0 0,-1 0-1 0 0,1 1 1 0 0,-1-1-1 0 0,0 1 1 0 0,0 0-1 0 0,0 0 1 0 0,2 4-1 0 0,1 1 14 0 0,-2 1-1 0 0,1 0 1 0 0,-1 0-1 0 0,0 0 1 0 0,2 12-1 0 0,-3-13-21 0 0,0-5-9 0 0,-1 1 0 0 0,0-1 0 0 0,-1 1-1 0 0,1-1 1 0 0,-1 1 0 0 0,1-1 0 0 0,-1 1 0 0 0,-1 6-1 0 0,-4 66-1134 0 0,-21 108 0 0 0,24-159-376 0 0,3-19 1147 0 0,-1-1-970 0 0,2 0-299 0 0,4 14-1123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6.6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116 18 3896 0 0,'0'0'1231'0'0,"-3"-3"-367"0"0,-6-8-26 0 0,6 8 1129 0 0,-25 11-645 0 0,25-4-970 0 0,-22 39 789 0 0,23-38-841 0 0,1 1-153 0 0,-1 18-4 0 0,1-17 17 0 0,2-1-25 0 0,0 0-72 0 0,1 1 0 0 0,-1-1 0 0 0,1 0 0 0 0,1 0 0 0 0,-1 0 0 0 0,1 0 0 0 0,0 0 0 0 0,0 0 1 0 0,0-1-1 0 0,1 1 0 0 0,0-1 0 0 0,7 8 0 0 0,-1-5-21 0 0,0 0 0 0 0,0-1 0 0 0,1 0 0 0 0,-1 0 0 0 0,1-1-1 0 0,1 0 1 0 0,-1-1 0 0 0,14 4 0 0 0,56 22 239 0 0,-77-29-290 0 0,0 1 52 0 0,26 26 142 0 0,-28-26-57 0 0,-3 3-62 0 0,0-2-50 0 0,0 1-1 0 0,0-1 1 0 0,-1 0 0 0 0,1 0 0 0 0,-1 0 0 0 0,0 0 0 0 0,0 0 0 0 0,-1 0 0 0 0,1 0 0 0 0,-1-1-1 0 0,0 1 1 0 0,0-1 0 0 0,0 1 0 0 0,0-1 0 0 0,0 0 0 0 0,-1-1 0 0 0,-4 4 0 0 0,-53 26 21 0 0,44-24-32 0 0,0-2-13 0 0,-1-2-95 0 0,8-2-212 0 0,1 0 0 0 0,-1-1 0 0 0,0 0 0 0 0,0 0 0 0 0,-14-2 0 0 0,19 1-112 0 0,0-1 1 0 0,0 0-1 0 0,0 0 1 0 0,1-1-1 0 0,-1 1 0 0 0,0-1 1 0 0,1 0-1 0 0,0 0 1 0 0,-1-1-1 0 0,1 1 1 0 0,0-1-1 0 0,-4-3 1 0 0,2-1-2203 0 0,-4-12-1871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6.7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0 180 2872 0 0,'6'-10'529'0'0,"0"-1"0"0"0,0 1 0 0 0,1 0-1 0 0,0 1 1 0 0,1-1 0 0 0,0 2 0 0 0,1-1-1 0 0,-1 1 1 0 0,2 0 0 0 0,-1 1 0 0 0,1 0-1 0 0,0 1 1 0 0,17-9 0 0 0,32-11-539 0 0,-43 20-590 0 0,3 1 194 0 0,4 1-1183 0 0,-15 1 1135 0 0,26-2-2783 0 0,2 2-702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7.2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1 112 2532 0 0,'0'0'4952'0'0,"1"-4"-4342"0"0,4-13-66 0 0,-4 13-55 0 0,5 3-29 0 0,51-10 663 0 0,29-1-86 0 0,-21 2-560 0 0,-15 3-307 0 0,-3-2-54 0 0,55-16-2001 0 0,-97 24 981 0 0,-4 1 813 0 0,0 0 0 0 0,0 0 0 0 0,0 0 0 0 0,-1 0 0 0 0,1 0 0 0 0,0 0 0 0 0,0 0 0 0 0,0 0 0 0 0,0-1 0 0 0,0 1 0 0 0,0 0 0 0 0,0 0 0 0 0,0-1 0 0 0,0 1 0 0 0,-1-1 0 0 0,1 1 0 0 0,0-1 0 0 0,1 0 0 0 0,-1 0-144 0 0,0 1 0 0 0,0-1 0 0 0,0 1 0 0 0,0-1 0 0 0,0 1 0 0 0,0-1 0 0 0,0 1 0 0 0,0 0 0 0 0,0-1 0 0 0,0 1 0 0 0,0 0 0 0 0,0 0 1 0 0,1 0-1 0 0,0 0 0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7.4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 3216 0 0,'0'0'5259'0'0,"-3"3"-4671"0"0,2 0-492 0 0,-1 0 0 0 0,1 0-1 0 0,0 0 1 0 0,-1 0 0 0 0,2 0 0 0 0,-1 0 0 0 0,0 1 0 0 0,1-1 0 0 0,-1 0 0 0 0,1 1-1 0 0,0-1 1 0 0,0 0 0 0 0,0 1 0 0 0,0-1 0 0 0,1 0 0 0 0,0 1 0 0 0,-1-1 0 0 0,3 5-1 0 0,0 11 94 0 0,9 60-317 0 0,2 0-1 0 0,4-2 0 0 0,48 129 1 0 0,-29-125-6147 0 0,-34-75 2031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7.9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163 66 3536 0 0,'-1'-6'996'0'0,"-2"-16"-84"0"0,2 17 438 0 0,0 4-1321 0 0,1 1 1 0 0,-1 0-1 0 0,1 0 0 0 0,-1 0 1 0 0,1-1-1 0 0,-1 1 1 0 0,1 0-1 0 0,0-1 0 0 0,-1 1 1 0 0,1 0-1 0 0,0-1 0 0 0,-1 1 1 0 0,1-1-1 0 0,0 1 1 0 0,-1 0-1 0 0,1-1 0 0 0,0 1 1 0 0,0-1-1 0 0,-1 1 1 0 0,1-1-1 0 0,0 1 0 0 0,0-1 1 0 0,0 1-1 0 0,0-1 0 0 0,0 0 1 0 0,0 0 8 0 0,0 1 0 0 0,-1-1 0 0 0,1 1-1 0 0,0-1 1 0 0,0 1 0 0 0,0-1 0 0 0,0 1 0 0 0,0-1 0 0 0,-1 1 0 0 0,1-1 0 0 0,0 1 0 0 0,0-1 0 0 0,-1 1 0 0 0,1 0-1 0 0,0-1 1 0 0,-1 1 0 0 0,1 0 0 0 0,0-1 0 0 0,-1 1 0 0 0,1 0 0 0 0,-1-1 0 0 0,1 1 0 0 0,-1 0 0 0 0,1-1 0 0 0,-1 1-1 0 0,-2 0 41 0 0,0 1 0 0 0,1 0 0 0 0,-1 0 0 0 0,0 0 0 0 0,1 0 0 0 0,-1 0 0 0 0,1 0 0 0 0,-1 1 0 0 0,1-1 0 0 0,0 1 0 0 0,0-1-1 0 0,0 1 1 0 0,-3 3 0 0 0,0 0 38 0 0,0 0 0 0 0,0 0 0 0 0,1 1 0 0 0,0-1 0 0 0,-5 10 0 0 0,-5 9-19 0 0,2 0 0 0 0,1 1 1 0 0,0 0-1 0 0,-12 51 0 0 0,23-74-96 0 0,-1 0-1 0 0,1 0 1 0 0,0-1 0 0 0,-1 2 0 0 0,1-1 0 0 0,0 0 0 0 0,0 0-1 0 0,0 0 1 0 0,1 0 0 0 0,-1 0 0 0 0,0 0 0 0 0,1 0 0 0 0,1 3-1 0 0,0 1-2 0 0,-2-4 0 0 0,0 0 0 0 0,0 0 0 0 0,0 0 0 0 0,1 0 1 0 0,-1 0-1 0 0,1-1 0 0 0,0 1 0 0 0,-1 0 0 0 0,1 0 0 0 0,0-1 0 0 0,0 1 0 0 0,0 0 1 0 0,0-1-1 0 0,3 3 0 0 0,-1 1-4 0 0,6 4-12 0 0,-4-4 8 0 0,-4-3 3 0 0,1 0 0 0 0,0-1 0 0 0,0 1 1 0 0,0-1-1 0 0,0 1 0 0 0,0-1 0 0 0,0 0 0 0 0,0 0 0 0 0,0 0 1 0 0,0 0-1 0 0,5 1 0 0 0,0 2-12 0 0,-5-2 10 0 0,1-1 1 0 0,-1 0-1 0 0,1 0 1 0 0,0 0-1 0 0,0 0 1 0 0,-1 0 0 0 0,1 0-1 0 0,0-1 1 0 0,0 1-1 0 0,3-1 1 0 0,3 2-5 0 0,28 2-41 0 0,-29-3 48 0 0,-5-1 6 0 0,0 0 0 0 0,0 1 0 0 0,1-1 1 0 0,-1 0-1 0 0,0 0 0 0 0,0-1 0 0 0,0 1 1 0 0,0-1-1 0 0,5-1 0 0 0,37-9 38 0 0,-37 9-36 0 0,2-1 66 0 0,1-1 0 0 0,-1 1 0 0 0,0-2 0 0 0,0 1 0 0 0,0-2 0 0 0,-1 1 0 0 0,17-13 0 0 0,-22 14-48 0 0,1 1 15 0 0,-1-1 1 0 0,0 0-1 0 0,0 1 0 0 0,0-2 0 0 0,-1 1 0 0 0,1 0 0 0 0,-1-1 0 0 0,0 1 0 0 0,0-1 0 0 0,0 0 0 0 0,2-7 0 0 0,-2 3 43 0 0,-1 0-1 0 0,1-1 1 0 0,-2 1 0 0 0,1-1-1 0 0,-1 1 1 0 0,-1-1 0 0 0,0 1-1 0 0,0-1 1 0 0,-1 1-1 0 0,-2-10 1 0 0,3 11-37 0 0,-1 6-24 0 0,1-1-1 0 0,0 1 1 0 0,-1 0-1 0 0,0-1 1 0 0,1 1-1 0 0,-1-1 0 0 0,0 1 1 0 0,0 0-1 0 0,0 0 1 0 0,-1 0-1 0 0,-1-4 1 0 0,-2-3 39 0 0,-1-1-1 0 0,-1 1 1 0 0,1 0 0 0 0,-1 0 0 0 0,-13-12-1 0 0,17 18-50 0 0,0 1 0 0 0,-1 0 0 0 0,1-1-1 0 0,0 1 1 0 0,-1 1 0 0 0,1-1 0 0 0,-1 0-1 0 0,1 1 1 0 0,-1-1 0 0 0,0 1-1 0 0,0 0 1 0 0,1 1 0 0 0,-1-1 0 0 0,0 1-1 0 0,0-1 1 0 0,0 1 0 0 0,0 0 0 0 0,0 1-1 0 0,0-1 1 0 0,0 0 0 0 0,1 1-1 0 0,-6 2 1 0 0,-5 2-143 0 0,1 1 0 0 0,0 1-1 0 0,0 0 1 0 0,0 0 0 0 0,1 2 0 0 0,0-1 0 0 0,1 2-1 0 0,-12 11 1 0 0,22-20 32 0 0,-1 1-1 0 0,1-1 1 0 0,0 1-1 0 0,-1-1 1 0 0,1 1 0 0 0,0-1-1 0 0,0 1 1 0 0,0 0-1 0 0,1 0 1 0 0,-1 0 0 0 0,0-1-1 0 0,1 1 1 0 0,-1 3-1 0 0,-1 1-250 0 0,-1 0-727 0 0,2-4 980 0 0,0-1 0 0 0,1 0 0 0 0,-1 1 0 0 0,0-1 1 0 0,1 1-1 0 0,-1 0 0 0 0,1-1 0 0 0,0 1 0 0 0,-1-1 0 0 0,1 1 0 0 0,0 0 1 0 0,0 2-1 0 0,2 10-2910 0 0,-2-14 2970 0 0,4 29-4392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8.1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27 3988 0 0,'7'-4'-494'0'0,"25"-16"9311"0"0,-28 18-7151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8.5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99 2632 0 0,'0'0'1489'0'0,"-1"-5"-258"0"0,-2-11-232 0 0,2 12 1784 0 0,0-1-2241 0 0,0 3-352 0 0,-3-16 1166 0 0,5 16-1291 0 0,0 1 0 0 0,1-1 1 0 0,-1 1-1 0 0,0 0 0 0 0,0 0 1 0 0,1-1-1 0 0,-1 1 0 0 0,0 0 1 0 0,1 0-1 0 0,-1 0 0 0 0,1 1 1 0 0,-1-1-1 0 0,1 0 0 0 0,0 0 1 0 0,2 0-1 0 0,29-10 862 0 0,-27 9-862 0 0,-2 1 245 0 0,3 0-18 0 0,52-9 714 0 0,-54 9-734 0 0,2 0-38 0 0,20-2-59 0 0,-20 2-8 0 0,-1 2-6 0 0,-4-1-160 0 0,2 0 48 0 0,0 0 0 0 0,1 1 0 0 0,-1-1 0 0 0,0 1 0 0 0,0 0 0 0 0,0 0 0 0 0,0 0 0 0 0,0 1 0 0 0,0 0 0 0 0,0-1 0 0 0,0 1 0 0 0,0 1 0 0 0,-1-1 0 0 0,1 0 0 0 0,-1 1 0 0 0,0 0 0 0 0,0 0 0 0 0,5 5 0 0 0,19 49 220 0 0,-24-45-230 0 0,0 1-1 0 0,0-1 1 0 0,-1 1 0 0 0,0 18-1 0 0,-1-24-20 0 0,0 7 4 0 0,-1 10-6 0 0,-1 4 18 0 0,-1 20-63 0 0,-6 61-1319 0 0,8-104 630 0 0,-1 1-4 0 0,-1 17-52 0 0,1-17-88 0 0,0-4-196 0 0,1-1 897 0 0,-1 0 0 0 0,0 1 0 0 0,1-1 0 0 0,-1 1 0 0 0,1-1 0 0 0,0 1 0 0 0,0-1 0 0 0,-1 1 0 0 0,1 0 0 0 0,0-1 1 0 0,1 3-1 0 0,-1-2-167 0 0,-1 3-1381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8.7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1 138 3000 0 0,'3'-4'1452'0'0,"6"-4"-803"0"0,1 0-1 0 0,0 0 1 0 0,0 1-1 0 0,0 0 0 0 0,1 1 1 0 0,14-6-1 0 0,10-3-714 0 0,43-11-1 0 0,37-8-5429 0 0,-108 32 2174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29.1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81 2240 0 0,'0'-5'884'0'0,"1"-44"2739"0"0,0 45-1978 0 0,2 0-1116 0 0,-3 4-467 0 0,1-1 49 0 0,1 0 0 0 0,-1 0-1 0 0,1 0 1 0 0,-1-1-1 0 0,0 1 1 0 0,0 0 0 0 0,0-1-1 0 0,0 1 1 0 0,0-1 0 0 0,0 1-1 0 0,1-3 1 0 0,2 5 203 0 0,1 1-243 0 0,0-1 0 0 0,0 2 0 0 0,0-1 0 0 0,0 1 0 0 0,0-1 0 0 0,-1 1 0 0 0,0 1 0 0 0,1-1 0 0 0,-1 1 0 0 0,0-1 0 0 0,-1 1 0 0 0,1 0 0 0 0,-1 1 0 0 0,1-1 0 0 0,-1 1 0 0 0,-1-1 0 0 0,1 1 0 0 0,-1 0 0 0 0,1 0 0 0 0,-1 0-1 0 0,1 8 1 0 0,17 55 189 0 0,-14-44-199 0 0,-4 9-20 0 0,-6 32 19 0 0,2-49-12 0 0,2-14-47 0 0,0 0 0 0 0,-1 0-1 0 0,1 0 1 0 0,0 0 0 0 0,-1 0-1 0 0,0 0 1 0 0,1 0 0 0 0,-1-1-1 0 0,0 1 1 0 0,0 0 0 0 0,-1 2-1 0 0,-2 3 6 0 0,-40 57-158 0 0,41-61 154 0 0,-2-1-61 0 0,-11 8 74 0 0,12-7 21 0 0,-2-3-12 0 0,-15 0-18 0 0,16 0-33 0 0,-13-11-76 0 0,14 9 126 0 0,2-3 2 0 0,-9-11-2 0 0,8 12-12 0 0,2-1-50 0 0,-4-11-95 0 0,4 12 221 0 0,3-1-59 0 0,-1 2-19 0 0,5-14 40 0 0,0 16-39 0 0,6 1 1 0 0,-1 1-1 0 0,0 0 0 0 0,0 1 0 0 0,0 0 0 0 0,0 0 0 0 0,0 1 0 0 0,12 5 0 0 0,77 39-134 0 0,-17-8-1307 0 0,-67-32 767 0 0,4 1-486 0 0,0 0-2868 0 0,15 5-1140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0.4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84 2992 0 0,'-1'0'263'0'0,"1"0"-1"0"0,-1 0 0 0 0,1 0 1 0 0,-1 0-1 0 0,0 0 0 0 0,1-1 1 0 0,-1 1-1 0 0,0 0 0 0 0,1 0 1 0 0,-1 0-1 0 0,1 0 0 0 0,-1-1 1 0 0,1 1-1 0 0,-1 0 0 0 0,0-1 1 0 0,1 1-1 0 0,-1 0 1 0 0,1-1-1 0 0,0 1 0 0 0,-1 0 1 0 0,1-1-1 0 0,-1 1 0 0 0,1-1 1 0 0,-1 1-1 0 0,1-1 0 0 0,0 1 1 0 0,-1-2-1 0 0,17-4 2008 0 0,40-1-3128 0 0,-48 6 1572 0 0,86-16-516 0 0,43-15-3778 0 0,-133 30 2203 0 0,20-8-6288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0.6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1 2732 0 0,'0'0'5793'0'0,"-3"3"-5337"0"0,-11 11-51 0 0,13-14-394 0 0,1 0 0 0 0,0 0 1 0 0,0 0-1 0 0,-1 1 1 0 0,1-1-1 0 0,0 0 0 0 0,0 0 1 0 0,0 1-1 0 0,-1-1 1 0 0,1 0-1 0 0,0 0 0 0 0,0 1 1 0 0,0-1-1 0 0,0 0 1 0 0,-1 0-1 0 0,1 1 0 0 0,0-1 1 0 0,0 0-1 0 0,0 1 1 0 0,0-1-1 0 0,0 0 0 0 0,0 1 1 0 0,0-1-1 0 0,0 0 1 0 0,0 1-1 0 0,0-1 0 0 0,0 0 1 0 0,0 1-1 0 0,30 274 1626 0 0,1-140-2980 0 0,-19-96-1719 0 0,23 49 0 0 0,-33-82-784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1.1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128 79 3648 0 0,'-1'-23'1246'0'0,"0"18"-197"0"0,0 0-225 0 0,-5-16-146 0 0,5 15 374 0 0,-17-12 493 0 0,18 19-1524 0 0,-1-1 0 0 0,1 1 0 0 0,0-1 0 0 0,-1 1 1 0 0,1-1-1 0 0,0 1 0 0 0,-1-1 0 0 0,1 1 0 0 0,0-1 0 0 0,-1 1 0 0 0,1-1 0 0 0,-1 1 0 0 0,1-1 0 0 0,-1 0 0 0 0,1 1 0 0 0,-1-1 0 0 0,0 0 0 0 0,1 1 0 0 0,-1-1 0 0 0,1 0 1 0 0,-1 0-1 0 0,1 0 0 0 0,-1 1 0 0 0,-1-1 0 0 0,1 0-6 0 0,0 0 0 0 0,0 0 1 0 0,0 1-1 0 0,0-1 0 0 0,0 1 1 0 0,0-1-1 0 0,0 1 0 0 0,0-1 1 0 0,0 1-1 0 0,0-1 0 0 0,1 1 1 0 0,-1 0-1 0 0,0-1 0 0 0,0 1 0 0 0,1 0 1 0 0,-1 0-1 0 0,0 0 0 0 0,1 0 1 0 0,-1-1-1 0 0,0 3 0 0 0,-8 12 126 0 0,0 1-1 0 0,1 0 0 0 0,1 1 0 0 0,1-1 1 0 0,-5 21-1 0 0,10-33-122 0 0,-5 22 60 0 0,2 0-41 0 0,1-8-22 0 0,1-1 0 0 0,0 1 0 0 0,1 0 0 0 0,1-1 1 0 0,1 1-1 0 0,1 0 0 0 0,5 23 0 0 0,-7-38-21 0 0,1-1 0 0 0,0 1 0 0 0,1 0 0 0 0,-1-1 0 0 0,0 1 0 0 0,1-1 0 0 0,-1 1 0 0 0,1-1 0 0 0,0 0 0 0 0,0 1 0 0 0,0-1 1 0 0,0 0-1 0 0,0 0 0 0 0,4 2 0 0 0,-4-2 7 0 0,2 1-3 0 0,1-2-25 0 0,-2 0 23 0 0,0-1 0 0 0,1 1-1 0 0,-1-1 1 0 0,1 0 0 0 0,-1 0 0 0 0,1 0 0 0 0,-1 0 0 0 0,1-1-1 0 0,-1 1 1 0 0,1-1 0 0 0,-1 0 0 0 0,0 0 0 0 0,1 0-1 0 0,-1 0 1 0 0,0-1 0 0 0,6-3 0 0 0,1-3 14 0 0,0 0 0 0 0,-1 0 0 0 0,0-2 0 0 0,0 1 0 0 0,-1-1 1 0 0,0 0-1 0 0,-1 0 0 0 0,13-24 0 0 0,-13 18-8 0 0,-1 0 1 0 0,0 0-1 0 0,-1-1 1 0 0,0 0-1 0 0,-2-1 1 0 0,3-27-1 0 0,-6 41-3 0 0,1-50 8 0 0,-1 50-15 0 0,0 0-1 0 0,-1 0 1 0 0,0 0 0 0 0,0 0 0 0 0,0 0-1 0 0,0 0 1 0 0,-1 0 0 0 0,1 0-1 0 0,-1 0 1 0 0,0 1 0 0 0,0-1-1 0 0,0 1 1 0 0,-5-5 0 0 0,6 7 1 0 0,-1 0-1 0 0,1 0 1 0 0,-1 0 0 0 0,1 0 0 0 0,-1 1 0 0 0,1-1 0 0 0,-1 0-1 0 0,1 1 1 0 0,-1 0 0 0 0,0-1 0 0 0,1 1 0 0 0,-4 0 0 0 0,1-1-18 0 0,3 1 11 0 0,0-1 0 0 0,0 1 0 0 0,0 0 0 0 0,-1-1 0 0 0,1 1 0 0 0,0 0 0 0 0,0 0 0 0 0,-1 0 0 0 0,1 0 0 0 0,0 0-1 0 0,0 0 1 0 0,-1 0 0 0 0,1 0 0 0 0,0 1 0 0 0,0-1 0 0 0,-1 0 0 0 0,1 1 0 0 0,0-1 0 0 0,-1 1 0 0 0,-2 1-47 0 0,2-2 29 0 0,0 0 0 0 0,0 1 1 0 0,0-1-1 0 0,0 1 1 0 0,1-1-1 0 0,-1 1 0 0 0,0 0 1 0 0,0 0-1 0 0,0 0 1 0 0,0 0-1 0 0,1 0 0 0 0,-1 0 1 0 0,-2 2-1 0 0,-1 1-63 0 0,3-3 38 0 0,0 0 1 0 0,0 0-1 0 0,0 0 0 0 0,-1 0 0 0 0,1 0 0 0 0,0 1 1 0 0,0-1-1 0 0,1 1 0 0 0,-1 0 0 0 0,0-1 0 0 0,0 1 0 0 0,1 0 1 0 0,-3 4-1 0 0,-6 8-672 0 0,2-1-418 0 0,2 0 1 0 0,0 0-1 0 0,0 0 0 0 0,-4 18 0 0 0,9-26-2353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1.4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21 2936 0 0,'0'0'1487'0'0,"2"-3"-402"0"0,-2 2-1000 0 0,1 1 0 0 0,-1 0 0 0 0,0-1 1 0 0,1 1-1 0 0,-1 0 0 0 0,0-1 0 0 0,0 1 0 0 0,1-1 0 0 0,-1 1 1 0 0,0 0-1 0 0,0-1 0 0 0,0 1 0 0 0,0-1 0 0 0,1 1 0 0 0,-1-1 1 0 0,0 1-1 0 0,0 0 0 0 0,0-1 0 0 0,0 1 0 0 0,0-1 0 0 0,0 1 1 0 0,0-1-1 0 0,0 1 0 0 0,0-1 0 0 0,-1 1 0 0 0,1 0 0 0 0,0-1 1 0 0,0 1-1 0 0,0-1 0 0 0,0 1 0 0 0,-1-1 0 0 0,1 1 0 0 0,0 0 1 0 0,-1-1-1 0 0,-19-1 1705 0 0,16 2-2139 0 0,1 2 387 0 0,0 0 0 0 0,1 1 0 0 0,-1-1 0 0 0,1 1 1 0 0,0-1-1 0 0,-1 1 0 0 0,1 0 0 0 0,0 0 0 0 0,1 0 0 0 0,-4 7 1 0 0,3-6-24 0 0,1 0-2 0 0,-4 42-59 0 0,5-41 52 0 0,24 3-86 0 0,-18-9 88 0 0,19-2 33 0 0,-19 2-38 0 0,-1-1-19 0 0,33-20-80 0 0,-35 20 125 0 0,13-18-503 0 0,-23-7-1170 0 0,3 25 766 0 0,-10-4-189 0 0,11 4-52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2.0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184 46 2568 0 0,'0'0'1359'0'0,"1"-6"-260"0"0,2-20 1482 0 0,-4 25-2543 0 0,1 0 0 0 0,0 1 1 0 0,-1-1-1 0 0,1 0 0 0 0,0 0 1 0 0,-1 1-1 0 0,1-1 0 0 0,-1 0 1 0 0,1 1-1 0 0,-1-1 0 0 0,1 1 1 0 0,-1-1-1 0 0,0 0 0 0 0,1 1 1 0 0,-1-1-1 0 0,0 1 0 0 0,1 0 1 0 0,-1-1-1 0 0,0 1 0 0 0,1-1 1 0 0,-1 1-1 0 0,0 0 0 0 0,0 0 0 0 0,0 0 1 0 0,1-1-1 0 0,-1 1 0 0 0,0 0 1 0 0,0 0-1 0 0,0 0 0 0 0,1 0 1 0 0,-1 0-1 0 0,0 0 0 0 0,0 0 1 0 0,0 1-1 0 0,0-1 0 0 0,1 0 1 0 0,-1 0-1 0 0,0 1 0 0 0,0-1 1 0 0,1 0-1 0 0,-2 2 0 0 0,-2-1 79 0 0,0 0-1 0 0,0 1 0 0 0,0 0 0 0 0,0 0 1 0 0,0 0-1 0 0,1 1 0 0 0,-1-1 1 0 0,-5 6-1 0 0,-8 12 24 0 0,1 0 0 0 0,1 1 0 0 0,0 1 0 0 0,2 0-1 0 0,-14 31 1 0 0,26-50-133 0 0,0-1 0 0 0,0 0-1 0 0,0 1 1 0 0,0-1 0 0 0,0 1-1 0 0,0-1 1 0 0,1 1 0 0 0,-1-1-1 0 0,0 6 1 0 0,-1 15 37 0 0,1-16-43 0 0,0 0 0 0 0,0 0-1 0 0,0 0 1 0 0,0-1 0 0 0,1 1 0 0 0,1 0 0 0 0,-1 0-1 0 0,1 0 1 0 0,0 0 0 0 0,1 0 0 0 0,-1 0-1 0 0,1-1 1 0 0,1 1 0 0 0,-1-1 0 0 0,1 1 0 0 0,0-1-1 0 0,1 0 1 0 0,-1 0 0 0 0,1 0 0 0 0,0-1 0 0 0,9 10-1 0 0,-2-7-46 0 0,1-1-1 0 0,0 0 1 0 0,15 8-1 0 0,-23-14 35 0 0,2-1-15 0 0,19 3 14 0 0,-19-3 15 0 0,0 0 7 0 0,8-3 122 0 0,0 0-1 0 0,0-1 1 0 0,0-1 0 0 0,25-11-1 0 0,-35 14 10 0 0,0-1-8 0 0,32-29 266 0 0,-33 29-181 0 0,4-21-78 0 0,-10 22-84 0 0,-9-8-29 0 0,9 7 5 0 0,-3 2-34 0 0,-17-2-28 0 0,17 2 44 0 0,-1 2-7 0 0,-15 1-319 0 0,-1 2 0 0 0,-40 11 0 0 0,58-13 10 0 0,1 0-8 0 0,-15 8-146 0 0,14-7-97 0 0,-4 5-59 0 0,2-4-737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2.5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182 147 3692 0 0,'22'-61'2869'0'0,"-21"55"-2368"0"0,-1 0 82 0 0,0-18-52 0 0,0 18-76 0 0,-2 1-41 0 0,-1 1-274 0 0,1 0 1 0 0,0 1-1 0 0,-1-1 1 0 0,0 1 0 0 0,0 0-1 0 0,0 0 1 0 0,0 0-1 0 0,-1 0 1 0 0,-4-3-1 0 0,3 3 177 0 0,-1 4 22 0 0,1 0-297 0 0,0-1 60 0 0,-1 1-1 0 0,1-1 0 0 0,0 1 1 0 0,-1 1-1 0 0,1-1 0 0 0,0 1 0 0 0,0 0 1 0 0,0 0-1 0 0,0 1 0 0 0,-8 5 0 0 0,-34 34 461 0 0,41-36-463 0 0,0 0 1 0 0,1 1-1 0 0,0 0 1 0 0,1 0-1 0 0,-6 12 1 0 0,9-18-86 0 0,-1 4 142 0 0,2 7 10 0 0,-1-10-145 0 0,1 1 1 0 0,-1-1-1 0 0,1 1 0 0 0,0-1 0 0 0,0 1 1 0 0,0-1-1 0 0,1 1 0 0 0,-1-1 1 0 0,0 1-1 0 0,1-1 0 0 0,0 1 0 0 0,-1-1 1 0 0,1 1-1 0 0,0-1 0 0 0,0 0 1 0 0,1 1-1 0 0,-1-1 0 0 0,0 0 0 0 0,4 4 1 0 0,6 5 17 0 0,1 0 1 0 0,1-1 0 0 0,-1-1 0 0 0,1 0-1 0 0,27 14 1 0 0,81 29-62 0 0,-36-16 43 0 0,-75-31-6 0 0,24 20-21 0 0,-31-22-32 0 0,5 19-44 0 0,-21-4 135 0 0,10-15-64 0 0,0 0 1 0 0,-1 0-1 0 0,1-1 0 0 0,-1 1 0 0 0,0-1 1 0 0,1 0-1 0 0,-1 0 0 0 0,0 0 1 0 0,0 0-1 0 0,-1-1 0 0 0,-5 2 1 0 0,7-2 46 0 0,-12 6 1 0 0,-3-2-14 0 0,1-2 7 0 0,-36 6-116 0 0,47-9 93 0 0,0-1 29 0 0,-20-2-10 0 0,19 2-21 0 0,3-2 20 0 0,-14-9 4 0 0,14 9-12 0 0,4 2-16 0 0,0 1 0 0 0,0-1 0 0 0,0 1 0 0 0,0-1 1 0 0,0 0-1 0 0,0 1 0 0 0,0-1 0 0 0,0 1 0 0 0,0-1 0 0 0,0 0 1 0 0,0 1-1 0 0,0-1 0 0 0,-1 1 0 0 0,1-1 0 0 0,0 1 1 0 0,0-1-1 0 0,-1 1 0 0 0,1-1 0 0 0,0 0 0 0 0,-1 1 1 0 0,1 0-1 0 0,0-1 0 0 0,-1 1 0 0 0,1-1 0 0 0,-1 0 0 0 0,0 1 0 0 0,0-1 0 0 0,1 0 0 0 0,-1 0 0 0 0,0 1-1 0 0,1-1 1 0 0,-1 0 0 0 0,1 0 0 0 0,-1 0 0 0 0,1 0 0 0 0,0 0-1 0 0,-1 0 1 0 0,1 1 0 0 0,0-1 0 0 0,-1 0 0 0 0,1 0-1 0 0,0 0 1 0 0,0 0 0 0 0,0 0 0 0 0,0 0 0 0 0,0 0-1 0 0,0 0 1 0 0,1-2 0 0 0,4-33-38 0 0,2 0 0 0 0,1 1 0 0 0,23-60 0 0 0,1-6-1402 0 0,-30 94 734 0 0,-3 0-357 0 0,-1-20-536 0 0,2 25 1446 0 0,0 1 1 0 0,-1 0 0 0 0,1 0-1 0 0,0 0 1 0 0,0 0 0 0 0,0 0-1 0 0,-1 0 1 0 0,1 0 0 0 0,0 0-1 0 0,-1 0 1 0 0,1 0 0 0 0,-1 0-1 0 0,1 0 1 0 0,-1 1 0 0 0,0-1-1 0 0,1 0 1 0 0,-1 0 0 0 0,0 0-1 0 0,0 1 1 0 0,1-1 0 0 0,-1 0-1 0 0,0 1 1 0 0,0-1 0 0 0,-1 0-1 0 0,0 0-650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3.0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0 169 2908 0 0,'0'0'3887'0'0,"2"-5"-3075"0"0,4-12-208 0 0,-6 16-548 0 0,1 0 0 0 0,-1 0 0 0 0,1 0 0 0 0,-1 0-1 0 0,1 1 1 0 0,0-1 0 0 0,-1 0 0 0 0,1 1-1 0 0,0-1 1 0 0,0 0 0 0 0,0 1 0 0 0,0-1 0 0 0,-1 1-1 0 0,1-1 1 0 0,0 1 0 0 0,0-1 0 0 0,0 1 0 0 0,0 0-1 0 0,0 0 1 0 0,0-1 0 0 0,0 1 0 0 0,0 0-1 0 0,1 0 1 0 0,37-14 840 0 0,0 1 0 0 0,74-14 0 0 0,-39 11-266 0 0,144-36-2238 0 0,-213 51 542 0 0,-4 1 947 0 0,0 0 0 0 0,0 0 1 0 0,0 0-1 0 0,0 0 1 0 0,0 0-1 0 0,0 0 0 0 0,0 0 1 0 0,0-1-1 0 0,0 1 1 0 0,0 0-1 0 0,0-1 0 0 0,-1 1 1 0 0,1 0-1 0 0,0-1 1 0 0,0 1-1 0 0,0-1 0 0 0,1 0 1 0 0,10-4-3383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3.2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1 3228 0 0,'0'0'4949'0'0,"-5"1"-4295"0"0,-20 4 489 0 0,29 64-328 0 0,3 0 1 0 0,23 98 0 0 0,-5-32-1991 0 0,-22-117 181 0 0,1-1-1 0 0,0 0 1 0 0,1 0-1 0 0,1-1 1 0 0,1 0-1 0 0,9 18 0 0 0,-2-14-3249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3.7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195 128 4188 0 0,'-1'-12'870'0'0,"-1"1"0"0"0,0 0 0 0 0,0-1-1 0 0,-1 1 1 0 0,-7-16 0 0 0,7 22-485 0 0,0 2-59 0 0,-12-9-25 0 0,12 9 99 0 0,-3 3-207 0 0,2 0-177 0 0,1 0 34 0 0,0 0-1 0 0,0 0 1 0 0,0 0 0 0 0,0 1 0 0 0,-1-1-1 0 0,1 1 1 0 0,0 0 0 0 0,1 0 0 0 0,-1 0-1 0 0,0 0 1 0 0,0 0 0 0 0,0 1 0 0 0,1-1-1 0 0,-1 1 1 0 0,0 0 0 0 0,-3 3 0 0 0,-37 42 512 0 0,38-40-483 0 0,0 0-1 0 0,1 0 1 0 0,0 0 0 0 0,0 0-1 0 0,0 1 1 0 0,-4 15 0 0 0,6-16-61 0 0,-2 3 61 0 0,3-8-74 0 0,1-1-1 0 0,-1 1 1 0 0,0 0-1 0 0,1-1 1 0 0,-1 1-1 0 0,1 0 1 0 0,0-1-1 0 0,0 1 1 0 0,0 0 0 0 0,-1-1-1 0 0,1 1 1 0 0,1 0-1 0 0,-1 1 1 0 0,1 9-6 0 0,-1-6 7 0 0,0 0 0 0 0,0 0 0 0 0,1 0 0 0 0,0 0 0 0 0,0 0 0 0 0,1-1 0 0 0,-1 1 0 0 0,1 0 0 0 0,1-1 0 0 0,-1 1 0 0 0,1-1 0 0 0,0 0 0 0 0,0 1 0 0 0,0-1 1 0 0,1-1-1 0 0,0 1 0 0 0,0 0 0 0 0,0-1 0 0 0,0 0 0 0 0,6 4 0 0 0,-5-4-9 0 0,0-1 0 0 0,0 0 0 0 0,0 0 0 0 0,0-1 0 0 0,0 1 0 0 0,1-1 1 0 0,9 3-1 0 0,-11-4-7 0 0,1 0 46 0 0,2-1-14 0 0,0 1-15 0 0,-1-1 0 0 0,1-1-1 0 0,0 1 1 0 0,0-1 0 0 0,0 0 0 0 0,-1-1 0 0 0,1 0 0 0 0,-1 0 0 0 0,1 0 0 0 0,-1-1 0 0 0,0 0 0 0 0,9-5 0 0 0,19-21 9 0 0,-29 22-16 0 0,-1 0 2 0 0,0 1 3 0 0,1-1 0 0 0,-1 0 0 0 0,0 0 0 0 0,0 0 0 0 0,-1-1 0 0 0,0 1 0 0 0,3-12 0 0 0,-4 13 0 0 0,6-16 4 0 0,-7 19-9 0 0,0 0 1 0 0,0 0-1 0 0,0 0 0 0 0,0 0 1 0 0,-1 0-1 0 0,0 1 1 0 0,0-1-1 0 0,1 0 0 0 0,-2-4 1 0 0,1 5 0 0 0,-1-59 2 0 0,0 55 3 0 0,0 0-1 0 0,0 0 1 0 0,-1 0 0 0 0,1 0 0 0 0,-1 0 0 0 0,0 1-1 0 0,-1-1 1 0 0,0 0 0 0 0,-4-6 0 0 0,6 10-9 0 0,0 1 0 0 0,0 0 0 0 0,0 0 0 0 0,0-1 0 0 0,0 1 0 0 0,0 0 1 0 0,-1 0-1 0 0,1 0 0 0 0,0 0 0 0 0,0 1 0 0 0,-1-1 0 0 0,1 0 0 0 0,-1 0 0 0 0,1 1 1 0 0,-1-1-1 0 0,-2 0 0 0 0,0 0-5 0 0,3 0 5 0 0,-1 0-1 0 0,1 0 1 0 0,-1 1 0 0 0,1-1-1 0 0,-1 0 1 0 0,1 1-1 0 0,-1-1 1 0 0,0 1 0 0 0,1 0-1 0 0,-1-1 1 0 0,1 1 0 0 0,-1 0-1 0 0,0 0 1 0 0,1 0 0 0 0,-1 0-1 0 0,-3 1 1 0 0,0-1-7 0 0,-6 1-101 0 0,0 0 0 0 0,-1 0-1 0 0,1 1 1 0 0,0 0 0 0 0,0 0-1 0 0,0 2 1 0 0,0-1-1 0 0,1 2 1 0 0,-1-1 0 0 0,1 1-1 0 0,0 1 1 0 0,0 0 0 0 0,-16 13-1 0 0,22-15-108 0 0,0 0 0 0 0,0 0 0 0 0,0 1 0 0 0,0 0 0 0 0,1 0-1 0 0,0 0 1 0 0,0 0 0 0 0,0 0 0 0 0,-3 10 0 0 0,5-12 16 0 0,0 0 0 0 0,0 0 0 0 0,1-1 0 0 0,-1 1 0 0 0,1 0 0 0 0,0 0 0 0 0,0 0 0 0 0,0 0 0 0 0,0 0 0 0 0,0-1 0 0 0,1 1 0 0 0,-1 0 0 0 0,1 0 0 0 0,0 0 0 0 0,-1-1 0 0 0,1 1 0 0 0,3 3 0 0 0,-3-3 1 0 0,4 7-1922 0 0,15 13-1478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4.0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39 2956 0 0,'0'0'1444'0'0,"4"-2"-287"0"0,17-9 1561 0 0,-18 9-2035 0 0,13-6-71 0 0,-12 6 944 0 0,-1 0-1398 0 0,8-7-17 0 0,-8 7 179 0 0,-6 4-251 0 0,0 0-71 0 0,0 0 0 0 0,-1 0 0 0 0,1 0 0 0 0,0 0 0 0 0,1 1 0 0 0,-1-1-1 0 0,0 1 1 0 0,1 0 0 0 0,-4 4 87 0 0,-5 11-22 0 0,9-14 438 0 0,6-2-400 0 0,9 8-12 0 0,-10-7 86 0 0,1-6-126 0 0,1 1-39 0 0,-1 0 0 0 0,1-1 0 0 0,-1 1 0 0 0,1-1 0 0 0,-1 0 0 0 0,0-1 0 0 0,4-3 0 0 0,-2-12-7988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4.4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70 3140 0 0,'0'0'2322'0'0,"-2"-3"-1267"0"0,-10-10 2993 0 0,13 7-3778 0 0,2-15 58 0 0,-2 16 28 0 0,4 3 9 0 0,69-15 1448 0 0,-69 16-1568 0 0,2 0-21 0 0,4 1-81 0 0,0 0-1 0 0,0 0 1 0 0,0 1-1 0 0,1 0 1 0 0,-1 1 0 0 0,0 0-1 0 0,-1 1 1 0 0,21 7-1 0 0,-27-7-95 0 0,0 0 0 0 0,-1 0-1 0 0,1 0 1 0 0,-1 0-1 0 0,1 0 1 0 0,-1 1-1 0 0,0 0 1 0 0,0 0-1 0 0,-1 0 1 0 0,4 5 0 0 0,-4-5-46 0 0,3 3 38 0 0,-1 1 1 0 0,0-1 0 0 0,0 1-1 0 0,-1 0 1 0 0,0 0 0 0 0,4 16-1 0 0,-5-18-41 0 0,6 21 84 0 0,-1 4-4 0 0,-7-26-58 0 0,7 42 46 0 0,-6-37-62 0 0,1 28-94 0 0,-2-30 38 0 0,1-4 2 0 0,-1-1-1 0 0,0 0 1 0 0,0 0 0 0 0,0 1-1 0 0,-1-1 1 0 0,1 0 0 0 0,-1 0-1 0 0,1 0 1 0 0,-3 5 0 0 0,2-1-247 0 0,-18 50-1482 0 0,17-52 1043 0 0,0 0-1 0 0,-1-1 1 0 0,1 1-1 0 0,-1-1 1 0 0,-1 1 0 0 0,1-1-1 0 0,-1 0 1 0 0,1 0 0 0 0,-1 0-1 0 0,0-1 1 0 0,-8 6-1 0 0,-9 4-4153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4.8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0 305 2632 0 0,'20'-16'929'0'0,"0"1"-1"0"0,1 0 1 0 0,1 2 0 0 0,32-16-1 0 0,97-32 344 0 0,-91 38-1713 0 0,62-31 0 0 0,-1-9-551 0 0,-118 61 1121 0 0,-2 1-114 0 0,1 1 0 0 0,-1 0 0 0 0,0-1 0 0 0,1 1 0 0 0,-1-1 0 0 0,0 1-1 0 0,0-1 1 0 0,0 0 0 0 0,1 0 0 0 0,-1 1 0 0 0,0-1 0 0 0,2-2 0 0 0,-2 1 26 0 0,3 0 3136 0 0,-2 18-3001 0 0,0 0 0 0 0,0 0 0 0 0,2-1 0 0 0,0 1 0 0 0,1-1 0 0 0,0 0 0 0 0,14 26 1 0 0,-16-33-145 0 0,25 51 236 0 0,-15-32-215 0 0,0 1 0 0 0,12 44-1 0 0,-24-67-28 0 0,-1 0-55 0 0,-2 17-123 0 0,1-16-170 0 0,0-6 293 0 0,1 0 0 0 0,-1 0-1 0 0,1 0 1 0 0,0 0-1 0 0,-1 0 1 0 0,1 0-1 0 0,-1 0 1 0 0,1 1-1 0 0,-1-1 1 0 0,1 0 0 0 0,-1 0-1 0 0,1 0 1 0 0,0 1-1 0 0,-1-1 1 0 0,1 0-1 0 0,-1 0 1 0 0,1 1 0 0 0,0-1-1 0 0,-1 0 1 0 0,1 1-1 0 0,0-1 1 0 0,0 0-1 0 0,-1 1 1 0 0,1-1-1 0 0,0 1 1 0 0,0-1 0 0 0,-1 0-1 0 0,1 1 1 0 0,0 0-84 0 0,-1 0 1 0 0,0 0-1 0 0,1 0 1 0 0,-1 0-1 0 0,1 0 1 0 0,-1 0-1 0 0,0 0 1 0 0,0-1-1 0 0,1 1 0 0 0,-1 0 1 0 0,0-1-1 0 0,0 1 1 0 0,0 0-1 0 0,0-1 1 0 0,0 1-1 0 0,0-1 1 0 0,0 0-1 0 0,-2 1 1 0 0,-1 1-414 0 0,3-1 304 0 0,0 0 0 0 0,0-1-1 0 0,-1 1 1 0 0,1 0 0 0 0,0-1 0 0 0,-1 0-1 0 0,1 1 1 0 0,0-1 0 0 0,-1 0 0 0 0,1 0-1 0 0,-1 1 1 0 0,1-1 0 0 0,0 0 0 0 0,-1-1-1 0 0,-1 1 1 0 0,-26-1-4129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5.0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1 149 3484 0 0,'41'-20'1712'0'0,"-16"8"-379"0"0,3 2-245 0 0,2 0-168 0 0,2 0-124 0 0,6-2-172 0 0,-5 2-144 0 0,1 2-156 0 0,0 1-128 0 0,-2-1-204 0 0,2 1-168 0 0,-2-1-196 0 0,0 1-404 0 0,-2 1-476 0 0,-2-1-80 0 0,13 0-5669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7.1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0 461 824 0 0,'6'0'623'0'0,"60"3"1462"0"0,401-31 2854 0 0,249-19-3740 0 0,-440 25-865 0 0,30-4-26 0 0,87-6-159 0 0,73 19 0 0 0,-255 9-65 0 0,-70 1-8 0 0,261-4-20 0 0,213-3-22 0 0,-262 2 21 0 0,-8 6-87 0 0,178-4 103 0 0,-243-2 43 0 0,127-6 66 0 0,-261 9-25 0 0,-76 2-320 0 0,-18 1 223 0 0,-3 2 31 0 0,2-2-29 0 0,1-1-8 0 0,-1 1 19 0 0,1 0-39 0 0,0-1-10 0 0,1 0 10 0 0,155-10 43 0 0,-127 8 3 0 0,130-2 5 0 0,221-13 2 0 0,36 3-64 0 0,619-16 7 0 0,49 27 300 0 0,71-33 331 0 0,-433-27 1261 0 0,-769 66-1878 0 0,14-1 859 0 0,-14 0-3941 0 0,-44 6-9754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7.9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10 4052 0 0,'0'0'1334'0'0,"3"-3"-288"0"0,7-3 1789 0 0,-12 18-1703 0 0,-15 36-1256 0 0,7-22 473 0 0,8-19-225 0 0,0 0 0 0 0,0 1 1 0 0,1-1-1 0 0,0 1 0 0 0,1 8 1 0 0,0-11 48 0 0,2 1-12 0 0,-1-2-146 0 0,1-1 24 0 0,-1 0-1 0 0,0 1 0 0 0,1-1 0 0 0,0 0 0 0 0,0 0 0 0 0,0 0 0 0 0,0-1 1 0 0,0 1-1 0 0,0 0 0 0 0,1-1 0 0 0,-1 1 0 0 0,1-1 0 0 0,0 0 1 0 0,4 3-1 0 0,-1 0-7 0 0,-3-3-16 0 0,0 0 0 0 0,0 0 0 0 0,-1 0 1 0 0,1-1-1 0 0,0 1 0 0 0,0-1 0 0 0,0 0 1 0 0,5 2-1 0 0,106 34 174 0 0,-57-19-130 0 0,86 37 0 0 0,-134-51-53 0 0,-8-4-6 0 0,0 1 0 0 0,0-1 0 0 0,0 1 0 0 0,0-1 0 0 0,-1 1 0 0 0,1 0 0 0 0,0-1 0 0 0,0 1 0 0 0,0 0 0 0 0,0-1 0 0 0,-1 1 0 0 0,1 0 0 0 0,0 0 0 0 0,-1 0 0 0 0,1 0 0 0 0,-1 0 0 0 0,1-1 0 0 0,0 3 0 0 0,7 12 26 0 0,-8-15-29 0 0,1 1 0 0 0,-1 0 0 0 0,0 0 0 0 0,0 0 0 0 0,0 0 0 0 0,0 0 0 0 0,0 0 1 0 0,-1 0-1 0 0,1-1 0 0 0,0 1 0 0 0,0 0 0 0 0,0 0 0 0 0,-1 0 0 0 0,1 0 0 0 0,-1 0 1 0 0,1-1-1 0 0,0 1 0 0 0,-1 0 0 0 0,1 0 0 0 0,-1-1 0 0 0,0 1 0 0 0,-1 1 1 0 0,0 1 0 0 0,0 0 1 0 0,-1 0 0 0 0,0-1 0 0 0,1 1 0 0 0,-1 0 0 0 0,0-1-1 0 0,-1 0 1 0 0,1 0 0 0 0,0 0 0 0 0,-1 0 0 0 0,1 0 0 0 0,-1-1 0 0 0,-3 2-1 0 0,4-2 30 0 0,-11 5-32 0 0,-1-1 0 0 0,0 0 0 0 0,1-1 1 0 0,-18 2-1 0 0,6-1 25 0 0,8 0-191 0 0,-9-3-107 0 0,16-3 10 0 0,-12-2-2130 0 0,0-1 0 0 0,-32-9 1 0 0,49 10-2406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8.1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1 136 2408 0 0,'0'0'1496'0'0,"17"-17"709"0"0,6 2-781 0 0,4 0-532 0 0,14 2-556 0 0,-14 6-116 0 0,1-1-64 0 0,6 1-144 0 0,0-1-220 0 0,8-1-284 0 0,3 1-416 0 0,-3-2-264 0 0,5 0-901 0 0,-1 2-2183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3.6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72 209 4064 0 0,'1'-24'1382'0'0,"-1"19"-195"0"0,1 0-126 0 0,4-46 3905 0 0,-12 154-4595 0 0,-4 0 0 0 0,-25 105 0 0 0,18-111-299 0 0,17-92-76 0 0,0 1 16 0 0,-3 15 10 0 0,3-16 280 0 0,3-11-290 0 0,11-31 17 0 0,-2-2-1 0 0,9-63 0 0 0,2-90-15 0 0,-13 101-31 0 0,-3 16 28 0 0,8-50 402 0 0,-13 120 427 0 0,4 9-650 0 0,12 9-34 0 0,-16-13-149 0 0,-1 1 0 0 0,1-1 0 0 0,-1 0 0 0 0,1 1 0 0 0,-1-1 0 0 0,1 1 1 0 0,-1-1-1 0 0,0 1 0 0 0,1-1 0 0 0,-1 1 0 0 0,0-1 0 0 0,1 1 0 0 0,-1-1 0 0 0,0 1 0 0 0,0-1 0 0 0,0 1 0 0 0,1 0 0 0 0,-1-1 0 0 0,0 1 0 0 0,0-1 0 0 0,0 2 0 0 0,114 468 453 0 0,-54-265-2304 0 0,-58-200 1301 0 0,-2-1-717 0 0,4 14 569 0 0,-3-14-65 0 0,-22 10-10570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3.8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9 196 2580 0 0,'0'0'1414'0'0,"-2"-3"-273"0"0,1 2-1066 0 0,0 0 0 0 0,1 0-1 0 0,-1 0 1 0 0,1 0 0 0 0,-1 0-1 0 0,1 0 1 0 0,-1 0 0 0 0,1 0-1 0 0,-1 0 1 0 0,1 0 0 0 0,0 0-1 0 0,0 0 1 0 0,-1 0 0 0 0,1 0-1 0 0,0 0 1 0 0,0 0 0 0 0,0 0 0 0 0,0-1-1 0 0,0 1 1 0 0,1 0 0 0 0,-1 0-1 0 0,0 0 1 0 0,0 0 0 0 0,1 0-1 0 0,-1 0 1 0 0,1 0 0 0 0,-1 0-1 0 0,1 0 1 0 0,-1 0 0 0 0,1 0 0 0 0,-1 0-1 0 0,1 0 1 0 0,0 1 0 0 0,0-1-1 0 0,-1 0 1 0 0,1 0 0 0 0,0 1-1 0 0,0-1 1 0 0,0 0 0 0 0,0 1-1 0 0,0-1 1 0 0,2 0 0 0 0,41-18 108 0 0,1 2-1 0 0,1 2 1 0 0,0 2 0 0 0,51-8 0 0 0,-9 1-1053 0 0,-43 8-1721 0 0,47-20 0 0 0,-88 30-578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4.1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95 3360 0 0,'0'0'1004'0'0,"2"-3"-128"0"0,-2 2-821 0 0,0 1-1 0 0,0-1 1 0 0,0 1 0 0 0,0-1 0 0 0,0 1-1 0 0,0 0 1 0 0,0-1 0 0 0,1 1 0 0 0,-1-1 0 0 0,0 1-1 0 0,0-1 1 0 0,1 1 0 0 0,-1-1 0 0 0,0 1-1 0 0,1 0 1 0 0,-1-1 0 0 0,0 1 0 0 0,1 0-1 0 0,-1-1 1 0 0,0 1 0 0 0,1 0 0 0 0,-1-1 0 0 0,1 1-1 0 0,-1 0 1 0 0,1 0 0 0 0,-1-1 0 0 0,0 1-1 0 0,1 0 1 0 0,-1 0 0 0 0,1 0 0 0 0,-1 0-1 0 0,1 0 1 0 0,-1 0 0 0 0,1 0 0 0 0,-1 0 0 0 0,1 0-1 0 0,-1 0 1 0 0,1 0 0 0 0,-1 0 0 0 0,1 0-1 0 0,-1 0 1 0 0,1 0 0 0 0,-1 0 0 0 0,1 1-1 0 0,-1-1 1 0 0,1 0 0 0 0,-1 0 0 0 0,1 1 0 0 0,-1-1-1 0 0,0 0 1 0 0,1 0 0 0 0,-1 1 0 0 0,1-1-1 0 0,-1 1 1 0 0,0-1 0 0 0,1 0 0 0 0,-1 1-1 0 0,0-1 1 0 0,0 1 0 0 0,1 0 0 0 0,2 1 87 0 0,-2 4 14 0 0,42 126 1427 0 0,-41-128-1423 0 0,0 1-60 0 0,5 15 83 0 0,-6-15 292 0 0,1-1-213 0 0,5 14 20 0 0,-5-13 1127 0 0,1-3-1124 0 0,-2-1-259 0 0,-1 0-1 0 0,1-1 1 0 0,0 1 0 0 0,0 0 0 0 0,0-1 0 0 0,0 1-1 0 0,0-1 1 0 0,-1 1 0 0 0,1-1 0 0 0,0 1 0 0 0,0-1-1 0 0,0 0 1 0 0,0 0 0 0 0,1 1 0 0 0,-1-1-1 0 0,0 0 1 0 0,0 0 0 0 0,0 0 0 0 0,0 0 0 0 0,0 0-1 0 0,0 0 1 0 0,0 0 0 0 0,0-1 0 0 0,0 1-1 0 0,0 0 1 0 0,0 0 0 0 0,0-1 0 0 0,0 1 0 0 0,0-1-1 0 0,0 1 1 0 0,0-1 0 0 0,0 1 0 0 0,0-1-1 0 0,-1 0 1 0 0,1 1 0 0 0,0-1 0 0 0,0 0 0 0 0,-1 0-1 0 0,1 1 1 0 0,0-1 0 0 0,-1 0 0 0 0,1 0-1 0 0,-1 0 1 0 0,1-1 0 0 0,13-22 23 0 0,-1-1 1 0 0,-2 0-1 0 0,0-1 1 0 0,-2 0-1 0 0,7-31 1 0 0,5-39-2121 0 0,-20 91 1571 0 0,14 16-5610 0 0,-8-1 2898 0 0,5 8 70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4.8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194 34 4004 0 0,'0'0'5029'0'0,"-1"-5"-4607"0"0,-4-22 663 0 0,1 26-903 0 0,-3 1-55 0 0,0-1 0 0 0,0 1 1 0 0,0 1-1 0 0,-11 1 0 0 0,13-1-24 0 0,4-1-93 0 0,-1 1 1 0 0,0-1-1 0 0,0 1 0 0 0,0 0 1 0 0,1-1-1 0 0,-1 1 0 0 0,0 0 0 0 0,1 0 1 0 0,-1 0-1 0 0,1 0 0 0 0,-1 0 1 0 0,-2 3-1 0 0,2-2 11 0 0,-6 3 8 0 0,0 1 0 0 0,0 0 0 0 0,1 0 0 0 0,0 0 0 0 0,0 1 0 0 0,1 0 0 0 0,0 0 0 0 0,-8 12-1 0 0,-9 18-14 0 0,21-33 12 0 0,0 1-5 0 0,-5 14-1 0 0,5-15 10 0 0,2 2-13 0 0,2 15 9 0 0,-2-16 24 0 0,0-5-48 0 0,0 0-1 0 0,1 0 1 0 0,-1 0-1 0 0,0 0 0 0 0,1 0 1 0 0,-1 0-1 0 0,0 0 1 0 0,1 0-1 0 0,-1 1 0 0 0,0-1 1 0 0,1 0-1 0 0,-1 0 0 0 0,0 0 1 0 0,1 0-1 0 0,-1 1 1 0 0,0-1-1 0 0,0 0 0 0 0,1 0 1 0 0,-1 0-1 0 0,0 1 1 0 0,0-1-1 0 0,0 0 0 0 0,1 0 1 0 0,-1 1-1 0 0,0-1 0 0 0,0 0 1 0 0,0 1-1 0 0,0-1 1 0 0,1 1-1 0 0,-1-1 0 0 0,0 1 1 0 0,0-1-1 0 0,0 1 1 0 0,1-1-1 0 0,-1 0 0 0 0,0 1 1 0 0,1-1-1 0 0,-1 1 1 0 0,0-1-1 0 0,1 0 0 0 0,-1 1 1 0 0,0-1-1 0 0,1 0 1 0 0,-1 1-1 0 0,1-1 0 0 0,-1 0 1 0 0,1 0-1 0 0,-1 1 1 0 0,1-1-1 0 0,-1 0 0 0 0,1 0 1 0 0,-1 0-1 0 0,1 0 1 0 0,-1 0-1 0 0,1 0 0 0 0,-1 0 1 0 0,1 0-1 0 0,-1 0 1 0 0,1 0-1 0 0,-1 0 1 0 0,1 0-1 0 0,-1 0 0 0 0,1 0 1 0 0,0 0-1 0 0,19-2 17 0 0,-15 1 18 0 0,52-34 420 0 0,10-42 471 0 0,-65 74-824 0 0,0 0-31 0 0,8-11 5 0 0,-8 11 70 0 0,3 6-134 0 0,14 11-14 0 0,-12-5 16 0 0,68 251-20 0 0,-63-206-336 0 0,-4 1 1 0 0,5 103 0 0 0,-14-141 208 0 0,0-1 0 0 0,-2 1 0 0 0,-7 28 0 0 0,9-40 147 0 0,-2-2 67 0 0,2-1-48 0 0,-1-1 0 0 0,1 0 0 0 0,-1 1 1 0 0,0-1-1 0 0,1 0 0 0 0,-1 0 0 0 0,0 0 0 0 0,0 0 0 0 0,0 0 0 0 0,0-1 0 0 0,0 1 0 0 0,0-1 0 0 0,0 1 1 0 0,0-1-1 0 0,0 1 0 0 0,0-1 0 0 0,0 0 0 0 0,0 0 0 0 0,0 0 0 0 0,0 0 0 0 0,0-1 0 0 0,0 1 0 0 0,-1 0 1 0 0,1-1-1 0 0,0 0 0 0 0,-3-1 0 0 0,-5-4 22 0 0,0 0 0 0 0,0-1 0 0 0,0-1 1 0 0,1 0-1 0 0,0 0 0 0 0,0 0 0 0 0,1-1 0 0 0,0-1 0 0 0,1 1 0 0 0,0-1 1 0 0,1-1-1 0 0,0 1 0 0 0,0-1 0 0 0,1 0 0 0 0,0 0 0 0 0,1-1 1 0 0,-4-16-1 0 0,7 18-200 0 0,0 0 0 0 0,0 0 0 0 0,1 0 0 0 0,0 0 0 0 0,1 0 0 0 0,0 0 0 0 0,1 0 0 0 0,0 0 0 0 0,1 0 0 0 0,0 1 0 0 0,0-1 1 0 0,1 1-1 0 0,0 0 0 0 0,0 0 0 0 0,1 0 0 0 0,9-12 0 0 0,-4 8-597 0 0,0 0 0 0 0,1 1 0 0 0,0 0 0 0 0,1 1 0 0 0,0 0 0 0 0,1 1 0 0 0,0 0 0 0 0,0 1 0 0 0,16-7 0 0 0,1 3-3871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5.6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0 109 3276 0 0,'1'-4'1928'0'0,"1"-1"-1266"0"0,-1-4-28 0 0,1 1 5741 0 0,3 9-6040 0 0,14 6-67 0 0,-19-7-261 0 0,0 0 1 0 0,0 0-1 0 0,1 0 1 0 0,-1 0-1 0 0,0 0 1 0 0,1 0-1 0 0,-1 1 1 0 0,0-1-1 0 0,0 0 1 0 0,1 0-1 0 0,-1 0 0 0 0,0 0 1 0 0,0 0-1 0 0,1 1 1 0 0,-1-1-1 0 0,0 0 1 0 0,0 0-1 0 0,0 1 1 0 0,1-1-1 0 0,-1 0 1 0 0,0 0-1 0 0,0 1 1 0 0,0-1-1 0 0,0 0 0 0 0,0 0 1 0 0,0 1-1 0 0,1-1 1 0 0,-1 0-1 0 0,0 0 1 0 0,0 1-1 0 0,18 60 583 0 0,31 150-2157 0 0,-36-159-646 0 0,-11-47 1750 0 0,-13-22-3831 0 0,3 4 4267 0 0,1 0 1 0 0,1-1 0 0 0,1 0 0 0 0,0 0-1 0 0,-6-27 1 0 0,-13-89 1354 0 0,22 118-1141 0 0,1-11-81 0 0,3 3 188 0 0,-1 13-205 0 0,0 1-1 0 0,0 0 1 0 0,0 0 0 0 0,1-1-1 0 0,0 1 1 0 0,0 0-1 0 0,0 0 1 0 0,1 1-1 0 0,0-1 1 0 0,0 0-1 0 0,1 1 1 0 0,-1 0 0 0 0,1 0-1 0 0,0 0 1 0 0,1 0-1 0 0,5-4 1 0 0,-6 6 32 0 0,2 1-16 0 0,17-4-16 0 0,-17 4-17 0 0,0 3 5 0 0,-2 0-62 0 0,-1 0 0 0 0,1 0-1 0 0,0 1 1 0 0,0-1 0 0 0,0 1 0 0 0,-1 0 0 0 0,1 0 0 0 0,-1 0-1 0 0,1 0 1 0 0,-1 1 0 0 0,0-1 0 0 0,0 1 0 0 0,0 0 0 0 0,0 0-1 0 0,-1 0 1 0 0,1 0 0 0 0,-1 1 0 0 0,0-1 0 0 0,2 5 0 0 0,0 1 84 0 0,-1 0 0 0 0,-1 1 1 0 0,1 0-1 0 0,-2 0 0 0 0,1-1 1 0 0,-2 1-1 0 0,1 0 0 0 0,-1 0 1 0 0,-1 0-1 0 0,1 0 0 0 0,-2 0 1 0 0,1 0-1 0 0,-6 17 0 0 0,3-17-60 0 0,0 4 328 0 0,0-1 0 0 0,-5 27 0 0 0,14-38-372 0 0,-1 0-76 0 0,1-1 1 0 0,-1 0-1 0 0,1 0 0 0 0,0 0 1 0 0,-1 0-1 0 0,1-1 0 0 0,0 1 0 0 0,0-1 1 0 0,-1-1-1 0 0,1 1 0 0 0,0-1 0 0 0,8-1 1 0 0,52-14-1690 0 0,-44 12 486 0 0,1-6 216 0 0,-11 4 25 0 0,13-7-1198 0 0,-18 10-1575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5.9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57 139 3320 0 0,'-44'-76'3765'0'0,"42"72"-3392"0"0,0 0-86 0 0,-5-13-55 0 0,5 13 103 0 0,3 0-320 0 0,0 1-12 0 0,0 2 0 0 0,0 0-1 0 0,-1-1 0 0 0,1 1 0 0 0,-1 0 1 0 0,1-1-1 0 0,-1 1 0 0 0,1 0 0 0 0,-1-1 1 0 0,0 1-1 0 0,0 0 0 0 0,0-1 0 0 0,0-2 0 0 0,4 3 34 0 0,13-3-2 0 0,-13 3 12 0 0,2 1-16 0 0,-1 1-7 0 0,0 0 1 0 0,1 0 0 0 0,-1 1-1 0 0,0 0 1 0 0,0-1-1 0 0,0 2 1 0 0,0-1 0 0 0,0 0-1 0 0,0 1 1 0 0,0 0-1 0 0,-1 0 1 0 0,0 1 0 0 0,0-1-1 0 0,0 1 1 0 0,0 0 0 0 0,4 5-1 0 0,-6-6 224 0 0,4 25 362 0 0,-4-22-258 0 0,-4-1 4 0 0,-2 17-7 0 0,2-16-8 0 0,0-1-4 0 0,0-2-238 0 0,1-1-58 0 0,0-1 0 0 0,0 0 0 0 0,0 1 0 0 0,0-1 0 0 0,0 0 0 0 0,0 1 0 0 0,1-1 0 0 0,-1 1 0 0 0,1 0 0 0 0,-1-1 0 0 0,1 1 0 0 0,-1 2 300 0 0,-1 0-18 0 0,-6 14-5 0 0,6-13 342 0 0,2-5-655 0 0,0 0-1 0 0,1 0 1 0 0,-1 0-1 0 0,0 0 1 0 0,1 0 0 0 0,-1 0-1 0 0,0 0 1 0 0,1 0 0 0 0,-1 0-1 0 0,0 0 1 0 0,1 1-1 0 0,-1-1 1 0 0,0 0 0 0 0,1 0-1 0 0,-1 0 1 0 0,0 1 0 0 0,0-1-1 0 0,1 0 1 0 0,-1 0-1 0 0,0 1 1 0 0,0-1 0 0 0,0 0-1 0 0,1 0 1 0 0,-1 1 0 0 0,0-1-1 0 0,0 0 1 0 0,0 1-1 0 0,0-1 1 0 0,1 1-8 0 0,-1-1 1 0 0,0 1-1 0 0,0-1 0 0 0,1 1 1 0 0,-1-1-1 0 0,0 0 1 0 0,0 1-1 0 0,1-1 0 0 0,-1 1 1 0 0,0-1-1 0 0,1 0 0 0 0,-1 1 1 0 0,1-1-1 0 0,-1 0 0 0 0,1 0 1 0 0,-1 1-1 0 0,0-1 0 0 0,1 0 1 0 0,-1 0-1 0 0,1 0 0 0 0,-1 1 1 0 0,1-1-1 0 0,-1 0 0 0 0,1 0 1 0 0,-1 0-1 0 0,1 0 0 0 0,-1 0 1 0 0,1 0-1 0 0,-1 0 1 0 0,1 0-1 0 0,-1 0 0 0 0,1 0 1 0 0,-1 0-1 0 0,1-1 0 0 0,-1 1 1 0 0,2 0-1 0 0,42-10-737 0 0,1-2-1 0 0,-2-2 1 0 0,49-23 0 0 0,52-35-5102 0 0,-99 46 1013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8.9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67 167 3688 0 0,'-11'-20'1806'0'0,"1"1"0"0"0,1-2-1 0 0,-10-32 1 0 0,18 49-1042 0 0,-1-2-38 0 0,0-3-759 0 0,-7-26 3622 0 0,9 35-3551 0 0,0 0-1 0 0,0 0 1 0 0,0 0 0 0 0,0 0-1 0 0,0 1 1 0 0,0-1-1 0 0,0 0 1 0 0,0 0 0 0 0,-1 0-1 0 0,1 0 1 0 0,0 0 0 0 0,0 0-1 0 0,0 0 1 0 0,0 0-1 0 0,0 0 1 0 0,0 0 0 0 0,0 0-1 0 0,0 0 1 0 0,0 0-1 0 0,0 0 1 0 0,0 0 0 0 0,0 1-1 0 0,0-1 1 0 0,-1 0-1 0 0,1 0 1 0 0,0 0 0 0 0,0 0-1 0 0,0 0 1 0 0,0 0 0 0 0,0 0-1 0 0,0 0 1 0 0,0 0-1 0 0,0 0 1 0 0,0 0 0 0 0,0 0-1 0 0,-1 0 1 0 0,1 0-1 0 0,0 0 1 0 0,0 0 0 0 0,0 0-1 0 0,0 0 1 0 0,0-1-1 0 0,0 1 1 0 0,0 32-30 0 0,16 446-766 0 0,-12-417-1045 0 0,2-4-613 0 0,-5-53 1571 0 0,0 1-77 0 0,1-2 450 0 0,4 7 261 0 0,-5-1-4084 0 0,4-9 2121 0 0,20 3-1510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9.3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353 1 3624 0 0,'0'0'3809'0'0,"-6"1"-3363"0"0,-19 3-80 0 0,13 2-46 0 0,-127 151 1516 0 0,6-7-362 0 0,99-118-1127 0 0,31-29-343 0 0,5-8-310 0 0,25-38 222 0 0,-24 39 86 0 0,15-8 70 0 0,-15 9-76 0 0,3 3 43 0 0,22-1 115 0 0,-23 4 69 0 0,29 27 34 0 0,41 46 0 0 0,-37-37-154 0 0,-32-32-228 0 0,1-1 0 0 0,-1 0 0 0 0,1-1 0 0 0,1 0 1 0 0,-1 0-1 0 0,1 0 0 0 0,0-1 0 0 0,0 0 0 0 0,0-1 1 0 0,15 5-1 0 0,-13-6-473 0 0,0 0 0 0 0,0 0 0 0 0,0-1 0 0 0,0 0 0 0 0,0-1 0 0 0,0 0 0 0 0,0-1 0 0 0,16-3 0 0 0,2-5-1676 0 0,-5-1-1596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9.6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59 2708 0 0,'0'0'5078'0'0,"-4"-1"-4497"0"0,3 1-512 0 0,0 0-1 0 0,1 0 0 0 0,-1 0 0 0 0,0 0 0 0 0,1 0 0 0 0,-1 0 0 0 0,1 0 0 0 0,-1 0 0 0 0,0 0 0 0 0,1-1 0 0 0,-1 1 0 0 0,1 0 1 0 0,-1 0-1 0 0,1-1 0 0 0,-1 1 0 0 0,0 0 0 0 0,1-1 0 0 0,-1 1 0 0 0,1 0 0 0 0,0-1 0 0 0,-1 1 0 0 0,1-1 0 0 0,-1 1 1 0 0,0-1-1 0 0,3-1 0 0 0,1 0 0 0 0,-1 1 0 0 0,0-1 0 0 0,0 1 0 0 0,1 0 0 0 0,-1 0 0 0 0,1 0 0 0 0,-1 0 0 0 0,5-1 0 0 0,57-14 112 0 0,-1 5-208 0 0,-53 9-204 0 0,53-6-682 0 0,-22 8-4628 0 0,-15 4 1368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9.8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82 3404 0 0,'0'0'4405'0'0,"-2"3"-3859"0"0,2-2-517 0 0,0-1 0 0 0,-1 0 1 0 0,1 0-1 0 0,0 1 1 0 0,-1-1-1 0 0,1 0 0 0 0,0 1 1 0 0,0-1-1 0 0,-1 0 0 0 0,1 1 1 0 0,0-1-1 0 0,0 0 0 0 0,0 1 1 0 0,0-1-1 0 0,-1 0 0 0 0,1 1 1 0 0,0-1-1 0 0,0 1 1 0 0,0-1-1 0 0,0 0 0 0 0,0 1 1 0 0,0-1-1 0 0,0 1 0 0 0,0-1 1 0 0,0 0-1 0 0,0 1 0 0 0,0-1 1 0 0,0 1-1 0 0,0-1 0 0 0,1 0 1 0 0,-1 1-1 0 0,0-1 0 0 0,0 0 1 0 0,0 1-1 0 0,1-1 1 0 0,-1 1-1 0 0,0-1 0 0 0,16 3 739 0 0,-12-3-929 0 0,2 0 332 0 0,1-1-50 0 0,53-11-871 0 0,62-20 0 0 0,2-12-4425 0 0,-94 32 1521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0.4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22 136 3320 0 0,'39'-30'9976'0'0,"-43"28"-9776"0"0,-11-3-15 0 0,11 3 329 0 0,5-2-425 0 0,1-14-2 0 0,-1 14 15 0 0,1 0-13 0 0,0-1-45 0 0,1 1 0 0 0,1-1-1 0 0,-1 1 1 0 0,1 0 0 0 0,-1 0 0 0 0,1 0 0 0 0,0 1-1 0 0,0-1 1 0 0,1 1 0 0 0,-1 0 0 0 0,1 0 0 0 0,0 0-1 0 0,0 1 1 0 0,-1 0 0 0 0,9-3 0 0 0,-9 3 19 0 0,15-1 0 0 0,-16 2-50 0 0,-1 1 0 0 0,1-1 0 0 0,0 1 0 0 0,0-1 0 0 0,0 1 0 0 0,0 0 0 0 0,0 0 0 0 0,0 0 0 0 0,0 0 0 0 0,0 1 0 0 0,0-1 0 0 0,0 1 0 0 0,-1 0 0 0 0,1 0 0 0 0,0 0 0 0 0,3 1 0 0 0,0 2-1 0 0,1 0 0 0 0,-1 0 0 0 0,1 1 0 0 0,-1 0 0 0 0,0 0 0 0 0,-1 0 0 0 0,0 1 0 0 0,1 0 0 0 0,-2 0 0 0 0,1 0 0 0 0,-1 1 0 0 0,0-1 0 0 0,0 1 0 0 0,2 8 0 0 0,-1-4-5 0 0,-1 0 0 0 0,-1 1 0 0 0,0-1 0 0 0,0 1 0 0 0,-1 0 0 0 0,-1 0 0 0 0,0 0 0 0 0,-1 22 0 0 0,-2-16-4 0 0,-1-1-1 0 0,-1 1 0 0 0,-1-1 0 0 0,0 0 1 0 0,-1 0-1 0 0,0-1 0 0 0,-2 1 0 0 0,0-1 0 0 0,-1-1 1 0 0,0 0-1 0 0,-1 0 0 0 0,-1-1 0 0 0,0 0 1 0 0,-19 17-1 0 0,19-21 20 0 0,6-5-20 0 0,0 0 0 0 0,0-1-1 0 0,-1 0 1 0 0,0 0 0 0 0,0-1 0 0 0,0 1-1 0 0,0-1 1 0 0,0-1 0 0 0,-1 1-1 0 0,-6 1 1 0 0,11-3-8 0 0,1-1-1 0 0,-1 1 0 0 0,0 0 1 0 0,1-1-1 0 0,-1 1 1 0 0,0-1-1 0 0,0 0 1 0 0,0 1-1 0 0,1-1 0 0 0,-1 0 1 0 0,-3 0-1 0 0,0-1-19 0 0,-1 2-73 0 0,1-3-18 0 0,-15-7 10 0 0,15 7 41 0 0,5 1 62 0 0,0 0 0 0 0,0 1 0 0 0,0-1 0 0 0,0 0 0 0 0,0 1 1 0 0,0-1-1 0 0,0 1 0 0 0,0-1 0 0 0,0 0 0 0 0,0 1 0 0 0,0-1 0 0 0,-1 1 0 0 0,1-1 0 0 0,0 1 0 0 0,-1-1 0 0 0,1 0 0 0 0,0 1 0 0 0,-1-1 0 0 0,1 1 0 0 0,0-1 1 0 0,-1 1-1 0 0,1 0 0 0 0,-1-1 0 0 0,0 0-10 0 0,0 0 0 0 0,0 0 0 0 0,0 0 0 0 0,1 1 0 0 0,-1-1-1 0 0,0 0 1 0 0,1 0 0 0 0,-1 0 0 0 0,1 0 0 0 0,-1-1 0 0 0,1 1 0 0 0,0 0 0 0 0,-1 0 0 0 0,1 0 0 0 0,0 0 0 0 0,0 0 0 0 0,-1 0 0 0 0,1-1 0 0 0,0-1 0 0 0,-1-2-6 0 0,0 4 12 0 0,1-1 0 0 0,-1 0 1 0 0,1 0-1 0 0,-1 1 0 0 0,1-1 1 0 0,0 0-1 0 0,0 0 0 0 0,0 0 1 0 0,0 1-1 0 0,0-1 0 0 0,0 0 1 0 0,1 0-1 0 0,-1 1 0 0 0,0-1 1 0 0,2-3-1 0 0,0-3 3 0 0,-1 3-9 0 0,0 0-1 0 0,0 1 1 0 0,1-1-1 0 0,0 0 1 0 0,0 1-1 0 0,0-1 1 0 0,0 1 0 0 0,1 0-1 0 0,-1-1 1 0 0,1 1-1 0 0,0 0 1 0 0,6-5-1 0 0,-8 8 17 0 0,0 0-1 0 0,0 0 0 0 0,0 0 0 0 0,0 0 0 0 0,0 0 0 0 0,0 0 1 0 0,0 0-1 0 0,0 0 0 0 0,1 0 0 0 0,-1 0 0 0 0,0 1 1 0 0,1-1-1 0 0,-1 0 0 0 0,1 1 0 0 0,-1-1 0 0 0,2 1 1 0 0,1-2 7 0 0,1 0 37 0 0,11 0-4 0 0,-14 1-28 0 0,0 1 0 0 0,0 0 0 0 0,0-1 0 0 0,0 1 0 0 0,0 0-1 0 0,0 0 1 0 0,0 1 0 0 0,0-1 0 0 0,0 0 0 0 0,0 1 0 0 0,0-1 0 0 0,3 2 0 0 0,23 7 154 0 0,0 2 0 0 0,-1 1 0 0 0,0 2 0 0 0,-1 0 0 0 0,32 24 0 0 0,-22-15-579 0 0,1-1-1 0 0,42 18 0 0 0,11-7-2991 0 0,-29-18-2028 0 0,-29-11-490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8.8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14 5404 0 0,'0'0'1753'0'0,"-3"-3"-353"0"0,-10-7 1756 0 0,6 14-1431 0 0,2 15-1278 0 0,-4 445 1707 0 0,10-314-2191 0 0,-1-125-69 0 0,-1-2-491 0 0,2 1 0 0 0,4 26 0 0 0,6-2-1818 0 0,-9-44 1123 0 0,-2-3 1205 0 0,0-1 0 0 0,0 0 0 0 0,1 1 0 0 0,-1-1 0 0 0,0 0 0 0 0,0 1 0 0 0,1-1 0 0 0,-1 0 0 0 0,0 1 0 0 0,0-1 0 0 0,1 0 0 0 0,-1 1 1 0 0,0-1-1 0 0,1 0 0 0 0,-1 0 0 0 0,0 1 0 0 0,1-1 0 0 0,-1 0 0 0 0,1 0 0 0 0,-1 0 0 0 0,0 0 0 0 0,1 0 0 0 0,-1 1 0 0 0,1-1 0 0 0,-1 0 0 0 0,1 0 0 0 0,-1 0-49 0 0,1 0 0 0 0,-1 0 0 0 0,1 0-1 0 0,-1 0 1 0 0,0 0 0 0 0,1 0 0 0 0,-1 0 0 0 0,1 1 0 0 0,-1-1 0 0 0,0 0 0 0 0,1 0 0 0 0,-1 0 0 0 0,0 1 0 0 0,1-1 0 0 0,-1 0 0 0 0,0 1-1 0 0,1-1 1 0 0,-1 0 0 0 0,0 0 0 0 0,0 1 0 0 0,1-1 0 0 0,-1 1 0 0 0,0-1 0 0 0,0 0 0 0 0,1 1 0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9.2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300 0 2568 0 0,'0'0'2186'0'0,"-3"3"-1314"0"0,-16 15-227 0 0,0 1 1 0 0,2 1-1 0 0,1 1 1 0 0,-27 43-1 0 0,-2 1-85 0 0,-73 79 753 0 0,116-141-963 0 0,-15 11 198 0 0,20-36-539 0 0,-2 16-61 0 0,2 3 49 0 0,7-13 34 0 0,-7 12-15 0 0,-1 3-16 0 0,-1 0-1 0 0,1 0 1 0 0,-1 0 0 0 0,1 0 0 0 0,-1 0-1 0 0,0 0 1 0 0,0-1 0 0 0,1 1-1 0 0,-1 0 1 0 0,1-3 0 0 0,2 1 82 0 0,1 2-26 0 0,-1 1-23 0 0,0-1 0 0 0,0 1 1 0 0,0 0-1 0 0,0 0 0 0 0,0 1 1 0 0,0-1-1 0 0,-1 1 0 0 0,1 0 0 0 0,0 0 1 0 0,0 0-1 0 0,0 1 0 0 0,-1 0 1 0 0,1-1-1 0 0,-1 1 0 0 0,1 0 1 0 0,-1 0-1 0 0,0 1 0 0 0,0-1 0 0 0,4 5 1 0 0,38 36 151 0 0,-29-27-285 0 0,0-1 1 0 0,36 26-1 0 0,-44-36-456 0 0,1 0 1 0 0,0-1-1 0 0,13 5 0 0 0,-14-6-609 0 0,1-1-1 0 0,-1 0 0 0 0,1 0 1 0 0,13 0-1 0 0,6-1-3055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9.4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38 3472 0 0,'0'0'3481'0'0,"3"-3"-3009"0"0,2 0-349 0 0,0 0 0 0 0,1 0 0 0 0,-1 0 0 0 0,1 1 0 0 0,-1 0 0 0 0,1 0 0 0 0,0 0-1 0 0,0 1 1 0 0,0 0 0 0 0,0 0 0 0 0,12 0 0 0 0,70-3 4 0 0,-77 4-211 0 0,56-4-2564 0 0,-40 2 333 0 0,-20 1-1625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9.6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44 3532 0 0,'0'0'1170'0'0,"-4"2"-167"0"0,4-2-905 0 0,0 0 1 0 0,-1 0 0 0 0,1 1 0 0 0,-1-1 0 0 0,1 0 0 0 0,-1 0 0 0 0,1 0 0 0 0,0 0-1 0 0,-1 1 1 0 0,1-1 0 0 0,0 0 0 0 0,-1 1 0 0 0,1-1 0 0 0,0 0 0 0 0,-1 1 0 0 0,1-1-1 0 0,0 0 1 0 0,-1 1 0 0 0,1-1 0 0 0,0 0 0 0 0,0 1 0 0 0,0-1 0 0 0,-1 1 0 0 0,1-1 0 0 0,0 0-1 0 0,0 1 1 0 0,0-1 0 0 0,0 1 0 0 0,0-1 0 0 0,0 1 0 0 0,0-1 0 0 0,0 1 0 0 0,12 8 1659 0 0,-10-8-2184 0 0,8 0 466 0 0,129-31-1937 0 0,-45 3-2754 0 0,-62 17 899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0.2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277 92 3532 0 0,'0'0'2887'0'0,"-2"-3"-2425"0"0,2 3-329 0 0,-2-1 12 0 0,1 0 0 0 0,0 0 1 0 0,0 0-1 0 0,0 0 0 0 0,0 0 0 0 0,0 0 1 0 0,0-1-1 0 0,0 1 0 0 0,0 0 0 0 0,0-1 1 0 0,-1-2-1 0 0,8-21 296 0 0,-4 20-273 0 0,2 2-14 0 0,8-3 29 0 0,0 0 0 0 0,0 1 0 0 0,1 0 0 0 0,-1 1 0 0 0,1 0 0 0 0,23-3 1 0 0,-31 6-46 0 0,2 1-25 0 0,48 8 105 0 0,-52-6-177 0 0,0-1-35 0 0,-1 1 0 0 0,1 0 0 0 0,-1 0 0 0 0,0 0-1 0 0,1 0 1 0 0,-1 0 0 0 0,-1 1 0 0 0,1-1-1 0 0,0 1 1 0 0,0-1 0 0 0,-1 1 0 0 0,1 0 0 0 0,-1-1-1 0 0,0 1 1 0 0,0 0 0 0 0,0 0 0 0 0,0 0 0 0 0,-1 0-1 0 0,1 0 1 0 0,-1 0 0 0 0,0 0 0 0 0,1 0-1 0 0,-1 0 1 0 0,-1 0 0 0 0,1 0 0 0 0,0 0 0 0 0,-2 5-1 0 0,-2 3 47 0 0,0 1-1 0 0,-1-1 1 0 0,-1 1-1 0 0,0-2 0 0 0,0 1 1 0 0,-1-1-1 0 0,-12 16 1 0 0,-18 13 279 0 0,35-36-220 0 0,1-3-62 0 0,1 1-1 0 0,-1-1 1 0 0,1 0-1 0 0,-1 0 0 0 0,1 1 1 0 0,-1-1-1 0 0,1 1 0 0 0,-1-1 1 0 0,1 0-1 0 0,0 1 0 0 0,-1-1 1 0 0,1 1-1 0 0,-1-1 1 0 0,1 1-1 0 0,0-1 0 0 0,0 1 1 0 0,-1-1-1 0 0,1 1 0 0 0,0-1 1 0 0,0 1-1 0 0,0-1 0 0 0,-1 1 1 0 0,1-1-1 0 0,0 1 0 0 0,0 0 1 0 0,0-1-1 0 0,0 1 1 0 0,0-1-1 0 0,0 2 0 0 0,18-9-31 0 0,0 1 0 0 0,0 1 0 0 0,28-4 0 0 0,-34 7-8 0 0,1 1 0 0 0,-1 0 0 0 0,0 1 0 0 0,1 1 0 0 0,-1 0 1 0 0,0 0-1 0 0,1 1 0 0 0,-1 1 0 0 0,0 0 0 0 0,-1 1 0 0 0,13 5 1 0 0,-16-3 14 0 0,7 12 50 0 0,-5 3-55 0 0,-9-20-18 0 0,0 1-1 0 0,0 0 1 0 0,-1 0-1 0 0,1-1 1 0 0,-1 1 0 0 0,0 0-1 0 0,1 0 1 0 0,-1 0 0 0 0,0 0-1 0 0,0 0 1 0 0,0 0-1 0 0,0-1 1 0 0,0 1 0 0 0,-1 0-1 0 0,0 3 1 0 0,0 0 2 0 0,1-3-2 0 0,0-1 0 0 0,1 1 0 0 0,-2 0 0 0 0,1-1 0 0 0,0 1 0 0 0,0 0 0 0 0,0-1 0 0 0,-1 1 1 0 0,1 0-1 0 0,-1-1 0 0 0,1 1 0 0 0,-1-1 0 0 0,0 1 0 0 0,1-1 0 0 0,-1 1 0 0 0,-1 1 0 0 0,-1 1 0 0 0,1 1 0 0 0,-1 0 0 0 0,1 0 0 0 0,-1 0 0 0 0,0 0 0 0 0,0-1 0 0 0,-1 1 0 0 0,1-1 0 0 0,-6 5 0 0 0,0 0 11 0 0,-4 3-6 0 0,-1 0 0 0 0,-1-1 1 0 0,0 0-1 0 0,0-2 0 0 0,-1 1 0 0 0,-1-2 0 0 0,1 0 0 0 0,-29 8 0 0 0,21-8-27 0 0,-1-1-1 0 0,0-1 1 0 0,0-2-1 0 0,-1 0 1 0 0,1-2-1 0 0,-1 0 1 0 0,-28-3 0 0 0,37 0-365 0 0,1-2 0 0 0,0 1 1 0 0,0-2-1 0 0,0 0 1 0 0,-18-8-1 0 0,24 8-356 0 0,0 0 0 0 0,1-2 0 0 0,-1 1 0 0 0,1-1-1 0 0,0 0 1 0 0,1-1 0 0 0,-1 0 0 0 0,-10-12 0 0 0,2-2-4236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1.1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220 97 5072 0 0,'-11'-14'1479'0'0,"8"11"-241"0"0,0 0-153 0 0,-15-10 927 0 0,11 14-1614 0 0,-19 3-73 0 0,15 2-52 0 0,-1 9-130 0 0,0 1 0 0 0,2 0 0 0 0,-1 0 0 0 0,2 1 0 0 0,0 1 0 0 0,1-1 0 0 0,1 2 0 0 0,-7 25 0 0 0,-2 18 47 0 0,-9 74 0 0 0,21-98-56 0 0,4-32-89 0 0,-1 1-18 0 0,-1 18 20 0 0,1-19 224 0 0,1-1-220 0 0,2 14-7 0 0,-2-14 14 0 0,1-6-55 0 0,0 0 0 0 0,0 0 0 0 0,0 0 0 0 0,0 0-1 0 0,0 0 1 0 0,0 0 0 0 0,0 0 0 0 0,0 0 0 0 0,0 0 0 0 0,0 0 0 0 0,0 0 0 0 0,-1-1 0 0 0,1 1 0 0 0,-1 0 0 0 0,1-1-1 0 0,0-1 1 0 0,5-15 14 0 0,17-58 162 0 0,-4 0 0 0 0,15-128 0 0 0,-13 67 937 0 0,-20 132-1006 0 0,6-16 134 0 0,-5 17-86 0 0,2 6-91 0 0,3 2-13 0 0,-1 0 1 0 0,0 0-1 0 0,0 1 1 0 0,-1 0-1 0 0,1 0 1 0 0,-1 1-1 0 0,0-1 1 0 0,0 1 0 0 0,-1 0-1 0 0,0 0 1 0 0,4 8-1 0 0,44 89 14 0 0,-33-64 226 0 0,91 200-1448 0 0,-105-228 402 0 0,-1 1 0 0 0,0 0 1 0 0,5 22-1 0 0,-9-33 716 0 0,1 4-1015 0 0,-1 1-253 0 0,0 16-347 0 0,0-16-64 0 0,-2-2-1077 0 0,-8 17-1998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1.4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13 315 3572 0 0,'0'0'2879'0'0,"-2"-3"-1910"0"0,-8-15 442 0 0,14 15-903 0 0,8-5-325 0 0,1 1 1 0 0,-1 1 0 0 0,1 0-1 0 0,0 0 1 0 0,1 2-1 0 0,22-6 1 0 0,100-15-52 0 0,-71 15-284 0 0,-46 6 36 0 0,155-27-1675 0 0,203-64 0 0 0,-294 62 1980 0 0,-57 21 157 0 0,-22 10-208 0 0,-4 2-167 0 0,1 0-1 0 0,-1 0 0 0 0,1 0 0 0 0,-1 0 0 0 0,0 0 0 0 0,1 0 1 0 0,-1 0-1 0 0,1 0 0 0 0,-1 0 0 0 0,1 0 0 0 0,-1 0 1 0 0,0 0-1 0 0,1 0 0 0 0,-1-1 0 0 0,1 1 0 0 0,-1 0 1 0 0,0 0-1 0 0,1 0 0 0 0,-1-1 0 0 0,0 1 0 0 0,1 0 0 0 0,-1-1 1 0 0,0 1-1 0 0,1 0 0 0 0,-1-1 0 0 0,0 1 0 0 0,0 0 1 0 0,1-1-1 0 0,-1 1 0 0 0,0-1 0 0 0,0 1 0 0 0,0 0 1 0 0,1-1-1 0 0,-1 1 0 0 0,0-1 0 0 0,0 1 0 0 0,0 0 0 0 0,0-1 1 0 0,0 1-1 0 0,0-1 0 0 0,0 1 0 0 0,0-1 0 0 0,0 1 1 0 0,0-1-1 0 0,0 1 0 0 0,0 0 0 0 0,0-1 0 0 0,-1 1 0 0 0,1-1 1 0 0,0 0-1 0 0,-8-15-2550 0 0,7 15 2561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1.9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59 3876 0 0,'0'0'8008'0'0,"1"4"-7704"0"0,5 16-2 0 0,0-2 0 0 0,2 1-1 0 0,0-1 1 0 0,1 0 0 0 0,15 22 0 0 0,-13-21-172 0 0,-9-15-64 0 0,11 18 246 0 0,-10-18 238 0 0,-1 0-238 0 0,-1-3-177 0 0,9 14 951 0 0,-6-16-914 0 0,14-4-8 0 0,-14 3-28 0 0,4-8-86 0 0,-1 0-1 0 0,0 0 0 0 0,-1-1 0 0 0,0 0 1 0 0,-1-1-1 0 0,0 1 0 0 0,0-1 1 0 0,-1 0-1 0 0,3-18 0 0 0,0 3-107 0 0,5-9-461 0 0,2-6-626 0 0,-12 30-3237 0 0,-1 1-3530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2.5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240 58 2792 0 0,'3'-3'1448'0'0,"10"-14"3171"0"0,-14 12-4025 0 0,-2-15-79 0 0,2 15-65 0 0,-18-1 298 0 0,15 4-458 0 0,-2 2-18 0 0,-3 0-205 0 0,1 0 0 0 0,-1 1 0 0 0,0 0 0 0 0,1 0 0 0 0,-1 1 0 0 0,1 0 0 0 0,0 0-1 0 0,0 1 1 0 0,-1 0 0 0 0,2 1 0 0 0,-1 0 0 0 0,0 0 0 0 0,1 0 0 0 0,0 1 0 0 0,0 0-1 0 0,0 1 1 0 0,1 0 0 0 0,-1 0 0 0 0,-6 8 0 0 0,-38 60-8 0 0,49-69-49 0 0,1 0-3 0 0,-4 16 2 0 0,4-16 3 0 0,2 0-26 0 0,4 13-6 0 0,-4-14-6 0 0,0-4 24 0 0,-1 0-1 0 0,1 0 0 0 0,-1 0 1 0 0,0 0-1 0 0,1 0 1 0 0,-1 0-1 0 0,0 0 0 0 0,1 1 1 0 0,-1-1-1 0 0,0 0 1 0 0,1 0-1 0 0,-1 0 0 0 0,0 0 1 0 0,1 0-1 0 0,-1 1 1 0 0,0-1-1 0 0,0 0 1 0 0,1 0-1 0 0,-1 1 0 0 0,0-1 1 0 0,0 0-1 0 0,1 0 1 0 0,-1 1-1 0 0,0-1 0 0 0,0 0 1 0 0,0 1-1 0 0,1-1 1 0 0,-1 0-1 0 0,0 1 0 0 0,0-1 1 0 0,0 0-1 0 0,0 1 1 0 0,0 0-5 0 0,1 0 0 0 0,-1-1 0 0 0,0 1 0 0 0,1 0-1 0 0,-1-1 1 0 0,0 1 0 0 0,1-1 0 0 0,-1 1 0 0 0,1 0 0 0 0,-1-1 0 0 0,1 1 0 0 0,-1-1 0 0 0,1 1 0 0 0,-1-1 0 0 0,1 0 0 0 0,0 1 0 0 0,-1-1 0 0 0,1 1 0 0 0,0-1 0 0 0,-1 0 0 0 0,1 0 0 0 0,0 1 0 0 0,-1-1 0 0 0,1 0 0 0 0,0 0 0 0 0,1 0 0 0 0,18 4-38 0 0,-15-4 12 0 0,1 0 6 0 0,6-2 61 0 0,0-1-1 0 0,-1 0 0 0 0,1 0 1 0 0,-1-1-1 0 0,21-10 0 0 0,-15 2 302 0 0,0-1 1 0 0,0-1-1 0 0,20-23 0 0 0,-34 34-104 0 0,0 0-21 0 0,9-11-39 0 0,-9 11 78 0 0,-3 2-230 0 0,1 1 0 0 0,-1-1 1 0 0,1 0-1 0 0,-1 0 1 0 0,1 1-1 0 0,0-1 0 0 0,-1 1 1 0 0,1-1-1 0 0,0 0 0 0 0,-1 1 1 0 0,1-1-1 0 0,0 1 0 0 0,0 0 1 0 0,0-1-1 0 0,0 1 1 0 0,-1 0-1 0 0,1-1 0 0 0,0 1 1 0 0,0 0-1 0 0,0 0 0 0 0,1 0 1 0 0,4 14 44 0 0,-1 0 1 0 0,4 23-1 0 0,46 252-95 0 0,-41-193-176 0 0,2 108 0 0 0,-16-179 98 0 0,0 0 0 0 0,-2-1-1 0 0,-9 46 1 0 0,9-60 90 0 0,-1-1-1 0 0,0 0 1 0 0,0 0-1 0 0,-1 0 1 0 0,0 0 0 0 0,0-1-1 0 0,-1 1 1 0 0,0-1 0 0 0,-1 0-1 0 0,0-1 1 0 0,0 1-1 0 0,-10 9 1 0 0,7-12-12 0 0,-20 10-39 0 0,24-14 67 0 0,0 0 0 0 0,0 0-1 0 0,0 0 1 0 0,0-1 0 0 0,0 0 0 0 0,0 0 0 0 0,1 0 0 0 0,-1 0 0 0 0,0-1 0 0 0,-9-2 0 0 0,13 3 7 0 0,-1 0-2 0 0,-1-1 0 0 0,1 1 0 0 0,-1-1 1 0 0,1 0-1 0 0,-1 0 0 0 0,1 0 0 0 0,0 0 0 0 0,-1 0 1 0 0,1-1-1 0 0,0 1 0 0 0,0-1 0 0 0,0 1 1 0 0,-3-4-1 0 0,-2-1 2 0 0,1 1-8 0 0,0 0 1 0 0,1-1-1 0 0,-1 0 0 0 0,1 0 0 0 0,0 0 1 0 0,1-1-1 0 0,-1 1 0 0 0,1-1 1 0 0,1 0-1 0 0,-1-1 0 0 0,1 1 0 0 0,0 0 1 0 0,1-1-1 0 0,0 0 0 0 0,0 0 1 0 0,1 1-1 0 0,-1-14 0 0 0,1-2-134 0 0,1 1-1 0 0,0 0 1 0 0,2 0 0 0 0,9-43-1 0 0,-6 44-64 0 0,2 1-1 0 0,0-1 1 0 0,0 1-1 0 0,2 0 1 0 0,1 1-1 0 0,0 0 1 0 0,1 1-1 0 0,15-19 1 0 0,-4 11-1229 0 0,0 1 0 0 0,2 1 0 0 0,0 1 0 0 0,40-29 0 0 0,-35 30-3292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2.9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49 3288 0 0,'-23'-49'10679'0'0,"22"54"-10318"0"0,1 7-208 0 0,-1 0 0 0 0,2 0-1 0 0,-1 0 1 0 0,2 0 0 0 0,2 14 0 0 0,20 69 143 0 0,-12-51-149 0 0,53 197-521 0 0,-20-88-4744 0 0,-37-136 2926 0 0,-5-6-1327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3.3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1 163 2908 0 0,'2'-12'487'0'0,"0"0"0"0"0,0 0-1 0 0,1 1 1 0 0,1-1 0 0 0,0 1 0 0 0,8-15-1 0 0,-9 21-381 0 0,0 0-1 0 0,1 0 1 0 0,0 0-1 0 0,0 0 1 0 0,1 1-1 0 0,-1-1 1 0 0,1 1-1 0 0,0 1 1 0 0,0-1-1 0 0,1 0 0 0 0,-1 1 1 0 0,7-3-1 0 0,-7 4-3 0 0,0 1 0 0 0,0-1-1 0 0,0 1 1 0 0,0 0 0 0 0,0 0-1 0 0,1 1 1 0 0,-1-1 0 0 0,0 1-1 0 0,0 0 1 0 0,1 1 0 0 0,6 0-1 0 0,-7 0-71 0 0,2 0 37 0 0,1 0-1 0 0,0 0 1 0 0,0 1 0 0 0,-1 0-1 0 0,1 1 1 0 0,-1-1 0 0 0,0 2-1 0 0,10 4 1 0 0,-11-5-50 0 0,6 2 46 0 0,-10-4-55 0 0,0 0 0 0 0,0 0-1 0 0,0 0 1 0 0,0 0 0 0 0,0 0 0 0 0,0 1 0 0 0,0-1-1 0 0,0 0 1 0 0,-1 1 0 0 0,1-1 0 0 0,0 1-1 0 0,-1 0 1 0 0,1 0 0 0 0,-1-1 0 0 0,2 5 0 0 0,25 43 31 0 0,-26-44-6 0 0,-2 2-16 0 0,0-3-24 0 0,1 1 9 0 0,-1-1 0 0 0,-1 1 0 0 0,1-1 0 0 0,0 1 1 0 0,-1-1-1 0 0,0 0 0 0 0,0 1 0 0 0,0-1 0 0 0,-1 0 1 0 0,1 0-1 0 0,-1 0 0 0 0,0 0 0 0 0,-5 7 0 0 0,-37 34 191 0 0,31-35-24 0 0,-1-1-85 0 0,-1-2 84 0 0,-33 12 329 0 0,44-17-340 0 0,0-1 24 0 0,1-1-93 0 0,2 0-30 0 0,0 0 0 0 0,-1 0-1 0 0,1 0 1 0 0,-1 0 0 0 0,1 1 0 0 0,0-1 0 0 0,-1 0 0 0 0,1 1-1 0 0,-1-1 1 0 0,1 1 0 0 0,0-1 0 0 0,-3 2 0 0 0,8 7-14 0 0,-4-8-39 0 0,1 0 0 0 0,-1 0-1 0 0,0-1 1 0 0,0 1 0 0 0,0 0 0 0 0,1-1-1 0 0,-1 1 1 0 0,0-1 0 0 0,0 1 0 0 0,1 0-1 0 0,-1-1 1 0 0,1 1 0 0 0,-1-1 0 0 0,0 1-1 0 0,1-1 1 0 0,-1 1 0 0 0,1-1 0 0 0,0 1-1 0 0,-1-1 1 0 0,1 1 0 0 0,-1-1 0 0 0,1 0-1 0 0,-1 1 1 0 0,1-1 0 0 0,0 0 0 0 0,0 1-1 0 0,174 117 308 0 0,-110-71-2185 0 0,72 39 0 0 0,-133-84 829 0 0,1-1-2637 0 0,18 5-308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3.7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1 102 3316 0 0,'1'-5'237'0'0,"-1"-1"-1"0"0,1 1 0 0 0,1 0 1 0 0,-1 0-1 0 0,1 0 1 0 0,0 0-1 0 0,0 1 0 0 0,1-1 1 0 0,-1 0-1 0 0,1 1 1 0 0,0 0-1 0 0,0 0 0 0 0,0-1 1 0 0,1 2-1 0 0,-1-1 1 0 0,1 0-1 0 0,5-3 0 0 0,-4 5-146 0 0,1-1 0 0 0,1 1-1 0 0,-1 0 1 0 0,0 0 0 0 0,0 0-1 0 0,1 1 1 0 0,-1 0-1 0 0,1 0 1 0 0,-1 1 0 0 0,0 0-1 0 0,1 0 1 0 0,-1 1 0 0 0,1-1-1 0 0,-1 1 1 0 0,1 1 0 0 0,-1-1-1 0 0,0 1 1 0 0,0 0-1 0 0,0 0 1 0 0,0 1 0 0 0,0 0-1 0 0,0 0 1 0 0,-1 1 0 0 0,1-1-1 0 0,-1 1 1 0 0,10 9 0 0 0,-10-8-67 0 0,1 1 1 0 0,-1 0 0 0 0,1 0-1 0 0,-2 0 1 0 0,1 1 0 0 0,-1 0 0 0 0,0 0-1 0 0,0 0 1 0 0,-1 0 0 0 0,0 1-1 0 0,0-1 1 0 0,2 12 0 0 0,-2-6 67 0 0,-2-1-1 0 0,0 0 1 0 0,0 1 0 0 0,-1 0-1 0 0,0-1 1 0 0,-2 0 0 0 0,-3 21 0 0 0,2-15 88 0 0,2-14-34 0 0,0 1-16 0 0,-4 15 18 0 0,4-15 750 0 0,1 0-737 0 0,3 14-29 0 0,-3-14 29 0 0,8-6-121 0 0,0 1-43 0 0,-4 1-19 0 0,-1-1 1 0 0,1 0 0 0 0,-1-1-1 0 0,1 1 1 0 0,0-1 0 0 0,-1 1-1 0 0,1-1 1 0 0,5-2 0 0 0,247-57-2457 0 0,-77 31-3490 0 0,-142 25 1649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3.9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1 4164 0 0,'0'0'3117'0'0,"-13"20"-949"0"0,38-3-1668 0 0,16-12-520 0 0,-4-5-720 0 0,1-2-1476 0 0,-8 0-4717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4.1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59 25 2640 0 0,'-37'31'4037'0'0,"35"-28"-3088"0"0,-2 0-104 0 0,-8 6-334 0 0,8-3 2301 0 0,11 17-2182 0 0,-1-23-474 0 0,56-5-71 0 0,-10-5-1460 0 0,65-22 1 0 0,-13-6-3901 0 0,-66 23 674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4.8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210 77 2592 0 0,'1'-6'1630'0'0,"-3"-49"2891"0"0,1 50-3622 0 0,-3 3-540 0 0,-14-4 50 0 0,14 4-17 0 0,-2 4 12 0 0,-44 27 784 0 0,41-21-991 0 0,0 0-1 0 0,0 1 0 0 0,1 0 1 0 0,0 0-1 0 0,0 1 0 0 0,1 0 1 0 0,1 0-1 0 0,-8 15 0 0 0,4-3-34 0 0,0 1-1 0 0,-9 36 0 0 0,14-41-109 0 0,4-16-47 0 0,0 0-1 0 0,1 0 1 0 0,0 0-1 0 0,-1 0 1 0 0,1 0-1 0 0,0 0 1 0 0,0 0-1 0 0,0 0 1 0 0,0 0-1 0 0,0 0 0 0 0,1 0 1 0 0,0 3-1 0 0,-1-4-1 0 0,0 7 7 0 0,1 0-1 0 0,0 0 1 0 0,1 0 0 0 0,0 0 0 0 0,0 0-1 0 0,5 11 1 0 0,-5-16-13 0 0,0 0 0 0 0,0 0 0 0 0,1 0 0 0 0,-1 0 0 0 0,1 0-1 0 0,-1-1 1 0 0,1 1 0 0 0,0-1 0 0 0,0 1 0 0 0,0-1 0 0 0,0 0 0 0 0,0-1 0 0 0,0 1 0 0 0,1 0 0 0 0,-1-1-1 0 0,1 0 1 0 0,-1 0 0 0 0,1 0 0 0 0,5 1 0 0 0,51 2-18 0 0,-49-5 56 0 0,0-1 0 0 0,-1 0 0 0 0,1-1 0 0 0,0 0 0 0 0,-1-1 0 0 0,1 0 0 0 0,-1 0 0 0 0,0-1 1 0 0,-1-1-1 0 0,14-9 0 0 0,-18 12 26 0 0,0 0 1 0 0,-1-1-1 0 0,1 0 1 0 0,-1 0-1 0 0,0 0 0 0 0,0 0 1 0 0,0-1-1 0 0,0 1 1 0 0,-1-1-1 0 0,4-7 1 0 0,-2 6-20 0 0,-4 4-27 0 0,1 0-1 0 0,-1 0 0 0 0,1 0 0 0 0,-1 0 0 0 0,0-1 0 0 0,0 1 1 0 0,0 0-1 0 0,0-1 0 0 0,0 1 0 0 0,-1-1 0 0 0,1-2 0 0 0,2-4 23 0 0,0 0 0 0 0,-1 0 0 0 0,0 0 0 0 0,0 0 0 0 0,-1 0 0 0 0,-1-1 0 0 0,1 1 0 0 0,-1-1 0 0 0,-1 1 0 0 0,0 0 1 0 0,0 0-1 0 0,-1-1 0 0 0,0 1 0 0 0,-1 0 0 0 0,-4-10 0 0 0,6 17-53 0 0,0 0 1 0 0,-1 0 0 0 0,1 0 0 0 0,-1 1 0 0 0,1-1 0 0 0,-1 1 0 0 0,0-1-1 0 0,0 1 1 0 0,1 0 0 0 0,-1-1 0 0 0,0 1 0 0 0,0 0 0 0 0,0 0 0 0 0,0 1-1 0 0,0-1 1 0 0,-1 0 0 0 0,1 1 0 0 0,0-1 0 0 0,-4 0 0 0 0,4 1-11 0 0,-4-1-52 0 0,1 1 0 0 0,-1 0 0 0 0,1 0 1 0 0,-1 0-1 0 0,1 1 0 0 0,-1 0 0 0 0,1 0 0 0 0,-1 0 0 0 0,1 1 1 0 0,0 0-1 0 0,-6 2 0 0 0,4-1 17 0 0,-4 1-506 0 0,-1 1 0 0 0,1 0 0 0 0,0 1-1 0 0,0 0 1 0 0,0 1 0 0 0,1 0 0 0 0,0 1 0 0 0,1 0 0 0 0,-1 0 0 0 0,-12 16-1 0 0,19-21-1027 0 0,2 2-1135 0 0,-1 17-1952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5.2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 69 3284 0 0,'0'0'1788'0'0,"2"-3"-289"0"0,12-12 2893 0 0,-16 12-3973 0 0,0 1-342 0 0,1 0-1 0 0,-1 1 0 0 0,0-1 0 0 0,0 1 1 0 0,1 0-1 0 0,-1 0 0 0 0,0-1 1 0 0,0 1-1 0 0,0 0 0 0 0,0 0 0 0 0,0 1 1 0 0,0-1-1 0 0,-1 0 0 0 0,1 1 0 0 0,0-1 1 0 0,0 1-1 0 0,-4 0 0 0 0,1-1 97 0 0,0 3-48 0 0,-13 3-15 0 0,14-4 157 0 0,1 2-197 0 0,2-3-43 0 0,0 2-7 0 0,0-1 1 0 0,0 0-1 0 0,0 0 1 0 0,0 0-1 0 0,0 0 1 0 0,0 0 0 0 0,0 0-1 0 0,0-1 1 0 0,0 1-1 0 0,-1 0 1 0 0,1-1-1 0 0,-2 1 1 0 0,4-1-20 0 0,-1 1 0 0 0,0-1 0 0 0,0 0 0 0 0,1 0 0 0 0,-1 0-1 0 0,0 0 1 0 0,1 0 0 0 0,-1 0 0 0 0,0 0 0 0 0,0 0 0 0 0,1 0 0 0 0,-1 0 0 0 0,0 1 0 0 0,0-1 0 0 0,1 0 0 0 0,-1 0-1 0 0,0 0 1 0 0,0 1 0 0 0,1-1 0 0 0,-1 0 0 0 0,0 0 0 0 0,0 1 0 0 0,0-1 0 0 0,0 0 0 0 0,1 0 0 0 0,-1 1 0 0 0,0-1 0 0 0,0 0-1 0 0,0 0 1 0 0,0 1 0 0 0,0-1 0 0 0,0 1 0 0 0,0-1-1 0 0,0 1 0 0 0,1-1 1 0 0,-1 1-1 0 0,0-1 0 0 0,0 0 0 0 0,0 1 0 0 0,1-1 0 0 0,-1 1 0 0 0,0-1 1 0 0,1 1-1 0 0,-1-1 0 0 0,0 0 0 0 0,1 1 0 0 0,-1-1 0 0 0,0 0 1 0 0,1 1-1 0 0,-1-1 0 0 0,1 0 0 0 0,-1 0 0 0 0,0 1 0 0 0,1-1 0 0 0,-1 0 1 0 0,1 0-1 0 0,-1 0 0 0 0,1 0 0 0 0,-1 0 0 0 0,1 1 0 0 0,-1-1 1 0 0,1 0-1 0 0,-1 0 0 0 0,1 0 0 0 0,-1 0 0 0 0,1 0 0 0 0,-1-1 0 0 0,1 1 1 0 0,-1 0-1 0 0,1 0 0 0 0,24-2 624 0 0,1-1 0 0 0,-1-2 0 0 0,45-13-1 0 0,-65 16 658 0 0,-17-16-1298 0 0,10 15-120 0 0,0 2-213 0 0,0 1 274 0 0,1-1 1 0 0,-1 1-1 0 0,0-1 1 0 0,1 1-1 0 0,-1 0 1 0 0,0-1-1 0 0,1 1 0 0 0,-1 0 1 0 0,0 0-1 0 0,-3 1 1 0 0,5-1-12 0 0,-5-1-582 0 0,34-10-14806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5.7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224 44 3884 0 0,'0'0'1727'0'0,"-1"-4"-286"0"0,-5-18 967 0 0,2 19-1448 0 0,-3 0-690 0 0,1 1-1 0 0,-1 0 0 0 0,0 0 0 0 0,1 0 1 0 0,-1 1-1 0 0,0 0 0 0 0,0 0 0 0 0,0 0 1 0 0,0 1-1 0 0,0 0 0 0 0,-9 2 0 0 0,4-1-78 0 0,0 1 1 0 0,0 1-1 0 0,0 0 0 0 0,0 1 0 0 0,-15 6 0 0 0,25-9-165 0 0,-1 1-1 0 0,1-1 1 0 0,0 0-1 0 0,0 1 1 0 0,0 0-1 0 0,0-1 1 0 0,0 1-1 0 0,0 0 1 0 0,0 0-1 0 0,1 0 1 0 0,-1 0-1 0 0,1 0 1 0 0,-1 0-1 0 0,1 1 1 0 0,0-1-1 0 0,0 0 1 0 0,-1 4-1 0 0,1-3-26 0 0,-1 1 59 0 0,3 3-25 0 0,1 20-65 0 0,2-15 80 0 0,5 2-35 0 0,1 0 1 0 0,0-1 0 0 0,1 0-1 0 0,1-1 1 0 0,0 0 0 0 0,18 14-1 0 0,93 59-266 0 0,-16-13 47 0 0,-106-71 209 0 0,0 0-1 0 0,0-1 0 0 0,0 1 0 0 0,0 0 1 0 0,-1 0-1 0 0,1 0 0 0 0,0 0 0 0 0,0-1 0 0 0,-1 1 1 0 0,1 0-1 0 0,0 0 0 0 0,-1 0 0 0 0,1 1 1 0 0,-1-1-1 0 0,1 1 0 0 0,1 2 10 0 0,0-1 25 0 0,-3 2 14 0 0,-1 14-4 0 0,1-15 24 0 0,-4 0 39 0 0,-4 2-4 0 0,-1 0 1 0 0,0-1-1 0 0,0 0 1 0 0,0-1-1 0 0,-1 0 1 0 0,1-1-1 0 0,-15 3 1 0 0,4-3 89 0 0,0-1 1 0 0,0-2-1 0 0,0 0 0 0 0,-24-3 1 0 0,39 2-88 0 0,1-1-20 0 0,1-1-65 0 0,2 2-14 0 0,1 1 0 0 0,-1-1 0 0 0,0 0 0 0 0,1 0 0 0 0,-1 1 0 0 0,0-1 0 0 0,1 0 0 0 0,-1 1 0 0 0,0 0 0 0 0,0-1 0 0 0,-2 1 0 0 0,-9-18 67 0 0,10 14-51 0 0,4 1-35 0 0,0-1 1 0 0,0 0-1 0 0,0 0 1 0 0,0 0-1 0 0,0 0 1 0 0,1 1-1 0 0,-1-1 1 0 0,1 1 0 0 0,0-1-1 0 0,0 1 1 0 0,0 0-1 0 0,4-4 1 0 0,34-36-352 0 0,44-31-1205 0 0,4-3-2638 0 0,-37 24-2913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5.9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17 4276 0 0,'0'0'3097'0'0,"3"-3"-1752"0"0,10-11 6547 0 0,-10 20-7554 0 0,86 269 247 0 0,-87-269-672 0 0,41 181-4150 0 0,-29-59-2466 0 0,-12-68 237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6.7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21 4584 0 0,'-2'-4'1778'0'0,"1"4"-1442"0"0,0-1-160 0 0,0 0 0 0 0,0 0-1 0 0,0 0 1 0 0,0 0-1 0 0,0 0 1 0 0,1 0 0 0 0,-1 0-1 0 0,0 0 1 0 0,0-1 0 0 0,-1-3 4238 0 0,3 14-3910 0 0,19 168 767 0 0,2 20-730 0 0,-17-88-385 0 0,7 67-2610 0 0,-12-175 2320 0 0,0 1 1 0 0,0-1-1 0 0,0 1 0 0 0,0-1 1 0 0,1 1-1 0 0,-1-1 0 0 0,0 1 1 0 0,1-1-1 0 0,-1 1 0 0 0,1-1 1 0 0,0 1-1 0 0,0-1 0 0 0,1 2 0 0 0,2 10-2546 0 0,0-10-363 0 0,14 11-2209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7.2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296 29 2988 0 0,'-1'-5'1425'0'0,"-1"-14"-223"0"0,1 14 1026 0 0,-4 8-1750 0 0,-4 4-303 0 0,1-1 0 0 0,0 1 0 0 0,0 1 0 0 0,0 0 0 0 0,1 0-1 0 0,-12 16 1 0 0,-40 70 228 0 0,13-19-63 0 0,-50 59 545 0 0,94-131-628 0 0,-12 11 133 0 0,12-11 347 0 0,12-23-599 0 0,-6 16-93 0 0,30-25 78 0 0,-31 27-73 0 0,2 0-1 0 0,15-6 9 0 0,-15 6 33 0 0,1 3 22 0 0,8 2-47 0 0,0 0-1 0 0,0 2 1 0 0,0-1-1 0 0,-1 2 1 0 0,1 0 0 0 0,19 13-1 0 0,19 8 10 0 0,-40-21-78 0 0,-2-1-45 0 0,1-1-1 0 0,-1 1 1 0 0,17 3 0 0 0,-12-4-561 0 0,0-1 1 0 0,0-1-1 0 0,1 0 0 0 0,-1 0 1 0 0,1-2-1 0 0,17-1 1 0 0,-24 0 125 0 0,28-6-1937 0 0,-9-2 67 0 0,-21 7-1653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7.3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45 4252 0 0,'0'0'5042'0'0,"1"-4"-4553"0"0,5-13-111 0 0,0 12-100 0 0,61-8-148 0 0,0 7-1791 0 0,-16 7-3198 0 0,-27 1 850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7.8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76 291 2560 0 0,'-63'57'6017'0'0,"60"-54"-5267"0"0,1 0-98 0 0,1-3-611 0 0,1 1 1 0 0,-1-1-1 0 0,1 0 1 0 0,-1 1-1 0 0,1-1 1 0 0,-1 1-1 0 0,1-1 1 0 0,-1 1-1 0 0,1-1 1 0 0,0 1-1 0 0,-1 0 0 0 0,1-1 1 0 0,0 1-1 0 0,0-1 1 0 0,0 1-1 0 0,-1 0 1 0 0,1-1-1 0 0,0 1 1 0 0,0 0-1 0 0,0-1 1 0 0,0 1-1 0 0,0 0 1 0 0,0-1-1 0 0,0 1 0 0 0,0 0 1 0 0,0-1-1 0 0,0 1 1 0 0,1-1-1 0 0,-1 1 1 0 0,0 0-1 0 0,0-1 1 0 0,1 1-1 0 0,-1-1 1 0 0,0 1-1 0 0,0 0 1 0 0,1-1-1 0 0,-1 1 0 0 0,1-1 1 0 0,-1 1-1 0 0,1-1 1 0 0,-1 0-1 0 0,1 1 1 0 0,-1-1-1 0 0,1 1 1 0 0,-1-1-1 0 0,1 0 1 0 0,1 1-1 0 0,6 1 82 0 0,28-5-571 0 0,0-3-1 0 0,0 0 0 0 0,-1-3 1 0 0,61-22-1 0 0,-31 5-1119 0 0,98-56 0 0 0,-134 65 1270 0 0,-1-2 0 0 0,-1-2 0 0 0,45-41 1 0 0,-43 32 1420 0 0,30-39 3659 0 0,-62 69-4719 0 0,0 0 0 0 0,1 0-1 0 0,-1 0 1 0 0,0 1 0 0 0,1-1-1 0 0,-1 1 1 0 0,1 0 0 0 0,-1 0 0 0 0,0 0-1 0 0,1 0 1 0 0,-3 1 0 0 0,1 3 151 0 0,-13 17 320 0 0,-24 40 0 0 0,39-57-275 0 0,3 1-111 0 0,-1-3-138 0 0,0 0 24 0 0,0 1 0 0 0,1-1 0 0 0,-1 0 1 0 0,1 0-1 0 0,-1 0 0 0 0,1 0 0 0 0,0 0 0 0 0,0 0 1 0 0,0 0-1 0 0,1 0 0 0 0,-1 0 0 0 0,1 0 0 0 0,0 0 1 0 0,-1-1-1 0 0,4 4 0 0 0,43 32 253 0 0,-2-10 1 0 0,-33-21-278 0 0,9 5 23 0 0,0 1 0 0 0,-1 0-1 0 0,29 26 1 0 0,-45-32 148 0 0,2 10-131 0 0,-5-8-44 0 0,-8 23 115 0 0,2-26-59 0 0,0-3-21 0 0,1 2-79 0 0,-1-1 0 0 0,1 0 0 0 0,-1 0 0 0 0,0 0 0 0 0,0 0 0 0 0,0-1 0 0 0,-1 0 0 0 0,1 0 0 0 0,-9 4 0 0 0,9-4-12 0 0,-3 1-267 0 0,-1 0 0 0 0,1 0 0 0 0,-1 0 1 0 0,0-1-1 0 0,0 0 0 0 0,-16 3 0 0 0,18-4 142 0 0,-14 4-1258 0 0,18-5 1227 0 0,0 0-1 0 0,0-1 1 0 0,-1 1-1 0 0,1-1 1 0 0,0 0-1 0 0,0 0 1 0 0,-1 1-1 0 0,1-1 1 0 0,0-1-1 0 0,0 1 1 0 0,-1 0-1 0 0,-2-1 1 0 0,-17-1-2970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8.0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0 185 3112 0 0,'5'-4'1559'0'0,"46"-33"1891"0"0,-20 16-1864 0 0,57-27-1 0 0,-54 34-2397 0 0,50-16 0 0 0,-39 16-1718 0 0,-27 8-288 0 0,16-5-1462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9.3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196 98 4120 0 0,'-6'-21'2346'0'0,"0"0"-1"0"0,-9-22 0 0 0,10 46-2031 0 0,-15 5-42 0 0,11 1-42 0 0,-8 19-54 0 0,2 0-1 0 0,1 2 1 0 0,2 0-1 0 0,1 1 1 0 0,-13 50-1 0 0,9-6-31 0 0,-10 96 1 0 0,25-165-112 0 0,-1 1 52 0 0,0 18-17 0 0,1-18 116 0 0,1-2-126 0 0,1 15-17 0 0,-1-15 32 0 0,1-8-59 0 0,4-4-22 0 0,-1-1 0 0 0,0 0 0 0 0,0 0 0 0 0,-1 0 0 0 0,0-1 0 0 0,-1 1 0 0 0,1-1 0 0 0,2-13 0 0 0,17-86 56 0 0,-19 86 13 0 0,53-335 1675 0 0,-56 352-1160 0 0,4 8-497 0 0,14 7 4 0 0,-18-10-79 0 0,-1 0 0 0 0,1 0 0 0 0,-1 1 0 0 0,0-1 0 0 0,1 0-1 0 0,-1 0 1 0 0,1 1 0 0 0,-1-1 0 0 0,0 1 0 0 0,1-1 0 0 0,-1 0 0 0 0,1 1 0 0 0,-1-1 0 0 0,0 1 0 0 0,0-1 0 0 0,1 1 0 0 0,-1-1 0 0 0,0 1 0 0 0,0-1 0 0 0,0 1 0 0 0,1-1 0 0 0,-1 2 0 0 0,178 522-72 0 0,-170-490-1307 0 0,6 52-1 0 0,-9-5-7371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9.5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77 157 3444 0 0,'-50'-26'4431'0'0,"46"24"-3314"0"0,0-1-200 0 0,-11-8-207 0 0,11 8 951 0 0,6-2-1473 0 0,7-16-90 0 0,-9 20-100 0 0,0 1 0 0 0,0 0 0 0 0,0-1 0 0 0,0 1 0 0 0,0 0 0 0 0,0-1 0 0 0,0 1 0 0 0,1 0 0 0 0,-1-1 0 0 0,0 1 0 0 0,0 0 0 0 0,0-1 0 0 0,1 1 0 0 0,-1 0 0 0 0,0 0 0 0 0,0 0 0 0 0,1-1 0 0 0,-1 1 0 0 0,0 0 0 0 0,1 0 0 0 0,-1 0 0 0 0,0-1 0 0 0,1 1 0 0 0,-1 0 0 0 0,0 0 0 0 0,1 0 0 0 0,-1 0 0 0 0,0 0 0 0 0,1 0 0 0 0,-1 0 0 0 0,58-14-574 0 0,61-7 0 0 0,62-13-7308 0 0,-143 24 4456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09.8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2660 0 0,'0'0'5484'0'0,"2"4"-5216"0"0,8 17 106 0 0,-1 1 0 0 0,-2 0 1 0 0,10 44-1 0 0,2 5 411 0 0,-5-26-315 0 0,-12-41-314 0 0,-1 0 78 0 0,19 37 3203 0 0,-16-43-3191 0 0,11-5-30 0 0,-11 6 18 0 0,-4 0-218 0 0,0 0-1 0 0,0 0 1 0 0,0 0 0 0 0,0 1 0 0 0,1-1 0 0 0,-1 0-1 0 0,0 0 1 0 0,0 0 0 0 0,0 1 0 0 0,1-1 0 0 0,-1 0 0 0 0,0 0-1 0 0,1 1 1 0 0,-1-1 0 0 0,1 0 0 0 0,-1 1 0 0 0,1-1-1 0 0,-1 0 1 0 0,1 0 0 0 0,11-19 208 0 0,19-74 95 0 0,-16 43-199 0 0,-2 2-519 0 0,-11 45 25 0 0,-2 0-222 0 0,3-14-169 0 0,-3 14-88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0.4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199 36 3512 0 0,'15'-17'5576'0'0,"-20"10"-4628"0"0,5 6-912 0 0,0 1 0 0 0,0-1 0 0 0,0 1 0 0 0,0 0 0 0 0,0-1 0 0 0,0 1 0 0 0,0-1 0 0 0,0 1 0 0 0,0-1 0 0 0,0 1 0 0 0,0 0 0 0 0,-1-1 0 0 0,1 1 0 0 0,0-1 0 0 0,0 1 0 0 0,0 0 0 0 0,-1-1 0 0 0,1 1 0 0 0,0 0 0 0 0,-1-1 0 0 0,1 1 0 0 0,0 0 0 0 0,-1-1 0 0 0,1 1 0 0 0,0 0-1 0 0,-1 0 1 0 0,1-1 0 0 0,0 1 0 0 0,-1 0 0 0 0,1 0 0 0 0,-1 0 0 0 0,1 0 0 0 0,0 0 0 0 0,-1 0 0 0 0,1-1 0 0 0,-1 1 0 0 0,1 0 0 0 0,-1 0 0 0 0,1 0 0 0 0,-1 0 0 0 0,-8 3 95 0 0,0 0 0 0 0,0 1 0 0 0,1-1-1 0 0,-1 2 1 0 0,1-1 0 0 0,0 1 0 0 0,1 0 0 0 0,-1 1 0 0 0,1 0-1 0 0,0 0 1 0 0,0 0 0 0 0,-7 10 0 0 0,1-1-21 0 0,1 1-1 0 0,1 0 1 0 0,0 1 0 0 0,-14 31 0 0 0,15-20-12 0 0,7-6-45 0 0,1-9-54 0 0,2-1 1 0 0,0 1-1 0 0,0 0 0 0 0,3 19 1 0 0,-1-28-62 0 0,1 0 0 0 0,11 11-2 0 0,-10-11 2 0 0,1-2-14 0 0,15 3-44 0 0,-15-3 66 0 0,1-3-18 0 0,2 0 105 0 0,0-1 0 0 0,0 0 0 0 0,-1 0 0 0 0,1 0 0 0 0,-1-1 0 0 0,0-1 0 0 0,1 1 0 0 0,-1-1 0 0 0,-1 0 0 0 0,13-9 0 0 0,22-33 415 0 0,-26 25 52 0 0,17-33 0 0 0,-30 51-388 0 0,3-3 8 0 0,-5 6-113 0 0,0-1 1 0 0,0 1 0 0 0,0-1-1 0 0,1 1 1 0 0,-1-1 0 0 0,0 1 0 0 0,0 0-1 0 0,1-1 1 0 0,-1 1 0 0 0,0-1 0 0 0,0 1-1 0 0,1 0 1 0 0,-1-1 0 0 0,0 1 0 0 0,1 0-1 0 0,-1 0 1 0 0,1-1 0 0 0,-1 1 0 0 0,0 0-1 0 0,1 0 1 0 0,-1-1 0 0 0,1 1 0 0 0,-1 0-1 0 0,1 0 1 0 0,-1 0 0 0 0,1 0-1 0 0,-1 0 1 0 0,1 0 0 0 0,-1 0 0 0 0,1 0-1 0 0,7 12 20 0 0,0 0 0 0 0,-2 1 0 0 0,1 0 0 0 0,-2 1 0 0 0,8 22 0 0 0,0 2-33 0 0,81 227-783 0 0,-78-210 147 0 0,-2 1 0 0 0,11 108 1 0 0,-24-151 591 0 0,-1 0 1 0 0,0 0-1 0 0,-1 0 1 0 0,0 0 0 0 0,-1 0-1 0 0,0 0 1 0 0,-9 24-1 0 0,9-30 87 0 0,-1-1-1 0 0,0 1 0 0 0,-1-1 0 0 0,1 0 1 0 0,-1 0-1 0 0,0 0 0 0 0,-1-1 0 0 0,0 1 1 0 0,0-1-1 0 0,0 0 0 0 0,0 0 0 0 0,-1-1 1 0 0,1 1-1 0 0,-1-1 0 0 0,-8 4 0 0 0,11-7 19 0 0,0 1 1 0 0,0-1-1 0 0,0 0 0 0 0,0 0 0 0 0,0 0 0 0 0,0 0 0 0 0,0 0 0 0 0,-6 0 1 0 0,1 0 45 0 0,-1 1-2 0 0,0 0-1 0 0,0-1 1 0 0,0-1-1 0 0,0 1 1 0 0,0-2-1 0 0,0 1 1 0 0,0-1-1 0 0,0 0 0 0 0,0-1 1 0 0,0 0-1 0 0,0-1 1 0 0,-14-5-1 0 0,13 3-55 0 0,0 1 0 0 0,0-2 0 0 0,1 1 0 0 0,0-1 0 0 0,0-1 0 0 0,0 0 0 0 0,1 0 0 0 0,0 0 0 0 0,-9-12 0 0 0,12 13-44 0 0,2 0-1 0 0,-1 0 1 0 0,1-1-1 0 0,0 1 0 0 0,0-1 1 0 0,0 0-1 0 0,1 0 1 0 0,0 0-1 0 0,1 0 0 0 0,0 0 1 0 0,0 0-1 0 0,0-1 1 0 0,1 1-1 0 0,0 0 0 0 0,0 0 1 0 0,3-14-1 0 0,0 9-100 0 0,0 0 0 0 0,0 0 0 0 0,1 0 0 0 0,1 1 0 0 0,0-1 1 0 0,1 1-1 0 0,0 0 0 0 0,15-19 0 0 0,-1 5-355 0 0,1 0 1 0 0,29-24-1 0 0,14-5-1907 0 0,123-80-1 0 0,-92 70-1778 0 0,-52 35-184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0.8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 46 4168 0 0,'-2'-5'1805'0'0,"-2"-15"-315"0"0,2 15 891 0 0,-2-1-1214 0 0,4 6-1109 0 0,0-1-1 0 0,0 1 1 0 0,0-1-1 0 0,0 1 1 0 0,-1 0-1 0 0,1-1 1 0 0,0 1-1 0 0,0-1 1 0 0,0 1-1 0 0,-1-1 1 0 0,1 1-1 0 0,0 0 1 0 0,-1-1-1 0 0,1 1 1 0 0,0 0-1 0 0,-1-1 1 0 0,1 1-1 0 0,-1 0 1 0 0,1-1-1 0 0,0 1 1 0 0,-1 0-1 0 0,1 0 1 0 0,-1 0-1 0 0,1-1 1 0 0,-1 1-1 0 0,1 0 1 0 0,-1 0-1 0 0,1 0 1 0 0,-1 0-1 0 0,-3 7 38 0 0,0 1 0 0 0,0-1 0 0 0,1 1 0 0 0,0 0 0 0 0,1 0 0 0 0,0 0 0 0 0,0 1 0 0 0,1-1 0 0 0,0 1 0 0 0,0-1 0 0 0,1 9 0 0 0,5 102 200 0 0,4-36-465 0 0,28 123 0 0 0,-11-112-2593 0 0,5-5-3631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1.3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1 157 3804 0 0,'-1'-12'494'0'0,"1"-1"0"0"0,1 1 0 0 0,0-1 1 0 0,0 1-1 0 0,1-1 0 0 0,1 1 0 0 0,0 0 0 0 0,8-20 0 0 0,-9 28-230 0 0,2 1-49 0 0,11-12-38 0 0,-11 12-17 0 0,4 3-122 0 0,0 1 0 0 0,-1 1 0 0 0,1-1 0 0 0,-1 1-1 0 0,1 0 1 0 0,-1 1 0 0 0,0 0 0 0 0,0 0 0 0 0,0 1 0 0 0,-1-1 0 0 0,1 1 0 0 0,-1 1 0 0 0,0-1 0 0 0,0 1 0 0 0,8 8 0 0 0,0 2-9 0 0,0 1 1 0 0,-1 0 0 0 0,-1 1 0 0 0,15 25 0 0 0,-22-31-15 0 0,0 0 1 0 0,0 0 0 0 0,5 22-1 0 0,-9-29-13 0 0,-1 0 2 0 0,1 1 0 0 0,0-1-1 0 0,-1 1 1 0 0,0-1 0 0 0,0 1 0 0 0,0-1 0 0 0,-1 1-1 0 0,0-1 1 0 0,-1 7 0 0 0,1-4-1 0 0,-1-3-7 0 0,0 1-1 0 0,0 0 1 0 0,-1 0-1 0 0,1-1 1 0 0,-1 1-1 0 0,0-1 1 0 0,0 0-1 0 0,0 0 1 0 0,-1 0-1 0 0,0 0 1 0 0,1-1-1 0 0,-1 1 1 0 0,-1-1-1 0 0,1 0 1 0 0,0 0-1 0 0,-1-1 1 0 0,1 1-1 0 0,-8 2 1 0 0,8-3-12 0 0,-1-2-69 0 0,-46 0 539 0 0,47 0 192 0 0,10 2-615 0 0,5 3-7 0 0,0 1 0 0 0,-1 1 0 0 0,1 0 0 0 0,-1 0 0 0 0,0 1 1 0 0,13 14-1 0 0,-11-10-68 0 0,0-1 1 0 0,1 0 0 0 0,1-1 0 0 0,0-1-1 0 0,0 0 1 0 0,21 9 0 0 0,-28-14-64 0 0,27 8-839 0 0,28 0-4233 0 0,-57-11 712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1.7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89 3344 0 0,'0'-5'1301'0'0,"5"-44"1669"0"0,-4 45-2436 0 0,0 3-469 0 0,1 0 0 0 0,0 0-1 0 0,-1 0 1 0 0,1 0 0 0 0,-1 0 0 0 0,0 0 0 0 0,1 0 0 0 0,-1 0 0 0 0,0-1 0 0 0,0 1 0 0 0,1-2-1 0 0,2 0 229 0 0,2 1-26 0 0,-1 0-220 0 0,0 0-1 0 0,0 0 1 0 0,1 1 0 0 0,-1 0 0 0 0,1 0 0 0 0,-1 0-1 0 0,1 1 1 0 0,-1 0 0 0 0,1 0 0 0 0,0 0-1 0 0,-1 1 1 0 0,1 0 0 0 0,-1 0 0 0 0,0 0 0 0 0,1 1-1 0 0,-1 0 1 0 0,0 0 0 0 0,0 0 0 0 0,0 0-1 0 0,0 1 1 0 0,0 0 0 0 0,0 0 0 0 0,-1 0 0 0 0,8 8-1 0 0,-9-9-39 0 0,-1 1 0 0 0,0 0 0 0 0,0 0 0 0 0,0-1 0 0 0,0 2 0 0 0,0-1 0 0 0,-1 0-1 0 0,1 0 1 0 0,-1 0 0 0 0,0 1 0 0 0,0-1 0 0 0,0 0 0 0 0,-1 1 0 0 0,1-1 0 0 0,-1 1 0 0 0,1-1-1 0 0,-1 1 1 0 0,-1 5 0 0 0,-1 2 0 0 0,0 0 0 0 0,0-1 0 0 0,-1 1-1 0 0,-6 12 1 0 0,7-17-4 0 0,-5 11 101 0 0,-1 1-1 0 0,-13 22 0 0 0,18-37 37 0 0,3-1-106 0 0,0-1-1 0 0,-1 1 0 0 0,0-1 1 0 0,1 0-1 0 0,-1 1 0 0 0,0-1 0 0 0,0 0 1 0 0,0 1-1 0 0,0-1 0 0 0,0 0 1 0 0,0 0-1 0 0,-2 2 0 0 0,2-2 34 0 0,-2 3 1072 0 0,9-3-1047 0 0,15-1-236 0 0,-1 0 0 0 0,1-2 0 0 0,-1 0 1 0 0,1-1-1 0 0,35-11 0 0 0,20-2-851 0 0,106-13-5443 0 0,-142 24 1769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1.9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0 2948 0 0,'-4'3'776'0'0,"-11"13"5158"0"0,19-15-5452 0 0,10 1-307 0 0,0 0 0 0 0,1-1 0 0 0,-1 0-1 0 0,22-3 1 0 0,62-6-1582 0 0,-83 7 816 0 0,34-6-3689 0 0,-42 6-416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2.1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44 4420 0 0,'-3'3'1603'0'0,"-11"10"-232"0"0,11-10-134 0 0,0 0-71 0 0,-10 6-481 0 0,10-3 2306 0 0,7-3-2611 0 0,11 9-95 0 0,-6-9-122 0 0,36-5-387 0 0,0-1 0 0 0,72-17 0 0 0,90-35-7465 0 0,-153 37 1789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2.8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271 84 4516 0 0,'-2'-5'1477'0'0,"-1"-1"-981"0"0,0-1 1 0 0,-1 1-1 0 0,0-1 0 0 0,0 1 0 0 0,0 0 0 0 0,-1 1 1 0 0,0-1-1 0 0,0 1 0 0 0,0 0 0 0 0,0 0 1 0 0,-12-7-1 0 0,13 10-158 0 0,-28 4 207 0 0,30-2-523 0 0,0 1 1 0 0,0-1 0 0 0,0 0 0 0 0,0 1-1 0 0,0-1 1 0 0,0 1 0 0 0,1-1 0 0 0,-1 1-1 0 0,0 0 1 0 0,0-1 0 0 0,0 1 0 0 0,1 0-1 0 0,-1 1 1 0 0,1-1 0 0 0,-1 0 0 0 0,-1 2-1 0 0,-3 2 45 0 0,-3 1 0 0 0,1 1 0 0 0,-1 0 0 0 0,2 0 0 0 0,-1 0 0 0 0,1 1-1 0 0,0 1 1 0 0,0-1 0 0 0,1 1 0 0 0,-9 17 0 0 0,7-10 29 0 0,1 1 1 0 0,0 0-1 0 0,1 0 0 0 0,-5 28 1 0 0,6-24-46 0 0,4-17-51 0 0,0-1-1 0 0,1 1 0 0 0,-1 0 0 0 0,1-1 0 0 0,0 1 0 0 0,0 0 0 0 0,0 0 1 0 0,2 5-1 0 0,-3-1-1 0 0,1-6 0 0 0,0 1 1 0 0,0-1-1 0 0,0 1 1 0 0,0-1-1 0 0,0 1 1 0 0,0-1-1 0 0,1 1 0 0 0,-1-1 1 0 0,1 1-1 0 0,-1-1 1 0 0,1 0-1 0 0,0 1 1 0 0,2 1-1 0 0,-2 0-4 0 0,1 2-20 0 0,0 0-1 0 0,1 0 1 0 0,0 0 0 0 0,0 0 0 0 0,0 0 0 0 0,1-1 0 0 0,0 0 0 0 0,0 0 0 0 0,0 0 0 0 0,0 0 0 0 0,1 0-1 0 0,0-1 1 0 0,8 6 0 0 0,-6-6-13 0 0,1 0 0 0 0,0-1 0 0 0,0 1 0 0 0,0-2-1 0 0,0 1 1 0 0,1-1 0 0 0,-1 0 0 0 0,0-1 0 0 0,1 0 0 0 0,0 0-1 0 0,10-1 1 0 0,-3-2 109 0 0,0-1 0 0 0,-1 0 0 0 0,1-2 0 0 0,-1 1 0 0 0,25-13 0 0 0,-33 14-12 0 0,-1 0 0 0 0,0-1 0 0 0,0 0 0 0 0,0 0 0 0 0,0 0 0 0 0,-1-1 0 0 0,1 0 0 0 0,-1 0 0 0 0,0-1 0 0 0,-1 1 0 0 0,1-1 0 0 0,-1 0 0 0 0,0 0 0 0 0,-1 0 0 0 0,1-1 0 0 0,-1 1 0 0 0,3-10 0 0 0,-3 9-16 0 0,-2 4-20 0 0,1-1 1 0 0,-1 1-1 0 0,0 0 0 0 0,0 0 1 0 0,-1 0-1 0 0,1-1 0 0 0,-1 1 0 0 0,0-1 1 0 0,1-2-1 0 0,0-7 26 0 0,-1 0-1 0 0,0 0 1 0 0,-1 1 0 0 0,0-1-1 0 0,0 0 1 0 0,-2 1 0 0 0,0-1-1 0 0,0 1 1 0 0,-6-14 0 0 0,8 24-41 0 0,0 1 1 0 0,1-1-1 0 0,-1 0 1 0 0,0 1-1 0 0,0-1 0 0 0,-1 1 1 0 0,1-1-1 0 0,0 1 1 0 0,0 0-1 0 0,-1 0 1 0 0,1-1-1 0 0,-3 0 1 0 0,-1-2 3 0 0,2 2-47 0 0,0 0-1 0 0,-1 0 1 0 0,0 0 0 0 0,1 1 0 0 0,-1-1 0 0 0,0 1 0 0 0,0 0-1 0 0,0 0 1 0 0,0 0 0 0 0,0 0 0 0 0,0 1 0 0 0,0 0 0 0 0,-5 0-1 0 0,7 0-38 0 0,0-1 29 0 0,0 1-1 0 0,0 0 0 0 0,0-1 0 0 0,-1 1 1 0 0,1 0-1 0 0,0 0 0 0 0,0 1 0 0 0,0-1 1 0 0,0 0-1 0 0,0 1 0 0 0,0-1 0 0 0,0 1 1 0 0,0 0-1 0 0,-3 1 0 0 0,-1 0-106 0 0,-9 1-462 0 0,13-3 563 0 0,0 0 0 0 0,0 1 0 0 0,0-1 0 0 0,0 1 0 0 0,0 0 0 0 0,0-1 0 0 0,0 1 0 0 0,1 0 1 0 0,-1 0-1 0 0,-3 2 0 0 0,-7 5-657 0 0,10-7 588 0 0,-49 33-2396 0 0,48-32 1855 0 0,-1 2-1 0 0,0-1 0 0 0,1 0 0 0 0,0 0 1 0 0,0 1-1 0 0,0 0 0 0 0,-3 5 0 0 0,-3 9-3953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3.2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21 4872 0 0,'13'-2'-776'0'0,"-4"1"4805"0"0,-20 10 1459 0 0,7-7-5238 0 0,3-2-240 0 0,-1 1 1 0 0,1-1-1 0 0,0 0 0 0 0,0 1 0 0 0,-1-1 0 0 0,1 1 1 0 0,0 0-1 0 0,0-1 0 0 0,0 1 0 0 0,0 0 0 0 0,-1 0 1 0 0,0 2-1 0 0,0-2 11 0 0,-2 1 119 0 0,1 1-96 0 0,3-3-34 0 0,-1 0 0 0 0,1 0 0 0 0,-1 1 1 0 0,1-1-1 0 0,0 0 0 0 0,-1 0 0 0 0,1 1 1 0 0,-1-1-1 0 0,1 0 0 0 0,0 1 0 0 0,-1-1 1 0 0,1 0-1 0 0,0 1 0 0 0,-1-1 1 0 0,1 1-1 0 0,0-1 0 0 0,0 1 0 0 0,-1-1 1 0 0,1 0-1 0 0,0 1 0 0 0,0-1 0 0 0,0 1 1 0 0,0-1-1 0 0,0 1 0 0 0,0-1 0 0 0,-1 1 1 0 0,1-1-1 0 0,0 1 0 0 0,0-1 0 0 0,1 1 1 0 0,-1-1-1 0 0,0 1 0 0 0,0-1 0 0 0,0 1 1 0 0,0-1-1 0 0,0 1 0 0 0,0-1 0 0 0,1 1 1 0 0,-1-1-1 0 0,0 0 0 0 0,0 1 1 0 0,1-1-1 0 0,-1 1 0 0 0,0-1 0 0 0,1 0 1 0 0,-1 1-1 0 0,0-1 0 0 0,1 0 0 0 0,-1 1 1 0 0,0-1-1 0 0,1 0 0 0 0,-1 1 0 0 0,1-1 1 0 0,-1 0-1 0 0,1 0 0 0 0,-1 0 0 0 0,1 1 1 0 0,-1-1-1 0 0,1 0 0 0 0,-1 0 0 0 0,1 0 1 0 0,3 2 303 0 0,1-4-148 0 0,15-7 4 0 0,-15 7 20 0 0,-1-1-12 0 0,33-23 435 0 0,-34 23-409 0 0,2-3-122 0 0,-5 6-135 0 0,1 0 0 0 0,-1 0 0 0 0,1 0 0 0 0,-1-1 0 0 0,0 1 0 0 0,1 0 0 0 0,-1 0 0 0 0,0-1 1 0 0,1 1-1 0 0,-1 0 0 0 0,0-1 0 0 0,1 1 0 0 0,-1 0 0 0 0,0-1 0 0 0,0 1 0 0 0,1-1 0 0 0,-1 1 0 0 0,0 0 0 0 0,0-1 0 0 0,0 1 0 0 0,1-1 0 0 0,-1 1 0 0 0,0-1 0 0 0,0 1 0 0 0,0-1 0 0 0,0 1 0 0 0,0-1 1 0 0,0 1-1 0 0,0-1 0 0 0,0 0 0 0 0,-18-3-557 0 0,14 3-40 0 0,-1 3-716 0 0,-11 5 590 0 0,12-5-125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3.6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324 92 2892 0 0,'0'0'1755'0'0,"2"-4"-221"0"0,7-12-220 0 0,-7 11-142 0 0,-3 1-160 0 0,-1-14-188 0 0,1 14-223 0 0,-2 0 7 0 0,-1 0-482 0 0,0 1 0 0 0,-1-1 0 0 0,1 1 1 0 0,-1 0-1 0 0,1 0 0 0 0,-1 1 0 0 0,0-1 0 0 0,0 1 1 0 0,0 0-1 0 0,0 0 0 0 0,0 1 0 0 0,-1 0 1 0 0,1 0-1 0 0,0 0 0 0 0,-1 0 0 0 0,1 1 0 0 0,-1 0 1 0 0,1 0-1 0 0,0 0 0 0 0,-1 1 0 0 0,1 0 0 0 0,-11 3 1 0 0,7-2-77 0 0,-11 4 94 0 0,1 1-1 0 0,-24 12 1 0 0,36-15-105 0 0,-1 0 1 0 0,1 0 0 0 0,0 1-1 0 0,0 1 1 0 0,0-1-1 0 0,1 1 1 0 0,0 0-1 0 0,0 0 1 0 0,1 1-1 0 0,-6 7 1 0 0,6-6-31 0 0,0 1 0 0 0,1 0 0 0 0,0 0 0 0 0,0 0 0 0 0,1 0 0 0 0,0 0 0 0 0,1 1-1 0 0,-3 19 1 0 0,5-4 45 0 0,0-18-92 0 0,2-3-30 0 0,6 14 14 0 0,-6-14-8 0 0,-1-4 64 0 0,-1 0 0 0 0,0 0 0 0 0,1 0 1 0 0,-1 0-1 0 0,0 0 0 0 0,1 0 0 0 0,-1 0 0 0 0,0 1 0 0 0,0-1 1 0 0,1 0-1 0 0,-1 0 0 0 0,0 0 0 0 0,1 0 0 0 0,-1 0 1 0 0,0 0-1 0 0,1 1 0 0 0,-1-1 0 0 0,0 0 0 0 0,0 0 1 0 0,1 0-1 0 0,-1 1 0 0 0,0-1 0 0 0,0 0 0 0 0,0 1 1 0 0,1-1-1 0 0,-1 0 0 0 0,0 0 0 0 0,0 1 0 0 0,0-1 0 0 0,0 0 1 0 0,1 1-1 0 0,-1-1 0 0 0,0 1-5 0 0,0-1 0 0 0,0 1 0 0 0,1 0-1 0 0,-1-1 1 0 0,0 1 0 0 0,1-1 0 0 0,-1 1 0 0 0,1-1-1 0 0,-1 1 1 0 0,1-1 0 0 0,-1 0 0 0 0,1 1 0 0 0,-1-1 0 0 0,1 1-1 0 0,-1-1 1 0 0,1 0 0 0 0,-1 0 0 0 0,1 1 0 0 0,-1-1-1 0 0,1 0 1 0 0,0 0 0 0 0,-1 1 0 0 0,1-1 0 0 0,0 0 0 0 0,-1 0-1 0 0,1 0 1 0 0,-1 0 0 0 0,1 0 0 0 0,0 0 0 0 0,-1 0-1 0 0,1 0 1 0 0,0-1 0 0 0,5 2-18 0 0,-4 0 15 0 0,0-1 1 0 0,0 1-1 0 0,0-1 0 0 0,0 0 1 0 0,0 0-1 0 0,0 0 0 0 0,0 0 1 0 0,0 0-1 0 0,0-1 1 0 0,-1 1-1 0 0,1 0 0 0 0,0-1 1 0 0,0 1-1 0 0,0-1 0 0 0,2-1 1 0 0,7-2 9 0 0,0-1 0 0 0,0 0 0 0 0,0-1 0 0 0,0 0 0 0 0,-1 0 0 0 0,16-14 0 0 0,21-26 44 0 0,-30 28 43 0 0,3 1 19 0 0,-15 12-101 0 0,1 0 71 0 0,1-1-1 0 0,-1 1 1 0 0,1 0 0 0 0,0 1-1 0 0,0-1 1 0 0,14-5 0 0 0,-17 12 64 0 0,-2 0-118 0 0,1-1-5 0 0,-1 0 0 0 0,0 0 0 0 0,1 0 1 0 0,-1 1-1 0 0,0-1 0 0 0,0 1 0 0 0,0-1 0 0 0,0 1 1 0 0,0 0-1 0 0,-1 0 0 0 0,1 0 0 0 0,-1 0 0 0 0,1 0 1 0 0,-1 0-1 0 0,1 0 0 0 0,-1 1 0 0 0,0-1 0 0 0,0 0 1 0 0,0 4-1 0 0,18 64 43 0 0,-4 2 1 0 0,8 104-1 0 0,-3-22-2912 0 0,-12-119 41 0 0,-7-33 2469 0 0,0-1-1 0 0,0 0 1 0 0,-1 0 0 0 0,1 1 0 0 0,0-1-1 0 0,0 0 1 0 0,1 0 0 0 0,-1 0-1 0 0,0 0 1 0 0,0 0 0 0 0,0 0-1 0 0,3 1 1 0 0,-2-1-622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4.0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160 6 3528 0 0,'-4'-1'1488'0'0,"-1"-1"-878"0"0,0 1 0 0 0,0 1 0 0 0,0-1 0 0 0,0 1 1 0 0,0 0-1 0 0,-1 0 0 0 0,1 0 0 0 0,-8 2 0 0 0,6 0-363 0 0,-1 0 0 0 0,1 1-1 0 0,0-1 1 0 0,0 2 0 0 0,0-1-1 0 0,1 1 1 0 0,-1 0 0 0 0,-9 7-1 0 0,14-8-173 0 0,-1-1 0 0 0,0 1-1 0 0,1 0 1 0 0,-1 0 0 0 0,1 0 0 0 0,0 1 0 0 0,0-1-1 0 0,0 1 1 0 0,1-1 0 0 0,-1 1 0 0 0,-1 6-1 0 0,2-7 5 0 0,-1 2 299 0 0,3 1-227 0 0,0 3-121 0 0,1 0-1 0 0,0 0 1 0 0,0 0-1 0 0,1 0 1 0 0,0-1-1 0 0,1 1 1 0 0,-1-1-1 0 0,2 0 1 0 0,9 14-1 0 0,-3-7-13 0 0,0-1-1 0 0,2-1 0 0 0,-1 0 0 0 0,22 17 0 0 0,58 44 129 0 0,-87-70-134 0 0,1 0 0 0 0,-1 1 0 0 0,-1-1 0 0 0,1 1 0 0 0,0 0 0 0 0,-1 0 0 0 0,0 1 0 0 0,0-1 0 0 0,-1 1-1 0 0,0 0 1 0 0,0 0 0 0 0,0 0 0 0 0,-1 0 0 0 0,3 9 0 0 0,-7-10 25 0 0,-10 16-29 0 0,8-17-160 0 0,1-1 0 0 0,-1 0 0 0 0,0 0 0 0 0,-1 0 0 0 0,1 0 0 0 0,0-1 0 0 0,-1 0 0 0 0,1 0 0 0 0,-1 0 0 0 0,0 0 0 0 0,0-1 0 0 0,1 0 0 0 0,-1 0 0 0 0,0 0 0 0 0,0-1 0 0 0,0 1 0 0 0,-6-1 0 0 0,9 0-4 0 0,-31-4-1859 0 0,6-6-2615 0 0,1-3-546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4.2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0 184 3452 0 0,'2'-2'103'0'0,"144"-104"7582"0"0,-123 93-7334 0 0,35-16 0 0 0,-39 22-1791 0 0,0 0 0 0 0,33-7 0 0 0,-30 10-1352 0 0,-16 3-1998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5.1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29 3872 0 0,'-12'-28'6887'0'0,"11"34"-6589"0"0,1 25-96 0 0,1 1 1 0 0,2-1-1 0 0,9 49 0 0 0,3 21-44 0 0,-9-16-135 0 0,-3-34-471 0 0,2-1 0 0 0,14 61 1 0 0,-7-82-609 0 0,-8-23 777 0 0,-4-4 174 0 0,1-1 0 0 0,-1 0 0 0 0,1 0 0 0 0,-1 0 0 0 0,1 0 0 0 0,-1 0 0 0 0,1 0 0 0 0,0 0 0 0 0,0 0 0 0 0,-1 0 0 0 0,1 0 0 0 0,0 0 0 0 0,0-1 0 0 0,0 1 0 0 0,0 0 0 0 0,0-1 1 0 0,0 1-1 0 0,0 0 0 0 0,2 0 0 0 0,0 0-369 0 0,6 3-2018 0 0,16-2-1772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5.5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393 1 2956 0 0,'-7'1'988'0'0,"-1"-1"-706"0"0,5 0-161 0 0,0 0-1 0 0,1 0 0 0 0,-1 1 1 0 0,0-1-1 0 0,1 0 0 0 0,-1 1 1 0 0,0 0-1 0 0,1 0 0 0 0,-1 0 1 0 0,-4 2-1 0 0,-23 12 479 0 0,0 1-1 0 0,2 1 1 0 0,0 1 0 0 0,-32 28 0 0 0,15-7 26 0 0,-63 69 0 0 0,105-104-505 0 0,0-1 35 0 0,3-3-126 0 0,-1 1 0 0 0,0-1 0 0 0,1 0 0 0 0,-1 1 0 0 0,1-1 1 0 0,-1 1-1 0 0,1-1 0 0 0,-1 1 0 0 0,1-1 0 0 0,0 1 0 0 0,-1-1 0 0 0,1 1 0 0 0,-1 0 0 0 0,1-1 0 0 0,0 1 0 0 0,0 0 1 0 0,-1-1-1 0 0,1 1 0 0 0,0 0 0 0 0,0-1 0 0 0,0 1 0 0 0,0 0 0 0 0,0-1 0 0 0,0 2 0 0 0,2-1-10 0 0,0 0-1 0 0,-1 0 0 0 0,1 0 0 0 0,0-1 0 0 0,0 1 1 0 0,0-1-1 0 0,0 0 0 0 0,0 1 0 0 0,0-1 1 0 0,0 0-1 0 0,0 0 0 0 0,0 0 0 0 0,1-1 0 0 0,1 1 1 0 0,10 0 15 0 0,0 1 0 0 0,0 0 0 0 0,-1 1 0 0 0,1 1 0 0 0,-1 0 0 0 0,1 1 0 0 0,-1 0 0 0 0,0 1 0 0 0,-1 1 0 0 0,1 0 0 0 0,-1 0 0 0 0,0 2 0 0 0,14 10 0 0 0,131 88-256 0 0,-149-101-344 0 0,1-1 0 0 0,-1 0 0 0 0,0 0 0 0 0,1-1 0 0 0,0 0 0 0 0,0 0 0 0 0,16 2 0 0 0,-21-4-1926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8.9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15 107 4268 0 0,'0'0'4614'0'0,"-3"-2"-3438"0"0,3 1-1096 0 0,-1 1 0 0 0,0-1 1 0 0,0 1-1 0 0,0-1 0 0 0,1 1 1 0 0,-1-1-1 0 0,0 1 0 0 0,1-1 1 0 0,-1 0-1 0 0,1 1 0 0 0,-1-1 1 0 0,1 0-1 0 0,-1 0 1 0 0,1 1-1 0 0,-1-1 0 0 0,1 0 1 0 0,-1 0-1 0 0,1 0 0 0 0,0 0 1 0 0,0 1-1 0 0,-1-1 0 0 0,1 0 1 0 0,0 0-1 0 0,0 0 0 0 0,0 0 1 0 0,0 0-1 0 0,0 0 1 0 0,0 0-1 0 0,0 0 0 0 0,1 1 1 0 0,-1-1-1 0 0,0 0 0 0 0,0 0 1 0 0,1 0-1 0 0,-1 0 0 0 0,0 0 1 0 0,1 1-1 0 0,-1-1 0 0 0,1 0 1 0 0,-1 0-1 0 0,1 1 0 0 0,-1-1 1 0 0,1 0-1 0 0,0 1 1 0 0,-1-1-1 0 0,1 1 0 0 0,1-2 1 0 0,16-7-148 0 0,1 0 1 0 0,36-11 0 0 0,-26 11-2052 0 0,37-6 0 0 0,-61 14 427 0 0,0 0-1160 0 0,22-3-2047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9.2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33 107 2680 0 0,'-3'3'1336'0'0,"-24"22"2387"0"0,25-23-1968 0 0,8-2-1574 0 0,45-9-32 0 0,-1-1 0 0 0,66-24 0 0 0,-30 9-952 0 0,68-23-4524 0 0,-123 38 1375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9.5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57 2608 0 0,'-4'-3'1551'0'0,"2"2"-1161"0"0,0 0 0 0 0,0-1 1 0 0,0 1-1 0 0,1-1 0 0 0,-1 1 0 0 0,0-1 0 0 0,1 0 0 0 0,-1 0 0 0 0,1 0 1 0 0,-1 0-1 0 0,1 0 0 0 0,0 0 0 0 0,0 0 0 0 0,0 0 0 0 0,-1-4 1 0 0,1 2-118 0 0,1 4-254 0 0,1 0-1 0 0,-1 0 1 0 0,1 0-1 0 0,-1 0 1 0 0,1 0-1 0 0,-1 0 1 0 0,1 0-1 0 0,-1 0 1 0 0,1 0-1 0 0,-1 0 1 0 0,1 0-1 0 0,-1-1 1 0 0,0 1-1 0 0,1 0 1 0 0,-1 0-1 0 0,1-1 1 0 0,-1 1-1 0 0,0 0 1 0 0,1 0-1 0 0,-1-1 1 0 0,0 1-1 0 0,1 0 1 0 0,-1-1-1 0 0,1 0 1 0 0,-1 0 7 0 0,1 1 0 0 0,0-1-1 0 0,-1 0 1 0 0,1 1 0 0 0,0-1 0 0 0,0 0-1 0 0,-1 1 1 0 0,1-1 0 0 0,0 1 0 0 0,0-1 0 0 0,0 1-1 0 0,0 0 1 0 0,0-1 0 0 0,0 1 0 0 0,-1 0-1 0 0,1-1 1 0 0,0 1 0 0 0,2 0 0 0 0,8-2 109 0 0,0 1-1 0 0,1 1 1 0 0,-1 0 0 0 0,1 0 0 0 0,-1 1 0 0 0,1 1-1 0 0,-1 0 1 0 0,0 0 0 0 0,0 1 0 0 0,0 0 0 0 0,0 1-1 0 0,-1 1 1 0 0,1-1 0 0 0,19 13 0 0 0,-17-8-170 0 0,0 1 0 0 0,-1 0 0 0 0,0 1 0 0 0,0 0 0 0 0,-1 1 0 0 0,-1 0 0 0 0,0 1 0 0 0,-1 0 0 0 0,0 0 0 0 0,-1 1 0 0 0,0 0 0 0 0,-1 1 0 0 0,-1 0 0 0 0,0 0 0 0 0,-1 0 0 0 0,-1 0 1 0 0,0 1-1 0 0,-1 0 0 0 0,-1 0 0 0 0,0 0 0 0 0,-2 0 0 0 0,1 0 0 0 0,-2 0 0 0 0,0 0 0 0 0,-1 0 0 0 0,-1 0 0 0 0,0-1 0 0 0,-1 1 0 0 0,-1-1 0 0 0,0 0 0 0 0,-1 0 0 0 0,-1 0 0 0 0,-10 17 0 0 0,11-22-442 0 0,0 0 0 0 0,-1 0-1 0 0,0-1 1 0 0,-12 12 0 0 0,-11 4-4565 0 0,4-6 49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19.7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1 229 4004 0 0,'3'-7'560'0'0,"1"1"1"0"0,-1-1-1 0 0,1 1 0 0 0,0 0 0 0 0,1 1 0 0 0,0-1 0 0 0,0 1 0 0 0,0 0 0 0 0,11-9 0 0 0,-4 7-198 0 0,0-1 0 0 0,0 2-1 0 0,1 0 1 0 0,18-7 0 0 0,45-10-352 0 0,1 4 1 0 0,0 3-1 0 0,80-7 1 0 0,44-8-6471 0 0,-144 21 1504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0.6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111 336 2892 0 0,'-11'-21'1694'0'0,"9"17"-349"0"0,0-1-323 0 0,-6-12-196 0 0,6 12 1714 0 0,0 5-2496 0 0,0 1 1 0 0,0-1 0 0 0,0 0-1 0 0,0 1 1 0 0,0-1-1 0 0,0 1 1 0 0,0-1-1 0 0,1 1 1 0 0,-1 0-1 0 0,0 0 1 0 0,-2 2 0 0 0,-1-1 45 0 0,5-2-81 0 0,-1 0 0 0 0,1 1 0 0 0,-1-1 0 0 0,1 0 0 0 0,0 0 0 0 0,-1 0 0 0 0,1 1 0 0 0,-1-1 0 0 0,1 0 0 0 0,0 0-1 0 0,-1 1 1 0 0,1-1 0 0 0,0 0 0 0 0,-1 1 0 0 0,1-1 0 0 0,0 0 0 0 0,-1 1 0 0 0,1-1 0 0 0,0 0 0 0 0,0 1 0 0 0,0-1 0 0 0,-1 1 0 0 0,1-1-1 0 0,0 0 1 0 0,0 1 0 0 0,0-1 0 0 0,0 1 0 0 0,0 0 0 0 0,-12 36 209 0 0,2 2-1 0 0,1-1 1 0 0,2 1 0 0 0,2 0-1 0 0,2 1 1 0 0,3 72 0 0 0,0-105-194 0 0,0-5-24 0 0,-1 0 1 0 0,1-1 0 0 0,0 1 0 0 0,-1 0 0 0 0,1 0 0 0 0,0 0-1 0 0,0 0 1 0 0,0 0 0 0 0,1 0 0 0 0,-1 0 0 0 0,0 0 0 0 0,2 3-1 0 0,-1-1 4 0 0,-1 2 134 0 0,1-1-25 0 0,1 14-10 0 0,-1-15 254 0 0,2-5-278 0 0,0 0-67 0 0,-1 0 1 0 0,0-1-1 0 0,0 1 0 0 0,0 0 0 0 0,-1-1 1 0 0,1 1-1 0 0,0-1 0 0 0,0 1 0 0 0,-1-1 1 0 0,1 0-1 0 0,-1 0 0 0 0,1 1 0 0 0,-1-1 1 0 0,0 0-1 0 0,0 0 0 0 0,0-1 0 0 0,0 1 1 0 0,0 0-1 0 0,0 0 0 0 0,-1 0 0 0 0,1-4 1 0 0,28-97 273 0 0,17-131 0 0 0,11-47 820 0 0,-57 280-1103 0 0,3-6 44 0 0,0-1 1 0 0,-1 0-1 0 0,1 0 0 0 0,-1 0 1 0 0,1-12-1 0 0,-3 20-45 0 0,0 0 0 0 0,0 1 1 0 0,0-1-1 0 0,0 0 0 0 0,0 1 0 0 0,0-1 0 0 0,0 0 0 0 0,0 0 1 0 0,1 1-1 0 0,-1-1 0 0 0,0 0 0 0 0,0 0 0 0 0,0 1 0 0 0,1-1 1 0 0,-1 0-1 0 0,0 0 0 0 0,0 0 0 0 0,0 1 0 0 0,1-1 0 0 0,-1 0 1 0 0,0 0-1 0 0,0 0 0 0 0,1 0 0 0 0,-1 1 0 0 0,0-1 0 0 0,1 0 1 0 0,-1 0-1 0 0,0 0 0 0 0,0 0 0 0 0,1 0 0 0 0,-1 0 0 0 0,0 0 1 0 0,1 0-1 0 0,-1 0 0 0 0,1 0 0 0 0,-1 0 0 0 0,1 0 0 0 0,0 0 0 0 0,-1 0 0 0 0,1 0 0 0 0,0 0 0 0 0,-1 0 0 0 0,1 1 0 0 0,0-1 0 0 0,-1 0 0 0 0,1 0 0 0 0,-1 1 0 0 0,1-1 0 0 0,0 0 0 0 0,-1 1-1 0 0,1-1 1 0 0,-1 1 0 0 0,1-1 0 0 0,-1 1 0 0 0,1-1 0 0 0,-1 1 0 0 0,0-1 0 0 0,1 1 0 0 0,-1-1 0 0 0,1 1 0 0 0,-1-1 0 0 0,0 1 0 0 0,0 0 0 0 0,1-1 0 0 0,-1 1 0 0 0,0 0 0 0 0,0-1 0 0 0,0 1 0 0 0,0 1 0 0 0,49 153-25 0 0,104 227 0 0 0,-129-335-439 0 0,22 47-1421 0 0,-20-35-2473 0 0,-24-54 2671 0 0,0 0-1064 0 0,5 20-1965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0.9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28 195 4288 0 0,'-4'-2'1474'0'0,"-15"-6"-472"0"0,14 7 2050 0 0,5-1-3003 0 0,0 0 1 0 0,1 0 0 0 0,-1 0-1 0 0,1 1 1 0 0,-1-1 0 0 0,1 0-1 0 0,-1 0 1 0 0,1 1 0 0 0,0-1-1 0 0,0 0 1 0 0,0 1 0 0 0,1-2-1 0 0,1-1 44 0 0,-3 3-84 0 0,0 1 0 0 0,0-1 0 0 0,0 1 0 0 0,1-1 0 0 0,-1 1 0 0 0,0 0 0 0 0,0-1-1 0 0,1 1 1 0 0,-1-1 0 0 0,0 1 0 0 0,1 0 0 0 0,-1-1 0 0 0,0 1 0 0 0,1 0 0 0 0,-1-1 0 0 0,0 1 0 0 0,1 0-1 0 0,-1 0 1 0 0,1-1 0 0 0,-1 1 0 0 0,1 0 0 0 0,-1 0 0 0 0,1 0 0 0 0,-1 0 0 0 0,1-1 0 0 0,80-25 301 0 0,148-29 1 0 0,14-2-7507 0 0,-214 48 3025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1.2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1 2588 0 0,'0'0'3444'0'0,"-5"1"-2711"0"0,-20 3 888 0 0,24 0-1192 0 0,-5 13-48 0 0,4-13-31 0 0,2 3-22 0 0,2 10-25 0 0,0 0 0 0 0,0 0-1 0 0,2 0 1 0 0,8 26 0 0 0,-1-19 251 0 0,2 1 0 0 0,22 33 1 0 0,-32-55-414 0 0,-1-1 1 0 0,1 1 0 0 0,0 0 0 0 0,0-1 0 0 0,1 1 0 0 0,-1-1-1 0 0,0 0 1 0 0,1 0 0 0 0,-1 0 0 0 0,7 2 0 0 0,-6-3-184 0 0,0 2 588 0 0,2-4-286 0 0,18 0-20 0 0,-18 1 38 0 0,-1-3 186 0 0,0 1-424 0 0,0-1 0 0 0,0 0 0 0 0,0 0 0 0 0,-1-1 0 0 0,1 1 0 0 0,-1-1 0 0 0,0 0 0 0 0,0-1 0 0 0,0 1 0 0 0,-1 0 0 0 0,1-1 0 0 0,-1 0 1 0 0,5-9-1 0 0,20-75-70 0 0,-27 84-56 0 0,0-1-80 0 0,-4-45-2477 0 0,2 46 1843 0 0,-23 11-7642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1.9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233 39 3728 0 0,'0'0'4191'0'0,"-1"-5"-3559"0"0,-4-15-146 0 0,4 15 424 0 0,-19 0-280 0 0,15 3-525 0 0,0 0 185 0 0,0 3 8 0 0,-6 3-142 0 0,0 0 0 0 0,0 0 0 0 0,1 1 1 0 0,0 0-1 0 0,-17 11 0 0 0,13-4-63 0 0,2 0-1 0 0,-1 0 1 0 0,1 1 0 0 0,1 0-1 0 0,1 1 1 0 0,-17 27 0 0 0,18-17-21 0 0,8-19-58 0 0,-1 0 37 0 0,2 1-15 0 0,0 17-16 0 0,3-12 20 0 0,16 17 41 0 0,-12-25-84 0 0,-3-2 9 0 0,-1 1-6 0 0,13 1-7 0 0,-15-2 12 0 0,0-1-1 0 0,1 1 1 0 0,-1-1-1 0 0,1 1 1 0 0,-1-1-1 0 0,1 0 0 0 0,-1 1 1 0 0,1-1-1 0 0,-1 0 1 0 0,1 0-1 0 0,-1 0 1 0 0,1 0-1 0 0,-1 0 0 0 0,1-1 1 0 0,2 0-1 0 0,2 1 5 0 0,1-1 76 0 0,-1 1 1 0 0,1-1-1 0 0,0 0 1 0 0,-1-1-1 0 0,1 0 1 0 0,-1 0-1 0 0,1 0 1 0 0,-1-1-1 0 0,0 0 1 0 0,0 0-1 0 0,0 0 1 0 0,0-1-1 0 0,-1 0 1 0 0,1 0-1 0 0,4-5 1 0 0,7-15 442 0 0,17-32 1 0 0,-33 53-335 0 0,3 12-152 0 0,-4-8-42 0 0,1 0 1 0 0,0-1 0 0 0,0 1 0 0 0,-1 0 0 0 0,1 0-1 0 0,-1 0 1 0 0,1-1 0 0 0,-1 1 0 0 0,1 0 0 0 0,-1 0-1 0 0,1 0 1 0 0,-1 0 0 0 0,0 0 0 0 0,0 0 0 0 0,1 0-1 0 0,-1 0 1 0 0,0 0 0 0 0,0 0 0 0 0,0 0 0 0 0,0 2-1 0 0,8 54 53 0 0,26 93 0 0 0,32 61-395 0 0,3 9-1286 0 0,-55-164 549 0 0,14 103 1 0 0,-28-156 1060 0 0,0 1 0 0 0,0 0 0 0 0,0-1 0 0 0,-1 1 0 0 0,1 0 1 0 0,-1-1-1 0 0,0 1 0 0 0,0-1 0 0 0,0 1 0 0 0,0-1 0 0 0,-1 1 0 0 0,1-1 1 0 0,-1 0-1 0 0,-2 4 0 0 0,2-5 21 0 0,2-1 10 0 0,-1 0 0 0 0,1 0 1 0 0,-1-1-1 0 0,0 1 0 0 0,1 0 0 0 0,-1 0 0 0 0,0 0 1 0 0,1-1-1 0 0,-1 1 0 0 0,0 0 0 0 0,0-1 0 0 0,0 1 0 0 0,0-1 1 0 0,0 1-1 0 0,0-1 0 0 0,1 1 0 0 0,-1-1 0 0 0,0 0 1 0 0,-2 1-1 0 0,0 0 36 0 0,-1 0 175 0 0,-3-1 48 0 0,-23 0 12 0 0,16-3 12 0 0,1-2-188 0 0,0-1 0 0 0,1-1-1 0 0,0 0 1 0 0,1-1 0 0 0,-1 0 0 0 0,1 0 0 0 0,1-2 0 0 0,0 1 0 0 0,0-1 0 0 0,1 0 0 0 0,0-1-1 0 0,1 0 1 0 0,0-1 0 0 0,1 0 0 0 0,0 0 0 0 0,1 0 0 0 0,0-1 0 0 0,1 0 0 0 0,-5-20-1 0 0,9 29-106 0 0,0 0 0 0 0,0 0 0 0 0,1 0 0 0 0,0 1-1 0 0,0-1 1 0 0,0 0 0 0 0,0 0 0 0 0,0 0 0 0 0,2-5 0 0 0,0-3-4 0 0,0 2-24 0 0,0 0 0 0 0,0 0 0 0 0,1 0 0 0 0,1 0 0 0 0,-1 1 0 0 0,1 0 0 0 0,1 0 0 0 0,0 0 0 0 0,7-10 0 0 0,5-4-530 0 0,36-38 0 0 0,113-88-3077 0 0,-73 70-1518 0 0,-56 44 173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2.2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27 3252 0 0,'-3'-3'1416'0'0,"-10"-8"-188"0"0,9 8-227 0 0,1 1-174 0 0,-1 0-514 0 0,0 1-1 0 0,1 0 1 0 0,-1 0-1 0 0,0 0 1 0 0,0 1-1 0 0,0-1 1 0 0,0 1 0 0 0,0 0-1 0 0,-6 0 1 0 0,9 0-285 0 0,1 0 1 0 0,-1 1-1 0 0,0-1 1 0 0,0 0-1 0 0,0 1 1 0 0,0-1 0 0 0,1 1-1 0 0,-1-1 1 0 0,0 1-1 0 0,1-1 1 0 0,-1 1-1 0 0,0 0 1 0 0,1-1 0 0 0,-1 1-1 0 0,0 0 1 0 0,1-1-1 0 0,-1 1 1 0 0,1 0-1 0 0,0 0 1 0 0,-1 0 0 0 0,1-1-1 0 0,0 1 1 0 0,-1 0-1 0 0,1 0 1 0 0,0 1-1 0 0,-4 5 107 0 0,1 0 0 0 0,1 0 0 0 0,-1 1 0 0 0,1-1 0 0 0,1 1 0 0 0,-1-1 0 0 0,1 1-1 0 0,0 12 1 0 0,1-9-98 0 0,-2 42 136 0 0,2 0 0 0 0,3 0 0 0 0,2 0 0 0 0,14 61 0 0 0,-12-73-93 0 0,42 169-2630 0 0,-48-205 1795 0 0,1-1-288 0 0,7 13-285 0 0,-7-13-126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2.6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36 106 2872 0 0,'2'-16'999'0'0,"0"0"0"0"0,1 0 1 0 0,6-21-1 0 0,-7 32-691 0 0,2 2-52 0 0,-4 2-204 0 0,1 0-23 0 0,0 0 0 0 0,0 0 0 0 0,0 0-1 0 0,0 0 1 0 0,1 0 0 0 0,-1 1 0 0 0,0-1 0 0 0,0 0 0 0 0,0 0-1 0 0,1 1 1 0 0,-1-1 0 0 0,2 0 0 0 0,20 6 328 0 0,-17-3-293 0 0,-5-2-48 0 0,1 1 0 0 0,-1-1 0 0 0,1 1 0 0 0,0-1-1 0 0,-1 1 1 0 0,1 0 0 0 0,-1-1 0 0 0,1 1 0 0 0,-1 0-1 0 0,1 0 1 0 0,-1 0 0 0 0,0 0 0 0 0,0 1 0 0 0,1-1-1 0 0,-1 0 1 0 0,2 3 0 0 0,1 1 26 0 0,6 6 2 0 0,-1 0 1 0 0,0 0-1 0 0,-1 1 0 0 0,0 0 0 0 0,-1 0 0 0 0,0 1 0 0 0,-1 0 1 0 0,0 0-1 0 0,-1 1 0 0 0,-1-1 0 0 0,0 1 0 0 0,-1 0 1 0 0,3 23-1 0 0,-6-34-41 0 0,1 0 1 0 0,-1 0-1 0 0,0 0 0 0 0,0 1 1 0 0,0-1-1 0 0,0 0 1 0 0,0 0-1 0 0,0 0 0 0 0,-2 4 1 0 0,1 0-3 0 0,0 0-9 0 0,-1-1 1 0 0,1 1 0 0 0,-1-1 0 0 0,0 0 0 0 0,-1 1 0 0 0,1-1 0 0 0,-1 0 0 0 0,0-1 0 0 0,-1 1 0 0 0,1 0 0 0 0,-9 9 0 0 0,10-14 14 0 0,-6 11 75 0 0,-12 6 16 0 0,13-13-52 0 0,-71 37 515 0 0,73-41-245 0 0,-1-1-168 0 0,-20 0-9 0 0,19 0 1 0 0,-10-14 152 0 0,13 12-73 0 0,3-3-128 0 0,-2-14 5 0 0,2 14 80 0 0,2 5-163 0 0,0 0-1 0 0,0-1 1 0 0,1 1-1 0 0,-1-1 1 0 0,0 1-1 0 0,0-1 1 0 0,0 0-1 0 0,0 0 1 0 0,0 1-1 0 0,1-1 1 0 0,-2 0-1 0 0,3-2 1 0 0,-2 2 6 0 0,3-1 22 0 0,1 2-15 0 0,8 2-14 0 0,0 0 0 0 0,-1 0 0 0 0,0 1 0 0 0,1 1 0 0 0,-1 0 0 0 0,14 7 0 0 0,73 42-47 0 0,-24-14-184 0 0,-65-35-216 0 0,-1 0 1 0 0,1-1-1 0 0,0 0 1 0 0,1 0-1 0 0,-1-1 1 0 0,0-1-1 0 0,1 0 0 0 0,-1 0 1 0 0,1-1-1 0 0,11-2 1 0 0,-17 2-2091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3.0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38 145 3260 0 0,'-7'-13'571'0'0,"2"5"-78"0"0,1 1-1 0 0,1 0 0 0 0,-1-1 1 0 0,1 0-1 0 0,0 0 0 0 0,1 0 1 0 0,0 0-1 0 0,0 0 0 0 0,0-10 1 0 0,4-5-249 0 0,-1 17 149 0 0,0 6-382 0 0,-1 0-1 0 0,1 0 1 0 0,-1 0-1 0 0,1 0 1 0 0,-1 0-1 0 0,1 0 1 0 0,0-1-1 0 0,-1 1 1 0 0,1 0-1 0 0,-1 0 1 0 0,1 0 0 0 0,-1-1-1 0 0,1 1 1 0 0,-1 0-1 0 0,1-1 1 0 0,-1 1-1 0 0,1-1 1 0 0,-1 1-1 0 0,0 0 1 0 0,1-1-1 0 0,-1 1 1 0 0,1-1-1 0 0,-1 0 1 0 0,1 0-2 0 0,-1 1-1 0 0,0-1 1 0 0,1 1 0 0 0,-1-1 0 0 0,0 1-1 0 0,1-1 1 0 0,-1 1 0 0 0,1 0-1 0 0,-1-1 1 0 0,1 1 0 0 0,-1-1 0 0 0,1 1-1 0 0,-1 0 1 0 0,1 0 0 0 0,-1-1-1 0 0,1 1 1 0 0,-1 0 0 0 0,1 0 0 0 0,-1 0-1 0 0,1-1 1 0 0,0 1 0 0 0,-1 0 0 0 0,2 0-1 0 0,3 2 136 0 0,50 23 141 0 0,-46-20-248 0 0,-7-4-33 0 0,0 0 0 0 0,-1 0-1 0 0,1 0 1 0 0,0 0 0 0 0,-1 1 0 0 0,1-1-1 0 0,-1 0 1 0 0,0 1 0 0 0,1-1 0 0 0,-1 1-1 0 0,2 2 1 0 0,6 8 31 0 0,-4-7-26 0 0,12 20-6 0 0,-3 0-44 0 0,-5-3 23 0 0,-7-4 31 0 0,1 0 11 0 0,-2-13 16 0 0,-1 2-13 0 0,-1 18 33 0 0,0-18 45 0 0,0-2 24 0 0,-4 16-1 0 0,4-16 223 0 0,0 0-49 0 0,-5 12 30 0 0,4-12 919 0 0,10-6-1139 0 0,0 1-44 0 0,-4 0-48 0 0,-1 0 1 0 0,0 0-1 0 0,1 0 0 0 0,-1-1 1 0 0,0 1-1 0 0,1-1 0 0 0,-1 0 1 0 0,0 0-1 0 0,4-2 1 0 0,289-75-2934 0 0,-179 51-2955 0 0,-83 20 1190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3.2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5 4164 0 0,'-3'2'1558'0'0,"-15"8"2868"0"0,23-10-4111 0 0,13 2-107 0 0,0-2 0 0 0,1-1 0 0 0,35-5 0 0 0,55-4-2648 0 0,-100 9 1970 0 0,22 0-3274 0 0,-3 1-857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3.4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132 1 2536 0 0,'-118'68'7224'0'0,"115"-66"-6557"0"0,0 0-120 0 0,2-2-505 0 0,1 0 0 0 0,0 0 1 0 0,-1 1-1 0 0,1-1 1 0 0,-1 0-1 0 0,1 0 0 0 0,0 1 1 0 0,-1-1-1 0 0,1 0 1 0 0,0 0-1 0 0,-1 1 1 0 0,1-1-1 0 0,0 0 0 0 0,-1 1 1 0 0,1-1-1 0 0,0 0 1 0 0,0 1-1 0 0,-1-1 0 0 0,1 1 1 0 0,0-1-1 0 0,0 0 1 0 0,0 1-1 0 0,0-1 0 0 0,-1 1 1 0 0,1-1-1 0 0,0 1 1 0 0,0-1-1 0 0,0 1 0 0 0,0-1 1 0 0,0 0-1 0 0,0 1 1 0 0,0-1-1 0 0,1 2 0 0 0,14 3 387 0 0,35-6-417 0 0,-45 0 86 0 0,73-5-488 0 0,95-21 0 0 0,-12-15-6398 0 0,-121 29 1442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4.2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84 105 3284 0 0,'0'0'1860'0'0,"1"-6"-307"0"0,3-17-301 0 0,-2 17-179 0 0,-2 1-143 0 0,1-14-214 0 0,-1 15 584 0 0,0-2-1040 0 0,-1-16-34 0 0,1 16 459 0 0,-2 7-672 0 0,1-1 1 0 0,-1 0-1 0 0,1 1 0 0 0,0-1 0 0 0,-1 1 1 0 0,1 0-1 0 0,0 0 0 0 0,-1-1 0 0 0,1 1 1 0 0,0 0-1 0 0,0 0 0 0 0,-2 2 0 0 0,1-1 14 0 0,1-2-19 0 0,0 1 1 0 0,0 0-1 0 0,0 0 0 0 0,0-1 1 0 0,0 1-1 0 0,0 0 0 0 0,0 0 0 0 0,1 0 1 0 0,-1 0-1 0 0,0 0 0 0 0,1 0 1 0 0,-1 0-1 0 0,0 0 0 0 0,1 0 1 0 0,-1 0-1 0 0,1 1 0 0 0,0-1 1 0 0,-1 0-1 0 0,1 0 0 0 0,0 2 1 0 0,-1-1 17 0 0,-7 17 28 0 0,0-1 1 0 0,1 1-1 0 0,1 0 1 0 0,1 0 0 0 0,0 1-1 0 0,2 0 1 0 0,0 0-1 0 0,1 0 1 0 0,1 29 0 0 0,1-43-55 0 0,0 1 1 0 0,0 0 0 0 0,1-1-1 0 0,-1 1 1 0 0,2 0 0 0 0,-1-1 0 0 0,1 1-1 0 0,0-1 1 0 0,0 1 0 0 0,1-1-1 0 0,-1 0 1 0 0,2 0 0 0 0,-1 0-1 0 0,0-1 1 0 0,1 1 0 0 0,0-1 0 0 0,1 0-1 0 0,9 10 1 0 0,-13-14 0 0 0,0-1 0 0 0,0 1 0 0 0,0 0 0 0 0,0 0 1 0 0,0-1-1 0 0,0 1 0 0 0,0 0 0 0 0,0-1 0 0 0,0 1 0 0 0,0-1 0 0 0,0 1 0 0 0,0-1 1 0 0,1 0-1 0 0,-1 0 0 0 0,2 1 0 0 0,0-1 7 0 0,1 2 24 0 0,3-2-18 0 0,17 1 0 0 0,-17 0 7 0 0,-1-3-9 0 0,1 1-10 0 0,1-1 0 0 0,-1 0 1 0 0,0 0-1 0 0,0 0 0 0 0,0-1 1 0 0,0 0-1 0 0,-1-1 0 0 0,1 0 1 0 0,-1 0-1 0 0,0 0 0 0 0,9-8 1 0 0,20-37-25 0 0,-31 43 23 0 0,-1-1 0 0 0,0 0 0 0 0,0 0 0 0 0,0 0 0 0 0,-1 0 0 0 0,-1 0 0 0 0,1 0 0 0 0,0-11 0 0 0,-1 12-8 0 0,0-6 5 0 0,1 1 0 0 0,-2 0 1 0 0,0-1-1 0 0,-2-20 0 0 0,1 25 2 0 0,1 2-3 0 0,-5-24-2 0 0,-3 8-20 0 0,5 14 22 0 0,0-1 0 0 0,0 1 0 0 0,0 1 0 0 0,-1-1 0 0 0,0 0 0 0 0,0 1-1 0 0,0 0 1 0 0,-1 0 0 0 0,0 0 0 0 0,0 1 0 0 0,-1-1 0 0 0,-11-7 0 0 0,14 11-57 0 0,-4 1-39 0 0,0 1-1 0 0,1 0 1 0 0,-1 0-1 0 0,0 1 1 0 0,1 0-1 0 0,-1 0 1 0 0,1 0-1 0 0,-1 1 1 0 0,1 0-1 0 0,0 0 1 0 0,0 1-1 0 0,0 0 1 0 0,0 0-1 0 0,0 0 1 0 0,0 1-1 0 0,1 0 1 0 0,0 0-1 0 0,0 0 0 0 0,0 0 1 0 0,0 1-1 0 0,1 0 1 0 0,-7 9-1 0 0,3-3-324 0 0,1 0 0 0 0,0 0-1 0 0,-8 19 1 0 0,12-23-171 0 0,0-1 0 0 0,1 0 1 0 0,0 0-1 0 0,0 1 0 0 0,1 0 0 0 0,-1-1 0 0 0,1 1 0 0 0,1 0 0 0 0,0 7 0 0 0,3 13-3513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4.9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107 50 3028 0 0,'0'0'3887'0'0,"0"-4"-3005"0"0,3-18 1417 0 0,-26 13-981 0 0,18 10-1141 0 0,-18 4-22 0 0,17-4-31 0 0,3 1-20 0 0,-28 26 106 0 0,28-25-104 0 0,0 1-58 0 0,-7 9 4 0 0,7-10 381 0 0,5 1-578 0 0,7 9 176 0 0,-7-10 136 0 0,2-5-73 0 0,15-7 31 0 0,-14 7 42 0 0,-1-1 10 0 0,33-24 486 0 0,-34 24-270 0 0,1 0-307 0 0,-1 0 0 0 0,0 0 1 0 0,0-1-1 0 0,-1 1 0 0 0,1 0 0 0 0,-1-1 0 0 0,3-4 0 0 0,-3 5-55 0 0,0 0 58 0 0,-3 3-91 0 0,0 1 0 0 0,0-1 0 0 0,0 0 0 0 0,0 1 0 0 0,0-1 0 0 0,0 1 0 0 0,0 0 0 0 0,0-1-1 0 0,0 1 1 0 0,0 0 0 0 0,1 0 0 0 0,-1-1 0 0 0,0 1 0 0 0,0 0 0 0 0,1 0 0 0 0,-1 0 0 0 0,1 0 0 0 0,-1 0 0 0 0,1 0 0 0 0,-2 2 0 0 0,2-2 4 0 0,-1 0-1 0 0,1 1 1 0 0,-1-1 0 0 0,0 0 0 0 0,1 0 0 0 0,-1 0-1 0 0,0 0 1 0 0,0 0 0 0 0,0 0 0 0 0,0 0 0 0 0,0 0 0 0 0,0 0-1 0 0,0-1 1 0 0,-2 2 5 0 0,-8 20 167 0 0,15-19-198 0 0,-2-2 23 0 0,0 1 0 0 0,1-1-1 0 0,-1 0 1 0 0,0 0-1 0 0,1 0 1 0 0,-1 0-1 0 0,1 0 1 0 0,-1 0 0 0 0,1-1-1 0 0,0 1 1 0 0,-1-1-1 0 0,1 0 1 0 0,-1 0 0 0 0,1 0-1 0 0,3 0 1 0 0,-1-1-18 0 0,0 0 64 0 0,43-19 239 0 0,-44 18-232 0 0,-1-1-30 0 0,-1 0 0 0 0,1 0 0 0 0,-1 0 0 0 0,1 0-1 0 0,-1 0 1 0 0,0 0 0 0 0,0-1 0 0 0,2-4-1 0 0,-2 4-20 0 0,-5 1-90 0 0,-8-10 66 0 0,9 9-38 0 0,-22 11-417 0 0,19-5 168 0 0,1-1-131 0 0,-13 7-174 0 0,13-6 76 0 0,1 1-29 0 0,-10 7-60 0 0,10-8-54 0 0,1 1-1221 0 0,1-2 1331 0 0,-6 7 370 0 0,4-1-4453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5.4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180 52 3196 0 0,'-2'-3'1325'0'0,"-27"-26"2562"0"0,25 26-3154 0 0,0 1-83 0 0,-17-3 932 0 0,-37-5 0 0 0,52 10-1170 0 0,1 2-235 0 0,-12 5 0 0 0,12-6 139 0 0,5 1-298 0 0,0-1 1 0 0,-1 0 0 0 0,1 0 0 0 0,0 1-1 0 0,-1-1 1 0 0,1 0 0 0 0,-1 0-1 0 0,0 0 1 0 0,1 1 0 0 0,-1-1 0 0 0,0 0-1 0 0,-1 1 1 0 0,0 1 20 0 0,0 1 74 0 0,2 0-20 0 0,2 5-56 0 0,0 0 1 0 0,1-1-1 0 0,0 1 1 0 0,0 0 0 0 0,1-1-1 0 0,0 0 1 0 0,1 0-1 0 0,5 8 1 0 0,1 0-26 0 0,1-2 0 0 0,0 0 0 0 0,25 23 0 0 0,17 8 62 0 0,-22-18-92 0 0,29 30 1 0 0,-58-54 24 0 0,0 1-7 0 0,0 1 0 0 0,0-1 0 0 0,-1 1 0 0 0,1 0-1 0 0,-1 0 1 0 0,0 0 0 0 0,0 0 0 0 0,0 0 0 0 0,-1 0-1 0 0,0 1 1 0 0,1 5 0 0 0,-2-8 3 0 0,0 0 1 0 0,0 0-1 0 0,0 1 0 0 0,0-1 1 0 0,-1 0-1 0 0,1 0 1 0 0,-1 0-1 0 0,0 0 0 0 0,0 0 1 0 0,0 0-1 0 0,0 0 0 0 0,-1-1 1 0 0,1 1-1 0 0,-1 0 1 0 0,0-1-1 0 0,0 1 0 0 0,0-1 1 0 0,0 1-1 0 0,0-1 1 0 0,0 0-1 0 0,0 0 0 0 0,-4 2 1 0 0,-44 30 32 0 0,41-29-24 0 0,7-4-10 0 0,0 0 0 0 0,0 1-1 0 0,0-1 1 0 0,0 0 0 0 0,0 0-1 0 0,0 0 1 0 0,0-1 0 0 0,-1 1-1 0 0,-4 1 1 0 0,-11 1-43 0 0,6 0-305 0 0,0-1-1 0 0,0-1 1 0 0,0 1-1 0 0,0-2 1 0 0,0 0 0 0 0,0-1-1 0 0,0 0 1 0 0,-16-3-1 0 0,26 3 68 0 0,0 1 0 0 0,0-1 0 0 0,0 0 1 0 0,0 0-1 0 0,0 0 0 0 0,0 0 0 0 0,1 0 0 0 0,-1 0 0 0 0,0 0 0 0 0,1-1 0 0 0,-1 1 0 0 0,1-1 0 0 0,-1 1 1 0 0,1-1-1 0 0,0 0 0 0 0,-1 1 0 0 0,1-1 0 0 0,0 0 0 0 0,0 0 0 0 0,0 0 0 0 0,1 0 0 0 0,-1 0 0 0 0,0 0 1 0 0,1 0-1 0 0,-1-3 0 0 0,-5-20-4369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5.6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1 179 3048 0 0,'5'-14'1651'0'0,"-1"2"-592"0"0,1-1-1 0 0,1 1 1 0 0,8-15-1 0 0,-10 22-936 0 0,0 0 1 0 0,-1 0-1 0 0,1 1 0 0 0,1-1 1 0 0,-1 1-1 0 0,1 0 0 0 0,0 0 1 0 0,0 1-1 0 0,0 0 0 0 0,0-1 1 0 0,6-1-1 0 0,47-18-445 0 0,-4 8-2642 0 0,-28 6 359 0 0,-20 7-1861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5.9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0 3680 0 0,'-3'3'1188'0'0,"-28"26"1996"0"0,27-26-2640 0 0,1 2-64 0 0,-11 12-4 0 0,10-12-23 0 0,4-4-424 0 0,0-1-1 0 0,0 1 1 0 0,0 0-1 0 0,0-1 1 0 0,0 1 0 0 0,0-1-1 0 0,0 1 1 0 0,-1 0-1 0 0,1-1 1 0 0,0 1 0 0 0,0 0-1 0 0,0-1 1 0 0,-1 1-1 0 0,1-1 1 0 0,0 1-1 0 0,-1-1 1 0 0,1 1 0 0 0,-1 0-1 0 0,1-1 1 0 0,-1 1-1 0 0,-9 16 268 0 0,8-11-173 0 0,0 0 0 0 0,1 0 0 0 0,0 0-1 0 0,0 0 1 0 0,1 0 0 0 0,0 0 0 0 0,0 1 0 0 0,0-1 0 0 0,1 0-1 0 0,1 6 1 0 0,1-1-38 0 0,0-1-1 0 0,1 0 0 0 0,0 0 1 0 0,1 0-1 0 0,0 0 1 0 0,10 13-1 0 0,41 57 71 0 0,26 15-10 0 0,-80-92-125 0 0,-2-3-19 0 0,0 1 1 0 0,0-1-1 0 0,0 0 0 0 0,0 1 1 0 0,0-1-1 0 0,0 0 0 0 0,0 1 0 0 0,0-1 1 0 0,0 0-1 0 0,0 1 0 0 0,1-1 0 0 0,-1 0 1 0 0,0 1-1 0 0,0-1 0 0 0,0 0 1 0 0,0 1-1 0 0,1-1 0 0 0,-1 0 0 0 0,0 1 1 0 0,0-1-1 0 0,1 0 0 0 0,-1 0 0 0 0,0 1 1 0 0,0-1-1 0 0,1 0 0 0 0,-1 0 1 0 0,0 0-1 0 0,1 1 0 0 0,0-1 0 0 0,-1 0 9 0 0,1 1-1 0 0,-1-1 1 0 0,1 0-1 0 0,0 1 1 0 0,-1-1-1 0 0,1 1 0 0 0,-1-1 1 0 0,1 1-1 0 0,-1-1 1 0 0,1 1-1 0 0,-1-1 1 0 0,0 1-1 0 0,1 0 0 0 0,-1-1 1 0 0,0 1-1 0 0,1 0 1 0 0,-1-1-1 0 0,0 1 1 0 0,0 0-1 0 0,0-1 0 0 0,1 1 1 0 0,-1 0-1 0 0,0-1 1 0 0,0 3-1 0 0,2 15 8 0 0,-1-13-7 0 0,-4-2-9 0 0,-9 9-33 0 0,9-8-77 0 0,-3-3-140 0 0,0 2 78 0 0,0-1-199 0 0,0 0 1 0 0,1 0-1 0 0,-1 0 1 0 0,0-1-1 0 0,0 0 0 0 0,0 0 1 0 0,0 0-1 0 0,0-1 1 0 0,-7 0-1 0 0,4 0-156 0 0,-7 0-101 0 0,-6-5-2628 0 0,-8-1-1505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26.1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0 192 3956 0 0,'5'-6'1350'0'0,"-4"4"-1269"0"0,8-11 416 0 0,0 0 0 0 0,1 1 0 0 0,0 0 0 0 0,1 1 0 0 0,0 0 1 0 0,1 0-1 0 0,0 2 0 0 0,1-1 0 0 0,-1 1 0 0 0,22-10 0 0 0,36-6 35 0 0,-31 11-3144 0 0,-15 6-1095 0 0,-4 2-1321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8.9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53 4020 0 0,'0'0'2647'0'0,"3"-3"-1687"0"0,-2 0-830 0 0,1 1-1 0 0,0 0 1 0 0,-1 0 0 0 0,1 0-1 0 0,0 1 1 0 0,0-1-1 0 0,0 0 1 0 0,1 1-1 0 0,-1-1 1 0 0,0 1-1 0 0,1 0 1 0 0,-1 0 0 0 0,0 0-1 0 0,1 0 1 0 0,0 0-1 0 0,-1 0 1 0 0,1 1-1 0 0,3-1 1 0 0,191-19 912 0 0,-73 18-4019 0 0,-95 6-923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9.1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41 3944 0 0,'0'0'2625'0'0,"-19"15"563"0"0,61-17-2612 0 0,13-4-420 0 0,-19 1-528 0 0,10-2 172 0 0,0 0-288 0 0,6 1-496 0 0,-2-3-360 0 0,1 3-953 0 0,4-1-2467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39.8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209 7 2368 0 0,'0'0'1121'0'0,"-4"-1"-127"0"0,2 0-843 0 0,-1 0 0 0 0,1 0 0 0 0,-1 0 0 0 0,1 1 0 0 0,-1-1 1 0 0,1 1-1 0 0,-1 0 0 0 0,1 0 0 0 0,-1 0 0 0 0,1 0 0 0 0,-1 0 0 0 0,1 0 0 0 0,-1 1 0 0 0,1-1 0 0 0,0 1 0 0 0,-1 0 0 0 0,1 0 0 0 0,-1 0 0 0 0,1 0 1 0 0,0 0-1 0 0,-4 3 0 0 0,-6 7 133 0 0,0 0-1 0 0,1 1 1 0 0,1 1 0 0 0,0 0 0 0 0,0 0 0 0 0,-14 28-1 0 0,14-21-111 0 0,1 1-1 0 0,0-1 0 0 0,2 2 0 0 0,-8 31 0 0 0,9-30-38 0 0,4 13-31 0 0,2-33-97 0 0,-1 7 19 0 0,1 0 0 0 0,1 1 0 0 0,0-1 0 0 0,0 0 0 0 0,1 0 0 0 0,0 0 0 0 0,1 0 1 0 0,7 17-1 0 0,-6-21-19 0 0,0 0 0 0 0,0-1 0 0 0,1 1 0 0 0,0-1 0 0 0,0 0 0 0 0,0-1 0 0 0,1 1 1 0 0,8 5-1 0 0,-10-9 18 0 0,2 0 9 0 0,-1 0-44 0 0,0 0 14 0 0,1-1-1 0 0,-1 1 1 0 0,1-1-1 0 0,0 0 1 0 0,-1-1 0 0 0,1 1-1 0 0,0-1 1 0 0,-1 0-1 0 0,10-3 1 0 0,-4 0 106 0 0,0 0 1 0 0,-1-1-1 0 0,0 0 0 0 0,0-1 1 0 0,0 0-1 0 0,0 0 0 0 0,-1-1 0 0 0,16-16 1 0 0,-15 10-55 0 0,-1 0 0 0 0,0 0 0 0 0,-1-1 0 0 0,0 0 0 0 0,-2-1 0 0 0,1 1 0 0 0,-2-1 1 0 0,0 0-1 0 0,-1-1 0 0 0,0 0 0 0 0,-1 1 0 0 0,-1-1 0 0 0,0-19 0 0 0,-1 29-47 0 0,-2 0-1 0 0,1 0 1 0 0,-1 0-1 0 0,1 0 1 0 0,-2 0-1 0 0,1 0 1 0 0,-1 0-1 0 0,1 1 1 0 0,-2-1-1 0 0,1 1 1 0 0,-4-7-1 0 0,4 8-3 0 0,0 0-8 0 0,0 0 0 0 0,-1 0-1 0 0,0 0 1 0 0,0 0 0 0 0,0 0 0 0 0,0 0 0 0 0,0 1 0 0 0,-1-1 0 0 0,0 1 0 0 0,1 0-1 0 0,-1 0 1 0 0,0 0 0 0 0,-1 1 0 0 0,1 0 0 0 0,0-1 0 0 0,-1 1 0 0 0,1 1 0 0 0,-1-1-1 0 0,0 1 1 0 0,0 0 0 0 0,1 0 0 0 0,-1 0 0 0 0,0 0 0 0 0,0 1 0 0 0,-6 0 0 0 0,-1 3-58 0 0,-1 0 1 0 0,1 0 0 0 0,1 1 0 0 0,-1 1-1 0 0,0 0 1 0 0,-16 10 0 0 0,22-11-238 0 0,-1 1 0 0 0,1-1 0 0 0,-1 1 0 0 0,1 1 0 0 0,1 0 0 0 0,-1-1 0 0 0,1 1 1 0 0,0 1-1 0 0,0-1 0 0 0,1 1 0 0 0,0 0 0 0 0,0 0 0 0 0,-4 12 0 0 0,5-13-171 0 0,1-4 239 0 0,1 0 0 0 0,0 0 0 0 0,0 0 0 0 0,1 0 0 0 0,-1 0 0 0 0,0 0 0 0 0,0 0 0 0 0,1 0 0 0 0,0 0 0 0 0,-1 0 0 0 0,1 0 0 0 0,0 1 0 0 0,0-1-1 0 0,0 3 1 0 0,0 27-4032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0.2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46 4152 0 0,'0'0'1507'0'0,"3"-4"-265"0"0,12-12 2755 0 0,-13 12-3729 0 0,7-8-69 0 0,-7 9 519 0 0,-5 6-668 0 0,1 1 0 0 0,-1 0 0 0 0,1-1 0 0 0,0 1 0 0 0,0 0 0 0 0,1 1 0 0 0,-3 7-1 0 0,3-7 587 0 0,25-8-463 0 0,-19 2 19 0 0,2-5-87 0 0,7-4 296 0 0,-13 9-408 0 0,-1 1 0 0 0,1-1 0 0 0,-1 0 0 0 0,1 1 0 0 0,-1-1 0 0 0,0 1 0 0 0,1-1 0 0 0,-1 0 0 0 0,0 0 0 0 0,1 1 0 0 0,-1-1 0 0 0,0 0 0 0 0,0 0 0 0 0,0 1 0 0 0,0-1 0 0 0,0 0 0 0 0,1 0 0 0 0,-1 1 0 0 0,-1-1 0 0 0,1 0 0 0 0,0 0 0 0 0,0 1 0 0 0,0-1 0 0 0,0 0 0 0 0,-1 0 0 0 0,1 1 0 0 0,0-1 0 0 0,0 0 0 0 0,-1 0 0 0 0,1 1 0 0 0,-1-1 0 0 0,1 1 0 0 0,-1-1 0 0 0,1 0 0 0 0,-1 1 0 0 0,1-1 0 0 0,-1 1 0 0 0,1-1 0 0 0,-1 1 0 0 0,0-1 0 0 0,1 1 0 0 0,-1 0 0 0 0,0-1 0 0 0,1 1 0 0 0,-1 0 0 0 0,0-1 0 0 0,1 1 0 0 0,-1 0 0 0 0,0 0 0 0 0,-1 0 0 0 0,-20 5-816 0 0,18-4 312 0 0,0 1-65 0 0,-3 2 803 0 0,1 2-2037 0 0,21 12-8289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40.7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304 99 2520 0 0,'2'-5'1489'0'0,"3"-14"-257"0"0,-3 15-230 0 0,-3-3-185 0 0,1 5-768 0 0,0 0 69 0 0,0-1 0 0 0,0 0 0 0 0,0 1 1 0 0,-1-1-1 0 0,1 1 0 0 0,-1-1 0 0 0,0 1 0 0 0,1-1 1 0 0,-1 1-1 0 0,0-1 0 0 0,0 1 0 0 0,-1 0 1 0 0,1-1-1 0 0,0 1 0 0 0,-1 0 0 0 0,1 0 0 0 0,-1 0 1 0 0,-4-4-1 0 0,2 4-17 0 0,0 0 0 0 0,0 0 0 0 0,-1 1 0 0 0,1-1-1 0 0,-1 1 1 0 0,1 0 0 0 0,-1 0 0 0 0,0 1 0 0 0,1-1 0 0 0,-1 1 0 0 0,0 0 0 0 0,1 0 0 0 0,-9 2 0 0 0,3 0-9 0 0,1 0 1 0 0,-1 1-1 0 0,1 0 0 0 0,0 1 1 0 0,0 0-1 0 0,-12 7 0 0 0,8-3-10 0 0,1 1-1 0 0,0 1 0 0 0,0-1 0 0 0,1 2 0 0 0,1 0 0 0 0,0 0 0 0 0,0 1 0 0 0,1 0 0 0 0,0 0 1 0 0,1 1-1 0 0,-11 24 0 0 0,18-35-84 0 0,0 0 0 0 0,0 0 0 0 0,0-1 0 0 0,1 1 0 0 0,-1 0 0 0 0,1 0 0 0 0,-1 0 0 0 0,1 0 0 0 0,-1 0-1 0 0,1 0 1 0 0,0 3 0 0 0,0 0-12 0 0,-1 0 38 0 0,1 1 31 0 0,1 2-57 0 0,1-1-1 0 0,-1 1 1 0 0,1-1-1 0 0,4 11 1 0 0,-4-13 10 0 0,-1-6-6 0 0,-1 1 0 0 0,0 0 0 0 0,0 0 0 0 0,1 0 0 0 0,-1 0-1 0 0,0 0 1 0 0,0 0 0 0 0,1 0 0 0 0,-1 0 0 0 0,0 0 0 0 0,1 0 0 0 0,-1 0 0 0 0,0 0 0 0 0,0 0-1 0 0,1 0 1 0 0,-1 0 0 0 0,0 0 0 0 0,0 1 0 0 0,1-1 0 0 0,-1 0 0 0 0,0 0 0 0 0,0 0 0 0 0,1 0-1 0 0,-1 0 1 0 0,0 1 0 0 0,0-1 0 0 0,0 0 0 0 0,1 0 0 0 0,-1 0 0 0 0,0 1 0 0 0,0-1 0 0 0,0 0-1 0 0,0 0 1 0 0,1 1 0 0 0,-1-1 2 0 0,1 1 1 0 0,-1 0-1 0 0,1-1 0 0 0,0 1 0 0 0,-1 0 1 0 0,1-1-1 0 0,0 1 0 0 0,-1-1 0 0 0,1 0 1 0 0,0 1-1 0 0,0-1 0 0 0,-1 1 0 0 0,1-1 0 0 0,0 0 1 0 0,0 0-1 0 0,0 0 0 0 0,-1 1 0 0 0,1-1 1 0 0,0 0-1 0 0,0 0 0 0 0,0 0 0 0 0,0 0 1 0 0,1 0-1 0 0,4-1 11 0 0,1 0 0 0 0,0 0 1 0 0,0-1-1 0 0,-1 1 0 0 0,1-1 0 0 0,-1-1 1 0 0,0 1-1 0 0,1-1 0 0 0,-1-1 1 0 0,0 1-1 0 0,7-6 0 0 0,34-37 207 0 0,-29 28-114 0 0,-1-4 16 0 0,30-43 547 0 0,-44 62-504 0 0,15-11 144 0 0,-15 19-273 0 0,4 10-41 0 0,0 0 0 0 0,-1 1 0 0 0,-1-1 0 0 0,0 1-1 0 0,4 25 1 0 0,10 97 21 0 0,-13-88 15 0 0,2 29-331 0 0,8 47-3013 0 0,-8-107 1601 0 0,-7-19 1615 0 0,-1 1 1 0 0,0-1-1 0 0,1 1 1 0 0,-1-1 0 0 0,0 1-1 0 0,1-1 1 0 0,-1 0-1 0 0,0 1 1 0 0,0-1-1 0 0,0 1 1 0 0,1-1-1 0 0,-1 1 1 0 0,0-1-1 0 0,0 1 1 0 0,0 0 0 0 0,0-1-1 0 0,0 1 1 0 0,0-1-1 0 0,0 1 1 0 0,0-1-1 0 0,0 1 1 0 0,0 0-1 0 0,4 2-2407 0 0,17 11-1777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0.8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 51 2596 0 0,'0'0'3553'0'0,"-2"-5"-2611"0"0,0-4-1028 0 0,-7-24 6196 0 0,7 30-5645 0 0,1 7-358 0 0,-7 66 198 0 0,-4 42-27 0 0,-1-10-223 0 0,12-97-65 0 0,0 0 6 0 0,-4 18 7 0 0,4-18-4 0 0,0 0 11 0 0,0 3 74 0 0,1-1 1 0 0,0 0-1 0 0,0 0 1 0 0,2 13-1 0 0,-1-15-173 0 0,6-6 89 0 0,3 0 3 0 0,-1 1 7 0 0,1-2-1 0 0,-1 1 0 0 0,0-1 0 0 0,-1 0 1 0 0,1-1-1 0 0,14-6 0 0 0,-14 7 9 0 0,0-1 1 0 0,0-1-1 0 0,0 1 0 0 0,-1-1 0 0 0,1-1 1 0 0,-1 1-1 0 0,0-1 0 0 0,-1-1 1 0 0,1 0-1 0 0,-1 0 0 0 0,0 0 1 0 0,-1-1-1 0 0,1 0 0 0 0,-1 0 0 0 0,7-12 1 0 0,-11 15 88 0 0,-1-2 38 0 0,3-18 35 0 0,-3 18 14 0 0,-2 0 18 0 0,-1-18 4 0 0,1 19 18 0 0,-1 0 6 0 0,-6-15-15 0 0,6 15-89 0 0,-1 1 30 0 0,2 2-123 0 0,1 0-23 0 0,0 1 1 0 0,-1 0-1 0 0,1-1 0 0 0,-1 1 1 0 0,0 0-1 0 0,1 0 0 0 0,-1-1 1 0 0,0 1-1 0 0,0 0 1 0 0,0 0-1 0 0,0 0 0 0 0,-2-2 335 0 0,-1 6-295 0 0,-11 8 10 0 0,15-11-68 0 0,-1 0 0 0 0,1 1 0 0 0,0-1 0 0 0,0 0 1 0 0,-1 0-1 0 0,1 1 0 0 0,0-1 0 0 0,0 0 0 0 0,-1 0 1 0 0,1 1-1 0 0,0-1 0 0 0,0 0 0 0 0,-1 1 0 0 0,1-1 1 0 0,0 0-1 0 0,0 1 0 0 0,0-1 0 0 0,0 0 0 0 0,0 1 0 0 0,0-1 1 0 0,0 0-1 0 0,0 1 0 0 0,-1-1 0 0 0,1 1 0 0 0,0-1 1 0 0,0 0-1 0 0,1 1 0 0 0,-3 28 40 0 0,2 1 1 0 0,1-1-1 0 0,1 0 0 0 0,8 35 0 0 0,35 122-258 0 0,-5-19-2009 0 0,-28-109 817 0 0,17 101-6205 0 0,-24-108 999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2.5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58 2908 0 0,'0'0'1510'0'0,"0"-5"-150"0"0,0 1-1601 0 0,0-44 9233 0 0,9 75-8655 0 0,-2 1 1 0 0,-1-1-1 0 0,2 34 1 0 0,3 97-56 0 0,-6-74-128 0 0,7 161-1990 0 0,-11-242 1472 0 0,-1 1 0 0 0,1-1 0 0 0,-1 0 0 0 0,1 1 1 0 0,0-1-1 0 0,1 0 0 0 0,-1 0 0 0 0,0 0 0 0 0,1 0 0 0 0,0 0 1 0 0,0 0-1 0 0,0 0 0 0 0,2 2 0 0 0,-3-4 260 0 0,2 3-1558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2.9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251 26 2252 0 0,'0'0'1297'0'0,"1"-4"-292"0"0,0 3-915 0 0,-1 1 0 0 0,0-1 0 0 0,1 1 0 0 0,-1-1 0 0 0,0 1-1 0 0,0-1 1 0 0,1 0 0 0 0,-1 1 0 0 0,0-1 0 0 0,0 0 0 0 0,0 1 0 0 0,0-1-1 0 0,0 1 1 0 0,0-1 0 0 0,0 0 0 0 0,0 1 0 0 0,0-1 0 0 0,0 0-1 0 0,0 1 1 0 0,0-1 0 0 0,-1 1 0 0 0,1-1 0 0 0,0 0 0 0 0,0 1-1 0 0,-1-1 1 0 0,1 1 0 0 0,-1-2 0 0 0,-16-1 900 0 0,17 3-1057 0 0,-10 3 183 0 0,-105 110 585 0 0,26-24-76 0 0,86-86-519 0 0,-12 12 318 0 0,12-12 1349 0 0,4-7-1705 0 0,0 0-59 0 0,0 1 1 0 0,0 0 0 0 0,0 0 0 0 0,0 0-1 0 0,1 0 1 0 0,-1 1 0 0 0,1-1-1 0 0,0 0 1 0 0,-1 0 0 0 0,1 1-1 0 0,1-1 1 0 0,1-1 0 0 0,0 1 6 0 0,0 1 0 0 0,1 0 13 0 0,1 1 0 0 0,0 0 0 0 0,-1 0 1 0 0,1 0-1 0 0,10 0 0 0 0,-11 1 90 0 0,-4 1-115 0 0,-1 0 0 0 0,1 0 0 0 0,0-1 0 0 0,0 1 0 0 0,-1 0 0 0 0,1-1 0 0 0,0 1 0 0 0,0-1 0 0 0,0 1 0 0 0,0-1 0 0 0,0 1 0 0 0,-1-1 0 0 0,1 0 0 0 0,0 1 0 0 0,0-1 0 0 0,2 0 0 0 0,-2 1 6 0 0,1-1 0 0 0,0 1 0 0 0,0-1 0 0 0,0 1 0 0 0,0 0 0 0 0,-1-1 1 0 0,1 1-1 0 0,0 0 0 0 0,-1 0 0 0 0,1 0 0 0 0,1 2 0 0 0,43 36 104 0 0,-16-10-93 0 0,-21-20-100 0 0,0 1 0 0 0,1-1 0 0 0,1-1 0 0 0,-1 1 0 0 0,1-2 0 0 0,1 0 0 0 0,-1 0 0 0 0,1-1 0 0 0,21 8 0 0 0,-12-9-2232 0 0,0-1 0 0 0,27 2-1 0 0,-42-6-2506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3.2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0 116 3420 0 0,'0'-25'1253'0'0,"0"20"1340"0"0,1 1-2058 0 0,0 1-448 0 0,0 1 1 0 0,0-1-1 0 0,0 1 1 0 0,1 0 0 0 0,-1 0-1 0 0,1-1 1 0 0,-1 1-1 0 0,1 0 1 0 0,0 0-1 0 0,-1 0 1 0 0,1 1 0 0 0,0-1-1 0 0,0 0 1 0 0,1 1-1 0 0,-1-1 1 0 0,0 1 0 0 0,4-2-1 0 0,6-2 12 0 0,1 1 1 0 0,21-5-1 0 0,-30 8-77 0 0,74-15-245 0 0,-19 7-2764 0 0,-54 9 600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3.4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77 2936 0 0,'-15'13'1197'0'0,"12"-11"1372"0"0,8-1-2011 0 0,48 5 585 0 0,22-13-1409 0 0,-1-4-1 0 0,114-31 0 0 0,-120 25-1588 0 0,-29 6-261 0 0,-4 0-1476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3.6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30 3688 0 0,'0'-5'1274'0'0,"2"-20"4739"0"0,3 314-5616 0 0,1-162-3407 0 0,-3-73-48 0 0,-1 0-2206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1.7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148 121 3700 0 0,'0'0'1736'0'0,"0"-6"-238"0"0,-3-49 2756 0 0,2 51-2598 0 0,0 5-1596 0 0,-1 0-1 0 0,0 0 1 0 0,1 0 0 0 0,0 0 0 0 0,-1 1-1 0 0,1-1 1 0 0,0 1 0 0 0,-1-1 0 0 0,1 1-1 0 0,-1 1 1 0 0,1-1-28 0 0,-1-1-1 0 0,1 0 0 0 0,0 1 1 0 0,0-1-1 0 0,0 1 0 0 0,0 0 1 0 0,0-1-1 0 0,0 1 0 0 0,0 0 0 0 0,1-1 1 0 0,-1 1-1 0 0,1 0 0 0 0,-1 0 1 0 0,1 0-1 0 0,0 1 0 0 0,-2 6 56 0 0,-94 327 1147 0 0,95-330-1292 0 0,-5 20 169 0 0,5-21 15 0 0,0 0-38 0 0,-4 9 49 0 0,3-22 93 0 0,6-39-96 0 0,24-93-116 0 0,-16 69 190 0 0,43-137 0 0 0,-53 203-145 0 0,0 2 13 0 0,10-15 364 0 0,-11 18-418 0 0,1 0 0 0 0,-1 0 0 0 0,1 1 0 0 0,-1-1 0 0 0,0 0 0 0 0,1 1 0 0 0,-1-1-1 0 0,0 1 1 0 0,1 0 0 0 0,-1 0 0 0 0,0-1 0 0 0,2 2 0 0 0,0 0 21 0 0,-2-1-31 0 0,0 0 0 0 0,1-1-1 0 0,-1 1 1 0 0,0 0 0 0 0,0-1 0 0 0,0 1-1 0 0,0 0 1 0 0,0 0 0 0 0,0 0 0 0 0,0 0-1 0 0,0 0 1 0 0,0 0 0 0 0,-1 0 0 0 0,1 1-1 0 0,0-1 1 0 0,-1 0 0 0 0,1 0 0 0 0,-1 0-1 0 0,1 3 1 0 0,0-1 35 0 0,14 22 141 0 0,-1 2-1 0 0,-2-1 1 0 0,-1 2 0 0 0,15 52 0 0 0,-14-39-130 0 0,69 234-2189 0 0,-80-270 1442 0 0,0 1-119 0 0,3 17-71 0 0,-4-17-86 0 0,1-1-1301 0 0,0 15 891 0 0,-1-15-332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2.3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18 134 3244 0 0,'0'0'1362'0'0,"-3"-3"-262"0"0,-9-8-274 0 0,9 8 679 0 0,6 0-1139 0 0,3 0-227 0 0,1-1-1 0 0,-1 1 1 0 0,0 1 0 0 0,1-1 0 0 0,0 1-1 0 0,0 0 1 0 0,-1 0 0 0 0,12 0 0 0 0,71-7 264 0 0,-64 7-348 0 0,211-21-1826 0 0,-138 12-1688 0 0,-93 10 3087 0 0,13-2 1827 0 0,0 0 164 0 0,28-11 1 0 0,-42 13-88 0 0,0 3-1449 0 0,11 8-12 0 0,-11-7 35 0 0,-3 2 5 0 0,53 165 1504 0 0,-52-165-1441 0 0,0 0 21 0 0,6 15 21 0 0,-6-15 32 0 0,7 16 1740 0 0,-5-19-1655 0 0,-3-2-295 0 0,0 1-1 0 0,0-1 1 0 0,1 1-1 0 0,-1-1 1 0 0,0 0 0 0 0,1 0-1 0 0,-1 0 1 0 0,0 0-1 0 0,0 0 1 0 0,1 0 0 0 0,-1 0-1 0 0,0 0 1 0 0,1 0-1 0 0,-1-1 1 0 0,0 1 0 0 0,1 0-1 0 0,-1-1 1 0 0,0 1-1 0 0,0-1 1 0 0,0 0-1 0 0,1 1 1 0 0,0-2 0 0 0,3-2 14 0 0,-1 1 1 0 0,0 0 0 0 0,-1-1 0 0 0,1 0-1 0 0,-1 0 1 0 0,4-5 0 0 0,5-10-50 0 0,19-41 1 0 0,26-67-1829 0 0,-56 123 1276 0 0,4-18-846 0 0,-4 17 658 0 0,-8 15-7076 0 0,6-9 7710 0 0,0 1 0 0 0,0 0 1 0 0,0 0-1 0 0,1-1 0 0 0,-1 1 1 0 0,1 0-1 0 0,-1 0 0 0 0,1 0 1 0 0,0 0-1 0 0,0 0 0 0 0,-1-1 1 0 0,1 1-1 0 0,1 0 0 0 0,-1 0 1 0 0,0 0-1 0 0,0 0 0 0 0,1 0 1 0 0,-1 0-1 0 0,1-1 0 0 0,-1 1 1 0 0,1 0-1 0 0,0 0 0 0 0,0-1 1 0 0,2 4-1 0 0,-1-3 47 0 0,1 1-37 0 0,-1 1 0 0 0,1-1 1 0 0,0-1-1 0 0,1 1 1 0 0,-1 0-1 0 0,0-1 0 0 0,1 1 1 0 0,-1-1-1 0 0,1 0 1 0 0,0-1-1 0 0,0 1 0 0 0,0 0 1 0 0,8 1-1 0 0,24 4-743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2.9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27 149 2124 0 0,'19'-3'818'0'0,"0"0"0"0"0,-1-2-1 0 0,1 0 1 0 0,-1-1 0 0 0,29-13 0 0 0,-44 16-589 0 0,1 1 0 0 0,-1-1 0 0 0,0 0 1 0 0,0 0-1 0 0,0 0 0 0 0,0 0 1 0 0,-1-1-1 0 0,4-4 0 0 0,-1 1 187 0 0,-2 3 172 0 0,-1 0-67 0 0,8-14-38 0 0,-8 14 389 0 0,-1-1-533 0 0,1-14-53 0 0,-1 14 440 0 0,-21-1-341 0 0,16 4-340 0 0,3 2-37 0 0,0-1 0 0 0,0 1 0 0 0,0 0 0 0 0,0 0 0 0 0,0 0 0 0 0,0 0 0 0 0,0 0 0 0 0,0 0-1 0 0,0 0 1 0 0,0 0 0 0 0,0 1 0 0 0,0-1 0 0 0,0 0 0 0 0,0 0 0 0 0,0 1 0 0 0,0-1 0 0 0,0 1 0 0 0,0-1 0 0 0,1 1 0 0 0,-1-1-1 0 0,0 1 1 0 0,0 0 0 0 0,-1 0 0 0 0,2 0 12 0 0,-13 6 41 0 0,0 1 1 0 0,0 0 0 0 0,1 1 0 0 0,0 1 0 0 0,1 0-1 0 0,0 0 1 0 0,0 1 0 0 0,1 1 0 0 0,-15 23 0 0 0,23-33-74 0 0,-11 20-28 0 0,5-2 88 0 0,7-18-67 0 0,-14 41 179 0 0,13-40-186 0 0,2 1 1 0 0,-1-1 0 0 0,0 1-1 0 0,1 0 1 0 0,-1-1-1 0 0,1 1 1 0 0,0 0 0 0 0,0-1-1 0 0,1 1 1 0 0,-1 0 0 0 0,1-1-1 0 0,1 6 1 0 0,-1-7 30 0 0,0 0-56 0 0,-1 1 0 0 0,1-1 0 0 0,0 0-1 0 0,0 0 1 0 0,0 0 0 0 0,0 0 0 0 0,0 0 0 0 0,0-1-1 0 0,1 1 1 0 0,-1 0 0 0 0,1-1 0 0 0,-1 1 0 0 0,1 0 0 0 0,0-1-1 0 0,-1 0 1 0 0,1 1 0 0 0,0-1 0 0 0,0 0 0 0 0,0 0-1 0 0,0 0 1 0 0,0 0 0 0 0,4 1 0 0 0,1-1 21 0 0,-1 0 0 0 0,1 0 0 0 0,0-1 0 0 0,0 0 0 0 0,0 0 0 0 0,0-1 0 0 0,0 0 0 0 0,0 0 0 0 0,0-1 0 0 0,0 1 0 0 0,9-5 0 0 0,45-28 285 0 0,-52 29-126 0 0,-7 4-114 0 0,0 0 0 0 0,0 0 0 0 0,0-1 0 0 0,0 1 0 0 0,0 0-1 0 0,0-1 1 0 0,-1 1 0 0 0,1-1 0 0 0,-1 0 0 0 0,1 0 0 0 0,1-1 0 0 0,7-12 217 0 0,46-59 992 0 0,-53 70-958 0 0,-3 4-254 0 0,1 0-1 0 0,-1 0 1 0 0,0-1 0 0 0,1 1 0 0 0,-1 0 0 0 0,1-1 0 0 0,-1 1 0 0 0,1 0 0 0 0,-1-1-1 0 0,0 1 1 0 0,1 0 0 0 0,-1-1 0 0 0,0 1 0 0 0,1-1 0 0 0,-1 1 0 0 0,0-1 0 0 0,0 1 0 0 0,1-1-1 0 0,-1 1 1 0 0,0-1 0 0 0,0 1 0 0 0,0-1 0 0 0,0 1 0 0 0,1-2 0 0 0,-1 2 9 0 0,0-1 1 0 0,0 1-1 0 0,0-1 1 0 0,0 1-1 0 0,0-1 1 0 0,0 1-1 0 0,0-1 1 0 0,1 1-1 0 0,-1-1 1 0 0,0 1-1 0 0,0 0 1 0 0,1-1-1 0 0,-1 1 1 0 0,0-1-1 0 0,0 1 1 0 0,1 0-1 0 0,-1-1 1 0 0,1 1-1 0 0,-1 0 1 0 0,0-1-1 0 0,1 1 1 0 0,-1 0-1 0 0,1-1 1 0 0,-1 1-1 0 0,0 0 1 0 0,2 0-1 0 0,8 18 70 0 0,-8-8 13 0 0,-2 65-765 0 0,-3 0-1 0 0,-3 1 1 0 0,-4-2-1 0 0,-35 137 1 0 0,-17-39 68 0 0,60-168 839 0 0,-1-1-16 0 0,-9 9-6 0 0,9-9 158 0 0,-2-4-210 0 0,1 1-154 0 0,1-1 0 0 0,-1 0 0 0 0,0 0 0 0 0,1 0 0 0 0,-1 0 0 0 0,1 0 0 0 0,-1-1 0 0 0,1 0 0 0 0,0 0 1 0 0,0 0-1 0 0,0 0 0 0 0,0 0 0 0 0,0-1 0 0 0,0 1 0 0 0,0-1 0 0 0,1 0 0 0 0,-1 1 0 0 0,1-1 0 0 0,0 0 1 0 0,-3-6-1 0 0,-22-51-206 0 0,25 52 91 0 0,0 0 0 0 0,0-1 0 0 0,1 1 1 0 0,1-1-1 0 0,-1 1 0 0 0,1 0 0 0 0,0-1 1 0 0,1 1-1 0 0,0-1 0 0 0,1 1 0 0 0,-1 0 1 0 0,2-1-1 0 0,-1 1 0 0 0,1 0 1 0 0,0 1-1 0 0,1-1 0 0 0,0 0 0 0 0,0 1 1 0 0,0 0-1 0 0,12-13 0 0 0,3-3-720 0 0,1 2 0 0 0,2 0 0 0 0,0 1 1 0 0,35-24-1 0 0,26-11-2864 0 0,-39 30-243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3.3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0 4064 0 0,'0'0'6126'0'0,"-4"1"-5240"0"0,-12 4-162 0 0,15-5-709 0 0,1 0 0 0 0,0 0 0 0 0,0 0 0 0 0,-1 0 0 0 0,1 0 0 0 0,0 0 0 0 0,0 0 0 0 0,0 0 0 0 0,-1 0 0 0 0,1 0 0 0 0,0 0 0 0 0,0 1 0 0 0,0-1 0 0 0,-1 0 0 0 0,1 0 0 0 0,0 0 1 0 0,0 0-1 0 0,0 0 0 0 0,0 1 0 0 0,0-1 0 0 0,-1 0 0 0 0,1 0 0 0 0,0 0 0 0 0,0 0 0 0 0,0 1 0 0 0,0-1 0 0 0,0 0 0 0 0,0 0 0 0 0,0 0 0 0 0,0 1 0 0 0,0-1 0 0 0,-1 0 0 0 0,1 0 0 0 0,0 1 0 0 0,0-1 0 0 0,0 0 0 0 0,0 0 0 0 0,1 1 0 0 0,-10 60 1304 0 0,7-25-1059 0 0,2 0 0 0 0,2 0-1 0 0,2-1 1 0 0,10 52 0 0 0,-12-78-235 0 0,10 50-64 0 0,28 80-1 0 0,6-15-4300 0 0,-44-119 3144 0 0,4 7-724 0 0,-6-11 1763 0 0,1-1-1 0 0,-1 1 1 0 0,0-1 0 0 0,1 1-1 0 0,-1 0 1 0 0,1-1 0 0 0,-1 1 0 0 0,0-1-1 0 0,0 1 1 0 0,1 0 0 0 0,-1-1-1 0 0,0 1 1 0 0,0 0 0 0 0,0-1-1 0 0,0 1 1 0 0,0 0 0 0 0,0-1-1 0 0,0 1 1 0 0,0 0 0 0 0,0 0-1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3.8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1 227 3408 0 0,'3'-22'720'0'0,"2"0"0"0"0,1 1 1 0 0,0-1-1 0 0,2 1 0 0 0,0 1 0 0 0,17-31 0 0 0,-24 49-676 0 0,1 0 1 0 0,-1 0 0 0 0,0 0-1 0 0,1 0 1 0 0,-1 0-1 0 0,1 1 1 0 0,-1-1 0 0 0,1 0-1 0 0,0 1 1 0 0,0-1-1 0 0,3-1 1 0 0,1-1 43 0 0,-3 2-15 0 0,1-1-1 0 0,0 1 1 0 0,-1 0-1 0 0,1 0 1 0 0,0 1-1 0 0,0-1 1 0 0,0 1 0 0 0,0 0-1 0 0,0 0 1 0 0,1 0-1 0 0,6 0 1 0 0,-3 0 24 0 0,-4 1-45 0 0,1 0 0 0 0,0 0 0 0 0,0 0 1 0 0,0 0-1 0 0,0 1 0 0 0,-1 0 0 0 0,1 0 1 0 0,0 0-1 0 0,0 0 0 0 0,-1 1 0 0 0,1 0 1 0 0,6 4-1 0 0,-7-4-68 0 0,10 4-13 0 0,-12-6 41 0 0,0 1-1 0 0,0 0 1 0 0,0 0 0 0 0,0 0 0 0 0,0 1 0 0 0,0-1-1 0 0,0 0 1 0 0,0 1 0 0 0,0 0 0 0 0,-1-1-1 0 0,1 1 1 0 0,-1 0 0 0 0,1 0 0 0 0,-1-1 0 0 0,2 4-1 0 0,3 3 37 0 0,0 0 0 0 0,0 1 0 0 0,0 0 1 0 0,-1 0-1 0 0,-1 0 0 0 0,6 14 0 0 0,-9-17-22 0 0,1-1 0 0 0,-1 0 0 0 0,0 1-1 0 0,-1-1 1 0 0,1 1 0 0 0,-1-1 0 0 0,-1 1 0 0 0,1-1 0 0 0,-1 0 0 0 0,1 1 0 0 0,-1-1 0 0 0,-1 0 0 0 0,1 1 0 0 0,-1-1 0 0 0,0 0 0 0 0,-3 6 0 0 0,0-1 83 0 0,-1 0 0 0 0,0-1 0 0 0,0 0 0 0 0,-1 0 1 0 0,0 0-1 0 0,0-1 0 0 0,-1 0 0 0 0,0-1 0 0 0,0 1 1 0 0,-1-2-1 0 0,0 1 0 0 0,-14 7 0 0 0,19-12 100 0 0,2-2-176 0 0,1 0 0 0 0,0 1 0 0 0,-1-1-1 0 0,1 1 1 0 0,-1-1 0 0 0,1 1 0 0 0,0-1 0 0 0,-1 1 0 0 0,1 0 0 0 0,0 0 0 0 0,0-1 0 0 0,-3 3 0 0 0,2-1 28 0 0,-3 0 145 0 0,3-2-415 0 0,0-1 201 0 0,1 1 0 0 0,-1-1 0 0 0,0 1 0 0 0,0 0 0 0 0,0 0 0 0 0,0 0 0 0 0,0 0 0 0 0,0 0 0 0 0,-4 1 0 0 0,1-1-94 0 0,11 0-188 0 0,4 1 290 0 0,1 1 0 0 0,-1 0 1 0 0,0 1-1 0 0,0 0 0 0 0,0 1 0 0 0,0 0 1 0 0,-1 0-1 0 0,0 1 0 0 0,13 8 0 0 0,86 68 91 0 0,-27-20-205 0 0,-68-53-524 0 0,2 0 0 0 0,-1-1 0 0 0,1 0 0 0 0,18 5 0 0 0,-29-11-382 0 0,-2-1 824 0 0,0 0 0 0 0,0 0 1 0 0,0 0-1 0 0,0 1 0 0 0,-1-1 1 0 0,1 0-1 0 0,0 1 0 0 0,0-1 1 0 0,0 1-1 0 0,0 0 0 0 0,2 1 1 0 0,-4-2 19 0 0,5 1-2223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4.2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0 129 2836 0 0,'1'-9'505'0'0,"-1"0"1"0"0,1 0-1 0 0,1 0 0 0 0,-1 0 0 0 0,2 1 0 0 0,4-15 0 0 0,-5 19-325 0 0,0 0 0 0 0,1 0-1 0 0,-1 1 1 0 0,1-1 0 0 0,0 0-1 0 0,0 1 1 0 0,0 0 0 0 0,0 0-1 0 0,1 0 1 0 0,-1 0 0 0 0,1 0-1 0 0,7-3 1 0 0,-8 4 191 0 0,4 1-32 0 0,3-1-212 0 0,0 2-1 0 0,0-1 1 0 0,0 1 0 0 0,0 1-1 0 0,0 0 1 0 0,-1 0-1 0 0,1 1 1 0 0,17 6 0 0 0,-17-5-95 0 0,-1 1 0 0 0,0 1 1 0 0,1 0-1 0 0,-1 0 1 0 0,10 9-1 0 0,-15-11-16 0 0,-1 0 1 0 0,1 1-1 0 0,-1-1 0 0 0,0 1 0 0 0,0 0 1 0 0,0 0-1 0 0,-1 0 0 0 0,1 0 1 0 0,-1 0-1 0 0,0 0 0 0 0,0 1 0 0 0,0-1 1 0 0,-1 1-1 0 0,0 0 0 0 0,2 8 0 0 0,-1 6 66 0 0,-1-15 7 0 0,-2 4 14 0 0,-1 12 162 0 0,-1 0-1 0 0,-1 0 1 0 0,-11 33-1 0 0,13-49-131 0 0,0 1-30 0 0,-5 13 34 0 0,5-14 480 0 0,1 0-410 0 0,1-2-164 0 0,-1-1 0 0 0,1 1-1 0 0,0-1 1 0 0,-1 1 0 0 0,1 0 0 0 0,-1-1 0 0 0,0 1 0 0 0,1-1 0 0 0,-1 1 0 0 0,-2 1 0 0 0,4-3-41 0 0,-1 0 0 0 0,0 0-1 0 0,1 0 1 0 0,-1 0 0 0 0,1 0 0 0 0,-1-1-1 0 0,0 1 1 0 0,1 0 0 0 0,-1 0-1 0 0,0 0 1 0 0,1 0 0 0 0,-1 0-1 0 0,0 0 1 0 0,1 0 0 0 0,-1 0 0 0 0,1 1-1 0 0,-1-1 1 0 0,0 0 0 0 0,1 0-1 0 0,-1 0 1 0 0,0 0 0 0 0,1 0 0 0 0,-1 1-1 0 0,0-1 1 0 0,1 0 0 0 0,-1 0-1 0 0,0 0 1 0 0,0 1 0 0 0,1-1 0 0 0,0 1 1 0 0,0 0 0 0 0,-1-1 0 0 0,1 1 0 0 0,0-1 0 0 0,0 1 0 0 0,0-1 0 0 0,0 1 0 0 0,0-1 0 0 0,0 0 0 0 0,0 1 1 0 0,0-1-1 0 0,0 0 0 0 0,0 0 0 0 0,0 0 0 0 0,0 0 0 0 0,0 0 0 0 0,0 0 0 0 0,1 0 0 0 0,133-16-975 0 0,51-6-1662 0 0,-60 12-3119 0 0,-91 9 1029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4.5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49 4352 0 0,'0'0'6282'0'0,"5"-1"-5992"0"0,87-15 542 0 0,79-11-3298 0 0,-163 25 1938 0 0,4 0-42 0 0,6 2-3576 0 0,11 0 140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4.6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26 2880 0 0,'-3'2'1694'0'0,"-12"9"5145"0"0,18-8-6532 0 0,-2-2-283 0 0,1 0 1 0 0,0 1 0 0 0,-1-1 0 0 0,1 0 0 0 0,0 0-1 0 0,-1 0 1 0 0,1 0 0 0 0,0 0 0 0 0,0-1-1 0 0,0 1 1 0 0,0 0 0 0 0,-1-1 0 0 0,1 0-1 0 0,0 1 1 0 0,0-1 0 0 0,4 0 0 0 0,34-5-439 0 0,-22 1 292 0 0,139-32-6827 0 0,-126 27 2333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5.9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234 5 3532 0 0,'0'0'5049'0'0,"-5"-1"-4374"0"0,1 0-595 0 0,2 0-16 0 0,-1 1 1 0 0,1-1-1 0 0,0 1 1 0 0,0 0-1 0 0,-1 0 1 0 0,1-1 0 0 0,0 1-1 0 0,0 1 1 0 0,-1-1-1 0 0,1 0 1 0 0,0 0-1 0 0,0 1 1 0 0,-1 0-1 0 0,1-1 1 0 0,0 1-1 0 0,0 0 1 0 0,0 0-1 0 0,0 0 1 0 0,0 0 0 0 0,0 0-1 0 0,-3 3 1 0 0,-8 6 57 0 0,0 1 1 0 0,0 1 0 0 0,1 0 0 0 0,1 1 0 0 0,0 0-1 0 0,0 0 1 0 0,1 1 0 0 0,-15 30 0 0 0,16-25-69 0 0,0 1-1 0 0,2 0 1 0 0,0 0-1 0 0,1 0 1 0 0,1 1 0 0 0,-4 39-1 0 0,7-40-51 0 0,4 4-31 0 0,1-13-12 0 0,-2-6 39 0 0,0 3-74 0 0,2 1-1 0 0,-1-1 0 0 0,1 0 0 0 0,5 11 1 0 0,-7-15 43 0 0,1-1 0 0 0,0 0 0 0 0,0 0 0 0 0,0 0 0 0 0,0-1 0 0 0,1 1 0 0 0,-1 0 0 0 0,1-1 0 0 0,-1 0 0 0 0,1 1 0 0 0,0-1 0 0 0,0 0 0 0 0,0-1 0 0 0,0 1 0 0 0,0 0 0 0 0,1-1 0 0 0,5 2 0 0 0,9 2-27 0 0,-14-4 31 0 0,4-2 45 0 0,-1 1 4 0 0,-4 0-4 0 0,0 0-1 0 0,0-1 1 0 0,0 1-1 0 0,0 0 1 0 0,0-1-1 0 0,0 0 1 0 0,0 0-1 0 0,-1 0 1 0 0,6-2-1 0 0,1-1 87 0 0,0 0 1 0 0,0 0-1 0 0,0-1 0 0 0,-1 0 1 0 0,0 0-1 0 0,0-1 0 0 0,0 0 1 0 0,-1-1-1 0 0,0 0 0 0 0,0 0 1 0 0,0 0-1 0 0,-1-1 0 0 0,0 0 1 0 0,4-8-1 0 0,-5 7 8 0 0,0 0 1 0 0,-1 0-1 0 0,0 0 0 0 0,-1 0 1 0 0,0-1-1 0 0,0 1 0 0 0,-1-1 1 0 0,2-17-1 0 0,-3 1-31 0 0,-4-49 0 0 0,2 61-81 0 0,1 12-1 0 0,0 0 1 0 0,0-1 0 0 0,0 1 0 0 0,0 0 0 0 0,-1 0 0 0 0,1 0-1 0 0,-1 0 1 0 0,1 0 0 0 0,-1 0 0 0 0,-1-3 0 0 0,-5-11-72 0 0,6 14 49 0 0,-18-33-290 0 0,18 33 252 0 0,1 1-1 0 0,-1-1 0 0 0,0 1 1 0 0,0 0-1 0 0,0-1 0 0 0,-1 1 0 0 0,1 0 1 0 0,0 0-1 0 0,0 0 0 0 0,-1 0 1 0 0,1 0-1 0 0,0 0 0 0 0,-1 1 1 0 0,1-1-1 0 0,-1 0 0 0 0,1 1 0 0 0,-1-1 1 0 0,0 1-1 0 0,1-1 0 0 0,-1 1 1 0 0,1 0-1 0 0,-1-1 0 0 0,0 1 1 0 0,1 0-1 0 0,-4 1 0 0 0,-22 5-465 0 0,14 0-201 0 0,4 2 244 0 0,-1 1 0 0 0,1 0-1 0 0,1 0 1 0 0,0 1 0 0 0,0 0-1 0 0,-11 19 1 0 0,15-22 80 0 0,-6 15-2650 0 0,1 13-660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6.3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44 3216 0 0,'0'0'3579'0'0,"4"-2"-2299"0"0,-3 2-1091 0 0,0 0 0 0 0,0-1 0 0 0,-1 1 0 0 0,1 0 1 0 0,0 0-1 0 0,0-1 0 0 0,-1 1 0 0 0,1 0 0 0 0,0 0 1 0 0,0 0-1 0 0,0 0 0 0 0,-1 0 0 0 0,1 0 0 0 0,0 0 0 0 0,0 0 1 0 0,0 1-1 0 0,-1-1 0 0 0,1 0 0 0 0,0 0 0 0 0,1 1 1 0 0,-2 0-134 0 0,0 1-1 0 0,1-1 1 0 0,-1 0 0 0 0,0 0 0 0 0,0 0 0 0 0,0 0 0 0 0,0 0 0 0 0,0 0 0 0 0,0 0 0 0 0,-1 0 0 0 0,1 1 0 0 0,0-1 0 0 0,0 0 0 0 0,-1 0 0 0 0,1 0 0 0 0,-1 0 0 0 0,1 0 0 0 0,-1 0 0 0 0,1 0 0 0 0,-1 0 0 0 0,0-1 0 0 0,1 1 0 0 0,-1 0 0 0 0,-1 1 0 0 0,-19 34 107 0 0,19-32-163 0 0,1-1-66 0 0,0-1 48 0 0,1-1 0 0 0,-1 1 1 0 0,1 0-1 0 0,-1-1 0 0 0,1 1 0 0 0,0 0 1 0 0,0-1-1 0 0,0 1 0 0 0,0 0 0 0 0,0-1 0 0 0,0 1 1 0 0,0 0-1 0 0,0 0 0 0 0,1-1 0 0 0,-1 1 1 0 0,1-1-1 0 0,-1 1 0 0 0,1 0 0 0 0,0 1 1 0 0,1 0 55 0 0,2-4 45 0 0,2-2 53 0 0,0 1 0 0 0,0-1 0 0 0,0 0 0 0 0,0-1 0 0 0,-1 0 0 0 0,0 0 0 0 0,1 0 1 0 0,-1 0-1 0 0,5-7 0 0 0,14-22 492 0 0,-22 29-459 0 0,0 0-24 0 0,6-14 1 0 0,-6 14 65 0 0,-1-1-140 0 0,4-11-21 0 0,-4 12-28 0 0,-4 1-739 0 0,2 2 588 0 0,-1 0 0 0 0,0 0-1 0 0,1-1 1 0 0,-1 1 0 0 0,1 0 0 0 0,0 0 0 0 0,-1-1-1 0 0,1 1 1 0 0,-2-4 0 0 0,-3 6-420 0 0,-43 10-2307 0 0,45-9 1684 0 0,-6 13-4175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6.8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342 74 5096 0 0,'12'-14'1642'0'0,"-10"11"-171"0"0,5-20 1816 0 0,-9 19-2808 0 0,-8-13-106 0 0,8 13-85 0 0,-3 2-31 0 0,-5 0-206 0 0,0 0 0 0 0,-1 1 0 0 0,1 0 1 0 0,0 0-1 0 0,0 1 0 0 0,-1 1 1 0 0,1 0-1 0 0,0 0 0 0 0,0 1 1 0 0,0 0-1 0 0,0 1 0 0 0,0 0 0 0 0,0 0 1 0 0,1 1-1 0 0,-1 0 0 0 0,1 1 1 0 0,-15 10-1 0 0,10-5-34 0 0,0 0 1 0 0,1 1-1 0 0,0 0 1 0 0,1 1-1 0 0,0 1 0 0 0,1 0 1 0 0,0 0-1 0 0,1 1 1 0 0,-10 18-1 0 0,17-27-53 0 0,0 0 0 0 0,1 0 1 0 0,0 1-1 0 0,0-1 0 0 0,0 0 0 0 0,0 1 0 0 0,1-1 1 0 0,0 1-1 0 0,0 10 0 0 0,7 11-131 0 0,-5-22 86 0 0,-1-5 78 0 0,0 0 1 0 0,1 0-1 0 0,-1 0 0 0 0,1 0 1 0 0,-1 0-1 0 0,0 0 0 0 0,1 0 1 0 0,-1 0-1 0 0,0 1 0 0 0,1-1 1 0 0,-1 0-1 0 0,0 0 0 0 0,1 0 1 0 0,-1 0-1 0 0,0 1 1 0 0,1-1-1 0 0,-1 0 0 0 0,0 0 1 0 0,0 1-1 0 0,1-1 0 0 0,-1 0 1 0 0,0 0-1 0 0,0 1 0 0 0,0-1 1 0 0,1 0-1 0 0,-1 1 0 0 0,0-1 1 0 0,0 0-1 0 0,0 1 0 0 0,0-1 1 0 0,0 0-1 0 0,1 1 0 0 0,-1 0 4 0 0,0 0-1 0 0,0 0 1 0 0,1-1-1 0 0,-1 1 0 0 0,0 0 1 0 0,1 0-1 0 0,-1-1 0 0 0,1 1 1 0 0,-1-1-1 0 0,1 1 0 0 0,-1 0 1 0 0,1-1-1 0 0,-1 1 0 0 0,1-1 1 0 0,0 1-1 0 0,-1-1 0 0 0,1 1 1 0 0,0-1-1 0 0,-1 0 0 0 0,1 1 1 0 0,0-1-1 0 0,0 0 1 0 0,-1 0-1 0 0,1 1 0 0 0,0-1 1 0 0,1 0-1 0 0,19 5 61 0 0,-16-4 32 0 0,2-2 37 0 0,4-2 30 0 0,0 1 0 0 0,0-2 1 0 0,0 1-1 0 0,-1-2 0 0 0,1 1 0 0 0,-1-1 1 0 0,18-12-1 0 0,3-12 373 0 0,0-1-1 0 0,33-44 1 0 0,-61 71-438 0 0,0 0-39 0 0,0 0-36 0 0,10-10 176 0 0,-9 15-111 0 0,-1 0-65 0 0,-1-2-13 0 0,-1 1-1 0 0,1 0 1 0 0,0 0 0 0 0,-1 0-1 0 0,1 1 1 0 0,-1-1 0 0 0,1 0-1 0 0,-1 1 1 0 0,1-1 0 0 0,-1 0 0 0 0,0 1-1 0 0,0 0 1 0 0,0-1 0 0 0,0 1-1 0 0,0 0 1 0 0,0-1 0 0 0,0 1 0 0 0,-1 0-1 0 0,1 0 1 0 0,-1 0 0 0 0,1 0-1 0 0,-1 0 1 0 0,1 1 0 0 0,12 67-8 0 0,-3-3-37 0 0,22 124-504 0 0,-24-158-1296 0 0,20 49 0 0 0,-28-80 1687 0 0,1-1 1 0 0,-1 1-1 0 0,1 0 0 0 0,0-1 1 0 0,0 1-1 0 0,-1-1 0 0 0,1 1 1 0 0,0-1-1 0 0,1 1 1 0 0,-1-1-1 0 0,2 2 0 0 0,1 1-287 0 0,-1 0-1163 0 0,1-2-49 0 0,11 4-1043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2:57.7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31 5921 0 0,'0'0'1978'0'0,"0"-5"-231"0"0,-2-20 5893 0 0,5 31-7529 0 0,25 70 74 0 0,79 226-2981 0 0,-55-94-6152 0 0,-42-157 3150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5.2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166 54 3556 0 0,'0'0'1292'0'0,"-2"-3"-210"0"0,2 2-1015 0 0,0 0-1 0 0,0 0 1 0 0,-1 1 0 0 0,1-1 0 0 0,-1 0-1 0 0,1 0 1 0 0,-1 1 0 0 0,1-1 0 0 0,-1 0-1 0 0,1 0 1 0 0,-1 1 0 0 0,0-1 0 0 0,1 1-1 0 0,-1-1 1 0 0,0 1 0 0 0,1-1 0 0 0,-1 1-1 0 0,0-1 1 0 0,0 1 0 0 0,0-1 0 0 0,1 1-1 0 0,-1 0 1 0 0,0 0 0 0 0,0-1 0 0 0,0 1-1 0 0,0 0 1 0 0,0 0 0 0 0,1 0 0 0 0,-1 0-1 0 0,0 0 1 0 0,0 0 0 0 0,0 0 0 0 0,0 0-1 0 0,0 0 1 0 0,0 1 0 0 0,0-1 0 0 0,1 0-1 0 0,-1 0 1 0 0,0 1 0 0 0,0-1 0 0 0,0 1-1 0 0,1-1 1 0 0,-1 1 0 0 0,0-1 0 0 0,0 1 0 0 0,1-1-1 0 0,-1 1 1 0 0,1 0 0 0 0,-2 0 0 0 0,-10 16 91 0 0,1 1 0 0 0,0 0 0 0 0,1 0 0 0 0,2 1 0 0 0,-14 39 1 0 0,-20 104 155 0 0,37-142-263 0 0,4-15-12 0 0,-3 16 100 0 0,4-15-104 0 0,-1-1 1048 0 0,1 0-926 0 0,0-3-173 0 0,3 12 231 0 0,-3-14-208 0 0,0 0 0 0 0,1 0-1 0 0,-1 0 1 0 0,0 0 0 0 0,1 0 0 0 0,-1 0-1 0 0,1 0 1 0 0,-1-1 0 0 0,0 1-1 0 0,1 0 1 0 0,-1 0 0 0 0,0 0 0 0 0,1 0-1 0 0,-1 0 1 0 0,0-1 0 0 0,1 1-1 0 0,-1 0 1 0 0,0 0 0 0 0,0-1-1 0 0,1 1 1 0 0,-1 0 0 0 0,0 0 0 0 0,0-1-1 0 0,1 1 1 0 0,-1 0 0 0 0,0-1-1 0 0,0 1 1 0 0,0 0 0 0 0,0-1 0 0 0,1 1-1 0 0,-1 0 1 0 0,0-1 0 0 0,0 1-1 0 0,0-1 1 0 0,2-2 56 0 0,0-3-3 0 0,20-65 110 0 0,-4-2 0 0 0,11-89 0 0 0,-25 138-35 0 0,11-43 511 0 0,-14 62-396 0 0,5 0-175 0 0,-6 4-70 0 0,1 1-1 0 0,-1-1 0 0 0,0 1 0 0 0,0-1 1 0 0,0 1-1 0 0,1 0 0 0 0,-1-1 0 0 0,0 1 1 0 0,0 0-1 0 0,1-1 0 0 0,-1 1 0 0 0,0 0 1 0 0,1-1-1 0 0,-1 1 0 0 0,0 0 0 0 0,1 0 1 0 0,-1-1-1 0 0,1 1 0 0 0,-1 0 1 0 0,0 0-1 0 0,1 0 0 0 0,-1 0 0 0 0,1-1 1 0 0,-1 1-1 0 0,1 0 0 0 0,-1 0 0 0 0,0 0 1 0 0,1 0-1 0 0,-1 0 0 0 0,1 0 0 0 0,-1 0 1 0 0,1 0-1 0 0,-1 0 0 0 0,1 0 0 0 0,-1 0 1 0 0,0 1-1 0 0,1-1 0 0 0,-1 0 0 0 0,1 0 1 0 0,16 21 65 0 0,-2 0 0 0 0,0 0 0 0 0,-1 2 0 0 0,-1-1 0 0 0,19 49 0 0 0,4 7-6 0 0,9 18-1092 0 0,-23-36-2526 0 0,-21-56 2120 0 0,3 19-2818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5.7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39 170 2512 0 0,'-3'-3'1461'0'0,"-2"1"-793"0"0,1-1-1 0 0,0 0 0 0 0,0 0 1 0 0,0 0-1 0 0,0 0 1 0 0,1-1-1 0 0,-5-4 1 0 0,9 7-634 0 0,0-1 0 0 0,0 1 0 0 0,0-1 0 0 0,0 1 0 0 0,0 0 0 0 0,1-1 0 0 0,-1 1 0 0 0,0 0 0 0 0,0 0 0 0 0,3-1 0 0 0,-3 1-24 0 0,-1 0 1 0 0,1 0-1 0 0,0 1 1 0 0,-1-1-1 0 0,1 0 0 0 0,0 1 1 0 0,0-1-1 0 0,0 0 1 0 0,0 1-1 0 0,-1-1 0 0 0,1 1 1 0 0,0 0-1 0 0,0-1 1 0 0,0 1-1 0 0,0 0 0 0 0,0-1 1 0 0,0 1-1 0 0,0 0 1 0 0,0 0-1 0 0,1 0 0 0 0,16-3 99 0 0,48-13-261 0 0,-10 4-641 0 0,-54 11 787 0 0,33-6-782 0 0,49-16-1 0 0,-80 22 736 0 0,1-1 59 0 0,14-3 24 0 0,-15 3 108 0 0,0 0-129 0 0,36-16 1072 0 0,-36 17-904 0 0,18 16-18 0 0,27 65 288 0 0,-47-77-308 0 0,1 1 30 0 0,8 13 23 0 0,-9-13 32 0 0,7 4 48 0 0,1 5 1095 0 0,2-3-990 0 0,-9-8 848 0 0,3-2-892 0 0,16-4 176 0 0,-16 3-297 0 0,-6 1-205 0 0,0-1 0 0 0,0 1 0 0 0,0-1 0 0 0,0 1 0 0 0,0-1 0 0 0,0 1 0 0 0,1-1 0 0 0,-1 1 0 0 0,0-1-1 0 0,0 1 1 0 0,1-1 0 0 0,-1 1 0 0 0,0-1 0 0 0,0 1 0 0 0,1 0 0 0 0,-1-1 0 0 0,0 1 0 0 0,1-1 0 0 0,-1 1 0 0 0,1 0 0 0 0,-1-1-1 0 0,1 1 1 0 0,11-14 223 0 0,16-54-70 0 0,-26 64-149 0 0,-1-2-26 0 0,5-16-54 0 0,-4 16-118 0 0,-1 1-483 0 0,2-15 141 0 0,-2 15-107 0 0,14-6-8353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6.3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177 29 3388 0 0,'0'0'2507'0'0,"1"-3"-1565"0"0,0 3-878 0 0,-1-1-1 0 0,1 1 0 0 0,-1-1 0 0 0,0 1 0 0 0,1-1 1 0 0,-1 0-1 0 0,0 1 0 0 0,1-1 0 0 0,-1 1 1 0 0,0-1-1 0 0,0 0 0 0 0,0 1 0 0 0,1-1 0 0 0,-1 1 1 0 0,0-1-1 0 0,0 0 0 0 0,0 1 0 0 0,0-1 1 0 0,0 0-1 0 0,0 1 0 0 0,0-1 0 0 0,0 0 0 0 0,-1 1 1 0 0,1-1-1 0 0,0 1 0 0 0,0-1 0 0 0,0 0 1 0 0,-1 1-1 0 0,1-1 0 0 0,0 1 0 0 0,-1-1 1 0 0,1 1-1 0 0,0-1 0 0 0,-1 1 0 0 0,1-1 0 0 0,-1 1 1 0 0,1-1-1 0 0,-1 1 0 0 0,1-1 0 0 0,-1 1 1 0 0,1 0-1 0 0,-1-1 0 0 0,1 1 0 0 0,-1 0 0 0 0,0-1 1 0 0,1 1-1 0 0,-1 0 0 0 0,1 0 0 0 0,-1 0 1 0 0,0 0-1 0 0,1 0 0 0 0,-1 0 0 0 0,0-1 1 0 0,1 1-1 0 0,-1 1 0 0 0,0-1 0 0 0,1 0 0 0 0,-2 0 1 0 0,-2 2-104 0 0,-9 5 107 0 0,1 0 0 0 0,0 1 0 0 0,1 1 0 0 0,0 0 0 0 0,0 0-1 0 0,1 1 1 0 0,0 0 0 0 0,0 1 0 0 0,1 0 0 0 0,1 1 0 0 0,0-1 0 0 0,1 2 0 0 0,-9 19-1 0 0,13-28-47 0 0,2 1-8 0 0,-5 16 7 0 0,5-15 21 0 0,1-1-41 0 0,1 17-8 0 0,-1-16 55 0 0,24 0 24 0 0,-19-5-9 0 0,-4-2-38 0 0,0 0 0 0 0,0 0 0 0 0,0 0-1 0 0,0 0 1 0 0,1 0 0 0 0,-1 1 0 0 0,0-1 0 0 0,1 0 0 0 0,-1 1-1 0 0,0-1 1 0 0,1 1 0 0 0,1-1 0 0 0,-2 1 14 0 0,3-2 141 0 0,0-2-14 0 0,20-18 437 0 0,25-30 0 0 0,-46 48-485 0 0,-3 4-109 0 0,0-1 0 0 0,1 1 1 0 0,-1-1-1 0 0,1 0 0 0 0,-1 1 0 0 0,0-1 1 0 0,1 1-1 0 0,-1-1 0 0 0,1 1 1 0 0,-1 0-1 0 0,1-1 0 0 0,-1 1 0 0 0,1-1 1 0 0,-1 1-1 0 0,1 0 0 0 0,0-1 0 0 0,-1 1 1 0 0,1 0-1 0 0,0 0 0 0 0,0-1 0 0 0,0 1-1 0 0,-1 0 0 0 0,1 0 0 0 0,-1 0 0 0 0,1 0 0 0 0,-1 0 0 0 0,1-1 0 0 0,-1 1 0 0 0,0 0 0 0 0,1 0 0 0 0,-1-1 0 0 0,1 1 0 0 0,-1 0 0 0 0,0 0 0 0 0,1-1 0 0 0,-1 1 0 0 0,1 0 0 0 0,-1-1 0 0 0,0 1 0 0 0,0-1 0 0 0,1 1 0 0 0,-1-1 0 0 0,0 1 0 0 0,0 0 0 0 0,1-1 0 0 0,-1 1 0 0 0,0-1 0 0 0,0 0 0 0 0,5 0 37 0 0,12-2 1 0 0,-12 2 4 0 0,-1 4-29 0 0,3 5-8 0 0,1-1-1 0 0,-1 1 1 0 0,0 1-1 0 0,-1 0 1 0 0,0 0-1 0 0,-1 0 1 0 0,1 0-1 0 0,5 18 1 0 0,2 6 10 0 0,13 53 1 0 0,-18-53-34 0 0,-2 1 0 0 0,-1 1 0 0 0,0 62 1 0 0,-6-80 10 0 0,-8 47 13 0 0,6-55-14 0 0,1-2 4 0 0,0-1 1 0 0,0 1-1 0 0,-1-1 0 0 0,1 0 1 0 0,-2 0-1 0 0,1 0 1 0 0,-1 0-1 0 0,1 0 1 0 0,-2-1-1 0 0,-7 9 1 0 0,10-12 65 0 0,-21 7 323 0 0,18-11-250 0 0,2 0-108 0 0,-1 0-1 0 0,1 0 1 0 0,-1 0-1 0 0,1 0 1 0 0,0-1 0 0 0,0 1-1 0 0,0-1 1 0 0,0 0-1 0 0,0 0 1 0 0,1 0 0 0 0,-1 0-1 0 0,1 0 1 0 0,0-1-1 0 0,0 1 1 0 0,0-1 0 0 0,-2-6-1 0 0,2 4-9 0 0,0-1 0 0 0,1 1 0 0 0,0-1 0 0 0,0 0-1 0 0,0 1 1 0 0,1-1 0 0 0,0 0 0 0 0,0 0 0 0 0,1 0 0 0 0,1-10-1 0 0,1 6-119 0 0,1-1-1 0 0,0 0 1 0 0,1 1-1 0 0,0-1 1 0 0,0 1-1 0 0,1 1 1 0 0,1-1-1 0 0,0 1 0 0 0,0 0 1 0 0,15-14-1 0 0,-1 3-584 0 0,1 1-1 0 0,1 0 1 0 0,28-17-1 0 0,-11 10-1816 0 0,2 1 0 0 0,48-21-1 0 0,-54 32-1721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6.6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14 3100 0 0,'0'0'1287'0'0,"-2"-2"-140"0"0,1 1-941 0 0,0 0 0 0 0,0 0 1 0 0,0 0-1 0 0,0 0 0 0 0,0 0 0 0 0,0 0 0 0 0,0 1 1 0 0,-1-1-1 0 0,1 0 0 0 0,0 1 0 0 0,0-1 0 0 0,0 1 1 0 0,-1-1-1 0 0,1 1 0 0 0,0 0 0 0 0,-1-1 1 0 0,1 1-1 0 0,0 0 0 0 0,-1 0 0 0 0,1 0 0 0 0,0 0 1 0 0,-1 0-1 0 0,-1 1 0 0 0,-7-1-445 0 0,8 4 565 0 0,-3 7-181 0 0,0-1 0 0 0,1 1 0 0 0,0-1 0 0 0,1 1 0 0 0,0 0 0 0 0,1 0 0 0 0,0 0 0 0 0,1 1 0 0 0,0-1 0 0 0,1 19 0 0 0,1 19 13 0 0,0 0-56 0 0,13 133-2131 0 0,-14-177 1292 0 0,1 0-1081 0 0,1 13 896 0 0,-1-14-64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7.0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0 162 2220 0 0,'1'-6'1157'0'0,"-1"4"-983"0"0,1-13 801 0 0,1 1-1 0 0,7-27 1 0 0,-7 36-858 0 0,0 0 0 0 0,0 0 0 0 0,0 0 0 0 0,1 0 0 0 0,-1 1 0 0 0,1-1 0 0 0,0 1 1 0 0,1-1-1 0 0,-1 1 0 0 0,1 1 0 0 0,0-1 0 0 0,5-5 0 0 0,33-10 393 0 0,-37 17-428 0 0,0 3-25 0 0,4 0-4 0 0,-1 0-1 0 0,1 1 1 0 0,14 6 0 0 0,-18-6-1 0 0,-2 2-16 0 0,10 10 6 0 0,-10-10 14 0 0,-1 0 44 0 0,-1 1-88 0 0,0 1-1 0 0,0-1 1 0 0,0 0 0 0 0,-1 1 0 0 0,1-1 0 0 0,-2 6 0 0 0,1-6 18 0 0,-3-1 44 0 0,-1 3 7 0 0,-1 0 0 0 0,-1 0 0 0 0,1-1 0 0 0,-1 0 0 0 0,0 0 0 0 0,0 0 0 0 0,0-1 0 0 0,-1 0 0 0 0,-9 5 0 0 0,13-8 85 0 0,-1 1-8 0 0,-39 16 706 0 0,38-17-78 0 0,-12 7-524 0 0,13-7 76 0 0,17 15-257 0 0,-6-11-55 0 0,0 0 0 0 0,0-1 0 0 0,1 0 0 0 0,-1 0 0 0 0,1-1 0 0 0,0 0 0 0 0,12 4 0 0 0,-14-5 8 0 0,53 20-173 0 0,-28-14-163 0 0,-9-8-164 0 0,-19-1 390 0 0,53 3-2109 0 0,-50-4 1319 0 0,0 1-1 0 0,0-1 1 0 0,-1 0-1 0 0,1 0 1 0 0,6-2-1 0 0,10-5-3763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7.4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44 1988 0 0,'3'-4'853'0'0,"34"-26"1524"0"0,-33 27-1887 0 0,2 2-70 0 0,16-3-76 0 0,-16 3-67 0 0,-4 1-241 0 0,-1 1-1 0 0,1 0 1 0 0,0-1-1 0 0,0 1 1 0 0,0-1-1 0 0,-1 1 1 0 0,1-1-1 0 0,0 0 1 0 0,0 0-1 0 0,3 0 1 0 0,0 0 32 0 0,1 1 127 0 0,-1 1-45 0 0,36 22 197 0 0,-37-22-257 0 0,-2 2-22 0 0,7 14 31 0 0,-6-13 18 0 0,-3-1 34 0 0,1 15 48 0 0,0-14-4 0 0,-3 0 9 0 0,-16 38 439 0 0,16-39-443 0 0,0 0-24 0 0,1-2-166 0 0,-2 2 114 0 0,0 1-1 0 0,0-1 0 0 0,0 1 1 0 0,1 0-1 0 0,0 0 0 0 0,0 0 1 0 0,-2 6-1 0 0,8-9-72 0 0,-2 0-47 0 0,1 0 0 0 0,-1 0 0 0 0,1 0 0 0 0,0-1 0 0 0,0 1 0 0 0,-1-1 0 0 0,1 1 0 0 0,0-1 0 0 0,0 0 0 0 0,0 0 0 0 0,0-1 0 0 0,0 1 0 0 0,1 0 0 0 0,-1-1 0 0 0,0 0 0 0 0,0 0 0 0 0,5 0 0 0 0,41-4-334 0 0,151-25-6176 0 0,-156 22 2220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7.6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0 3196 0 0,'-4'3'1315'0'0,"-12"9"2992"0"0,21-10-3855 0 0,15 3-213 0 0,-15-3 86 0 0,3-2-29 0 0,67 3 246 0 0,26-1-1020 0 0,-46-2-3046 0 0,-31 2 1076 0 0,-18-1-1734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7.8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1 3524 0 0,'-47'27'3904'0'0,"42"-24"-280"0"0,8 1-3190 0 0,6 15-78 0 0,-6-14-86 0 0,4-4-82 0 0,2 1-134 0 0,27 0 179 0 0,10-4-341 0 0,56-12-1616 0 0,-27 0-3626 0 0,-41 6-15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8.4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239 50 2932 0 0,'0'0'1305'0'0,"-1"-5"-214"0"0,-5-17 111 0 0,6 21-1112 0 0,-1 0 1 0 0,1-1-1 0 0,0 1 0 0 0,-1 0 0 0 0,1 0 0 0 0,-1 0 0 0 0,0 0 0 0 0,1 0 0 0 0,-1 0 0 0 0,0 0 0 0 0,1 0 1 0 0,-1 0-1 0 0,0 0 0 0 0,0 0 0 0 0,0 0 0 0 0,0 0 0 0 0,0 0 0 0 0,0 1 0 0 0,0-1 0 0 0,0 0 0 0 0,0 1 1 0 0,0-1-1 0 0,-2 0 0 0 0,-1 2-3 0 0,-1 0 1 0 0,1 0-1 0 0,0 0 1 0 0,-1 1-1 0 0,1 0 1 0 0,0-1-1 0 0,0 1 0 0 0,0 1 1 0 0,0-1-1 0 0,1 1 1 0 0,-6 4-1 0 0,-38 36 395 0 0,32-25-396 0 0,0 1 0 0 0,1 1 0 0 0,1 1-1 0 0,1 0 1 0 0,-14 32 0 0 0,23-46-76 0 0,0 1-1 0 0,1-1 1 0 0,0 1 0 0 0,1-1-1 0 0,-2 13 1 0 0,2-12 0 0 0,1-4 16 0 0,1 2-5 0 0,-1-2-17 0 0,1 1-4 0 0,-1 0 1 0 0,1 0-1 0 0,1 0 1 0 0,-1 0 0 0 0,1 0-1 0 0,-1 0 1 0 0,4 5-1 0 0,-4-8 3 0 0,1 0 0 0 0,-1 0 0 0 0,1 0 0 0 0,-1-1 0 0 0,1 1 0 0 0,0 0 0 0 0,0-1 0 0 0,0 1 0 0 0,0-1 0 0 0,0 1 0 0 0,0-1 0 0 0,0 0 0 0 0,0 0 0 0 0,1 0-1 0 0,-1 0 1 0 0,0 0 0 0 0,1-1 0 0 0,-1 1 0 0 0,0-1 0 0 0,1 1 0 0 0,-1-1 0 0 0,1 0 0 0 0,3 0 0 0 0,4-1 101 0 0,0 0 0 0 0,1-1-1 0 0,-1 0 1 0 0,0-1 0 0 0,0 0 0 0 0,-1 0 0 0 0,1-1-1 0 0,-1-1 1 0 0,1 1 0 0 0,-1-1 0 0 0,0-1-1 0 0,-1 0 1 0 0,0 0 0 0 0,0-1 0 0 0,0 0 0 0 0,-1 0-1 0 0,0-1 1 0 0,0 0 0 0 0,0 0 0 0 0,6-13 0 0 0,-6 11-23 0 0,-1 0 1 0 0,0 0-1 0 0,-1 0 1 0 0,0-1-1 0 0,0 0 1 0 0,-1 0 0 0 0,4-19-1 0 0,-7 25-39 0 0,-1 3-34 0 0,0-1 0 0 0,-1 1 0 0 0,1 0 0 0 0,0 0 0 0 0,-1-1 0 0 0,0 1-1 0 0,1 0 1 0 0,-1 0 0 0 0,0 0 0 0 0,0 0 0 0 0,-2-4 0 0 0,1 5-4 0 0,1 0 0 0 0,0 0 0 0 0,-1 0 0 0 0,1 0 0 0 0,0 1 0 0 0,-1-1 0 0 0,1 0 1 0 0,-1 1-1 0 0,1-1 0 0 0,-1 1 0 0 0,0 0 0 0 0,-1-1 0 0 0,-1 0 3 0 0,0 1-29 0 0,1-1 1 0 0,0 1 0 0 0,-1 0-1 0 0,1 0 1 0 0,0 0-1 0 0,-1 0 1 0 0,1 0-1 0 0,0 1 1 0 0,-1-1-1 0 0,1 1 1 0 0,0 0 0 0 0,0 0-1 0 0,-1 0 1 0 0,1 1-1 0 0,-3 1 1 0 0,4-2-11 0 0,-3 1-207 0 0,1 0 1 0 0,-1 1-1 0 0,0 0 1 0 0,1-1-1 0 0,-1 1 1 0 0,1 1-1 0 0,-5 4 1 0 0,4-4-85 0 0,2-2-778 0 0,-2 17-1361 0 0,3-15 1908 0 0,0 0-2101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8.6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29 3700 0 0,'0'0'6968'0'0,"0"-5"-6432"0"0,-3-14-103 0 0,3 14 713 0 0,-5 5-1036 0 0,-2 0-88 0 0,-3 0-276 0 0,27 5-12367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9.1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290 36 3296 0 0,'0'0'1228'0'0,"-1"-4"-183"0"0,-4-12-223 0 0,4 11-164 0 0,-8 1 94 0 0,8 4-713 0 0,1-1 0 0 0,-1 1 0 0 0,0-1 0 0 0,1 1 0 0 0,-1-1 0 0 0,0 1 0 0 0,1-1 0 0 0,-1 1 1 0 0,0 0-1 0 0,0-1 0 0 0,1 1 0 0 0,-1 0 0 0 0,0-1 0 0 0,0 1 0 0 0,1 0 0 0 0,-1 0 0 0 0,0 0 0 0 0,0 0 0 0 0,0 0 0 0 0,0 0 0 0 0,1 0 0 0 0,-2 0 0 0 0,-9 0 107 0 0,0 0 0 0 0,0 1 1 0 0,1 0-1 0 0,-1 0 0 0 0,1 1 0 0 0,-1 1 0 0 0,-19 7 0 0 0,17-4-81 0 0,0 1 0 0 0,0 1 0 0 0,0-1 0 0 0,1 2 0 0 0,-20 17 0 0 0,-17 39 86 0 0,47-61-184 0 0,1 0 10 0 0,0 0 23 0 0,0 0 0 0 0,1 0 0 0 0,0 0 0 0 0,0 0 0 0 0,0 1 0 0 0,0-1 0 0 0,0 0 1 0 0,2 5-1 0 0,-1-5 96 0 0,4-3-27 0 0,12 4 16 0 0,-12-4 33 0 0,-1-2 12 0 0,15-4 21 0 0,-14 4 48 0 0,1-1 31 0 0,94-45 1130 0 0,-96 45-1171 0 0,1-1-27 0 0,14-5-24 0 0,-14 5 56 0 0,-5 4-190 0 0,1-1 1 0 0,-1 0 0 0 0,0 1 0 0 0,1-1-1 0 0,-1 0 1 0 0,1 1 0 0 0,-1-1 0 0 0,0 0-1 0 0,1 0 1 0 0,-1 1 0 0 0,1-1 0 0 0,-1 0-1 0 0,1 0 1 0 0,-1 0 0 0 0,1 0 0 0 0,-1 1-1 0 0,1-1 1 0 0,-1 0 0 0 0,1 0 0 0 0,-1 0-1 0 0,1 0 1 0 0,-1 0 0 0 0,1-1 0 0 0,-1 1-1 0 0,1 0 1 0 0,-1 0 0 0 0,1 0 0 0 0,0-1-1 0 0,0 1 0 0 0,0 0 0 0 0,0 0 0 0 0,-1 0 0 0 0,1-1 0 0 0,0 1 0 0 0,0 0 0 0 0,0 0 0 0 0,0 0 0 0 0,0 0 0 0 0,0 0 0 0 0,-1 0 0 0 0,1 1 0 0 0,0-1 0 0 0,0 0 0 0 0,0 0 0 0 0,0 1 0 0 0,-1-1 0 0 0,1 0 0 0 0,0 1-1 0 0,0-1 1 0 0,-1 1 0 0 0,1-1 0 0 0,1 2 0 0 0,5 4 13 0 0,0 1 0 0 0,-1 0-1 0 0,0 1 1 0 0,0-1 0 0 0,-1 1 0 0 0,0 1-1 0 0,0-1 1 0 0,5 15 0 0 0,4 9-11 0 0,9 40 0 0 0,-12-36-9 0 0,0 5-2389 0 0,22 52 0 0 0,-17-67-1985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3:59.5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 53 3240 0 0,'0'-6'1494'0'0,"-1"-16"-199"0"0,1 16 617 0 0,-1 2-1224 0 0,1 3-599 0 0,0 1-1 0 0,0-1 1 0 0,0 0 0 0 0,-1 0-1 0 0,1 1 1 0 0,0-1 0 0 0,0 0 0 0 0,0 1-1 0 0,-1-1 1 0 0,1 0 0 0 0,0 1 0 0 0,-1-1-1 0 0,1 0 1 0 0,0 1 0 0 0,-1-1 0 0 0,1 0-1 0 0,-1 1 1 0 0,1-1 0 0 0,-1 1 0 0 0,1-1-1 0 0,-2 0 1 0 0,-13 8 604 0 0,12-5-547 0 0,3 9-51 0 0,0-1 0 0 0,1 1-1 0 0,0-1 1 0 0,1 0-1 0 0,0 1 1 0 0,1-1 0 0 0,0 0-1 0 0,5 13 1 0 0,-3-13-41 0 0,1 1 0 0 0,0-2 0 0 0,0 1 0 0 0,1 0 0 0 0,0-1 0 0 0,1-1 0 0 0,0 1 0 0 0,0-1 0 0 0,1 0 0 0 0,0-1 0 0 0,14 9 0 0 0,-22-15-41 0 0,1 0 0 0 0,-1 0 0 0 0,0 0 0 0 0,1-1 1 0 0,-1 1-1 0 0,0 0 0 0 0,1-1 0 0 0,-1 0 0 0 0,1 1 0 0 0,-1-1 1 0 0,1 0-1 0 0,-1 1 0 0 0,3-1 0 0 0,0 0 40 0 0,1 1 135 0 0,1-1 28 0 0,-1 0-118 0 0,0 0 0 0 0,0 0 0 0 0,0-1 0 0 0,0 1 0 0 0,0-1-1 0 0,0-1 1 0 0,0 1 0 0 0,0-1 0 0 0,0 0 0 0 0,-1 0 0 0 0,1 0 0 0 0,0 0-1 0 0,-1-1 1 0 0,0 0 0 0 0,0 0 0 0 0,0 0 0 0 0,5-5 0 0 0,-1-6 183 0 0,0 1 0 0 0,-2-1 0 0 0,1 0 1 0 0,4-16-1 0 0,-11 29-245 0 0,0 0 0 0 0,0 0-1 0 0,0 0 1 0 0,1 0 0 0 0,-1 0 0 0 0,0 0 0 0 0,1-1 0 0 0,-1 1-1 0 0,1 0 1 0 0,-1 0 0 0 0,1 0 0 0 0,0 1 0 0 0,-1-1 0 0 0,1 0-1 0 0,0 0 1 0 0,1-1 0 0 0,4 15 138 0 0,-2 45-261 0 0,-4-46 152 0 0,15 190-1572 0 0,0 23-8164 0 0,-13-168 3399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11.9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1265 311 2692 0 0,'-20'-19'1507'0'0,"0"2"-1"0"0,-22-16 1 0 0,18 17-854 0 0,0 1 0 0 0,-1 2 0 0 0,-50-21 0 0 0,27 18-4 0 0,-1 1 1 0 0,-1 3-1 0 0,-82-9 1 0 0,121 19-557 0 0,-13-1 63 0 0,0 1 1 0 0,-23 1-1 0 0,36 2-131 0 0,1 0 1 0 0,0 0 0 0 0,0 1-1 0 0,0 0 1 0 0,0 1-1 0 0,1 0 1 0 0,-1 1-1 0 0,-16 8 1 0 0,-6 8-9 0 0,0 2 1 0 0,2 1 0 0 0,0 2-1 0 0,2 1 1 0 0,-35 40 0 0 0,-119 164 192 0 0,178-224-197 0 0,-74 110 232 0 0,68-98-220 0 0,1 1 1 0 0,1 0 0 0 0,0 0-1 0 0,2 0 1 0 0,-6 28 0 0 0,3-2 51 0 0,7-11 33 0 0,2 56 1 0 0,0-76-92 0 0,1 1 10 0 0,1 1-1 0 0,0 0 1 0 0,1-1 0 0 0,7 24 0 0 0,12 30 138 0 0,-10-39-65 0 0,1-1 1 0 0,1-1-1 0 0,2 0 1 0 0,1-1-1 0 0,0-1 1 0 0,3 0-1 0 0,0-2 0 0 0,1 0 1 0 0,1-1-1 0 0,26 19 1 0 0,-39-34-24 0 0,1-1 1 0 0,0-1-1 0 0,17 8 0 0 0,-18-9-63 0 0,36 19 185 0 0,12 1-10 0 0,62 23 47 0 0,-82-33-132 0 0,66 18-1 0 0,-69-24-70 0 0,1-1 43 0 0,0-1-1 0 0,39 3 0 0 0,92 4 41 0 0,-70-14-211 0 0,3-6 238 0 0,42-11-9 0 0,-86 7-140 0 0,0-2-1 0 0,-1-3 0 0 0,98-40 1 0 0,-59 11-14 0 0,101-64 1 0 0,-129 70 27 0 0,127-84-24 0 0,-166 102 8 0 0,-1 0 0 0 0,-1-1 0 0 0,-1-2 1 0 0,-1 0-1 0 0,21-30 0 0 0,-30 37 14 0 0,-2-1 1 0 0,0 0-1 0 0,-1-1 1 0 0,0 0-1 0 0,-2 0 0 0 0,0-1 1 0 0,-1 0-1 0 0,-1-1 1 0 0,0 0-1 0 0,-2 0 1 0 0,0 0-1 0 0,-2 0 1 0 0,1-26-1 0 0,-5 10 69 0 0,-1 1-1 0 0,-1 0 0 0 0,-2 0 1 0 0,-2 1-1 0 0,-1 0 0 0 0,-14-34 1 0 0,5 22-7 0 0,-3 1-1 0 0,-1 0 1 0 0,-55-79 0 0 0,62 104-53 0 0,-1 1 0 0 0,-1 0 1 0 0,-1 1-1 0 0,0 1 1 0 0,-2 1-1 0 0,1 0 0 0 0,-2 2 1 0 0,0 0-1 0 0,-1 1 0 0 0,0 2 1 0 0,-33-13-1 0 0,10 8-29 0 0,-2 2 0 0 0,1 2 0 0 0,-2 2 0 0 0,1 3 0 0 0,-51-3 0 0 0,27 5 38 0 0,-1 4-1 0 0,0 2 1 0 0,0 4-1 0 0,-98 18 0 0 0,134-15-86 0 0,0 1 0 0 0,1 2 0 0 0,0 2 0 0 0,0 1 0 0 0,2 1 0 0 0,0 2-1 0 0,1 2 1 0 0,0 0 0 0 0,2 3 0 0 0,-37 32 0 0 0,39-28-852 0 0,1 2 0 0 0,1 1 0 0 0,-27 40 1 0 0,33-38-3046 0 0,-27 55 1 0 0,30-50-2312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13.5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 0 4784 0 0,'0'0'3754'0'0,"-4"3"-2794"0"0,2-2-836 0 0,0 1 1 0 0,0-1 0 0 0,0 1-1 0 0,0-1 1 0 0,0 1 0 0 0,1 0 0 0 0,-1 0-1 0 0,1 0 1 0 0,-1-1 0 0 0,1 2 0 0 0,0-1-1 0 0,0 0 1 0 0,-1 0 0 0 0,2 0 0 0 0,-1 1-1 0 0,0-1 1 0 0,0 0 0 0 0,1 1 0 0 0,-1-1-1 0 0,1 0 1 0 0,0 1 0 0 0,0 4-1 0 0,-2 1 33 0 0,1 29 518 0 0,6 12-217 0 0,2-1-1 0 0,3 0 1 0 0,24 78 0 0 0,-10-59-2198 0 0,63 125 0 0 0,-85-188 1262 0 0,0 1 29 0 0,6 11-45 0 0,-6-12-62 0 0,-3-9-2027 0 0,-13-32 2548 0 0,-26-56 1 0 0,-8-17 764 0 0,36 77-265 0 0,1-2 1 0 0,2 1-1 0 0,2-1 0 0 0,-5-54 0 0 0,11 86-444 0 0,1 1 0 0 0,0-1 0 0 0,0 1-1 0 0,0-1 1 0 0,0 1 0 0 0,1-1 0 0 0,-1 1 0 0 0,1-1-1 0 0,-1 1 1 0 0,1 0 0 0 0,1-5 0 0 0,1 1 29 0 0,-2 1 22 0 0,-1 2-55 0 0,0 1 0 0 0,1 0 0 0 0,-1 0 0 0 0,1 0 0 0 0,0 0 0 0 0,-1 0 0 0 0,1 0-1 0 0,0 0 1 0 0,0 0 0 0 0,0 0 0 0 0,0 0 0 0 0,1 0 0 0 0,-1 0 0 0 0,3-2 0 0 0,3-5 127 0 0,-4 4-99 0 0,-2 4-30 0 0,-1-1 0 0 0,1 0 0 0 0,0 1 0 0 0,0-1 0 0 0,1 1 0 0 0,-1-1 0 0 0,0 1 0 0 0,0 0 0 0 0,1-1 0 0 0,-1 1 0 0 0,1 0 0 0 0,-1 0 0 0 0,1 0 0 0 0,-1 0 0 0 0,3-1 0 0 0,1-1 35 0 0,1 0-1 0 0,0 0 1 0 0,0 0-1 0 0,0 1 1 0 0,0-1 0 0 0,1 1-1 0 0,-1 1 1 0 0,1-1 0 0 0,11 0-1 0 0,-14 2-32 0 0,1 1-1 0 0,0-1 0 0 0,0 1 1 0 0,0 0-1 0 0,0 0 0 0 0,-1 0 0 0 0,1 1 1 0 0,-1-1-1 0 0,1 1 0 0 0,-1 1 1 0 0,1-1-1 0 0,-1 0 0 0 0,6 6 1 0 0,-7-6-9 0 0,0 1 1 0 0,-1 0 0 0 0,1 0-1 0 0,-1 0 1 0 0,1 0 0 0 0,-1 0-1 0 0,0 0 1 0 0,0 1 0 0 0,-1-1-1 0 0,1 0 1 0 0,-1 1 0 0 0,1 0-1 0 0,0 4 1 0 0,-1-4 2 0 0,0 3 26 0 0,0 0 0 0 0,0 0 0 0 0,0 0 0 0 0,-1 0-1 0 0,0 1 1 0 0,0-1 0 0 0,-1 0 0 0 0,0 0-1 0 0,0 0 1 0 0,-1 0 0 0 0,-4 12 0 0 0,-33 70 187 0 0,37-85-162 0 0,1-3-49 0 0,0 0-1 0 0,1 0 0 0 0,-1 0 1 0 0,0 1-1 0 0,1-1 0 0 0,-1 0 1 0 0,1 1-1 0 0,-1-1 0 0 0,1 0 1 0 0,0 1-1 0 0,0-1 0 0 0,0 0 1 0 0,0 1-1 0 0,0-1 0 0 0,0 1 1 0 0,0 1-1 0 0,3-2-8 0 0,1 1 1 0 0,0 0-1 0 0,-1-1 0 0 0,1 0 1 0 0,0 0-1 0 0,0 0 0 0 0,-1 0 1 0 0,1-1-1 0 0,0 1 0 0 0,5-1 1 0 0,-3 0 4 0 0,0-1 5 0 0,34 4 33 0 0,43 8 0 0 0,-63-6-1 0 0,3 6 5 0 0,-19-9-38 0 0,3 2-7 0 0,0 0 1 0 0,-1 1 0 0 0,1-1 0 0 0,-1 1-1 0 0,0 1 1 0 0,0-1 0 0 0,5 8 0 0 0,-8-10-4 0 0,-1 0 0 0 0,0 0 0 0 0,-1 0 0 0 0,1 1 1 0 0,-1-1-1 0 0,1 0 0 0 0,-1 1 0 0 0,0-1 0 0 0,0 1 1 0 0,0-1-1 0 0,-1 1 0 0 0,1 0 0 0 0,-1-1 0 0 0,0 1 1 0 0,0 0-1 0 0,0-1 0 0 0,-1 1 0 0 0,1-1 0 0 0,-1 1 1 0 0,-2 6-1 0 0,-1 0-2 0 0,0 1 0 0 0,-2 0 0 0 0,1-1 0 0 0,-1 0 1 0 0,0 0-1 0 0,-1-1 0 0 0,-1 0 0 0 0,1 0 0 0 0,-1 0 0 0 0,-1-1 0 0 0,1 0 1 0 0,-1-1-1 0 0,-12 8 0 0 0,5-5 8 0 0,0 0 1 0 0,0-1-1 0 0,-1-1 0 0 0,-1-1 1 0 0,1 0-1 0 0,-1-1 1 0 0,-26 5-1 0 0,38-10-80 0 0,-1 0 1 0 0,0 0-1 0 0,0-1 0 0 0,-1 0 0 0 0,1 0 0 0 0,0-1 0 0 0,0 0 1 0 0,-11-3-1 0 0,13 3 55 0 0,-1 0-167 0 0,1-1 0 0 0,-1 0-1 0 0,0-1 1 0 0,1 1-1 0 0,-1-1 1 0 0,1 0-1 0 0,0 0 1 0 0,0-1-1 0 0,0 1 1 0 0,0-1 0 0 0,1 0-1 0 0,-1-1 1 0 0,1 1-1 0 0,0-1 1 0 0,0 1-1 0 0,1-1 1 0 0,-1-1-1 0 0,1 1 1 0 0,1 0-1 0 0,-1-1 1 0 0,0 1 0 0 0,1-1-1 0 0,0 0 1 0 0,1 0-1 0 0,-2-9 1 0 0,2 13-60 0 0,0-1 0 0 0,1 0 0 0 0,-1 0 1 0 0,1 0-1 0 0,0 0 0 0 0,0 0 0 0 0,0 0 0 0 0,0 0 1 0 0,0 0-1 0 0,0 0 0 0 0,2-4 0 0 0,0-3-634 0 0,4-20-3183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14.4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62 182 2724 0 0,'0'0'6043'0'0,"2"4"-5765"0"0,-1-2-190 0 0,0-1 0 0 0,0 1 0 0 0,0 0 0 0 0,0-1-1 0 0,0 1 1 0 0,0-1 0 0 0,1 0 0 0 0,-1 1 0 0 0,1-1-1 0 0,-1 0 1 0 0,1 0 0 0 0,0 0 0 0 0,-1 0 0 0 0,1 0-1 0 0,0 0 1 0 0,0 0 0 0 0,-1-1 0 0 0,3 2 0 0 0,0-1 284 0 0,0-3-256 0 0,12-5 26 0 0,-12 6-18 0 0,-4 0-120 0 0,0 1 1 0 0,0 0-1 0 0,0-1 0 0 0,0 1 1 0 0,0 0-1 0 0,0-1 0 0 0,0 1 1 0 0,0 0-1 0 0,0-1 1 0 0,0 1-1 0 0,0 0 0 0 0,0-1 1 0 0,1 1-1 0 0,-1 0 1 0 0,0-1-1 0 0,0 1 0 0 0,0 0 1 0 0,1 0-1 0 0,-1-1 1 0 0,0 1-1 0 0,0 0 0 0 0,1 0 1 0 0,-1-1-1 0 0,0 1 1 0 0,0 0-1 0 0,1 0 0 0 0,-1 0 1 0 0,0 0-1 0 0,1-1 1 0 0,0 1 7 0 0,0-1 0 0 0,0 1 1 0 0,-1-1-1 0 0,1 1 0 0 0,0-1 1 0 0,0 0-1 0 0,-1 1 0 0 0,1-1 1 0 0,0 0-1 0 0,-1 1 1 0 0,1-1-1 0 0,-1 0 0 0 0,1 0 1 0 0,-1 0-1 0 0,1 0 0 0 0,-1 0 1 0 0,1 1-1 0 0,-1-3 0 0 0,7-18 25 0 0,-5 16 28 0 0,-1-1-64 0 0,-1 0-38 0 0,1 0 1 0 0,-2 1-1 0 0,1-1 0 0 0,-1 0 0 0 0,1 1 1 0 0,-2-1-1 0 0,1 1 0 0 0,0-1 1 0 0,-1 1-1 0 0,0-1 0 0 0,-4-5 0 0 0,4 8-27 0 0,2 3 61 0 0,-1 0-1 0 0,1 0 1 0 0,0 0 0 0 0,-1 0 0 0 0,1 0 0 0 0,-1 0-1 0 0,1 0 1 0 0,0-1 0 0 0,-1 1 0 0 0,1 0 0 0 0,0 0-1 0 0,-1 0 1 0 0,1 0 0 0 0,-1-1 0 0 0,1 1 0 0 0,0 0-1 0 0,0 0 1 0 0,-1-1 0 0 0,1 1 0 0 0,0 0 0 0 0,-1-1 0 0 0,1 1-1 0 0,0 0 1 0 0,0-1 0 0 0,0 1 0 0 0,-1 0 0 0 0,1-1-1 0 0,0 1 1 0 0,0-1 0 0 0,0 0 0 0 0,0 1 1 0 0,-1-1 1 0 0,1 1-1 0 0,0-1 0 0 0,0 0 1 0 0,-1 1-1 0 0,1-1 0 0 0,0 1 1 0 0,-1-1-1 0 0,1 1 0 0 0,-1-1 1 0 0,1 1-1 0 0,0-1 1 0 0,-1 1-1 0 0,1 0 0 0 0,-1-1 1 0 0,1 1-1 0 0,-1 0 0 0 0,0-1 1 0 0,1 1-1 0 0,-1 0 0 0 0,1-1 1 0 0,-1 1-1 0 0,1 0 0 0 0,-1 0 1 0 0,0 0-1 0 0,1 0 1 0 0,-1 0-1 0 0,0 0 0 0 0,1 0 1 0 0,-1 0-1 0 0,1 0 0 0 0,-1 0 1 0 0,-1 0-1 0 0,-1 0 5 0 0,0 0 4 0 0,1 0-1 0 0,-1 0 0 0 0,1 0 1 0 0,-1 0-1 0 0,1 0 0 0 0,-1 1 1 0 0,1-1-1 0 0,-1 1 0 0 0,1 0 1 0 0,-1 0-1 0 0,1 0 0 0 0,-1 0 1 0 0,1 0-1 0 0,0 0 0 0 0,0 1 1 0 0,0-1-1 0 0,0 1 0 0 0,0 0 1 0 0,-2 2-1 0 0,-2 1 10 0 0,1 1 1 0 0,1 0-1 0 0,-1 0 0 0 0,1 0 0 0 0,0 1 1 0 0,0-1-1 0 0,1 1 0 0 0,0 0 1 0 0,0 0-1 0 0,1 1 0 0 0,0-1 0 0 0,0 0 1 0 0,1 1-1 0 0,-1-1 0 0 0,2 1 1 0 0,-1-1-1 0 0,1 1 0 0 0,0 0 1 0 0,1-1-1 0 0,2 13 0 0 0,-1-12-9 0 0,0-1-1 0 0,0 1 0 0 0,1-1 1 0 0,0 0-1 0 0,1 1 1 0 0,0-2-1 0 0,8 13 1 0 0,-9-16-18 0 0,0 0-1 0 0,0 1 1 0 0,0-1 0 0 0,1-1 0 0 0,-1 1 0 0 0,1 0-1 0 0,-1-1 1 0 0,1 0 0 0 0,0 0 0 0 0,0 0 0 0 0,0 0 0 0 0,0-1-1 0 0,0 1 1 0 0,1-1 0 0 0,-1 0 0 0 0,0 0 0 0 0,1-1 0 0 0,4 1-1 0 0,51-4-589 0 0,-46 0 388 0 0,-1 0 0 0 0,0-1 0 0 0,0 0 0 0 0,0-2-1 0 0,0 1 1 0 0,-1-1 0 0 0,0-1 0 0 0,-1 0 0 0 0,1-1 0 0 0,-1 0 0 0 0,-1-1 0 0 0,1 0 0 0 0,-2-1 0 0 0,1 0-1 0 0,15-22 1 0 0,-15 18-47 0 0,-8 12 222 0 0,0-1 1 0 0,-1 0-1 0 0,1 1 1 0 0,-1-1-1 0 0,0 0 0 0 0,0 0 1 0 0,0 0-1 0 0,0 0 0 0 0,1-3 1 0 0,17-79 733 0 0,-19 80-506 0 0,0 0-132 0 0,-3-17 126 0 0,3 16 12 0 0,-5-1 62 0 0,5 6-237 0 0,-1 0 1 0 0,1 0 0 0 0,0 0 0 0 0,0 0 0 0 0,-1 0-1 0 0,1 0 1 0 0,-1 0 0 0 0,1 0 0 0 0,-1 1 0 0 0,0-1 0 0 0,1 0-1 0 0,-1 0 1 0 0,0 0 0 0 0,1 1 0 0 0,-1-1 0 0 0,-1 0-1 0 0,-1-1 51 0 0,-1 0-1 0 0,0 0 1 0 0,0 1-1 0 0,0 0 0 0 0,1 0 1 0 0,-1 0-1 0 0,0 0 1 0 0,0 1-1 0 0,0 0 0 0 0,-5-1 1 0 0,3 2 120 0 0,-1 4-80 0 0,6-6-104 0 0,1 1 1 0 0,-1 0 0 0 0,1 1-1 0 0,-1-1 1 0 0,1 0 0 0 0,-1 0-1 0 0,1 0 1 0 0,0 0 0 0 0,-1 0-1 0 0,1 0 1 0 0,-1 0 0 0 0,1 1-1 0 0,0-1 1 0 0,-1 0 0 0 0,1 0-1 0 0,0 1 1 0 0,-1-1 0 0 0,1 0-1 0 0,0 0 1 0 0,-1 1 0 0 0,1-1-1 0 0,0 0 1 0 0,-1 1 0 0 0,1-1-1 0 0,0 0 1 0 0,0 1 0 0 0,-1-1-1 0 0,1 1 1 0 0,0-1 0 0 0,0 0 0 0 0,0 1-1 0 0,0-1 1 0 0,0 1 0 0 0,0-1-1 0 0,0 1 1 0 0,0-1 0 0 0,0 1-1 0 0,0-1 1 0 0,0 0 0 0 0,0 2-1 0 0,4 19 16 0 0,-3-20-24 0 0,-1 0 0 0 0,0 0 0 0 0,1 0 0 0 0,-1 0 0 0 0,0 1 0 0 0,1-1 0 0 0,-1 0 0 0 0,1 0 0 0 0,0 0 0 0 0,-1 0-1 0 0,1 0 1 0 0,0-1 0 0 0,-1 1 0 0 0,1 0 0 0 0,0 0 0 0 0,0 0 0 0 0,0-1 0 0 0,0 1 0 0 0,0 0 0 0 0,2 0 0 0 0,-1 1-1 0 0,7 5-2 0 0,0 0-1 0 0,1-1 0 0 0,-1 0 1 0 0,1 0-1 0 0,1-1 0 0 0,12 5 0 0 0,-20-9 7 0 0,25 13 145 0 0,36 23 1 0 0,-61-35-46 0 0,1 2 13 0 0,10 10-6 0 0,-10-10 27 0 0,3 13 143 0 0,-6-15-230 0 0,1 2 243 0 0,-3 2-174 0 0,-5 15-19 0 0,4-16-14 0 0,-1-1-12 0 0,-33 30 40 0 0,33-32-143 0 0,-2 0-77 0 0,0 1-419 0 0,-1-1-1 0 0,0 0 1 0 0,1 0-1 0 0,-1 0 1 0 0,0-1-1 0 0,0 0 1 0 0,-8 1-1 0 0,1-16-3269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14.6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57 3360 0 0,'0'0'1467'0'0,"0"-6"-209"0"0,-1-17-244 0 0,0 17 484 0 0,1 1-937 0 0,0-12-151 0 0,4 20 638 0 0,8 29 804 0 0,-7-17-2034 0 0,99 225 1579 0 0,-24-94-3389 0 0,-49-97-1458 0 0,-28-46 2202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14.8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11 244 3304 0 0,'0'0'2728'0'0,"-2"-3"-1764"0"0,2 3-940 0 0,-1-1 30 0 0,0 0 1 0 0,0 0-1 0 0,1 1 1 0 0,-1-1 0 0 0,1 0-1 0 0,-1 0 1 0 0,0 0-1 0 0,1 1 1 0 0,0-1-1 0 0,-1 0 1 0 0,1 0 0 0 0,-1 0-1 0 0,1 0 1 0 0,0 0-1 0 0,0 0 1 0 0,0 0-1 0 0,-1 0 1 0 0,1 0 0 0 0,0 0-1 0 0,0 0 1 0 0,0 0-1 0 0,0 0 1 0 0,1 0-1 0 0,-1 0 1 0 0,0 0 0 0 0,0 0-1 0 0,1 0 1 0 0,-1 0-1 0 0,0 0 1 0 0,1 0-1 0 0,-1 1 1 0 0,1-1 0 0 0,-1 0-1 0 0,1 0 1 0 0,0 0-1 0 0,-1 1 1 0 0,1-1 0 0 0,0 0-1 0 0,-1 0 1 0 0,1 1-1 0 0,0-1 1 0 0,0 1-1 0 0,0-1 1 0 0,1 0 0 0 0,33-27 101 0 0,1 2 0 0 0,54-29 0 0 0,30-10-4156 0 0,-94 51 2122 0 0,0 1-2148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06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1084 327 2168 0 0,'-1'-4'1262'0'0,"-4"-13"-240"0"0,4 13 506 0 0,-1 0-1024 0 0,-6-13-146 0 0,6 13 77 0 0,0 1-54 0 0,-7-9-222 0 0,7 9 180 0 0,-1 0 23 0 0,-1-1-247 0 0,-1 1-1 0 0,0 0 1 0 0,0 0-1 0 0,-1 0 0 0 0,1 0 1 0 0,-1 1-1 0 0,1-1 1 0 0,-1 2-1 0 0,0-1 1 0 0,0 1-1 0 0,0-1 1 0 0,0 1-1 0 0,0 1 1 0 0,0-1-1 0 0,-10 2 1 0 0,-2 1-84 0 0,1 0 0 0 0,0 2 0 0 0,-1 0 0 0 0,1 1 0 0 0,-16 7 0 0 0,-7 5 77 0 0,2 1 0 0 0,0 1 0 0 0,2 3 0 0 0,-59 43 0 0 0,36-16 195 0 0,-89 93 0 0 0,130-121-222 0 0,4 1-6 0 0,-133 211 723 0 0,115-177-625 0 0,2 0 1 0 0,3 2-1 0 0,2 1 0 0 0,3 2 1 0 0,-16 68-1 0 0,28-86-110 0 0,5-14 77 0 0,1-1 0 0 0,2 0 0 0 0,1 0 0 0 0,1 1 0 0 0,1-1 0 0 0,7 38 0 0 0,5-5 185 0 0,2-12-17 0 0,25 61 1 0 0,-10-31-123 0 0,-25-69-154 0 0,-1-1 0 0 0,1 1 0 0 0,1-1 0 0 0,0 1 0 0 0,0-2 0 0 0,14 16 0 0 0,-10-12-19 0 0,0 0 0 0 0,1-1-1 0 0,0 0 1 0 0,1-1-1 0 0,20 14 1 0 0,-3-4 3 0 0,-3 1-1 0 0,2-1 1 0 0,1-1 0 0 0,0-1-1 0 0,1-1 1 0 0,62 23 0 0 0,-28-20-39 0 0,-11-7 38 0 0,-18-5-5 0 0,107 22 11 0 0,-43-11-51 0 0,-39-10 65 0 0,193 16 124 0 0,-238-23-147 0 0,98 4-143 0 0,115-3-58 0 0,-172-5 98 0 0,8 3-11 0 0,18-1-2 0 0,17 4 19 0 0,273 15-50 0 0,-315-18 84 0 0,-1-1-36 0 0,-1-2 40 0 0,-4 0 0 0 0,-1 0-5 0 0,0-1-12 0 0,-1-1-46 0 0,-1 0 25 0 0,1 1 54 0 0,0 1 15 0 0,1-1-24 0 0,0 3 26 0 0,-1-2 9 0 0,-1 2 15 0 0,118-3-21 0 0,-67 2-3 0 0,3-1-13 0 0,10 0 119 0 0,-45 2-152 0 0,281 4 161 0 0,-291-3-97 0 0,0-1-12 0 0,-2 2 55 0 0,2-2-50 0 0,1 0-38 0 0,492 6-626 0 0,-488-8 688 0 0,87-12 59 0 0,-86 6-96 0 0,-17 3-17 0 0,2 0 55 0 0,190-13 486 0 0,-11 6 58 0 0,-222 11-444 0 0,-3 1-107 0 0,1-1 0 0 0,-1 0-1 0 0,0 1 1 0 0,0-1-1 0 0,0 1 1 0 0,0 0 0 0 0,0 0-1 0 0,0 0 1 0 0,0 0-1 0 0,1 0 1 0 0,-1 0-1 0 0,3 1 1 0 0,0 0 22 0 0,2-1 136 0 0,0-1 8 0 0,55-1 503 0 0,-56 1-522 0 0,-1 0-14 0 0,48-7 403 0 0,-47 7-480 0 0,0 0-69 0 0,286-82 430 0 0,-240 66-446 0 0,-32 9 19 0 0,-6 2-23 0 0,0 1 0 0 0,0-2 0 0 0,0 1 0 0 0,-1-2 0 0 0,0 0 0 0 0,15-12 0 0 0,-17 11 8 0 0,0 0-63 0 0,0-1 1 0 0,-1 0-1 0 0,0 0 0 0 0,-1-1 1 0 0,15-23-1 0 0,29-63-392 0 0,-41 75 403 0 0,8-20 109 0 0,-2-1 1 0 0,-2-1-1 0 0,-1 0 1 0 0,-3-1 0 0 0,-1 0-1 0 0,8-87 1 0 0,-18 80 81 0 0,-2 0 1 0 0,-3 1-1 0 0,-2 0 1 0 0,-20-82-1 0 0,18 96 12 0 0,-6-19 186 0 0,4 20-279 0 0,-3 0-1 0 0,0 1 0 0 0,-3 1 1 0 0,0 0-1 0 0,-2 1 0 0 0,-2 1 1 0 0,-1 1-1 0 0,-1 0 0 0 0,-42-42 1 0 0,30 42-39 0 0,-1 2 0 0 0,-2 2 0 0 0,0 1 1 0 0,-77-39-1 0 0,-175-62-46 0 0,181 87-63 0 0,-1 6 0 0 0,-2 4 0 0 0,-1 5 1 0 0,-136-13-1 0 0,-57 7-609 0 0,-321-41 157 0 0,605 69 552 0 0,-343-45-55 0 0,-13 27 7 0 0,321 22 26 0 0,5 1 45 0 0,2 1-75 0 0,-113 12 132 0 0,108-8-272 0 0,-278 45-552 0 0,265-45 632 0 0,15-1 66 0 0,-171 9-480 0 0,90-5 500 0 0,65-5 0 0 0,18-2-1 0 0,-10 3 42 0 0,-7 2-64 0 0,61-8 20 0 0,-1 0 45 0 0,1 0 0 0 0,-1 1 0 0 0,1 0 0 0 0,-1 0 0 0 0,-7 2 0 0 0,4-1-5 0 0,5-1-14 0 0,-1 0 9 0 0,-14 3-8 0 0,15-3-31 0 0,0 1-32 0 0,-16 3 89 0 0,15-3 10 0 0,0-1-22 0 0,-17 5-6 0 0,17-5 2 0 0,0 0 26 0 0,-16 5-28 0 0,16-5-10 0 0,0 1 16 0 0,-16 3-19 0 0,16-3-41 0 0,1-1 49 0 0,-16 5 21 0 0,15-5-26 0 0,1 0-8 0 0,-16 5 21 0 0,15-5 2 0 0,1 1 5 0 0,-15 2-7 0 0,15-3 2 0 0,0 0-14 0 0,-48 10 111 0 0,47-10-88 0 0,0 0-5 0 0,-18 3 9 0 0,18-4 8 0 0,0 1-12 0 0,-91 8 32 0 0,90-9-22 0 0,5 1-26 0 0,0 0 0 0 0,0 0 0 0 0,0-1 0 0 0,0 1 0 0 0,0-1 0 0 0,0 1 0 0 0,-1-1 0 0 0,1 0 0 0 0,0 0 0 0 0,0 0 0 0 0,-3 0 0 0 0,-1 0 2 0 0,-1 0 6 0 0,1 1-18 0 0,-20 0-12 0 0,19-1 35 0 0,1 1 4 0 0,-19 1-3 0 0,19-2 5 0 0,0 1-10 0 0,-49 8-351 0 0,50-9-31 0 0,0 2-204 0 0,-17 2-175 0 0,17-3-112 0 0,0 2-206 0 0,0-1 529 0 0,-4 3-45 0 0,-5 3-4892 0 0,-8 6-42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07.2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9 3516 0 0,'0'0'1804'0'0,"-4"-1"-391"0"0,-12-5-280 0 0,12 5 617 0 0,1 3-1070 0 0,0 0-597 0 0,1 0 4 0 0,0 0-1 0 0,0-1 0 0 0,0 1 0 0 0,1 0 0 0 0,-1 0 0 0 0,0 0 0 0 0,1 0 0 0 0,-1 0 1 0 0,1 0-1 0 0,0 0 0 0 0,0 0 0 0 0,0 0 0 0 0,0 1 0 0 0,0-1 0 0 0,0 1 0 0 0,0-1 1 0 0,1 1-1 0 0,-1 3 0 0 0,-3 23 325 0 0,2-1 0 0 0,0 1 0 0 0,6 55 0 0 0,20 95 383 0 0,0 4-366 0 0,-21-153-1029 0 0,4 82 1676 0 0,-5-75-3472 0 0,-2-1-3431 0 0,4-39 3213 0 0,15-8-1861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07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185 29 2616 0 0,'0'0'1316'0'0,"-3"-4"-231"0"0,2 4-871 0 0,0-1-66 0 0,0 0-1 0 0,0 0 0 0 0,-1 0 0 0 0,1-1 0 0 0,0 1 0 0 0,0 0 0 0 0,0-1 0 0 0,0 1 0 0 0,0-1 1 0 0,0 1-1 0 0,1-1 0 0 0,-2-1 0 0 0,-3 2 364 0 0,-15-4-31 0 0,17 6-408 0 0,1-1 1 0 0,-1 1 0 0 0,0-1-1 0 0,1 1 1 0 0,-1 0-1 0 0,1 0 1 0 0,-1 0 0 0 0,1 0-1 0 0,-1 1 1 0 0,1-1-1 0 0,0 1 1 0 0,0-1 0 0 0,0 1-1 0 0,0 0 1 0 0,0 0-1 0 0,0 0 1 0 0,0 0 0 0 0,-2 2-1 0 0,-7 9 134 0 0,0 1 0 0 0,1 0-1 0 0,1 0 1 0 0,0 1 0 0 0,1 0 0 0 0,0 1-1 0 0,1 0 1 0 0,1 0 0 0 0,-6 26 0 0 0,11-38-137 0 0,0 0-16 0 0,-1 14 7 0 0,1-13 264 0 0,3-1-217 0 0,4 11 17 0 0,-5-11 268 0 0,1-5-372 0 0,-1 1 0 0 0,1-1 0 0 0,-1 0 0 0 0,1 0 0 0 0,-1 0 0 0 0,1 0 0 0 0,-1 0 0 0 0,0 0 0 0 0,1-1 0 0 0,-1 1 0 0 0,2-3 0 0 0,-3 4 2 0 0,3-3 18 0 0,0 0 1 0 0,-1 0 0 0 0,0-1-1 0 0,1 1 1 0 0,-1 0 0 0 0,0-1 0 0 0,-1 1-1 0 0,1-1 1 0 0,-1 0 0 0 0,2-6 0 0 0,-2 7-13 0 0,17-50 336 0 0,2-3 182 0 0,-2 16-261 0 0,-17 36-212 0 0,0 2-65 0 0,0 1-1 0 0,0-1 1 0 0,0 1 0 0 0,0-1 0 0 0,0 1 0 0 0,0 0 0 0 0,0-1 0 0 0,0 1-1 0 0,0 0 1 0 0,1 0 0 0 0,1-2 0 0 0,-3 3-4 0 0,3-4 51 0 0,23 7-34 0 0,-19-1-16 0 0,-5-2-5 0 0,0 0 0 0 0,1 0-1 0 0,-1 1 1 0 0,0-1 0 0 0,0 1 0 0 0,0 0 0 0 0,0-1-1 0 0,1 1 1 0 0,-1 0 0 0 0,0 0 0 0 0,0 1 0 0 0,-1-1 0 0 0,1 0-1 0 0,3 3 1 0 0,2 2-8 0 0,20 12-421 0 0,-1 2 1 0 0,-1 1 0 0 0,45 47-1 0 0,-6-4-2143 0 0,-3-11-2496 0 0,-33-28-413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28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0 3344 0 0,'0'0'1012'0'0,"-1"4"-137"0"0,-4 10-322 0 0,0 1 0 0 0,1-1 0 0 0,1 1 0 0 0,1 0-1 0 0,0 0 1 0 0,1 0 0 0 0,0 0 0 0 0,3 19 0 0 0,1-4-269 0 0,1 0 1 0 0,1 0-1 0 0,15 43 1 0 0,-8-39-176 0 0,2 0 0 0 0,1 0 0 0 0,1-2 0 0 0,32 47-1 0 0,-15-33-38 0 0,2-1 0 0 0,49 49 0 0 0,160 127-47 0 0,-98-108 274 0 0,-99-80 507 0 0,193 117 1081 0 0,-107-81-1516 0 0,-19-11-122 0 0,159 108 0 0 0,30 63 88 0 0,250 212 133 0 0,-366-304 0 0 0,298 164 0 0 0,50 22-412 0 0,-412-246-29 0 0,-4 5 0 0 0,116 105 0 0 0,-193-148-30 0 0,172 166-70 0 0,-181-170 45 0 0,-3 2-1 0 0,-1 2 0 0 0,-1 0 1 0 0,26 52-1 0 0,3 34 33 0 0,62 201 1 0 0,-82-218-30 0 0,58 210-163 0 0,-71-212 173 0 0,-6-29 24 0 0,11 48 10 0 0,16 69-54 0 0,-15-31-3 0 0,-29-157 71 0 0,9 63 132 0 0,-10-63-209 0 0,5 20 115 0 0,-4-21-57 0 0,0-1-20 0 0,2 13-29 0 0,-2-13-58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28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2100 0 0,'0'0'4833'0'0,"3"5"-3999"0"0,11 16-83 0 0,1 0 0 0 0,0-1 0 0 0,2 0 0 0 0,1-1 1 0 0,29 24-1 0 0,-45-41-746 0 0,110 90-1729 0 0,-109-90 1079 0 0,1 1-127 0 0,13 7-133 0 0,-13-8-118 0 0,0-1-2423 0 0,17 5-278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28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1 2748 0 0,'0'0'6280'0'0,"-5"2"-5510"0"0,2-1-695 0 0,0 0 8 0 0,1 1 0 0 0,-1-1 0 0 0,1 0 0 0 0,0 1 0 0 0,-1 0 1 0 0,1-1-1 0 0,0 1 0 0 0,0 0 0 0 0,0 0 0 0 0,0 0 0 0 0,0 1 0 0 0,1-1 1 0 0,-1 0-1 0 0,1 1 0 0 0,-1-1 0 0 0,1 1 0 0 0,0-1 0 0 0,-1 4 0 0 0,-74 188-3342 0 0,53-134-506 0 0,9-22-623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29.6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3592 0 0,'0'-5'1432'0'0,"0"-15"-155"0"0,0 15 1736 0 0,1 12-2255 0 0,10 157 1467 0 0,-10-110-2063 0 0,3 0-1 0 0,2 0 1 0 0,13 57-1 0 0,-14-92-358 0 0,1 0-1 0 0,1 0 1 0 0,1-1 0 0 0,12 24-1 0 0,-18-38-206 0 0,0 0-121 0 0,0-1 0 0 0,0 1-1 0 0,0-1 1 0 0,0 0 0 0 0,0 0 0 0 0,1 0-1 0 0,-1 0 1 0 0,1 0 0 0 0,4 4-1 0 0,-6-7 466 0 0,2 3-1081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0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1 153 3128 0 0,'0'0'5725'0'0,"3"-3"-5394"0"0,19-8-93 0 0,-1 0-1 0 0,1 2 0 0 0,1 0 1 0 0,0 2-1 0 0,27-6 1 0 0,-2 0-98 0 0,136-36 63 0 0,-92 31-1757 0 0,-3 9-3647 0 0,-81 9 1044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0.9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0 166 2508 0 0,'1'5'1318'0'0,"0"15"-162"0"0,-1-15 1645 0 0,2-2-2338 0 0,-1 1-296 0 0,1-1-1 0 0,-1 0 1 0 0,1 0 0 0 0,0 0-1 0 0,1 0 1 0 0,-1-1 0 0 0,0 1 0 0 0,1 0-1 0 0,4 2 1 0 0,-4-2 214 0 0,3-3-326 0 0,15-2-26 0 0,-16 2 33 0 0,-1-1-19 0 0,35-19 22 0 0,-36 18-83 0 0,1-2-2 0 0,-2 3 19 0 0,0-1-9 0 0,-1 0 1 0 0,1 0-1 0 0,0 1 1 0 0,0-1-1 0 0,-1 0 1 0 0,1-1-1 0 0,-1 1 1 0 0,1 0 0 0 0,-1 0-1 0 0,0-1 1 0 0,0 1-1 0 0,0 0 1 0 0,0-1-1 0 0,0 1 1 0 0,-1-1-1 0 0,1 0 1 0 0,-1 1-1 0 0,1-4 1 0 0,-3-17-22 0 0,2 17-1 0 0,-9-12 17 0 0,7 14 4 0 0,-17-12 203 0 0,-5 21 46 0 0,19-4-87 0 0,1 3-89 0 0,-1 1 0 0 0,1-1-1 0 0,0 1 1 0 0,0 0 0 0 0,0 0 0 0 0,1 0-1 0 0,0 0 1 0 0,0 1 0 0 0,0 0 0 0 0,1-1-1 0 0,-1 1 1 0 0,1 0 0 0 0,1 0 0 0 0,-1 0-1 0 0,0 10 1 0 0,2-11-64 0 0,0 0 1 0 0,0 0-1 0 0,0 0 0 0 0,1 0 0 0 0,0 0 1 0 0,0 0-1 0 0,0-1 0 0 0,1 1 1 0 0,0 0-1 0 0,0-1 0 0 0,0 1 0 0 0,0-1 1 0 0,1 0-1 0 0,-1 1 0 0 0,1-1 1 0 0,0-1-1 0 0,1 1 0 0 0,-1 0 0 0 0,0-1 1 0 0,1 1-1 0 0,0-1 0 0 0,0 0 0 0 0,6 3 1 0 0,-1-2-209 0 0,1-2 0 0 0,-1 0 1 0 0,0 0-1 0 0,0 0 0 0 0,1-1 0 0 0,-1-1 1 0 0,1 0-1 0 0,-1 0 0 0 0,1 0 0 0 0,-1-1 1 0 0,0-1-1 0 0,1 0 0 0 0,-1 0 1 0 0,0-1-1 0 0,0 0 0 0 0,17-8 0 0 0,-12 4 47 0 0,1-1-1 0 0,-1 0 0 0 0,-1-1 1 0 0,1-1-1 0 0,-1 0 0 0 0,-1 0 0 0 0,0-1 1 0 0,-1-1-1 0 0,17-22 0 0 0,-19 20 298 0 0,-1 0 0 0 0,0-1-1 0 0,-1 1 1 0 0,-1-2 0 0 0,0 1 0 0 0,6-31-1 0 0,-11 42 243 0 0,-3-24 1235 0 0,-3 28-1217 0 0,-16 0-116 0 0,15 0-43 0 0,3 3-17 0 0,-44 41 456 0 0,44-41-635 0 0,1 1-3 0 0,-8 48 46 0 0,10-47-44 0 0,6 14-10 0 0,-3-16-24 0 0,-2 2 10 0 0,2-2 0 0 0,9 12 2 0 0,-9-11-2 0 0,-1-4-16 0 0,-1 1 0 0 0,1-1 0 0 0,0 1 0 0 0,-1 0-1 0 0,1 0 1 0 0,-1 0 0 0 0,0 0 0 0 0,1 0 0 0 0,-1 0-1 0 0,0 1 1 0 0,1-1 0 0 0,0 2 0 0 0,-1-2-1 0 0,37 26 54 0 0,-35-24-41 0 0,2-1-12 0 0,39 26 16 0 0,-39-25-7 0 0,14 10 98 0 0,-1 4-31 0 0,-11 4 20 0 0,-5-17-82 0 0,-13 18-23 0 0,7-20-31 0 0,-15 10-14 0 0,18-11-91 0 0,0-1 1 0 0,-1 1-1 0 0,1 0 1 0 0,-1-1 0 0 0,1 1-1 0 0,-1-1 1 0 0,1 1-1 0 0,-1-1 1 0 0,1 0 0 0 0,-1 1-1 0 0,1-1 1 0 0,-1 0-1 0 0,1 0 1 0 0,-1 0 0 0 0,1 0-1 0 0,-1-1 1 0 0,1 1-1 0 0,-1 0 1 0 0,1 0 0 0 0,-4-2-1 0 0,-9-8-820 0 0,11 8-175 0 0,2-5-2039 0 0,-2-23-211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1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3012 0 0,'0'0'2383'0'0,"2"-4"-1381"0"0,-2 4-942 0 0,0 0 0 0 0,0-1 0 0 0,0 1 0 0 0,0 0 0 0 0,0 0 0 0 0,0-1 0 0 0,0 1 0 0 0,1 0 0 0 0,-1-1 0 0 0,0 1 0 0 0,0 0 0 0 0,0 0 0 0 0,0-1 0 0 0,1 1-1 0 0,-1 0 1 0 0,0 0 0 0 0,0 0 0 0 0,0-1 0 0 0,1 1 0 0 0,-1 0 0 0 0,0 0 0 0 0,0 0 0 0 0,1 0 0 0 0,-1 0 0 0 0,0-1 0 0 0,1 1 0 0 0,-1 0 0 0 0,0 0 0 0 0,0 0 0 0 0,1 0 0 0 0,-1 0 0 0 0,0 0 0 0 0,1 0 0 0 0,-1 0 0 0 0,0 0 0 0 0,0 0 0 0 0,1 0 0 0 0,-1 0 0 0 0,0 0 0 0 0,1 0 0 0 0,-1 0 0 0 0,0 1 0 0 0,0-1 0 0 0,1 0 0 0 0,-1 0 0 0 0,0 0 0 0 0,0 0 0 0 0,1 0 0 0 0,-1 1 0 0 0,0-1 0 0 0,0 0 0 0 0,1 0 0 0 0,-1 0 0 0 0,0 1 0 0 0,0-1 0 0 0,0 0 0 0 0,0 0 0 0 0,1 1 0 0 0,-1-1 0 0 0,12 31 1582 0 0,5 49-1022 0 0,-16-70-409 0 0,14 67 210 0 0,-11-46-338 0 0,1-1 1 0 0,2 0-1 0 0,1 0 1 0 0,2-1-1 0 0,25 56 1 0 0,-16-60-505 0 0,-16-21 60 0 0,2-1-61 0 0,2 0-82 0 0,0-1-1 0 0,0 1 1 0 0,1-1-1 0 0,-1-1 1 0 0,9 2-1 0 0,-11-3-1096 0 0,0-2-1168 0 0,21-8-1981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1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45 186 2620 0 0,'0'0'1594'0'0,"-4"-2"-241"0"0,-33-14 3177 0 0,34 14-4245 0 0,9-4-7 0 0,-6 5-275 0 0,1 0 1 0 0,-1 0 0 0 0,1 0-1 0 0,-1 0 1 0 0,1 0 0 0 0,0 1-1 0 0,0-1 1 0 0,-1 0 0 0 0,1 0 0 0 0,0 0-1 0 0,0 0 1 0 0,0 1 0 0 0,0-1-1 0 0,0 0 1 0 0,0 1 0 0 0,1-1-1 0 0,150-67-1696 0 0,12 8-3612 0 0,-113 43 1621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2.6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35 4328 0 0,'-8'-17'5636'0'0,"0"27"-2218"0"0,7-7-4309 0 0,1 5 1043 0 0,6 8-76 0 0,2 0 0 0 0,0-1 0 0 0,0 0 1 0 0,2-1-1 0 0,0 0 0 0 0,0 0 0 0 0,15 14 0 0 0,-22-25-59 0 0,1 0 1 0 0,0 0-1 0 0,0 0 0 0 0,0-1 0 0 0,0 1 1 0 0,0-1-1 0 0,9 4 0 0 0,-7-4 29 0 0,-2 0 121 0 0,1-2-154 0 0,16 4-35 0 0,-15-3 7 0 0,-1-3 5 0 0,-2 2 12 0 0,1-1 1 0 0,0 0 0 0 0,-1 0-1 0 0,1-1 1 0 0,-1 1 0 0 0,1-1-1 0 0,-1 1 1 0 0,0-1 0 0 0,0 0-1 0 0,0-1 1 0 0,0 1 0 0 0,0 0-1 0 0,0-1 1 0 0,0 0 0 0 0,-1 1-1 0 0,0-1 1 0 0,4-5 0 0 0,-2 0 43 0 0,-1 0 0 0 0,0 0 0 0 0,-1 0 0 0 0,0 0 0 0 0,0 0 1 0 0,0 0-1 0 0,-1-1 0 0 0,0 1 0 0 0,-1-1 0 0 0,-1-11 0 0 0,1 14 10 0 0,-3-22 171 0 0,3 23-97 0 0,-1 0-14 0 0,-3-13 67 0 0,4 18-169 0 0,-1 1 0 0 0,1-1 0 0 0,-1 0 0 0 0,0 1 0 0 0,1-1 0 0 0,-1 1 0 0 0,1-1 0 0 0,-1 1 0 0 0,1-1 0 0 0,-1 1 0 0 0,1-1 0 0 0,0 1 0 0 0,-1-1 0 0 0,1 1 0 0 0,-1 0 0 0 0,1-1 0 0 0,0 1 0 0 0,0 0 1 0 0,-1-1-1 0 0,1 1 0 0 0,0 0 0 0 0,0 0 0 0 0,-1 1-13 0 0,0 0 1 0 0,0 0-1 0 0,0 0 0 0 0,1 0 1 0 0,-1 0-1 0 0,1 0 0 0 0,0 0 1 0 0,-1 0-1 0 0,1 0 1 0 0,0 0-1 0 0,0 0 0 0 0,0 0 1 0 0,0 0-1 0 0,0 0 1 0 0,1 3-1 0 0,0 1 4 0 0,0 19 4 0 0,0-1 0 0 0,2 0 0 0 0,10 44 0 0 0,-6-33 8 0 0,78 296-218 0 0,-70-278-80 0 0,-12-42 185 0 0,0 0 0 0 0,-1 0 0 0 0,0 1 0 0 0,0 19 0 0 0,-2-26 54 0 0,0-2 32 0 0,0-1 0 0 0,0 0 0 0 0,0 1 0 0 0,0-1 1 0 0,-1 0-1 0 0,1 1 0 0 0,0-1 0 0 0,-1 0 0 0 0,0 0 0 0 0,-1 5 1 0 0,-9 3-55 0 0,11-10 62 0 0,-1 0 0 0 0,1 1 0 0 0,-1-1 0 0 0,0 1-1 0 0,1-1 1 0 0,-1 1 0 0 0,1-1 0 0 0,-1 1 0 0 0,1-1-1 0 0,-1 1 1 0 0,1-1 0 0 0,-1 1 0 0 0,1 0 0 0 0,0-1-1 0 0,-1 1 1 0 0,1 0 0 0 0,0-1 0 0 0,0 1 0 0 0,-1 0-1 0 0,1 1 1 0 0,-5-1-17 0 0,-1 0 4 0 0,-1-1 0 0 0,1 0 0 0 0,-1 0 0 0 0,1 0 0 0 0,0-1 0 0 0,-1 0 0 0 0,1 0 1 0 0,0-1-1 0 0,0 1 0 0 0,0-2 0 0 0,0 1 0 0 0,0 0 0 0 0,0-1 0 0 0,0 0 0 0 0,1-1 0 0 0,0 1 0 0 0,-1-1 0 0 0,1 0 0 0 0,1 0 1 0 0,-1-1-1 0 0,-4-5 0 0 0,1 2-96 0 0,1 0 0 0 0,0-1 0 0 0,0 0 0 0 0,1-1 1 0 0,0 0-1 0 0,1 0 0 0 0,0 0 0 0 0,0 0 0 0 0,1-1 1 0 0,1 0-1 0 0,0 1 0 0 0,-3-19 0 0 0,4 21 4 0 0,1 5 55 0 0,0 0 1 0 0,1 0-1 0 0,-1 0 0 0 0,1 0 1 0 0,0 0-1 0 0,-1 0 1 0 0,1 0-1 0 0,1 0 1 0 0,-1 0-1 0 0,0 0 1 0 0,2-4-1 0 0,1-9-238 0 0,1-1 0 0 0,0 1 0 0 0,1 0 0 0 0,1 0 0 0 0,1 0 0 0 0,0 1 0 0 0,13-21 0 0 0,10-2-123 0 0,2 1-1 0 0,2 1 1 0 0,1 2 0 0 0,62-46 0 0 0,-22 17 867 0 0,-56 44-96 0 0,-16 16-196 0 0,-2 3-91 0 0,-1-1 1 0 0,1 0 0 0 0,0 1-1 0 0,0-1 1 0 0,-1 0-1 0 0,1 1 1 0 0,-1-1 0 0 0,1 0-1 0 0,0 0 1 0 0,-1 1-1 0 0,1-1 1 0 0,-1 0 0 0 0,0 0-1 0 0,1 0 1 0 0,-1 0-1 0 0,0 0 1 0 0,0 0 0 0 0,1 0-1 0 0,-1 0 1 0 0,0 0-1 0 0,0 0 1 0 0,0-1 0 0 0,-24 9 107 0 0,23-7-168 0 0,0 0 1 0 0,0 1-1 0 0,0-1 1 0 0,0 1-1 0 0,0-1 0 0 0,0 1 1 0 0,0-1-1 0 0,0 1 1 0 0,0-1-1 0 0,0 1 1 0 0,0 0-1 0 0,0 0 0 0 0,0-1 1 0 0,1 1-1 0 0,-1 0 1 0 0,0 0-1 0 0,1 0 1 0 0,-1 0-1 0 0,0 0 0 0 0,1 0 1 0 0,-1 0-1 0 0,0 2 1 0 0,0-1 26 0 0,-5 8 55 0 0,-1 0-1 0 0,1 1 1 0 0,1 0 0 0 0,-8 21-1 0 0,12-29-87 0 0,-1 2 23 0 0,1 0-7 0 0,0 4-39 0 0,0 0 1 0 0,0 0-1 0 0,1-1 1 0 0,0 1-1 0 0,1 0 0 0 0,0 0 1 0 0,3 11-1 0 0,-2-16-56 0 0,-1-1 48 0 0,1-1 0 0 0,0 0-1 0 0,0 0 1 0 0,0 0 0 0 0,0 0 0 0 0,0 0 0 0 0,1-1 0 0 0,-1 1 0 0 0,0-1 0 0 0,1 1 0 0 0,-1-1 0 0 0,1 0 0 0 0,3 1 0 0 0,-3 0-13 0 0,2-3 20 0 0,17-1 27 0 0,-17 2-7 0 0,-1-3-78 0 0,11-6 190 0 0,-11 7 63 0 0,-3 0-143 0 0,0 1 1 0 0,-1-1-1 0 0,1 0 0 0 0,0 1 1 0 0,0-1-1 0 0,1 1 1 0 0,-1-1-1 0 0,0 1 1 0 0,0 0-1 0 0,1-1 1 0 0,2-1-1 0 0,-4 2 6 0 0,6-7 138 0 0,-1 0-1 0 0,0-1 1 0 0,-1 0-1 0 0,0 0 1 0 0,0 0-1 0 0,3-15 1 0 0,-6 20-34 0 0,-1-3-29 0 0,-3-48 92 0 0,2 50-204 0 0,0 4-38 0 0,-1 0 16 0 0,1-1 0 0 0,-1 1 0 0 0,1 0 0 0 0,-1-1 0 0 0,1 1 0 0 0,0-1 1 0 0,0 1-1 0 0,-2-4 0 0 0,0 2-165 0 0,-2 3-286 0 0,-15-1 155 0 0,15 0-68 0 0,-13 12-680 0 0,15-8 302 0 0,-12 10-954 0 0,12-8-2056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3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18 2404 0 0,'0'0'3580'0'0,"2"-3"-2809"0"0,8-8-113 0 0,-8 8 1636 0 0,-5 7-1954 0 0,-1 2-115 0 0,0 1 1 0 0,0 0-1 0 0,1 0 1 0 0,-4 9-1 0 0,6-11-17 0 0,0 0-41 0 0,-3 19-31 0 0,3-18-35 0 0,1 0-9 0 0,2 13 3 0 0,0 0 0 0 0,7 22-1 0 0,-7-36-69 0 0,0-1-12 0 0,9 15-8 0 0,-9-14-3 0 0,0-4-4 0 0,0 0 0 0 0,-1 0-1 0 0,1 0 1 0 0,-1 1 0 0 0,1-1 0 0 0,-1 0-1 0 0,0 1 1 0 0,0-1 0 0 0,1 1 0 0 0,0 2-1 0 0,1-1-53 0 0,1-2 8 0 0,5 1 15 0 0,1 0 0 0 0,-1-1 1 0 0,15 0-1 0 0,-18-1 8 0 0,-1-3-2 0 0,0 1 32 0 0,0-1 0 0 0,0-1 0 0 0,0 1 0 0 0,0-1 0 0 0,-1 1-1 0 0,0-1 1 0 0,1-1 0 0 0,-1 1 0 0 0,-1 0 0 0 0,1-1 0 0 0,5-9 0 0 0,-1-5 227 0 0,-1 0 1 0 0,5-27 0 0 0,-7 26-27 0 0,-4 15 107 0 0,0 0-197 0 0,3-12 32 0 0,-3 12 1038 0 0,-2 11-1011 0 0,-3 19-12 0 0,3-19-9 0 0,1 1-18 0 0,-1 0-183 0 0,-1 9 156 0 0,1 0 0 0 0,2 27 0 0 0,0-37-251 0 0,0 0-1 0 0,0-1 1 0 0,0 1 0 0 0,1-1-1 0 0,0 0 1 0 0,0 1-1 0 0,0-1 1 0 0,0 0-1 0 0,1 0 1 0 0,0 0-1 0 0,0 0 1 0 0,5 5-1 0 0,-4-6-261 0 0,0 0 0 0 0,0 0 0 0 0,1 0-1 0 0,-1-1 1 0 0,9 5 0 0 0,21 5-6385 0 0,-9-8 2366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3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4 166 3468 0 0,'0'0'2609'0'0,"-1"-4"-1701"0"0,-2-18 2125 0 0,4 21-3011 0 0,-1 0 0 0 0,1 0 0 0 0,0 1 0 0 0,0-1 0 0 0,0 0 0 0 0,-1 1 1 0 0,1-1-1 0 0,0 1 0 0 0,0-1 0 0 0,0 1 0 0 0,0-1 0 0 0,0 1 0 0 0,0 0 1 0 0,0 0-1 0 0,0-1 0 0 0,0 1 0 0 0,0 0 0 0 0,0 0 0 0 0,0 0 0 0 0,0 0 1 0 0,0 0-1 0 0,0 0 0 0 0,2 1 0 0 0,16 17 374 0 0,-1 2 0 0 0,0 1 0 0 0,-2 0 0 0 0,25 42-1 0 0,-38-58-189 0 0,-1-1 31 0 0,6 12 53 0 0,-6-11 797 0 0,-3 0-700 0 0,-2 16-1 0 0,2-16 290 0 0,-3-3-330 0 0,1-1-246 0 0,0 0 0 0 0,0 0 1 0 0,0-1-1 0 0,0 1 0 0 0,1 0 1 0 0,-1-1-1 0 0,0 0 0 0 0,0 0 0 0 0,0 0 1 0 0,0 0-1 0 0,0 0 0 0 0,0-1 1 0 0,0 1-1 0 0,0-1 0 0 0,0 1 0 0 0,0-1 1 0 0,0 0-1 0 0,-4-3 0 0 0,4 2-53 0 0,1-1-1 0 0,-1 0 0 0 0,0 0 1 0 0,1 0-1 0 0,-1 0 0 0 0,1 0 1 0 0,0-1-1 0 0,0 1 0 0 0,1-1 0 0 0,-1 1 1 0 0,1-1-1 0 0,-1 0 0 0 0,1 0 1 0 0,0 0-1 0 0,0-7 0 0 0,0 4-65 0 0,1 0-1 0 0,1 1 0 0 0,-1-1 0 0 0,1 1 0 0 0,0-1 1 0 0,0 0-1 0 0,1 1 0 0 0,0 0 0 0 0,0-1 1 0 0,4-6-1 0 0,1-1-191 0 0,1 1 1 0 0,0 0-1 0 0,1 1 0 0 0,0 0 1 0 0,1 1-1 0 0,0 0 1 0 0,1 0-1 0 0,0 1 1 0 0,1 0-1 0 0,0 1 1 0 0,17-10-1 0 0,-16 12-426 0 0,1-1 1 0 0,0 2-1 0 0,1 0 0 0 0,22-7 1 0 0,-25 10-327 0 0,0 1 0 0 0,-1 0 0 0 0,1 1 0 0 0,0 0 1 0 0,0 1-1 0 0,15 1 0 0 0,5 3-5119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5.2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29 2704 0 0,'0'0'3080'0'0,"-1"-5"-2043"0"0,0-14-168 0 0,1 14 1637 0 0,0 10-2142 0 0,47 240 957 0 0,-30-188-1260 0 0,-15-52 101 0 0,-2-4-158 0 0,-1-1 0 0 0,1 0 0 0 0,0 1-1 0 0,0-1 1 0 0,0 1 0 0 0,0-1-1 0 0,1 1 1 0 0,-1-1 0 0 0,0 1-1 0 0,0-1 1 0 0,0 1 0 0 0,0-1-1 0 0,0 0 1 0 0,1 1 0 0 0,-1-1-1 0 0,0 1 1 0 0,0-1 0 0 0,0 0 0 0 0,1 1-1 0 0,-1-1 1 0 0,0 0 0 0 0,1 1-1 0 0,-1-1 1 0 0,0 0 0 0 0,1 1-1 0 0,5 10 301 0 0,-2-13-250 0 0,-1 2-37 0 0,-1 0-13 0 0,-1 0 1 0 0,0 0-1 0 0,0 0 1 0 0,0 0-1 0 0,0-1 1 0 0,0 1-1 0 0,0 0 1 0 0,0-1-1 0 0,0 1 1 0 0,0-1-1 0 0,0 1 1 0 0,0-1-1 0 0,0 1 1 0 0,0-1-1 0 0,0 0 1 0 0,0 1-1 0 0,0-1 0 0 0,0 0 1 0 0,1-1-1 0 0,3-3-5 0 0,-1 1-1 0 0,0-1 0 0 0,1 0 0 0 0,-1 0 0 0 0,-1 0 1 0 0,1-1-1 0 0,-1 1 0 0 0,0-1 0 0 0,0 0 0 0 0,2-8 1 0 0,-1 4-1 0 0,1-1-9 0 0,21-51-39 0 0,-20 45 32 0 0,-5 13-4 0 0,1 0-20 0 0,5-11-58 0 0,-5 11 118 0 0,1 6-12 0 0,-1 0-7 0 0,-1 0 0 0 0,1 0-1 0 0,0 1 1 0 0,-1-1 0 0 0,1 0-1 0 0,-1 0 1 0 0,1 1-1 0 0,-1-1 1 0 0,0 1 0 0 0,0-1-1 0 0,-1 1 1 0 0,1 0-1 0 0,0-1 1 0 0,-1 1 0 0 0,1 0-1 0 0,-1 4 1 0 0,2 3-15 0 0,-2-3-37 0 0,12 41-41 0 0,2-6 138 0 0,-11-37-36 0 0,-1-2-15 0 0,1 1-6 0 0,9 12-8 0 0,-9-13 3 0 0,0 0 19 0 0,0-2-2 0 0,0 1 0 0 0,0-1 0 0 0,0 0-1 0 0,0 0 1 0 0,0 0 0 0 0,0-1 0 0 0,1 1 0 0 0,-1-1 0 0 0,0 0 0 0 0,0 1 0 0 0,1-1 0 0 0,2-1 0 0 0,0 0 5 0 0,-1-1 4 0 0,3-3-7 0 0,0-1 1 0 0,0 0 0 0 0,-1 0-1 0 0,1-1 1 0 0,-1 0 0 0 0,-1 0-1 0 0,1-1 1 0 0,-1 0 0 0 0,-1 0-1 0 0,9-14 1 0 0,41-86 472 0 0,-53 105-401 0 0,0 0-42 0 0,12-12 182 0 0,-13 16-203 0 0,1 0 0 0 0,0 0 0 0 0,-1 0 1 0 0,0 1-1 0 0,1-1 0 0 0,-1 0 0 0 0,0 1 0 0 0,1-1 1 0 0,-1 1-1 0 0,1 1 0 0 0,1 2 6 0 0,0-1 1 0 0,-1 0-1 0 0,1 1 0 0 0,-1-1 0 0 0,0 1 1 0 0,-1 0-1 0 0,1-1 0 0 0,-1 1 0 0 0,2 7 1 0 0,-2-8-12 0 0,2 8 9 0 0,1 4-90 0 0,0 0 1 0 0,1 0-1 0 0,0-1 1 0 0,1 1-1 0 0,1-1 1 0 0,0 0-1 0 0,1-1 1 0 0,17 24-1 0 0,-19-31-90 0 0,-1-1-109 0 0,0-1-1 0 0,0 0 1 0 0,0 0-1 0 0,1 0 1 0 0,0-1-1 0 0,0 0 1 0 0,0 0-1 0 0,1 0 1 0 0,-1-1-1 0 0,9 4 1 0 0,-11-6-384 0 0,3 0 0 0 0,0-1 435 0 0,1 0 0 0 0,-1-1 0 0 0,1 1 0 0 0,-1-2 0 0 0,0 1 0 0 0,1-1 0 0 0,-1 0 0 0 0,0 0 0 0 0,0-1 0 0 0,0 0 0 0 0,-1 0 0 0 0,1-1 0 0 0,-1 1 0 0 0,1-1 0 0 0,-1-1 1 0 0,0 0-1 0 0,-1 1 0 0 0,10-11 0 0 0,-10 9 272 0 0,0 0 1 0 0,0 0-1 0 0,-1 0 1 0 0,0 0-1 0 0,0-1 1 0 0,0 1 0 0 0,4-13-1 0 0,-5 12 23 0 0,1 0 125 0 0,-1 0 0 0 0,0-1 0 0 0,-1 1 0 0 0,1-1 0 0 0,-2 0 0 0 0,2-9 0 0 0,-2 10-42 0 0,0 2 251 0 0,-1-2-30 0 0,0-18-35 0 0,0 18-16 0 0,-2 2-2 0 0,-5-15-50 0 0,6 15-34 0 0,-2 3-44 0 0,1 0-114 0 0,0 1 0 0 0,0-1 0 0 0,0 1 0 0 0,-1 0 0 0 0,1-1 0 0 0,0 1 0 0 0,-1 0 0 0 0,1 1 1 0 0,-1-1-1 0 0,1 0 0 0 0,-1 1 0 0 0,1-1 0 0 0,-1 1 0 0 0,1 0 0 0 0,-5 0 0 0 0,2 0 156 0 0,1 3-33 0 0,-1 2-130 0 0,1-1-1 0 0,-1 1 1 0 0,1 0 0 0 0,0 1-1 0 0,0-1 1 0 0,1 1 0 0 0,0-1-1 0 0,0 1 1 0 0,-4 10 0 0 0,2 2 15 0 0,4-14-14 0 0,0 2 10 0 0,-2 19 30 0 0,2-19-92 0 0,1 0-30 0 0,1 17 4 0 0,0-17 21 0 0,0-1-10 0 0,2 16-5 0 0,-2-16 2 0 0,1 0-5 0 0,5 11 12 0 0,-5-12 1 0 0,12 13 160 0 0,-12-17-162 0 0,-1 0-1 0 0,1 0 1 0 0,0 0 0 0 0,0 1 0 0 0,0-1 0 0 0,-1 1 0 0 0,1-1-1 0 0,0 1 1 0 0,-1-1 0 0 0,1 1 0 0 0,1 1 0 0 0,2-1 81 0 0,-1-2 34 0 0,1 0-32 0 0,-1 0-1 0 0,1 0 0 0 0,-1-1 0 0 0,1 0 0 0 0,-1 1 0 0 0,0-1 1 0 0,1-1-1 0 0,-1 1 0 0 0,0-1 0 0 0,0 0 0 0 0,-1 1 1 0 0,1-2-1 0 0,-1 1 0 0 0,1 0 0 0 0,-1-1 0 0 0,0 1 0 0 0,0-1 1 0 0,-1 0-1 0 0,5-8 0 0 0,-4 7-12 0 0,-1 0 0 0 0,0 0 1 0 0,0 0-1 0 0,0 0 0 0 0,0 0 0 0 0,-1 0 1 0 0,0-1-1 0 0,1-5 0 0 0,-1 4-8 0 0,0 2 55 0 0,-1-1 12 0 0,3-19-35 0 0,-3 19 39 0 0,0 1-31 0 0,-1 2-90 0 0,0 0 0 0 0,1 0 0 0 0,-1-1 0 0 0,-1 1-1 0 0,1 0 1 0 0,0 0 0 0 0,-1 0 0 0 0,1 0 0 0 0,-1 0 0 0 0,-4-4-1 0 0,3 3-83 0 0,-2 5-39 0 0,-1 1-67 0 0,0-1 0 0 0,0 1-1 0 0,0 0 1 0 0,1 0 0 0 0,-1 0 0 0 0,0 1-1 0 0,1 0 1 0 0,0 0 0 0 0,-1 1 0 0 0,1 0 0 0 0,0-1-1 0 0,1 1 1 0 0,-1 1 0 0 0,1-1 0 0 0,-6 8-1 0 0,7-8-149 0 0,0 0-1 0 0,0 0 1 0 0,0 1-1 0 0,1-1 1 0 0,-1 1-1 0 0,1 0 1 0 0,-2 6-1 0 0,3-7-34 0 0,-1 0-841 0 0,2 1-2757 0 0,-2 20-325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5.8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155 370 2900 0 0,'0'0'1686'0'0,"2"-3"-316"0"0,12-14 3211 0 0,-16 14-4278 0 0,-7-12-4 0 0,7 12-23 0 0,-2 6-18 0 0,-12 7-103 0 0,1 2 0 0 0,1 0 0 0 0,0 0 0 0 0,1 2 0 0 0,0-1-1 0 0,1 2 1 0 0,1 0 0 0 0,-18 29 0 0 0,27-40-154 0 0,-1 1 0 0 0,1 0-1 0 0,0 0 1 0 0,0 1 0 0 0,1-1-1 0 0,0 0 1 0 0,0 1-1 0 0,-1 9 1 0 0,2-10-18 0 0,-1 0-74 0 0,3 0-39 0 0,-1-2 56 0 0,1 0-1 0 0,0 0 0 0 0,0 0 0 0 0,1 0 1 0 0,-1 0-1 0 0,0-1 0 0 0,1 1 1 0 0,0-1-1 0 0,-1 1 0 0 0,5 2 1 0 0,-2-3-52 0 0,0-1 2 0 0,15 3 32 0 0,-15-4 32 0 0,2-1 6 0 0,-1 0 44 0 0,0 0 2 0 0,1 0-1 0 0,0 0 1 0 0,0-1 0 0 0,-1 0-1 0 0,1 0 1 0 0,-1-1-1 0 0,0 0 1 0 0,9-5-1 0 0,21-17 29 0 0,-30 18-9 0 0,-1 1 2 0 0,2-3 14 0 0,0 1 1 0 0,0-1 0 0 0,0 0 0 0 0,-2 0-1 0 0,1-1 1 0 0,-1 0 0 0 0,0 0 0 0 0,-1 0-1 0 0,0-1 1 0 0,-1 1 0 0 0,3-18 0 0 0,-1-7 48 0 0,-1 1 0 0 0,-1-43 0 0 0,-2 55-45 0 0,-1-27 255 0 0,-2 1 0 0 0,-9-52 1 0 0,10 95-201 0 0,-1 1 12 0 0,1 3-61 0 0,-1-1 1 0 0,1 1-1 0 0,0 0 0 0 0,0-1 0 0 0,1 1 0 0 0,-1-1 1 0 0,0 0-1 0 0,0 1 0 0 0,1-1 0 0 0,-2-3 1 0 0,2 7-16 0 0,-1 0 1 0 0,0-1-1 0 0,1 1 1 0 0,-1-1-1 0 0,0 1 1 0 0,0-1-1 0 0,0 0 1 0 0,0 1 0 0 0,0-1-1 0 0,-1 0 1 0 0,-1 2-1 0 0,-4 5 48 0 0,-1 6 49 0 0,2 2 1 0 0,0-1-1 0 0,0 1 0 0 0,2-1 0 0 0,0 2 0 0 0,1-1 0 0 0,-2 22 0 0 0,0-7 0 0 0,-1 8 13 0 0,1 0 0 0 0,2 69 0 0 0,3-96-166 0 0,1 1 1 0 0,0-1 0 0 0,1 0-1 0 0,0 1 1 0 0,1-1 0 0 0,1 0-1 0 0,0 0 1 0 0,0-1 0 0 0,1 1-1 0 0,1-1 1 0 0,0 0 0 0 0,10 14-1 0 0,-12-21-99 0 0,0 1-1 0 0,0-1 0 0 0,1 0 0 0 0,-1-1 1 0 0,1 1-1 0 0,0-1 0 0 0,9 5 1 0 0,-1 0-304 0 0,-11-7 332 0 0,0 1 1 0 0,0-1-1 0 0,1 0 1 0 0,-1 0-1 0 0,1 0 1 0 0,-1 0-1 0 0,1 0 1 0 0,0 0-1 0 0,-1 0 1 0 0,5 0-1 0 0,1 0-126 0 0,-1 1-133 0 0,0-1 0 0 0,0 0 0 0 0,0 0-1 0 0,0 0 1 0 0,0-1 0 0 0,1 0 0 0 0,-1-1 0 0 0,14-2 0 0 0,-14 2 144 0 0,-2 1-35 0 0,0-1 0 0 0,0 0 0 0 0,0 0 0 0 0,0 0 0 0 0,0-1 0 0 0,-1 1 0 0 0,1-1 0 0 0,-1 0 0 0 0,1-1 1 0 0,7-5-1 0 0,-6 5-244 0 0,2-3-1428 0 0,14-15-1354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6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20 411 3176 0 0,'2'-4'800'0'0,"4"-13"-13"0"0,-5 13 1684 0 0,-2 0-1948 0 0,-5-13 0 0 0,4 13 1151 0 0,-1 6-1398 0 0,-10 6-60 0 0,10-7 384 0 0,3 4-536 0 0,0 20-108 0 0,4-23-24 0 0,11 5-46 0 0,-11-6-17 0 0,-3-1-19 0 0,1-1 132 0 0,0 1 0 0 0,-1-1 0 0 0,1 1 0 0 0,-1 0 0 0 0,1-1 0 0 0,0 1 0 0 0,-1 0 0 0 0,1 0 0 0 0,0 0 0 0 0,2 0 0 0 0,1 1-20 0 0,0-2-77 0 0,0-1 3 0 0,0 1 98 0 0,0-1 1 0 0,0 0-1 0 0,0 0 1 0 0,0 0 0 0 0,0-1-1 0 0,0 0 1 0 0,-1 0-1 0 0,0 0 1 0 0,1 0 0 0 0,-1-1-1 0 0,0 1 1 0 0,-1-1 0 0 0,1 0-1 0 0,-1 0 1 0 0,1-1-1 0 0,-1 1 1 0 0,0-1 0 0 0,-1 0-1 0 0,1 1 1 0 0,-1-1-1 0 0,0 0 1 0 0,0 0 0 0 0,1-8-1 0 0,1-5 28 0 0,-4 14 2 0 0,0-2 58 0 0,-1-19 40 0 0,1 19 11 0 0,-2 2-12 0 0,-7-13 8 0 0,7 13 294 0 0,-3 4-142 0 0,-15-3 20 0 0,11 6 27 0 0,2 1-202 0 0,0 1 1 0 0,0 0 0 0 0,1 1 0 0 0,-1-1-1 0 0,1 1 1 0 0,1 1 0 0 0,-1-1 0 0 0,1 1-1 0 0,0 0 1 0 0,1 0 0 0 0,-1 1-1 0 0,1-1 1 0 0,-3 10 0 0 0,0 7 105 0 0,6-18-189 0 0,0-1 49 0 0,2 1-27 0 0,-1-2-52 0 0,0 0-8 0 0,0 0-1 0 0,1-1 1 0 0,-1 1-1 0 0,1 0 0 0 0,0-1 1 0 0,0 1-1 0 0,0-1 1 0 0,1 1-1 0 0,-1-1 1 0 0,1 1-1 0 0,0-1 0 0 0,0 0 1 0 0,4 6-1 0 0,-2-5-105 0 0,1 0 1 0 0,0-1-1 0 0,0 0 0 0 0,0 1 0 0 0,0-1 0 0 0,0-1 1 0 0,1 1-1 0 0,-1-1 0 0 0,1 0 0 0 0,0 0 0 0 0,0-1 1 0 0,-1 0-1 0 0,1 0 0 0 0,0 0 0 0 0,0-1 0 0 0,0 0 1 0 0,0 0-1 0 0,0 0 0 0 0,0-1 0 0 0,0 1 0 0 0,11-4 1 0 0,-4 0-103 0 0,0 0 1 0 0,0-1-1 0 0,-1 0 1 0 0,1-1-1 0 0,-1 0 1 0 0,0-1-1 0 0,-1 0 1 0 0,1-1-1 0 0,12-11 1 0 0,-12 7 170 0 0,-1 0-1 0 0,-1-1 1 0 0,0 0 0 0 0,-1 0 0 0 0,0-1 0 0 0,-1 0-1 0 0,0 0 1 0 0,-1-1 0 0 0,-1 0 0 0 0,8-29-1 0 0,-2-5 1080 0 0,-2 0 0 0 0,3-54 0 0 0,-13 98 1365 0 0,-21 12-1904 0 0,21-7-494 0 0,0 0 0 0 0,-1 0 0 0 0,1 0-1 0 0,0 0 1 0 0,-1 1 0 0 0,1-1 0 0 0,0 0-1 0 0,0 0 1 0 0,-1 0 0 0 0,1 1 0 0 0,0-1-1 0 0,-1 0 1 0 0,1 0 0 0 0,0 1 0 0 0,0-1-1 0 0,0 0 1 0 0,-1 0 0 0 0,1 1 0 0 0,0-1-1 0 0,0 0 1 0 0,0 1 0 0 0,0-1 0 0 0,0 0-1 0 0,-1 1 1 0 0,1-1 0 0 0,0 1 0 0 0,0-1-1 0 0,0 0 1 0 0,0 1 0 0 0,0-1 0 0 0,0 1-1 0 0,-9 39 136 0 0,2 0 0 0 0,-4 71 0 0 0,9 93-1144 0 0,2-83-867 0 0,-1 40-4866 0 0,-2-113 985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7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171 9 3440 0 0,'-2'-1'185'0'0,"0"-1"1"0"0,-1 1-1 0 0,1 0 0 0 0,-1 1 0 0 0,1-1 0 0 0,-1 0 0 0 0,1 1 0 0 0,-1-1 1 0 0,0 1-1 0 0,1 0 0 0 0,-1 0 0 0 0,0 0 0 0 0,1 0 0 0 0,-1 0 0 0 0,1 1 1 0 0,-1-1-1 0 0,1 1 0 0 0,-1-1 0 0 0,1 1 0 0 0,-1 0 0 0 0,1 0 0 0 0,-1 0 1 0 0,1 1-1 0 0,0-1 0 0 0,0 1 0 0 0,-1-1 0 0 0,1 1 0 0 0,0-1 0 0 0,1 1 0 0 0,-4 3 1 0 0,-1 2-45 0 0,-1 1 0 0 0,1 0 0 0 0,1 0 1 0 0,-1 0-1 0 0,1 1 0 0 0,1-1 0 0 0,-6 15 1 0 0,0 6-33 0 0,1 1 0 0 0,1 1 0 0 0,2-1 0 0 0,1 1 1 0 0,2 0-1 0 0,1 1 0 0 0,1-1 0 0 0,1 0 1 0 0,2 0-1 0 0,2 1 0 0 0,0-2 0 0 0,2 1 0 0 0,2 0 1 0 0,10 29-1 0 0,-14-51-200 0 0,0-1 0 0 0,0 1 0 0 0,0-1 0 0 0,1 0 0 0 0,0 0 0 0 0,1-1 0 0 0,-1 0 0 0 0,2 1 0 0 0,-1-2 0 0 0,1 1 0 0 0,0-1 0 0 0,0 0 0 0 0,0-1 0 0 0,1 0 0 0 0,0 0 0 0 0,0 0 0 0 0,1-1 0 0 0,-1 0 1 0 0,1-1-1 0 0,9 3 0 0 0,-15-5-19 0 0,0 0 1 0 0,0 0 0 0 0,0-1-1 0 0,0 1 1 0 0,0-1 0 0 0,0 1-1 0 0,0-1 1 0 0,0 0-1 0 0,0 0 1 0 0,4-1 0 0 0,2 0-167 0 0,-7 2 135 0 0,1-1 0 0 0,0 0 0 0 0,0 0 0 0 0,-1 0 0 0 0,1 0 0 0 0,0-1 0 0 0,0 1 0 0 0,-1-1 0 0 0,1 0 0 0 0,0 1 0 0 0,-1-1 0 0 0,4-2 0 0 0,2 0-328 0 0,7-2-1833 0 0,22-9-1613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8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 3376 0 0,'0'0'7290'0'0,"-1"4"-6858"0"0,-1 6-216 0 0,1 0 1 0 0,0 0-1 0 0,1 0 1 0 0,2 18-1 0 0,1 33-383 0 0,3-1-1 0 0,3 1 1 0 0,17 60-1 0 0,-16-101-1280 0 0,-7-16 1056 0 0,-1 0-1031 0 0,3-1-71 0 0,11 8-986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8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257 1 3344 0 0,'0'0'3459'0'0,"-6"1"-2652"0"0,-7 4-436 0 0,0 0 0 0 0,0 2 0 0 0,0-1 1 0 0,1 2-1 0 0,0-1 0 0 0,0 2 0 0 0,1-1 0 0 0,-10 12 0 0 0,-20 12 27 0 0,0 4 189 0 0,35-30-516 0 0,3-3 33 0 0,-18 14 66 0 0,17-14-18 0 0,-11 9 257 0 0,18-14-407 0 0,-1 0 1 0 0,0 0 0 0 0,1 0 0 0 0,0 1 0 0 0,-1-1 0 0 0,1 0 0 0 0,0 1 0 0 0,0 0 0 0 0,-1 0 0 0 0,1-1 0 0 0,0 2 0 0 0,0-1 0 0 0,1 0 0 0 0,-1 1 0 0 0,0-1 0 0 0,0 1-1 0 0,0 0 1 0 0,6 1 0 0 0,-3 0-10 0 0,0 0 1 0 0,0 1-1 0 0,0 0 0 0 0,0 0 0 0 0,0 1 0 0 0,-1 0 1 0 0,1 0-1 0 0,-1 0 0 0 0,0 1 0 0 0,10 7 0 0 0,34 28-7 0 0,-7-8-185 0 0,-19-17-584 0 0,0-2-1 0 0,0 0 1 0 0,26 8-1 0 0,-48-19 629 0 0,1 0-1 0 0,0-1 0 0 0,-1 1 0 0 0,1-1 1 0 0,0 1-1 0 0,0-1 0 0 0,-1 1 1 0 0,1-1-1 0 0,0 0 0 0 0,0 0 1 0 0,0 0-1 0 0,2 0 0 0 0,11-2-2943 0 0,10 1-1212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8.6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39 4264 0 0,'0'0'6296'0'0,"1"-4"-5994"0"0,6-13-90 0 0,-5 13-66 0 0,107-9-1498 0 0,-54 14-1241 0 0,-50-1 1303 0 0,0 1-914 0 0,19 3-1537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8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24 2640 0 0,'-51'25'4017'0'0,"47"-23"-2184"0"0,-14 8-1050 0 0,14-9-122 0 0,34-2-1384 0 0,55-12 0 0 0,-53 5-1765 0 0,49-20-1 0 0,-53 17-982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9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0 2848 0 0,'0'0'2448'0'0,"-4"3"-1531"0"0,-31 26 1515 0 0,31-26-2010 0 0,2 1-73 0 0,-9 13-32 0 0,8-13 23 0 0,2 0-119 0 0,-5 13-59 0 0,4-13-14 0 0,2 1-4 0 0,0 2 9 0 0,0 1 0 0 0,0-1-1 0 0,1 1 1 0 0,2 10 0 0 0,-1-13 14 0 0,0-1-110 0 0,0 0-1 0 0,0-1 1 0 0,0 0 0 0 0,0 1-1 0 0,1-1 1 0 0,0 0 0 0 0,0 0-1 0 0,0-1 1 0 0,5 5 0 0 0,-7-7-39 0 0,10 9 196 0 0,0-1-1 0 0,1 0 0 0 0,1-1 0 0 0,14 6 0 0 0,17 11 364 0 0,-40-22-511 0 0,-1 0-67 0 0,13 7 54 0 0,-12-7 59 0 0,-1 1-74 0 0,-3-3-34 0 0,1 1-1 0 0,0-1 0 0 0,-1 1 0 0 0,1-1 1 0 0,0 1-1 0 0,-1 0 0 0 0,1-1 0 0 0,-1 1 1 0 0,1-1-1 0 0,-1 1 0 0 0,1 0 1 0 0,-1 0-1 0 0,0-1 0 0 0,1 1 0 0 0,-1 0 1 0 0,0 0-1 0 0,0-1 0 0 0,1 1 0 0 0,-1 0 1 0 0,0 0-1 0 0,0 0 0 0 0,0-1 1 0 0,0 1-1 0 0,0 0 0 0 0,0 0 0 0 0,0 0 1 0 0,0-1-1 0 0,0 1 0 0 0,0 0 0 0 0,-1 0 1 0 0,1 0-1 0 0,0-1 0 0 0,-1 1 0 0 0,1 0 1 0 0,0 0-1 0 0,-1-1 0 0 0,1 1 1 0 0,-1 0-1 0 0,1-1 0 0 0,-1 1 0 0 0,0 1 1 0 0,-2 1-8 0 0,-2-1-44 0 0,-41 12-512 0 0,42-13 196 0 0,-2-1-57 0 0,-19 1-59 0 0,19-1-73 0 0,0 0-85 0 0,4-1 764 0 0,0 1-367 0 0,-1 0 0 0 0,0 0 0 0 0,0 0 0 0 0,1-1 0 0 0,-1 1 0 0 0,0-1 0 0 0,0 0 0 0 0,1 0 0 0 0,-1 0 1 0 0,1 0-1 0 0,-1 0 0 0 0,1-1 0 0 0,-1 1 0 0 0,1-1 0 0 0,0 1 0 0 0,0-1 0 0 0,0 0 0 0 0,0 0 0 0 0,0 0 0 0 0,-2-2 0 0 0,-6-19-2801 0 0,3-1-187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9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0 207 2524 0 0,'3'-9'398'0'0,"1"0"0"0"0,-1 0-1 0 0,1 1 1 0 0,1-1 0 0 0,0 1 0 0 0,0 0 0 0 0,1 0-1 0 0,0 0 1 0 0,0 1 0 0 0,0 0 0 0 0,1 0-1 0 0,0 1 1 0 0,1 0 0 0 0,-1 0 0 0 0,1 1-1 0 0,0 0 1 0 0,1 0 0 0 0,12-5 0 0 0,31-7-728 0 0,-29 10-1579 0 0,0-1-1 0 0,22-11 1 0 0,-15 3-2075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39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2620 0 0,'0'0'3296'0'0,"3"2"-2041"0"0,11 8-419 0 0,0 0-1 0 0,-1 1 0 0 0,-1 1 1 0 0,19 20-1 0 0,44 61 273 0 0,-70-88-1012 0 0,15 22 55 0 0,0 1-1 0 0,-2 1 0 0 0,-1 0 0 0 0,-1 1 1 0 0,-1 1-1 0 0,-2 0 0 0 0,12 43 0 0 0,-21-58-353 0 0,-1-1 0 0 0,0 0-1 0 0,-1 1 1 0 0,-1 0 0 0 0,-1-1-1 0 0,0 1 1 0 0,-1 0 0 0 0,0-1 0 0 0,-1 1-1 0 0,-1-1 1 0 0,-1 0 0 0 0,0 1-1 0 0,-1-2 1 0 0,0 1 0 0 0,-1 0-1 0 0,-1-1 1 0 0,-1 0 0 0 0,-9 14 0 0 0,1-7-1375 0 0,0-1 1 0 0,-36 34 0 0 0,3-12-3543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0.5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28 3624 0 0,'-2'-4'1228'0'0,"1"3"-1080"0"0,1-1 1 0 0,-1 1 0 0 0,0 0-1 0 0,0-1 1 0 0,0 1 0 0 0,0 0-1 0 0,0-1 1 0 0,0 1 0 0 0,0 0-1 0 0,0 0 1 0 0,0 0 0 0 0,0 0-1 0 0,-1 0 1 0 0,1 0 0 0 0,0 0-1 0 0,-1 0 1 0 0,1 1 0 0 0,-1-1-1 0 0,1 1 1 0 0,-1-1 0 0 0,1 1-1 0 0,-1-1 1 0 0,1 1 0 0 0,-1 0-1 0 0,0 0 1 0 0,1-1 0 0 0,-1 1-1 0 0,1 0 1 0 0,-3 1 0 0 0,-1 0-64 0 0,0 1 0 0 0,1 1 0 0 0,-1-1 1 0 0,1 0-1 0 0,-1 1 0 0 0,1 0 1 0 0,0 0-1 0 0,0 0 0 0 0,1 1 0 0 0,-1-1 1 0 0,-5 8-1 0 0,2-2 47 0 0,0 1-1 0 0,2 0 1 0 0,-1 0-1 0 0,-6 17 1 0 0,9-19-100 0 0,1-1-1 0 0,0 1 1 0 0,0 0-1 0 0,1 1 1 0 0,0-1-1 0 0,0 14 1 0 0,1-15-21 0 0,-3 16 33 0 0,4 5 3 0 0,-1-20-28 0 0,1-2-9 0 0,-1 1 1 0 0,1-1-1 0 0,0 0 1 0 0,0 0-1 0 0,0 0 1 0 0,1-1-1 0 0,0 1 1 0 0,0 0-1 0 0,1 0 1 0 0,-1-1-1 0 0,1 0 1 0 0,0 1-1 0 0,1-1 1 0 0,6 7-1 0 0,-3-6-29 0 0,12 4-47 0 0,-8-8 51 0 0,-3-2 64 0 0,0-1 1 0 0,0 0-1 0 0,0 0 1 0 0,-1-1-1 0 0,1 0 0 0 0,0 0 1 0 0,-1-1-1 0 0,1 0 1 0 0,-1 0-1 0 0,11-7 1 0 0,-13 6 44 0 0,1 0 0 0 0,0-1 0 0 0,-1 0 0 0 0,0 0 0 0 0,0 0 0 0 0,-1 0 0 0 0,1-1 0 0 0,-1 1 1 0 0,0-1-1 0 0,-1 0 0 0 0,1-1 0 0 0,-1 1 0 0 0,0-1 0 0 0,-1 1 0 0 0,0-1 0 0 0,0 0 0 0 0,0 0 0 0 0,-1 0 1 0 0,0 0-1 0 0,0 0 0 0 0,-1 0 0 0 0,0 0 0 0 0,-1-9 0 0 0,-7-34 279 0 0,6 46-311 0 0,-1 0-7 0 0,-8-13-6 0 0,8 13 21 0 0,-2 3 60 0 0,-14-4-141 0 0,14 4-78 0 0,0 2-58 0 0,-41 14-822 0 0,42-13 543 0 0,0 1-66 0 0,-14 10-53 0 0,13-10-65 0 0,-5 16-1617 0 0,8-15 1319 0 0,5-1-940 0 0,1-1 1330 0 0,-1 0 0 0 0,1 1 0 0 0,0-1 0 0 0,0 0 1 0 0,1-1-1 0 0,-1 1 0 0 0,5 0 0 0 0,-5-1-1960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0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76 3944 0 0,'140'-34'4431'0'0,"-136"33"-4047"0"0,3 1 1 0 0,20-1 60 0 0,-1 1 0 0 0,0 2 0 0 0,26 4 0 0 0,-44-4-379 0 0,0 0-1 0 0,-1 1 0 0 0,0-1 0 0 0,14 8 1 0 0,-12-5-30 0 0,10 8 50 0 0,-15-10-70 0 0,-1 0 13 0 0,1 1-15 0 0,9 12-26 0 0,-10-13 36 0 0,-2 2 6 0 0,4 11-10 0 0,-4-12 75 0 0,-2 1-19 0 0,-4 14 7 0 0,4-14 15 0 0,-6 1 31 0 0,-4 7 452 0 0,8-12-490 0 0,1 0 0 0 0,0 0 0 0 0,-1 0 0 0 0,0 0 0 0 0,1-1 0 0 0,-1 1 0 0 0,1-1 0 0 0,-1 1 0 0 0,0-1 0 0 0,1 0 0 0 0,-1 0 0 0 0,0 0 0 0 0,1-1 0 0 0,-5 0 0 0 0,2 0 114 0 0,2-2-11 0 0,-20-39 419 0 0,21 37-485 0 0,1-1 2 0 0,-1-17-25 0 0,1 17-19 0 0,2 0-29 0 0,3-17-25 0 0,-4 17-63 0 0,3 1 84 0 0,-1 0-44 0 0,1-1 1 0 0,-1 1-1 0 0,1 0 0 0 0,0 1 1 0 0,1-1-1 0 0,-1 0 0 0 0,1 1 1 0 0,0 0-1 0 0,5-5 1 0 0,-6 7-6 0 0,0 1 1 0 0,-1-1-1 0 0,1 1 1 0 0,0-1-1 0 0,-1 1 1 0 0,1 0-1 0 0,0 0 1 0 0,0 1-1 0 0,0-1 1 0 0,0 0-1 0 0,0 1 1 0 0,0 0 0 0 0,0 0-1 0 0,0 0 1 0 0,0 0-1 0 0,0 0 1 0 0,0 1-1 0 0,0-1 1 0 0,0 1-1 0 0,0 0 1 0 0,0-1-1 0 0,-1 2 1 0 0,5 1-1 0 0,0-2-4 0 0,-5 0-1 0 0,0-1 0 0 0,0 1 0 0 0,0-1 0 0 0,0 1 0 0 0,0 0 0 0 0,0 0 0 0 0,0 0 0 0 0,0 0 0 0 0,0 0 0 0 0,-1 1 1 0 0,1-1-1 0 0,3 3 0 0 0,2 2-15 0 0,0 0-1 0 0,-1 1 1 0 0,0 0 0 0 0,0 0 0 0 0,0 0 0 0 0,-1 1-1 0 0,0-1 1 0 0,0 1 0 0 0,4 12 0 0 0,-8-17-10 0 0,2 4-45 0 0,-1-1-1 0 0,0 1 0 0 0,0 0 0 0 0,0 0 0 0 0,-1 0 1 0 0,0 0-1 0 0,-1 0 0 0 0,1 0 0 0 0,-2 11 0 0 0,-2 8-506 0 0,0 0-1 0 0,-2 1 0 0 0,-1-2 1 0 0,-1 1-1 0 0,-16 39 0 0 0,12-40-1079 0 0,-1-1 0 0 0,-1-1 1 0 0,-21 29-1 0 0,11-21-2976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1.6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49 4388 0 0,'0'0'1417'0'0,"-1"-5"-231"0"0,-5-15-185 0 0,4 15-182 0 0,1 1 49 0 0,1 3-795 0 0,0 1-1 0 0,0-1 1 0 0,0 0-1 0 0,0 1 1 0 0,-1-1-1 0 0,1 0 1 0 0,0 1-1 0 0,0-1 1 0 0,0 0-1 0 0,0 1 0 0 0,-1-1 1 0 0,1 1-1 0 0,0-1 1 0 0,-1 1-1 0 0,1-1 1 0 0,0 0-1 0 0,-1 1 1 0 0,1-1-1 0 0,-1 1 1 0 0,1 0-1 0 0,-1-1 1 0 0,1 1-1 0 0,-1-1 1 0 0,1 1-1 0 0,-2-1 1 0 0,-4 17-15 0 0,0 0 1 0 0,1 0 0 0 0,1 0-1 0 0,0 0 1 0 0,2 1 0 0 0,-1 0-1 0 0,1 23 1 0 0,-2 10 70 0 0,-10 51 155 0 0,-7 79 252 0 0,20-173-497 0 0,1 1 0 0 0,0-1 1 0 0,1 1-1 0 0,0-1 0 0 0,0 1 1 0 0,0-1-1 0 0,4 11 0 0 0,-4-17-36 0 0,-1 1 3 0 0,2 1 1 0 0,-1 0 0 0 0,0-1 0 0 0,0 1 0 0 0,1-1 0 0 0,-1 0 0 0 0,1 1 0 0 0,0-1 0 0 0,0 0 0 0 0,0 0 0 0 0,0 0 0 0 0,0 0 0 0 0,0 0 0 0 0,1-1 0 0 0,-1 1-1 0 0,1-1 1 0 0,2 2 0 0 0,-2-1-9 0 0,1 0-47 0 0,1 0 0 0 0,0-1 0 0 0,-1 1 0 0 0,1-1 0 0 0,0 0 0 0 0,0 0 0 0 0,0 0 0 0 0,0-1 0 0 0,0 1 0 0 0,0-1 0 0 0,8-1 0 0 0,-9 0 3 0 0,11 1-299 0 0,-1-2 1 0 0,0 0 0 0 0,0 0-1 0 0,0-2 1 0 0,0 0 0 0 0,0 0-1 0 0,-1-1 1 0 0,14-7 0 0 0,-16 6-583 0 0,-1 1 1 0 0,0-1-1 0 0,0-1 0 0 0,-1 0 1 0 0,14-13-1 0 0,-6 1-3161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1.8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3624 0 0,'0'0'3097'0'0,"6"-1"-2690"0"0,61-6 310 0 0,104 8-674 0 0,-2-1-4842 0 0,-131-1 1750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2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62 2252 0 0,'0'0'1765'0'0,"-3"3"-1134"0"0,-19 29 1280 0 0,20-29-1517 0 0,7-2-418 0 0,1 0 40 0 0,0-1 1 0 0,0 1 0 0 0,0-1 0 0 0,1-1-1 0 0,-1 1 1 0 0,0-1 0 0 0,0 0 0 0 0,0-1-1 0 0,0 1 1 0 0,0-1 0 0 0,-1 0-1 0 0,1-1 1 0 0,-1 1 0 0 0,1-1 0 0 0,-1 0-1 0 0,0-1 1 0 0,0 1 0 0 0,6-6 0 0 0,-8 7 160 0 0,-3 1-168 0 0,0 1 1 0 0,0 0-1 0 0,0-1 1 0 0,0 1-1 0 0,0 0 0 0 0,0 0 1 0 0,0-1-1 0 0,0 1 0 0 0,0 0 1 0 0,0-1-1 0 0,0 1 1 0 0,1 0-1 0 0,-1 0 0 0 0,0-1 1 0 0,0 1-1 0 0,0 0 1 0 0,1 0-1 0 0,-1-1 0 0 0,0 1 1 0 0,0 0-1 0 0,1 0 0 0 0,-1-1 1 0 0,0 1-1 0 0,0 0 1 0 0,1 0-1 0 0,-1 0 0 0 0,0 0 1 0 0,1 0-1 0 0,-1 0 0 0 0,0-1 1 0 0,0 1-1 0 0,1 0 1 0 0,0 0 14 0 0,0 0 1 0 0,-1 0 0 0 0,1-1-1 0 0,0 1 1 0 0,-1 0 0 0 0,1 0-1 0 0,-1-1 1 0 0,1 1 0 0 0,-1-1-1 0 0,1 1 1 0 0,-1 0 0 0 0,1-1 0 0 0,-1 1-1 0 0,1-1 1 0 0,-1 1 0 0 0,1-1-1 0 0,-1 0 1 0 0,0 1 0 0 0,1-1-1 0 0,-1 1 1 0 0,0-1 0 0 0,0 0-1 0 0,1 1 1 0 0,-1-1 0 0 0,0 0-1 0 0,0 0 1 0 0,5-22 406 0 0,-21 5 142 0 0,-11 17-253 0 0,22 0-110 0 0,-1 4-65 0 0,-1-1-57 0 0,1 1 1 0 0,-1 0-1 0 0,1 1 1 0 0,-1-1-1 0 0,1 1 1 0 0,0 1-1 0 0,1-1 1 0 0,-1 1-1 0 0,1 0 1 0 0,-9 11-1 0 0,10-10-48 0 0,0 0 0 0 0,1 1 0 0 0,1-1-1 0 0,-1 1 1 0 0,1-1 0 0 0,0 1-1 0 0,0 0 1 0 0,1 0 0 0 0,0 0 0 0 0,0 0-1 0 0,0 0 1 0 0,1 1 0 0 0,0-1-1 0 0,1 0 1 0 0,0 0 0 0 0,0 0 0 0 0,0 0-1 0 0,4 10 1 0 0,-3-13-59 0 0,0 0-1 0 0,0-1 1 0 0,0 1-1 0 0,0-1 1 0 0,1 1-1 0 0,-1-1 1 0 0,1 0-1 0 0,0 0 1 0 0,0 0-1 0 0,0-1 1 0 0,0 1-1 0 0,6 3 1 0 0,-6-4-34 0 0,2 1-110 0 0,-1-1 0 0 0,1 1 0 0 0,0-1 0 0 0,0 0 0 0 0,0 0-1 0 0,0-1 1 0 0,1 1 0 0 0,-1-1 0 0 0,11 1 0 0 0,-11-2 43 0 0,3 1-214 0 0,0 0-1 0 0,1 0 0 0 0,-1-1 0 0 0,0-1 1 0 0,1 1-1 0 0,-1-1 0 0 0,9-3 1 0 0,-10 3 214 0 0,6-2-528 0 0,1 0 0 0 0,-1 0 1 0 0,24-11-1 0 0,-27 10 407 0 0,-6 3 54 0 0,-1 0-1 0 0,1 0 1 0 0,-1-1-1 0 0,0 1 1 0 0,1-1 0 0 0,-1 0-1 0 0,6-4 1 0 0,-2 1-299 0 0,0 2-1610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2.5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81 2696 0 0,'6'-21'711'0'0,"-5"17"-58"0"0,-1-1-33 0 0,0 2-434 0 0,0 0 0 0 0,0 0 0 0 0,0 0 0 0 0,0 0 0 0 0,-1 0 0 0 0,0 0 1 0 0,0 0-1 0 0,1 0 0 0 0,-2 1 0 0 0,1-1 0 0 0,0 0 0 0 0,-2-2 0 0 0,1 1 587 0 0,-3 3-418 0 0,-13-3-48 0 0,14 3-22 0 0,0 2-51 0 0,-3 2-105 0 0,0 1-1 0 0,1-1 0 0 0,-1 2 0 0 0,1-1 0 0 0,0 0 0 0 0,0 1 0 0 0,-8 9 0 0 0,11-11-234 0 0,2 2 204 0 0,-4 14 15 0 0,4-14-120 0 0,1-1 33 0 0,0 1 1 0 0,1-1-1 0 0,-1 1 1 0 0,1 0 0 0 0,0-1-1 0 0,1 0 1 0 0,-1 1 0 0 0,1-1-1 0 0,-1 0 1 0 0,1 0 0 0 0,1 1-1 0 0,-1-2 1 0 0,0 1-1 0 0,1 0 1 0 0,0 0 0 0 0,0-1-1 0 0,7 7 1 0 0,40 28 90 0 0,-30-24-80 0 0,7 1-8 0 0,36 15 5 0 0,-8-1 168 0 0,-51-26-78 0 0,0-1 9 0 0,-3-1-65 0 0,0 1-19 0 0,0-1-1 0 0,0 0 1 0 0,0 0-1 0 0,0 0 1 0 0,0 0 0 0 0,1 0-1 0 0,-1 0 1 0 0,0 0-1 0 0,1 0 1 0 0,-1-1-1 0 0,1 1 1 0 0,1 0-1 0 0,-4 4 242 0 0,-3 17-96 0 0,-1-20-160 0 0,-71 19-54 0 0,72-21-178 0 0,-3 0-116 0 0,-19-1-116 0 0,19 1-160 0 0,2-3-178 0 0,0 0 220 0 0,1 1-1 0 0,-1-2 1 0 0,0 1-1 0 0,1-1 1 0 0,0 1-1 0 0,-6-7 1 0 0,8 7-1800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2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0 3740 0 0,'0'0'5412'0'0,"1"5"-4773"0"0,-1 4-374 0 0,0 1 1 0 0,-1-1 0 0 0,0 1-1 0 0,0-1 1 0 0,-1 1-1 0 0,-3 11 1 0 0,-6 37 281 0 0,6-11-284 0 0,4 1-65 0 0,0-39-166 0 0,0-5-17 0 0,1-1 0 0 0,0 1 0 0 0,0-1 0 0 0,0 1 0 0 0,1-1 0 0 0,-1 0 0 0 0,1 1 0 0 0,-1-1 0 0 0,3 5 1 0 0,-2 0 0 0 0,10 26 62 0 0,-7-24-214 0 0,1 1 0 0 0,1-1 0 0 0,0 0 0 0 0,0 0 1 0 0,1-1-1 0 0,0 1 0 0 0,0-2 0 0 0,1 1 1 0 0,1-1-1 0 0,8 7 0 0 0,-12-12-244 0 0,0 0 1 0 0,1 0-1 0 0,-1-1 1 0 0,0 0-1 0 0,1 0 0 0 0,0 0 1 0 0,-1-1-1 0 0,1 0 0 0 0,7 1 1 0 0,-6-1-259 0 0,4-1-1931 0 0,18-1-1829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3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27 119 3016 0 0,'-26'-5'6641'0'0,"51"-15"-6297"0"0,28 8-432 0 0,-19 6-132 0 0,8-3-212 0 0,5-1-220 0 0,1 0-232 0 0,-2 0-372 0 0,4-1 243 0 0,-1-1-763 0 0,1-1-1864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4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318 328 3012 0 0,'-5'-1'1269'0'0,"-5"-2"-978"0"0,1 2 1 0 0,0-1-1 0 0,0 1 0 0 0,-1 0 0 0 0,1 1 1 0 0,-1 0-1 0 0,1 1 0 0 0,-1 0 0 0 0,1 0 1 0 0,0 1-1 0 0,0 0 0 0 0,0 1 0 0 0,0 0 1 0 0,0 0-1 0 0,0 1 0 0 0,1 0 0 0 0,-1 1 1 0 0,1 0-1 0 0,-12 9 0 0 0,9-5-189 0 0,0 1-1 0 0,1 0 1 0 0,0 0 0 0 0,1 1-1 0 0,0 0 1 0 0,0 1-1 0 0,1 0 1 0 0,1 0 0 0 0,0 1-1 0 0,1 0 1 0 0,0 0-1 0 0,-6 22 1 0 0,11-30-84 0 0,0 1-1 0 0,0-1 1 0 0,0 0-1 0 0,1 0 1 0 0,0 0-1 0 0,0 1 1 0 0,0-1-1 0 0,1 0 1 0 0,1 10-1 0 0,0-9-1 0 0,-2-2-12 0 0,1-1-1 0 0,0 0 1 0 0,0 0 0 0 0,0 1-1 0 0,0-1 1 0 0,0 0-1 0 0,1 0 1 0 0,-1 0-1 0 0,1 0 1 0 0,0-1-1 0 0,0 1 1 0 0,0 0-1 0 0,0-1 1 0 0,1 1-1 0 0,-1-1 1 0 0,1 0 0 0 0,-1 0-1 0 0,1 0 1 0 0,0 0-1 0 0,0 0 1 0 0,0 0-1 0 0,0-1 1 0 0,0 0-1 0 0,0 1 1 0 0,4 0-1 0 0,-1-1-28 0 0,-1 0 4 0 0,-1 0 0 0 0,1 0 0 0 0,-1-1-1 0 0,1 1 1 0 0,-1-1 0 0 0,1 0 0 0 0,-1-1-1 0 0,1 1 1 0 0,-1-1 0 0 0,1 0 0 0 0,4-1-1 0 0,20-8-31 0 0,-1-1 0 0 0,0-1 0 0 0,29-18 0 0 0,-44 22 66 0 0,-1 0 0 0 0,0-1 0 0 0,-1 0 0 0 0,0-1 0 0 0,0-1 0 0 0,-1 1 0 0 0,0-1 0 0 0,-1-1 0 0 0,9-15 0 0 0,-7 7 40 0 0,-1-1 1 0 0,0 0-1 0 0,-2-1 0 0 0,0 0 1 0 0,-2-1-1 0 0,-1 1 1 0 0,0-1-1 0 0,1-26 1 0 0,-4 16 102 0 0,-1-1 0 0 0,-1 0 0 0 0,-2 1 0 0 0,-11-59-1 0 0,5 68-13 0 0,5 20-110 0 0,1 0 70 0 0,-1 2 13 0 0,1 0-81 0 0,-14-6 174 0 0,11 12-93 0 0,-2 3-77 0 0,0 1-1 0 0,0 0 1 0 0,1 0 0 0 0,0 1-1 0 0,0-1 1 0 0,1 1 0 0 0,0 0-1 0 0,1 1 1 0 0,0-1 0 0 0,1 1-1 0 0,-4 12 1 0 0,0 4 12 0 0,2 1 0 0 0,1 0-1 0 0,-2 30 1 0 0,5-37-109 0 0,1 0 0 0 0,1 1 0 0 0,1-1 0 0 0,1 0 0 0 0,1 0 0 0 0,0 0 0 0 0,1-1 0 0 0,14 33 0 0 0,-14-40-132 0 0,1-1-1 0 0,0 1 1 0 0,1-1 0 0 0,0 0 0 0 0,1-1-1 0 0,0 0 1 0 0,1 0 0 0 0,0-1 0 0 0,0 0-1 0 0,1 0 1 0 0,0-1 0 0 0,0-1 0 0 0,21 12-1 0 0,-29-18 132 0 0,0 1-1 0 0,1-1 1 0 0,-1 0-1 0 0,0 0 0 0 0,1 0 1 0 0,-1 0-1 0 0,1 0 1 0 0,-1-1-1 0 0,1 1 0 0 0,0-1 1 0 0,2 1-1 0 0,16 1-502 0 0,-13 0 460 0 0,-6-1 50 0 0,1-1-1 0 0,0 1 0 0 0,-1-1 1 0 0,1 1-1 0 0,0-1 1 0 0,0 0-1 0 0,-1 0 0 0 0,1 0 1 0 0,0-1-1 0 0,4 0 0 0 0,11-1-192 0 0,0-1 0 0 0,-1-1 0 0 0,1-1 0 0 0,-1-1-1 0 0,0 0 1 0 0,0-1 0 0 0,27-16 0 0 0,-32 16 311 0 0,-1-1 0 0 0,0 0 0 0 0,0-1 0 0 0,-1 0 0 0 0,0 0 0 0 0,-1-1 1 0 0,0 0-1 0 0,0-1 0 0 0,-1 0 0 0 0,-1-1 0 0 0,0 1 0 0 0,7-16 0 0 0,5-28 1079 0 0,-18 51-780 0 0,-1-2-17 0 0,-1-16 16 0 0,0 16-11 0 0,-1 3-34 0 0,1 2-273 0 0,1-1 1 0 0,-1 1-1 0 0,-1-1 0 0 0,1 1 1 0 0,0 0-1 0 0,0 0 1 0 0,0-1-1 0 0,-1 1 1 0 0,1 0-1 0 0,0 0 1 0 0,-1 1-1 0 0,1-1 0 0 0,-1 0 1 0 0,0 0-1 0 0,1 1 1 0 0,-1-1-1 0 0,1 1 1 0 0,-1-1-1 0 0,0 1 1 0 0,1 0-1 0 0,-1-1 0 0 0,0 1 1 0 0,0 0-1 0 0,1 0 1 0 0,-1 0-1 0 0,0 0 1 0 0,1 1-1 0 0,-1-1 1 0 0,0 0-1 0 0,-3 2 0 0 0,-6 2 36 0 0,-1 1 0 0 0,1 0 0 0 0,0 1 0 0 0,1 0 0 0 0,-1 0 0 0 0,1 1 0 0 0,0 1 1 0 0,1 0-1 0 0,0 0 0 0 0,-12 13 0 0 0,15-13-36 0 0,-1 0 1 0 0,1 0 0 0 0,0 1 0 0 0,1 0 0 0 0,0 0-1 0 0,1 1 1 0 0,-1-1 0 0 0,-4 18 0 0 0,1 27-21 0 0,7-49-37 0 0,2 2-14 0 0,-1-4 28 0 0,1 1-26 0 0,-1-1 1 0 0,0 0 0 0 0,1 1-1 0 0,-1-1 1 0 0,1 0 0 0 0,0 1 0 0 0,0-1-1 0 0,0 0 1 0 0,1 0 0 0 0,-1 0-1 0 0,1 0 1 0 0,0 0 0 0 0,-1 0-1 0 0,5 3 1 0 0,-5-4-20 0 0,1 0-1 0 0,0-1 1 0 0,0 1-1 0 0,0 0 0 0 0,1-1 1 0 0,-1 0-1 0 0,0 1 1 0 0,1-1-1 0 0,-1 0 1 0 0,0 0-1 0 0,1-1 1 0 0,-1 1-1 0 0,1 0 1 0 0,-1-1-1 0 0,1 1 0 0 0,0-1 1 0 0,-1 0-1 0 0,6 0 1 0 0,-1-1 38 0 0,1 0 1 0 0,0-1 0 0 0,-1 0 0 0 0,0 0-1 0 0,1-1 1 0 0,-1 0 0 0 0,0 0-1 0 0,0 0 1 0 0,0-1 0 0 0,-1 0 0 0 0,0 0-1 0 0,1-1 1 0 0,-1 0 0 0 0,-1 0-1 0 0,8-8 1 0 0,-10 10 165 0 0,-2 2-132 0 0,1 0 0 0 0,-1-1 0 0 0,1 1 0 0 0,-1 0 0 0 0,0-1 0 0 0,1 1 0 0 0,-1-1 0 0 0,0 1 0 0 0,1-4 0 0 0,1 2 93 0 0,0 0-26 0 0,8-8 3 0 0,-9 8 224 0 0,-2 8-477 0 0,-1 14 217 0 0,1-14 140 0 0,-1 0-147 0 0,0 19 4 0 0,1-18 37 0 0,2-1-65 0 0,0 1-58 0 0,1 0 1 0 0,-1 0 0 0 0,2-1 0 0 0,-1 1 0 0 0,5 5 0 0 0,-5-8-98 0 0,1-2-37 0 0,4 0 64 0 0,0 0 0 0 0,0-1 1 0 0,1 0-1 0 0,-1 0 0 0 0,0-1 1 0 0,0 0-1 0 0,0 0 0 0 0,0-1 1 0 0,0 0-1 0 0,-1 0 0 0 0,1-1 1 0 0,9-5-1 0 0,-2 1 37 0 0,-1 0 0 0 0,-1-1 1 0 0,1-1-1 0 0,-1 0 0 0 0,22-21 0 0 0,-20 14 69 0 0,-1 0 0 0 0,-1-1 0 0 0,0 0 0 0 0,-2-1 0 0 0,0-1 0 0 0,14-30 0 0 0,-12 15 485 0 0,-1 0 1 0 0,16-70 0 0 0,-28 100 238 0 0,-2-2-477 0 0,2 6-229 0 0,0-1 1 0 0,0 1-1 0 0,0-1 1 0 0,0 1-1 0 0,0-1 1 0 0,0 1-1 0 0,-1-1 0 0 0,1 1 1 0 0,0-1-1 0 0,0 1 1 0 0,0-1-1 0 0,-1 1 1 0 0,1 0-1 0 0,0-1 1 0 0,0 1-1 0 0,-1-1 0 0 0,1 1 1 0 0,0 0-1 0 0,-1-1 1 0 0,1 1-1 0 0,0-1 1 0 0,-1 1-1 0 0,1 0 1 0 0,-1 0-1 0 0,1-1 0 0 0,-1 1 1 0 0,1 0-1 0 0,0 0 1 0 0,-1-1-1 0 0,1 1 1 0 0,-2 0-1 0 0,-3 7 94 0 0,0 0 0 0 0,0 0 0 0 0,1 0 0 0 0,0 1 0 0 0,0-1 0 0 0,0 1 1 0 0,1 0-1 0 0,-3 14 0 0 0,1-1-39 0 0,1 0 1 0 0,-2 36-1 0 0,6-13-199 0 0,0 0 0 0 0,10 54-1 0 0,-5-60-1567 0 0,12 36 0 0 0,-17-73 1533 0 0,0 1 0 0 0,0-1 0 0 0,1 0 0 0 0,-1 0 0 0 0,0 0 0 0 0,1 0-1 0 0,-1 0 1 0 0,1 0 0 0 0,-1 0 0 0 0,1 0 0 0 0,-1 0 0 0 0,1 0 0 0 0,0 0 0 0 0,-1 0 0 0 0,1 0 0 0 0,0-1 0 0 0,2 3 0 0 0,-1-1-512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4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34 3392 0 0,'-6'0'1942'0'0,"-87"11"4362"0"0,87-11-4659 0 0,14 1-1563 0 0,0 1-101 0 0,30 2-271 0 0,294-19-2807 0 0,-274 9-357 0 0,93-23 1 0 0,-145 27 441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5.1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14 3176 0 0,'3'-3'787'0'0,"13"-8"3880"0"0,-22 12-4139 0 0,3-1-489 0 0,-1 0 72 0 0,0 0 0 0 0,1 0 0 0 0,-1 1 0 0 0,0-1 0 0 0,1 1 0 0 0,-1 0 0 0 0,1 0 0 0 0,-1 1 0 0 0,1-1 0 0 0,-1 1 0 0 0,1-1 1 0 0,0 1-1 0 0,-5 3 0 0 0,-4 5 33 0 0,0 1 0 0 0,-17 19 0 0 0,15-15-26 0 0,2 1 0 0 0,0 0-1 0 0,-18 34 1 0 0,28-46-107 0 0,-4 16-77 0 0,4-15 40 0 0,1 0-90 0 0,9 12-451 0 0,-7-13 520 0 0,0 0-79 0 0,6-5-12 0 0,0 0 183 0 0,0 0-1 0 0,0-1 1 0 0,-1 0-1 0 0,1-1 0 0 0,0 0 1 0 0,-1 0-1 0 0,1 0 1 0 0,-1-1-1 0 0,0 1 1 0 0,7-7-1 0 0,72-63 1523 0 0,-82 71-1472 0 0,3 1-15 0 0,-3 0-81 0 0,-1 0 12 0 0,1 0 1 0 0,-1 0-1 0 0,1 1 0 0 0,-1-1 1 0 0,1 1-1 0 0,0 0 0 0 0,-1 0 1 0 0,1 0-1 0 0,-1 0 0 0 0,1 0 1 0 0,0 1-1 0 0,-1-1 0 0 0,1 1 1 0 0,-1-1-1 0 0,1 1 0 0 0,-1 0 1 0 0,1 0-1 0 0,-1 0 0 0 0,3 2 1 0 0,32 25-60 0 0,-29-19 30 0 0,-1 1-6 0 0,2 2-146 0 0,1 0 0 0 0,-2 1 1 0 0,0 0-1 0 0,0 0 0 0 0,-2 1 1 0 0,1 0-1 0 0,-2 0 0 0 0,6 19 1 0 0,-8-22-461 0 0,-1 1 1 0 0,0-1 0 0 0,0 1 0 0 0,-1 0-1 0 0,-1 0 1 0 0,0 0 0 0 0,0-1 0 0 0,-1 1-1 0 0,-1 0 1 0 0,-5 21 0 0 0,-4-3-3829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4:48.2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1085 284 2456 0 0,'-6'-12'464'0'0,"-2"2"-1"0"0,0-1 1 0 0,0 1-1 0 0,-1 0 0 0 0,0 1 1 0 0,0 0-1 0 0,-1 0 1 0 0,-1 1-1 0 0,-11-7 0 0 0,12 9-351 0 0,0 1 0 0 0,0 0-1 0 0,0 1 1 0 0,-1 1 0 0 0,0-1-1 0 0,0 1 1 0 0,0 1 0 0 0,0 0-1 0 0,0 1 1 0 0,0 0-1 0 0,0 1 1 0 0,0 0 0 0 0,-1 0-1 0 0,1 2 1 0 0,0-1 0 0 0,-21 7-1 0 0,1 2 101 0 0,0 1 0 0 0,0 2 0 0 0,1 2-1 0 0,1 0 1 0 0,1 2 0 0 0,0 1 0 0 0,-36 31-1 0 0,6 1 4 0 0,3 3 0 0 0,-53 64-1 0 0,85-89-107 0 0,1 1 0 0 0,-30 52 0 0 0,43-64-96 0 0,0-1-1 0 0,2 1 0 0 0,0 0 0 0 0,1 1 1 0 0,1 0-1 0 0,-5 31 0 0 0,9-41-27 0 0,0 0 0 0 0,1 0-1 0 0,0 0 1 0 0,0 0 0 0 0,1 0 0 0 0,0 0-1 0 0,0 0 1 0 0,1 0 0 0 0,0-1 0 0 0,0 1-1 0 0,1 0 1 0 0,0-1 0 0 0,1 1-1 0 0,7 11 1 0 0,-3-8-30 0 0,1-1-1 0 0,0 0 0 0 0,1 0 0 0 0,0-1 1 0 0,0 0-1 0 0,1 0 0 0 0,0-1 1 0 0,13 6-1 0 0,-14-8 101 0 0,-1-1-134 0 0,0 0-1 0 0,0 1 1 0 0,0 0-1 0 0,-1 0 0 0 0,0 1 1 0 0,10 11-1 0 0,-15-15 88 0 0,1 11 11 0 0,-4-13-18 0 0,1 0 1 0 0,-1 0-1 0 0,1 0 1 0 0,-1 0-1 0 0,0 0 0 0 0,1 0 1 0 0,-1 0-1 0 0,0 0 1 0 0,0 0-1 0 0,0 0 0 0 0,0 0 1 0 0,0 1-1 0 0,0-1 1 0 0,0 0-1 0 0,0 0 1 0 0,0 0-1 0 0,0 0 0 0 0,0 0 1 0 0,-1 2-1 0 0,-3 12-10 0 0,0 0 0 0 0,-1-1 0 0 0,-1 1 1 0 0,0-1-1 0 0,-11 17 0 0 0,-49 73 225 0 0,15-25-71 0 0,26-34-123 0 0,2 1 1 0 0,3 1-1 0 0,1 1 0 0 0,2 1 0 0 0,3 0 0 0 0,1 1 0 0 0,3 0 1 0 0,2 1-1 0 0,-1 53 0 0 0,7-29-13 0 0,4 0-1 0 0,3 1 1 0 0,3-2-1 0 0,3 1 1 0 0,32 110 0 0 0,-14-65 101 0 0,-28-116-97 0 0,3 11 45 0 0,0-1-1 0 0,-1 1 1 0 0,-1 0 0 0 0,0 0 0 0 0,-1 0 0 0 0,-1 0 0 0 0,0 0 0 0 0,-1 0-1 0 0,-1 0 1 0 0,0 0 0 0 0,-6 17 0 0 0,-24 91 360 0 0,-3 4-169 0 0,-24 165 0 0 0,52-227-210 0 0,2 1-1 0 0,6 99 1 0 0,1-134-30 0 0,2 0 0 0 0,1-1 0 0 0,1 0 0 0 0,2 0 0 0 0,1 0 0 0 0,1-1 0 0 0,21 42 0 0 0,-24-59-7 0 0,0-2 0 0 0,0 1 0 0 0,1-1 0 0 0,0 0 0 0 0,1 0 0 0 0,0-1 0 0 0,0 0 0 0 0,1-1 0 0 0,0 0 0 0 0,12 7 0 0 0,10 3-9 0 0,1-2 1 0 0,38 15-1 0 0,-36-17-87 0 0,-25-10 104 0 0,7 5 9 0 0,-1 2 11 0 0,-2 0-10 0 0,0 0-1 0 0,-1 1 1 0 0,0 0 0 0 0,-1 1 0 0 0,-1 0 0 0 0,0 1 0 0 0,12 20-1 0 0,62 121-31 0 0,-37-61-33 0 0,-23-50 51 0 0,1-1 0 0 0,3-1 1 0 0,58 67-1 0 0,-73-93 25 0 0,2-2-1 0 0,0 1 1 0 0,0-2-1 0 0,1 0 0 0 0,1-2 1 0 0,0 1-1 0 0,1-2 1 0 0,0-1-1 0 0,0 0 0 0 0,1-1 1 0 0,34 8-1 0 0,-24-10 19 0 0,0-1 0 0 0,1-2 0 0 0,58-2 0 0 0,91-17 109 0 0,0 0-13 0 0,-149 15-106 0 0,0 2 0 0 0,0 1 0 0 0,55 11 1 0 0,-19 5-104 0 0,111 46 1 0 0,-128-42 62 0 0,1-3-1 0 0,1-2 1 0 0,0-3-1 0 0,60 10 1 0 0,-37-19-57 0 0,1-2 1 0 0,-1-4 0 0 0,1-3 0 0 0,-1-3-1 0 0,0-4 1 0 0,120-33 0 0 0,-128 22 125 0 0,88-42 1 0 0,30-10 55 0 0,-173 71-75 0 0,1 0 1 0 0,-1 1 0 0 0,1 0 0 0 0,23 1 0 0 0,-29 1-35 0 0,17 1 52 0 0,-1 1 1 0 0,0 1-1 0 0,1 0 0 0 0,-1 2 0 0 0,-1 1 0 0 0,43 17 0 0 0,-2-2-21 0 0,-33-11-31 0 0,1-3-1 0 0,0 0 1 0 0,1-2-1 0 0,0-1 1 0 0,0-2-1 0 0,-1-1 1 0 0,1-1-1 0 0,0-2 1 0 0,0-1-1 0 0,0-2 1 0 0,-1-1-1 0 0,0-1 1 0 0,0-2-1 0 0,-1-1 1 0 0,56-27-1 0 0,-59 22-5 0 0,0-2-1 0 0,-1-1 1 0 0,0 0-1 0 0,-2-2 1 0 0,29-30-1 0 0,96-124 323 0 0,-117 134-168 0 0,141-151 71 0 0,-170 188-179 0 0,1 0 17 0 0,34-24 55 0 0,-33 25-80 0 0,12-9-53 0 0,-13 9 36 0 0,1-1 26 0 0,25-16 68 0 0,-21 13-95 0 0,0-1 0 0 0,0 1 0 0 0,-1-2 0 0 0,13-13 0 0 0,-7 5-28 0 0,17-20-6 0 0,-2-2-1 0 0,-1-1 1 0 0,-2-1-1 0 0,-2-1 0 0 0,-2-1 1 0 0,31-83-1 0 0,64-281 0 0 0,-99 331-63 0 0,0-7 109 0 0,-3 0-1 0 0,6-144 0 0 0,-18 158 15 0 0,7-57-287 0 0,37-172 0 0 0,-11 90 253 0 0,-16 83-23 0 0,19-154 66 0 0,-36 243-79 0 0,-2-1 1 0 0,-2 0-1 0 0,-1 1 0 0 0,-2-1 0 0 0,-12-55 0 0 0,11 72 44 0 0,-6-8-12 0 0,8 23-9 0 0,-1-4-1 0 0,-1-1-1 0 0,0 1 1 0 0,-1 0-1 0 0,0 0 1 0 0,-1 0-1 0 0,1 1 1 0 0,-15-12-1 0 0,8 10 43 0 0,9 7 126 0 0,0 0-150 0 0,-12-7-43 0 0,12 7 18 0 0,0-1-7 0 0,-1-1-5 0 0,1 0 0 0 0,-1-1 1 0 0,1 0-1 0 0,0 0 0 0 0,0 0 0 0 0,1 0 1 0 0,-1-1-1 0 0,-2-6 0 0 0,4 8 36 0 0,1-2-41 0 0,-27-171-94 0 0,15 111 145 0 0,-3 1 0 0 0,-35-92 1 0 0,42 136-43 0 0,0 1 0 0 0,-2 0 0 0 0,0 0 0 0 0,-1 1 0 0 0,-1 1 0 0 0,-1 0 0 0 0,0 1 0 0 0,-1 0 0 0 0,-1 2 0 0 0,-1-1 0 0 0,-23-15 0 0 0,19 18 4 0 0,0 1 1 0 0,0 1-1 0 0,-1 1 1 0 0,0 1-1 0 0,-1 1 0 0 0,-43-9 1 0 0,13 8-122 0 0,-99-6 1 0 0,146 15 53 0 0,-1 0 19 0 0,-20-1 15 0 0,20 0 8 0 0,2 0-8 0 0,-15-5 10 0 0,15 5 11 0 0,1-1-9 0 0,-13-7-1 0 0,13 7 3 0 0,4 0 24 0 0,-1 0 0 0 0,0 0 0 0 0,0 1 0 0 0,0-1-1 0 0,0 0 1 0 0,0 1 0 0 0,0-1 0 0 0,0 1 0 0 0,0 0 0 0 0,0-1 0 0 0,-1 1 0 0 0,-1-2 0 0 0,2 2-1 0 0,-4-7 0 0 0,0 0-1 0 0,1 0 0 0 0,0-1 1 0 0,0 1-1 0 0,-3-15 0 0 0,-1 0 0 0 0,5 16 4 0 0,-10-31-23 0 0,-3 0-1 0 0,-1 1 1 0 0,-29-46 0 0 0,40 74 29 0 0,-1-1-1 0 0,0 1 1 0 0,0 1 0 0 0,-1 0 0 0 0,0 0-1 0 0,0 0 1 0 0,-1 1 0 0 0,0 0 0 0 0,0 1-1 0 0,-1 0 1 0 0,0 0 0 0 0,0 1 0 0 0,0 0-1 0 0,0 1 1 0 0,-1 0 0 0 0,0 1 0 0 0,-11-2-1 0 0,-10 1-35 0 0,0 1-1 0 0,-1 1 1 0 0,1 2 0 0 0,0 2-1 0 0,-1 1 1 0 0,-43 9-1 0 0,-191 62-53 0 0,31-7 248 0 0,231-65-148 0 0,-2-2-36 0 0,-17 0-26 0 0,17 0-63 0 0,3-2 106 0 0,-3 1-4 0 0,1-1 1 0 0,0-1-1 0 0,0 1 1 0 0,0-1-1 0 0,0-1 1 0 0,0 1-1 0 0,1-1 1 0 0,-1 0-1 0 0,1 0 1 0 0,-8-9-1 0 0,-35-41 36 0 0,18 19-204 0 0,-54-49 0 0 0,74 74 152 0 0,-1 2 1 0 0,0 0-1 0 0,-1 0 0 0 0,0 1 1 0 0,0 0-1 0 0,-1 1 0 0 0,0 0 1 0 0,0 1-1 0 0,-24-5 1 0 0,17 7 4 0 0,0 1-1 0 0,0 2 1 0 0,-1 0 0 0 0,1 1 0 0 0,0 1 0 0 0,0 0 0 0 0,0 2 0 0 0,1 0 0 0 0,-1 2 0 0 0,1 0 0 0 0,-25 11 0 0 0,-21 14 115 0 0,-108 67 1 0 0,-110 91 192 0 0,279-187-253 0 0,1 0 1 0 0,0-1 0 0 0,0 1 0 0 0,0 0 0 0 0,-1-1 0 0 0,1 0-1 0 0,-1 0 1 0 0,1 0 0 0 0,-1 0 0 0 0,0 0 0 0 0,1-1-1 0 0,-1 0 1 0 0,0 1 0 0 0,1-2 0 0 0,-1 1 0 0 0,0 0-1 0 0,-6-2 1 0 0,1-1 32 0 0,0 0 0 0 0,1-1 0 0 0,0 0 0 0 0,0-1-1 0 0,-11-7 1 0 0,4 3 36 0 0,-66-51 174 0 0,61 44-257 0 0,0 1-1 0 0,0 1 1 0 0,-33-17-1 0 0,50 30-24 0 0,1-1 1 0 0,-1 1-1 0 0,0 0 0 0 0,0 0 1 0 0,1 0-1 0 0,-1 1 0 0 0,0-1 0 0 0,0 0 1 0 0,-5 1-1 0 0,0-1-4 0 0,6 1 1 0 0,0-1 0 0 0,-1 1-1 0 0,1-1 1 0 0,-1 1 0 0 0,1 0 0 0 0,-1 0 0 0 0,0 0 0 0 0,1 0 0 0 0,-1 0 0 0 0,1 1-1 0 0,0-1 1 0 0,-1 1 0 0 0,-2 0 0 0 0,-5 2-5 0 0,-4 0-27 0 0,0 1 0 0 0,1 1-1 0 0,-1 0 1 0 0,1 0-1 0 0,0 2 1 0 0,0-1 0 0 0,1 2-1 0 0,-1-1 1 0 0,2 2-1 0 0,-1 0 1 0 0,-18 18 0 0 0,-6 11-828 0 0,-57 79 1 0 0,75-93 491 0 0,-197 270-7412 0 0,148-195 2575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24 2776 0 0,'0'0'2741'0'0,"0"-5"-2031"0"0,-4-13 3814 0 0,-1 37-3619 0 0,-3 38-945 0 0,-20 846 2685 0 0,29-573-1818 0 0,-5 908 1066 0 0,7-1130-4823 0 0,-2-102 2109 0 0,4-8-3430 0 0,-4 1 3947 0 0,1 1 0 0 0,0-1-1 0 0,-1 0 1 0 0,1 0-1 0 0,-1 0 1 0 0,0 0-1 0 0,1-1 1 0 0,-1 1-1 0 0,2-2 1 0 0,-2 2-468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0 1860 0 0,'0'0'2052'0'0,"-5"1"-1356"0"0,-9 2 2542 0 0,31-1-1307 0 0,-14-2-2406 0 0,4 1 569 0 0,-1-2-18 0 0,17-1 4 0 0,-17 2 1 0 0,0-1-5 0 0,50-2 172 0 0,-50 3-95 0 0,0 0-73 0 0,87 0 1189 0 0,-87 0-691 0 0,-3 3-419 0 0,27 24 420 0 0,-28-23-491 0 0,0 0-26 0 0,5 21-106 0 0,0-1 1 0 0,-2 1-1 0 0,0 1 0 0 0,1 41 1 0 0,-5-23-2480 0 0,-1-1 0 0 0,-8 54 0 0 0,3-66-2575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 8 2744 0 0,'0'0'1962'0'0,"-1"-4"-1195"0"0,-2 0 1106 0 0,1 16-917 0 0,1 42-718 0 0,-1 21-304 0 0,-21 123-4600 0 0,16-151 898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1193 1 1860 0 0,'0'0'6506'0'0,"-2"3"-6397"0"0,-8 8 30 0 0,8-9 365 0 0,-7 20-198 0 0,7-18-236 0 0,-3 10-20 0 0,3-10 0 0 0,0-1-6 0 0,-174 318 1080 0 0,139-250-737 0 0,35-68-331 0 0,0 2-5 0 0,-8 15-19 0 0,8-15-6 0 0,0 0 20 0 0,-58 115 308 0 0,58-117-319 0 0,0 2-13 0 0,-8 15-9 0 0,8-15 17 0 0,0 0 16 0 0,-28 58 100 0 0,28-59-115 0 0,0 1 20 0 0,-30 66 15 0 0,-57 155 601 0 0,-62 160 289 0 0,83-224-598 0 0,55-129-258 0 0,-45 99 412 0 0,54-126-505 0 0,-15 39 40 0 0,-4 16-32 0 0,-2-3 19 0 0,-19 53 207 0 0,42-107-197 0 0,0 1-21 0 0,-22 45-78 0 0,22-45 54 0 0,2-4 0 0 0,0 0 0 0 0,0 0 0 0 0,-1 0 0 0 0,1 1 0 0 0,0-1 0 0 0,0 0 0 0 0,-1 0 0 0 0,1 0 0 0 0,0 0 0 0 0,-1 0 0 0 0,1 0 0 0 0,-1 0 0 0 0,0 0 0 0 0,1 0-1 0 0,-2 1 1 0 0,-8 12 13 0 0,1 3-7 0 0,6-13 3 0 0,-7 16-28 0 0,8-16 9 0 0,0 0-28 0 0,-8 12 53 0 0,8-11 35 0 0,-1-1-6 0 0,-22 42 130 0 0,22-41-150 0 0,1-1 1 0 0,-7 14 14 0 0,6-14-15 0 0,1 1 7 0 0,-24 46 20 0 0,19-37-42 0 0,5-10 14 0 0,0-1-29 0 0,-17 38 26 0 0,17-37 39 0 0,0 0-84 0 0,-5 14 18 0 0,5-13 34 0 0,0-1 30 0 0,-6 12 3 0 0,6-11 64 0 0,0-1-79 0 0,-14 41 107 0 0,14-41-49 0 0,1 0-71 0 0,-4 13-12 0 0,4-13 40 0 0,0 0 1 0 0,-3 3-583 0 0,-11 32 1539 0 0,10-17-7733 0 0,5-23 6664 0 0,0 1-1 0 0,0 0 1 0 0,0-1-1 0 0,0 1 1 0 0,0 0-1 0 0,0 0 1 0 0,0-1 0 0 0,0 1-1 0 0,-1 0 1 0 0,1-1-1 0 0,0 1 1 0 0,0 0 0 0 0,0 0-1 0 0,0-1 1 0 0,-1 1-1 0 0,1 0 1 0 0,0 0 0 0 0,0 0-1 0 0,-1-1 1 0 0,1 1-1 0 0,0 0 1 0 0,0 0 0 0 0,-1 0-1 0 0,1 0 1 0 0,0-1-1 0 0,0 1 1 0 0,-1 0 0 0 0,1 0-1 0 0,0 0 1 0 0,-1 0-1 0 0,1 0 1 0 0,0 0 0 0 0,-9-5-886 0 0,5-2-2587 0 0,-2-13-286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3304 0 0,'0'0'7271'0'0,"2"3"-6978"0"0,7 24 272 0 0,0-1 1 0 0,-2 1-1 0 0,6 46 1 0 0,-6-37-249 0 0,-6-31-187 0 0,9 50 476 0 0,-9-50-338 0 0,0-1-143 0 0,5 14-7 0 0,-5-14 71 0 0,3-1-117 0 0,-2-2-73 0 0,1 0 1 0 0,0 0 0 0 0,-1 0-1 0 0,1 0 1 0 0,0 0-1 0 0,-1 0 1 0 0,1 0 0 0 0,0-1-1 0 0,0 0 1 0 0,0 1-1 0 0,-1-1 1 0 0,1 0 0 0 0,0 0-1 0 0,4-1 1 0 0,39-13-390 0 0,-41 13 364 0 0,20-9-707 0 0,0-1 1 0 0,-1-1 0 0 0,38-25-1 0 0,19-22-5218 0 0,-51 34 339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1236 0 0,'0'0'5842'0'0,"3"5"-5448"0"0,14 14 286 0 0,0-1-1 0 0,23 20 1 0 0,-26-24-599 0 0,269 277 976 0 0,-8 28-426 0 0,-209-247-13 0 0,4-3 1 0 0,115 89 0 0 0,187 117 242 0 0,-44-35-692 0 0,-276-199-194 0 0,201 164-74 0 0,-187-146 100 0 0,98 114 0 0 0,47 94-14 0 0,-209-263 24 0 0,9 7 13 0 0,-6-2 23 0 0,9 9 205 0 0,-11-15-189 0 0,6 11 6 0 0,-6-11 434 0 0,-1 0-353 0 0,5 6-4524 0 0,-12-12 821 0 0,-1-2 4023 0 0,2 3-3286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3240 0 0,'0'0'6830'0'0,"2"3"-6656"0"0,55 51 297 0 0,62 53-914 0 0,-97-90-251 0 0,-3-7-246 0 0,-16-9 798 0 0,1 2-412 0 0,0 0 0 0 0,1 0 0 0 0,-1-1 1 0 0,1 1-1 0 0,0-1 0 0 0,0 0 0 0 0,0-1 0 0 0,8 3 0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171 1 2660 0 0,'0'0'2788'0'0,"-23"11"-1759"0"0,7 13-389 0 0,-5 17-404 0 0,10-16-60 0 0,1 5-104 0 0,-5 9-240 0 0,3-1-324 0 0,-4 0-596 0 0,4 4 135 0 0,-6 1-611 0 0,2-1-1732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 4028 0 0,'0'0'6361'0'0,"-2"3"-6020"0"0,0 1-272 0 0,0 0 0 0 0,1-1 0 0 0,-1 1 0 0 0,1 0-1 0 0,0 0 1 0 0,0 0 0 0 0,0 0 0 0 0,0 0 0 0 0,1 0-1 0 0,-1 0 1 0 0,1 1 0 0 0,0-1 0 0 0,1 4 0 0 0,-1 42 280 0 0,14 281-233 0 0,-14-325-407 0 0,1 0-60 0 0,1 17-71 0 0,-1-17-94 0 0,0-2-1040 0 0,1-1 1081 0 0,2 5 225 0 0,-2 0-3922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48 152 2252 0 0,'0'0'1311'0'0,"-6"0"-261"0"0,-14-3-136 0 0,15 3 1949 0 0,-9-2-1955 0 0,14 2-892 0 0,-1-1 1 0 0,1 1 0 0 0,0 0-1 0 0,0 0 1 0 0,0 0 0 0 0,0 0-1 0 0,0 0 1 0 0,-1 0 0 0 0,1 0-1 0 0,0 0 1 0 0,0 0 0 0 0,0-1-1 0 0,0 1 1 0 0,0 0 0 0 0,0 0-1 0 0,0 0 1 0 0,0 0 0 0 0,-1 0-1 0 0,1 0 1 0 0,0-1 0 0 0,0 1-1 0 0,0 0 1 0 0,0 0 0 0 0,0 0-1 0 0,0 0 1 0 0,0-1 0 0 0,0 1 0 0 0,0 0-1 0 0,0 0 1 0 0,0 0 0 0 0,0 0-1 0 0,0-1 1 0 0,0 1 0 0 0,0 0-1 0 0,0 0 1 0 0,0 0 0 0 0,0 0-1 0 0,0 0 1 0 0,1-1 0 0 0,-1 1-1 0 0,0 0 1 0 0,0 0 0 0 0,0 0-1 0 0,2-2 41 0 0,0 0-1 0 0,1 0 1 0 0,-1 1-1 0 0,1-1 1 0 0,-1 1-1 0 0,1 0 1 0 0,0 0-1 0 0,-1 0 1 0 0,1 0-1 0 0,5-1 1 0 0,159-40 177 0 0,307-37 0 0 0,-368 76-6492 0 0,-98 3 1435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0 128 1708 0 0,'0'0'1825'0'0,"1"5"-1114"0"0,3 17-157 0 0,-3-16 225 0 0,24-1-14 0 0,-20-3-541 0 0,0-3 98 0 0,15-1-5 0 0,-15 1-24 0 0,1 0 2 0 0,6-2-50 0 0,-1 0 0 0 0,0-1-1 0 0,1 0 1 0 0,-1-1-1 0 0,10-6 1 0 0,-18 9-118 0 0,-2 2-120 0 0,-1 0-1 0 0,1 0 1 0 0,-1-1 0 0 0,1 1 0 0 0,0 0 0 0 0,-1 0 0 0 0,1 0 0 0 0,-1-1 0 0 0,1 1 0 0 0,-1 0 0 0 0,1-1 0 0 0,-1 1 0 0 0,1 0 0 0 0,-1-1 0 0 0,0 1 0 0 0,1-1 0 0 0,-1 1 0 0 0,1-1 0 0 0,-1 1 0 0 0,0-1 0 0 0,0 1 0 0 0,1-1 0 0 0,-1 1 0 0 0,0-1 0 0 0,1 0 0 0 0,-1 0-2 0 0,0 1 0 0 0,0-1 1 0 0,0 1-1 0 0,1-1 0 0 0,-1 1 0 0 0,0-1 1 0 0,1 1-1 0 0,-1-1 0 0 0,0 1 0 0 0,1-1 1 0 0,-1 1-1 0 0,0-1 0 0 0,1 1 1 0 0,-1 0-1 0 0,1-1 0 0 0,-1 1 0 0 0,1 0 1 0 0,-1-1-1 0 0,1 1 0 0 0,-1 0 0 0 0,1 0 1 0 0,-1 0-1 0 0,1-1 0 0 0,-1 1 0 0 0,1 0 1 0 0,0 0-1 0 0,1-4 62 0 0,7-12-5 0 0,-7 13-10 0 0,-1-2-21 0 0,2-13-1 0 0,-2 14-15 0 0,-2-1-9 0 0,-2-12 6 0 0,2 12 20 0 0,-10-11 3 0 0,9 12-38 0 0,1 4 9 0 0,-1 0 0 0 0,1-1-1 0 0,0 1 1 0 0,-1-1 0 0 0,1 1-1 0 0,0-1 1 0 0,0 1 0 0 0,-1-1-1 0 0,1 0 1 0 0,0 0 0 0 0,0 1-1 0 0,-2-3 1 0 0,1 1 8 0 0,-3 0 32 0 0,1 3-14 0 0,-1 0 3 0 0,0 1 0 0 0,0 0-1 0 0,0 0 1 0 0,0 0 0 0 0,0 1-1 0 0,1 0 1 0 0,-1 0 0 0 0,1 0 0 0 0,0 0-1 0 0,0 0 1 0 0,-7 8 0 0 0,2 0 7 0 0,1-1 0 0 0,1 2-1 0 0,0-1 1 0 0,-7 15 0 0 0,10-19-19 0 0,1 0-1 0 0,0 0 0 0 0,0 0 0 0 0,0 0 1 0 0,1 0-1 0 0,0 0 0 0 0,1 1 0 0 0,0-1 1 0 0,0 1-1 0 0,0-1 0 0 0,1 1 1 0 0,0 0-1 0 0,0-1 0 0 0,3 13 0 0 0,-2-16 7 0 0,-1-2-23 0 0,0 0 0 0 0,0-1 0 0 0,0 1 0 0 0,0 0 0 0 0,1-1 0 0 0,-1 1 0 0 0,0-1 0 0 0,1 1 0 0 0,0 0 0 0 0,-1-1 0 0 0,1 1 0 0 0,0-1 0 0 0,0 0 0 0 0,0 1 0 0 0,0-1 0 0 0,2 3 0 0 0,-1-1 20 0 0,22 24-26 0 0,-16-23-29 0 0,-3-3 4 0 0,1 1-57 0 0,-1 1 0 0 0,1-1 0 0 0,-1-1 0 0 0,1 1 0 0 0,0-1 0 0 0,-1 0 0 0 0,1 0 0 0 0,0-1 0 0 0,8 1 1 0 0,-9-1 26 0 0,4 0-114 0 0,0 0 1 0 0,1-1-1 0 0,-1 0 1 0 0,0 0-1 0 0,0-1 1 0 0,0 0-1 0 0,10-4 1 0 0,-7 3 134 0 0,2-1-72 0 0,1-2-1 0 0,-1 1 0 0 0,1-2 0 0 0,-2 0 0 0 0,1 0 1 0 0,-1-2-1 0 0,0 1 0 0 0,-1-2 0 0 0,0 0 0 0 0,0 0 0 0 0,-1-1 1 0 0,-1 0-1 0 0,10-13 0 0 0,-15 17 50 0 0,7-13-13 0 0,-5 3 15 0 0,10-28 58 0 0,-16 39 7 0 0,0 1 19 0 0,-1 0 20 0 0,0-1 13 0 0,0 0-1 0 0,-1 0 0 0 0,0 0 1 0 0,0 0-1 0 0,0 0 0 0 0,-4-8 1 0 0,3 9 202 0 0,-2 4-150 0 0,-15-5-35 0 0,14 5 40 0 0,0 2 35 0 0,-6 3 49 0 0,0 1 1 0 0,1 1 0 0 0,-1-1-1 0 0,-11 9 1 0 0,19-11-72 0 0,0 1-7 0 0,-10 13-18 0 0,9-13-14 0 0,3 1-7 0 0,-6 14-10 0 0,5-14 62 0 0,3 1-96 0 0,0 0-34 0 0,0 0 0 0 0,0 1 0 0 0,1-1 0 0 0,-1 0 1 0 0,2 0-1 0 0,-1 0 0 0 0,1-1 0 0 0,0 1 0 0 0,0-1 1 0 0,0 1-1 0 0,1-1 0 0 0,0 0 0 0 0,0 0 1 0 0,0-1-1 0 0,9 9 0 0 0,26 18 38 0 0,-1-4-27 0 0,-35-25-8 0 0,-1-2-10 0 0,-1 1 0 0 0,1 0-1 0 0,-1 0 1 0 0,0-1 0 0 0,1 1 0 0 0,-1 0 0 0 0,0 0 0 0 0,0 0-1 0 0,1 0 1 0 0,-1 1 0 0 0,2 1 0 0 0,-3-2 0 0 0,3 2 31 0 0,0 0-12 0 0,5 10 10 0 0,-6-9 5 0 0,-4-1-32 0 0,0 0-2 0 0,1-1 0 0 0,-1 1 0 0 0,1-1 0 0 0,-1 0 0 0 0,0 0 0 0 0,0 1 0 0 0,0-1 0 0 0,0-1 0 0 0,0 1 1 0 0,-1 0-1 0 0,1 0 0 0 0,-1-1 0 0 0,1 1 0 0 0,-1-1 0 0 0,1 0 0 0 0,-1 0 0 0 0,0 0 0 0 0,-3 1 0 0 0,-18 5 8 0 0,18-6-5 0 0,1 0-25 0 0,-53-3-1479 0 0,52 2 693 0 0,4-4-219 0 0,-4-8 224 0 0,3 8-1941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21 2948 0 0,'0'0'1244'0'0,"3"-3"-195"0"0,-2 2-847 0 0,0 0-92 0 0,0 0-1 0 0,0 0 1 0 0,0 0-1 0 0,0 0 1 0 0,-1 0-1 0 0,1 0 0 0 0,0 0 1 0 0,0 0-1 0 0,-1 0 1 0 0,3-5 4305 0 0,-4 11-4029 0 0,-9 136 1851 0 0,9-92-1818 0 0,2-1-274 0 0,2-2-20 0 0,-2-35-111 0 0,0 2 0 0 0,0 0-1 0 0,1 0 0 0 0,1-1 0 0 0,0 1 0 0 0,0-1 0 0 0,2 1 0 0 0,-1-1 0 0 0,12 19 0 0 0,10-1-535 0 0,-23-27 88 0 0,2-1-174 0 0,15 6-125 0 0,-15-6-193 0 0,1-3-330 0 0,-1 1 707 0 0,7-1-14 0 0,1-5-3055 0 0,6-5-1530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18 112 3468 0 0,'0'0'1446'0'0,"-4"-2"-206"0"0,4 2-1325 0 0,-14-10 1767 0 0,16 2-174 0 0,17 0-755 0 0,244-43-1735 0 0,-111 26-4190 0 0,-115 18 1354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225 113 3240 0 0,'0'0'5899'0'0,"-5"1"-5587"0"0,-10 3 220 0 0,0-2 0 0 0,-1 0 1 0 0,1-1-1 0 0,-1 0 0 0 0,-24-3 0 0 0,34 1-331 0 0,0 0 2 0 0,-41-20 430 0 0,43 18-517 0 0,3 3-111 0 0,1 0-1 0 0,0 0 1 0 0,-1 0-1 0 0,1-1 1 0 0,-1 1-1 0 0,1 0 1 0 0,0 0-1 0 0,-1 0 1 0 0,1-1-1 0 0,-1 1 1 0 0,1 0-1 0 0,0-1 1 0 0,-1 1-1 0 0,1 0 1 0 0,0-1-1 0 0,0 1 1 0 0,-1 0-1 0 0,1-1 1 0 0,0 1-1 0 0,0-1 1 0 0,0 1-1 0 0,-1 0 1 0 0,1-1-1 0 0,0 1 1 0 0,0-1-1 0 0,0 0 1 0 0,0 1 0 0 0,0-1 1 0 0,0 1-1 0 0,0-1 1 0 0,-1 1-1 0 0,1-1 0 0 0,0 1 1 0 0,0 0-1 0 0,0-1 1 0 0,-1 1-1 0 0,1-1 1 0 0,0 1-1 0 0,0 0 0 0 0,-1-1 1 0 0,1 1-1 0 0,0 0 1 0 0,-1-1-1 0 0,1 1 1 0 0,0 0-1 0 0,-1-1 0 0 0,1 1 1 0 0,0 0-1 0 0,-1 0 1 0 0,1 0-1 0 0,-1-1 0 0 0,1 1 1 0 0,-1 0-1 0 0,0-5 13 0 0,-1-14 10 0 0,1 15-21 0 0,2 3-9 0 0,-1 1-1 0 0,1 0 1 0 0,-1 0-1 0 0,1-1 1 0 0,-1 1 0 0 0,0 0-1 0 0,1-1 1 0 0,-1 1-1 0 0,0 0 1 0 0,1-1 0 0 0,-1 1-1 0 0,0-1 1 0 0,1 1-1 0 0,-1 0 1 0 0,0-1 0 0 0,0 1-1 0 0,1-1 1 0 0,-1 1-1 0 0,0-1 1 0 0,0 1 0 0 0,0-1-1 0 0,0 1 1 0 0,0-1-1 0 0,0 1 1 0 0,0-1-1 0 0,0 0 5 0 0,0 1-1 0 0,1-1 0 0 0,-1 1 0 0 0,0-1 0 0 0,0 1 1 0 0,0-1-1 0 0,0 1 0 0 0,0-1 0 0 0,0 1 0 0 0,1-1 0 0 0,-1 1 1 0 0,0-1-1 0 0,0 1 0 0 0,1 0 0 0 0,-1-1 0 0 0,0 1 0 0 0,1-1 1 0 0,-1 1-1 0 0,0 0 0 0 0,1-1 0 0 0,-1 1 0 0 0,1 0 0 0 0,-1 0 1 0 0,1-1-1 0 0,0 1 0 0 0,-1 0-1 0 0,0 0 0 0 0,1 0 1 0 0,-1 0-1 0 0,1 0 0 0 0,-1 0 1 0 0,1 0-1 0 0,-1 0 0 0 0,1 0 0 0 0,-1-1 1 0 0,1 1-1 0 0,-1 0 0 0 0,1 0 0 0 0,-1 0 1 0 0,0-1-1 0 0,1 1 0 0 0,-1 0 0 0 0,1 0 1 0 0,-1-1-1 0 0,0 1 0 0 0,1 0 0 0 0,-1-1 1 0 0,0 1-1 0 0,1 0 0 0 0,-1-1 1 0 0,0 1-1 0 0,0-1 0 0 0,1 1 0 0 0,-1-1 1 0 0,1 0-1 0 0,-1 0 1 0 0,1 0-1 0 0,0 0 1 0 0,-1 1-1 0 0,1-1 1 0 0,0 0 0 0 0,0 0-1 0 0,-1 1 1 0 0,1-1-1 0 0,0 0 1 0 0,0 1 0 0 0,0-1-1 0 0,0 1 1 0 0,0-1-1 0 0,0 1 1 0 0,0-1 0 0 0,0 1-1 0 0,0 0 1 0 0,2-1-1 0 0,1-1 3 0 0,-3 1-2 0 0,1 1-1 0 0,-1-1 1 0 0,1 0 0 0 0,-1 1-1 0 0,1-1 1 0 0,-1 1 0 0 0,1-1 0 0 0,-1 1-1 0 0,1 0 1 0 0,-1 0 0 0 0,1 0-1 0 0,-1 0 1 0 0,1 0 0 0 0,-1 0-1 0 0,1 0 1 0 0,0 0 0 0 0,-1 1 0 0 0,3 0-1 0 0,-1-1-4 0 0,2 1 5 0 0,0 0 0 0 0,0 1 0 0 0,-1-1 0 0 0,1 1 0 0 0,-1 0 0 0 0,0 0 0 0 0,1 0 0 0 0,-1 0 0 0 0,0 1 0 0 0,0 0 0 0 0,0 0 0 0 0,3 4 0 0 0,35 40-72 0 0,-38-41 62 0 0,0 1 0 0 0,-1-1 0 0 0,0 1 0 0 0,0 0 0 0 0,0 0 1 0 0,-1 0-1 0 0,0 0 0 0 0,1 12 0 0 0,-1-12-7 0 0,-1 1-15 0 0,0 1-1 0 0,0-1 0 0 0,0 1 0 0 0,-1-1 1 0 0,-1 1-1 0 0,1-1 0 0 0,-1 1 0 0 0,-1-1 1 0 0,1 1-1 0 0,-6 13 0 0 0,5-16 12 0 0,-1 3-41 0 0,0 0 0 0 0,-1-1 0 0 0,0 1 0 0 0,-1-1 1 0 0,-9 14-1 0 0,11-17 51 0 0,1-3-16 0 0,-14 19-106 0 0,1-8-21 0 0,-27 19-211 0 0,38-29 220 0 0,-1-2 18 0 0,-16 4-16 0 0,15-3 7 0 0,0-2-68 0 0,-17-2 103 0 0,17 2-5 0 0,5 0 102 0 0,1-1-1 0 0,0 1 1 0 0,0-1 0 0 0,0 1-1 0 0,-1-1 1 0 0,1 1-1 0 0,0 0 1 0 0,0-1 0 0 0,-1 1-1 0 0,1 0 1 0 0,-1-1-1 0 0,1 1 1 0 0,0 0 0 0 0,-1-1-1 0 0,1 1 1 0 0,-1 0 0 0 0,1-1-1 0 0,0 1 1 0 0,-1 0-1 0 0,1 0 1 0 0,-1 0 0 0 0,1 0-1 0 0,-2-1 1 0 0,2 1-4 0 0,-1 0 1 0 0,0 0-1 0 0,0-1 1 0 0,0 1-1 0 0,1 0 0 0 0,-1-1 1 0 0,0 1-1 0 0,0-1 1 0 0,1 1-1 0 0,-1-1 0 0 0,0 1 1 0 0,1-1-1 0 0,-1 0 1 0 0,0 1-1 0 0,1-1 1 0 0,-1 0-1 0 0,1 1 0 0 0,0-1 1 0 0,-1 0-1 0 0,1 0 1 0 0,-1-1-1 0 0,-9-14-32 0 0,8 12 25 0 0,1-1-37 0 0,-2-14 42 0 0,2 14 17 0 0,1 1-10 0 0,3-14-30 0 0,-3 14 101 0 0,3 0-14 0 0,6-12-1 0 0,-6 12 42 0 0,1 3-53 0 0,0-1-22 0 0,0 1 0 0 0,1 1 0 0 0,-1-1 0 0 0,1 1 0 0 0,-1-1 0 0 0,0 1 0 0 0,1 1 0 0 0,-1-1 0 0 0,0 0-1 0 0,1 1 1 0 0,-1 0 0 0 0,0 0 0 0 0,0 1 0 0 0,1-1 0 0 0,-1 1 0 0 0,5 2 0 0 0,51 34 95 0 0,-44-26-189 0 0,1-1 1 0 0,1 0 0 0 0,-1-1-1 0 0,1-1 1 0 0,1-1 0 0 0,23 7-1 0 0,-32-12-23 0 0,-1-1-1 0 0,0-1 0 0 0,1 0 0 0 0,-1 0 0 0 0,1-1 0 0 0,-1 0 0 0 0,1 0 0 0 0,-1-1 1 0 0,1-1-1 0 0,-1 1 0 0 0,1-1 0 0 0,-1-1 0 0 0,0 0 0 0 0,0 0 0 0 0,0-1 0 0 0,12-7 1 0 0,33-28-211 0 0,-49 34 271 0 0,0-1 0 0 0,-1 1 0 0 0,1 0 0 0 0,-1-1 0 0 0,0 0 1 0 0,-1 0-1 0 0,6-13 0 0 0,-6 13 32 0 0,1-1-1 0 0,-1 0 1 0 0,0 0 0 0 0,0-1 0 0 0,-1 1 0 0 0,0-1 0 0 0,-1 0 0 0 0,2-11 0 0 0,-2 13-1 0 0,1-10 85 0 0,-1 0 0 0 0,0 1-1 0 0,-1-1 1 0 0,-2-17 0 0 0,1 29-5 0 0,-3-24 67 0 0,3 22-58 0 0,-6-5 8 0 0,7 10-76 0 0,0 1-1 0 0,0-1 0 0 0,0 1 1 0 0,0-1-1 0 0,0 1 0 0 0,0-1 1 0 0,0 1-1 0 0,0 0 0 0 0,-1-1 1 0 0,1 1-1 0 0,0-1 0 0 0,0 1 1 0 0,0-1-1 0 0,-1 1 0 0 0,1 0 1 0 0,0-1-1 0 0,-1 1 0 0 0,1 0 1 0 0,0-1-1 0 0,-1 1 0 0 0,1 0 1 0 0,0-1-1 0 0,-2 1 0 0 0,1-1-1 0 0,-1 1 0 0 0,0 0 0 0 0,0 1-1 0 0,0-1 1 0 0,1 0 0 0 0,-1 0 0 0 0,0 1-1 0 0,0-1 1 0 0,1 1 0 0 0,-1 0 0 0 0,-2 1-1 0 0,-1 0 20 0 0,4-2-24 0 0,0 0-1 0 0,0 0 1 0 0,0 1-1 0 0,0-1 1 0 0,0 0-1 0 0,0 1 0 0 0,0-1 1 0 0,0 1-1 0 0,0 0 1 0 0,0-1-1 0 0,0 1 1 0 0,1 0-1 0 0,-1-1 1 0 0,0 1-1 0 0,0 0 0 0 0,1 0 1 0 0,-1 0-1 0 0,0-1 1 0 0,1 1-1 0 0,-1 0 1 0 0,1 0-1 0 0,-1 2 1 0 0,0-1 20 0 0,-5 5 45 0 0,1 0 0 0 0,0 1 0 0 0,0-1 0 0 0,-7 17-1 0 0,9-18-56 0 0,-1 2 37 0 0,-5 13 22 0 0,3 0-10 0 0,4-15-53 0 0,-2 9 26 0 0,-1 0 0 0 0,2 0 0 0 0,0 1-1 0 0,-1 21 1 0 0,13 17-88 0 0,-7-50 20 0 0,-2-2 24 0 0,1-1 1 0 0,1 1-1 0 0,-1 0 0 0 0,0-1 1 0 0,0 0-1 0 0,1 1 0 0 0,-1-1 1 0 0,0 0-1 0 0,1 0 0 0 0,2 2 1 0 0,-1 0-60 0 0,21 4-66 0 0,-19-5-6 0 0,0-3 110 0 0,2 0 65 0 0,0 0 0 0 0,0 0 1 0 0,0-1-1 0 0,0 0 1 0 0,0-1-1 0 0,0 1 0 0 0,-1-1 1 0 0,1 0-1 0 0,-1-1 1 0 0,0 0-1 0 0,8-5 0 0 0,29-39 619 0 0,-39 43-613 0 0,0-1 0 0 0,-1-1-1 0 0,1 1 1 0 0,-1-1 0 0 0,-1 1 0 0 0,1-1 0 0 0,-1 0 0 0 0,2-10 0 0 0,-3 10-62 0 0,1 1 50 0 0,-1 0 1 0 0,0-1-1 0 0,0 1 0 0 0,-1-1 1 0 0,0 1-1 0 0,0-1 0 0 0,0 1 1 0 0,-1-1-1 0 0,-2-10 0 0 0,2 11-28 0 0,0-1 3 0 0,-1-1 0 0 0,0 1 0 0 0,0 0 0 0 0,0 0 0 0 0,-1 0 1 0 0,-7-12-1 0 0,7 12-9 0 0,1 4-10 0 0,0 1 0 0 0,0 0 0 0 0,0-1 0 0 0,0 1 0 0 0,0 0 1 0 0,0 0-1 0 0,-1 0 0 0 0,1 0 0 0 0,0 1 0 0 0,-1-1 1 0 0,0 1-1 0 0,1-1 0 0 0,-1 1 0 0 0,0 0 0 0 0,0 0 1 0 0,-3-1-1 0 0,3 1-3 0 0,-1 0-62 0 0,-2 2 9 0 0,0-1 45 0 0,4 0 13 0 0,0 0-1 0 0,0 0 1 0 0,0 1 0 0 0,0-1 0 0 0,0 0-1 0 0,0 1 1 0 0,0-1 0 0 0,0 1 0 0 0,1-1-1 0 0,-1 1 1 0 0,0 0 0 0 0,0 0 0 0 0,1 0-1 0 0,-1 0 1 0 0,-2 2 0 0 0,-4 2-114 0 0,0 1 0 0 0,0 1 0 0 0,-10 10 0 0 0,15-14-14 0 0,0 0 0 0 0,1 1 1 0 0,-1-1-1 0 0,1 1 0 0 0,-1-1 0 0 0,1 1 0 0 0,0 0 0 0 0,0 0 1 0 0,1 0-1 0 0,-1 0 0 0 0,1 0 0 0 0,0 0 0 0 0,0 1 0 0 0,0 7 1 0 0,1-5-692 0 0,0-1 0 0 0,1 1 0 0 0,0 0 1 0 0,0 0-1 0 0,1 0 0 0 0,3 11 1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 54 3576 0 0,'1'-3'1562'0'0,"19"-31"2822"0"0,-18 31-2650 0 0,2-3-1198 0 0,-4 6-491 0 0,0 0 0 0 0,0-1 0 0 0,0 1 0 0 0,1-1 0 0 0,-1 1 0 0 0,0 0 1 0 0,0-1-1 0 0,0 1 0 0 0,1-1 0 0 0,-1 1 0 0 0,0 0 0 0 0,0-1 0 0 0,1 1 0 0 0,-1 0 0 0 0,0 0 0 0 0,1-1 0 0 0,-1 1 1 0 0,0 0-1 0 0,1-1 0 0 0,-1 1 0 0 0,0 0 0 0 0,1 0 0 0 0,-1 0 0 0 0,0 0 0 0 0,1-1 0 0 0,-1 1 0 0 0,1 0 0 0 0,-1 0 0 0 0,1 0 1 0 0,1 16 159 0 0,0 0 0 0 0,-1 0 0 0 0,-1 0 1 0 0,-3 28-1 0 0,-15 71-9 0 0,6-47-86 0 0,-26 117-750 0 0,10-55-2628 0 0,27-125 2485 0 0,-2 14-1086 0 0,2-15 1469 0 0,0 1-942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103 17 3468 0 0,'0'0'1137'0'0,"-6"0"-156"0"0,-17 0-178 0 0,17 0 417 0 0,1 2-738 0 0,-14 7-73 0 0,14-6-46 0 0,4-2-309 0 0,1 1 0 0 0,-1-1 0 0 0,-1 0 0 0 0,1 1 0 0 0,0-1 0 0 0,0 0 0 0 0,0 0 0 0 0,-1 0-1 0 0,1 0 1 0 0,-3 2 0 0 0,2 0 178 0 0,-1 0-34 0 0,-14 38 409 0 0,15-37-400 0 0,4 1-159 0 0,0-1-30 0 0,3 14 95 0 0,0-17-107 0 0,14 2 32 0 0,-14-2 53 0 0,0-3-13 0 0,18-4 44 0 0,-18 4 34 0 0,0-1 24 0 0,30-22 427 0 0,-32 23-402 0 0,0-2-1 0 0,10-10-27 0 0,-9 10-1 0 0,-3 0-8 0 0,6-11-18 0 0,-5 11 234 0 0,-2-1-304 0 0,-1-15-33 0 0,0 15 11 0 0,-6-1-20 0 0,7 5-44 0 0,0 1 0 0 0,-1 0 0 0 0,1-1-1 0 0,0 1 1 0 0,0-1 0 0 0,-1 1 0 0 0,1-1 0 0 0,0 1 0 0 0,-1 0 0 0 0,1-1 0 0 0,-1 1 0 0 0,1 0 0 0 0,0 0 0 0 0,-1-1 0 0 0,1 1 0 0 0,-1 0 0 0 0,1 0 0 0 0,-1-1-1 0 0,1 1 1 0 0,-1 0 0 0 0,1 0 0 0 0,-1 0 0 0 0,1 0 0 0 0,-1 0 0 0 0,1 0 0 0 0,-1 0 0 0 0,1 0 0 0 0,-1 0 0 0 0,1 0 0 0 0,-1 0 0 0 0,1 0 0 0 0,-1 0-1 0 0,1 0 1 0 0,-1 1 0 0 0,0-1 0 0 0,-4 2-206 0 0,0-1 0 0 0,0 1 0 0 0,0 1-1 0 0,0-1 1 0 0,0 1 0 0 0,-6 5 0 0 0,8-5-300 0 0,-8 17-1973 0 0,12-15 1643 0 0,-1 0 545 0 0,5 16-1389 0 0,8-6-632 0 0,-9-12 1604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0 116 2888 0 0,'5'-4'1414'0'0,"38"-31"2591"0"0,-39 32-3205 0 0,-3 1-667 0 0,-1 1 0 0 0,1 0 0 0 0,1-1 0 0 0,-1 1 0 0 0,0 0 0 0 0,0-1 0 0 0,0 1 0 0 0,1 0 0 0 0,-1 0 0 0 0,3-1 0 0 0,-2-1 1001 0 0,1 0-676 0 0,8-7-93 0 0,-9 8 1203 0 0,-3 7-1536 0 0,-3 17-12 0 0,2-16 6 0 0,0-1 5 0 0,-6 15 8 0 0,-1 11-7 0 0,7-25-39 0 0,1-2 19 0 0,2 52-6 0 0,11-42-10 0 0,-12-13 4 0 0,2 2 36 0 0,4-4 0 0 0,0 2-26 0 0,-4-1-5 0 0,0 0-1 0 0,0 0 1 0 0,0 0-1 0 0,-1 0 1 0 0,1 0-1 0 0,0 0 1 0 0,0 0-1 0 0,0-1 1 0 0,0 1-1 0 0,0-1 1 0 0,3 0-1 0 0,1-4 86 0 0,0 1-1 0 0,0-1 1 0 0,0 0-1 0 0,-1 0 1 0 0,0 0 0 0 0,0-1-1 0 0,0 0 1 0 0,-1 0-1 0 0,1 0 1 0 0,-1-1 0 0 0,-1 1-1 0 0,4-9 1 0 0,-6 11-116 0 0,0 1 1 0 0,0 0 0 0 0,0 0-1 0 0,-1-1 1 0 0,1 1 0 0 0,-1-1-1 0 0,0 1 1 0 0,0-1 0 0 0,0 1-1 0 0,0 0 1 0 0,-1-1-1 0 0,1 1 1 0 0,-2-5 0 0 0,1 5-36 0 0,1 2 1 0 0,0-1-1 0 0,-1 0 0 0 0,1 1 0 0 0,-1-1 0 0 0,1 0 0 0 0,-1 1 1 0 0,1-1-1 0 0,-1 1 0 0 0,0-1 0 0 0,0 1 0 0 0,0-1 1 0 0,0 1-1 0 0,-2-3 0 0 0,0 0-141 0 0,2 2 122 0 0,0 1 1 0 0,0-1-1 0 0,0 1 1 0 0,0-1-1 0 0,0 1 1 0 0,0-1-1 0 0,0 1 0 0 0,-1 0 1 0 0,1 0-1 0 0,-1-1 1 0 0,1 1-1 0 0,-1 0 1 0 0,1 0-1 0 0,-1 1 1 0 0,1-1-1 0 0,-4-1 0 0 0,0 0-194 0 0,1-1-30 0 0,0 0-1 0 0,0 1 1 0 0,-1 0 0 0 0,1 0-1 0 0,-1 0 1 0 0,0 1-1 0 0,0-1 1 0 0,0 1 0 0 0,1 0-1 0 0,-9 0 1 0 0,3-1-687 0 0,-4 2-1990 0 0,-35 1-2146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398 12 2696 0 0,'-9'-3'680'0'0,"-1"1"-1"0"0,1-1 0 0 0,0 2 0 0 0,-17-2 1 0 0,23 3-587 0 0,0 0 1 0 0,1 0 0 0 0,-1 0 0 0 0,0 1-1 0 0,1-1 1 0 0,-1 1 0 0 0,0-1 0 0 0,1 1-1 0 0,-1 0 1 0 0,1 0 0 0 0,-1 0-1 0 0,1 1 1 0 0,-4 1 0 0 0,-3 2 135 0 0,-8 4 52 0 0,0 0 0 0 0,0 1 0 0 0,1 0 0 0 0,0 2 0 0 0,1 0 0 0 0,1 0 0 0 0,0 2-1 0 0,0-1 1 0 0,1 2 0 0 0,1 0 0 0 0,1 0 0 0 0,0 1 0 0 0,1 1 0 0 0,-15 32 0 0 0,13-21-134 0 0,1 0 0 0 0,1 1-1 0 0,2 0 1 0 0,1 1 0 0 0,1 0 0 0 0,1 0 0 0 0,2 0-1 0 0,1 49 1 0 0,4-55-145 0 0,1 1 1 0 0,0 0-1 0 0,2-1 0 0 0,1 0 0 0 0,1 0 1 0 0,1-1-1 0 0,1 0 0 0 0,1 0 0 0 0,1-1 1 0 0,1 0-1 0 0,1-1 0 0 0,0 0 0 0 0,2-1 1 0 0,1-1-1 0 0,19 20 0 0 0,-15-20-388 0 0,1 0 1 0 0,1-1-1 0 0,1-1 0 0 0,0-1 1 0 0,1-2-1 0 0,1 0 1 0 0,0-1-1 0 0,1-2 0 0 0,0 0 1 0 0,1-2-1 0 0,0-1 0 0 0,1-1 1 0 0,29 4-1 0 0,60-3-3384 0 0,-56-9-226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 15 3100 0 0,'0'0'2695'0'0,"4"-3"-1690"0"0,-2 2-863 0 0,1-1 0 0 0,-1 1 0 0 0,1 0 0 0 0,-1 0 0 0 0,1 0 0 0 0,-1 0 0 0 0,1 0 0 0 0,0 0 0 0 0,0 1 0 0 0,-1-1 0 0 0,1 1 0 0 0,0 0 0 0 0,0 0 0 0 0,0 0 0 0 0,-1 0 0 0 0,1 0 0 0 0,0 1 0 0 0,0-1 0 0 0,-1 1 0 0 0,5 1 0 0 0,9 3 63 0 0,0 0 0 0 0,-1 2 0 0 0,0-1 0 0 0,0 2 1 0 0,0 0-1 0 0,-1 1 0 0 0,0 0 0 0 0,-1 1 1 0 0,0 1-1 0 0,-1 0 0 0 0,0 0 0 0 0,-1 1 1 0 0,0 1-1 0 0,0 0 0 0 0,-2 0 0 0 0,0 1 0 0 0,0 1 1 0 0,-1-1-1 0 0,9 26 0 0 0,-9-21-243 0 0,-2 1 0 0 0,0 0 1 0 0,-1 0-1 0 0,-1 1 0 0 0,-1 0 0 0 0,-1-1 0 0 0,0 1 0 0 0,-2 0 0 0 0,-1 0 1 0 0,0 0-1 0 0,-1-1 0 0 0,-2 1 0 0 0,0-1 0 0 0,-1 1 0 0 0,-14 35 1 0 0,7-30-383 0 0,-1 0 0 0 0,-1 0 0 0 0,-2-1 0 0 0,-1-1 0 0 0,-32 36 0 0 0,18-28-1026 0 0,-1-1-1 0 0,-2-1 1 0 0,-39 26 0 0 0,2-7-3490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153 59 3996 0 0,'0'-6'1260'0'0,"-9"-42"2353"0"0,7 43-2161 0 0,-3 8-1110 0 0,-16 7-31 0 0,13-3-22 0 0,-1 15-58 0 0,1-1 1 0 0,1 1-1 0 0,1 0 0 0 0,-4 29 0 0 0,-7 102 292 0 0,7-56-329 0 0,-25 120-596 0 0,34-212 114 0 0,1 0-118 0 0,-1 0 109 0 0,-1 3 80 0 0,0 1-7093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197 30 1316 0 0,'-14'-3'777'0'0,"-1"2"1"0"0,-1 0-1 0 0,1 1 0 0 0,0 1 1 0 0,-28 4-1 0 0,28 0-392 0 0,2 0 701 0 0,0-1 1 0 0,-25 6-1 0 0,38-10-1075 0 0,1 0-1 0 0,-1 0 1 0 0,0 0-1 0 0,1 0 1 0 0,-1 0 0 0 0,0 0-1 0 0,0 0 1 0 0,1 0-1 0 0,-1 0 1 0 0,0 0-1 0 0,0 1 1 0 0,1-1-1 0 0,-1 0 1 0 0,0 0 0 0 0,0 0-1 0 0,0 0 1 0 0,1 1-1 0 0,-1-1 1 0 0,0 0-1 0 0,0 0 1 0 0,0 0-1 0 0,0 1 1 0 0,0-1 0 0 0,1 0-1 0 0,-1 0 1 0 0,0 1-1 0 0,0-1 1 0 0,0 0-1 0 0,0 0 1 0 0,0 1-1 0 0,0-1 1 0 0,0 0 0 0 0,0 0-1 0 0,0 1 1 0 0,0-1-1 0 0,0 0 1 0 0,0 1-1 0 0,0-1-1 0 0,0 1-1 0 0,0 0 0 0 0,0-1 0 0 0,0 1 0 0 0,1-1 0 0 0,-1 1 0 0 0,0-1 0 0 0,0 1 1 0 0,0-1-1 0 0,1 1 0 0 0,-1-1 0 0 0,0 1 0 0 0,1-1 0 0 0,-1 1 0 0 0,0-1 0 0 0,1 1 1 0 0,-1-1-1 0 0,1 1 0 0 0,-1-1 0 0 0,0 0 0 0 0,1 1 0 0 0,-1-1 0 0 0,1 0 0 0 0,-1 1 1 0 0,1-1-1 0 0,-1 0 0 0 0,1 0 0 0 0,0 0 0 0 0,-1 1 0 0 0,1-1 0 0 0,-1 0 1 0 0,1 0-1 0 0,-1 0 0 0 0,1 0 0 0 0,0 0 0 0 0,-1 0 0 0 0,2 0 0 0 0,94-2 267 0 0,0-5-1 0 0,105-19 0 0 0,-29 2-291 0 0,-107 16-1494 0 0,119 1 0 0 0,-182 7 1329 0 0,1 0 0 0 0,0 0 0 0 0,0 0 0 0 0,-1 0 0 0 0,1 1 0 0 0,0-1 0 0 0,0 1 0 0 0,-1 0 0 0 0,6 2 0 0 0,-2 0-269 0 0,4 1-1702 0 0,9 12-1501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0 113 3116 0 0,'0'0'2133'0'0,"0"-5"-1294"0"0,6-41 1429 0 0,-5 42-1887 0 0,2 0-47 0 0,8-7 114 0 0,1 0-1 0 0,21-15 1 0 0,-30 25-339 0 0,3 0-17 0 0,-2 0-52 0 0,-1 0-32 0 0,1 0-1 0 0,-1 1 1 0 0,1 0-1 0 0,-1-1 1 0 0,1 1-1 0 0,-1 0 1 0 0,1 0-1 0 0,-1 1 1 0 0,1-1-1 0 0,-1 1 1 0 0,1 0-1 0 0,-1 0 1 0 0,0 0-1 0 0,6 3 1 0 0,-3-1 0 0 0,-1 1 1 0 0,1 0-1 0 0,-1 0 1 0 0,0 0-1 0 0,0 1 1 0 0,-1-1-1 0 0,1 1 1 0 0,-1 1-1 0 0,0-1 1 0 0,0 0-1 0 0,-1 1 1 0 0,1 0-1 0 0,-1 0 1 0 0,-1 0-1 0 0,1 0 1 0 0,-1 0-1 0 0,0 1 1 0 0,0-1-1 0 0,-1 1 1 0 0,0-1-1 0 0,0 1 1 0 0,-1 0-1 0 0,0 12 1 0 0,0-13-6 0 0,-3 20 13 0 0,-4 11-3 0 0,3-27-8 0 0,-4 1-16 0 0,-34 47 109 0 0,39-54 160 0 0,2-4-210 0 0,0 1 0 0 0,0 0 0 0 0,0-1 0 0 0,0 1 0 0 0,0 0-1 0 0,0-1 1 0 0,-1 1 0 0 0,1-1 0 0 0,0 0 0 0 0,0 1-1 0 0,0-1 1 0 0,0 0 0 0 0,-1 0 0 0 0,1 0 0 0 0,0 0 0 0 0,0 0-1 0 0,-1 0 1 0 0,-1 0 0 0 0,1-3-35 0 0,1 1-1 0 0,0-1 0 0 0,-1 1 1 0 0,1-1-1 0 0,0 0 1 0 0,0 0-1 0 0,0 0 0 0 0,1 0 1 0 0,-1 0-1 0 0,1 0 1 0 0,-1 0-1 0 0,1 0 0 0 0,0 0 1 0 0,0 0-1 0 0,0 0 1 0 0,1 1-1 0 0,-1-1 0 0 0,1 0 1 0 0,1-4-1 0 0,3-11-35 0 0,1 0-1 0 0,1 0 0 0 0,1 0 1 0 0,0 1-1 0 0,1 0 1 0 0,1 0-1 0 0,1 1 1 0 0,0 1-1 0 0,1-1 0 0 0,20-18 1 0 0,-27 30-104 0 0,-1 1 0 0 0,1-1 0 0 0,-1 1 0 0 0,1 1 0 0 0,0-1 0 0 0,0 1 0 0 0,0-1 0 0 0,6 0 0 0 0,-4 0-70 0 0,-3 2-353 0 0,3 1-197 0 0,17 1-236 0 0,-17-1-202 0 0,-2 2-133 0 0,16 3-937 0 0,-15-3-1579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170 136 3088 0 0,'32'-36'3457'0'0,"-28"32"-2932"0"0,-4 3-472 0 0,0-1 0 0 0,0 1 0 0 0,1 0 0 0 0,-1-1 0 0 0,1 1 0 0 0,-1 0 0 0 0,1 0 0 0 0,-1-1 0 0 0,1 1 0 0 0,0 0 0 0 0,0 0 0 0 0,1-2 0 0 0,0 0 55 0 0,0-1 436 0 0,-1-1-292 0 0,3-16 22 0 0,-4 16 36 0 0,-1 0-308 0 0,-6-11 84 0 0,5 12 85 0 0,-2 1-49 0 0,3 2-101 0 0,-1-1 0 0 0,0 1 0 0 0,1 0-1 0 0,-1 0 1 0 0,0 0 0 0 0,0 0 0 0 0,0 0 0 0 0,0 1-1 0 0,0-1 1 0 0,0 1 0 0 0,0-1 0 0 0,0 1 0 0 0,0 0-1 0 0,0-1 1 0 0,0 1 0 0 0,0 0 0 0 0,0 0 0 0 0,0 1-1 0 0,0-1 1 0 0,-1 0 0 0 0,1 1 0 0 0,0-1 0 0 0,0 1-1 0 0,-3 1 1 0 0,-4 3 10 0 0,0 1-1 0 0,1 0 0 0 0,-1 1 0 0 0,1 0 1 0 0,0 0-1 0 0,1 0 0 0 0,0 1 1 0 0,0 1-1 0 0,0-1 0 0 0,-4 10 1 0 0,-7 12-3 0 0,-21 49 1 0 0,36-72-12 0 0,2-5-16 0 0,1-1-1 0 0,-1 0 0 0 0,0 1 0 0 0,1-1 1 0 0,-1 1-1 0 0,1-1 0 0 0,-1 1 1 0 0,1-1-1 0 0,0 1 0 0 0,0-1 0 0 0,0 1 1 0 0,-1-1-1 0 0,2 3 0 0 0,-1 1 2 0 0,-1-1 8 0 0,1 1-24 0 0,0 0 14 0 0,0 0 0 0 0,1 0 1 0 0,-1 0-1 0 0,1 0 1 0 0,1 0-1 0 0,-1 0 1 0 0,3 6-1 0 0,-2-7 13 0 0,3-3 9 0 0,17 1 5 0 0,-17-1 12 0 0,1-3-39 0 0,6-2-3 0 0,0-1 1 0 0,0 0-1 0 0,-1-1 0 0 0,0 0 1 0 0,0 0-1 0 0,13-11 1 0 0,-16 10 0 0 0,4-3 7 0 0,0-1-1 0 0,0 0 1 0 0,-1-1 0 0 0,-1 0 0 0 0,0 0-1 0 0,9-18 1 0 0,-17 27 25 0 0,1 0-1 0 0,5-10-12 0 0,-6 9 7 0 0,0 1-28 0 0,-2 3 4 0 0,0 0-1 0 0,0-1 1 0 0,1 1 0 0 0,-1 0 0 0 0,0-1-1 0 0,0 1 1 0 0,0 0 0 0 0,0-1 0 0 0,0 1-1 0 0,1 0 1 0 0,-1 0 0 0 0,0-1 0 0 0,0 1-1 0 0,0 0 1 0 0,1 0 0 0 0,-1-1-1 0 0,0 1 1 0 0,0 0 0 0 0,1 0 0 0 0,-1 0-1 0 0,0-1 1 0 0,1 1 0 0 0,-1 0 0 0 0,0 0-1 0 0,1 0 1 0 0,-1 0 0 0 0,0 0-1 0 0,1 0 1 0 0,-1-1 0 0 0,0 1 0 0 0,1 0-1 0 0,-1 0 1 0 0,0 0 0 0 0,1 0 0 0 0,-1 0-1 0 0,0 0 1 0 0,1 1 0 0 0,-1-1 0 0 0,0 0-1 0 0,1 0 1 0 0,-1 0 0 0 0,0 0-1 0 0,1 0 1 0 0,-1 0 0 0 0,0 1 0 0 0,1-1-1 0 0,-1 0 1 0 0,0 0 0 0 0,0 0 0 0 0,1 1-1 0 0,-1-1 1 0 0,0 0 0 0 0,0 0 0 0 0,1 1-1 0 0,-1-1 1 0 0,0 0 0 0 0,0 1-1 0 0,0-1 1 0 0,0 0 0 0 0,1 0 0 0 0,-1 1-1 0 0,0-1 1 0 0,0 0 0 0 0,0 1 0 0 0,0-1-1 0 0,0 0 1 0 0,0 1 0 0 0,0 0 0 0 0,2 32 32 0 0,-1-19-21 0 0,-1-8 1 0 0,2-2-3 0 0,4 14-5 0 0,-5-13-12 0 0,1-2 21 0 0,4 13 29 0 0,-5-12-40 0 0,7 1-11 0 0,4 7 1 0 0,-9-11 7 0 0,0-1 0 0 0,0 1-1 0 0,1 0 1 0 0,-1-1 0 0 0,0 0 0 0 0,0 1-1 0 0,1-1 1 0 0,-1-1 0 0 0,0 1 0 0 0,0 0 0 0 0,6-2-1 0 0,-4 1-14 0 0,-3 0 16 0 0,0 1 0 0 0,0-1-1 0 0,-1 0 1 0 0,1 1 0 0 0,0-1-1 0 0,-1 0 1 0 0,1 0-1 0 0,-1 0 1 0 0,1 0 0 0 0,-1 0-1 0 0,1 0 1 0 0,1-3 0 0 0,0 2-2 0 0,2-1 6 0 0,1-1 0 0 0,0 1-1 0 0,-1-2 1 0 0,1 1-1 0 0,-1 0 1 0 0,0-1 0 0 0,-1 0-1 0 0,1 0 1 0 0,-1-1 0 0 0,0 1-1 0 0,5-10 1 0 0,4-5 65 0 0,-2 0 31 0 0,-9 16-51 0 0,0 0 4 0 0,5-11-15 0 0,-5 11 344 0 0,-7 13-305 0 0,4-8-70 0 0,1 0 1 0 0,-1-1-1 0 0,0 1 1 0 0,0 0-1 0 0,1 0 1 0 0,-1 0-1 0 0,0-1 1 0 0,1 1-1 0 0,-1 0 1 0 0,1 0-1 0 0,-1 0 1 0 0,1 0-1 0 0,0 0 1 0 0,-1 0-1 0 0,1 2 1 0 0,-4 21 88 0 0,-2 44 1 0 0,6-62-80 0 0,2-1 23 0 0,2 15-37 0 0,-2-15-11 0 0,0-1-3 0 0,7 12-31 0 0,-6-12-84 0 0,18 8-344 0 0,-17-9 112 0 0,0-3-70 0 0,2 0 46 0 0,0 1 0 0 0,-1-1 0 0 0,1-1 1 0 0,0 1-1 0 0,-1-1 0 0 0,1 0 1 0 0,-1-1-1 0 0,1 1 0 0 0,-1-1 0 0 0,0 0 1 0 0,0 0-1 0 0,9-5 0 0 0,2-4-1679 0 0,-11 8-1433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230 9 2492 0 0,'-5'-2'917'0'0,"-2"0"-696"0"0,1 1 0 0 0,0 0 0 0 0,0-1 0 0 0,0 2 1 0 0,-1-1-1 0 0,1 1 0 0 0,0 0 0 0 0,-1 0 0 0 0,1 1 0 0 0,0 0 0 0 0,-1 0 0 0 0,1 1 0 0 0,-10 3 1 0 0,4 1-82 0 0,0 1 1 0 0,0 0-1 0 0,1 1 1 0 0,0 1 0 0 0,1 0-1 0 0,0 0 1 0 0,0 1-1 0 0,-10 12 1 0 0,18-18-53 0 0,-1 0 5 0 0,-8 14-6 0 0,9-14 118 0 0,2 1-110 0 0,1 22 102 0 0,3-25-37 0 0,3 0-103 0 0,0 0 0 0 0,0-1-1 0 0,0 1 1 0 0,0-1 0 0 0,0-1-1 0 0,0 1 1 0 0,0-1 0 0 0,0 0 0 0 0,1-1-1 0 0,-1 0 1 0 0,7-1 0 0 0,1-3 206 0 0,-1 0 0 0 0,1-1 1 0 0,-1 0-1 0 0,0-1 0 0 0,-1-1 1 0 0,24-16-1 0 0,-35 21-203 0 0,1 1 1 0 0,-1-1-1 0 0,0 0 0 0 0,1 1 1 0 0,-1-1-1 0 0,0 0 0 0 0,0 0 1 0 0,-1-1-1 0 0,1 1 0 0 0,-1 0 0 0 0,0-1 1 0 0,2-4-1 0 0,-9-13-55 0 0,5 17 14 0 0,-4 3-135 0 0,0 0-68 0 0,1 1 1 0 0,0 0-1 0 0,0 0 1 0 0,-1 0-1 0 0,1 0 0 0 0,0 1 1 0 0,-1 0-1 0 0,1 0 0 0 0,0 0 1 0 0,0 0-1 0 0,0 1 0 0 0,0-1 1 0 0,0 1-1 0 0,0 0 0 0 0,1 0 1 0 0,-1 1-1 0 0,-4 3 0 0 0,-22 23-4438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 2792 0 0,'0'0'2195'0'0,"6"0"-1365"0"0,19 2-169 0 0,-19-2-102 0 0,-1 1-23 0 0,15 3-94 0 0,-15-2-55 0 0,0 0-47 0 0,32 20 418 0 0,-34-20-575 0 0,0 2-72 0 0,12 13-9 0 0,-12-13 3 0 0,-1 0-31 0 0,18 42 237 0 0,-19-41-213 0 0,-1 0-7 0 0,2 15-9 0 0,-2-15-3 0 0,-2 0 15 0 0,-22 41 342 0 0,22-42-341 0 0,-16 10 138 0 0,14-11 9 0 0,-14 7 47 0 0,15-8 218 0 0,-25-4-112 0 0,22 2-77 0 0,6-2-297 0 0,-1 0 1 0 0,0 0 0 0 0,1 1 0 0 0,-1-1 0 0 0,0 0-1 0 0,0 0 1 0 0,0 1 0 0 0,0-1 0 0 0,0 1 0 0 0,-3-3 0 0 0,2 0 67 0 0,1-2 10 0 0,1-3-61 0 0,0-1 1 0 0,0 0-1 0 0,1 1 0 0 0,0-1 0 0 0,1 0 0 0 0,0 1 0 0 0,0 0 0 0 0,1-1 0 0 0,0 1 1 0 0,1 0-1 0 0,0 0 0 0 0,0 1 0 0 0,1-1 0 0 0,9-12 0 0 0,-10 17-38 0 0,0-1 0 0 0,0 1 0 0 0,0 0 0 0 0,1 0 0 0 0,0 0 0 0 0,-1 0 0 0 0,1 1 0 0 0,0-1 0 0 0,1 2 0 0 0,5-4 0 0 0,-6 4 2 0 0,2-3-13 0 0,-5 4 10 0 0,-1 0 1 0 0,1 0 0 0 0,0 0 0 0 0,0 0 0 0 0,0 0 0 0 0,-1 1-1 0 0,1-1 1 0 0,0 0 0 0 0,0 1 0 0 0,0-1 0 0 0,0 1 0 0 0,0 0 0 0 0,0 0-1 0 0,0 0 1 0 0,0 0 0 0 0,4 0 0 0 0,-3 0 0 0 0,41 2 6 0 0,-34 1-6 0 0,-4 1-2 0 0,-3-4 1 0 0,-1 1 0 0 0,1-1 0 0 0,-1 1 0 0 0,0 0 1 0 0,1 0-1 0 0,-1 0 0 0 0,0 0 0 0 0,0 1 0 0 0,0-1 0 0 0,0 1 0 0 0,0-1 0 0 0,0 1 0 0 0,3 3 0 0 0,2 1 0 0 0,-1-1-55 0 0,0 1 0 0 0,-1 0 0 0 0,0 0 0 0 0,1 0 0 0 0,-2 1 0 0 0,1 0 0 0 0,-1 0 0 0 0,0 0 0 0 0,-1 0 0 0 0,1 0 0 0 0,-1 1 0 0 0,-1 0 0 0 0,1-1 0 0 0,-2 1 0 0 0,1 0 0 0 0,-1 0 0 0 0,0 0-1 0 0,0 0 1 0 0,-1 1 0 0 0,0-1 0 0 0,-1 0 0 0 0,-3 15 0 0 0,0 2-1179 0 0,-2 0-1 0 0,-1-1 0 0 0,-1 0 0 0 0,-2 0 0 0 0,-22 43 0 0 0,7-22-4343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273 75 2256 0 0,'0'0'1308'0'0,"-1"-5"-274"0"0,-4-11-170 0 0,4 12-157 0 0,-2 0-124 0 0,-7-12-92 0 0,7 12-46 0 0,-1 1-46 0 0,-13-8-40 0 0,13 9-53 0 0,-1 0-33 0 0,-7-1-30 0 0,0 2 0 0 0,1-1-1 0 0,-14 1 1 0 0,19 1-23 0 0,-5 2-86 0 0,0 0 0 0 0,0 0 0 0 0,0 1 0 0 0,1 0 0 0 0,-1 1 0 0 0,1 1 0 0 0,0-1-1 0 0,0 1 1 0 0,1 1 0 0 0,-18 12 0 0 0,16-2 22 0 0,9-12-127 0 0,0-1 52 0 0,1 2-12 0 0,-4 15-8 0 0,4-15-5 0 0,2 0-16 0 0,0-1-33 0 0,0 1 3 0 0,0-1 1 0 0,0 0 0 0 0,0 0-1 0 0,0 0 1 0 0,1-1 0 0 0,0 1-1 0 0,-1 0 1 0 0,1-1-1 0 0,1 1 1 0 0,-1-1 0 0 0,0 1-1 0 0,1-1 1 0 0,4 5-1 0 0,29 20 14 0 0,2 0 0 0 0,0-3-1 0 0,49 25 1 0 0,-78-45-66 0 0,0 1-1 0 0,-1 0 1 0 0,14 13-1 0 0,-12-10-13 0 0,-8-8 41 0 0,-1 1 0 0 0,1-1 0 0 0,0 1-1 0 0,-1 0 1 0 0,1-1 0 0 0,-1 1 0 0 0,1 0 0 0 0,-1 0-1 0 0,0 0 1 0 0,0 0 0 0 0,0 0 0 0 0,0 1 0 0 0,0-1 0 0 0,-1 0-1 0 0,1 0 1 0 0,0 1 0 0 0,-1-1 0 0 0,0 0 0 0 0,0 1-1 0 0,0-1 1 0 0,0 4 0 0 0,0-4 9 0 0,-1-1 1 0 0,0 1-1 0 0,1 0 0 0 0,-1 0 0 0 0,0-1 0 0 0,0 1 1 0 0,0-1-1 0 0,0 1 0 0 0,0-1 0 0 0,-1 1 1 0 0,1-1-1 0 0,-3 2 0 0 0,3-2-4 0 0,-3 4 3 0 0,0 0 0 0 0,-1-1 0 0 0,0 0 0 0 0,0 0-1 0 0,0-1 1 0 0,0 1 0 0 0,0-1 0 0 0,-1 0 0 0 0,-6 2 0 0 0,7-2 4 0 0,3-2 4 0 0,0 1-1 0 0,0-1 0 0 0,1 0 0 0 0,-1 1 1 0 0,-1-1-1 0 0,1 0 0 0 0,0 0 0 0 0,0-1 1 0 0,0 1-1 0 0,0 0 0 0 0,-5 0 0 0 0,-16 3 15 0 0,-16 5 0 0 0,-18-2-6 0 0,51-6-11 0 0,0-2 12 0 0,-20-4-3 0 0,19 4 12 0 0,3-2-1 0 0,3 2-21 0 0,-1 0 4 0 0,0 0 0 0 0,0 0 1 0 0,1 0-1 0 0,-1 0 0 0 0,0 0 0 0 0,1-1 0 0 0,-1 1 1 0 0,1-1-1 0 0,-1 1 0 0 0,1-1 0 0 0,0 0 0 0 0,0 1 0 0 0,-1-1 1 0 0,1 0-1 0 0,1 0 0 0 0,-1 0 0 0 0,0 0 0 0 0,0 0 0 0 0,1 0 1 0 0,-1 0-1 0 0,1 0 0 0 0,0 0 0 0 0,-1 0 0 0 0,1-4 0 0 0,4-5-19 0 0,-1 0 0 0 0,2 0 0 0 0,0 0 0 0 0,0 0 0 0 0,1 1 0 0 0,0 0 0 0 0,0 0 0 0 0,14-15 0 0 0,76-73-161 0 0,-68 70 152 0 0,43-45-32 0 0,-36 30 58 0 0,-32 39 9 0 0,3-7-5 0 0,-6 11-7 0 0,1 0 1 0 0,-1-1-1 0 0,1 1 0 0 0,-1-1 0 0 0,1 1 0 0 0,-1-1 0 0 0,0 1 1 0 0,1-1-1 0 0,-1 1 0 0 0,0-1 0 0 0,1 1 0 0 0,-1-1 0 0 0,0 1 1 0 0,0-1-1 0 0,1 0 0 0 0,-1 1 0 0 0,0-1 0 0 0,0 1 0 0 0,0-1 0 0 0,0 0 1 0 0,0 1-1 0 0,0-1 0 0 0,0 0 0 0 0,0 1 0 0 0,0-1 0 0 0,0 1 1 0 0,0-1-1 0 0,0 0 0 0 0,-1 1 0 0 0,1-1 0 0 0,0 0 0 0 0,-6-17-62 0 0,4 14 16 0 0,-19-3-114 0 0,17 5 80 0 0,0 3-187 0 0,-15 1 95 0 0,14-1-52 0 0,1 0-37 0 0,1 2 65 0 0,0-1 1 0 0,0 0-1 0 0,0 1 0 0 0,0 0 0 0 0,0-1 0 0 0,1 1 1 0 0,-1 0-1 0 0,-2 4 0 0 0,3-3-476 0 0,1 1-1018 0 0,-1 13 646 0 0,2-13-692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116 45 2456 0 0,'40'-26'4131'0'0,"-36"24"-2493"0"0,3-7-1235 0 0,-7 9-372 0 0,1 0-1 0 0,-1 0 1 0 0,0 0 0 0 0,0 0-1 0 0,0 0 1 0 0,0 0 0 0 0,1 0-1 0 0,-1 0 1 0 0,0 0-1 0 0,0-1 1 0 0,0 1 0 0 0,0 0-1 0 0,0 0 1 0 0,1 0 0 0 0,-1 0-1 0 0,0 0 1 0 0,0 0 0 0 0,0-1-1 0 0,0 1 1 0 0,0 0 0 0 0,0 0-1 0 0,0 0 1 0 0,0 0 0 0 0,1-1-1 0 0,-1 1 1 0 0,0 0-1 0 0,0 0 1 0 0,0 0 0 0 0,0 0-1 0 0,0-1 1 0 0,0 1 0 0 0,0 0-1 0 0,0 0 1 0 0,0 0 0 0 0,0-1-1 0 0,0 1 1 0 0,0 0 0 0 0,0 0-1 0 0,-1 0 1 0 0,1 0 0 0 0,0-1-1 0 0,0 1 1 0 0,0 0-1 0 0,0 0 1 0 0,0 0 0 0 0,0 0-1 0 0,0-1 1 0 0,0 1 0 0 0,-1 0-1 0 0,1 0 1 0 0,0 0 0 0 0,0 0-1 0 0,0 0 1 0 0,0 0 0 0 0,-1-1-1 0 0,-22 4 119 0 0,17-3 4 0 0,6 1-144 0 0,-1 0 0 0 0,1-1 0 0 0,0 1 0 0 0,-1 0 0 0 0,1-1 0 0 0,-1 1 0 0 0,1-1 0 0 0,-1 1 0 0 0,1-1 0 0 0,-1 1 0 0 0,1-1 0 0 0,-1 1 0 0 0,1-1 1 0 0,-1 1-1 0 0,0-1 0 0 0,1 0 0 0 0,-1 1 0 0 0,0-1 0 0 0,1 0 0 0 0,-2 1 0 0 0,-16 12 167 0 0,-41 66 181 0 0,51-67-347 0 0,1 0 0 0 0,1 1 0 0 0,0-1 0 0 0,0 1 1 0 0,2 0-1 0 0,-6 21 0 0 0,9-29-5 0 0,1 2 2 0 0,-2 19-17 0 0,2-19-44 0 0,2-2 61 0 0,-1-1-17 0 0,0 0 0 0 0,1-1 1 0 0,0 1-1 0 0,-1 0 0 0 0,1-1 0 0 0,1 1 0 0 0,-1-1 1 0 0,0 1-1 0 0,1-1 0 0 0,0 0 0 0 0,-1 0 0 0 0,1-1 1 0 0,1 1-1 0 0,-1 0 0 0 0,0-1 0 0 0,7 4 0 0 0,-2-4-38 0 0,0 1-1 0 0,1-2 0 0 0,-1 1 0 0 0,0-1 0 0 0,1-1 0 0 0,0 1 1 0 0,-1-1-1 0 0,1-1 0 0 0,-1 0 0 0 0,1 0 0 0 0,-1 0 0 0 0,0-1 1 0 0,1-1-1 0 0,-1 1 0 0 0,0-1 0 0 0,13-7 0 0 0,-8 4 229 0 0,0 0 0 0 0,0 0 0 0 0,23-17 1 0 0,-31 20-78 0 0,-1-1 0 0 0,0 0 0 0 0,0 0 0 0 0,0 0 0 0 0,-1 0 0 0 0,0 0 0 0 0,1-1 0 0 0,-2 0 0 0 0,1 1 0 0 0,0-1 0 0 0,-1 0 0 0 0,0 0 0 0 0,0 0 0 0 0,0-1 0 0 0,0-5 0 0 0,-1 4-44 0 0,1 1 0 0 0,-2-1 0 0 0,1 0 1 0 0,-1 0-1 0 0,0 0 0 0 0,-1 0 0 0 0,1 1 1 0 0,-1-1-1 0 0,-1 0 0 0 0,1 0 0 0 0,-1 1 1 0 0,0-1-1 0 0,-1 1 0 0 0,0 0 0 0 0,0-1 1 0 0,0 1-1 0 0,-1 1 0 0 0,1-1 0 0 0,-1 0 1 0 0,-1 1-1 0 0,1 0 0 0 0,-10-9 0 0 0,7 9-33 0 0,-1 0-1 0 0,1 0 0 0 0,-16-6 1 0 0,19 9-24 0 0,-3 3-24 0 0,-22 1-29 0 0,27-2 40 0 0,0 0 1 0 0,0 0-1 0 0,0 1 0 0 0,1-1 0 0 0,-1 0 1 0 0,0 1-1 0 0,0-1 0 0 0,0 1 1 0 0,0 0-1 0 0,1 0 0 0 0,-1 0 1 0 0,0-1-1 0 0,1 2 0 0 0,-1-1 0 0 0,0 0 1 0 0,-1 2-1 0 0,-3 2-40 0 0,-2 0-231 0 0,0 1-1 0 0,1 0 1 0 0,0 0-1 0 0,0 0 0 0 0,0 1 1 0 0,1 0-1 0 0,0 1 1 0 0,1-1-1 0 0,-1 1 1 0 0,2 0-1 0 0,-1 0 0 0 0,1 1 1 0 0,0-1-1 0 0,1 1 1 0 0,-1 0-1 0 0,-1 12 1 0 0,4-16-1319 0 0,1 0-1154 0 0,2 21-1973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121 81 3676 0 0,'2'-4'1640'0'0,"16"-44"4136"0"0,-18 47-5549 0 0,3-18 417 0 0,-4 11 2179 0 0,-4 10-2687 0 0,-13 9-25 0 0,13-3-31 0 0,-8 52 68 0 0,-44 181-653 0 0,19-95-3166 0 0,37-141 3084 0 0,-2 9 69 0 0,1-7-1094 0 0,1 0-3464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80 8 3076 0 0,'0'0'852'0'0,"-3"-2"-131"0"0,1 1-537 0 0,0 0-1 0 0,0 1 1 0 0,0-1-1 0 0,0 0 1 0 0,0 1-1 0 0,-1-1 1 0 0,1 1-1 0 0,0 0 1 0 0,0 0-1 0 0,-1 0 1 0 0,1 0-1 0 0,0 0 1 0 0,0 0-1 0 0,0 1 1 0 0,-1-1-1 0 0,-2 1 1 0 0,0 1 197 0 0,6-2-371 0 0,-1 1 0 0 0,0-1 0 0 0,-1 1 0 0 0,1-1 0 0 0,0 1 0 0 0,0-1 0 0 0,0 0 0 0 0,0 1 0 0 0,0-1 0 0 0,0 1 0 0 0,0-1 0 0 0,-1 0 0 0 0,1 1 0 0 0,0-1 0 0 0,0 1 0 0 0,-1-1 0 0 0,1 0 0 0 0,0 1 0 0 0,0-1 0 0 0,-1 0 0 0 0,1 1 0 0 0,0-1 0 0 0,-1 0 0 0 0,0 1 0 0 0,-10 13 446 0 0,-3 29-70 0 0,12-38 600 0 0,4-1-899 0 0,-2-2-61 0 0,0 0-13 0 0,0-1-1 0 0,0 0 0 0 0,0 0 1 0 0,0 1-1 0 0,1-1 0 0 0,-1 0 1 0 0,0 1-1 0 0,1-1 0 0 0,-1 0 1 0 0,1 0-1 0 0,0 0 0 0 0,1 3 1 0 0,2-6 36 0 0,12-3 13 0 0,-12 3 20 0 0,0 0 18 0 0,12-6 30 0 0,-12 7 24 0 0,-1-1-44 0 0,1 0 0 0 0,0-1-1 0 0,-1 1 1 0 0,0-1 0 0 0,1 1 0 0 0,-1-1 0 0 0,4-5-1 0 0,-4 5-21 0 0,0 1 469 0 0,-3 1-596 0 0,0 1 33 0 0,0-1 0 0 0,0 1 0 0 0,0-1 0 0 0,0 1 0 0 0,0-1-1 0 0,0 1 1 0 0,0-1 0 0 0,0 1 0 0 0,0-1 0 0 0,0 1 0 0 0,0 0 0 0 0,-1-1 0 0 0,1 1 0 0 0,0-1 0 0 0,0 1 0 0 0,0-1-1 0 0,-1 1 1 0 0,1 0 0 0 0,0-1 0 0 0,0 1 0 0 0,-1 0 0 0 0,1-1 0 0 0,-1 1 0 0 0,-4-11-534 0 0,1 12 247 0 0,-15 5-151 0 0,17-6 350 0 0,1 1 1 0 0,0-1-1 0 0,-1 1 0 0 0,1-1 0 0 0,0 1 0 0 0,0-1 1 0 0,-1 1-1 0 0,1 0 0 0 0,0-1 0 0 0,0 1 0 0 0,0 0 0 0 0,0 0 1 0 0,0 0-1 0 0,0 0 0 0 0,0 0 0 0 0,0 0 0 0 0,0 2 1 0 0,-4 17-5839 0 0,4-15 2452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19 3364 0 0,'0'0'7551'0'0,"-1"5"-7432"0"0,0 14-25 0 0,1-14 112 0 0,-1-1-157 0 0,-3 14-10 0 0,3-14 173 0 0,2 0-174 0 0,4 17 152 0 0,-1-20-159 0 0,14 4 28 0 0,-14-4 212 0 0,1-3-96 0 0,13-4 22 0 0,-14 4 11 0 0,0 0 52 0 0,11-7 28 0 0,-11 7 75 0 0,-1-1-70 0 0,-2 2-268 0 0,1-2 98 0 0,1 1 0 0 0,0-1 1 0 0,-1 0-1 0 0,1 0 0 0 0,-1-1 0 0 0,0 1 0 0 0,0 0 0 0 0,0-1 0 0 0,2-4 0 0 0,-10-21-1177 0 0,3 28-130 0 0,-11-6 424 0 0,10 5-156 0 0,-1 2-1850 0 0,0 0 2237 0 0,-7 0 9 0 0,2-3-2576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493 24 3804 0 0,'4'-2'1570'0'0,"3"-1"-1004"0"0,0-1 1 0 0,1 1 0 0 0,0 0 0 0 0,-1 1-1 0 0,1 0 1 0 0,0 0 0 0 0,0 1-1 0 0,1 0 1 0 0,-1 1 0 0 0,0-1-1 0 0,0 1 1 0 0,0 1 0 0 0,16 2-1 0 0,-16-1-337 0 0,25 9 822 0 0,-23-6-927 0 0,1 1-1 0 0,-1 0 0 0 0,-1 0 1 0 0,1 1-1 0 0,-1 0 1 0 0,0 0-1 0 0,-1 1 0 0 0,0 0 1 0 0,0 1-1 0 0,0 0 0 0 0,-1 0 1 0 0,-1 1-1 0 0,0 0 1 0 0,0 0-1 0 0,0 0 0 0 0,-2 1 1 0 0,1-1-1 0 0,-1 1 0 0 0,-1 1 1 0 0,0-1-1 0 0,-1 0 1 0 0,0 1-1 0 0,0-1 0 0 0,-1 22 1 0 0,-3-13-124 0 0,0 0 1 0 0,-2 0-1 0 0,0-1 1 0 0,-1 1 0 0 0,-1-1-1 0 0,-1 0 1 0 0,0 0-1 0 0,-2-1 1 0 0,0 0 0 0 0,-1-1-1 0 0,-1 0 1 0 0,-23 28-1 0 0,4-10-462 0 0,-2-1-1 0 0,-1-2 0 0 0,-1-1 1 0 0,-56 38-1 0 0,47-40-498 0 0,-1-1 0 0 0,-85 38-1 0 0,100-54-355 0 0,-1-1-1 0 0,-1-1 1 0 0,0-2-1 0 0,0 0 1 0 0,-55 4-1 0 0,49-10-3219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361 19 2680 0 0,'-6'-3'1239'0'0,"2"0"-907"0"0,2 2-240 0 0,1 0 0 0 0,-1 0 0 0 0,1 0 0 0 0,-1 0 1 0 0,0 0-1 0 0,1 0 0 0 0,-1 1 0 0 0,0-1 0 0 0,1 1 0 0 0,-1-1 0 0 0,0 1 0 0 0,0 0 0 0 0,0-1 0 0 0,1 1 0 0 0,-1 0 0 0 0,-3 1 1 0 0,-2-3 142 0 0,5 2-162 0 0,0-1 0 0 0,-1 1-1 0 0,1 0 1 0 0,0 0 0 0 0,0 0 0 0 0,-1 0-1 0 0,1 0 1 0 0,0 0 0 0 0,0 1 0 0 0,-1-1-1 0 0,1 1 1 0 0,0-1 0 0 0,0 1 0 0 0,-3 1-1 0 0,-8 4 122 0 0,-1-1 0 0 0,1 2 0 0 0,0 0 0 0 0,0 0-1 0 0,1 2 1 0 0,0-1 0 0 0,0 1 0 0 0,1 1 0 0 0,1 0-1 0 0,-1 1 1 0 0,2 0 0 0 0,-11 14 0 0 0,4 1-45 0 0,2 1 0 0 0,0 0 0 0 0,2 1 0 0 0,1 1 1 0 0,1 0-1 0 0,2 0 0 0 0,0 0 0 0 0,-3 36 0 0 0,7-26-106 0 0,1 1 1 0 0,1-1-1 0 0,3 1 0 0 0,1-1 0 0 0,14 72 0 0 0,-12-91-47 0 0,1-1 0 0 0,2 0-1 0 0,0-1 1 0 0,0 0-1 0 0,2 0 1 0 0,0 0-1 0 0,1-1 1 0 0,1-1 0 0 0,0 1-1 0 0,2-2 1 0 0,-1 0-1 0 0,18 16 1 0 0,-17-20-288 0 0,0 0 0 0 0,1-1-1 0 0,0 0 1 0 0,1-1 0 0 0,0 0 0 0 0,1-2-1 0 0,-1 0 1 0 0,1 0 0 0 0,1-1 0 0 0,-1-2-1 0 0,1 1 1 0 0,0-2 0 0 0,0 0 0 0 0,23 1-1 0 0,10-4-2210 0 0,0-1-1777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172 60 3160 0 0,'-1'-5'1699'0'0,"-3"-45"3832"0"0,3 45-4539 0 0,0 11-491 0 0,-41 483 2137 0 0,27-245-2314 0 0,-20 166-421 0 0,-8 119-1872 0 0,15 1-3655 0 0,27-475 2999 0 0,1-3-1865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1 117 2100 0 0,'0'0'7155'0'0,"7"1"-6858"0"0,0 2-217 0 0,-3-1-35 0 0,-1-1 0 0 0,0 0 1 0 0,1 0-1 0 0,-1-1 1 0 0,1 1-1 0 0,-1-1 0 0 0,1 0 1 0 0,5 0-1 0 0,586-8 1687 0 0,13-46-800 0 0,-456 39-513 0 0,-103 10-333 0 0,599-38 392 0 0,-587 41-462 0 0,-37 2-51 0 0,-18 0-84 0 0,-1 0 111 0 0,84 3 134 0 0,-84-3 369 0 0,0 0-395 0 0,49 2 3714 0 0,-53 3-3631 0 0,15 116 81 0 0,-5 0 0 0 0,-6 130 0 0 0,-29 250-924 0 0,18-413 376 0 0,-43 587-4457 0 0,9-226-3408 0 0,32-357 2972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0 150 4196 0 0,'0'0'2350'0'0,"10"0"-1557"0"0,1188-70 3656 0 0,166-5-6449 0 0,-1275 74 1303 0 0,328-2-4461 0 0,-304 7 1265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57 3368 0 0,'0'0'1546'0'0,"-1"-5"-222"0"0,-8-43 3236 0 0,8 44-3669 0 0,1 11-636 0 0,42 921 846 0 0,-53-217-5884 0 0,7-559 1294 0 0,2-58-1244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0 146 3412 0 0,'0'0'4175'0'0,"7"-2"-3655"0"0,20-4-293 0 0,1 1 0 0 0,-1 2 1 0 0,1 0-1 0 0,0 2 0 0 0,33 3 1 0 0,-7-1-71 0 0,91-1 93 0 0,995-12 1411 0 0,-11-37-2414 0 0,-378-7-6063 0 0,-627 45 2886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75 72 3408 0 0,'9'-25'1430'0'0,"-7"20"821"0"0,-1 1-1370 0 0,1-2-928 0 0,8-25 3639 0 0,-10 31-3550 0 0,0 0 0 0 0,0 0 0 0 0,0 0 0 0 0,0 0 0 0 0,0 0 0 0 0,0 0 0 0 0,0 0 0 0 0,0 0 0 0 0,0 1 0 0 0,0-1 0 0 0,1 0 0 0 0,-1 0 1 0 0,0 0-1 0 0,0 0 0 0 0,0 0 0 0 0,0 0 0 0 0,0 0 0 0 0,0 0 0 0 0,0 0 0 0 0,0 0 0 0 0,0 0 0 0 0,0 0 0 0 0,0 0 0 0 0,0 0 1 0 0,0 0-1 0 0,1 0 0 0 0,-1 0 0 0 0,0 0 0 0 0,0 0 0 0 0,0 0 0 0 0,0 0 0 0 0,0 0 0 0 0,0 0 0 0 0,0 0 0 0 0,0 0 0 0 0,0 0 0 0 0,0 0 1 0 0,0 0-1 0 0,1 0 0 0 0,-4 27-163 0 0,-83 344-167 0 0,74-326-153 0 0,11-41 28 0 0,2 1-776 0 0,1 18 368 0 0,-1-18-226 0 0,4-4-1524 0 0,17 0 254 0 0,-17-1-1633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118 75 2420 0 0,'2'-4'1290'0'0,"22"-39"2120"0"0,-22 39-2404 0 0,4-16-341 0 0,-5 16 464 0 0,-3 4-1114 0 0,0 1-1 0 0,1-1 1 0 0,-1 0 0 0 0,0 1 0 0 0,0-1 0 0 0,0 1 0 0 0,1 0 0 0 0,-1-1 0 0 0,0 1 0 0 0,1 0 0 0 0,-4 2 0 0 0,1-1 17 0 0,3-1-25 0 0,-1-1 0 0 0,1 1 0 0 0,0-1 0 0 0,0 1 0 0 0,0 0 0 0 0,-1-1 0 0 0,1 1 0 0 0,0 0 0 0 0,0 0 0 0 0,0 0 0 0 0,0 0 0 0 0,0 0 0 0 0,1 0 0 0 0,-1 0 0 0 0,0 0 0 0 0,0 0 0 0 0,1 0 0 0 0,-1 0 0 0 0,0 1 0 0 0,0 0 0 0 0,0 1 19 0 0,-13 16 92 0 0,1-1 1 0 0,1 1-1 0 0,-15 32 1 0 0,-3 19 75 0 0,29-66-143 0 0,0 1-9 0 0,-4 17 116 0 0,6-21-157 0 0,-1 1 0 0 0,1-1 1 0 0,-1 1-1 0 0,1-1 0 0 0,0 0 0 0 0,0 1 0 0 0,-1-1 1 0 0,1 0-1 0 0,0 0 0 0 0,0 1 0 0 0,0-1 1 0 0,2 1-1 0 0,-1-1 2 0 0,0 3 9 0 0,19-1-25 0 0,-16-2 14 0 0,0 0 0 0 0,1-1 0 0 0,-1 1-1 0 0,1-1 1 0 0,-1 0 0 0 0,10-2 0 0 0,48-11-24 0 0,-34 2 22 0 0,-7 0 53 0 0,-7 3 84 0 0,0-1 1 0 0,23-20-1 0 0,-35 26-20 0 0,-1-1-18 0 0,6-15-22 0 0,-6 14-13 0 0,-3 0 7 0 0,0 1-59 0 0,0 0 1 0 0,0 0-1 0 0,0-1 0 0 0,-1 1 1 0 0,1 0-1 0 0,-1 0 0 0 0,0 1 1 0 0,-1-1-1 0 0,1 0 0 0 0,-1 1 1 0 0,1-1-1 0 0,-1 1 0 0 0,0 0 1 0 0,0 0-1 0 0,0 0 0 0 0,-6-4 1 0 0,-21-8 50 0 0,-35-13 0 0 0,61 27-50 0 0,-17-5-8 0 0,17 5-8 0 0,255-3-877 0 0,-113-8 927 0 0,-132 12-36 0 0,-7 5 49 0 0,1-3-53 0 0,1 0-6 0 0,-1-1 0 0 0,0 0-1 0 0,0 1 1 0 0,0-1-1 0 0,0 0 1 0 0,0 1 0 0 0,0-1-1 0 0,0 1 1 0 0,0-1 0 0 0,-1 0-1 0 0,1 1 1 0 0,0-1-1 0 0,-1 0 1 0 0,1 0 0 0 0,-1 1-1 0 0,0-1 1 0 0,1 0-1 0 0,-2 2 1 0 0,-19 20-14 0 0,-13 19 9 0 0,17-20 25 0 0,1 2 0 0 0,1-1 0 0 0,-18 40 0 0 0,25-34 92 0 0,7-24-102 0 0,0 0-10 0 0,0 19 0 0 0,1-18-47 0 0,2-2-114 0 0,1 0 168 0 0,0 0 0 0 0,0 0 0 0 0,1 0 1 0 0,-1-1-1 0 0,1 0 0 0 0,0 1 0 0 0,0-1 1 0 0,0-1-1 0 0,0 1 0 0 0,1 0 0 0 0,-1-1 1 0 0,1 0-1 0 0,4 1 0 0 0,-4-1-11 0 0,6-2 27 0 0,0 0 0 0 0,0-1 0 0 0,0-1 0 0 0,0 1 0 0 0,0-1 0 0 0,0-1 0 0 0,20-8 0 0 0,-21 7 16 0 0,-1-1 0 0 0,0-1-1 0 0,0 0 1 0 0,0 0 0 0 0,9-9 0 0 0,-14 11-23 0 0,-1 1 0 0 0,0-1 0 0 0,0 0 1 0 0,0 0-1 0 0,0 0 0 0 0,-1-1 0 0 0,1 1 1 0 0,-1-1-1 0 0,0 1 0 0 0,0-1 1 0 0,-1 0-1 0 0,0 1 0 0 0,1-1 0 0 0,-1 0 1 0 0,0-6-1 0 0,-1 5-13 0 0,1 1 0 0 0,-1-1 1 0 0,0 1-1 0 0,0-1 0 0 0,-1 1 1 0 0,0 0-1 0 0,0-1 0 0 0,0 1 1 0 0,0 0-1 0 0,-1-1 0 0 0,0 1 0 0 0,0 0 1 0 0,-1 0-1 0 0,1 1 0 0 0,-1-1 1 0 0,0 0-1 0 0,0 1 0 0 0,0 0 1 0 0,-8-7-1 0 0,6 5-65 0 0,0 2 0 0 0,-1-1 0 0 0,1 0 0 0 0,-1 1 0 0 0,0 0 0 0 0,-1 1 0 0 0,-9-5 0 0 0,13 7-47 0 0,-1 0 0 0 0,0 0-1 0 0,0 0 1 0 0,0 1 0 0 0,1-1-1 0 0,-1 1 1 0 0,0 0-1 0 0,0 0 1 0 0,0 0 0 0 0,0 1-1 0 0,0-1 1 0 0,0 1 0 0 0,0 0-1 0 0,-4 2 1 0 0,5-2 125 0 0,0-1-211 0 0,0 1-1 0 0,0 1 1 0 0,0-1 0 0 0,0 0 0 0 0,0 1 0 0 0,1-1 0 0 0,-1 1 0 0 0,0 0 0 0 0,1 0-1 0 0,-1 0 1 0 0,1 0 0 0 0,0 1 0 0 0,0-1 0 0 0,-2 3 0 0 0,0 0-237 0 0,-9 16-2930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2164 0 0,'0'0'4814'0'0,"4"3"-4249"0"0,8 10-166 0 0,0 1-1 0 0,-1 1 1 0 0,-1 0 0 0 0,-1 0 0 0 0,13 27 0 0 0,-14-28-325 0 0,15 29-538 0 0,2-2 0 0 0,1-1 0 0 0,35 40 0 0 0,-58-77-235 0 0,-3-3 652 0 0,0 1 1 0 0,0-1 0 0 0,1 1-1 0 0,-1-1 1 0 0,0 1 0 0 0,0-1-1 0 0,0 0 1 0 0,1 1 0 0 0,-1-1 0 0 0,0 0-1 0 0,0 1 1 0 0,1-1 0 0 0,-1 0-1 0 0,0 1 1 0 0,1-1 0 0 0,-1 0-1 0 0,0 1 1 0 0,1-1 0 0 0,-1 0-1 0 0,1 0 1 0 0,-1 0 0 0 0,0 1-1 0 0,1-1 1 0 0,-1 0 0 0 0,1 0 0 0 0,0 0-1 0 0,-1 0-54 0 0,1 0-1 0 0,-1 1 0 0 0,1-1 1 0 0,-1 0-1 0 0,1 0 0 0 0,-1 0 1 0 0,0 0-1 0 0,1 1 0 0 0,-1-1 1 0 0,1 0-1 0 0,-1 0 0 0 0,0 1 1 0 0,1-1-1 0 0,-1 0 0 0 0,0 1 1 0 0,1-1-1 0 0,-1 0 0 0 0,0 1 1 0 0,0-1-1 0 0,1 0 1 0 0,-1 1-1 0 0,0-1 0 0 0,0 1 1 0 0,0-1-1 0 0,1 0 0 0 0,-1 2 1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287 34 2264 0 0,'-2'-4'974'0'0,"1"2"-719"0"0,-1-1 0 0 0,0 1 0 0 0,0 0 0 0 0,0-1 0 0 0,0 1 0 0 0,0 0 1 0 0,0 0-1 0 0,0 0 0 0 0,-1 0 0 0 0,1 1 0 0 0,-6-3 0 0 0,4 2 147 0 0,0 3-70 0 0,-5 2-243 0 0,0 1-1 0 0,0 1 0 0 0,1 0 0 0 0,0 0 0 0 0,0 0 1 0 0,0 1-1 0 0,1 0 0 0 0,0 1 0 0 0,0 0 1 0 0,0 0-1 0 0,1 0 0 0 0,0 1 0 0 0,0 0 1 0 0,-4 8-1 0 0,-19 32-821 0 0,2 2 1 0 0,-40 103 0 0 0,66-148-349 0 0,0 0-784 0 0,-5 20-1309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162 35 2872 0 0,'3'-3'1434'0'0,"21"-26"1853"0"0,-22 26-1409 0 0,-5 7-1684 0 0,-136 134 1407 0 0,126-126-1523 0 0,10-9 57 0 0,-15 15 218 0 0,14-14-139 0 0,-5 14 294 0 0,8-15-31 0 0,1-1-452 0 0,0-1-1 0 0,1 1 0 0 0,-1-1 1 0 0,1 0-1 0 0,-1 1 1 0 0,1-1-1 0 0,0 0 0 0 0,-1 0 1 0 0,1 1-1 0 0,0-1 1 0 0,0 0-1 0 0,2 2 1 0 0,-1-1 25 0 0,-2-1-39 0 0,1 0 1 0 0,0 0-1 0 0,-1 0 1 0 0,1 0 0 0 0,0-1-1 0 0,0 1 1 0 0,0 0 0 0 0,0 0-1 0 0,0-1 1 0 0,0 1-1 0 0,0 0 1 0 0,0-1 0 0 0,0 1-1 0 0,0-1 1 0 0,0 0 0 0 0,0 1-1 0 0,0-1 1 0 0,1 0-1 0 0,-1 0 1 0 0,0 0 0 0 0,2 1-1 0 0,-2-1 19 0 0,21 5 36 0 0,-1-1 0 0 0,1 0 0 0 0,0-2 0 0 0,0-1-1 0 0,30-1 1 0 0,1-2-521 0 0,-1-3-1 0 0,91-20 0 0 0,-134 23-48 0 0,-1-1-1 0 0,0-1 0 0 0,0 1 0 0 0,0-1 0 0 0,0 0 1 0 0,7-6-1 0 0,-14 10 293 0 0,0-1 1 0 0,1 0-1 0 0,-1 1 1 0 0,0-1-1 0 0,-1 0 0 0 0,1 0 1 0 0,0 0-1 0 0,0 0 1 0 0,0 1-1 0 0,0-1 1 0 0,-1 0-1 0 0,1 0 0 0 0,0 0 1 0 0,-1-1-1 0 0,2-1 1 0 0,-1 0-797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1 2492 0 0,'0'0'3772'0'0,"-5"0"-3045"0"0,-15 2-19 0 0,15-1 502 0 0,2 308 1246 0 0,-19-1-9505 0 0,15-255 2773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74 1652 0 0,'0'0'5401'0'0,"-5"0"-5066"0"0,-15 1 10 0 0,15-1 1070 0 0,70 6-939 0 0,315-1 615 0 0,-297-7-887 0 0,1168-55 1321 0 0,-1130 50-1523 0 0,-1-2 62 0 0,-11-1 1777 0 0,-105 9-1570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50 2872 0 0,'0'0'1296'0'0,"-2"3"-187"0"0,1-3-961 0 0,1 0 1 0 0,-1 0-1 0 0,1 1 0 0 0,-1-1 0 0 0,1 0 1 0 0,0 1-1 0 0,-1-1 0 0 0,1 0 1 0 0,0 1-1 0 0,-1-1 0 0 0,1 1 0 0 0,0-1 1 0 0,0 1-1 0 0,-1-1 0 0 0,1 0 0 0 0,0 1 1 0 0,0-1-1 0 0,0 1 0 0 0,0-1 0 0 0,0 1 1 0 0,-1-1-1 0 0,1 1 0 0 0,0-1 1 0 0,0 1-1 0 0,0-1 0 0 0,0 1 0 0 0,0-1 1 0 0,1 1-1 0 0,-1-1 0 0 0,0 1 0 0 0,0 0 1 0 0,2 0-34 0 0,0 0 1 0 0,0 0-1 0 0,0 0 1 0 0,0 0-1 0 0,0 0 1 0 0,0 0-1 0 0,0-1 1 0 0,0 1-1 0 0,0-1 1 0 0,1 1-1 0 0,-1-1 1 0 0,0 0-1 0 0,0 0 1 0 0,4 0-1 0 0,723-15 470 0 0,-442 1-736 0 0,221 1 620 0 0,-50 2-1501 0 0,-153-4-3550 0 0,-257 12 2002 0 0,-8-2-1843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11 2368 0 0,'0'0'5724'0'0,"-1"-4"-5335"0"0,-3-2 1043 0 0,2 8-450 0 0,1 20-34 0 0,5 40-771 0 0,-3-53 101 0 0,4 166 756 0 0,-3 382 533 0 0,0-481-1333 0 0,0-5-40 0 0,0-18-100 0 0,-1-3-1 0 0,1 0 31 0 0,0-1 42 0 0,19 276 692 0 0,-17-264-790 0 0,3 95 202 0 0,-7-151-234 0 0,-1 2 1 0 0,-20 213 271 0 0,20-215-304 0 0,1 0-2 0 0,-1 1-3 0 0,-7 123 172 0 0,8-122-170 0 0,-1-1 66 0 0,0 18 12 0 0,1-18-26 0 0,0 0-22 0 0,-2 17 1 0 0,2-17-4 0 0,0 0-11 0 0,-7 151 473 0 0,7-152-421 0 0,-1 1-9 0 0,-5 44 165 0 0,6-46-125 0 0,-1 2-82 0 0,-1 16 2 0 0,1-16 9 0 0,1-1-79 0 0,-3 13-76 0 0,3-13 216 0 0,-1 0 12 0 0,0 17-62 0 0,1-17 64 0 0,0 0-57 0 0,1 78 1167 0 0,0-78-959 0 0,-1 0-227 0 0,1 15 17 0 0,0-15 133 0 0,-21-65-14855 0 0,11 32 8591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1 2352 0 0,'0'0'7837'0'0,"-4"2"-7670"0"0,3 0-115 0 0,-1 0 0 0 0,0-1 0 0 0,1 1 0 0 0,0 0 0 0 0,-1 0 1 0 0,1 0-1 0 0,0 0 0 0 0,0 0 0 0 0,0 0 0 0 0,0 0 0 0 0,0 1 1 0 0,0-1-1 0 0,1 0 0 0 0,-1 0 0 0 0,1 1 0 0 0,0 2 0 0 0,-1 0 142 0 0,1 1 17 0 0,-2 63 653 0 0,3 41 82 0 0,-5 221 432 0 0,4-280-1209 0 0,0 9 85 0 0,0-13-15 0 0,0 108 363 0 0,0-149-542 0 0,0 1 12 0 0,0 52 127 0 0,0-54-123 0 0,0 2-8 0 0,1 60 62 0 0,0-61-48 0 0,-1 1 22 0 0,0 20-19 0 0,0-21-10 0 0,0 1 15 0 0,0 20 7 0 0,0-21-16 0 0,-1 1-3 0 0,-3 59 188 0 0,3-59-166 0 0,1 0-66 0 0,-1 18-12 0 0,1-18-5 0 0,0 0 18 0 0,-4 89 333 0 0,4-89-334 0 0,0-1 4 0 0,-10 189 742 0 0,9-188-763 0 0,1 0 16 0 0,-2 32 217 0 0,1 90 206 0 0,1-124-412 0 0,0 0-30 0 0,1 18 3 0 0,0-18-26 0 0,-1 0 37 0 0,3 49-9 0 0,-3-48 0 0 0,0 1-25 0 0,-2 85 98 0 0,2-86-105 0 0,0-1 1 0 0,0 47 67 0 0,0-47-74 0 0,0 0 12 0 0,-3 47-103 0 0,3-47 106 0 0,0 0 9 0 0,0 19 6 0 0,0-18-9 0 0,0-1 23 0 0,-2 61-146 0 0,2 26 207 0 0,0-87-80 0 0,0 0 5 0 0,-2 57-17 0 0,2-41 11 0 0,0-16 44 0 0,0 0-59 0 0,2 47-3 0 0,-2-47-103 0 0,0 0 144 0 0,2 51 157 0 0,-2-51-33 0 0,0 1-53 0 0,3 47 124 0 0,-3-48-84 0 0,1 0-128 0 0,2 46-9246 0 0,-8-52 7172 0 0,-15-3-1409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14 1528 0 0,'0'0'5811'0'0,"-3"-2"-5413"0"0,-9-7-81 0 0,9 7 1936 0 0,-1 3-2074 0 0,-40 15 1755 0 0,44-16-1935 0 0,1 0-1 0 0,-1 0 1 0 0,1 0 0 0 0,-1 0 0 0 0,0 0-1 0 0,1 0 1 0 0,-1 0 0 0 0,1 0 0 0 0,-1 0-1 0 0,0 0 1 0 0,1 0 0 0 0,-1 0 0 0 0,0 1-1 0 0,1-1 1 0 0,-1 0 0 0 0,0 0 0 0 0,1 0-1 0 0,-1 1 1 0 0,0-1 0 0 0,0 0 0 0 0,1 0-1 0 0,-1 1 1 0 0,0-1 0 0 0,0 0 0 0 0,1 1 0 0 0,-1-1-1 0 0,0 1 1 0 0,1 0 18 0 0,-1 0 0 0 0,1 0 0 0 0,0-1-1 0 0,-1 1 1 0 0,1 0 0 0 0,0 0 0 0 0,0-1 0 0 0,0 1 0 0 0,-1 0-1 0 0,1-1 1 0 0,0 1 0 0 0,0-1 0 0 0,0 1 0 0 0,0-1-1 0 0,0 0 1 0 0,1 1 0 0 0,16 5 80 0 0,-14-5-9 0 0,2 0 12 0 0,61 10 334 0 0,35-1 18 0 0,1-5 0 0 0,150-11-1 0 0,-99-8-405 0 0,-147 14 72 0 0,27 0-141 0 0,-27 0-13 0 0,-1-1 4 0 0,100-1 35 0 0,-99 1-2 0 0,0 1-8 0 0,151-1-103 0 0,-99 0 230 0 0,206 8-196 0 0,-260-7 84 0 0,2 0-2 0 0,166 0-24 0 0,-168 0 32 0 0,0 0-9 0 0,17 0-11 0 0,-17 0-7 0 0,0 0 25 0 0,17 0-8 0 0,-17 0 8 0 0,1 1-8 0 0,19 0 12 0 0,12-1-69 0 0,-30 0 68 0 0,-1 0 7 0 0,19 0 6 0 0,8 0-41 0 0,39 4-1 0 0,-20-2 42 0 0,-24-3-11 0 0,37 2-39 0 0,-58 0 26 0 0,-1-1 8 0 0,59-2 10 0 0,-58 2-56 0 0,57-1 201 0 0,-59 0-112 0 0,0 2-25 0 0,53-1 459 0 0,-52-1-265 0 0,1 1-102 0 0,53-3 440 0 0,-55 3-310 0 0,1 0-122 0 0,32-3 207 0 0,19-1-284 0 0,-25 3-10214 0 0,-66 1 3136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 36 1972 0 0,'0'0'812'0'0,"-6"0"-174"0"0,-19 1-161 0 0,19-1 886 0 0,1 0-1265 0 0,-15-1-82 0 0,14 1-20 0 0,10-2-652 0 0,39-18-368 0 0,-38 18 663 0 0,13-6-851 0 0,-14 7 848 0 0,1-1-1351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0 2212 0 0,'0'0'7874'0'0,"-4"2"-7601"0"0,3-1-238 0 0,-1 0 0 0 0,0 0 1 0 0,0 1-1 0 0,1-1 0 0 0,-1 1 0 0 0,1-1 0 0 0,-1 1 1 0 0,1-1-1 0 0,0 1 0 0 0,0 0 0 0 0,0-1 0 0 0,0 1 1 0 0,0 0-1 0 0,0 0 0 0 0,0 0 0 0 0,0 0 0 0 0,1 0 1 0 0,-1 0-1 0 0,1 0 0 0 0,-1 0 0 0 0,1 0 0 0 0,0 0 1 0 0,0 3-1 0 0,-10 59 289 0 0,2-6-160 0 0,0 71-1424 0 0,15-112-197 0 0,0-11-3832 0 0,11 4 1643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62 3020 0 0,'0'0'3561'0'0,"3"-3"-3052"0"0,13-23 5837 0 0,-12 18-6929 0 0,-2 5 823 0 0,1 0-201 0 0,0 1-18 0 0,1-1 1 0 0,0 0-1 0 0,0 1 1 0 0,0 0-1 0 0,0 0 0 0 0,7-2 1 0 0,-7 3-31 0 0,1 2 14 0 0,17 1-7 0 0,-17-2 21 0 0,0 4-2 0 0,31 24-20 0 0,-34-23 1 0 0,2 1 2 0 0,-1-1-1 0 0,1 1 0 0 0,-1 0 0 0 0,-1 0 1 0 0,1 1-1 0 0,-1-1 0 0 0,0 0 1 0 0,-1 1-1 0 0,1 0 0 0 0,-1-1 0 0 0,-1 1 1 0 0,1-1-1 0 0,-1 8 0 0 0,-1-4 10 0 0,0-1 1 0 0,0 1-1 0 0,-1-1 0 0 0,0 1 0 0 0,-1-1 0 0 0,0 0 1 0 0,-1 0-1 0 0,0 0 0 0 0,0 0 0 0 0,-1-1 0 0 0,0 1 0 0 0,0-1 1 0 0,-1 0-1 0 0,0-1 0 0 0,0 0 0 0 0,-1 0 0 0 0,-8 7 1 0 0,11-9-5 0 0,-32 17 4 0 0,32-20-46 0 0,-19 2-111 0 0,19-3 50 0 0,0-3-159 0 0,1-1 209 0 0,0 1 0 0 0,0-1 1 0 0,1 0-1 0 0,-1 0 0 0 0,1 0 1 0 0,-1 0-1 0 0,1 0 0 0 0,0-1 1 0 0,0 1-1 0 0,0-1 0 0 0,1 1 1 0 0,-1-1-1 0 0,1 1 0 0 0,0-1 1 0 0,0 0-1 0 0,0-7 0 0 0,0 6-24 0 0,1 0-7 0 0,1-15 22 0 0,0 15 7 0 0,0 1-4 0 0,1 1 38 0 0,-1 0 0 0 0,1 0 0 0 0,0 0 0 0 0,0 0 0 0 0,0 0 1 0 0,1 0-1 0 0,-1 1 0 0 0,1-1 0 0 0,3-3 0 0 0,-2 4-7 0 0,0 3 9 0 0,3 2 10 0 0,0 0 1 0 0,0 0-1 0 0,0 1 0 0 0,-1 0 1 0 0,0 0-1 0 0,1 0 1 0 0,-2 1-1 0 0,9 7 0 0 0,39 51 45 0 0,-9-11-46 0 0,11-1-627 0 0,-51-49 319 0 0,0 0-38 0 0,12 3-99 0 0,-11-3-55 0 0,1-3-602 0 0,1 1 918 0 0,-1-1-1 0 0,0 0 1 0 0,0 0 0 0 0,0 0 0 0 0,0-1 0 0 0,0 0 0 0 0,0 0 0 0 0,0 0-1 0 0,0-1 1 0 0,-1 0 0 0 0,0 0 0 0 0,9-6 0 0 0,24-37-436 0 0,-30 35 575 0 0,-1-2-1 0 0,0 1 0 0 0,10-24 1 0 0,-6 10 252 0 0,11-38 1186 0 0,-21 59-935 0 0,0 0-2 0 0,4-17-33 0 0,-4 16 310 0 0,0 1-419 0 0,0-14-31 0 0,-1 15 689 0 0,-3 2-838 0 0,-13-10 167 0 0,16 13-291 0 0,0-1-1 0 0,0 1 0 0 0,-1-1 1 0 0,1 0-1 0 0,0 1 1 0 0,0-1-1 0 0,0 0 0 0 0,0 1 1 0 0,0-1-1 0 0,0 1 1 0 0,-1-1-1 0 0,1 0 0 0 0,0 1 1 0 0,0-1-1 0 0,0 0 1 0 0,-1 0-1 0 0,1 1 0 0 0,0-1 1 0 0,0 0-1 0 0,-1 1 1 0 0,1-1-1 0 0,0 0 0 0 0,-1 0 1 0 0,1 0-1 0 0,0 1 1 0 0,-1-1-1 0 0,0 0 0 0 0,0 1 13 0 0,0-1 0 0 0,0 1 0 0 0,0 0 0 0 0,0-1-1 0 0,0 1 1 0 0,0 0 0 0 0,0 0 0 0 0,0 0 0 0 0,0 0 0 0 0,1 0-1 0 0,-1 0 1 0 0,0 0 0 0 0,1 0 0 0 0,-2 2 0 0 0,-4 9 94 0 0,1 1 1 0 0,0 0 0 0 0,0 1 0 0 0,2-1-1 0 0,-1 1 1 0 0,2-1 0 0 0,0 1 0 0 0,0 0-1 0 0,1 0 1 0 0,1 0 0 0 0,3 28-1 0 0,1-28 3 0 0,0 1 0 0 0,12 22 0 0 0,-14-33-68 0 0,1-1-7 0 0,12 12-9 0 0,-12-12 12 0 0,-1-2-33 0 0,-1-1 0 0 0,0 0 0 0 0,1 0-1 0 0,-1 1 1 0 0,0-1 0 0 0,1 1 0 0 0,-1-1-1 0 0,0 1 1 0 0,0 0 0 0 0,0-1 0 0 0,0 1 0 0 0,2 1-1 0 0,0 0 16 0 0,1 0 164 0 0,2-2-75 0 0,18 0 37 0 0,-18 0 23 0 0,-2-2 7 0 0,0 1-173 0 0,-2 0 27 0 0,1 0-1 0 0,0 0 1 0 0,0 0-1 0 0,-1-1 1 0 0,1 1-1 0 0,0-1 1 0 0,-1 0-1 0 0,0 1 1 0 0,1-1-1 0 0,-1 0 1 0 0,0 0-1 0 0,0-1 1 0 0,0 1-1 0 0,2-4 1 0 0,13-24-28 0 0,-16 22-43 0 0,-1 3 5 0 0,1-1-77 0 0,0 0 1 0 0,-1-1-1 0 0,0 1 1 0 0,0 0-1 0 0,-1 0 1 0 0,1 0-1 0 0,-1 0 1 0 0,-1 0-1 0 0,-2-10 1 0 0,2 11 34 0 0,1-2-122 0 0,-1 1-1 0 0,0-1 1 0 0,0 1-1 0 0,0-1 1 0 0,-1 1-1 0 0,0 0 1 0 0,0 0-1 0 0,-1 1 1 0 0,0-1 0 0 0,0 1-1 0 0,0-1 1 0 0,-1 1-1 0 0,1 0 1 0 0,-11-7-1 0 0,9 7-610 0 0,-1 1 1 0 0,1 0-1 0 0,-1 1 0 0 0,0 0 0 0 0,0 0 0 0 0,-14-4 0 0 0,14 5-3599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3440 0 0,'0'0'6718'0'0,"5"0"-5982"0"0,-1 1-598 0 0,-1-1 0 0 0,1 1 0 0 0,-1-1 1 0 0,1 1-1 0 0,-1 0 0 0 0,1 1 0 0 0,-1-1 0 0 0,1 1 1 0 0,-1-1-1 0 0,0 1 0 0 0,0 0 0 0 0,0 0 1 0 0,0 0-1 0 0,0 1 0 0 0,3 2 0 0 0,192 190 2177 0 0,-131-127-4021 0 0,-2-2-3401 0 0,-63-63 4394 0 0,21 5-4183 0 0,-21-13 3796 0 0,7-20-758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401 25 3548 0 0,'-2'-4'1196'0'0,"-7"-17"1641"0"0,4 22-2453 0 0,-16 1-73 0 0,20-2-301 0 0,1 0 1 0 0,-1 0-1 0 0,1 0 0 0 0,-1 0 1 0 0,1 0-1 0 0,-1 1 0 0 0,1-1 1 0 0,-1 0-1 0 0,1 0 0 0 0,0 0 1 0 0,-1 0-1 0 0,1 1 0 0 0,-1-1 1 0 0,1 0-1 0 0,0 1 0 0 0,-1-1 1 0 0,1 0-1 0 0,-1 0 0 0 0,1 1 1 0 0,0-1-1 0 0,0 1 0 0 0,-1-1 0 0 0,1 0 1 0 0,-1 1-1 0 0,-235 331-87 0 0,136-182-4864 0 0,84-127 1465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363 17 3128 0 0,'-2'-3'1018'0'0,"2"2"-932"0"0,0 0 0 0 0,0 0-1 0 0,0 1 1 0 0,-1-1-1 0 0,1 0 1 0 0,0 0-1 0 0,-1 1 1 0 0,1-1 0 0 0,-1 0-1 0 0,1 1 1 0 0,-1-1-1 0 0,1 0 1 0 0,-1 1 0 0 0,1-1-1 0 0,-1 1 1 0 0,0-1-1 0 0,1 1 1 0 0,-1-1 0 0 0,-1 0-1 0 0,0 1 4 0 0,1 0-1 0 0,-1 1 1 0 0,0-1 0 0 0,0 1-1 0 0,1-1 1 0 0,-1 1-1 0 0,0-1 1 0 0,0 1 0 0 0,1 0-1 0 0,-1 0 1 0 0,1 0-1 0 0,-1 0 1 0 0,-1 1 0 0 0,-42 32 1019 0 0,1 1 1 0 0,-59 63 0 0 0,-12 10 1462 0 0,112-106-2388 0 0,-13 17 458 0 0,19-16-551 0 0,10 8 16 0 0,-9-9 34 0 0,4-1-86 0 0,32 0-20 0 0,1-1 0 0 0,42-7-1 0 0,-37 3-24 0 0,143-16-1976 0 0,-184 19 1321 0 0,1 0-103 0 0,18-3-139 0 0,-18 3-188 0 0,17-8-7878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2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10 2960 0 0,'0'0'1620'0'0,"-3"-2"-225"0"0,3 1-1209 0 0,-1 1 0 0 0,1-1 0 0 0,0 1 0 0 0,-1-1 0 0 0,1 1 1 0 0,-1-1-1 0 0,1 1 0 0 0,-1-1 0 0 0,1 1 0 0 0,-1 0 0 0 0,1-1 1 0 0,-1 1-1 0 0,1 0 0 0 0,-1 0 0 0 0,1-1 0 0 0,-1 1 1 0 0,0 0-1 0 0,1 0 0 0 0,-1 0 0 0 0,0 0 0 0 0,1 0 0 0 0,-1 0 1 0 0,1 0-1 0 0,-1 0 0 0 0,0 0 0 0 0,1 0 0 0 0,-1 0 0 0 0,1 0 1 0 0,-1 0-1 0 0,0 0 0 0 0,1 0 0 0 0,-1 1 0 0 0,0-1 1 0 0,-7 7-467 0 0,6-4 721 0 0,-2 76 684 0 0,6 63-834 0 0,-1 16-2110 0 0,-7-1-5000 0 0,2-112 1615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3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143 286 2088 0 0,'0'0'795'0'0,"-2"-4"-103"0"0,-2-14-101 0 0,2 13-68 0 0,1-2-91 0 0,0 0 1 0 0,-1-1-1 0 0,0 1 0 0 0,-6-14 1 0 0,6 15-405 0 0,-33-116 3296 0 0,33 117-3069 0 0,1 0 25 0 0,-5-15 21 0 0,4 15 326 0 0,1 0-301 0 0,-5-13-22 0 0,4 13 388 0 0,1 0-469 0 0,-3-6-225 0 0,4 11 10 0 0,0 0 0 0 0,0 0 0 0 0,0 0 0 0 0,0 0 1 0 0,0 0-1 0 0,-1 1 0 0 0,1-1 0 0 0,0 0 0 0 0,0 0 0 0 0,0 0 0 0 0,0 0 0 0 0,0 0 0 0 0,0 0 0 0 0,0 0 0 0 0,0 0 0 0 0,0 0 0 0 0,0 0 0 0 0,0 0 0 0 0,0 0 0 0 0,-1 0 0 0 0,1 0 0 0 0,0 0 0 0 0,0 0 0 0 0,0 0 0 0 0,0 0 0 0 0,0 0 1 0 0,0 0-1 0 0,0 0 0 0 0,0 0 0 0 0,0 0 0 0 0,0 0 0 0 0,0 0 0 0 0,0 0 0 0 0,-1 0 0 0 0,1-1 0 0 0,0 1 0 0 0,0 0 0 0 0,0 0 0 0 0,0 0 0 0 0,0 0 0 0 0,0 0 0 0 0,0 0 0 0 0,0 0 0 0 0,0 0 0 0 0,0 0 0 0 0,0 0 0 0 0,0 0 0 0 0,0 0 1 0 0,0 0-1 0 0,0 0 0 0 0,0-1 0 0 0,0 1 0 0 0,0 0 0 0 0,0 0 0 0 0,0 0 0 0 0,0 0 0 0 0,0 0 0 0 0,-12 68 352 0 0,-4 133 0 0 0,12-112-283 0 0,-19 1088 405 0 0,23-944-574 0 0,6 333-1823 0 0,1-188-6569 0 0,-6-340 4060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3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69 2436 0 0,'0'0'4873'0'0,"5"-1"-4688"0"0,21-3-85 0 0,0 2 0 0 0,0 1-1 0 0,0 1 1 0 0,32 3 0 0 0,2 0 76 0 0,734 12 1890 0 0,0-40-87 0 0,-551 8-1725 0 0,300-17 4 0 0,-505 31-258 0 0,-32 2 7 0 0,0 1-2 0 0,16-1-16 0 0,-16 1 693 0 0,-6 0-677 0 0,0 1 0 0 0,0-1 0 0 0,0 0 0 0 0,0 1 0 0 0,0-1 0 0 0,1 0 0 0 0,-1 0 0 0 0,0 1 1 0 0,0-1-1 0 0,0 0 0 0 0,0 1 0 0 0,1-1 0 0 0,-1 0 0 0 0,0 0 0 0 0,0 1 0 0 0,1-1 0 0 0,-1 0 1 0 0,0 0-1 0 0,0 1 0 0 0,1-1 0 0 0,-1 0 0 0 0,0 0 0 0 0,1 0 0 0 0,-1 0 0 0 0,0 0 0 0 0,1 1 1 0 0,-1-1-1 0 0,0 0 0 0 0,1 0 0 0 0,-1 0 0 0 0,1 0 0 0 0,-1 0 4 0 0,1 0-1 0 0,-1 0 0 0 0,1 0 1 0 0,-1 0-1 0 0,1 1 1 0 0,-1-1-1 0 0,1 0 1 0 0,-1 0-1 0 0,1 0 0 0 0,-1 1 1 0 0,1-1-1 0 0,-1 0 1 0 0,1 1-1 0 0,-1-1 1 0 0,0 0-1 0 0,1 1 1 0 0,-1-1-1 0 0,1 1 0 0 0,-1-1 1 0 0,0 0-1 0 0,0 1 1 0 0,1-1-1 0 0,-1 1 1 0 0,0-1-1 0 0,0 1 0 0 0,1-1 1 0 0,-1 1-1 0 0,0-1 1 0 0,0 1-1 0 0,0 0 1 0 0,0-1-1 0 0,0 1 0 0 0,0-1 1 0 0,0 1-1 0 0,0-1 1 0 0,0 1-1 0 0,0-1 1 0 0,0 1-1 0 0,0-1 1 0 0,-1 2-1 0 0,-8 85 612 0 0,5 156 0 0 0,5-152-516 0 0,-1 129 20 0 0,-8 740-526 0 0,-15-481-2661 0 0,-21-3-3670 0 0,31-376 1585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3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51 3328 0 0,'0'0'3719'0'0,"3"-4"-3253"0"0,8-14-68 0 0,-11 17-385 0 0,0 1 1 0 0,0-1-1 0 0,1 1 0 0 0,-1 0 0 0 0,0-1 0 0 0,1 1 0 0 0,-1 0 0 0 0,0-1 0 0 0,1 1 0 0 0,-1 0 1 0 0,1-1-1 0 0,-1 1 0 0 0,1 0 0 0 0,-1 0 0 0 0,0-1 0 0 0,1 1 0 0 0,-1 0 0 0 0,1 0 0 0 0,-1 0 0 0 0,1 0 1 0 0,-1 0-1 0 0,1 0 0 0 0,-1 0 0 0 0,1 0 0 0 0,-1 0 0 0 0,1 0 0 0 0,-1 0 0 0 0,1 0 0 0 0,493-21 1254 0 0,-336 20-899 0 0,1576 21 137 0 0,-1524-13-1108 0 0,404 13-5112 0 0,-481-12 1642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3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179 53 2716 0 0,'0'0'3889'0'0,"0"-4"-3323"0"0,1-30 4522 0 0,-2 24-5390 0 0,1 5 1818 0 0,0 14-1270 0 0,0 304 576 0 0,-24 976-865 0 0,-49-547-2873 0 0,6-249-4226 0 0,53-389 2742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3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0 161 3428 0 0,'0'0'2751'0'0,"5"1"-2179"0"0,26 3-210 0 0,0-1 1 0 0,0-2 0 0 0,0-1 0 0 0,44-5-1 0 0,-7 1-205 0 0,1036-51 2766 0 0,-215 10-3597 0 0,-203-2-5810 0 0,-549 34 2038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3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276 84 2608 0 0,'0'0'2892'0'0,"2"-3"-1839"0"0,10-14 3078 0 0,-9 14-3959 0 0,3-7-73 0 0,-10 9 266 0 0,-18 12 445 0 0,10-5-784 0 0,7-4 592 0 0,3-5-591 0 0,-9-7-34 0 0,8 8-22 0 0,5-2-66 0 0,15-29-121 0 0,-14 30 156 0 0,1 1-28 0 0,15-9 118 0 0,-14 12-118 0 0,16 6-74 0 0,-15-5 161 0 0,6 20 95 0 0,-10-18-73 0 0,-2 3 21 0 0,1-1-6 0 0,0 0-38 0 0,-1 1-1 0 0,1-1 1 0 0,-1 0 0 0 0,-1 0-1 0 0,1 0 1 0 0,-1 0 0 0 0,0 0-1 0 0,0 0 1 0 0,-1-1 0 0 0,-4 11-1 0 0,-1 1-32 0 0,-1 0-1 0 0,-1-1 0 0 0,-1 0 0 0 0,0-1 0 0 0,-1 0 0 0 0,-1-1 0 0 0,0 0 0 0 0,0-1 0 0 0,-2 0 0 0 0,0-1 0 0 0,0 0 1 0 0,-1-1-1 0 0,-22 12 0 0 0,-40 9-408 0 0,72-31 354 0 0,0-1-94 0 0,-25 0 18 0 0,29 0 158 0 0,0-1 1 0 0,0 1 0 0 0,0-1 0 0 0,0 1 0 0 0,0-1 0 0 0,0 0 0 0 0,0 1-1 0 0,1-1 1 0 0,-1 0 0 0 0,0 0 0 0 0,0 1 0 0 0,1-1 0 0 0,-1 0-1 0 0,1 0 1 0 0,-1 0 0 0 0,1 0 0 0 0,-1 0 0 0 0,1 0 0 0 0,-1 0-1 0 0,1 0 1 0 0,0 0 0 0 0,-1 0 0 0 0,1 0 0 0 0,0 0 0 0 0,0-2-1 0 0,-3-20-41 0 0,4 13 30 0 0,6-21 17 0 0,-2 19 6 0 0,4 1-1 0 0,7-12 21 0 0,5 0-16 0 0,-15 21-9 0 0,-2 1 1 0 0,-1-1 27 0 0,3 1 64 0 0,-3 1-87 0 0,1-1 1 0 0,0 1-1 0 0,0 0 1 0 0,-1 0-1 0 0,1 1 0 0 0,0-1 1 0 0,0 1-1 0 0,-1 0 1 0 0,1 0-1 0 0,0 0 0 0 0,-1 0 1 0 0,1 0-1 0 0,5 4 1 0 0,5 6-3 0 0,-2 0 0 0 0,1 1 0 0 0,-2 0 0 0 0,11 15 1 0 0,-13-17-26 0 0,16 20-230 0 0,34 30 0 0 0,-55-57 102 0 0,1 0-1 0 0,-1 0 1 0 0,1 0 0 0 0,0-1-1 0 0,0 0 1 0 0,0 0 0 0 0,8 2-1 0 0,-3-1-95 0 0,-5-1 45 0 0,1-1 0 0 0,0 0 0 0 0,0 0 0 0 0,-1-1-1 0 0,1 1 1 0 0,0-1 0 0 0,0 0 0 0 0,9-2-1 0 0,-10 2 128 0 0,4-1-96 0 0,0-1 0 0 0,0 1 0 0 0,0-1-1 0 0,-1-1 1 0 0,1 0 0 0 0,12-5 0 0 0,-15 5 138 0 0,4-1-2 0 0,-1 0 1 0 0,0-1 0 0 0,0-1 0 0 0,0 1-1 0 0,0-1 1 0 0,-1-1 0 0 0,0 1 0 0 0,0-2 0 0 0,10-11-1 0 0,-8 6 221 0 0,0-1-1 0 0,0 0 0 0 0,-2-1 0 0 0,10-20 1 0 0,-12 22 207 0 0,-1 0 1 0 0,5-23-1 0 0,-9 31-130 0 0,-1 0-32 0 0,1-18-51 0 0,-1 18-34 0 0,-7-18 315 0 0,-1 17-357 0 0,8 6-98 0 0,0-1 1 0 0,-1 1 0 0 0,1 0-1 0 0,0-1 1 0 0,-1 1 0 0 0,1-1-1 0 0,0 1 1 0 0,-1 0 0 0 0,1 0 0 0 0,0-1-1 0 0,-1 1 1 0 0,1 0 0 0 0,-1-1-1 0 0,1 1 1 0 0,-1 0 0 0 0,1 0-1 0 0,-1 0 1 0 0,1 0 0 0 0,0 0-1 0 0,-1-1 1 0 0,1 1 0 0 0,-1 0-1 0 0,1 0 1 0 0,-1 0 0 0 0,1 0-1 0 0,-1 0 1 0 0,1 0 0 0 0,-1 0-1 0 0,1 1 1 0 0,-1-1 0 0 0,1 0-1 0 0,-1 0 1 0 0,1 0 0 0 0,-1 1 0 0 0,-5 2 45 0 0,1 0 1 0 0,-1 1 0 0 0,1 0 0 0 0,0 0 0 0 0,0 1 0 0 0,0-1 0 0 0,0 1 0 0 0,1 0 0 0 0,0 0 0 0 0,0 1 0 0 0,-6 10 0 0 0,1 1 34 0 0,0 0 1 0 0,-10 33-1 0 0,13-24-31 0 0,6-19-45 0 0,-1-2 15 0 0,1 1-26 0 0,1 19-48 0 0,0-19 53 0 0,1-2 24 0 0,7 14 1 0 0,-8-17-26 0 0,-1 0-1 0 0,1 0 0 0 0,-1 0 0 0 0,1 0 1 0 0,-1 0-1 0 0,1 0 0 0 0,-1 0 0 0 0,1 0 1 0 0,0-1-1 0 0,0 1 0 0 0,-1 0 0 0 0,1 0 1 0 0,0-1-1 0 0,0 1 0 0 0,0-1 0 0 0,0 1 1 0 0,0-1-1 0 0,0 1 0 0 0,1 0 0 0 0,10 6-93 0 0,-11-6 94 0 0,1 0-1 0 0,-1-1 1 0 0,0 1-1 0 0,1-1 1 0 0,0 1 0 0 0,-1-1-1 0 0,1 1 1 0 0,-1-1 0 0 0,1 0-1 0 0,0 0 1 0 0,-1 1-1 0 0,4-2 1 0 0,-3 1 2 0 0,3 2 12 0 0,2-3 2 0 0,5-1 35 0 0,1-1-1 0 0,-1 0 1 0 0,0-1-1 0 0,0 0 1 0 0,-1-1-1 0 0,1 0 1 0 0,-1-1-1 0 0,0 0 1 0 0,13-10-1 0 0,-19 12 4 0 0,0-1 0 0 0,-1 1-1 0 0,0-1 1 0 0,0 0 0 0 0,0 0 0 0 0,0-1-1 0 0,-1 1 1 0 0,0-1 0 0 0,3-6 0 0 0,-3 6-49 0 0,6-10 65 0 0,-8 14-68 0 0,0 0-1 0 0,0 0 1 0 0,0 0 0 0 0,0 0 0 0 0,0 0-1 0 0,0 0 1 0 0,-1 0 0 0 0,1 0-1 0 0,-1 0 1 0 0,0-1 0 0 0,1-2 0 0 0,-1 2 3 0 0,1-4-5 0 0,-1 0 0 0 0,0-1 1 0 0,0 1-1 0 0,0-1 1 0 0,-1 1-1 0 0,0-1 0 0 0,0 1 1 0 0,-3-8-1 0 0,2 12-93 0 0,1 3 81 0 0,1 0 0 0 0,-1 0 0 0 0,0 0-1 0 0,1-1 1 0 0,-1 1 0 0 0,1 0 0 0 0,-1 0 0 0 0,1 0-1 0 0,-1-1 1 0 0,0 1 0 0 0,1 0 0 0 0,-1-1-1 0 0,1 1 1 0 0,-1-1 0 0 0,1 1 0 0 0,0 0 0 0 0,-1-1-1 0 0,1 1 1 0 0,-1-1 0 0 0,1 1 0 0 0,0-1-1 0 0,-1 1 1 0 0,1-1 0 0 0,-1 0 0 0 0,1 0-1 0 0,0 0 0 0 0,0 1 0 0 0,0-1 1 0 0,-1 1-1 0 0,1-1 0 0 0,0 1 0 0 0,-1 0 0 0 0,1-1 1 0 0,0 1-1 0 0,-1-1 0 0 0,1 1 0 0 0,-1 0 1 0 0,1-1-1 0 0,-1 1 0 0 0,1 0 0 0 0,-1-1 0 0 0,1 1 1 0 0,-1 0-1 0 0,1 0 0 0 0,-1-1 0 0 0,1 1 1 0 0,-1 0-1 0 0,1 0 0 0 0,-1 0 0 0 0,1 0 0 0 0,-2 0 1 0 0,-4 1-79 0 0,0 0 0 0 0,0 0 1 0 0,0 1-1 0 0,0 0 1 0 0,0 1-1 0 0,0-1 0 0 0,0 1 1 0 0,1 0-1 0 0,0 0 0 0 0,-1 1 1 0 0,1-1-1 0 0,0 1 0 0 0,1 1 1 0 0,-1-1-1 0 0,-6 9 1 0 0,-19 35-1725 0 0,28-44 817 0 0,1 1-186 0 0,-4 15-884 0 0,4-15-1433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3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17 3308 0 0,'3'-3'1368'0'0,"9"-10"2713"0"0,11 18-2904 0 0,-21-5-1142 0 0,-1 1 0 0 0,0-1 0 0 0,0 1 1 0 0,1-1-1 0 0,-1 1 0 0 0,0 0 1 0 0,0-1-1 0 0,0 1 0 0 0,0 0 1 0 0,0 0-1 0 0,0 0 0 0 0,0-1 0 0 0,0 1 1 0 0,0 0-1 0 0,0 1 0 0 0,0-1 1 0 0,-1 0-1 0 0,1 0 0 0 0,0 0 0 0 0,0 2 1 0 0,0-1 71 0 0,20 23 312 0 0,-2 1 1 0 0,0 1-1 0 0,24 47 1 0 0,17 26-952 0 0,-52-86-178 0 0,2-1 0 0 0,-1-1 0 0 0,2 1-1 0 0,0-2 1 0 0,13 12 0 0 0,-21-21-257 0 0,3-1-2236 0 0,22 3-254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3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407 19 2536 0 0,'-3'-3'343'0'0,"-13"-13"1892"0"0,9 17-1607 0 0,-22 4-169 0 0,16 0-39 0 0,-12 12-152 0 0,1 2-1 0 0,1 0 1 0 0,0 2 0 0 0,-37 45-1 0 0,23-20-147 0 0,-53 88-1 0 0,83-122-319 0 0,-22 42-392 0 0,14-15-3605 0 0,9-15 1028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3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2376 0 0,'0'0'1388'0'0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5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42 4712 0 0,'31'-17'2553'0'0,"-8"6"-2105"0"0,3-3-1820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5:56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0 4196 0 0,'-16'14'2379'0'0,"12"-11"-488"0"0,1 0-427 0 0,-46 40 1901 0 0,46-41-3686 0 0,-16 12-12613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6:11.8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100 71 2264 0 0,'4'-3'1518'0'0,"10"-10"-240"0"0,-11 9-185 0 0,0 1-161 0 0,9-12-74 0 0,-9 12-76 0 0,-2 1-665 0 0,0 1 0 0 0,0-1 0 0 0,0 1 1 0 0,0 0-1 0 0,0-1 0 0 0,0 1 0 0 0,1 0 1 0 0,-1 0-1 0 0,0 0 0 0 0,3-1 0 0 0,-1-2 907 0 0,-1 1-617 0 0,6-5 672 0 0,-6 8-456 0 0,-7 19-313 0 0,-17 28-398 0 0,-15 23 116 0 0,-53 88 217 0 0,88-154-185 0 0,0 0-28 0 0,-6 13-9 0 0,5-13 170 0 0,4 0-178 0 0,3 13-37 0 0,-3-13 5 0 0,4-2 7 0 0,4 0 5 0 0,0 0 1 0 0,0-1-1 0 0,16 1 0 0 0,26-7-12 0 0,61-14 0 0 0,-16-6-1393 0 0,-38 4-2510 0 0,-54 19 2385 0 0,1-1-1031 0 0,15-9-1826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11:26:12.0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25 2616 0 0,'-3'-2'1395'0'0,"-9"-9"-156"0"0,9 8 1348 0 0,0 0-2025 0 0,-8-2 1005 0 0,10 15-963 0 0,17 31-683 0 0,-8-22 244 0 0,24 71-313 0 0,22 114 0 0 0,-41-138-1354 0 0,-3 1-1 0 0,2 100 0 0 0,-11-102-649 0 0,1 0-1508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18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25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66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830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934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977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250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27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19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09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07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72D8F-7428-49B4-9157-7E4C92D0552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1D4F2-6829-493F-A9AB-AC01F37BC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1417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9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customXml" Target="../ink/ink162.xml"/><Relationship Id="rId366" Type="http://schemas.openxmlformats.org/officeDocument/2006/relationships/customXml" Target="../ink/ink183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377" Type="http://schemas.openxmlformats.org/officeDocument/2006/relationships/image" Target="../media/image188.png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402" Type="http://schemas.openxmlformats.org/officeDocument/2006/relationships/customXml" Target="../ink/ink201.xml"/><Relationship Id="rId279" Type="http://schemas.openxmlformats.org/officeDocument/2006/relationships/image" Target="../media/image139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46" Type="http://schemas.openxmlformats.org/officeDocument/2006/relationships/customXml" Target="../ink/ink173.xml"/><Relationship Id="rId388" Type="http://schemas.openxmlformats.org/officeDocument/2006/relationships/customXml" Target="../ink/ink194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357" Type="http://schemas.openxmlformats.org/officeDocument/2006/relationships/image" Target="../media/image178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399" Type="http://schemas.openxmlformats.org/officeDocument/2006/relationships/image" Target="../media/image199.png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9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58.png"/><Relationship Id="rId359" Type="http://schemas.openxmlformats.org/officeDocument/2006/relationships/image" Target="../media/image179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328" Type="http://schemas.openxmlformats.org/officeDocument/2006/relationships/customXml" Target="../ink/ink164.xml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image" Target="../media/image190.png"/><Relationship Id="rId241" Type="http://schemas.openxmlformats.org/officeDocument/2006/relationships/image" Target="../media/image120.png"/><Relationship Id="rId36" Type="http://schemas.openxmlformats.org/officeDocument/2006/relationships/customXml" Target="../ink/ink18.xml"/><Relationship Id="rId283" Type="http://schemas.openxmlformats.org/officeDocument/2006/relationships/image" Target="../media/image141.png"/><Relationship Id="rId339" Type="http://schemas.openxmlformats.org/officeDocument/2006/relationships/image" Target="../media/image169.png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customXml" Target="../ink/ink175.xml"/><Relationship Id="rId406" Type="http://schemas.openxmlformats.org/officeDocument/2006/relationships/customXml" Target="../ink/ink203.xml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customXml" Target="../ink/ink196.xml"/><Relationship Id="rId252" Type="http://schemas.openxmlformats.org/officeDocument/2006/relationships/customXml" Target="../ink/ink126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image" Target="../media/image180.png"/><Relationship Id="rId196" Type="http://schemas.openxmlformats.org/officeDocument/2006/relationships/customXml" Target="../ink/ink98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image" Target="../media/image131.png"/><Relationship Id="rId319" Type="http://schemas.openxmlformats.org/officeDocument/2006/relationships/image" Target="../media/image159.png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5.xml"/><Relationship Id="rId165" Type="http://schemas.openxmlformats.org/officeDocument/2006/relationships/image" Target="../media/image82.png"/><Relationship Id="rId372" Type="http://schemas.openxmlformats.org/officeDocument/2006/relationships/customXml" Target="../ink/ink186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320" Type="http://schemas.openxmlformats.org/officeDocument/2006/relationships/customXml" Target="../ink/ink160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341" Type="http://schemas.openxmlformats.org/officeDocument/2006/relationships/image" Target="../media/image170.png"/><Relationship Id="rId362" Type="http://schemas.openxmlformats.org/officeDocument/2006/relationships/customXml" Target="../ink/ink181.xml"/><Relationship Id="rId383" Type="http://schemas.openxmlformats.org/officeDocument/2006/relationships/image" Target="../media/image191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285" Type="http://schemas.openxmlformats.org/officeDocument/2006/relationships/image" Target="../media/image142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310" Type="http://schemas.openxmlformats.org/officeDocument/2006/relationships/customXml" Target="../ink/ink155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331" Type="http://schemas.openxmlformats.org/officeDocument/2006/relationships/image" Target="../media/image165.png"/><Relationship Id="rId352" Type="http://schemas.openxmlformats.org/officeDocument/2006/relationships/customXml" Target="../ink/ink176.xml"/><Relationship Id="rId373" Type="http://schemas.openxmlformats.org/officeDocument/2006/relationships/image" Target="../media/image186.png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image" Target="../media/image137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342" Type="http://schemas.openxmlformats.org/officeDocument/2006/relationships/customXml" Target="../ink/ink171.xml"/><Relationship Id="rId363" Type="http://schemas.openxmlformats.org/officeDocument/2006/relationships/image" Target="../media/image181.png"/><Relationship Id="rId384" Type="http://schemas.openxmlformats.org/officeDocument/2006/relationships/customXml" Target="../ink/ink192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286" Type="http://schemas.openxmlformats.org/officeDocument/2006/relationships/customXml" Target="../ink/ink14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32" Type="http://schemas.openxmlformats.org/officeDocument/2006/relationships/customXml" Target="../ink/ink166.xml"/><Relationship Id="rId353" Type="http://schemas.openxmlformats.org/officeDocument/2006/relationships/image" Target="../media/image176.png"/><Relationship Id="rId374" Type="http://schemas.openxmlformats.org/officeDocument/2006/relationships/customXml" Target="../ink/ink187.xml"/><Relationship Id="rId395" Type="http://schemas.openxmlformats.org/officeDocument/2006/relationships/image" Target="../media/image197.png"/><Relationship Id="rId409" Type="http://schemas.openxmlformats.org/officeDocument/2006/relationships/image" Target="../media/image204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138.xml"/><Relationship Id="rId297" Type="http://schemas.openxmlformats.org/officeDocument/2006/relationships/image" Target="../media/image148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22" Type="http://schemas.openxmlformats.org/officeDocument/2006/relationships/customXml" Target="../ink/ink161.xml"/><Relationship Id="rId343" Type="http://schemas.openxmlformats.org/officeDocument/2006/relationships/image" Target="../media/image171.png"/><Relationship Id="rId364" Type="http://schemas.openxmlformats.org/officeDocument/2006/relationships/customXml" Target="../ink/ink182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385" Type="http://schemas.openxmlformats.org/officeDocument/2006/relationships/image" Target="../media/image192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287" Type="http://schemas.openxmlformats.org/officeDocument/2006/relationships/image" Target="../media/image143.png"/><Relationship Id="rId410" Type="http://schemas.openxmlformats.org/officeDocument/2006/relationships/customXml" Target="../ink/ink205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customXml" Target="../ink/ink156.xml"/><Relationship Id="rId333" Type="http://schemas.openxmlformats.org/officeDocument/2006/relationships/image" Target="../media/image166.png"/><Relationship Id="rId354" Type="http://schemas.openxmlformats.org/officeDocument/2006/relationships/customXml" Target="../ink/ink177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75" Type="http://schemas.openxmlformats.org/officeDocument/2006/relationships/image" Target="../media/image187.png"/><Relationship Id="rId396" Type="http://schemas.openxmlformats.org/officeDocument/2006/relationships/customXml" Target="../ink/ink198.xml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image" Target="../media/image138.png"/><Relationship Id="rId298" Type="http://schemas.openxmlformats.org/officeDocument/2006/relationships/customXml" Target="../ink/ink149.xml"/><Relationship Id="rId400" Type="http://schemas.openxmlformats.org/officeDocument/2006/relationships/customXml" Target="../ink/ink200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customXml" Target="../ink/ink151.xml"/><Relationship Id="rId323" Type="http://schemas.openxmlformats.org/officeDocument/2006/relationships/image" Target="../media/image161.png"/><Relationship Id="rId344" Type="http://schemas.openxmlformats.org/officeDocument/2006/relationships/customXml" Target="../ink/ink172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65" Type="http://schemas.openxmlformats.org/officeDocument/2006/relationships/image" Target="../media/image182.png"/><Relationship Id="rId386" Type="http://schemas.openxmlformats.org/officeDocument/2006/relationships/customXml" Target="../ink/ink193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288" Type="http://schemas.openxmlformats.org/officeDocument/2006/relationships/customXml" Target="../ink/ink144.xml"/><Relationship Id="rId411" Type="http://schemas.openxmlformats.org/officeDocument/2006/relationships/image" Target="../media/image205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image" Target="../media/image15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334" Type="http://schemas.openxmlformats.org/officeDocument/2006/relationships/customXml" Target="../ink/ink167.xml"/><Relationship Id="rId355" Type="http://schemas.openxmlformats.org/officeDocument/2006/relationships/image" Target="../media/image177.png"/><Relationship Id="rId376" Type="http://schemas.openxmlformats.org/officeDocument/2006/relationships/customXml" Target="../ink/ink188.xml"/><Relationship Id="rId397" Type="http://schemas.openxmlformats.org/officeDocument/2006/relationships/image" Target="../media/image198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customXml" Target="../ink/ink139.xml"/><Relationship Id="rId401" Type="http://schemas.openxmlformats.org/officeDocument/2006/relationships/image" Target="../media/image200.png"/><Relationship Id="rId303" Type="http://schemas.openxmlformats.org/officeDocument/2006/relationships/image" Target="../media/image151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2.png"/><Relationship Id="rId387" Type="http://schemas.openxmlformats.org/officeDocument/2006/relationships/image" Target="../media/image193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367" Type="http://schemas.openxmlformats.org/officeDocument/2006/relationships/image" Target="../media/image183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1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4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369" Type="http://schemas.openxmlformats.org/officeDocument/2006/relationships/image" Target="../media/image184.png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190.xml"/><Relationship Id="rId240" Type="http://schemas.openxmlformats.org/officeDocument/2006/relationships/customXml" Target="../ink/ink120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5.png"/><Relationship Id="rId405" Type="http://schemas.openxmlformats.org/officeDocument/2006/relationships/image" Target="../media/image202.png"/><Relationship Id="rId251" Type="http://schemas.openxmlformats.org/officeDocument/2006/relationships/image" Target="../media/image125.png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0.xml"/><Relationship Id="rId220" Type="http://schemas.openxmlformats.org/officeDocument/2006/relationships/customXml" Target="../ink/ink110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5.png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image" Target="../media/image164.png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170.xml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5.png"/><Relationship Id="rId393" Type="http://schemas.openxmlformats.org/officeDocument/2006/relationships/image" Target="../media/image196.png"/><Relationship Id="rId407" Type="http://schemas.openxmlformats.org/officeDocument/2006/relationships/image" Target="../media/image203.png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10.png"/><Relationship Id="rId299" Type="http://schemas.openxmlformats.org/officeDocument/2006/relationships/image" Target="../media/image1490.png"/><Relationship Id="rId21" Type="http://schemas.openxmlformats.org/officeDocument/2006/relationships/image" Target="../media/image10100.png"/><Relationship Id="rId63" Type="http://schemas.openxmlformats.org/officeDocument/2006/relationships/image" Target="../media/image3110.png"/><Relationship Id="rId159" Type="http://schemas.openxmlformats.org/officeDocument/2006/relationships/image" Target="../media/image7910.png"/><Relationship Id="rId324" Type="http://schemas.openxmlformats.org/officeDocument/2006/relationships/customXml" Target="../ink/ink367.xml"/><Relationship Id="rId366" Type="http://schemas.openxmlformats.org/officeDocument/2006/relationships/customXml" Target="../ink/ink388.xml"/><Relationship Id="rId170" Type="http://schemas.openxmlformats.org/officeDocument/2006/relationships/customXml" Target="../ink/ink290.xml"/><Relationship Id="rId226" Type="http://schemas.openxmlformats.org/officeDocument/2006/relationships/customXml" Target="../ink/ink318.xml"/><Relationship Id="rId268" Type="http://schemas.openxmlformats.org/officeDocument/2006/relationships/customXml" Target="../ink/ink339.xml"/><Relationship Id="rId32" Type="http://schemas.openxmlformats.org/officeDocument/2006/relationships/customXml" Target="../ink/ink221.xml"/><Relationship Id="rId74" Type="http://schemas.openxmlformats.org/officeDocument/2006/relationships/customXml" Target="../ink/ink242.xml"/><Relationship Id="rId128" Type="http://schemas.openxmlformats.org/officeDocument/2006/relationships/customXml" Target="../ink/ink269.xml"/><Relationship Id="rId335" Type="http://schemas.openxmlformats.org/officeDocument/2006/relationships/image" Target="../media/image1670.png"/><Relationship Id="rId377" Type="http://schemas.openxmlformats.org/officeDocument/2006/relationships/image" Target="../media/image1880.png"/><Relationship Id="rId5" Type="http://schemas.openxmlformats.org/officeDocument/2006/relationships/image" Target="../media/image2100.png"/><Relationship Id="rId181" Type="http://schemas.openxmlformats.org/officeDocument/2006/relationships/image" Target="../media/image9010.png"/><Relationship Id="rId237" Type="http://schemas.openxmlformats.org/officeDocument/2006/relationships/image" Target="../media/image11810.png"/><Relationship Id="rId402" Type="http://schemas.openxmlformats.org/officeDocument/2006/relationships/customXml" Target="../ink/ink406.xml"/><Relationship Id="rId279" Type="http://schemas.openxmlformats.org/officeDocument/2006/relationships/image" Target="../media/image1390.png"/><Relationship Id="rId43" Type="http://schemas.openxmlformats.org/officeDocument/2006/relationships/image" Target="../media/image2110.png"/><Relationship Id="rId139" Type="http://schemas.openxmlformats.org/officeDocument/2006/relationships/image" Target="../media/image6910.png"/><Relationship Id="rId290" Type="http://schemas.openxmlformats.org/officeDocument/2006/relationships/customXml" Target="../ink/ink350.xml"/><Relationship Id="rId304" Type="http://schemas.openxmlformats.org/officeDocument/2006/relationships/customXml" Target="../ink/ink357.xml"/><Relationship Id="rId346" Type="http://schemas.openxmlformats.org/officeDocument/2006/relationships/customXml" Target="../ink/ink378.xml"/><Relationship Id="rId388" Type="http://schemas.openxmlformats.org/officeDocument/2006/relationships/customXml" Target="../ink/ink399.xml"/><Relationship Id="rId85" Type="http://schemas.openxmlformats.org/officeDocument/2006/relationships/image" Target="../media/image4210.png"/><Relationship Id="rId150" Type="http://schemas.openxmlformats.org/officeDocument/2006/relationships/customXml" Target="../ink/ink280.xml"/><Relationship Id="rId192" Type="http://schemas.openxmlformats.org/officeDocument/2006/relationships/customXml" Target="../ink/ink301.xml"/><Relationship Id="rId206" Type="http://schemas.openxmlformats.org/officeDocument/2006/relationships/customXml" Target="../ink/ink308.xml"/><Relationship Id="rId248" Type="http://schemas.openxmlformats.org/officeDocument/2006/relationships/customXml" Target="../ink/ink329.xml"/><Relationship Id="rId12" Type="http://schemas.openxmlformats.org/officeDocument/2006/relationships/customXml" Target="../ink/ink211.xml"/><Relationship Id="rId108" Type="http://schemas.openxmlformats.org/officeDocument/2006/relationships/customXml" Target="../ink/ink259.xml"/><Relationship Id="rId315" Type="http://schemas.openxmlformats.org/officeDocument/2006/relationships/image" Target="../media/image1570.png"/><Relationship Id="rId357" Type="http://schemas.openxmlformats.org/officeDocument/2006/relationships/image" Target="../media/image1780.png"/><Relationship Id="rId54" Type="http://schemas.openxmlformats.org/officeDocument/2006/relationships/customXml" Target="../ink/ink232.xml"/><Relationship Id="rId96" Type="http://schemas.openxmlformats.org/officeDocument/2006/relationships/customXml" Target="../ink/ink253.xml"/><Relationship Id="rId161" Type="http://schemas.openxmlformats.org/officeDocument/2006/relationships/image" Target="../media/image8010.png"/><Relationship Id="rId217" Type="http://schemas.openxmlformats.org/officeDocument/2006/relationships/image" Target="../media/image10810.png"/><Relationship Id="rId399" Type="http://schemas.openxmlformats.org/officeDocument/2006/relationships/image" Target="../media/image1990.png"/><Relationship Id="rId259" Type="http://schemas.openxmlformats.org/officeDocument/2006/relationships/image" Target="../media/image1290.png"/><Relationship Id="rId23" Type="http://schemas.openxmlformats.org/officeDocument/2006/relationships/image" Target="../media/image11100.png"/><Relationship Id="rId119" Type="http://schemas.openxmlformats.org/officeDocument/2006/relationships/image" Target="../media/image5910.png"/><Relationship Id="rId270" Type="http://schemas.openxmlformats.org/officeDocument/2006/relationships/customXml" Target="../ink/ink340.xml"/><Relationship Id="rId326" Type="http://schemas.openxmlformats.org/officeDocument/2006/relationships/customXml" Target="../ink/ink368.xml"/><Relationship Id="rId65" Type="http://schemas.openxmlformats.org/officeDocument/2006/relationships/image" Target="../media/image3210.png"/><Relationship Id="rId130" Type="http://schemas.openxmlformats.org/officeDocument/2006/relationships/customXml" Target="../ink/ink270.xml"/><Relationship Id="rId368" Type="http://schemas.openxmlformats.org/officeDocument/2006/relationships/customXml" Target="../ink/ink389.xml"/><Relationship Id="rId172" Type="http://schemas.openxmlformats.org/officeDocument/2006/relationships/customXml" Target="../ink/ink291.xml"/><Relationship Id="rId228" Type="http://schemas.openxmlformats.org/officeDocument/2006/relationships/customXml" Target="../ink/ink319.xml"/><Relationship Id="rId281" Type="http://schemas.openxmlformats.org/officeDocument/2006/relationships/image" Target="../media/image1400.png"/><Relationship Id="rId337" Type="http://schemas.openxmlformats.org/officeDocument/2006/relationships/image" Target="../media/image1680.png"/><Relationship Id="rId34" Type="http://schemas.openxmlformats.org/officeDocument/2006/relationships/customXml" Target="../ink/ink222.xml"/><Relationship Id="rId76" Type="http://schemas.openxmlformats.org/officeDocument/2006/relationships/customXml" Target="../ink/ink243.xml"/><Relationship Id="rId141" Type="http://schemas.openxmlformats.org/officeDocument/2006/relationships/image" Target="../media/image7010.png"/><Relationship Id="rId379" Type="http://schemas.openxmlformats.org/officeDocument/2006/relationships/image" Target="../media/image1890.png"/><Relationship Id="rId7" Type="http://schemas.openxmlformats.org/officeDocument/2006/relationships/image" Target="../media/image3100.png"/><Relationship Id="rId183" Type="http://schemas.openxmlformats.org/officeDocument/2006/relationships/image" Target="../media/image9110.png"/><Relationship Id="rId239" Type="http://schemas.openxmlformats.org/officeDocument/2006/relationships/image" Target="../media/image11910.png"/><Relationship Id="rId390" Type="http://schemas.openxmlformats.org/officeDocument/2006/relationships/customXml" Target="../ink/ink400.xml"/><Relationship Id="rId404" Type="http://schemas.openxmlformats.org/officeDocument/2006/relationships/customXml" Target="../ink/ink407.xml"/><Relationship Id="rId250" Type="http://schemas.openxmlformats.org/officeDocument/2006/relationships/customXml" Target="../ink/ink330.xml"/><Relationship Id="rId292" Type="http://schemas.openxmlformats.org/officeDocument/2006/relationships/customXml" Target="../ink/ink351.xml"/><Relationship Id="rId306" Type="http://schemas.openxmlformats.org/officeDocument/2006/relationships/customXml" Target="../ink/ink358.xml"/><Relationship Id="rId45" Type="http://schemas.openxmlformats.org/officeDocument/2006/relationships/image" Target="../media/image2210.png"/><Relationship Id="rId87" Type="http://schemas.openxmlformats.org/officeDocument/2006/relationships/image" Target="../media/image4310.png"/><Relationship Id="rId110" Type="http://schemas.openxmlformats.org/officeDocument/2006/relationships/customXml" Target="../ink/ink260.xml"/><Relationship Id="rId348" Type="http://schemas.openxmlformats.org/officeDocument/2006/relationships/customXml" Target="../ink/ink379.xml"/><Relationship Id="rId152" Type="http://schemas.openxmlformats.org/officeDocument/2006/relationships/customXml" Target="../ink/ink281.xml"/><Relationship Id="rId194" Type="http://schemas.openxmlformats.org/officeDocument/2006/relationships/customXml" Target="../ink/ink302.xml"/><Relationship Id="rId208" Type="http://schemas.openxmlformats.org/officeDocument/2006/relationships/customXml" Target="../ink/ink309.xml"/><Relationship Id="rId261" Type="http://schemas.openxmlformats.org/officeDocument/2006/relationships/image" Target="../media/image1300.png"/><Relationship Id="rId14" Type="http://schemas.openxmlformats.org/officeDocument/2006/relationships/customXml" Target="../ink/ink212.xml"/><Relationship Id="rId56" Type="http://schemas.openxmlformats.org/officeDocument/2006/relationships/customXml" Target="../ink/ink233.xml"/><Relationship Id="rId317" Type="http://schemas.openxmlformats.org/officeDocument/2006/relationships/image" Target="../media/image1580.png"/><Relationship Id="rId359" Type="http://schemas.openxmlformats.org/officeDocument/2006/relationships/image" Target="../media/image1790.png"/><Relationship Id="rId98" Type="http://schemas.openxmlformats.org/officeDocument/2006/relationships/customXml" Target="../ink/ink254.xml"/><Relationship Id="rId121" Type="http://schemas.openxmlformats.org/officeDocument/2006/relationships/image" Target="../media/image6010.png"/><Relationship Id="rId163" Type="http://schemas.openxmlformats.org/officeDocument/2006/relationships/image" Target="../media/image8110.png"/><Relationship Id="rId219" Type="http://schemas.openxmlformats.org/officeDocument/2006/relationships/image" Target="../media/image10910.png"/><Relationship Id="rId370" Type="http://schemas.openxmlformats.org/officeDocument/2006/relationships/customXml" Target="../ink/ink390.xml"/><Relationship Id="rId230" Type="http://schemas.openxmlformats.org/officeDocument/2006/relationships/customXml" Target="../ink/ink320.xml"/><Relationship Id="rId25" Type="http://schemas.openxmlformats.org/officeDocument/2006/relationships/image" Target="../media/image1262.png"/><Relationship Id="rId67" Type="http://schemas.openxmlformats.org/officeDocument/2006/relationships/image" Target="../media/image3310.png"/><Relationship Id="rId272" Type="http://schemas.openxmlformats.org/officeDocument/2006/relationships/customXml" Target="../ink/ink341.xml"/><Relationship Id="rId328" Type="http://schemas.openxmlformats.org/officeDocument/2006/relationships/customXml" Target="../ink/ink369.xml"/><Relationship Id="rId132" Type="http://schemas.openxmlformats.org/officeDocument/2006/relationships/customXml" Target="../ink/ink271.xml"/><Relationship Id="rId174" Type="http://schemas.openxmlformats.org/officeDocument/2006/relationships/customXml" Target="../ink/ink292.xml"/><Relationship Id="rId381" Type="http://schemas.openxmlformats.org/officeDocument/2006/relationships/image" Target="../media/image1900.png"/><Relationship Id="rId241" Type="http://schemas.openxmlformats.org/officeDocument/2006/relationships/image" Target="../media/image12010.png"/><Relationship Id="rId36" Type="http://schemas.openxmlformats.org/officeDocument/2006/relationships/customXml" Target="../ink/ink223.xml"/><Relationship Id="rId283" Type="http://schemas.openxmlformats.org/officeDocument/2006/relationships/image" Target="../media/image1411.png"/><Relationship Id="rId339" Type="http://schemas.openxmlformats.org/officeDocument/2006/relationships/image" Target="../media/image1690.png"/><Relationship Id="rId78" Type="http://schemas.openxmlformats.org/officeDocument/2006/relationships/customXml" Target="../ink/ink244.xml"/><Relationship Id="rId101" Type="http://schemas.openxmlformats.org/officeDocument/2006/relationships/image" Target="../media/image5010.png"/><Relationship Id="rId143" Type="http://schemas.openxmlformats.org/officeDocument/2006/relationships/image" Target="../media/image7110.png"/><Relationship Id="rId185" Type="http://schemas.openxmlformats.org/officeDocument/2006/relationships/image" Target="../media/image9210.png"/><Relationship Id="rId350" Type="http://schemas.openxmlformats.org/officeDocument/2006/relationships/customXml" Target="../ink/ink380.xml"/><Relationship Id="rId406" Type="http://schemas.openxmlformats.org/officeDocument/2006/relationships/customXml" Target="../ink/ink408.xml"/><Relationship Id="rId9" Type="http://schemas.openxmlformats.org/officeDocument/2006/relationships/image" Target="../media/image4100.png"/><Relationship Id="rId210" Type="http://schemas.openxmlformats.org/officeDocument/2006/relationships/customXml" Target="../ink/ink310.xml"/><Relationship Id="rId392" Type="http://schemas.openxmlformats.org/officeDocument/2006/relationships/customXml" Target="../ink/ink401.xml"/><Relationship Id="rId252" Type="http://schemas.openxmlformats.org/officeDocument/2006/relationships/customXml" Target="../ink/ink331.xml"/><Relationship Id="rId294" Type="http://schemas.openxmlformats.org/officeDocument/2006/relationships/customXml" Target="../ink/ink352.xml"/><Relationship Id="rId308" Type="http://schemas.openxmlformats.org/officeDocument/2006/relationships/customXml" Target="../ink/ink359.xml"/><Relationship Id="rId47" Type="http://schemas.openxmlformats.org/officeDocument/2006/relationships/image" Target="../media/image2310.png"/><Relationship Id="rId89" Type="http://schemas.openxmlformats.org/officeDocument/2006/relationships/image" Target="../media/image4410.png"/><Relationship Id="rId112" Type="http://schemas.openxmlformats.org/officeDocument/2006/relationships/customXml" Target="../ink/ink261.xml"/><Relationship Id="rId154" Type="http://schemas.openxmlformats.org/officeDocument/2006/relationships/customXml" Target="../ink/ink282.xml"/><Relationship Id="rId361" Type="http://schemas.openxmlformats.org/officeDocument/2006/relationships/image" Target="../media/image1800.png"/><Relationship Id="rId196" Type="http://schemas.openxmlformats.org/officeDocument/2006/relationships/customXml" Target="../ink/ink303.xml"/><Relationship Id="rId16" Type="http://schemas.openxmlformats.org/officeDocument/2006/relationships/customXml" Target="../ink/ink213.xml"/><Relationship Id="rId221" Type="http://schemas.openxmlformats.org/officeDocument/2006/relationships/image" Target="../media/image11010.png"/><Relationship Id="rId263" Type="http://schemas.openxmlformats.org/officeDocument/2006/relationships/image" Target="../media/image1311.png"/><Relationship Id="rId319" Type="http://schemas.openxmlformats.org/officeDocument/2006/relationships/image" Target="../media/image1590.png"/><Relationship Id="rId58" Type="http://schemas.openxmlformats.org/officeDocument/2006/relationships/customXml" Target="../ink/ink234.xml"/><Relationship Id="rId123" Type="http://schemas.openxmlformats.org/officeDocument/2006/relationships/image" Target="../media/image6110.png"/><Relationship Id="rId330" Type="http://schemas.openxmlformats.org/officeDocument/2006/relationships/customXml" Target="../ink/ink370.xml"/><Relationship Id="rId165" Type="http://schemas.openxmlformats.org/officeDocument/2006/relationships/image" Target="../media/image8210.png"/><Relationship Id="rId372" Type="http://schemas.openxmlformats.org/officeDocument/2006/relationships/customXml" Target="../ink/ink391.xml"/><Relationship Id="rId211" Type="http://schemas.openxmlformats.org/officeDocument/2006/relationships/image" Target="../media/image10510.png"/><Relationship Id="rId232" Type="http://schemas.openxmlformats.org/officeDocument/2006/relationships/customXml" Target="../ink/ink321.xml"/><Relationship Id="rId253" Type="http://schemas.openxmlformats.org/officeDocument/2006/relationships/image" Target="../media/image1263.png"/><Relationship Id="rId274" Type="http://schemas.openxmlformats.org/officeDocument/2006/relationships/customXml" Target="../ink/ink342.xml"/><Relationship Id="rId295" Type="http://schemas.openxmlformats.org/officeDocument/2006/relationships/image" Target="../media/image1470.png"/><Relationship Id="rId309" Type="http://schemas.openxmlformats.org/officeDocument/2006/relationships/image" Target="../media/image1540.png"/><Relationship Id="rId27" Type="http://schemas.openxmlformats.org/officeDocument/2006/relationships/image" Target="../media/image1310.png"/><Relationship Id="rId48" Type="http://schemas.openxmlformats.org/officeDocument/2006/relationships/customXml" Target="../ink/ink229.xml"/><Relationship Id="rId69" Type="http://schemas.openxmlformats.org/officeDocument/2006/relationships/image" Target="../media/image3410.png"/><Relationship Id="rId113" Type="http://schemas.openxmlformats.org/officeDocument/2006/relationships/image" Target="../media/image5610.png"/><Relationship Id="rId134" Type="http://schemas.openxmlformats.org/officeDocument/2006/relationships/customXml" Target="../ink/ink272.xml"/><Relationship Id="rId320" Type="http://schemas.openxmlformats.org/officeDocument/2006/relationships/customXml" Target="../ink/ink365.xml"/><Relationship Id="rId80" Type="http://schemas.openxmlformats.org/officeDocument/2006/relationships/customXml" Target="../ink/ink245.xml"/><Relationship Id="rId155" Type="http://schemas.openxmlformats.org/officeDocument/2006/relationships/image" Target="../media/image7710.png"/><Relationship Id="rId176" Type="http://schemas.openxmlformats.org/officeDocument/2006/relationships/customXml" Target="../ink/ink293.xml"/><Relationship Id="rId197" Type="http://schemas.openxmlformats.org/officeDocument/2006/relationships/image" Target="../media/image9810.png"/><Relationship Id="rId341" Type="http://schemas.openxmlformats.org/officeDocument/2006/relationships/image" Target="../media/image1700.png"/><Relationship Id="rId362" Type="http://schemas.openxmlformats.org/officeDocument/2006/relationships/customXml" Target="../ink/ink386.xml"/><Relationship Id="rId383" Type="http://schemas.openxmlformats.org/officeDocument/2006/relationships/image" Target="../media/image1911.png"/><Relationship Id="rId201" Type="http://schemas.openxmlformats.org/officeDocument/2006/relationships/image" Target="../media/image10010.png"/><Relationship Id="rId222" Type="http://schemas.openxmlformats.org/officeDocument/2006/relationships/customXml" Target="../ink/ink316.xml"/><Relationship Id="rId243" Type="http://schemas.openxmlformats.org/officeDocument/2006/relationships/image" Target="../media/image12110.png"/><Relationship Id="rId264" Type="http://schemas.openxmlformats.org/officeDocument/2006/relationships/customXml" Target="../ink/ink337.xml"/><Relationship Id="rId285" Type="http://schemas.openxmlformats.org/officeDocument/2006/relationships/image" Target="../media/image1420.png"/><Relationship Id="rId17" Type="http://schemas.openxmlformats.org/officeDocument/2006/relationships/image" Target="../media/image8100.png"/><Relationship Id="rId38" Type="http://schemas.openxmlformats.org/officeDocument/2006/relationships/customXml" Target="../ink/ink224.xml"/><Relationship Id="rId59" Type="http://schemas.openxmlformats.org/officeDocument/2006/relationships/image" Target="../media/image2910.png"/><Relationship Id="rId103" Type="http://schemas.openxmlformats.org/officeDocument/2006/relationships/image" Target="../media/image5110.png"/><Relationship Id="rId124" Type="http://schemas.openxmlformats.org/officeDocument/2006/relationships/customXml" Target="../ink/ink267.xml"/><Relationship Id="rId310" Type="http://schemas.openxmlformats.org/officeDocument/2006/relationships/customXml" Target="../ink/ink360.xml"/><Relationship Id="rId70" Type="http://schemas.openxmlformats.org/officeDocument/2006/relationships/customXml" Target="../ink/ink240.xml"/><Relationship Id="rId91" Type="http://schemas.openxmlformats.org/officeDocument/2006/relationships/image" Target="../media/image4510.png"/><Relationship Id="rId145" Type="http://schemas.openxmlformats.org/officeDocument/2006/relationships/image" Target="../media/image7210.png"/><Relationship Id="rId166" Type="http://schemas.openxmlformats.org/officeDocument/2006/relationships/customXml" Target="../ink/ink288.xml"/><Relationship Id="rId187" Type="http://schemas.openxmlformats.org/officeDocument/2006/relationships/image" Target="../media/image9310.png"/><Relationship Id="rId331" Type="http://schemas.openxmlformats.org/officeDocument/2006/relationships/image" Target="../media/image1650.png"/><Relationship Id="rId352" Type="http://schemas.openxmlformats.org/officeDocument/2006/relationships/customXml" Target="../ink/ink381.xml"/><Relationship Id="rId373" Type="http://schemas.openxmlformats.org/officeDocument/2006/relationships/image" Target="../media/image1860.png"/><Relationship Id="rId394" Type="http://schemas.openxmlformats.org/officeDocument/2006/relationships/customXml" Target="../ink/ink402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11.xml"/><Relationship Id="rId233" Type="http://schemas.openxmlformats.org/officeDocument/2006/relationships/image" Target="../media/image11610.png"/><Relationship Id="rId254" Type="http://schemas.openxmlformats.org/officeDocument/2006/relationships/customXml" Target="../ink/ink332.xml"/><Relationship Id="rId28" Type="http://schemas.openxmlformats.org/officeDocument/2006/relationships/customXml" Target="../ink/ink219.xml"/><Relationship Id="rId49" Type="http://schemas.openxmlformats.org/officeDocument/2006/relationships/image" Target="../media/image2410.png"/><Relationship Id="rId114" Type="http://schemas.openxmlformats.org/officeDocument/2006/relationships/customXml" Target="../ink/ink262.xml"/><Relationship Id="rId275" Type="http://schemas.openxmlformats.org/officeDocument/2006/relationships/image" Target="../media/image1370.png"/><Relationship Id="rId296" Type="http://schemas.openxmlformats.org/officeDocument/2006/relationships/customXml" Target="../ink/ink353.xml"/><Relationship Id="rId300" Type="http://schemas.openxmlformats.org/officeDocument/2006/relationships/customXml" Target="../ink/ink355.xml"/><Relationship Id="rId60" Type="http://schemas.openxmlformats.org/officeDocument/2006/relationships/customXml" Target="../ink/ink235.xml"/><Relationship Id="rId81" Type="http://schemas.openxmlformats.org/officeDocument/2006/relationships/image" Target="../media/image4010.png"/><Relationship Id="rId135" Type="http://schemas.openxmlformats.org/officeDocument/2006/relationships/image" Target="../media/image6710.png"/><Relationship Id="rId156" Type="http://schemas.openxmlformats.org/officeDocument/2006/relationships/customXml" Target="../ink/ink283.xml"/><Relationship Id="rId177" Type="http://schemas.openxmlformats.org/officeDocument/2006/relationships/image" Target="../media/image8810.png"/><Relationship Id="rId198" Type="http://schemas.openxmlformats.org/officeDocument/2006/relationships/customXml" Target="../ink/ink304.xml"/><Relationship Id="rId321" Type="http://schemas.openxmlformats.org/officeDocument/2006/relationships/image" Target="../media/image1600.png"/><Relationship Id="rId342" Type="http://schemas.openxmlformats.org/officeDocument/2006/relationships/customXml" Target="../ink/ink376.xml"/><Relationship Id="rId363" Type="http://schemas.openxmlformats.org/officeDocument/2006/relationships/image" Target="../media/image1811.png"/><Relationship Id="rId384" Type="http://schemas.openxmlformats.org/officeDocument/2006/relationships/customXml" Target="../ink/ink397.xml"/><Relationship Id="rId202" Type="http://schemas.openxmlformats.org/officeDocument/2006/relationships/customXml" Target="../ink/ink306.xml"/><Relationship Id="rId223" Type="http://schemas.openxmlformats.org/officeDocument/2006/relationships/image" Target="../media/image11110.png"/><Relationship Id="rId244" Type="http://schemas.openxmlformats.org/officeDocument/2006/relationships/customXml" Target="../ink/ink327.xml"/><Relationship Id="rId18" Type="http://schemas.openxmlformats.org/officeDocument/2006/relationships/customXml" Target="../ink/ink214.xml"/><Relationship Id="rId39" Type="http://schemas.openxmlformats.org/officeDocument/2006/relationships/image" Target="../media/image1910.png"/><Relationship Id="rId265" Type="http://schemas.openxmlformats.org/officeDocument/2006/relationships/image" Target="../media/image1320.png"/><Relationship Id="rId286" Type="http://schemas.openxmlformats.org/officeDocument/2006/relationships/customXml" Target="../ink/ink348.xml"/><Relationship Id="rId50" Type="http://schemas.openxmlformats.org/officeDocument/2006/relationships/customXml" Target="../ink/ink230.xml"/><Relationship Id="rId104" Type="http://schemas.openxmlformats.org/officeDocument/2006/relationships/customXml" Target="../ink/ink257.xml"/><Relationship Id="rId125" Type="http://schemas.openxmlformats.org/officeDocument/2006/relationships/image" Target="../media/image6210.png"/><Relationship Id="rId146" Type="http://schemas.openxmlformats.org/officeDocument/2006/relationships/customXml" Target="../ink/ink278.xml"/><Relationship Id="rId167" Type="http://schemas.openxmlformats.org/officeDocument/2006/relationships/image" Target="../media/image8310.png"/><Relationship Id="rId188" Type="http://schemas.openxmlformats.org/officeDocument/2006/relationships/customXml" Target="../ink/ink299.xml"/><Relationship Id="rId311" Type="http://schemas.openxmlformats.org/officeDocument/2006/relationships/image" Target="../media/image1550.png"/><Relationship Id="rId332" Type="http://schemas.openxmlformats.org/officeDocument/2006/relationships/customXml" Target="../ink/ink371.xml"/><Relationship Id="rId353" Type="http://schemas.openxmlformats.org/officeDocument/2006/relationships/image" Target="../media/image1760.png"/><Relationship Id="rId374" Type="http://schemas.openxmlformats.org/officeDocument/2006/relationships/customXml" Target="../ink/ink392.xml"/><Relationship Id="rId395" Type="http://schemas.openxmlformats.org/officeDocument/2006/relationships/image" Target="../media/image1970.png"/><Relationship Id="rId71" Type="http://schemas.openxmlformats.org/officeDocument/2006/relationships/image" Target="../media/image3510.png"/><Relationship Id="rId92" Type="http://schemas.openxmlformats.org/officeDocument/2006/relationships/customXml" Target="../ink/ink251.xml"/><Relationship Id="rId213" Type="http://schemas.openxmlformats.org/officeDocument/2006/relationships/image" Target="../media/image10610.png"/><Relationship Id="rId234" Type="http://schemas.openxmlformats.org/officeDocument/2006/relationships/customXml" Target="../ink/ink322.xml"/><Relationship Id="rId2" Type="http://schemas.openxmlformats.org/officeDocument/2006/relationships/customXml" Target="../ink/ink206.xml"/><Relationship Id="rId29" Type="http://schemas.openxmlformats.org/officeDocument/2006/relationships/image" Target="../media/image1410.png"/><Relationship Id="rId255" Type="http://schemas.openxmlformats.org/officeDocument/2006/relationships/image" Target="../media/image1270.png"/><Relationship Id="rId276" Type="http://schemas.openxmlformats.org/officeDocument/2006/relationships/customXml" Target="../ink/ink343.xml"/><Relationship Id="rId297" Type="http://schemas.openxmlformats.org/officeDocument/2006/relationships/image" Target="../media/image1480.png"/><Relationship Id="rId40" Type="http://schemas.openxmlformats.org/officeDocument/2006/relationships/customXml" Target="../ink/ink225.xml"/><Relationship Id="rId115" Type="http://schemas.openxmlformats.org/officeDocument/2006/relationships/image" Target="../media/image5710.png"/><Relationship Id="rId136" Type="http://schemas.openxmlformats.org/officeDocument/2006/relationships/customXml" Target="../ink/ink273.xml"/><Relationship Id="rId157" Type="http://schemas.openxmlformats.org/officeDocument/2006/relationships/image" Target="../media/image7810.png"/><Relationship Id="rId178" Type="http://schemas.openxmlformats.org/officeDocument/2006/relationships/customXml" Target="../ink/ink294.xml"/><Relationship Id="rId301" Type="http://schemas.openxmlformats.org/officeDocument/2006/relationships/image" Target="../media/image1500.png"/><Relationship Id="rId322" Type="http://schemas.openxmlformats.org/officeDocument/2006/relationships/customXml" Target="../ink/ink366.xml"/><Relationship Id="rId343" Type="http://schemas.openxmlformats.org/officeDocument/2006/relationships/image" Target="../media/image1711.png"/><Relationship Id="rId364" Type="http://schemas.openxmlformats.org/officeDocument/2006/relationships/customXml" Target="../ink/ink387.xml"/><Relationship Id="rId61" Type="http://schemas.openxmlformats.org/officeDocument/2006/relationships/image" Target="../media/image3010.png"/><Relationship Id="rId82" Type="http://schemas.openxmlformats.org/officeDocument/2006/relationships/customXml" Target="../ink/ink246.xml"/><Relationship Id="rId199" Type="http://schemas.openxmlformats.org/officeDocument/2006/relationships/image" Target="../media/image9910.png"/><Relationship Id="rId203" Type="http://schemas.openxmlformats.org/officeDocument/2006/relationships/image" Target="../media/image10110.png"/><Relationship Id="rId385" Type="http://schemas.openxmlformats.org/officeDocument/2006/relationships/image" Target="../media/image1920.png"/><Relationship Id="rId19" Type="http://schemas.openxmlformats.org/officeDocument/2006/relationships/image" Target="../media/image9100.png"/><Relationship Id="rId224" Type="http://schemas.openxmlformats.org/officeDocument/2006/relationships/customXml" Target="../ink/ink317.xml"/><Relationship Id="rId245" Type="http://schemas.openxmlformats.org/officeDocument/2006/relationships/image" Target="../media/image12210.png"/><Relationship Id="rId266" Type="http://schemas.openxmlformats.org/officeDocument/2006/relationships/customXml" Target="../ink/ink338.xml"/><Relationship Id="rId287" Type="http://schemas.openxmlformats.org/officeDocument/2006/relationships/image" Target="../media/image1430.png"/><Relationship Id="rId30" Type="http://schemas.openxmlformats.org/officeDocument/2006/relationships/customXml" Target="../ink/ink220.xml"/><Relationship Id="rId105" Type="http://schemas.openxmlformats.org/officeDocument/2006/relationships/image" Target="../media/image5210.png"/><Relationship Id="rId126" Type="http://schemas.openxmlformats.org/officeDocument/2006/relationships/customXml" Target="../ink/ink268.xml"/><Relationship Id="rId147" Type="http://schemas.openxmlformats.org/officeDocument/2006/relationships/image" Target="../media/image7310.png"/><Relationship Id="rId168" Type="http://schemas.openxmlformats.org/officeDocument/2006/relationships/customXml" Target="../ink/ink289.xml"/><Relationship Id="rId312" Type="http://schemas.openxmlformats.org/officeDocument/2006/relationships/customXml" Target="../ink/ink361.xml"/><Relationship Id="rId333" Type="http://schemas.openxmlformats.org/officeDocument/2006/relationships/image" Target="../media/image1660.png"/><Relationship Id="rId354" Type="http://schemas.openxmlformats.org/officeDocument/2006/relationships/customXml" Target="../ink/ink382.xml"/><Relationship Id="rId51" Type="http://schemas.openxmlformats.org/officeDocument/2006/relationships/image" Target="../media/image2510.png"/><Relationship Id="rId72" Type="http://schemas.openxmlformats.org/officeDocument/2006/relationships/customXml" Target="../ink/ink241.xml"/><Relationship Id="rId93" Type="http://schemas.openxmlformats.org/officeDocument/2006/relationships/image" Target="../media/image4610.png"/><Relationship Id="rId189" Type="http://schemas.openxmlformats.org/officeDocument/2006/relationships/image" Target="../media/image9410.png"/><Relationship Id="rId375" Type="http://schemas.openxmlformats.org/officeDocument/2006/relationships/image" Target="../media/image1870.png"/><Relationship Id="rId396" Type="http://schemas.openxmlformats.org/officeDocument/2006/relationships/customXml" Target="../ink/ink403.xml"/><Relationship Id="rId3" Type="http://schemas.openxmlformats.org/officeDocument/2006/relationships/image" Target="../media/image1261.png"/><Relationship Id="rId214" Type="http://schemas.openxmlformats.org/officeDocument/2006/relationships/customXml" Target="../ink/ink312.xml"/><Relationship Id="rId235" Type="http://schemas.openxmlformats.org/officeDocument/2006/relationships/image" Target="../media/image11710.png"/><Relationship Id="rId256" Type="http://schemas.openxmlformats.org/officeDocument/2006/relationships/customXml" Target="../ink/ink333.xml"/><Relationship Id="rId277" Type="http://schemas.openxmlformats.org/officeDocument/2006/relationships/image" Target="../media/image1380.png"/><Relationship Id="rId298" Type="http://schemas.openxmlformats.org/officeDocument/2006/relationships/customXml" Target="../ink/ink354.xml"/><Relationship Id="rId400" Type="http://schemas.openxmlformats.org/officeDocument/2006/relationships/customXml" Target="../ink/ink405.xml"/><Relationship Id="rId116" Type="http://schemas.openxmlformats.org/officeDocument/2006/relationships/customXml" Target="../ink/ink263.xml"/><Relationship Id="rId137" Type="http://schemas.openxmlformats.org/officeDocument/2006/relationships/image" Target="../media/image6810.png"/><Relationship Id="rId158" Type="http://schemas.openxmlformats.org/officeDocument/2006/relationships/customXml" Target="../ink/ink284.xml"/><Relationship Id="rId302" Type="http://schemas.openxmlformats.org/officeDocument/2006/relationships/customXml" Target="../ink/ink356.xml"/><Relationship Id="rId323" Type="http://schemas.openxmlformats.org/officeDocument/2006/relationships/image" Target="../media/image1611.png"/><Relationship Id="rId344" Type="http://schemas.openxmlformats.org/officeDocument/2006/relationships/customXml" Target="../ink/ink377.xml"/><Relationship Id="rId20" Type="http://schemas.openxmlformats.org/officeDocument/2006/relationships/customXml" Target="../ink/ink215.xml"/><Relationship Id="rId41" Type="http://schemas.openxmlformats.org/officeDocument/2006/relationships/image" Target="../media/image2010.png"/><Relationship Id="rId62" Type="http://schemas.openxmlformats.org/officeDocument/2006/relationships/customXml" Target="../ink/ink236.xml"/><Relationship Id="rId83" Type="http://schemas.openxmlformats.org/officeDocument/2006/relationships/image" Target="../media/image4110.png"/><Relationship Id="rId179" Type="http://schemas.openxmlformats.org/officeDocument/2006/relationships/image" Target="../media/image8910.png"/><Relationship Id="rId365" Type="http://schemas.openxmlformats.org/officeDocument/2006/relationships/image" Target="../media/image1820.png"/><Relationship Id="rId386" Type="http://schemas.openxmlformats.org/officeDocument/2006/relationships/customXml" Target="../ink/ink398.xml"/><Relationship Id="rId190" Type="http://schemas.openxmlformats.org/officeDocument/2006/relationships/customXml" Target="../ink/ink300.xml"/><Relationship Id="rId204" Type="http://schemas.openxmlformats.org/officeDocument/2006/relationships/customXml" Target="../ink/ink307.xml"/><Relationship Id="rId225" Type="http://schemas.openxmlformats.org/officeDocument/2006/relationships/image" Target="../media/image11210.png"/><Relationship Id="rId246" Type="http://schemas.openxmlformats.org/officeDocument/2006/relationships/customXml" Target="../ink/ink328.xml"/><Relationship Id="rId267" Type="http://schemas.openxmlformats.org/officeDocument/2006/relationships/image" Target="../media/image1330.png"/><Relationship Id="rId288" Type="http://schemas.openxmlformats.org/officeDocument/2006/relationships/customXml" Target="../ink/ink349.xml"/><Relationship Id="rId106" Type="http://schemas.openxmlformats.org/officeDocument/2006/relationships/customXml" Target="../ink/ink258.xml"/><Relationship Id="rId127" Type="http://schemas.openxmlformats.org/officeDocument/2006/relationships/image" Target="../media/image6310.png"/><Relationship Id="rId313" Type="http://schemas.openxmlformats.org/officeDocument/2006/relationships/image" Target="../media/image1560.png"/><Relationship Id="rId10" Type="http://schemas.openxmlformats.org/officeDocument/2006/relationships/customXml" Target="../ink/ink210.xml"/><Relationship Id="rId31" Type="http://schemas.openxmlformats.org/officeDocument/2006/relationships/image" Target="../media/image1510.png"/><Relationship Id="rId52" Type="http://schemas.openxmlformats.org/officeDocument/2006/relationships/customXml" Target="../ink/ink231.xml"/><Relationship Id="rId73" Type="http://schemas.openxmlformats.org/officeDocument/2006/relationships/image" Target="../media/image3610.png"/><Relationship Id="rId94" Type="http://schemas.openxmlformats.org/officeDocument/2006/relationships/customXml" Target="../ink/ink252.xml"/><Relationship Id="rId148" Type="http://schemas.openxmlformats.org/officeDocument/2006/relationships/customXml" Target="../ink/ink279.xml"/><Relationship Id="rId169" Type="http://schemas.openxmlformats.org/officeDocument/2006/relationships/image" Target="../media/image8410.png"/><Relationship Id="rId334" Type="http://schemas.openxmlformats.org/officeDocument/2006/relationships/customXml" Target="../ink/ink372.xml"/><Relationship Id="rId355" Type="http://schemas.openxmlformats.org/officeDocument/2006/relationships/image" Target="../media/image1770.png"/><Relationship Id="rId376" Type="http://schemas.openxmlformats.org/officeDocument/2006/relationships/customXml" Target="../ink/ink393.xml"/><Relationship Id="rId397" Type="http://schemas.openxmlformats.org/officeDocument/2006/relationships/image" Target="../media/image1980.png"/><Relationship Id="rId4" Type="http://schemas.openxmlformats.org/officeDocument/2006/relationships/customXml" Target="../ink/ink207.xml"/><Relationship Id="rId180" Type="http://schemas.openxmlformats.org/officeDocument/2006/relationships/customXml" Target="../ink/ink295.xml"/><Relationship Id="rId215" Type="http://schemas.openxmlformats.org/officeDocument/2006/relationships/image" Target="../media/image10710.png"/><Relationship Id="rId236" Type="http://schemas.openxmlformats.org/officeDocument/2006/relationships/customXml" Target="../ink/ink323.xml"/><Relationship Id="rId257" Type="http://schemas.openxmlformats.org/officeDocument/2006/relationships/image" Target="../media/image1280.png"/><Relationship Id="rId278" Type="http://schemas.openxmlformats.org/officeDocument/2006/relationships/customXml" Target="../ink/ink344.xml"/><Relationship Id="rId401" Type="http://schemas.openxmlformats.org/officeDocument/2006/relationships/image" Target="../media/image2000.png"/><Relationship Id="rId303" Type="http://schemas.openxmlformats.org/officeDocument/2006/relationships/image" Target="../media/image1511.png"/><Relationship Id="rId42" Type="http://schemas.openxmlformats.org/officeDocument/2006/relationships/customXml" Target="../ink/ink226.xml"/><Relationship Id="rId84" Type="http://schemas.openxmlformats.org/officeDocument/2006/relationships/customXml" Target="../ink/ink247.xml"/><Relationship Id="rId138" Type="http://schemas.openxmlformats.org/officeDocument/2006/relationships/customXml" Target="../ink/ink274.xml"/><Relationship Id="rId345" Type="http://schemas.openxmlformats.org/officeDocument/2006/relationships/image" Target="../media/image1720.png"/><Relationship Id="rId387" Type="http://schemas.openxmlformats.org/officeDocument/2006/relationships/image" Target="../media/image1930.png"/><Relationship Id="rId191" Type="http://schemas.openxmlformats.org/officeDocument/2006/relationships/image" Target="../media/image9510.png"/><Relationship Id="rId205" Type="http://schemas.openxmlformats.org/officeDocument/2006/relationships/image" Target="../media/image10210.png"/><Relationship Id="rId247" Type="http://schemas.openxmlformats.org/officeDocument/2006/relationships/image" Target="../media/image12310.png"/><Relationship Id="rId107" Type="http://schemas.openxmlformats.org/officeDocument/2006/relationships/image" Target="../media/image5310.png"/><Relationship Id="rId289" Type="http://schemas.openxmlformats.org/officeDocument/2006/relationships/image" Target="../media/image1440.png"/><Relationship Id="rId11" Type="http://schemas.openxmlformats.org/officeDocument/2006/relationships/image" Target="../media/image5100.png"/><Relationship Id="rId53" Type="http://schemas.openxmlformats.org/officeDocument/2006/relationships/image" Target="../media/image2610.png"/><Relationship Id="rId149" Type="http://schemas.openxmlformats.org/officeDocument/2006/relationships/image" Target="../media/image7410.png"/><Relationship Id="rId314" Type="http://schemas.openxmlformats.org/officeDocument/2006/relationships/customXml" Target="../ink/ink362.xml"/><Relationship Id="rId356" Type="http://schemas.openxmlformats.org/officeDocument/2006/relationships/customXml" Target="../ink/ink383.xml"/><Relationship Id="rId398" Type="http://schemas.openxmlformats.org/officeDocument/2006/relationships/customXml" Target="../ink/ink404.xml"/><Relationship Id="rId95" Type="http://schemas.openxmlformats.org/officeDocument/2006/relationships/image" Target="../media/image4710.png"/><Relationship Id="rId160" Type="http://schemas.openxmlformats.org/officeDocument/2006/relationships/customXml" Target="../ink/ink285.xml"/><Relationship Id="rId216" Type="http://schemas.openxmlformats.org/officeDocument/2006/relationships/customXml" Target="../ink/ink313.xml"/><Relationship Id="rId258" Type="http://schemas.openxmlformats.org/officeDocument/2006/relationships/customXml" Target="../ink/ink334.xml"/><Relationship Id="rId22" Type="http://schemas.openxmlformats.org/officeDocument/2006/relationships/customXml" Target="../ink/ink216.xml"/><Relationship Id="rId64" Type="http://schemas.openxmlformats.org/officeDocument/2006/relationships/customXml" Target="../ink/ink237.xml"/><Relationship Id="rId118" Type="http://schemas.openxmlformats.org/officeDocument/2006/relationships/customXml" Target="../ink/ink264.xml"/><Relationship Id="rId325" Type="http://schemas.openxmlformats.org/officeDocument/2006/relationships/image" Target="../media/image1620.png"/><Relationship Id="rId367" Type="http://schemas.openxmlformats.org/officeDocument/2006/relationships/image" Target="../media/image1830.png"/><Relationship Id="rId171" Type="http://schemas.openxmlformats.org/officeDocument/2006/relationships/image" Target="../media/image8510.png"/><Relationship Id="rId227" Type="http://schemas.openxmlformats.org/officeDocument/2006/relationships/image" Target="../media/image11310.png"/><Relationship Id="rId269" Type="http://schemas.openxmlformats.org/officeDocument/2006/relationships/image" Target="../media/image1340.png"/><Relationship Id="rId33" Type="http://schemas.openxmlformats.org/officeDocument/2006/relationships/image" Target="../media/image1610.png"/><Relationship Id="rId129" Type="http://schemas.openxmlformats.org/officeDocument/2006/relationships/image" Target="../media/image6410.png"/><Relationship Id="rId280" Type="http://schemas.openxmlformats.org/officeDocument/2006/relationships/customXml" Target="../ink/ink345.xml"/><Relationship Id="rId336" Type="http://schemas.openxmlformats.org/officeDocument/2006/relationships/customXml" Target="../ink/ink373.xml"/><Relationship Id="rId75" Type="http://schemas.openxmlformats.org/officeDocument/2006/relationships/image" Target="../media/image3710.png"/><Relationship Id="rId140" Type="http://schemas.openxmlformats.org/officeDocument/2006/relationships/customXml" Target="../ink/ink275.xml"/><Relationship Id="rId182" Type="http://schemas.openxmlformats.org/officeDocument/2006/relationships/customXml" Target="../ink/ink296.xml"/><Relationship Id="rId378" Type="http://schemas.openxmlformats.org/officeDocument/2006/relationships/customXml" Target="../ink/ink394.xml"/><Relationship Id="rId403" Type="http://schemas.openxmlformats.org/officeDocument/2006/relationships/image" Target="../media/image2011.png"/><Relationship Id="rId6" Type="http://schemas.openxmlformats.org/officeDocument/2006/relationships/customXml" Target="../ink/ink208.xml"/><Relationship Id="rId238" Type="http://schemas.openxmlformats.org/officeDocument/2006/relationships/customXml" Target="../ink/ink324.xml"/><Relationship Id="rId291" Type="http://schemas.openxmlformats.org/officeDocument/2006/relationships/image" Target="../media/image1450.png"/><Relationship Id="rId305" Type="http://schemas.openxmlformats.org/officeDocument/2006/relationships/image" Target="../media/image1520.png"/><Relationship Id="rId347" Type="http://schemas.openxmlformats.org/officeDocument/2006/relationships/image" Target="../media/image1730.png"/><Relationship Id="rId44" Type="http://schemas.openxmlformats.org/officeDocument/2006/relationships/customXml" Target="../ink/ink227.xml"/><Relationship Id="rId86" Type="http://schemas.openxmlformats.org/officeDocument/2006/relationships/customXml" Target="../ink/ink248.xml"/><Relationship Id="rId151" Type="http://schemas.openxmlformats.org/officeDocument/2006/relationships/image" Target="../media/image7510.png"/><Relationship Id="rId389" Type="http://schemas.openxmlformats.org/officeDocument/2006/relationships/image" Target="../media/image1940.png"/><Relationship Id="rId193" Type="http://schemas.openxmlformats.org/officeDocument/2006/relationships/image" Target="../media/image9610.png"/><Relationship Id="rId207" Type="http://schemas.openxmlformats.org/officeDocument/2006/relationships/image" Target="../media/image10310.png"/><Relationship Id="rId249" Type="http://schemas.openxmlformats.org/officeDocument/2006/relationships/image" Target="../media/image12410.png"/><Relationship Id="rId13" Type="http://schemas.openxmlformats.org/officeDocument/2006/relationships/image" Target="../media/image6100.png"/><Relationship Id="rId109" Type="http://schemas.openxmlformats.org/officeDocument/2006/relationships/image" Target="../media/image5410.png"/><Relationship Id="rId260" Type="http://schemas.openxmlformats.org/officeDocument/2006/relationships/customXml" Target="../ink/ink335.xml"/><Relationship Id="rId316" Type="http://schemas.openxmlformats.org/officeDocument/2006/relationships/customXml" Target="../ink/ink363.xml"/><Relationship Id="rId55" Type="http://schemas.openxmlformats.org/officeDocument/2006/relationships/image" Target="../media/image2710.png"/><Relationship Id="rId97" Type="http://schemas.openxmlformats.org/officeDocument/2006/relationships/image" Target="../media/image4810.png"/><Relationship Id="rId120" Type="http://schemas.openxmlformats.org/officeDocument/2006/relationships/customXml" Target="../ink/ink265.xml"/><Relationship Id="rId358" Type="http://schemas.openxmlformats.org/officeDocument/2006/relationships/customXml" Target="../ink/ink384.xml"/><Relationship Id="rId162" Type="http://schemas.openxmlformats.org/officeDocument/2006/relationships/customXml" Target="../ink/ink286.xml"/><Relationship Id="rId218" Type="http://schemas.openxmlformats.org/officeDocument/2006/relationships/customXml" Target="../ink/ink314.xml"/><Relationship Id="rId271" Type="http://schemas.openxmlformats.org/officeDocument/2006/relationships/image" Target="../media/image1350.png"/><Relationship Id="rId24" Type="http://schemas.openxmlformats.org/officeDocument/2006/relationships/customXml" Target="../ink/ink217.xml"/><Relationship Id="rId66" Type="http://schemas.openxmlformats.org/officeDocument/2006/relationships/customXml" Target="../ink/ink238.xml"/><Relationship Id="rId131" Type="http://schemas.openxmlformats.org/officeDocument/2006/relationships/image" Target="../media/image6510.png"/><Relationship Id="rId327" Type="http://schemas.openxmlformats.org/officeDocument/2006/relationships/image" Target="../media/image1630.png"/><Relationship Id="rId369" Type="http://schemas.openxmlformats.org/officeDocument/2006/relationships/image" Target="../media/image1840.png"/><Relationship Id="rId173" Type="http://schemas.openxmlformats.org/officeDocument/2006/relationships/image" Target="../media/image8610.png"/><Relationship Id="rId229" Type="http://schemas.openxmlformats.org/officeDocument/2006/relationships/image" Target="../media/image11410.png"/><Relationship Id="rId380" Type="http://schemas.openxmlformats.org/officeDocument/2006/relationships/customXml" Target="../ink/ink395.xml"/><Relationship Id="rId240" Type="http://schemas.openxmlformats.org/officeDocument/2006/relationships/customXml" Target="../ink/ink325.xml"/><Relationship Id="rId35" Type="http://schemas.openxmlformats.org/officeDocument/2006/relationships/image" Target="../media/image1710.png"/><Relationship Id="rId77" Type="http://schemas.openxmlformats.org/officeDocument/2006/relationships/image" Target="../media/image3810.png"/><Relationship Id="rId100" Type="http://schemas.openxmlformats.org/officeDocument/2006/relationships/customXml" Target="../ink/ink255.xml"/><Relationship Id="rId282" Type="http://schemas.openxmlformats.org/officeDocument/2006/relationships/customXml" Target="../ink/ink346.xml"/><Relationship Id="rId338" Type="http://schemas.openxmlformats.org/officeDocument/2006/relationships/customXml" Target="../ink/ink374.xml"/><Relationship Id="rId8" Type="http://schemas.openxmlformats.org/officeDocument/2006/relationships/customXml" Target="../ink/ink209.xml"/><Relationship Id="rId142" Type="http://schemas.openxmlformats.org/officeDocument/2006/relationships/customXml" Target="../ink/ink276.xml"/><Relationship Id="rId184" Type="http://schemas.openxmlformats.org/officeDocument/2006/relationships/customXml" Target="../ink/ink297.xml"/><Relationship Id="rId391" Type="http://schemas.openxmlformats.org/officeDocument/2006/relationships/image" Target="../media/image1950.png"/><Relationship Id="rId405" Type="http://schemas.openxmlformats.org/officeDocument/2006/relationships/image" Target="../media/image2020.png"/><Relationship Id="rId251" Type="http://schemas.openxmlformats.org/officeDocument/2006/relationships/image" Target="../media/image12510.png"/><Relationship Id="rId46" Type="http://schemas.openxmlformats.org/officeDocument/2006/relationships/customXml" Target="../ink/ink228.xml"/><Relationship Id="rId293" Type="http://schemas.openxmlformats.org/officeDocument/2006/relationships/image" Target="../media/image1460.png"/><Relationship Id="rId307" Type="http://schemas.openxmlformats.org/officeDocument/2006/relationships/image" Target="../media/image1530.png"/><Relationship Id="rId349" Type="http://schemas.openxmlformats.org/officeDocument/2006/relationships/image" Target="../media/image1740.png"/><Relationship Id="rId88" Type="http://schemas.openxmlformats.org/officeDocument/2006/relationships/customXml" Target="../ink/ink249.xml"/><Relationship Id="rId111" Type="http://schemas.openxmlformats.org/officeDocument/2006/relationships/image" Target="../media/image5510.png"/><Relationship Id="rId153" Type="http://schemas.openxmlformats.org/officeDocument/2006/relationships/image" Target="../media/image7610.png"/><Relationship Id="rId195" Type="http://schemas.openxmlformats.org/officeDocument/2006/relationships/image" Target="../media/image9710.png"/><Relationship Id="rId209" Type="http://schemas.openxmlformats.org/officeDocument/2006/relationships/image" Target="../media/image10410.png"/><Relationship Id="rId360" Type="http://schemas.openxmlformats.org/officeDocument/2006/relationships/customXml" Target="../ink/ink385.xml"/><Relationship Id="rId220" Type="http://schemas.openxmlformats.org/officeDocument/2006/relationships/customXml" Target="../ink/ink315.xml"/><Relationship Id="rId15" Type="http://schemas.openxmlformats.org/officeDocument/2006/relationships/image" Target="../media/image7100.png"/><Relationship Id="rId57" Type="http://schemas.openxmlformats.org/officeDocument/2006/relationships/image" Target="../media/image2810.png"/><Relationship Id="rId262" Type="http://schemas.openxmlformats.org/officeDocument/2006/relationships/customXml" Target="../ink/ink336.xml"/><Relationship Id="rId318" Type="http://schemas.openxmlformats.org/officeDocument/2006/relationships/customXml" Target="../ink/ink364.xml"/><Relationship Id="rId99" Type="http://schemas.openxmlformats.org/officeDocument/2006/relationships/image" Target="../media/image4910.png"/><Relationship Id="rId122" Type="http://schemas.openxmlformats.org/officeDocument/2006/relationships/customXml" Target="../ink/ink266.xml"/><Relationship Id="rId164" Type="http://schemas.openxmlformats.org/officeDocument/2006/relationships/customXml" Target="../ink/ink287.xml"/><Relationship Id="rId371" Type="http://schemas.openxmlformats.org/officeDocument/2006/relationships/image" Target="../media/image1850.png"/><Relationship Id="rId26" Type="http://schemas.openxmlformats.org/officeDocument/2006/relationships/customXml" Target="../ink/ink218.xml"/><Relationship Id="rId231" Type="http://schemas.openxmlformats.org/officeDocument/2006/relationships/image" Target="../media/image11510.png"/><Relationship Id="rId273" Type="http://schemas.openxmlformats.org/officeDocument/2006/relationships/image" Target="../media/image1360.png"/><Relationship Id="rId329" Type="http://schemas.openxmlformats.org/officeDocument/2006/relationships/image" Target="../media/image1640.png"/><Relationship Id="rId68" Type="http://schemas.openxmlformats.org/officeDocument/2006/relationships/customXml" Target="../ink/ink239.xml"/><Relationship Id="rId133" Type="http://schemas.openxmlformats.org/officeDocument/2006/relationships/image" Target="../media/image6610.png"/><Relationship Id="rId175" Type="http://schemas.openxmlformats.org/officeDocument/2006/relationships/image" Target="../media/image8710.png"/><Relationship Id="rId340" Type="http://schemas.openxmlformats.org/officeDocument/2006/relationships/customXml" Target="../ink/ink375.xml"/><Relationship Id="rId200" Type="http://schemas.openxmlformats.org/officeDocument/2006/relationships/customXml" Target="../ink/ink305.xml"/><Relationship Id="rId382" Type="http://schemas.openxmlformats.org/officeDocument/2006/relationships/customXml" Target="../ink/ink396.xml"/><Relationship Id="rId242" Type="http://schemas.openxmlformats.org/officeDocument/2006/relationships/customXml" Target="../ink/ink326.xml"/><Relationship Id="rId284" Type="http://schemas.openxmlformats.org/officeDocument/2006/relationships/customXml" Target="../ink/ink347.xml"/><Relationship Id="rId37" Type="http://schemas.openxmlformats.org/officeDocument/2006/relationships/image" Target="../media/image1810.png"/><Relationship Id="rId79" Type="http://schemas.openxmlformats.org/officeDocument/2006/relationships/image" Target="../media/image3910.png"/><Relationship Id="rId102" Type="http://schemas.openxmlformats.org/officeDocument/2006/relationships/customXml" Target="../ink/ink256.xml"/><Relationship Id="rId144" Type="http://schemas.openxmlformats.org/officeDocument/2006/relationships/customXml" Target="../ink/ink277.xml"/><Relationship Id="rId90" Type="http://schemas.openxmlformats.org/officeDocument/2006/relationships/customXml" Target="../ink/ink250.xml"/><Relationship Id="rId186" Type="http://schemas.openxmlformats.org/officeDocument/2006/relationships/customXml" Target="../ink/ink298.xml"/><Relationship Id="rId351" Type="http://schemas.openxmlformats.org/officeDocument/2006/relationships/image" Target="../media/image1750.png"/><Relationship Id="rId393" Type="http://schemas.openxmlformats.org/officeDocument/2006/relationships/image" Target="../media/image1960.png"/><Relationship Id="rId407" Type="http://schemas.openxmlformats.org/officeDocument/2006/relationships/image" Target="../media/image2031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80.png"/><Relationship Id="rId21" Type="http://schemas.openxmlformats.org/officeDocument/2006/relationships/image" Target="../media/image1300.png"/><Relationship Id="rId42" Type="http://schemas.openxmlformats.org/officeDocument/2006/relationships/customXml" Target="../ink/ink429.xml"/><Relationship Id="rId63" Type="http://schemas.openxmlformats.org/officeDocument/2006/relationships/image" Target="../media/image1511.png"/><Relationship Id="rId84" Type="http://schemas.openxmlformats.org/officeDocument/2006/relationships/customXml" Target="../ink/ink450.xml"/><Relationship Id="rId138" Type="http://schemas.openxmlformats.org/officeDocument/2006/relationships/customXml" Target="../ink/ink477.xml"/><Relationship Id="rId159" Type="http://schemas.openxmlformats.org/officeDocument/2006/relationships/image" Target="../media/image1990.png"/><Relationship Id="rId170" Type="http://schemas.openxmlformats.org/officeDocument/2006/relationships/customXml" Target="../ink/ink493.xml"/><Relationship Id="rId107" Type="http://schemas.openxmlformats.org/officeDocument/2006/relationships/image" Target="../media/image1730.png"/><Relationship Id="rId11" Type="http://schemas.openxmlformats.org/officeDocument/2006/relationships/image" Target="../media/image12510.png"/><Relationship Id="rId32" Type="http://schemas.openxmlformats.org/officeDocument/2006/relationships/customXml" Target="../ink/ink424.xml"/><Relationship Id="rId53" Type="http://schemas.openxmlformats.org/officeDocument/2006/relationships/image" Target="../media/image1460.png"/><Relationship Id="rId74" Type="http://schemas.openxmlformats.org/officeDocument/2006/relationships/customXml" Target="../ink/ink445.xml"/><Relationship Id="rId128" Type="http://schemas.openxmlformats.org/officeDocument/2006/relationships/customXml" Target="../ink/ink472.xml"/><Relationship Id="rId149" Type="http://schemas.openxmlformats.org/officeDocument/2006/relationships/image" Target="../media/image1940.png"/><Relationship Id="rId5" Type="http://schemas.openxmlformats.org/officeDocument/2006/relationships/image" Target="../media/image12210.png"/><Relationship Id="rId95" Type="http://schemas.openxmlformats.org/officeDocument/2006/relationships/image" Target="../media/image1670.png"/><Relationship Id="rId160" Type="http://schemas.openxmlformats.org/officeDocument/2006/relationships/customXml" Target="../ink/ink488.xml"/><Relationship Id="rId22" Type="http://schemas.openxmlformats.org/officeDocument/2006/relationships/customXml" Target="../ink/ink419.xml"/><Relationship Id="rId43" Type="http://schemas.openxmlformats.org/officeDocument/2006/relationships/image" Target="../media/image1411.png"/><Relationship Id="rId64" Type="http://schemas.openxmlformats.org/officeDocument/2006/relationships/customXml" Target="../ink/ink440.xml"/><Relationship Id="rId118" Type="http://schemas.openxmlformats.org/officeDocument/2006/relationships/customXml" Target="../ink/ink467.xml"/><Relationship Id="rId139" Type="http://schemas.openxmlformats.org/officeDocument/2006/relationships/image" Target="../media/image1890.png"/><Relationship Id="rId85" Type="http://schemas.openxmlformats.org/officeDocument/2006/relationships/image" Target="../media/image1620.png"/><Relationship Id="rId150" Type="http://schemas.openxmlformats.org/officeDocument/2006/relationships/customXml" Target="../ink/ink483.xml"/><Relationship Id="rId171" Type="http://schemas.openxmlformats.org/officeDocument/2006/relationships/image" Target="../media/image2050.png"/><Relationship Id="rId12" Type="http://schemas.openxmlformats.org/officeDocument/2006/relationships/customXml" Target="../ink/ink414.xml"/><Relationship Id="rId33" Type="http://schemas.openxmlformats.org/officeDocument/2006/relationships/image" Target="../media/image1360.png"/><Relationship Id="rId108" Type="http://schemas.openxmlformats.org/officeDocument/2006/relationships/customXml" Target="../ink/ink462.xml"/><Relationship Id="rId129" Type="http://schemas.openxmlformats.org/officeDocument/2006/relationships/image" Target="../media/image1840.png"/><Relationship Id="rId54" Type="http://schemas.openxmlformats.org/officeDocument/2006/relationships/customXml" Target="../ink/ink435.xml"/><Relationship Id="rId75" Type="http://schemas.openxmlformats.org/officeDocument/2006/relationships/image" Target="../media/image1570.png"/><Relationship Id="rId96" Type="http://schemas.openxmlformats.org/officeDocument/2006/relationships/customXml" Target="../ink/ink456.xml"/><Relationship Id="rId140" Type="http://schemas.openxmlformats.org/officeDocument/2006/relationships/customXml" Target="../ink/ink478.xml"/><Relationship Id="rId161" Type="http://schemas.openxmlformats.org/officeDocument/2006/relationships/image" Target="../media/image2000.png"/><Relationship Id="rId6" Type="http://schemas.openxmlformats.org/officeDocument/2006/relationships/customXml" Target="../ink/ink411.xml"/><Relationship Id="rId23" Type="http://schemas.openxmlformats.org/officeDocument/2006/relationships/image" Target="../media/image1311.png"/><Relationship Id="rId28" Type="http://schemas.openxmlformats.org/officeDocument/2006/relationships/customXml" Target="../ink/ink422.xml"/><Relationship Id="rId49" Type="http://schemas.openxmlformats.org/officeDocument/2006/relationships/image" Target="../media/image1440.png"/><Relationship Id="rId114" Type="http://schemas.openxmlformats.org/officeDocument/2006/relationships/customXml" Target="../ink/ink465.xml"/><Relationship Id="rId119" Type="http://schemas.openxmlformats.org/officeDocument/2006/relationships/image" Target="../media/image1790.png"/><Relationship Id="rId44" Type="http://schemas.openxmlformats.org/officeDocument/2006/relationships/customXml" Target="../ink/ink430.xml"/><Relationship Id="rId60" Type="http://schemas.openxmlformats.org/officeDocument/2006/relationships/customXml" Target="../ink/ink438.xml"/><Relationship Id="rId65" Type="http://schemas.openxmlformats.org/officeDocument/2006/relationships/image" Target="../media/image1520.png"/><Relationship Id="rId81" Type="http://schemas.openxmlformats.org/officeDocument/2006/relationships/image" Target="../media/image1600.png"/><Relationship Id="rId86" Type="http://schemas.openxmlformats.org/officeDocument/2006/relationships/customXml" Target="../ink/ink451.xml"/><Relationship Id="rId130" Type="http://schemas.openxmlformats.org/officeDocument/2006/relationships/customXml" Target="../ink/ink473.xml"/><Relationship Id="rId135" Type="http://schemas.openxmlformats.org/officeDocument/2006/relationships/image" Target="../media/image1870.png"/><Relationship Id="rId151" Type="http://schemas.openxmlformats.org/officeDocument/2006/relationships/image" Target="../media/image1950.png"/><Relationship Id="rId156" Type="http://schemas.openxmlformats.org/officeDocument/2006/relationships/customXml" Target="../ink/ink486.xml"/><Relationship Id="rId177" Type="http://schemas.openxmlformats.org/officeDocument/2006/relationships/image" Target="../media/image208.png"/><Relationship Id="rId172" Type="http://schemas.openxmlformats.org/officeDocument/2006/relationships/customXml" Target="../ink/ink494.xml"/><Relationship Id="rId13" Type="http://schemas.openxmlformats.org/officeDocument/2006/relationships/image" Target="../media/image1263.png"/><Relationship Id="rId18" Type="http://schemas.openxmlformats.org/officeDocument/2006/relationships/customXml" Target="../ink/ink417.xml"/><Relationship Id="rId39" Type="http://schemas.openxmlformats.org/officeDocument/2006/relationships/image" Target="../media/image1390.png"/><Relationship Id="rId109" Type="http://schemas.openxmlformats.org/officeDocument/2006/relationships/image" Target="../media/image1740.png"/><Relationship Id="rId34" Type="http://schemas.openxmlformats.org/officeDocument/2006/relationships/customXml" Target="../ink/ink425.xml"/><Relationship Id="rId50" Type="http://schemas.openxmlformats.org/officeDocument/2006/relationships/customXml" Target="../ink/ink433.xml"/><Relationship Id="rId55" Type="http://schemas.openxmlformats.org/officeDocument/2006/relationships/image" Target="../media/image1470.png"/><Relationship Id="rId76" Type="http://schemas.openxmlformats.org/officeDocument/2006/relationships/customXml" Target="../ink/ink446.xml"/><Relationship Id="rId97" Type="http://schemas.openxmlformats.org/officeDocument/2006/relationships/image" Target="../media/image1680.png"/><Relationship Id="rId104" Type="http://schemas.openxmlformats.org/officeDocument/2006/relationships/customXml" Target="../ink/ink460.xml"/><Relationship Id="rId120" Type="http://schemas.openxmlformats.org/officeDocument/2006/relationships/customXml" Target="../ink/ink468.xml"/><Relationship Id="rId125" Type="http://schemas.openxmlformats.org/officeDocument/2006/relationships/image" Target="../media/image1820.png"/><Relationship Id="rId141" Type="http://schemas.openxmlformats.org/officeDocument/2006/relationships/image" Target="../media/image1900.png"/><Relationship Id="rId146" Type="http://schemas.openxmlformats.org/officeDocument/2006/relationships/customXml" Target="../ink/ink481.xml"/><Relationship Id="rId167" Type="http://schemas.openxmlformats.org/officeDocument/2006/relationships/image" Target="../media/image2030.png"/><Relationship Id="rId7" Type="http://schemas.openxmlformats.org/officeDocument/2006/relationships/image" Target="../media/image12310.png"/><Relationship Id="rId71" Type="http://schemas.openxmlformats.org/officeDocument/2006/relationships/image" Target="../media/image1550.png"/><Relationship Id="rId92" Type="http://schemas.openxmlformats.org/officeDocument/2006/relationships/customXml" Target="../ink/ink454.xml"/><Relationship Id="rId162" Type="http://schemas.openxmlformats.org/officeDocument/2006/relationships/customXml" Target="../ink/ink489.xml"/><Relationship Id="rId2" Type="http://schemas.openxmlformats.org/officeDocument/2006/relationships/customXml" Target="../ink/ink409.xml"/><Relationship Id="rId29" Type="http://schemas.openxmlformats.org/officeDocument/2006/relationships/image" Target="../media/image1340.png"/><Relationship Id="rId24" Type="http://schemas.openxmlformats.org/officeDocument/2006/relationships/customXml" Target="../ink/ink420.xml"/><Relationship Id="rId40" Type="http://schemas.openxmlformats.org/officeDocument/2006/relationships/customXml" Target="../ink/ink428.xml"/><Relationship Id="rId45" Type="http://schemas.openxmlformats.org/officeDocument/2006/relationships/image" Target="../media/image1420.png"/><Relationship Id="rId66" Type="http://schemas.openxmlformats.org/officeDocument/2006/relationships/customXml" Target="../ink/ink441.xml"/><Relationship Id="rId87" Type="http://schemas.openxmlformats.org/officeDocument/2006/relationships/image" Target="../media/image1630.png"/><Relationship Id="rId110" Type="http://schemas.openxmlformats.org/officeDocument/2006/relationships/customXml" Target="../ink/ink463.xml"/><Relationship Id="rId115" Type="http://schemas.openxmlformats.org/officeDocument/2006/relationships/image" Target="../media/image1770.png"/><Relationship Id="rId131" Type="http://schemas.openxmlformats.org/officeDocument/2006/relationships/image" Target="../media/image1850.png"/><Relationship Id="rId136" Type="http://schemas.openxmlformats.org/officeDocument/2006/relationships/customXml" Target="../ink/ink476.xml"/><Relationship Id="rId157" Type="http://schemas.openxmlformats.org/officeDocument/2006/relationships/image" Target="../media/image1980.png"/><Relationship Id="rId61" Type="http://schemas.openxmlformats.org/officeDocument/2006/relationships/image" Target="../media/image1500.png"/><Relationship Id="rId82" Type="http://schemas.openxmlformats.org/officeDocument/2006/relationships/customXml" Target="../ink/ink449.xml"/><Relationship Id="rId152" Type="http://schemas.openxmlformats.org/officeDocument/2006/relationships/customXml" Target="../ink/ink484.xml"/><Relationship Id="rId173" Type="http://schemas.openxmlformats.org/officeDocument/2006/relationships/image" Target="../media/image206.png"/><Relationship Id="rId19" Type="http://schemas.openxmlformats.org/officeDocument/2006/relationships/image" Target="../media/image1290.png"/><Relationship Id="rId14" Type="http://schemas.openxmlformats.org/officeDocument/2006/relationships/customXml" Target="../ink/ink415.xml"/><Relationship Id="rId30" Type="http://schemas.openxmlformats.org/officeDocument/2006/relationships/customXml" Target="../ink/ink423.xml"/><Relationship Id="rId35" Type="http://schemas.openxmlformats.org/officeDocument/2006/relationships/image" Target="../media/image1370.png"/><Relationship Id="rId56" Type="http://schemas.openxmlformats.org/officeDocument/2006/relationships/customXml" Target="../ink/ink436.xml"/><Relationship Id="rId77" Type="http://schemas.openxmlformats.org/officeDocument/2006/relationships/image" Target="../media/image1580.png"/><Relationship Id="rId100" Type="http://schemas.openxmlformats.org/officeDocument/2006/relationships/customXml" Target="../ink/ink458.xml"/><Relationship Id="rId105" Type="http://schemas.openxmlformats.org/officeDocument/2006/relationships/image" Target="../media/image1720.png"/><Relationship Id="rId126" Type="http://schemas.openxmlformats.org/officeDocument/2006/relationships/customXml" Target="../ink/ink471.xml"/><Relationship Id="rId147" Type="http://schemas.openxmlformats.org/officeDocument/2006/relationships/image" Target="../media/image1930.png"/><Relationship Id="rId168" Type="http://schemas.openxmlformats.org/officeDocument/2006/relationships/customXml" Target="../ink/ink492.xml"/><Relationship Id="rId8" Type="http://schemas.openxmlformats.org/officeDocument/2006/relationships/customXml" Target="../ink/ink412.xml"/><Relationship Id="rId51" Type="http://schemas.openxmlformats.org/officeDocument/2006/relationships/image" Target="../media/image1450.png"/><Relationship Id="rId72" Type="http://schemas.openxmlformats.org/officeDocument/2006/relationships/customXml" Target="../ink/ink444.xml"/><Relationship Id="rId93" Type="http://schemas.openxmlformats.org/officeDocument/2006/relationships/image" Target="../media/image1660.png"/><Relationship Id="rId98" Type="http://schemas.openxmlformats.org/officeDocument/2006/relationships/customXml" Target="../ink/ink457.xml"/><Relationship Id="rId121" Type="http://schemas.openxmlformats.org/officeDocument/2006/relationships/image" Target="../media/image1800.png"/><Relationship Id="rId142" Type="http://schemas.openxmlformats.org/officeDocument/2006/relationships/customXml" Target="../ink/ink479.xml"/><Relationship Id="rId163" Type="http://schemas.openxmlformats.org/officeDocument/2006/relationships/image" Target="../media/image2011.png"/><Relationship Id="rId3" Type="http://schemas.openxmlformats.org/officeDocument/2006/relationships/image" Target="../media/image12110.png"/><Relationship Id="rId25" Type="http://schemas.openxmlformats.org/officeDocument/2006/relationships/image" Target="../media/image1320.png"/><Relationship Id="rId46" Type="http://schemas.openxmlformats.org/officeDocument/2006/relationships/customXml" Target="../ink/ink431.xml"/><Relationship Id="rId67" Type="http://schemas.openxmlformats.org/officeDocument/2006/relationships/image" Target="../media/image1530.png"/><Relationship Id="rId116" Type="http://schemas.openxmlformats.org/officeDocument/2006/relationships/customXml" Target="../ink/ink466.xml"/><Relationship Id="rId137" Type="http://schemas.openxmlformats.org/officeDocument/2006/relationships/image" Target="../media/image1880.png"/><Relationship Id="rId158" Type="http://schemas.openxmlformats.org/officeDocument/2006/relationships/customXml" Target="../ink/ink487.xml"/><Relationship Id="rId20" Type="http://schemas.openxmlformats.org/officeDocument/2006/relationships/customXml" Target="../ink/ink418.xml"/><Relationship Id="rId41" Type="http://schemas.openxmlformats.org/officeDocument/2006/relationships/image" Target="../media/image1400.png"/><Relationship Id="rId62" Type="http://schemas.openxmlformats.org/officeDocument/2006/relationships/customXml" Target="../ink/ink439.xml"/><Relationship Id="rId83" Type="http://schemas.openxmlformats.org/officeDocument/2006/relationships/image" Target="../media/image1611.png"/><Relationship Id="rId88" Type="http://schemas.openxmlformats.org/officeDocument/2006/relationships/customXml" Target="../ink/ink452.xml"/><Relationship Id="rId111" Type="http://schemas.openxmlformats.org/officeDocument/2006/relationships/image" Target="../media/image1750.png"/><Relationship Id="rId132" Type="http://schemas.openxmlformats.org/officeDocument/2006/relationships/customXml" Target="../ink/ink474.xml"/><Relationship Id="rId153" Type="http://schemas.openxmlformats.org/officeDocument/2006/relationships/image" Target="../media/image1960.png"/><Relationship Id="rId174" Type="http://schemas.openxmlformats.org/officeDocument/2006/relationships/customXml" Target="../ink/ink495.xml"/><Relationship Id="rId15" Type="http://schemas.openxmlformats.org/officeDocument/2006/relationships/image" Target="../media/image1270.png"/><Relationship Id="rId36" Type="http://schemas.openxmlformats.org/officeDocument/2006/relationships/customXml" Target="../ink/ink426.xml"/><Relationship Id="rId57" Type="http://schemas.openxmlformats.org/officeDocument/2006/relationships/image" Target="../media/image1480.png"/><Relationship Id="rId106" Type="http://schemas.openxmlformats.org/officeDocument/2006/relationships/customXml" Target="../ink/ink461.xml"/><Relationship Id="rId127" Type="http://schemas.openxmlformats.org/officeDocument/2006/relationships/image" Target="../media/image1830.png"/><Relationship Id="rId10" Type="http://schemas.openxmlformats.org/officeDocument/2006/relationships/customXml" Target="../ink/ink413.xml"/><Relationship Id="rId31" Type="http://schemas.openxmlformats.org/officeDocument/2006/relationships/image" Target="../media/image1350.png"/><Relationship Id="rId52" Type="http://schemas.openxmlformats.org/officeDocument/2006/relationships/customXml" Target="../ink/ink434.xml"/><Relationship Id="rId73" Type="http://schemas.openxmlformats.org/officeDocument/2006/relationships/image" Target="../media/image1560.png"/><Relationship Id="rId78" Type="http://schemas.openxmlformats.org/officeDocument/2006/relationships/customXml" Target="../ink/ink447.xml"/><Relationship Id="rId94" Type="http://schemas.openxmlformats.org/officeDocument/2006/relationships/customXml" Target="../ink/ink455.xml"/><Relationship Id="rId99" Type="http://schemas.openxmlformats.org/officeDocument/2006/relationships/image" Target="../media/image1690.png"/><Relationship Id="rId101" Type="http://schemas.openxmlformats.org/officeDocument/2006/relationships/image" Target="../media/image1700.png"/><Relationship Id="rId122" Type="http://schemas.openxmlformats.org/officeDocument/2006/relationships/customXml" Target="../ink/ink469.xml"/><Relationship Id="rId143" Type="http://schemas.openxmlformats.org/officeDocument/2006/relationships/image" Target="../media/image1911.png"/><Relationship Id="rId148" Type="http://schemas.openxmlformats.org/officeDocument/2006/relationships/customXml" Target="../ink/ink482.xml"/><Relationship Id="rId164" Type="http://schemas.openxmlformats.org/officeDocument/2006/relationships/customXml" Target="../ink/ink490.xml"/><Relationship Id="rId169" Type="http://schemas.openxmlformats.org/officeDocument/2006/relationships/image" Target="../media/image2040.png"/><Relationship Id="rId4" Type="http://schemas.openxmlformats.org/officeDocument/2006/relationships/customXml" Target="../ink/ink410.xml"/><Relationship Id="rId9" Type="http://schemas.openxmlformats.org/officeDocument/2006/relationships/image" Target="../media/image12410.png"/><Relationship Id="rId26" Type="http://schemas.openxmlformats.org/officeDocument/2006/relationships/customXml" Target="../ink/ink421.xml"/><Relationship Id="rId47" Type="http://schemas.openxmlformats.org/officeDocument/2006/relationships/image" Target="../media/image1430.png"/><Relationship Id="rId68" Type="http://schemas.openxmlformats.org/officeDocument/2006/relationships/customXml" Target="../ink/ink442.xml"/><Relationship Id="rId89" Type="http://schemas.openxmlformats.org/officeDocument/2006/relationships/image" Target="../media/image1640.png"/><Relationship Id="rId112" Type="http://schemas.openxmlformats.org/officeDocument/2006/relationships/customXml" Target="../ink/ink464.xml"/><Relationship Id="rId133" Type="http://schemas.openxmlformats.org/officeDocument/2006/relationships/image" Target="../media/image1860.png"/><Relationship Id="rId154" Type="http://schemas.openxmlformats.org/officeDocument/2006/relationships/customXml" Target="../ink/ink485.xml"/><Relationship Id="rId175" Type="http://schemas.openxmlformats.org/officeDocument/2006/relationships/image" Target="../media/image207.png"/><Relationship Id="rId16" Type="http://schemas.openxmlformats.org/officeDocument/2006/relationships/customXml" Target="../ink/ink416.xml"/><Relationship Id="rId37" Type="http://schemas.openxmlformats.org/officeDocument/2006/relationships/image" Target="../media/image1380.png"/><Relationship Id="rId58" Type="http://schemas.openxmlformats.org/officeDocument/2006/relationships/customXml" Target="../ink/ink437.xml"/><Relationship Id="rId79" Type="http://schemas.openxmlformats.org/officeDocument/2006/relationships/image" Target="../media/image1590.png"/><Relationship Id="rId102" Type="http://schemas.openxmlformats.org/officeDocument/2006/relationships/customXml" Target="../ink/ink459.xml"/><Relationship Id="rId123" Type="http://schemas.openxmlformats.org/officeDocument/2006/relationships/image" Target="../media/image1811.png"/><Relationship Id="rId144" Type="http://schemas.openxmlformats.org/officeDocument/2006/relationships/customXml" Target="../ink/ink480.xml"/><Relationship Id="rId90" Type="http://schemas.openxmlformats.org/officeDocument/2006/relationships/customXml" Target="../ink/ink453.xml"/><Relationship Id="rId165" Type="http://schemas.openxmlformats.org/officeDocument/2006/relationships/image" Target="../media/image2020.png"/><Relationship Id="rId27" Type="http://schemas.openxmlformats.org/officeDocument/2006/relationships/image" Target="../media/image1330.png"/><Relationship Id="rId48" Type="http://schemas.openxmlformats.org/officeDocument/2006/relationships/customXml" Target="../ink/ink432.xml"/><Relationship Id="rId69" Type="http://schemas.openxmlformats.org/officeDocument/2006/relationships/image" Target="../media/image1540.png"/><Relationship Id="rId113" Type="http://schemas.openxmlformats.org/officeDocument/2006/relationships/image" Target="../media/image1760.png"/><Relationship Id="rId134" Type="http://schemas.openxmlformats.org/officeDocument/2006/relationships/customXml" Target="../ink/ink475.xml"/><Relationship Id="rId80" Type="http://schemas.openxmlformats.org/officeDocument/2006/relationships/customXml" Target="../ink/ink448.xml"/><Relationship Id="rId155" Type="http://schemas.openxmlformats.org/officeDocument/2006/relationships/image" Target="../media/image1970.png"/><Relationship Id="rId176" Type="http://schemas.openxmlformats.org/officeDocument/2006/relationships/customXml" Target="../ink/ink496.xml"/><Relationship Id="rId17" Type="http://schemas.openxmlformats.org/officeDocument/2006/relationships/image" Target="../media/image1280.png"/><Relationship Id="rId38" Type="http://schemas.openxmlformats.org/officeDocument/2006/relationships/customXml" Target="../ink/ink427.xml"/><Relationship Id="rId59" Type="http://schemas.openxmlformats.org/officeDocument/2006/relationships/image" Target="../media/image1490.png"/><Relationship Id="rId103" Type="http://schemas.openxmlformats.org/officeDocument/2006/relationships/image" Target="../media/image1711.png"/><Relationship Id="rId124" Type="http://schemas.openxmlformats.org/officeDocument/2006/relationships/customXml" Target="../ink/ink470.xml"/><Relationship Id="rId70" Type="http://schemas.openxmlformats.org/officeDocument/2006/relationships/customXml" Target="../ink/ink443.xml"/><Relationship Id="rId91" Type="http://schemas.openxmlformats.org/officeDocument/2006/relationships/image" Target="../media/image1650.png"/><Relationship Id="rId145" Type="http://schemas.openxmlformats.org/officeDocument/2006/relationships/image" Target="../media/image1920.png"/><Relationship Id="rId166" Type="http://schemas.openxmlformats.org/officeDocument/2006/relationships/customXml" Target="../ink/ink49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810.png"/><Relationship Id="rId21" Type="http://schemas.openxmlformats.org/officeDocument/2006/relationships/image" Target="../media/image6010.png"/><Relationship Id="rId42" Type="http://schemas.openxmlformats.org/officeDocument/2006/relationships/customXml" Target="../ink/ink517.xml"/><Relationship Id="rId63" Type="http://schemas.openxmlformats.org/officeDocument/2006/relationships/image" Target="../media/image8110.png"/><Relationship Id="rId84" Type="http://schemas.openxmlformats.org/officeDocument/2006/relationships/customXml" Target="../ink/ink538.xml"/><Relationship Id="rId138" Type="http://schemas.openxmlformats.org/officeDocument/2006/relationships/customXml" Target="../ink/ink565.xml"/><Relationship Id="rId107" Type="http://schemas.openxmlformats.org/officeDocument/2006/relationships/image" Target="../media/image10310.png"/><Relationship Id="rId11" Type="http://schemas.openxmlformats.org/officeDocument/2006/relationships/image" Target="../media/image5510.png"/><Relationship Id="rId32" Type="http://schemas.openxmlformats.org/officeDocument/2006/relationships/customXml" Target="../ink/ink512.xml"/><Relationship Id="rId37" Type="http://schemas.openxmlformats.org/officeDocument/2006/relationships/image" Target="../media/image6810.png"/><Relationship Id="rId53" Type="http://schemas.openxmlformats.org/officeDocument/2006/relationships/image" Target="../media/image7610.png"/><Relationship Id="rId58" Type="http://schemas.openxmlformats.org/officeDocument/2006/relationships/customXml" Target="../ink/ink525.xml"/><Relationship Id="rId74" Type="http://schemas.openxmlformats.org/officeDocument/2006/relationships/customXml" Target="../ink/ink533.xml"/><Relationship Id="rId79" Type="http://schemas.openxmlformats.org/officeDocument/2006/relationships/image" Target="../media/image8910.png"/><Relationship Id="rId102" Type="http://schemas.openxmlformats.org/officeDocument/2006/relationships/customXml" Target="../ink/ink547.xml"/><Relationship Id="rId123" Type="http://schemas.openxmlformats.org/officeDocument/2006/relationships/image" Target="../media/image11110.png"/><Relationship Id="rId128" Type="http://schemas.openxmlformats.org/officeDocument/2006/relationships/customXml" Target="../ink/ink560.xml"/><Relationship Id="rId5" Type="http://schemas.openxmlformats.org/officeDocument/2006/relationships/image" Target="../media/image5210.png"/><Relationship Id="rId90" Type="http://schemas.openxmlformats.org/officeDocument/2006/relationships/customXml" Target="../ink/ink541.xml"/><Relationship Id="rId95" Type="http://schemas.openxmlformats.org/officeDocument/2006/relationships/image" Target="../media/image9710.png"/><Relationship Id="rId22" Type="http://schemas.openxmlformats.org/officeDocument/2006/relationships/customXml" Target="../ink/ink507.xml"/><Relationship Id="rId27" Type="http://schemas.openxmlformats.org/officeDocument/2006/relationships/image" Target="../media/image6310.png"/><Relationship Id="rId43" Type="http://schemas.openxmlformats.org/officeDocument/2006/relationships/image" Target="../media/image7110.png"/><Relationship Id="rId48" Type="http://schemas.openxmlformats.org/officeDocument/2006/relationships/customXml" Target="../ink/ink520.xml"/><Relationship Id="rId64" Type="http://schemas.openxmlformats.org/officeDocument/2006/relationships/customXml" Target="../ink/ink528.xml"/><Relationship Id="rId69" Type="http://schemas.openxmlformats.org/officeDocument/2006/relationships/image" Target="../media/image8410.png"/><Relationship Id="rId113" Type="http://schemas.openxmlformats.org/officeDocument/2006/relationships/image" Target="../media/image10610.png"/><Relationship Id="rId118" Type="http://schemas.openxmlformats.org/officeDocument/2006/relationships/customXml" Target="../ink/ink555.xml"/><Relationship Id="rId134" Type="http://schemas.openxmlformats.org/officeDocument/2006/relationships/customXml" Target="../ink/ink563.xml"/><Relationship Id="rId139" Type="http://schemas.openxmlformats.org/officeDocument/2006/relationships/image" Target="../media/image11910.png"/><Relationship Id="rId80" Type="http://schemas.openxmlformats.org/officeDocument/2006/relationships/customXml" Target="../ink/ink536.xml"/><Relationship Id="rId85" Type="http://schemas.openxmlformats.org/officeDocument/2006/relationships/image" Target="../media/image9210.png"/><Relationship Id="rId12" Type="http://schemas.openxmlformats.org/officeDocument/2006/relationships/customXml" Target="../ink/ink502.xml"/><Relationship Id="rId17" Type="http://schemas.openxmlformats.org/officeDocument/2006/relationships/image" Target="../media/image5810.png"/><Relationship Id="rId33" Type="http://schemas.openxmlformats.org/officeDocument/2006/relationships/image" Target="../media/image6610.png"/><Relationship Id="rId38" Type="http://schemas.openxmlformats.org/officeDocument/2006/relationships/customXml" Target="../ink/ink515.xml"/><Relationship Id="rId59" Type="http://schemas.openxmlformats.org/officeDocument/2006/relationships/image" Target="../media/image7910.png"/><Relationship Id="rId103" Type="http://schemas.openxmlformats.org/officeDocument/2006/relationships/image" Target="../media/image10110.png"/><Relationship Id="rId108" Type="http://schemas.openxmlformats.org/officeDocument/2006/relationships/customXml" Target="../ink/ink550.xml"/><Relationship Id="rId124" Type="http://schemas.openxmlformats.org/officeDocument/2006/relationships/customXml" Target="../ink/ink558.xml"/><Relationship Id="rId129" Type="http://schemas.openxmlformats.org/officeDocument/2006/relationships/image" Target="../media/image11410.png"/><Relationship Id="rId54" Type="http://schemas.openxmlformats.org/officeDocument/2006/relationships/customXml" Target="../ink/ink523.xml"/><Relationship Id="rId70" Type="http://schemas.openxmlformats.org/officeDocument/2006/relationships/customXml" Target="../ink/ink531.xml"/><Relationship Id="rId75" Type="http://schemas.openxmlformats.org/officeDocument/2006/relationships/image" Target="../media/image8710.png"/><Relationship Id="rId91" Type="http://schemas.openxmlformats.org/officeDocument/2006/relationships/image" Target="../media/image9510.png"/><Relationship Id="rId96" Type="http://schemas.openxmlformats.org/officeDocument/2006/relationships/customXml" Target="../ink/ink544.xml"/><Relationship Id="rId140" Type="http://schemas.openxmlformats.org/officeDocument/2006/relationships/customXml" Target="../ink/ink56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9.xml"/><Relationship Id="rId23" Type="http://schemas.openxmlformats.org/officeDocument/2006/relationships/image" Target="../media/image6110.png"/><Relationship Id="rId28" Type="http://schemas.openxmlformats.org/officeDocument/2006/relationships/customXml" Target="../ink/ink510.xml"/><Relationship Id="rId49" Type="http://schemas.openxmlformats.org/officeDocument/2006/relationships/image" Target="../media/image7410.png"/><Relationship Id="rId114" Type="http://schemas.openxmlformats.org/officeDocument/2006/relationships/customXml" Target="../ink/ink553.xml"/><Relationship Id="rId119" Type="http://schemas.openxmlformats.org/officeDocument/2006/relationships/image" Target="../media/image10910.png"/><Relationship Id="rId44" Type="http://schemas.openxmlformats.org/officeDocument/2006/relationships/customXml" Target="../ink/ink518.xml"/><Relationship Id="rId60" Type="http://schemas.openxmlformats.org/officeDocument/2006/relationships/customXml" Target="../ink/ink526.xml"/><Relationship Id="rId65" Type="http://schemas.openxmlformats.org/officeDocument/2006/relationships/image" Target="../media/image8210.png"/><Relationship Id="rId81" Type="http://schemas.openxmlformats.org/officeDocument/2006/relationships/image" Target="../media/image9010.png"/><Relationship Id="rId86" Type="http://schemas.openxmlformats.org/officeDocument/2006/relationships/customXml" Target="../ink/ink539.xml"/><Relationship Id="rId130" Type="http://schemas.openxmlformats.org/officeDocument/2006/relationships/customXml" Target="../ink/ink561.xml"/><Relationship Id="rId135" Type="http://schemas.openxmlformats.org/officeDocument/2006/relationships/image" Target="../media/image11710.png"/><Relationship Id="rId13" Type="http://schemas.openxmlformats.org/officeDocument/2006/relationships/image" Target="../media/image5610.png"/><Relationship Id="rId18" Type="http://schemas.openxmlformats.org/officeDocument/2006/relationships/customXml" Target="../ink/ink505.xml"/><Relationship Id="rId39" Type="http://schemas.openxmlformats.org/officeDocument/2006/relationships/image" Target="../media/image6910.png"/><Relationship Id="rId109" Type="http://schemas.openxmlformats.org/officeDocument/2006/relationships/image" Target="../media/image10410.png"/><Relationship Id="rId34" Type="http://schemas.openxmlformats.org/officeDocument/2006/relationships/customXml" Target="../ink/ink513.xml"/><Relationship Id="rId50" Type="http://schemas.openxmlformats.org/officeDocument/2006/relationships/customXml" Target="../ink/ink521.xml"/><Relationship Id="rId55" Type="http://schemas.openxmlformats.org/officeDocument/2006/relationships/image" Target="../media/image7710.png"/><Relationship Id="rId76" Type="http://schemas.openxmlformats.org/officeDocument/2006/relationships/customXml" Target="../ink/ink534.xml"/><Relationship Id="rId97" Type="http://schemas.openxmlformats.org/officeDocument/2006/relationships/image" Target="../media/image9810.png"/><Relationship Id="rId104" Type="http://schemas.openxmlformats.org/officeDocument/2006/relationships/customXml" Target="../ink/ink548.xml"/><Relationship Id="rId120" Type="http://schemas.openxmlformats.org/officeDocument/2006/relationships/customXml" Target="../ink/ink556.xml"/><Relationship Id="rId125" Type="http://schemas.openxmlformats.org/officeDocument/2006/relationships/image" Target="../media/image11210.png"/><Relationship Id="rId141" Type="http://schemas.openxmlformats.org/officeDocument/2006/relationships/image" Target="../media/image12010.png"/><Relationship Id="rId7" Type="http://schemas.openxmlformats.org/officeDocument/2006/relationships/image" Target="../media/image5310.png"/><Relationship Id="rId71" Type="http://schemas.openxmlformats.org/officeDocument/2006/relationships/image" Target="../media/image8510.png"/><Relationship Id="rId92" Type="http://schemas.openxmlformats.org/officeDocument/2006/relationships/customXml" Target="../ink/ink542.xml"/><Relationship Id="rId2" Type="http://schemas.openxmlformats.org/officeDocument/2006/relationships/customXml" Target="../ink/ink497.xml"/><Relationship Id="rId29" Type="http://schemas.openxmlformats.org/officeDocument/2006/relationships/image" Target="../media/image6410.png"/><Relationship Id="rId24" Type="http://schemas.openxmlformats.org/officeDocument/2006/relationships/customXml" Target="../ink/ink508.xml"/><Relationship Id="rId40" Type="http://schemas.openxmlformats.org/officeDocument/2006/relationships/customXml" Target="../ink/ink516.xml"/><Relationship Id="rId45" Type="http://schemas.openxmlformats.org/officeDocument/2006/relationships/image" Target="../media/image7210.png"/><Relationship Id="rId66" Type="http://schemas.openxmlformats.org/officeDocument/2006/relationships/customXml" Target="../ink/ink529.xml"/><Relationship Id="rId87" Type="http://schemas.openxmlformats.org/officeDocument/2006/relationships/image" Target="../media/image9310.png"/><Relationship Id="rId110" Type="http://schemas.openxmlformats.org/officeDocument/2006/relationships/customXml" Target="../ink/ink551.xml"/><Relationship Id="rId115" Type="http://schemas.openxmlformats.org/officeDocument/2006/relationships/image" Target="../media/image10710.png"/><Relationship Id="rId131" Type="http://schemas.openxmlformats.org/officeDocument/2006/relationships/image" Target="../media/image11510.png"/><Relationship Id="rId136" Type="http://schemas.openxmlformats.org/officeDocument/2006/relationships/customXml" Target="../ink/ink564.xml"/><Relationship Id="rId61" Type="http://schemas.openxmlformats.org/officeDocument/2006/relationships/image" Target="../media/image8010.png"/><Relationship Id="rId82" Type="http://schemas.openxmlformats.org/officeDocument/2006/relationships/customXml" Target="../ink/ink537.xml"/><Relationship Id="rId19" Type="http://schemas.openxmlformats.org/officeDocument/2006/relationships/image" Target="../media/image5910.png"/><Relationship Id="rId14" Type="http://schemas.openxmlformats.org/officeDocument/2006/relationships/customXml" Target="../ink/ink503.xml"/><Relationship Id="rId30" Type="http://schemas.openxmlformats.org/officeDocument/2006/relationships/customXml" Target="../ink/ink511.xml"/><Relationship Id="rId35" Type="http://schemas.openxmlformats.org/officeDocument/2006/relationships/image" Target="../media/image6710.png"/><Relationship Id="rId56" Type="http://schemas.openxmlformats.org/officeDocument/2006/relationships/customXml" Target="../ink/ink524.xml"/><Relationship Id="rId77" Type="http://schemas.openxmlformats.org/officeDocument/2006/relationships/image" Target="../media/image8810.png"/><Relationship Id="rId100" Type="http://schemas.openxmlformats.org/officeDocument/2006/relationships/customXml" Target="../ink/ink546.xml"/><Relationship Id="rId105" Type="http://schemas.openxmlformats.org/officeDocument/2006/relationships/image" Target="../media/image10210.png"/><Relationship Id="rId126" Type="http://schemas.openxmlformats.org/officeDocument/2006/relationships/customXml" Target="../ink/ink559.xml"/><Relationship Id="rId8" Type="http://schemas.openxmlformats.org/officeDocument/2006/relationships/customXml" Target="../ink/ink500.xml"/><Relationship Id="rId51" Type="http://schemas.openxmlformats.org/officeDocument/2006/relationships/image" Target="../media/image7510.png"/><Relationship Id="rId72" Type="http://schemas.openxmlformats.org/officeDocument/2006/relationships/customXml" Target="../ink/ink532.xml"/><Relationship Id="rId93" Type="http://schemas.openxmlformats.org/officeDocument/2006/relationships/image" Target="../media/image9610.png"/><Relationship Id="rId98" Type="http://schemas.openxmlformats.org/officeDocument/2006/relationships/customXml" Target="../ink/ink545.xml"/><Relationship Id="rId121" Type="http://schemas.openxmlformats.org/officeDocument/2006/relationships/image" Target="../media/image11010.png"/><Relationship Id="rId142" Type="http://schemas.openxmlformats.org/officeDocument/2006/relationships/customXml" Target="../ink/ink567.xml"/><Relationship Id="rId3" Type="http://schemas.openxmlformats.org/officeDocument/2006/relationships/image" Target="../media/image1261.png"/><Relationship Id="rId25" Type="http://schemas.openxmlformats.org/officeDocument/2006/relationships/image" Target="../media/image6210.png"/><Relationship Id="rId46" Type="http://schemas.openxmlformats.org/officeDocument/2006/relationships/customXml" Target="../ink/ink519.xml"/><Relationship Id="rId67" Type="http://schemas.openxmlformats.org/officeDocument/2006/relationships/image" Target="../media/image8310.png"/><Relationship Id="rId116" Type="http://schemas.openxmlformats.org/officeDocument/2006/relationships/customXml" Target="../ink/ink554.xml"/><Relationship Id="rId137" Type="http://schemas.openxmlformats.org/officeDocument/2006/relationships/image" Target="../media/image11810.png"/><Relationship Id="rId20" Type="http://schemas.openxmlformats.org/officeDocument/2006/relationships/customXml" Target="../ink/ink506.xml"/><Relationship Id="rId41" Type="http://schemas.openxmlformats.org/officeDocument/2006/relationships/image" Target="../media/image7010.png"/><Relationship Id="rId62" Type="http://schemas.openxmlformats.org/officeDocument/2006/relationships/customXml" Target="../ink/ink527.xml"/><Relationship Id="rId83" Type="http://schemas.openxmlformats.org/officeDocument/2006/relationships/image" Target="../media/image9110.png"/><Relationship Id="rId88" Type="http://schemas.openxmlformats.org/officeDocument/2006/relationships/customXml" Target="../ink/ink540.xml"/><Relationship Id="rId111" Type="http://schemas.openxmlformats.org/officeDocument/2006/relationships/image" Target="../media/image10510.png"/><Relationship Id="rId132" Type="http://schemas.openxmlformats.org/officeDocument/2006/relationships/customXml" Target="../ink/ink562.xml"/><Relationship Id="rId15" Type="http://schemas.openxmlformats.org/officeDocument/2006/relationships/image" Target="../media/image5710.png"/><Relationship Id="rId36" Type="http://schemas.openxmlformats.org/officeDocument/2006/relationships/customXml" Target="../ink/ink514.xml"/><Relationship Id="rId57" Type="http://schemas.openxmlformats.org/officeDocument/2006/relationships/image" Target="../media/image7810.png"/><Relationship Id="rId106" Type="http://schemas.openxmlformats.org/officeDocument/2006/relationships/customXml" Target="../ink/ink549.xml"/><Relationship Id="rId127" Type="http://schemas.openxmlformats.org/officeDocument/2006/relationships/image" Target="../media/image11310.png"/><Relationship Id="rId10" Type="http://schemas.openxmlformats.org/officeDocument/2006/relationships/customXml" Target="../ink/ink501.xml"/><Relationship Id="rId31" Type="http://schemas.openxmlformats.org/officeDocument/2006/relationships/image" Target="../media/image6510.png"/><Relationship Id="rId52" Type="http://schemas.openxmlformats.org/officeDocument/2006/relationships/customXml" Target="../ink/ink522.xml"/><Relationship Id="rId73" Type="http://schemas.openxmlformats.org/officeDocument/2006/relationships/image" Target="../media/image8610.png"/><Relationship Id="rId78" Type="http://schemas.openxmlformats.org/officeDocument/2006/relationships/customXml" Target="../ink/ink535.xml"/><Relationship Id="rId94" Type="http://schemas.openxmlformats.org/officeDocument/2006/relationships/customXml" Target="../ink/ink543.xml"/><Relationship Id="rId99" Type="http://schemas.openxmlformats.org/officeDocument/2006/relationships/image" Target="../media/image9910.png"/><Relationship Id="rId101" Type="http://schemas.openxmlformats.org/officeDocument/2006/relationships/image" Target="../media/image10010.png"/><Relationship Id="rId122" Type="http://schemas.openxmlformats.org/officeDocument/2006/relationships/customXml" Target="../ink/ink557.xml"/><Relationship Id="rId143" Type="http://schemas.openxmlformats.org/officeDocument/2006/relationships/image" Target="../media/image209.png"/><Relationship Id="rId4" Type="http://schemas.openxmlformats.org/officeDocument/2006/relationships/customXml" Target="../ink/ink498.xml"/><Relationship Id="rId9" Type="http://schemas.openxmlformats.org/officeDocument/2006/relationships/image" Target="../media/image5410.png"/><Relationship Id="rId26" Type="http://schemas.openxmlformats.org/officeDocument/2006/relationships/customXml" Target="../ink/ink509.xml"/><Relationship Id="rId47" Type="http://schemas.openxmlformats.org/officeDocument/2006/relationships/image" Target="../media/image7310.png"/><Relationship Id="rId68" Type="http://schemas.openxmlformats.org/officeDocument/2006/relationships/customXml" Target="../ink/ink530.xml"/><Relationship Id="rId89" Type="http://schemas.openxmlformats.org/officeDocument/2006/relationships/image" Target="../media/image9410.png"/><Relationship Id="rId112" Type="http://schemas.openxmlformats.org/officeDocument/2006/relationships/customXml" Target="../ink/ink552.xml"/><Relationship Id="rId133" Type="http://schemas.openxmlformats.org/officeDocument/2006/relationships/image" Target="../media/image11610.png"/><Relationship Id="rId16" Type="http://schemas.openxmlformats.org/officeDocument/2006/relationships/customXml" Target="../ink/ink50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10.png"/><Relationship Id="rId299" Type="http://schemas.openxmlformats.org/officeDocument/2006/relationships/image" Target="../media/image274.png"/><Relationship Id="rId21" Type="http://schemas.openxmlformats.org/officeDocument/2006/relationships/image" Target="../media/image219.png"/><Relationship Id="rId63" Type="http://schemas.openxmlformats.org/officeDocument/2006/relationships/image" Target="../media/image240.png"/><Relationship Id="rId159" Type="http://schemas.openxmlformats.org/officeDocument/2006/relationships/image" Target="../media/image249.png"/><Relationship Id="rId324" Type="http://schemas.openxmlformats.org/officeDocument/2006/relationships/customXml" Target="../ink/ink728.xml"/><Relationship Id="rId366" Type="http://schemas.openxmlformats.org/officeDocument/2006/relationships/customXml" Target="../ink/ink749.xml"/><Relationship Id="rId170" Type="http://schemas.openxmlformats.org/officeDocument/2006/relationships/customXml" Target="../ink/ink652.xml"/><Relationship Id="rId226" Type="http://schemas.openxmlformats.org/officeDocument/2006/relationships/customXml" Target="../ink/ink679.xml"/><Relationship Id="rId268" Type="http://schemas.openxmlformats.org/officeDocument/2006/relationships/customXml" Target="../ink/ink700.xml"/><Relationship Id="rId32" Type="http://schemas.openxmlformats.org/officeDocument/2006/relationships/customXml" Target="../ink/ink583.xml"/><Relationship Id="rId74" Type="http://schemas.openxmlformats.org/officeDocument/2006/relationships/customXml" Target="../ink/ink604.xml"/><Relationship Id="rId128" Type="http://schemas.openxmlformats.org/officeDocument/2006/relationships/customXml" Target="../ink/ink631.xml"/><Relationship Id="rId335" Type="http://schemas.openxmlformats.org/officeDocument/2006/relationships/image" Target="../media/image292.png"/><Relationship Id="rId377" Type="http://schemas.openxmlformats.org/officeDocument/2006/relationships/image" Target="../media/image313.png"/><Relationship Id="rId5" Type="http://schemas.openxmlformats.org/officeDocument/2006/relationships/image" Target="../media/image211.png"/><Relationship Id="rId181" Type="http://schemas.openxmlformats.org/officeDocument/2006/relationships/image" Target="../media/image260.png"/><Relationship Id="rId237" Type="http://schemas.openxmlformats.org/officeDocument/2006/relationships/image" Target="../media/image1411.png"/><Relationship Id="rId279" Type="http://schemas.openxmlformats.org/officeDocument/2006/relationships/image" Target="../media/image1770.png"/><Relationship Id="rId43" Type="http://schemas.openxmlformats.org/officeDocument/2006/relationships/image" Target="../media/image230.png"/><Relationship Id="rId139" Type="http://schemas.openxmlformats.org/officeDocument/2006/relationships/image" Target="../media/image9510.png"/><Relationship Id="rId290" Type="http://schemas.openxmlformats.org/officeDocument/2006/relationships/customXml" Target="../ink/ink711.xml"/><Relationship Id="rId304" Type="http://schemas.openxmlformats.org/officeDocument/2006/relationships/customXml" Target="../ink/ink718.xml"/><Relationship Id="rId346" Type="http://schemas.openxmlformats.org/officeDocument/2006/relationships/customXml" Target="../ink/ink739.xml"/><Relationship Id="rId388" Type="http://schemas.openxmlformats.org/officeDocument/2006/relationships/customXml" Target="../ink/ink760.xml"/><Relationship Id="rId85" Type="http://schemas.openxmlformats.org/officeDocument/2006/relationships/image" Target="../media/image6810.png"/><Relationship Id="rId150" Type="http://schemas.openxmlformats.org/officeDocument/2006/relationships/customXml" Target="../ink/ink642.xml"/><Relationship Id="rId192" Type="http://schemas.openxmlformats.org/officeDocument/2006/relationships/customXml" Target="../ink/ink663.xml"/><Relationship Id="rId206" Type="http://schemas.openxmlformats.org/officeDocument/2006/relationships/customXml" Target="../ink/ink670.xml"/><Relationship Id="rId248" Type="http://schemas.openxmlformats.org/officeDocument/2006/relationships/customXml" Target="../ink/ink690.xml"/><Relationship Id="rId12" Type="http://schemas.openxmlformats.org/officeDocument/2006/relationships/customXml" Target="../ink/ink573.xml"/><Relationship Id="rId108" Type="http://schemas.openxmlformats.org/officeDocument/2006/relationships/customXml" Target="../ink/ink621.xml"/><Relationship Id="rId315" Type="http://schemas.openxmlformats.org/officeDocument/2006/relationships/image" Target="../media/image282.png"/><Relationship Id="rId357" Type="http://schemas.openxmlformats.org/officeDocument/2006/relationships/image" Target="../media/image303.png"/><Relationship Id="rId54" Type="http://schemas.openxmlformats.org/officeDocument/2006/relationships/customXml" Target="../ink/ink594.xml"/><Relationship Id="rId96" Type="http://schemas.openxmlformats.org/officeDocument/2006/relationships/customXml" Target="../ink/ink615.xml"/><Relationship Id="rId161" Type="http://schemas.openxmlformats.org/officeDocument/2006/relationships/image" Target="../media/image250.png"/><Relationship Id="rId217" Type="http://schemas.openxmlformats.org/officeDocument/2006/relationships/image" Target="../media/image1311.png"/><Relationship Id="rId259" Type="http://schemas.openxmlformats.org/officeDocument/2006/relationships/image" Target="../media/image1520.png"/><Relationship Id="rId23" Type="http://schemas.openxmlformats.org/officeDocument/2006/relationships/image" Target="../media/image220.png"/><Relationship Id="rId119" Type="http://schemas.openxmlformats.org/officeDocument/2006/relationships/image" Target="../media/image8510.png"/><Relationship Id="rId270" Type="http://schemas.openxmlformats.org/officeDocument/2006/relationships/customXml" Target="../ink/ink701.xml"/><Relationship Id="rId326" Type="http://schemas.openxmlformats.org/officeDocument/2006/relationships/customXml" Target="../ink/ink729.xml"/><Relationship Id="rId65" Type="http://schemas.openxmlformats.org/officeDocument/2006/relationships/image" Target="../media/image241.png"/><Relationship Id="rId130" Type="http://schemas.openxmlformats.org/officeDocument/2006/relationships/customXml" Target="../ink/ink632.xml"/><Relationship Id="rId368" Type="http://schemas.openxmlformats.org/officeDocument/2006/relationships/customXml" Target="../ink/ink750.xml"/><Relationship Id="rId172" Type="http://schemas.openxmlformats.org/officeDocument/2006/relationships/customXml" Target="../ink/ink653.xml"/><Relationship Id="rId228" Type="http://schemas.openxmlformats.org/officeDocument/2006/relationships/customXml" Target="../ink/ink680.xml"/><Relationship Id="rId281" Type="http://schemas.openxmlformats.org/officeDocument/2006/relationships/image" Target="../media/image1780.png"/><Relationship Id="rId337" Type="http://schemas.openxmlformats.org/officeDocument/2006/relationships/image" Target="../media/image293.png"/><Relationship Id="rId34" Type="http://schemas.openxmlformats.org/officeDocument/2006/relationships/customXml" Target="../ink/ink584.xml"/><Relationship Id="rId76" Type="http://schemas.openxmlformats.org/officeDocument/2006/relationships/customXml" Target="../ink/ink605.xml"/><Relationship Id="rId141" Type="http://schemas.openxmlformats.org/officeDocument/2006/relationships/image" Target="../media/image9610.png"/><Relationship Id="rId379" Type="http://schemas.openxmlformats.org/officeDocument/2006/relationships/image" Target="../media/image314.png"/><Relationship Id="rId7" Type="http://schemas.openxmlformats.org/officeDocument/2006/relationships/image" Target="../media/image212.png"/><Relationship Id="rId183" Type="http://schemas.openxmlformats.org/officeDocument/2006/relationships/image" Target="../media/image261.png"/><Relationship Id="rId239" Type="http://schemas.openxmlformats.org/officeDocument/2006/relationships/image" Target="../media/image1420.png"/><Relationship Id="rId390" Type="http://schemas.openxmlformats.org/officeDocument/2006/relationships/customXml" Target="../ink/ink761.xml"/><Relationship Id="rId250" Type="http://schemas.openxmlformats.org/officeDocument/2006/relationships/customXml" Target="../ink/ink691.xml"/><Relationship Id="rId292" Type="http://schemas.openxmlformats.org/officeDocument/2006/relationships/customXml" Target="../ink/ink712.xml"/><Relationship Id="rId306" Type="http://schemas.openxmlformats.org/officeDocument/2006/relationships/customXml" Target="../ink/ink719.xml"/><Relationship Id="rId45" Type="http://schemas.openxmlformats.org/officeDocument/2006/relationships/image" Target="../media/image231.png"/><Relationship Id="rId87" Type="http://schemas.openxmlformats.org/officeDocument/2006/relationships/image" Target="../media/image6910.png"/><Relationship Id="rId110" Type="http://schemas.openxmlformats.org/officeDocument/2006/relationships/customXml" Target="../ink/ink622.xml"/><Relationship Id="rId348" Type="http://schemas.openxmlformats.org/officeDocument/2006/relationships/customXml" Target="../ink/ink740.xml"/><Relationship Id="rId152" Type="http://schemas.openxmlformats.org/officeDocument/2006/relationships/customXml" Target="../ink/ink643.xml"/><Relationship Id="rId194" Type="http://schemas.openxmlformats.org/officeDocument/2006/relationships/customXml" Target="../ink/ink664.xml"/><Relationship Id="rId208" Type="http://schemas.openxmlformats.org/officeDocument/2006/relationships/customXml" Target="../ink/ink671.xml"/><Relationship Id="rId261" Type="http://schemas.openxmlformats.org/officeDocument/2006/relationships/image" Target="../media/image1530.png"/><Relationship Id="rId14" Type="http://schemas.openxmlformats.org/officeDocument/2006/relationships/customXml" Target="../ink/ink574.xml"/><Relationship Id="rId56" Type="http://schemas.openxmlformats.org/officeDocument/2006/relationships/customXml" Target="../ink/ink595.xml"/><Relationship Id="rId317" Type="http://schemas.openxmlformats.org/officeDocument/2006/relationships/image" Target="../media/image283.png"/><Relationship Id="rId359" Type="http://schemas.openxmlformats.org/officeDocument/2006/relationships/image" Target="../media/image304.png"/><Relationship Id="rId98" Type="http://schemas.openxmlformats.org/officeDocument/2006/relationships/customXml" Target="../ink/ink616.xml"/><Relationship Id="rId121" Type="http://schemas.openxmlformats.org/officeDocument/2006/relationships/image" Target="../media/image8610.png"/><Relationship Id="rId163" Type="http://schemas.openxmlformats.org/officeDocument/2006/relationships/image" Target="../media/image251.png"/><Relationship Id="rId219" Type="http://schemas.openxmlformats.org/officeDocument/2006/relationships/image" Target="../media/image1320.png"/><Relationship Id="rId370" Type="http://schemas.openxmlformats.org/officeDocument/2006/relationships/customXml" Target="../ink/ink751.xml"/><Relationship Id="rId230" Type="http://schemas.openxmlformats.org/officeDocument/2006/relationships/customXml" Target="../ink/ink681.xml"/><Relationship Id="rId25" Type="http://schemas.openxmlformats.org/officeDocument/2006/relationships/image" Target="../media/image221.png"/><Relationship Id="rId67" Type="http://schemas.openxmlformats.org/officeDocument/2006/relationships/image" Target="../media/image242.png"/><Relationship Id="rId272" Type="http://schemas.openxmlformats.org/officeDocument/2006/relationships/customXml" Target="../ink/ink702.xml"/><Relationship Id="rId328" Type="http://schemas.openxmlformats.org/officeDocument/2006/relationships/customXml" Target="../ink/ink730.xml"/><Relationship Id="rId132" Type="http://schemas.openxmlformats.org/officeDocument/2006/relationships/customXml" Target="../ink/ink633.xml"/><Relationship Id="rId174" Type="http://schemas.openxmlformats.org/officeDocument/2006/relationships/customXml" Target="../ink/ink654.xml"/><Relationship Id="rId381" Type="http://schemas.openxmlformats.org/officeDocument/2006/relationships/image" Target="../media/image315.png"/><Relationship Id="rId241" Type="http://schemas.openxmlformats.org/officeDocument/2006/relationships/image" Target="../media/image1430.png"/><Relationship Id="rId36" Type="http://schemas.openxmlformats.org/officeDocument/2006/relationships/customXml" Target="../ink/ink585.xml"/><Relationship Id="rId283" Type="http://schemas.openxmlformats.org/officeDocument/2006/relationships/image" Target="../media/image1790.png"/><Relationship Id="rId339" Type="http://schemas.openxmlformats.org/officeDocument/2006/relationships/image" Target="../media/image294.png"/><Relationship Id="rId78" Type="http://schemas.openxmlformats.org/officeDocument/2006/relationships/customXml" Target="../ink/ink606.xml"/><Relationship Id="rId101" Type="http://schemas.openxmlformats.org/officeDocument/2006/relationships/image" Target="../media/image7610.png"/><Relationship Id="rId143" Type="http://schemas.openxmlformats.org/officeDocument/2006/relationships/image" Target="../media/image9710.png"/><Relationship Id="rId185" Type="http://schemas.openxmlformats.org/officeDocument/2006/relationships/image" Target="../media/image262.png"/><Relationship Id="rId350" Type="http://schemas.openxmlformats.org/officeDocument/2006/relationships/customXml" Target="../ink/ink741.xml"/><Relationship Id="rId9" Type="http://schemas.openxmlformats.org/officeDocument/2006/relationships/image" Target="../media/image213.png"/><Relationship Id="rId210" Type="http://schemas.openxmlformats.org/officeDocument/2006/relationships/customXml" Target="../ink/ink672.xml"/><Relationship Id="rId252" Type="http://schemas.openxmlformats.org/officeDocument/2006/relationships/customXml" Target="../ink/ink692.xml"/><Relationship Id="rId294" Type="http://schemas.openxmlformats.org/officeDocument/2006/relationships/customXml" Target="../ink/ink713.xml"/><Relationship Id="rId308" Type="http://schemas.openxmlformats.org/officeDocument/2006/relationships/customXml" Target="../ink/ink720.xml"/><Relationship Id="rId47" Type="http://schemas.openxmlformats.org/officeDocument/2006/relationships/image" Target="../media/image232.png"/><Relationship Id="rId89" Type="http://schemas.openxmlformats.org/officeDocument/2006/relationships/image" Target="../media/image7010.png"/><Relationship Id="rId112" Type="http://schemas.openxmlformats.org/officeDocument/2006/relationships/customXml" Target="../ink/ink623.xml"/><Relationship Id="rId154" Type="http://schemas.openxmlformats.org/officeDocument/2006/relationships/customXml" Target="../ink/ink644.xml"/><Relationship Id="rId361" Type="http://schemas.openxmlformats.org/officeDocument/2006/relationships/image" Target="../media/image305.png"/><Relationship Id="rId196" Type="http://schemas.openxmlformats.org/officeDocument/2006/relationships/customXml" Target="../ink/ink665.xml"/><Relationship Id="rId200" Type="http://schemas.openxmlformats.org/officeDocument/2006/relationships/customXml" Target="../ink/ink667.xml"/><Relationship Id="rId382" Type="http://schemas.openxmlformats.org/officeDocument/2006/relationships/customXml" Target="../ink/ink757.xml"/><Relationship Id="rId16" Type="http://schemas.openxmlformats.org/officeDocument/2006/relationships/customXml" Target="../ink/ink575.xml"/><Relationship Id="rId221" Type="http://schemas.openxmlformats.org/officeDocument/2006/relationships/image" Target="../media/image1330.png"/><Relationship Id="rId242" Type="http://schemas.openxmlformats.org/officeDocument/2006/relationships/customXml" Target="../ink/ink687.xml"/><Relationship Id="rId263" Type="http://schemas.openxmlformats.org/officeDocument/2006/relationships/image" Target="../media/image1540.png"/><Relationship Id="rId284" Type="http://schemas.openxmlformats.org/officeDocument/2006/relationships/customXml" Target="../ink/ink708.xml"/><Relationship Id="rId319" Type="http://schemas.openxmlformats.org/officeDocument/2006/relationships/image" Target="../media/image284.png"/><Relationship Id="rId37" Type="http://schemas.openxmlformats.org/officeDocument/2006/relationships/image" Target="../media/image227.png"/><Relationship Id="rId58" Type="http://schemas.openxmlformats.org/officeDocument/2006/relationships/customXml" Target="../ink/ink596.xml"/><Relationship Id="rId79" Type="http://schemas.openxmlformats.org/officeDocument/2006/relationships/image" Target="../media/image248.png"/><Relationship Id="rId102" Type="http://schemas.openxmlformats.org/officeDocument/2006/relationships/customXml" Target="../ink/ink618.xml"/><Relationship Id="rId123" Type="http://schemas.openxmlformats.org/officeDocument/2006/relationships/image" Target="../media/image8710.png"/><Relationship Id="rId144" Type="http://schemas.openxmlformats.org/officeDocument/2006/relationships/customXml" Target="../ink/ink639.xml"/><Relationship Id="rId330" Type="http://schemas.openxmlformats.org/officeDocument/2006/relationships/customXml" Target="../ink/ink731.xml"/><Relationship Id="rId90" Type="http://schemas.openxmlformats.org/officeDocument/2006/relationships/customXml" Target="../ink/ink612.xml"/><Relationship Id="rId165" Type="http://schemas.openxmlformats.org/officeDocument/2006/relationships/image" Target="../media/image252.png"/><Relationship Id="rId186" Type="http://schemas.openxmlformats.org/officeDocument/2006/relationships/customXml" Target="../ink/ink660.xml"/><Relationship Id="rId351" Type="http://schemas.openxmlformats.org/officeDocument/2006/relationships/image" Target="../media/image300.png"/><Relationship Id="rId372" Type="http://schemas.openxmlformats.org/officeDocument/2006/relationships/customXml" Target="../ink/ink752.xml"/><Relationship Id="rId211" Type="http://schemas.openxmlformats.org/officeDocument/2006/relationships/image" Target="../media/image1280.png"/><Relationship Id="rId232" Type="http://schemas.openxmlformats.org/officeDocument/2006/relationships/customXml" Target="../ink/ink682.xml"/><Relationship Id="rId253" Type="http://schemas.openxmlformats.org/officeDocument/2006/relationships/image" Target="../media/image1490.png"/><Relationship Id="rId274" Type="http://schemas.openxmlformats.org/officeDocument/2006/relationships/customXml" Target="../ink/ink703.xml"/><Relationship Id="rId295" Type="http://schemas.openxmlformats.org/officeDocument/2006/relationships/image" Target="../media/image272.png"/><Relationship Id="rId309" Type="http://schemas.openxmlformats.org/officeDocument/2006/relationships/image" Target="../media/image279.png"/><Relationship Id="rId27" Type="http://schemas.openxmlformats.org/officeDocument/2006/relationships/image" Target="../media/image222.png"/><Relationship Id="rId48" Type="http://schemas.openxmlformats.org/officeDocument/2006/relationships/customXml" Target="../ink/ink591.xml"/><Relationship Id="rId69" Type="http://schemas.openxmlformats.org/officeDocument/2006/relationships/image" Target="../media/image243.png"/><Relationship Id="rId113" Type="http://schemas.openxmlformats.org/officeDocument/2006/relationships/image" Target="../media/image8210.png"/><Relationship Id="rId134" Type="http://schemas.openxmlformats.org/officeDocument/2006/relationships/customXml" Target="../ink/ink634.xml"/><Relationship Id="rId320" Type="http://schemas.openxmlformats.org/officeDocument/2006/relationships/customXml" Target="../ink/ink726.xml"/><Relationship Id="rId80" Type="http://schemas.openxmlformats.org/officeDocument/2006/relationships/customXml" Target="../ink/ink607.xml"/><Relationship Id="rId155" Type="http://schemas.openxmlformats.org/officeDocument/2006/relationships/image" Target="../media/image10310.png"/><Relationship Id="rId176" Type="http://schemas.openxmlformats.org/officeDocument/2006/relationships/customXml" Target="../ink/ink655.xml"/><Relationship Id="rId197" Type="http://schemas.openxmlformats.org/officeDocument/2006/relationships/image" Target="../media/image12110.png"/><Relationship Id="rId341" Type="http://schemas.openxmlformats.org/officeDocument/2006/relationships/image" Target="../media/image295.png"/><Relationship Id="rId362" Type="http://schemas.openxmlformats.org/officeDocument/2006/relationships/customXml" Target="../ink/ink747.xml"/><Relationship Id="rId383" Type="http://schemas.openxmlformats.org/officeDocument/2006/relationships/image" Target="../media/image316.png"/><Relationship Id="rId201" Type="http://schemas.openxmlformats.org/officeDocument/2006/relationships/image" Target="../media/image12310.png"/><Relationship Id="rId222" Type="http://schemas.openxmlformats.org/officeDocument/2006/relationships/customXml" Target="../ink/ink677.xml"/><Relationship Id="rId243" Type="http://schemas.openxmlformats.org/officeDocument/2006/relationships/image" Target="../media/image1440.png"/><Relationship Id="rId264" Type="http://schemas.openxmlformats.org/officeDocument/2006/relationships/customXml" Target="../ink/ink698.xml"/><Relationship Id="rId285" Type="http://schemas.openxmlformats.org/officeDocument/2006/relationships/image" Target="../media/image1950.png"/><Relationship Id="rId17" Type="http://schemas.openxmlformats.org/officeDocument/2006/relationships/image" Target="../media/image217.png"/><Relationship Id="rId38" Type="http://schemas.openxmlformats.org/officeDocument/2006/relationships/customXml" Target="../ink/ink586.xml"/><Relationship Id="rId59" Type="http://schemas.openxmlformats.org/officeDocument/2006/relationships/image" Target="../media/image238.png"/><Relationship Id="rId103" Type="http://schemas.openxmlformats.org/officeDocument/2006/relationships/image" Target="../media/image7710.png"/><Relationship Id="rId124" Type="http://schemas.openxmlformats.org/officeDocument/2006/relationships/customXml" Target="../ink/ink629.xml"/><Relationship Id="rId310" Type="http://schemas.openxmlformats.org/officeDocument/2006/relationships/customXml" Target="../ink/ink721.xml"/><Relationship Id="rId70" Type="http://schemas.openxmlformats.org/officeDocument/2006/relationships/customXml" Target="../ink/ink602.xml"/><Relationship Id="rId91" Type="http://schemas.openxmlformats.org/officeDocument/2006/relationships/image" Target="../media/image7110.png"/><Relationship Id="rId145" Type="http://schemas.openxmlformats.org/officeDocument/2006/relationships/image" Target="../media/image9810.png"/><Relationship Id="rId166" Type="http://schemas.openxmlformats.org/officeDocument/2006/relationships/customXml" Target="../ink/ink650.xml"/><Relationship Id="rId187" Type="http://schemas.openxmlformats.org/officeDocument/2006/relationships/image" Target="../media/image263.png"/><Relationship Id="rId331" Type="http://schemas.openxmlformats.org/officeDocument/2006/relationships/image" Target="../media/image290.png"/><Relationship Id="rId352" Type="http://schemas.openxmlformats.org/officeDocument/2006/relationships/customXml" Target="../ink/ink742.xml"/><Relationship Id="rId373" Type="http://schemas.openxmlformats.org/officeDocument/2006/relationships/image" Target="../media/image31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73.xml"/><Relationship Id="rId233" Type="http://schemas.openxmlformats.org/officeDocument/2006/relationships/image" Target="../media/image1390.png"/><Relationship Id="rId254" Type="http://schemas.openxmlformats.org/officeDocument/2006/relationships/customXml" Target="../ink/ink693.xml"/><Relationship Id="rId28" Type="http://schemas.openxmlformats.org/officeDocument/2006/relationships/customXml" Target="../ink/ink581.xml"/><Relationship Id="rId49" Type="http://schemas.openxmlformats.org/officeDocument/2006/relationships/image" Target="../media/image233.png"/><Relationship Id="rId114" Type="http://schemas.openxmlformats.org/officeDocument/2006/relationships/customXml" Target="../ink/ink624.xml"/><Relationship Id="rId275" Type="http://schemas.openxmlformats.org/officeDocument/2006/relationships/image" Target="../media/image1750.png"/><Relationship Id="rId296" Type="http://schemas.openxmlformats.org/officeDocument/2006/relationships/customXml" Target="../ink/ink714.xml"/><Relationship Id="rId300" Type="http://schemas.openxmlformats.org/officeDocument/2006/relationships/customXml" Target="../ink/ink716.xml"/><Relationship Id="rId60" Type="http://schemas.openxmlformats.org/officeDocument/2006/relationships/customXml" Target="../ink/ink597.xml"/><Relationship Id="rId81" Type="http://schemas.openxmlformats.org/officeDocument/2006/relationships/image" Target="../media/image1261.png"/><Relationship Id="rId135" Type="http://schemas.openxmlformats.org/officeDocument/2006/relationships/image" Target="../media/image9310.png"/><Relationship Id="rId156" Type="http://schemas.openxmlformats.org/officeDocument/2006/relationships/customXml" Target="../ink/ink645.xml"/><Relationship Id="rId177" Type="http://schemas.openxmlformats.org/officeDocument/2006/relationships/image" Target="../media/image258.png"/><Relationship Id="rId198" Type="http://schemas.openxmlformats.org/officeDocument/2006/relationships/customXml" Target="../ink/ink666.xml"/><Relationship Id="rId321" Type="http://schemas.openxmlformats.org/officeDocument/2006/relationships/image" Target="../media/image285.png"/><Relationship Id="rId342" Type="http://schemas.openxmlformats.org/officeDocument/2006/relationships/customXml" Target="../ink/ink737.xml"/><Relationship Id="rId363" Type="http://schemas.openxmlformats.org/officeDocument/2006/relationships/image" Target="../media/image306.png"/><Relationship Id="rId384" Type="http://schemas.openxmlformats.org/officeDocument/2006/relationships/customXml" Target="../ink/ink758.xml"/><Relationship Id="rId202" Type="http://schemas.openxmlformats.org/officeDocument/2006/relationships/customXml" Target="../ink/ink668.xml"/><Relationship Id="rId223" Type="http://schemas.openxmlformats.org/officeDocument/2006/relationships/image" Target="../media/image1340.png"/><Relationship Id="rId244" Type="http://schemas.openxmlformats.org/officeDocument/2006/relationships/customXml" Target="../ink/ink688.xml"/><Relationship Id="rId18" Type="http://schemas.openxmlformats.org/officeDocument/2006/relationships/customXml" Target="../ink/ink576.xml"/><Relationship Id="rId39" Type="http://schemas.openxmlformats.org/officeDocument/2006/relationships/image" Target="../media/image228.png"/><Relationship Id="rId265" Type="http://schemas.openxmlformats.org/officeDocument/2006/relationships/image" Target="../media/image1620.png"/><Relationship Id="rId286" Type="http://schemas.openxmlformats.org/officeDocument/2006/relationships/customXml" Target="../ink/ink709.xml"/><Relationship Id="rId50" Type="http://schemas.openxmlformats.org/officeDocument/2006/relationships/customXml" Target="../ink/ink592.xml"/><Relationship Id="rId104" Type="http://schemas.openxmlformats.org/officeDocument/2006/relationships/customXml" Target="../ink/ink619.xml"/><Relationship Id="rId125" Type="http://schemas.openxmlformats.org/officeDocument/2006/relationships/image" Target="../media/image8810.png"/><Relationship Id="rId146" Type="http://schemas.openxmlformats.org/officeDocument/2006/relationships/customXml" Target="../ink/ink640.xml"/><Relationship Id="rId167" Type="http://schemas.openxmlformats.org/officeDocument/2006/relationships/image" Target="../media/image253.png"/><Relationship Id="rId188" Type="http://schemas.openxmlformats.org/officeDocument/2006/relationships/customXml" Target="../ink/ink661.xml"/><Relationship Id="rId311" Type="http://schemas.openxmlformats.org/officeDocument/2006/relationships/image" Target="../media/image280.png"/><Relationship Id="rId332" Type="http://schemas.openxmlformats.org/officeDocument/2006/relationships/customXml" Target="../ink/ink732.xml"/><Relationship Id="rId353" Type="http://schemas.openxmlformats.org/officeDocument/2006/relationships/image" Target="../media/image301.png"/><Relationship Id="rId374" Type="http://schemas.openxmlformats.org/officeDocument/2006/relationships/customXml" Target="../ink/ink753.xml"/><Relationship Id="rId71" Type="http://schemas.openxmlformats.org/officeDocument/2006/relationships/image" Target="../media/image244.png"/><Relationship Id="rId92" Type="http://schemas.openxmlformats.org/officeDocument/2006/relationships/customXml" Target="../ink/ink613.xml"/><Relationship Id="rId234" Type="http://schemas.openxmlformats.org/officeDocument/2006/relationships/customXml" Target="../ink/ink683.xml"/><Relationship Id="rId2" Type="http://schemas.openxmlformats.org/officeDocument/2006/relationships/customXml" Target="../ink/ink568.xml"/><Relationship Id="rId29" Type="http://schemas.openxmlformats.org/officeDocument/2006/relationships/image" Target="../media/image223.png"/><Relationship Id="rId255" Type="http://schemas.openxmlformats.org/officeDocument/2006/relationships/image" Target="../media/image1500.png"/><Relationship Id="rId276" Type="http://schemas.openxmlformats.org/officeDocument/2006/relationships/customXml" Target="../ink/ink704.xml"/><Relationship Id="rId297" Type="http://schemas.openxmlformats.org/officeDocument/2006/relationships/image" Target="../media/image273.png"/><Relationship Id="rId40" Type="http://schemas.openxmlformats.org/officeDocument/2006/relationships/customXml" Target="../ink/ink587.xml"/><Relationship Id="rId115" Type="http://schemas.openxmlformats.org/officeDocument/2006/relationships/image" Target="../media/image8310.png"/><Relationship Id="rId136" Type="http://schemas.openxmlformats.org/officeDocument/2006/relationships/customXml" Target="../ink/ink635.xml"/><Relationship Id="rId157" Type="http://schemas.openxmlformats.org/officeDocument/2006/relationships/image" Target="../media/image209.png"/><Relationship Id="rId178" Type="http://schemas.openxmlformats.org/officeDocument/2006/relationships/customXml" Target="../ink/ink656.xml"/><Relationship Id="rId301" Type="http://schemas.openxmlformats.org/officeDocument/2006/relationships/image" Target="../media/image275.png"/><Relationship Id="rId322" Type="http://schemas.openxmlformats.org/officeDocument/2006/relationships/customXml" Target="../ink/ink727.xml"/><Relationship Id="rId343" Type="http://schemas.openxmlformats.org/officeDocument/2006/relationships/image" Target="../media/image296.png"/><Relationship Id="rId364" Type="http://schemas.openxmlformats.org/officeDocument/2006/relationships/customXml" Target="../ink/ink748.xml"/><Relationship Id="rId61" Type="http://schemas.openxmlformats.org/officeDocument/2006/relationships/image" Target="../media/image239.png"/><Relationship Id="rId82" Type="http://schemas.openxmlformats.org/officeDocument/2006/relationships/customXml" Target="../ink/ink608.xml"/><Relationship Id="rId199" Type="http://schemas.openxmlformats.org/officeDocument/2006/relationships/image" Target="../media/image12210.png"/><Relationship Id="rId203" Type="http://schemas.openxmlformats.org/officeDocument/2006/relationships/image" Target="../media/image12410.png"/><Relationship Id="rId385" Type="http://schemas.openxmlformats.org/officeDocument/2006/relationships/image" Target="../media/image317.png"/><Relationship Id="rId19" Type="http://schemas.openxmlformats.org/officeDocument/2006/relationships/image" Target="../media/image218.png"/><Relationship Id="rId224" Type="http://schemas.openxmlformats.org/officeDocument/2006/relationships/customXml" Target="../ink/ink678.xml"/><Relationship Id="rId245" Type="http://schemas.openxmlformats.org/officeDocument/2006/relationships/image" Target="../media/image1450.png"/><Relationship Id="rId266" Type="http://schemas.openxmlformats.org/officeDocument/2006/relationships/customXml" Target="../ink/ink699.xml"/><Relationship Id="rId287" Type="http://schemas.openxmlformats.org/officeDocument/2006/relationships/image" Target="../media/image268.png"/><Relationship Id="rId30" Type="http://schemas.openxmlformats.org/officeDocument/2006/relationships/customXml" Target="../ink/ink582.xml"/><Relationship Id="rId105" Type="http://schemas.openxmlformats.org/officeDocument/2006/relationships/image" Target="../media/image7810.png"/><Relationship Id="rId126" Type="http://schemas.openxmlformats.org/officeDocument/2006/relationships/customXml" Target="../ink/ink630.xml"/><Relationship Id="rId147" Type="http://schemas.openxmlformats.org/officeDocument/2006/relationships/image" Target="../media/image9910.png"/><Relationship Id="rId168" Type="http://schemas.openxmlformats.org/officeDocument/2006/relationships/customXml" Target="../ink/ink651.xml"/><Relationship Id="rId312" Type="http://schemas.openxmlformats.org/officeDocument/2006/relationships/customXml" Target="../ink/ink722.xml"/><Relationship Id="rId333" Type="http://schemas.openxmlformats.org/officeDocument/2006/relationships/image" Target="../media/image291.png"/><Relationship Id="rId354" Type="http://schemas.openxmlformats.org/officeDocument/2006/relationships/customXml" Target="../ink/ink743.xml"/><Relationship Id="rId51" Type="http://schemas.openxmlformats.org/officeDocument/2006/relationships/image" Target="../media/image234.png"/><Relationship Id="rId72" Type="http://schemas.openxmlformats.org/officeDocument/2006/relationships/customXml" Target="../ink/ink603.xml"/><Relationship Id="rId93" Type="http://schemas.openxmlformats.org/officeDocument/2006/relationships/image" Target="../media/image7210.png"/><Relationship Id="rId189" Type="http://schemas.openxmlformats.org/officeDocument/2006/relationships/image" Target="../media/image264.png"/><Relationship Id="rId375" Type="http://schemas.openxmlformats.org/officeDocument/2006/relationships/image" Target="../media/image312.png"/><Relationship Id="rId3" Type="http://schemas.openxmlformats.org/officeDocument/2006/relationships/image" Target="../media/image210.png"/><Relationship Id="rId235" Type="http://schemas.openxmlformats.org/officeDocument/2006/relationships/image" Target="../media/image1400.png"/><Relationship Id="rId256" Type="http://schemas.openxmlformats.org/officeDocument/2006/relationships/customXml" Target="../ink/ink694.xml"/><Relationship Id="rId277" Type="http://schemas.openxmlformats.org/officeDocument/2006/relationships/image" Target="../media/image1760.png"/><Relationship Id="rId298" Type="http://schemas.openxmlformats.org/officeDocument/2006/relationships/customXml" Target="../ink/ink715.xml"/><Relationship Id="rId116" Type="http://schemas.openxmlformats.org/officeDocument/2006/relationships/customXml" Target="../ink/ink625.xml"/><Relationship Id="rId137" Type="http://schemas.openxmlformats.org/officeDocument/2006/relationships/image" Target="../media/image9410.png"/><Relationship Id="rId158" Type="http://schemas.openxmlformats.org/officeDocument/2006/relationships/customXml" Target="../ink/ink646.xml"/><Relationship Id="rId302" Type="http://schemas.openxmlformats.org/officeDocument/2006/relationships/customXml" Target="../ink/ink717.xml"/><Relationship Id="rId323" Type="http://schemas.openxmlformats.org/officeDocument/2006/relationships/image" Target="../media/image286.png"/><Relationship Id="rId344" Type="http://schemas.openxmlformats.org/officeDocument/2006/relationships/customXml" Target="../ink/ink738.xml"/><Relationship Id="rId20" Type="http://schemas.openxmlformats.org/officeDocument/2006/relationships/customXml" Target="../ink/ink577.xml"/><Relationship Id="rId41" Type="http://schemas.openxmlformats.org/officeDocument/2006/relationships/image" Target="../media/image229.png"/><Relationship Id="rId62" Type="http://schemas.openxmlformats.org/officeDocument/2006/relationships/customXml" Target="../ink/ink598.xml"/><Relationship Id="rId83" Type="http://schemas.openxmlformats.org/officeDocument/2006/relationships/image" Target="../media/image6710.png"/><Relationship Id="rId179" Type="http://schemas.openxmlformats.org/officeDocument/2006/relationships/image" Target="../media/image259.png"/><Relationship Id="rId365" Type="http://schemas.openxmlformats.org/officeDocument/2006/relationships/image" Target="../media/image307.png"/><Relationship Id="rId386" Type="http://schemas.openxmlformats.org/officeDocument/2006/relationships/customXml" Target="../ink/ink759.xml"/><Relationship Id="rId190" Type="http://schemas.openxmlformats.org/officeDocument/2006/relationships/customXml" Target="../ink/ink662.xml"/><Relationship Id="rId204" Type="http://schemas.openxmlformats.org/officeDocument/2006/relationships/customXml" Target="../ink/ink669.xml"/><Relationship Id="rId225" Type="http://schemas.openxmlformats.org/officeDocument/2006/relationships/image" Target="../media/image1350.png"/><Relationship Id="rId246" Type="http://schemas.openxmlformats.org/officeDocument/2006/relationships/customXml" Target="../ink/ink689.xml"/><Relationship Id="rId267" Type="http://schemas.openxmlformats.org/officeDocument/2006/relationships/image" Target="../media/image1630.png"/><Relationship Id="rId288" Type="http://schemas.openxmlformats.org/officeDocument/2006/relationships/customXml" Target="../ink/ink710.xml"/><Relationship Id="rId106" Type="http://schemas.openxmlformats.org/officeDocument/2006/relationships/customXml" Target="../ink/ink620.xml"/><Relationship Id="rId127" Type="http://schemas.openxmlformats.org/officeDocument/2006/relationships/image" Target="../media/image8910.png"/><Relationship Id="rId313" Type="http://schemas.openxmlformats.org/officeDocument/2006/relationships/image" Target="../media/image281.png"/><Relationship Id="rId10" Type="http://schemas.openxmlformats.org/officeDocument/2006/relationships/customXml" Target="../ink/ink572.xml"/><Relationship Id="rId31" Type="http://schemas.openxmlformats.org/officeDocument/2006/relationships/image" Target="../media/image224.png"/><Relationship Id="rId52" Type="http://schemas.openxmlformats.org/officeDocument/2006/relationships/customXml" Target="../ink/ink593.xml"/><Relationship Id="rId73" Type="http://schemas.openxmlformats.org/officeDocument/2006/relationships/image" Target="../media/image245.png"/><Relationship Id="rId94" Type="http://schemas.openxmlformats.org/officeDocument/2006/relationships/customXml" Target="../ink/ink614.xml"/><Relationship Id="rId148" Type="http://schemas.openxmlformats.org/officeDocument/2006/relationships/customXml" Target="../ink/ink641.xml"/><Relationship Id="rId169" Type="http://schemas.openxmlformats.org/officeDocument/2006/relationships/image" Target="../media/image254.png"/><Relationship Id="rId334" Type="http://schemas.openxmlformats.org/officeDocument/2006/relationships/customXml" Target="../ink/ink733.xml"/><Relationship Id="rId355" Type="http://schemas.openxmlformats.org/officeDocument/2006/relationships/image" Target="../media/image302.png"/><Relationship Id="rId376" Type="http://schemas.openxmlformats.org/officeDocument/2006/relationships/customXml" Target="../ink/ink754.xml"/><Relationship Id="rId4" Type="http://schemas.openxmlformats.org/officeDocument/2006/relationships/customXml" Target="../ink/ink569.xml"/><Relationship Id="rId180" Type="http://schemas.openxmlformats.org/officeDocument/2006/relationships/customXml" Target="../ink/ink657.xml"/><Relationship Id="rId215" Type="http://schemas.openxmlformats.org/officeDocument/2006/relationships/image" Target="../media/image1300.png"/><Relationship Id="rId236" Type="http://schemas.openxmlformats.org/officeDocument/2006/relationships/customXml" Target="../ink/ink684.xml"/><Relationship Id="rId257" Type="http://schemas.openxmlformats.org/officeDocument/2006/relationships/image" Target="../media/image1511.png"/><Relationship Id="rId278" Type="http://schemas.openxmlformats.org/officeDocument/2006/relationships/customXml" Target="../ink/ink705.xml"/><Relationship Id="rId303" Type="http://schemas.openxmlformats.org/officeDocument/2006/relationships/image" Target="../media/image276.png"/><Relationship Id="rId42" Type="http://schemas.openxmlformats.org/officeDocument/2006/relationships/customXml" Target="../ink/ink588.xml"/><Relationship Id="rId84" Type="http://schemas.openxmlformats.org/officeDocument/2006/relationships/customXml" Target="../ink/ink609.xml"/><Relationship Id="rId138" Type="http://schemas.openxmlformats.org/officeDocument/2006/relationships/customXml" Target="../ink/ink636.xml"/><Relationship Id="rId345" Type="http://schemas.openxmlformats.org/officeDocument/2006/relationships/image" Target="../media/image297.png"/><Relationship Id="rId387" Type="http://schemas.openxmlformats.org/officeDocument/2006/relationships/image" Target="../media/image318.png"/><Relationship Id="rId191" Type="http://schemas.openxmlformats.org/officeDocument/2006/relationships/image" Target="../media/image265.png"/><Relationship Id="rId205" Type="http://schemas.openxmlformats.org/officeDocument/2006/relationships/image" Target="../media/image12510.png"/><Relationship Id="rId247" Type="http://schemas.openxmlformats.org/officeDocument/2006/relationships/image" Target="../media/image1460.png"/><Relationship Id="rId107" Type="http://schemas.openxmlformats.org/officeDocument/2006/relationships/image" Target="../media/image7910.png"/><Relationship Id="rId289" Type="http://schemas.openxmlformats.org/officeDocument/2006/relationships/image" Target="../media/image269.png"/><Relationship Id="rId11" Type="http://schemas.openxmlformats.org/officeDocument/2006/relationships/image" Target="../media/image214.png"/><Relationship Id="rId53" Type="http://schemas.openxmlformats.org/officeDocument/2006/relationships/image" Target="../media/image235.png"/><Relationship Id="rId149" Type="http://schemas.openxmlformats.org/officeDocument/2006/relationships/image" Target="../media/image10010.png"/><Relationship Id="rId314" Type="http://schemas.openxmlformats.org/officeDocument/2006/relationships/customXml" Target="../ink/ink723.xml"/><Relationship Id="rId356" Type="http://schemas.openxmlformats.org/officeDocument/2006/relationships/customXml" Target="../ink/ink744.xml"/><Relationship Id="rId95" Type="http://schemas.openxmlformats.org/officeDocument/2006/relationships/image" Target="../media/image7310.png"/><Relationship Id="rId160" Type="http://schemas.openxmlformats.org/officeDocument/2006/relationships/customXml" Target="../ink/ink647.xml"/><Relationship Id="rId216" Type="http://schemas.openxmlformats.org/officeDocument/2006/relationships/customXml" Target="../ink/ink674.xml"/><Relationship Id="rId258" Type="http://schemas.openxmlformats.org/officeDocument/2006/relationships/customXml" Target="../ink/ink695.xml"/><Relationship Id="rId22" Type="http://schemas.openxmlformats.org/officeDocument/2006/relationships/customXml" Target="../ink/ink578.xml"/><Relationship Id="rId64" Type="http://schemas.openxmlformats.org/officeDocument/2006/relationships/customXml" Target="../ink/ink599.xml"/><Relationship Id="rId118" Type="http://schemas.openxmlformats.org/officeDocument/2006/relationships/customXml" Target="../ink/ink626.xml"/><Relationship Id="rId325" Type="http://schemas.openxmlformats.org/officeDocument/2006/relationships/image" Target="../media/image287.png"/><Relationship Id="rId367" Type="http://schemas.openxmlformats.org/officeDocument/2006/relationships/image" Target="../media/image308.png"/><Relationship Id="rId171" Type="http://schemas.openxmlformats.org/officeDocument/2006/relationships/image" Target="../media/image255.png"/><Relationship Id="rId227" Type="http://schemas.openxmlformats.org/officeDocument/2006/relationships/image" Target="../media/image1360.png"/><Relationship Id="rId269" Type="http://schemas.openxmlformats.org/officeDocument/2006/relationships/image" Target="../media/image1720.png"/><Relationship Id="rId33" Type="http://schemas.openxmlformats.org/officeDocument/2006/relationships/image" Target="../media/image225.png"/><Relationship Id="rId129" Type="http://schemas.openxmlformats.org/officeDocument/2006/relationships/image" Target="../media/image9010.png"/><Relationship Id="rId280" Type="http://schemas.openxmlformats.org/officeDocument/2006/relationships/customXml" Target="../ink/ink706.xml"/><Relationship Id="rId336" Type="http://schemas.openxmlformats.org/officeDocument/2006/relationships/customXml" Target="../ink/ink734.xml"/><Relationship Id="rId75" Type="http://schemas.openxmlformats.org/officeDocument/2006/relationships/image" Target="../media/image246.png"/><Relationship Id="rId140" Type="http://schemas.openxmlformats.org/officeDocument/2006/relationships/customXml" Target="../ink/ink637.xml"/><Relationship Id="rId182" Type="http://schemas.openxmlformats.org/officeDocument/2006/relationships/customXml" Target="../ink/ink658.xml"/><Relationship Id="rId378" Type="http://schemas.openxmlformats.org/officeDocument/2006/relationships/customXml" Target="../ink/ink755.xml"/><Relationship Id="rId6" Type="http://schemas.openxmlformats.org/officeDocument/2006/relationships/customXml" Target="../ink/ink570.xml"/><Relationship Id="rId238" Type="http://schemas.openxmlformats.org/officeDocument/2006/relationships/customXml" Target="../ink/ink685.xml"/><Relationship Id="rId291" Type="http://schemas.openxmlformats.org/officeDocument/2006/relationships/image" Target="../media/image270.png"/><Relationship Id="rId305" Type="http://schemas.openxmlformats.org/officeDocument/2006/relationships/image" Target="../media/image277.png"/><Relationship Id="rId347" Type="http://schemas.openxmlformats.org/officeDocument/2006/relationships/image" Target="../media/image298.png"/><Relationship Id="rId44" Type="http://schemas.openxmlformats.org/officeDocument/2006/relationships/customXml" Target="../ink/ink589.xml"/><Relationship Id="rId86" Type="http://schemas.openxmlformats.org/officeDocument/2006/relationships/customXml" Target="../ink/ink610.xml"/><Relationship Id="rId151" Type="http://schemas.openxmlformats.org/officeDocument/2006/relationships/image" Target="../media/image10110.png"/><Relationship Id="rId389" Type="http://schemas.openxmlformats.org/officeDocument/2006/relationships/image" Target="../media/image319.png"/><Relationship Id="rId193" Type="http://schemas.openxmlformats.org/officeDocument/2006/relationships/image" Target="../media/image266.png"/><Relationship Id="rId207" Type="http://schemas.openxmlformats.org/officeDocument/2006/relationships/image" Target="../media/image1263.png"/><Relationship Id="rId249" Type="http://schemas.openxmlformats.org/officeDocument/2006/relationships/image" Target="../media/image1470.png"/><Relationship Id="rId13" Type="http://schemas.openxmlformats.org/officeDocument/2006/relationships/image" Target="../media/image215.png"/><Relationship Id="rId109" Type="http://schemas.openxmlformats.org/officeDocument/2006/relationships/image" Target="../media/image8010.png"/><Relationship Id="rId260" Type="http://schemas.openxmlformats.org/officeDocument/2006/relationships/customXml" Target="../ink/ink696.xml"/><Relationship Id="rId316" Type="http://schemas.openxmlformats.org/officeDocument/2006/relationships/customXml" Target="../ink/ink724.xml"/><Relationship Id="rId55" Type="http://schemas.openxmlformats.org/officeDocument/2006/relationships/image" Target="../media/image236.png"/><Relationship Id="rId97" Type="http://schemas.openxmlformats.org/officeDocument/2006/relationships/image" Target="../media/image7410.png"/><Relationship Id="rId120" Type="http://schemas.openxmlformats.org/officeDocument/2006/relationships/customXml" Target="../ink/ink627.xml"/><Relationship Id="rId358" Type="http://schemas.openxmlformats.org/officeDocument/2006/relationships/customXml" Target="../ink/ink745.xml"/><Relationship Id="rId162" Type="http://schemas.openxmlformats.org/officeDocument/2006/relationships/customXml" Target="../ink/ink648.xml"/><Relationship Id="rId218" Type="http://schemas.openxmlformats.org/officeDocument/2006/relationships/customXml" Target="../ink/ink675.xml"/><Relationship Id="rId271" Type="http://schemas.openxmlformats.org/officeDocument/2006/relationships/image" Target="../media/image1730.png"/><Relationship Id="rId24" Type="http://schemas.openxmlformats.org/officeDocument/2006/relationships/customXml" Target="../ink/ink579.xml"/><Relationship Id="rId66" Type="http://schemas.openxmlformats.org/officeDocument/2006/relationships/customXml" Target="../ink/ink600.xml"/><Relationship Id="rId131" Type="http://schemas.openxmlformats.org/officeDocument/2006/relationships/image" Target="../media/image9110.png"/><Relationship Id="rId327" Type="http://schemas.openxmlformats.org/officeDocument/2006/relationships/image" Target="../media/image288.png"/><Relationship Id="rId369" Type="http://schemas.openxmlformats.org/officeDocument/2006/relationships/image" Target="../media/image309.png"/><Relationship Id="rId173" Type="http://schemas.openxmlformats.org/officeDocument/2006/relationships/image" Target="../media/image256.png"/><Relationship Id="rId229" Type="http://schemas.openxmlformats.org/officeDocument/2006/relationships/image" Target="../media/image1370.png"/><Relationship Id="rId380" Type="http://schemas.openxmlformats.org/officeDocument/2006/relationships/customXml" Target="../ink/ink756.xml"/><Relationship Id="rId240" Type="http://schemas.openxmlformats.org/officeDocument/2006/relationships/customXml" Target="../ink/ink686.xml"/><Relationship Id="rId35" Type="http://schemas.openxmlformats.org/officeDocument/2006/relationships/image" Target="../media/image226.png"/><Relationship Id="rId77" Type="http://schemas.openxmlformats.org/officeDocument/2006/relationships/image" Target="../media/image247.png"/><Relationship Id="rId100" Type="http://schemas.openxmlformats.org/officeDocument/2006/relationships/customXml" Target="../ink/ink617.xml"/><Relationship Id="rId282" Type="http://schemas.openxmlformats.org/officeDocument/2006/relationships/customXml" Target="../ink/ink707.xml"/><Relationship Id="rId338" Type="http://schemas.openxmlformats.org/officeDocument/2006/relationships/customXml" Target="../ink/ink735.xml"/><Relationship Id="rId8" Type="http://schemas.openxmlformats.org/officeDocument/2006/relationships/customXml" Target="../ink/ink571.xml"/><Relationship Id="rId142" Type="http://schemas.openxmlformats.org/officeDocument/2006/relationships/customXml" Target="../ink/ink638.xml"/><Relationship Id="rId184" Type="http://schemas.openxmlformats.org/officeDocument/2006/relationships/customXml" Target="../ink/ink659.xml"/><Relationship Id="rId391" Type="http://schemas.openxmlformats.org/officeDocument/2006/relationships/image" Target="../media/image320.png"/><Relationship Id="rId251" Type="http://schemas.openxmlformats.org/officeDocument/2006/relationships/image" Target="../media/image1480.png"/><Relationship Id="rId46" Type="http://schemas.openxmlformats.org/officeDocument/2006/relationships/customXml" Target="../ink/ink590.xml"/><Relationship Id="rId293" Type="http://schemas.openxmlformats.org/officeDocument/2006/relationships/image" Target="../media/image271.png"/><Relationship Id="rId307" Type="http://schemas.openxmlformats.org/officeDocument/2006/relationships/image" Target="../media/image278.png"/><Relationship Id="rId349" Type="http://schemas.openxmlformats.org/officeDocument/2006/relationships/image" Target="../media/image299.png"/><Relationship Id="rId88" Type="http://schemas.openxmlformats.org/officeDocument/2006/relationships/customXml" Target="../ink/ink611.xml"/><Relationship Id="rId111" Type="http://schemas.openxmlformats.org/officeDocument/2006/relationships/image" Target="../media/image8110.png"/><Relationship Id="rId153" Type="http://schemas.openxmlformats.org/officeDocument/2006/relationships/image" Target="../media/image10210.png"/><Relationship Id="rId195" Type="http://schemas.openxmlformats.org/officeDocument/2006/relationships/image" Target="../media/image267.png"/><Relationship Id="rId209" Type="http://schemas.openxmlformats.org/officeDocument/2006/relationships/image" Target="../media/image1270.png"/><Relationship Id="rId360" Type="http://schemas.openxmlformats.org/officeDocument/2006/relationships/customXml" Target="../ink/ink746.xml"/><Relationship Id="rId220" Type="http://schemas.openxmlformats.org/officeDocument/2006/relationships/customXml" Target="../ink/ink676.xml"/><Relationship Id="rId15" Type="http://schemas.openxmlformats.org/officeDocument/2006/relationships/image" Target="../media/image216.png"/><Relationship Id="rId57" Type="http://schemas.openxmlformats.org/officeDocument/2006/relationships/image" Target="../media/image237.png"/><Relationship Id="rId262" Type="http://schemas.openxmlformats.org/officeDocument/2006/relationships/customXml" Target="../ink/ink697.xml"/><Relationship Id="rId318" Type="http://schemas.openxmlformats.org/officeDocument/2006/relationships/customXml" Target="../ink/ink725.xml"/><Relationship Id="rId99" Type="http://schemas.openxmlformats.org/officeDocument/2006/relationships/image" Target="../media/image7510.png"/><Relationship Id="rId122" Type="http://schemas.openxmlformats.org/officeDocument/2006/relationships/customXml" Target="../ink/ink628.xml"/><Relationship Id="rId164" Type="http://schemas.openxmlformats.org/officeDocument/2006/relationships/customXml" Target="../ink/ink649.xml"/><Relationship Id="rId371" Type="http://schemas.openxmlformats.org/officeDocument/2006/relationships/image" Target="../media/image310.png"/><Relationship Id="rId26" Type="http://schemas.openxmlformats.org/officeDocument/2006/relationships/customXml" Target="../ink/ink580.xml"/><Relationship Id="rId231" Type="http://schemas.openxmlformats.org/officeDocument/2006/relationships/image" Target="../media/image1380.png"/><Relationship Id="rId273" Type="http://schemas.openxmlformats.org/officeDocument/2006/relationships/image" Target="../media/image1740.png"/><Relationship Id="rId329" Type="http://schemas.openxmlformats.org/officeDocument/2006/relationships/image" Target="../media/image289.png"/><Relationship Id="rId68" Type="http://schemas.openxmlformats.org/officeDocument/2006/relationships/customXml" Target="../ink/ink601.xml"/><Relationship Id="rId133" Type="http://schemas.openxmlformats.org/officeDocument/2006/relationships/image" Target="../media/image9210.png"/><Relationship Id="rId175" Type="http://schemas.openxmlformats.org/officeDocument/2006/relationships/image" Target="../media/image257.png"/><Relationship Id="rId340" Type="http://schemas.openxmlformats.org/officeDocument/2006/relationships/customXml" Target="../ink/ink736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6.png"/><Relationship Id="rId299" Type="http://schemas.openxmlformats.org/officeDocument/2006/relationships/image" Target="../media/image384.png"/><Relationship Id="rId21" Type="http://schemas.openxmlformats.org/officeDocument/2006/relationships/image" Target="../media/image329.png"/><Relationship Id="rId63" Type="http://schemas.openxmlformats.org/officeDocument/2006/relationships/image" Target="../media/image350.png"/><Relationship Id="rId324" Type="http://schemas.openxmlformats.org/officeDocument/2006/relationships/customXml" Target="../ink/ink898.xml"/><Relationship Id="rId226" Type="http://schemas.openxmlformats.org/officeDocument/2006/relationships/customXml" Target="../ink/ink849.xml"/><Relationship Id="rId268" Type="http://schemas.openxmlformats.org/officeDocument/2006/relationships/customXml" Target="../ink/ink870.xml"/><Relationship Id="rId32" Type="http://schemas.openxmlformats.org/officeDocument/2006/relationships/customXml" Target="../ink/ink777.xml"/><Relationship Id="rId74" Type="http://schemas.openxmlformats.org/officeDocument/2006/relationships/customXml" Target="../ink/ink798.xml"/><Relationship Id="rId128" Type="http://schemas.openxmlformats.org/officeDocument/2006/relationships/customXml" Target="../ink/ink825.xml"/><Relationship Id="rId335" Type="http://schemas.openxmlformats.org/officeDocument/2006/relationships/image" Target="../media/image407.png"/><Relationship Id="rId5" Type="http://schemas.openxmlformats.org/officeDocument/2006/relationships/image" Target="../media/image321.png"/><Relationship Id="rId237" Type="http://schemas.openxmlformats.org/officeDocument/2006/relationships/image" Target="../media/image436.png"/><Relationship Id="rId279" Type="http://schemas.openxmlformats.org/officeDocument/2006/relationships/image" Target="../media/image457.png"/><Relationship Id="rId43" Type="http://schemas.openxmlformats.org/officeDocument/2006/relationships/image" Target="../media/image340.png"/><Relationship Id="rId290" Type="http://schemas.openxmlformats.org/officeDocument/2006/relationships/customXml" Target="../ink/ink881.xml"/><Relationship Id="rId304" Type="http://schemas.openxmlformats.org/officeDocument/2006/relationships/customXml" Target="../ink/ink888.xml"/><Relationship Id="rId85" Type="http://schemas.openxmlformats.org/officeDocument/2006/relationships/image" Target="../media/image360.png"/><Relationship Id="rId150" Type="http://schemas.openxmlformats.org/officeDocument/2006/relationships/customXml" Target="../ink/ink828.xml"/><Relationship Id="rId192" Type="http://schemas.openxmlformats.org/officeDocument/2006/relationships/customXml" Target="../ink/ink832.xml"/><Relationship Id="rId206" Type="http://schemas.openxmlformats.org/officeDocument/2006/relationships/customXml" Target="../ink/ink839.xml"/><Relationship Id="rId248" Type="http://schemas.openxmlformats.org/officeDocument/2006/relationships/customXml" Target="../ink/ink860.xml"/><Relationship Id="rId12" Type="http://schemas.openxmlformats.org/officeDocument/2006/relationships/customXml" Target="../ink/ink767.xml"/><Relationship Id="rId33" Type="http://schemas.openxmlformats.org/officeDocument/2006/relationships/image" Target="../media/image335.png"/><Relationship Id="rId108" Type="http://schemas.openxmlformats.org/officeDocument/2006/relationships/customXml" Target="../ink/ink815.xml"/><Relationship Id="rId280" Type="http://schemas.openxmlformats.org/officeDocument/2006/relationships/customXml" Target="../ink/ink876.xml"/><Relationship Id="rId315" Type="http://schemas.openxmlformats.org/officeDocument/2006/relationships/image" Target="../media/image397.png"/><Relationship Id="rId336" Type="http://schemas.openxmlformats.org/officeDocument/2006/relationships/customXml" Target="../ink/ink904.xml"/><Relationship Id="rId54" Type="http://schemas.openxmlformats.org/officeDocument/2006/relationships/customXml" Target="../ink/ink788.xml"/><Relationship Id="rId75" Type="http://schemas.openxmlformats.org/officeDocument/2006/relationships/image" Target="../media/image355.png"/><Relationship Id="rId96" Type="http://schemas.openxmlformats.org/officeDocument/2006/relationships/customXml" Target="../ink/ink809.xml"/><Relationship Id="rId217" Type="http://schemas.openxmlformats.org/officeDocument/2006/relationships/image" Target="../media/image426.png"/><Relationship Id="rId6" Type="http://schemas.openxmlformats.org/officeDocument/2006/relationships/customXml" Target="../ink/ink764.xml"/><Relationship Id="rId238" Type="http://schemas.openxmlformats.org/officeDocument/2006/relationships/customXml" Target="../ink/ink855.xml"/><Relationship Id="rId259" Type="http://schemas.openxmlformats.org/officeDocument/2006/relationships/image" Target="../media/image447.png"/><Relationship Id="rId23" Type="http://schemas.openxmlformats.org/officeDocument/2006/relationships/image" Target="../media/image330.png"/><Relationship Id="rId119" Type="http://schemas.openxmlformats.org/officeDocument/2006/relationships/image" Target="../media/image377.png"/><Relationship Id="rId270" Type="http://schemas.openxmlformats.org/officeDocument/2006/relationships/customXml" Target="../ink/ink871.xml"/><Relationship Id="rId291" Type="http://schemas.openxmlformats.org/officeDocument/2006/relationships/image" Target="../media/image463.png"/><Relationship Id="rId305" Type="http://schemas.openxmlformats.org/officeDocument/2006/relationships/image" Target="../media/image388.png"/><Relationship Id="rId326" Type="http://schemas.openxmlformats.org/officeDocument/2006/relationships/customXml" Target="../ink/ink899.xml"/><Relationship Id="rId44" Type="http://schemas.openxmlformats.org/officeDocument/2006/relationships/customXml" Target="../ink/ink783.xml"/><Relationship Id="rId65" Type="http://schemas.openxmlformats.org/officeDocument/2006/relationships/image" Target="../media/image351.png"/><Relationship Id="rId86" Type="http://schemas.openxmlformats.org/officeDocument/2006/relationships/customXml" Target="../ink/ink804.xml"/><Relationship Id="rId151" Type="http://schemas.openxmlformats.org/officeDocument/2006/relationships/image" Target="../media/image393.png"/><Relationship Id="rId193" Type="http://schemas.openxmlformats.org/officeDocument/2006/relationships/image" Target="../media/image414.png"/><Relationship Id="rId207" Type="http://schemas.openxmlformats.org/officeDocument/2006/relationships/image" Target="../media/image421.png"/><Relationship Id="rId228" Type="http://schemas.openxmlformats.org/officeDocument/2006/relationships/customXml" Target="../ink/ink850.xml"/><Relationship Id="rId249" Type="http://schemas.openxmlformats.org/officeDocument/2006/relationships/image" Target="../media/image442.png"/><Relationship Id="rId13" Type="http://schemas.openxmlformats.org/officeDocument/2006/relationships/image" Target="../media/image325.png"/><Relationship Id="rId109" Type="http://schemas.openxmlformats.org/officeDocument/2006/relationships/image" Target="../media/image372.png"/><Relationship Id="rId260" Type="http://schemas.openxmlformats.org/officeDocument/2006/relationships/customXml" Target="../ink/ink866.xml"/><Relationship Id="rId281" Type="http://schemas.openxmlformats.org/officeDocument/2006/relationships/image" Target="../media/image458.png"/><Relationship Id="rId316" Type="http://schemas.openxmlformats.org/officeDocument/2006/relationships/customXml" Target="../ink/ink894.xml"/><Relationship Id="rId337" Type="http://schemas.openxmlformats.org/officeDocument/2006/relationships/image" Target="../media/image408.png"/><Relationship Id="rId34" Type="http://schemas.openxmlformats.org/officeDocument/2006/relationships/customXml" Target="../ink/ink778.xml"/><Relationship Id="rId55" Type="http://schemas.openxmlformats.org/officeDocument/2006/relationships/image" Target="../media/image346.png"/><Relationship Id="rId76" Type="http://schemas.openxmlformats.org/officeDocument/2006/relationships/customXml" Target="../ink/ink799.xml"/><Relationship Id="rId97" Type="http://schemas.openxmlformats.org/officeDocument/2006/relationships/image" Target="../media/image366.png"/><Relationship Id="rId120" Type="http://schemas.openxmlformats.org/officeDocument/2006/relationships/customXml" Target="../ink/ink821.xml"/><Relationship Id="rId7" Type="http://schemas.openxmlformats.org/officeDocument/2006/relationships/image" Target="../media/image322.png"/><Relationship Id="rId218" Type="http://schemas.openxmlformats.org/officeDocument/2006/relationships/customXml" Target="../ink/ink845.xml"/><Relationship Id="rId239" Type="http://schemas.openxmlformats.org/officeDocument/2006/relationships/image" Target="../media/image437.png"/><Relationship Id="rId250" Type="http://schemas.openxmlformats.org/officeDocument/2006/relationships/customXml" Target="../ink/ink861.xml"/><Relationship Id="rId271" Type="http://schemas.openxmlformats.org/officeDocument/2006/relationships/image" Target="../media/image453.png"/><Relationship Id="rId292" Type="http://schemas.openxmlformats.org/officeDocument/2006/relationships/customXml" Target="../ink/ink882.xml"/><Relationship Id="rId306" Type="http://schemas.openxmlformats.org/officeDocument/2006/relationships/customXml" Target="../ink/ink889.xml"/><Relationship Id="rId24" Type="http://schemas.openxmlformats.org/officeDocument/2006/relationships/customXml" Target="../ink/ink773.xml"/><Relationship Id="rId45" Type="http://schemas.openxmlformats.org/officeDocument/2006/relationships/image" Target="../media/image341.png"/><Relationship Id="rId66" Type="http://schemas.openxmlformats.org/officeDocument/2006/relationships/customXml" Target="../ink/ink794.xml"/><Relationship Id="rId87" Type="http://schemas.openxmlformats.org/officeDocument/2006/relationships/image" Target="../media/image361.png"/><Relationship Id="rId110" Type="http://schemas.openxmlformats.org/officeDocument/2006/relationships/customXml" Target="../ink/ink816.xml"/><Relationship Id="rId327" Type="http://schemas.openxmlformats.org/officeDocument/2006/relationships/image" Target="../media/image403.png"/><Relationship Id="rId152" Type="http://schemas.openxmlformats.org/officeDocument/2006/relationships/customXml" Target="../ink/ink829.xml"/><Relationship Id="rId194" Type="http://schemas.openxmlformats.org/officeDocument/2006/relationships/customXml" Target="../ink/ink833.xml"/><Relationship Id="rId208" Type="http://schemas.openxmlformats.org/officeDocument/2006/relationships/customXml" Target="../ink/ink840.xml"/><Relationship Id="rId229" Type="http://schemas.openxmlformats.org/officeDocument/2006/relationships/image" Target="../media/image432.png"/><Relationship Id="rId240" Type="http://schemas.openxmlformats.org/officeDocument/2006/relationships/customXml" Target="../ink/ink856.xml"/><Relationship Id="rId261" Type="http://schemas.openxmlformats.org/officeDocument/2006/relationships/image" Target="../media/image448.png"/><Relationship Id="rId14" Type="http://schemas.openxmlformats.org/officeDocument/2006/relationships/customXml" Target="../ink/ink768.xml"/><Relationship Id="rId35" Type="http://schemas.openxmlformats.org/officeDocument/2006/relationships/image" Target="../media/image336.png"/><Relationship Id="rId56" Type="http://schemas.openxmlformats.org/officeDocument/2006/relationships/customXml" Target="../ink/ink789.xml"/><Relationship Id="rId77" Type="http://schemas.openxmlformats.org/officeDocument/2006/relationships/image" Target="../media/image356.png"/><Relationship Id="rId100" Type="http://schemas.openxmlformats.org/officeDocument/2006/relationships/customXml" Target="../ink/ink811.xml"/><Relationship Id="rId282" Type="http://schemas.openxmlformats.org/officeDocument/2006/relationships/customXml" Target="../ink/ink877.xml"/><Relationship Id="rId317" Type="http://schemas.openxmlformats.org/officeDocument/2006/relationships/image" Target="../media/image398.png"/><Relationship Id="rId338" Type="http://schemas.openxmlformats.org/officeDocument/2006/relationships/customXml" Target="../ink/ink905.xml"/><Relationship Id="rId8" Type="http://schemas.openxmlformats.org/officeDocument/2006/relationships/customXml" Target="../ink/ink765.xml"/><Relationship Id="rId98" Type="http://schemas.openxmlformats.org/officeDocument/2006/relationships/customXml" Target="../ink/ink810.xml"/><Relationship Id="rId121" Type="http://schemas.openxmlformats.org/officeDocument/2006/relationships/image" Target="../media/image378.png"/><Relationship Id="rId219" Type="http://schemas.openxmlformats.org/officeDocument/2006/relationships/image" Target="../media/image427.png"/><Relationship Id="rId230" Type="http://schemas.openxmlformats.org/officeDocument/2006/relationships/customXml" Target="../ink/ink851.xml"/><Relationship Id="rId251" Type="http://schemas.openxmlformats.org/officeDocument/2006/relationships/image" Target="../media/image443.png"/><Relationship Id="rId25" Type="http://schemas.openxmlformats.org/officeDocument/2006/relationships/image" Target="../media/image331.png"/><Relationship Id="rId46" Type="http://schemas.openxmlformats.org/officeDocument/2006/relationships/customXml" Target="../ink/ink784.xml"/><Relationship Id="rId67" Type="http://schemas.openxmlformats.org/officeDocument/2006/relationships/image" Target="../media/image352.png"/><Relationship Id="rId272" Type="http://schemas.openxmlformats.org/officeDocument/2006/relationships/customXml" Target="../ink/ink872.xml"/><Relationship Id="rId293" Type="http://schemas.openxmlformats.org/officeDocument/2006/relationships/image" Target="../media/image464.png"/><Relationship Id="rId307" Type="http://schemas.openxmlformats.org/officeDocument/2006/relationships/image" Target="../media/image389.png"/><Relationship Id="rId328" Type="http://schemas.openxmlformats.org/officeDocument/2006/relationships/customXml" Target="../ink/ink900.xml"/><Relationship Id="rId88" Type="http://schemas.openxmlformats.org/officeDocument/2006/relationships/customXml" Target="../ink/ink805.xml"/><Relationship Id="rId111" Type="http://schemas.openxmlformats.org/officeDocument/2006/relationships/image" Target="../media/image373.png"/><Relationship Id="rId153" Type="http://schemas.openxmlformats.org/officeDocument/2006/relationships/image" Target="../media/image394.png"/><Relationship Id="rId195" Type="http://schemas.openxmlformats.org/officeDocument/2006/relationships/image" Target="../media/image415.png"/><Relationship Id="rId209" Type="http://schemas.openxmlformats.org/officeDocument/2006/relationships/image" Target="../media/image422.png"/><Relationship Id="rId220" Type="http://schemas.openxmlformats.org/officeDocument/2006/relationships/customXml" Target="../ink/ink846.xml"/><Relationship Id="rId241" Type="http://schemas.openxmlformats.org/officeDocument/2006/relationships/image" Target="../media/image438.png"/><Relationship Id="rId15" Type="http://schemas.openxmlformats.org/officeDocument/2006/relationships/image" Target="../media/image326.png"/><Relationship Id="rId36" Type="http://schemas.openxmlformats.org/officeDocument/2006/relationships/customXml" Target="../ink/ink779.xml"/><Relationship Id="rId57" Type="http://schemas.openxmlformats.org/officeDocument/2006/relationships/image" Target="../media/image347.png"/><Relationship Id="rId262" Type="http://schemas.openxmlformats.org/officeDocument/2006/relationships/customXml" Target="../ink/ink867.xml"/><Relationship Id="rId283" Type="http://schemas.openxmlformats.org/officeDocument/2006/relationships/image" Target="../media/image459.png"/><Relationship Id="rId318" Type="http://schemas.openxmlformats.org/officeDocument/2006/relationships/customXml" Target="../ink/ink895.xml"/><Relationship Id="rId339" Type="http://schemas.openxmlformats.org/officeDocument/2006/relationships/image" Target="../media/image409.png"/><Relationship Id="rId78" Type="http://schemas.openxmlformats.org/officeDocument/2006/relationships/customXml" Target="../ink/ink800.xml"/><Relationship Id="rId99" Type="http://schemas.openxmlformats.org/officeDocument/2006/relationships/image" Target="../media/image367.png"/><Relationship Id="rId101" Type="http://schemas.openxmlformats.org/officeDocument/2006/relationships/image" Target="../media/image368.png"/><Relationship Id="rId122" Type="http://schemas.openxmlformats.org/officeDocument/2006/relationships/customXml" Target="../ink/ink822.xml"/><Relationship Id="rId9" Type="http://schemas.openxmlformats.org/officeDocument/2006/relationships/image" Target="../media/image323.png"/><Relationship Id="rId210" Type="http://schemas.openxmlformats.org/officeDocument/2006/relationships/customXml" Target="../ink/ink841.xml"/><Relationship Id="rId26" Type="http://schemas.openxmlformats.org/officeDocument/2006/relationships/customXml" Target="../ink/ink774.xml"/><Relationship Id="rId231" Type="http://schemas.openxmlformats.org/officeDocument/2006/relationships/image" Target="../media/image433.png"/><Relationship Id="rId252" Type="http://schemas.openxmlformats.org/officeDocument/2006/relationships/customXml" Target="../ink/ink862.xml"/><Relationship Id="rId273" Type="http://schemas.openxmlformats.org/officeDocument/2006/relationships/image" Target="../media/image454.png"/><Relationship Id="rId294" Type="http://schemas.openxmlformats.org/officeDocument/2006/relationships/customXml" Target="../ink/ink883.xml"/><Relationship Id="rId308" Type="http://schemas.openxmlformats.org/officeDocument/2006/relationships/customXml" Target="../ink/ink890.xml"/><Relationship Id="rId329" Type="http://schemas.openxmlformats.org/officeDocument/2006/relationships/image" Target="../media/image404.png"/><Relationship Id="rId47" Type="http://schemas.openxmlformats.org/officeDocument/2006/relationships/image" Target="../media/image342.png"/><Relationship Id="rId68" Type="http://schemas.openxmlformats.org/officeDocument/2006/relationships/customXml" Target="../ink/ink795.xml"/><Relationship Id="rId89" Type="http://schemas.openxmlformats.org/officeDocument/2006/relationships/image" Target="../media/image362.png"/><Relationship Id="rId112" Type="http://schemas.openxmlformats.org/officeDocument/2006/relationships/customXml" Target="../ink/ink817.xml"/><Relationship Id="rId154" Type="http://schemas.openxmlformats.org/officeDocument/2006/relationships/customXml" Target="../ink/ink830.xml"/><Relationship Id="rId340" Type="http://schemas.openxmlformats.org/officeDocument/2006/relationships/customXml" Target="../ink/ink906.xml"/><Relationship Id="rId196" Type="http://schemas.openxmlformats.org/officeDocument/2006/relationships/customXml" Target="../ink/ink834.xml"/><Relationship Id="rId200" Type="http://schemas.openxmlformats.org/officeDocument/2006/relationships/customXml" Target="../ink/ink836.xml"/><Relationship Id="rId16" Type="http://schemas.openxmlformats.org/officeDocument/2006/relationships/customXml" Target="../ink/ink769.xml"/><Relationship Id="rId221" Type="http://schemas.openxmlformats.org/officeDocument/2006/relationships/image" Target="../media/image428.png"/><Relationship Id="rId242" Type="http://schemas.openxmlformats.org/officeDocument/2006/relationships/customXml" Target="../ink/ink857.xml"/><Relationship Id="rId263" Type="http://schemas.openxmlformats.org/officeDocument/2006/relationships/image" Target="../media/image449.png"/><Relationship Id="rId284" Type="http://schemas.openxmlformats.org/officeDocument/2006/relationships/customXml" Target="../ink/ink878.xml"/><Relationship Id="rId319" Type="http://schemas.openxmlformats.org/officeDocument/2006/relationships/image" Target="../media/image399.png"/><Relationship Id="rId37" Type="http://schemas.openxmlformats.org/officeDocument/2006/relationships/image" Target="../media/image337.png"/><Relationship Id="rId58" Type="http://schemas.openxmlformats.org/officeDocument/2006/relationships/customXml" Target="../ink/ink790.xml"/><Relationship Id="rId79" Type="http://schemas.openxmlformats.org/officeDocument/2006/relationships/image" Target="../media/image357.png"/><Relationship Id="rId102" Type="http://schemas.openxmlformats.org/officeDocument/2006/relationships/customXml" Target="../ink/ink812.xml"/><Relationship Id="rId123" Type="http://schemas.openxmlformats.org/officeDocument/2006/relationships/image" Target="../media/image379.png"/><Relationship Id="rId330" Type="http://schemas.openxmlformats.org/officeDocument/2006/relationships/customXml" Target="../ink/ink901.xml"/><Relationship Id="rId90" Type="http://schemas.openxmlformats.org/officeDocument/2006/relationships/customXml" Target="../ink/ink806.xml"/><Relationship Id="rId211" Type="http://schemas.openxmlformats.org/officeDocument/2006/relationships/image" Target="../media/image423.png"/><Relationship Id="rId232" Type="http://schemas.openxmlformats.org/officeDocument/2006/relationships/customXml" Target="../ink/ink852.xml"/><Relationship Id="rId253" Type="http://schemas.openxmlformats.org/officeDocument/2006/relationships/image" Target="../media/image444.png"/><Relationship Id="rId274" Type="http://schemas.openxmlformats.org/officeDocument/2006/relationships/customXml" Target="../ink/ink873.xml"/><Relationship Id="rId295" Type="http://schemas.openxmlformats.org/officeDocument/2006/relationships/image" Target="../media/image382.png"/><Relationship Id="rId309" Type="http://schemas.openxmlformats.org/officeDocument/2006/relationships/image" Target="../media/image390.png"/><Relationship Id="rId27" Type="http://schemas.openxmlformats.org/officeDocument/2006/relationships/image" Target="../media/image332.png"/><Relationship Id="rId48" Type="http://schemas.openxmlformats.org/officeDocument/2006/relationships/customXml" Target="../ink/ink785.xml"/><Relationship Id="rId69" Type="http://schemas.openxmlformats.org/officeDocument/2006/relationships/image" Target="../media/image1261.png"/><Relationship Id="rId113" Type="http://schemas.openxmlformats.org/officeDocument/2006/relationships/image" Target="../media/image374.png"/><Relationship Id="rId320" Type="http://schemas.openxmlformats.org/officeDocument/2006/relationships/customXml" Target="../ink/ink896.xml"/><Relationship Id="rId80" Type="http://schemas.openxmlformats.org/officeDocument/2006/relationships/customXml" Target="../ink/ink801.xml"/><Relationship Id="rId197" Type="http://schemas.openxmlformats.org/officeDocument/2006/relationships/image" Target="../media/image416.png"/><Relationship Id="rId341" Type="http://schemas.openxmlformats.org/officeDocument/2006/relationships/image" Target="../media/image410.png"/><Relationship Id="rId201" Type="http://schemas.openxmlformats.org/officeDocument/2006/relationships/image" Target="../media/image418.png"/><Relationship Id="rId222" Type="http://schemas.openxmlformats.org/officeDocument/2006/relationships/customXml" Target="../ink/ink847.xml"/><Relationship Id="rId243" Type="http://schemas.openxmlformats.org/officeDocument/2006/relationships/image" Target="../media/image439.png"/><Relationship Id="rId264" Type="http://schemas.openxmlformats.org/officeDocument/2006/relationships/customXml" Target="../ink/ink868.xml"/><Relationship Id="rId285" Type="http://schemas.openxmlformats.org/officeDocument/2006/relationships/image" Target="../media/image460.png"/><Relationship Id="rId17" Type="http://schemas.openxmlformats.org/officeDocument/2006/relationships/image" Target="../media/image327.png"/><Relationship Id="rId38" Type="http://schemas.openxmlformats.org/officeDocument/2006/relationships/customXml" Target="../ink/ink780.xml"/><Relationship Id="rId59" Type="http://schemas.openxmlformats.org/officeDocument/2006/relationships/image" Target="../media/image348.png"/><Relationship Id="rId103" Type="http://schemas.openxmlformats.org/officeDocument/2006/relationships/image" Target="../media/image369.png"/><Relationship Id="rId124" Type="http://schemas.openxmlformats.org/officeDocument/2006/relationships/customXml" Target="../ink/ink823.xml"/><Relationship Id="rId310" Type="http://schemas.openxmlformats.org/officeDocument/2006/relationships/customXml" Target="../ink/ink891.xml"/><Relationship Id="rId70" Type="http://schemas.openxmlformats.org/officeDocument/2006/relationships/customXml" Target="../ink/ink796.xml"/><Relationship Id="rId91" Type="http://schemas.openxmlformats.org/officeDocument/2006/relationships/image" Target="../media/image363.png"/><Relationship Id="rId331" Type="http://schemas.openxmlformats.org/officeDocument/2006/relationships/image" Target="../media/image40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42.xml"/><Relationship Id="rId233" Type="http://schemas.openxmlformats.org/officeDocument/2006/relationships/image" Target="../media/image434.png"/><Relationship Id="rId254" Type="http://schemas.openxmlformats.org/officeDocument/2006/relationships/customXml" Target="../ink/ink863.xml"/><Relationship Id="rId28" Type="http://schemas.openxmlformats.org/officeDocument/2006/relationships/customXml" Target="../ink/ink775.xml"/><Relationship Id="rId49" Type="http://schemas.openxmlformats.org/officeDocument/2006/relationships/image" Target="../media/image343.png"/><Relationship Id="rId114" Type="http://schemas.openxmlformats.org/officeDocument/2006/relationships/customXml" Target="../ink/ink818.xml"/><Relationship Id="rId275" Type="http://schemas.openxmlformats.org/officeDocument/2006/relationships/image" Target="../media/image455.png"/><Relationship Id="rId296" Type="http://schemas.openxmlformats.org/officeDocument/2006/relationships/customXml" Target="../ink/ink884.xml"/><Relationship Id="rId300" Type="http://schemas.openxmlformats.org/officeDocument/2006/relationships/customXml" Target="../ink/ink886.xml"/><Relationship Id="rId60" Type="http://schemas.openxmlformats.org/officeDocument/2006/relationships/customXml" Target="../ink/ink791.xml"/><Relationship Id="rId81" Type="http://schemas.openxmlformats.org/officeDocument/2006/relationships/image" Target="../media/image358.png"/><Relationship Id="rId198" Type="http://schemas.openxmlformats.org/officeDocument/2006/relationships/customXml" Target="../ink/ink835.xml"/><Relationship Id="rId321" Type="http://schemas.openxmlformats.org/officeDocument/2006/relationships/image" Target="../media/image400.png"/><Relationship Id="rId342" Type="http://schemas.openxmlformats.org/officeDocument/2006/relationships/customXml" Target="../ink/ink907.xml"/><Relationship Id="rId202" Type="http://schemas.openxmlformats.org/officeDocument/2006/relationships/customXml" Target="../ink/ink837.xml"/><Relationship Id="rId223" Type="http://schemas.openxmlformats.org/officeDocument/2006/relationships/image" Target="../media/image429.png"/><Relationship Id="rId244" Type="http://schemas.openxmlformats.org/officeDocument/2006/relationships/customXml" Target="../ink/ink858.xml"/><Relationship Id="rId18" Type="http://schemas.openxmlformats.org/officeDocument/2006/relationships/customXml" Target="../ink/ink770.xml"/><Relationship Id="rId39" Type="http://schemas.openxmlformats.org/officeDocument/2006/relationships/image" Target="../media/image338.png"/><Relationship Id="rId265" Type="http://schemas.openxmlformats.org/officeDocument/2006/relationships/image" Target="../media/image450.png"/><Relationship Id="rId286" Type="http://schemas.openxmlformats.org/officeDocument/2006/relationships/customXml" Target="../ink/ink879.xml"/><Relationship Id="rId50" Type="http://schemas.openxmlformats.org/officeDocument/2006/relationships/customXml" Target="../ink/ink786.xml"/><Relationship Id="rId104" Type="http://schemas.openxmlformats.org/officeDocument/2006/relationships/customXml" Target="../ink/ink813.xml"/><Relationship Id="rId125" Type="http://schemas.openxmlformats.org/officeDocument/2006/relationships/image" Target="../media/image380.png"/><Relationship Id="rId311" Type="http://schemas.openxmlformats.org/officeDocument/2006/relationships/image" Target="../media/image395.png"/><Relationship Id="rId332" Type="http://schemas.openxmlformats.org/officeDocument/2006/relationships/customXml" Target="../ink/ink902.xml"/><Relationship Id="rId71" Type="http://schemas.openxmlformats.org/officeDocument/2006/relationships/image" Target="../media/image353.png"/><Relationship Id="rId92" Type="http://schemas.openxmlformats.org/officeDocument/2006/relationships/customXml" Target="../ink/ink807.xml"/><Relationship Id="rId213" Type="http://schemas.openxmlformats.org/officeDocument/2006/relationships/image" Target="../media/image424.png"/><Relationship Id="rId234" Type="http://schemas.openxmlformats.org/officeDocument/2006/relationships/customXml" Target="../ink/ink853.xml"/><Relationship Id="rId2" Type="http://schemas.openxmlformats.org/officeDocument/2006/relationships/customXml" Target="../ink/ink762.xml"/><Relationship Id="rId29" Type="http://schemas.openxmlformats.org/officeDocument/2006/relationships/image" Target="../media/image333.png"/><Relationship Id="rId255" Type="http://schemas.openxmlformats.org/officeDocument/2006/relationships/image" Target="../media/image445.png"/><Relationship Id="rId276" Type="http://schemas.openxmlformats.org/officeDocument/2006/relationships/customXml" Target="../ink/ink874.xml"/><Relationship Id="rId297" Type="http://schemas.openxmlformats.org/officeDocument/2006/relationships/image" Target="../media/image383.png"/><Relationship Id="rId40" Type="http://schemas.openxmlformats.org/officeDocument/2006/relationships/customXml" Target="../ink/ink781.xml"/><Relationship Id="rId115" Type="http://schemas.openxmlformats.org/officeDocument/2006/relationships/image" Target="../media/image375.png"/><Relationship Id="rId301" Type="http://schemas.openxmlformats.org/officeDocument/2006/relationships/image" Target="../media/image385.png"/><Relationship Id="rId322" Type="http://schemas.openxmlformats.org/officeDocument/2006/relationships/customXml" Target="../ink/ink897.xml"/><Relationship Id="rId343" Type="http://schemas.openxmlformats.org/officeDocument/2006/relationships/image" Target="../media/image411.png"/><Relationship Id="rId61" Type="http://schemas.openxmlformats.org/officeDocument/2006/relationships/image" Target="../media/image349.png"/><Relationship Id="rId82" Type="http://schemas.openxmlformats.org/officeDocument/2006/relationships/customXml" Target="../ink/ink802.xml"/><Relationship Id="rId199" Type="http://schemas.openxmlformats.org/officeDocument/2006/relationships/image" Target="../media/image417.png"/><Relationship Id="rId203" Type="http://schemas.openxmlformats.org/officeDocument/2006/relationships/image" Target="../media/image419.png"/><Relationship Id="rId19" Type="http://schemas.openxmlformats.org/officeDocument/2006/relationships/image" Target="../media/image328.png"/><Relationship Id="rId224" Type="http://schemas.openxmlformats.org/officeDocument/2006/relationships/customXml" Target="../ink/ink848.xml"/><Relationship Id="rId245" Type="http://schemas.openxmlformats.org/officeDocument/2006/relationships/image" Target="../media/image440.png"/><Relationship Id="rId266" Type="http://schemas.openxmlformats.org/officeDocument/2006/relationships/customXml" Target="../ink/ink869.xml"/><Relationship Id="rId287" Type="http://schemas.openxmlformats.org/officeDocument/2006/relationships/image" Target="../media/image461.png"/><Relationship Id="rId30" Type="http://schemas.openxmlformats.org/officeDocument/2006/relationships/customXml" Target="../ink/ink776.xml"/><Relationship Id="rId105" Type="http://schemas.openxmlformats.org/officeDocument/2006/relationships/image" Target="../media/image370.png"/><Relationship Id="rId126" Type="http://schemas.openxmlformats.org/officeDocument/2006/relationships/customXml" Target="../ink/ink824.xml"/><Relationship Id="rId147" Type="http://schemas.openxmlformats.org/officeDocument/2006/relationships/image" Target="../media/image391.png"/><Relationship Id="rId312" Type="http://schemas.openxmlformats.org/officeDocument/2006/relationships/customXml" Target="../ink/ink892.xml"/><Relationship Id="rId333" Type="http://schemas.openxmlformats.org/officeDocument/2006/relationships/image" Target="../media/image406.png"/><Relationship Id="rId51" Type="http://schemas.openxmlformats.org/officeDocument/2006/relationships/image" Target="../media/image344.png"/><Relationship Id="rId72" Type="http://schemas.openxmlformats.org/officeDocument/2006/relationships/customXml" Target="../ink/ink797.xml"/><Relationship Id="rId93" Type="http://schemas.openxmlformats.org/officeDocument/2006/relationships/image" Target="../media/image364.png"/><Relationship Id="rId189" Type="http://schemas.openxmlformats.org/officeDocument/2006/relationships/image" Target="../media/image412.png"/><Relationship Id="rId3" Type="http://schemas.openxmlformats.org/officeDocument/2006/relationships/image" Target="../media/image3200.png"/><Relationship Id="rId214" Type="http://schemas.openxmlformats.org/officeDocument/2006/relationships/customXml" Target="../ink/ink843.xml"/><Relationship Id="rId235" Type="http://schemas.openxmlformats.org/officeDocument/2006/relationships/image" Target="../media/image435.png"/><Relationship Id="rId256" Type="http://schemas.openxmlformats.org/officeDocument/2006/relationships/customXml" Target="../ink/ink864.xml"/><Relationship Id="rId277" Type="http://schemas.openxmlformats.org/officeDocument/2006/relationships/image" Target="../media/image456.png"/><Relationship Id="rId298" Type="http://schemas.openxmlformats.org/officeDocument/2006/relationships/customXml" Target="../ink/ink885.xml"/><Relationship Id="rId116" Type="http://schemas.openxmlformats.org/officeDocument/2006/relationships/customXml" Target="../ink/ink819.xml"/><Relationship Id="rId137" Type="http://schemas.openxmlformats.org/officeDocument/2006/relationships/image" Target="../media/image386.png"/><Relationship Id="rId302" Type="http://schemas.openxmlformats.org/officeDocument/2006/relationships/customXml" Target="../ink/ink887.xml"/><Relationship Id="rId323" Type="http://schemas.openxmlformats.org/officeDocument/2006/relationships/image" Target="../media/image401.png"/><Relationship Id="rId344" Type="http://schemas.openxmlformats.org/officeDocument/2006/relationships/customXml" Target="../ink/ink908.xml"/><Relationship Id="rId20" Type="http://schemas.openxmlformats.org/officeDocument/2006/relationships/customXml" Target="../ink/ink771.xml"/><Relationship Id="rId41" Type="http://schemas.openxmlformats.org/officeDocument/2006/relationships/image" Target="../media/image339.png"/><Relationship Id="rId62" Type="http://schemas.openxmlformats.org/officeDocument/2006/relationships/customXml" Target="../ink/ink792.xml"/><Relationship Id="rId83" Type="http://schemas.openxmlformats.org/officeDocument/2006/relationships/image" Target="../media/image359.png"/><Relationship Id="rId190" Type="http://schemas.openxmlformats.org/officeDocument/2006/relationships/customXml" Target="../ink/ink831.xml"/><Relationship Id="rId204" Type="http://schemas.openxmlformats.org/officeDocument/2006/relationships/customXml" Target="../ink/ink838.xml"/><Relationship Id="rId225" Type="http://schemas.openxmlformats.org/officeDocument/2006/relationships/image" Target="../media/image430.png"/><Relationship Id="rId246" Type="http://schemas.openxmlformats.org/officeDocument/2006/relationships/customXml" Target="../ink/ink859.xml"/><Relationship Id="rId267" Type="http://schemas.openxmlformats.org/officeDocument/2006/relationships/image" Target="../media/image451.png"/><Relationship Id="rId288" Type="http://schemas.openxmlformats.org/officeDocument/2006/relationships/customXml" Target="../ink/ink880.xml"/><Relationship Id="rId106" Type="http://schemas.openxmlformats.org/officeDocument/2006/relationships/customXml" Target="../ink/ink814.xml"/><Relationship Id="rId127" Type="http://schemas.openxmlformats.org/officeDocument/2006/relationships/image" Target="../media/image381.png"/><Relationship Id="rId313" Type="http://schemas.openxmlformats.org/officeDocument/2006/relationships/image" Target="../media/image396.png"/><Relationship Id="rId10" Type="http://schemas.openxmlformats.org/officeDocument/2006/relationships/customXml" Target="../ink/ink766.xml"/><Relationship Id="rId31" Type="http://schemas.openxmlformats.org/officeDocument/2006/relationships/image" Target="../media/image334.png"/><Relationship Id="rId52" Type="http://schemas.openxmlformats.org/officeDocument/2006/relationships/customXml" Target="../ink/ink787.xml"/><Relationship Id="rId73" Type="http://schemas.openxmlformats.org/officeDocument/2006/relationships/image" Target="../media/image354.png"/><Relationship Id="rId94" Type="http://schemas.openxmlformats.org/officeDocument/2006/relationships/customXml" Target="../ink/ink808.xml"/><Relationship Id="rId148" Type="http://schemas.openxmlformats.org/officeDocument/2006/relationships/customXml" Target="../ink/ink827.xml"/><Relationship Id="rId334" Type="http://schemas.openxmlformats.org/officeDocument/2006/relationships/customXml" Target="../ink/ink903.xml"/><Relationship Id="rId4" Type="http://schemas.openxmlformats.org/officeDocument/2006/relationships/customXml" Target="../ink/ink763.xml"/><Relationship Id="rId215" Type="http://schemas.openxmlformats.org/officeDocument/2006/relationships/image" Target="../media/image425.png"/><Relationship Id="rId236" Type="http://schemas.openxmlformats.org/officeDocument/2006/relationships/customXml" Target="../ink/ink854.xml"/><Relationship Id="rId257" Type="http://schemas.openxmlformats.org/officeDocument/2006/relationships/image" Target="../media/image446.png"/><Relationship Id="rId278" Type="http://schemas.openxmlformats.org/officeDocument/2006/relationships/customXml" Target="../ink/ink875.xml"/><Relationship Id="rId303" Type="http://schemas.openxmlformats.org/officeDocument/2006/relationships/image" Target="../media/image387.png"/><Relationship Id="rId42" Type="http://schemas.openxmlformats.org/officeDocument/2006/relationships/customXml" Target="../ink/ink782.xml"/><Relationship Id="rId84" Type="http://schemas.openxmlformats.org/officeDocument/2006/relationships/customXml" Target="../ink/ink803.xml"/><Relationship Id="rId138" Type="http://schemas.openxmlformats.org/officeDocument/2006/relationships/customXml" Target="../ink/ink826.xml"/><Relationship Id="rId345" Type="http://schemas.openxmlformats.org/officeDocument/2006/relationships/image" Target="../media/image465.png"/><Relationship Id="rId191" Type="http://schemas.openxmlformats.org/officeDocument/2006/relationships/image" Target="../media/image413.png"/><Relationship Id="rId205" Type="http://schemas.openxmlformats.org/officeDocument/2006/relationships/image" Target="../media/image420.png"/><Relationship Id="rId247" Type="http://schemas.openxmlformats.org/officeDocument/2006/relationships/image" Target="../media/image441.png"/><Relationship Id="rId107" Type="http://schemas.openxmlformats.org/officeDocument/2006/relationships/image" Target="../media/image371.png"/><Relationship Id="rId289" Type="http://schemas.openxmlformats.org/officeDocument/2006/relationships/image" Target="../media/image462.png"/><Relationship Id="rId11" Type="http://schemas.openxmlformats.org/officeDocument/2006/relationships/image" Target="../media/image324.png"/><Relationship Id="rId53" Type="http://schemas.openxmlformats.org/officeDocument/2006/relationships/image" Target="../media/image345.png"/><Relationship Id="rId149" Type="http://schemas.openxmlformats.org/officeDocument/2006/relationships/image" Target="../media/image392.png"/><Relationship Id="rId314" Type="http://schemas.openxmlformats.org/officeDocument/2006/relationships/customXml" Target="../ink/ink893.xml"/><Relationship Id="rId95" Type="http://schemas.openxmlformats.org/officeDocument/2006/relationships/image" Target="../media/image365.png"/><Relationship Id="rId216" Type="http://schemas.openxmlformats.org/officeDocument/2006/relationships/customXml" Target="../ink/ink844.xml"/><Relationship Id="rId258" Type="http://schemas.openxmlformats.org/officeDocument/2006/relationships/customXml" Target="../ink/ink865.xml"/><Relationship Id="rId22" Type="http://schemas.openxmlformats.org/officeDocument/2006/relationships/customXml" Target="../ink/ink772.xml"/><Relationship Id="rId64" Type="http://schemas.openxmlformats.org/officeDocument/2006/relationships/customXml" Target="../ink/ink793.xml"/><Relationship Id="rId118" Type="http://schemas.openxmlformats.org/officeDocument/2006/relationships/customXml" Target="../ink/ink820.xml"/><Relationship Id="rId325" Type="http://schemas.openxmlformats.org/officeDocument/2006/relationships/image" Target="../media/image402.png"/><Relationship Id="rId227" Type="http://schemas.openxmlformats.org/officeDocument/2006/relationships/image" Target="../media/image431.png"/><Relationship Id="rId269" Type="http://schemas.openxmlformats.org/officeDocument/2006/relationships/image" Target="../media/image452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3.png"/><Relationship Id="rId21" Type="http://schemas.openxmlformats.org/officeDocument/2006/relationships/image" Target="../media/image475.png"/><Relationship Id="rId324" Type="http://schemas.openxmlformats.org/officeDocument/2006/relationships/customXml" Target="../ink/ink1070.xml"/><Relationship Id="rId531" Type="http://schemas.openxmlformats.org/officeDocument/2006/relationships/customXml" Target="../ink/ink1174.xml"/><Relationship Id="rId170" Type="http://schemas.openxmlformats.org/officeDocument/2006/relationships/customXml" Target="../ink/ink993.xml"/><Relationship Id="rId268" Type="http://schemas.openxmlformats.org/officeDocument/2006/relationships/customXml" Target="../ink/ink1042.xml"/><Relationship Id="rId475" Type="http://schemas.openxmlformats.org/officeDocument/2006/relationships/customXml" Target="../ink/ink1146.xml"/><Relationship Id="rId32" Type="http://schemas.openxmlformats.org/officeDocument/2006/relationships/customXml" Target="../ink/ink924.xml"/><Relationship Id="rId128" Type="http://schemas.openxmlformats.org/officeDocument/2006/relationships/customXml" Target="../ink/ink972.xml"/><Relationship Id="rId335" Type="http://schemas.openxmlformats.org/officeDocument/2006/relationships/image" Target="../media/image632.png"/><Relationship Id="rId542" Type="http://schemas.openxmlformats.org/officeDocument/2006/relationships/image" Target="../media/image735.png"/><Relationship Id="rId181" Type="http://schemas.openxmlformats.org/officeDocument/2006/relationships/image" Target="../media/image555.png"/><Relationship Id="rId402" Type="http://schemas.openxmlformats.org/officeDocument/2006/relationships/image" Target="../media/image665.png"/><Relationship Id="rId279" Type="http://schemas.openxmlformats.org/officeDocument/2006/relationships/image" Target="../media/image604.png"/><Relationship Id="rId486" Type="http://schemas.openxmlformats.org/officeDocument/2006/relationships/image" Target="../media/image707.png"/><Relationship Id="rId43" Type="http://schemas.openxmlformats.org/officeDocument/2006/relationships/image" Target="../media/image486.png"/><Relationship Id="rId139" Type="http://schemas.openxmlformats.org/officeDocument/2006/relationships/image" Target="../media/image534.png"/><Relationship Id="rId346" Type="http://schemas.openxmlformats.org/officeDocument/2006/relationships/customXml" Target="../ink/ink1081.xml"/><Relationship Id="rId553" Type="http://schemas.openxmlformats.org/officeDocument/2006/relationships/customXml" Target="../ink/ink1185.xml"/><Relationship Id="rId192" Type="http://schemas.openxmlformats.org/officeDocument/2006/relationships/customXml" Target="../ink/ink1004.xml"/><Relationship Id="rId206" Type="http://schemas.openxmlformats.org/officeDocument/2006/relationships/customXml" Target="../ink/ink1011.xml"/><Relationship Id="rId413" Type="http://schemas.openxmlformats.org/officeDocument/2006/relationships/customXml" Target="../ink/ink1115.xml"/><Relationship Id="rId497" Type="http://schemas.openxmlformats.org/officeDocument/2006/relationships/customXml" Target="../ink/ink1157.xml"/><Relationship Id="rId357" Type="http://schemas.openxmlformats.org/officeDocument/2006/relationships/image" Target="../media/image643.png"/><Relationship Id="rId54" Type="http://schemas.openxmlformats.org/officeDocument/2006/relationships/customXml" Target="../ink/ink935.xml"/><Relationship Id="rId217" Type="http://schemas.openxmlformats.org/officeDocument/2006/relationships/image" Target="../media/image573.png"/><Relationship Id="rId564" Type="http://schemas.openxmlformats.org/officeDocument/2006/relationships/image" Target="../media/image746.png"/><Relationship Id="rId424" Type="http://schemas.openxmlformats.org/officeDocument/2006/relationships/image" Target="../media/image676.png"/><Relationship Id="rId270" Type="http://schemas.openxmlformats.org/officeDocument/2006/relationships/customXml" Target="../ink/ink1043.xml"/><Relationship Id="rId65" Type="http://schemas.openxmlformats.org/officeDocument/2006/relationships/image" Target="../media/image497.png"/><Relationship Id="rId130" Type="http://schemas.openxmlformats.org/officeDocument/2006/relationships/customXml" Target="../ink/ink973.xml"/><Relationship Id="rId368" Type="http://schemas.openxmlformats.org/officeDocument/2006/relationships/customXml" Target="../ink/ink1092.xml"/><Relationship Id="rId575" Type="http://schemas.openxmlformats.org/officeDocument/2006/relationships/customXml" Target="../ink/ink1196.xml"/><Relationship Id="rId228" Type="http://schemas.openxmlformats.org/officeDocument/2006/relationships/customXml" Target="../ink/ink1022.xml"/><Relationship Id="rId435" Type="http://schemas.openxmlformats.org/officeDocument/2006/relationships/customXml" Target="../ink/ink1126.xml"/><Relationship Id="rId281" Type="http://schemas.openxmlformats.org/officeDocument/2006/relationships/image" Target="../media/image605.png"/><Relationship Id="rId502" Type="http://schemas.openxmlformats.org/officeDocument/2006/relationships/image" Target="../media/image715.png"/><Relationship Id="rId76" Type="http://schemas.openxmlformats.org/officeDocument/2006/relationships/customXml" Target="../ink/ink946.xml"/><Relationship Id="rId141" Type="http://schemas.openxmlformats.org/officeDocument/2006/relationships/image" Target="../media/image535.png"/><Relationship Id="rId379" Type="http://schemas.openxmlformats.org/officeDocument/2006/relationships/image" Target="../media/image654.png"/><Relationship Id="rId7" Type="http://schemas.openxmlformats.org/officeDocument/2006/relationships/image" Target="../media/image468.png"/><Relationship Id="rId183" Type="http://schemas.openxmlformats.org/officeDocument/2006/relationships/image" Target="../media/image556.png"/><Relationship Id="rId239" Type="http://schemas.openxmlformats.org/officeDocument/2006/relationships/image" Target="../media/image584.png"/><Relationship Id="rId390" Type="http://schemas.openxmlformats.org/officeDocument/2006/relationships/customXml" Target="../ink/ink1103.xml"/><Relationship Id="rId404" Type="http://schemas.openxmlformats.org/officeDocument/2006/relationships/image" Target="../media/image666.png"/><Relationship Id="rId446" Type="http://schemas.openxmlformats.org/officeDocument/2006/relationships/image" Target="../media/image687.png"/><Relationship Id="rId250" Type="http://schemas.openxmlformats.org/officeDocument/2006/relationships/customXml" Target="../ink/ink1033.xml"/><Relationship Id="rId292" Type="http://schemas.openxmlformats.org/officeDocument/2006/relationships/customXml" Target="../ink/ink1054.xml"/><Relationship Id="rId306" Type="http://schemas.openxmlformats.org/officeDocument/2006/relationships/customXml" Target="../ink/ink1061.xml"/><Relationship Id="rId488" Type="http://schemas.openxmlformats.org/officeDocument/2006/relationships/image" Target="../media/image708.png"/><Relationship Id="rId45" Type="http://schemas.openxmlformats.org/officeDocument/2006/relationships/image" Target="../media/image487.png"/><Relationship Id="rId87" Type="http://schemas.openxmlformats.org/officeDocument/2006/relationships/image" Target="../media/image508.png"/><Relationship Id="rId110" Type="http://schemas.openxmlformats.org/officeDocument/2006/relationships/customXml" Target="../ink/ink963.xml"/><Relationship Id="rId348" Type="http://schemas.openxmlformats.org/officeDocument/2006/relationships/customXml" Target="../ink/ink1082.xml"/><Relationship Id="rId513" Type="http://schemas.openxmlformats.org/officeDocument/2006/relationships/customXml" Target="../ink/ink1165.xml"/><Relationship Id="rId555" Type="http://schemas.openxmlformats.org/officeDocument/2006/relationships/customXml" Target="../ink/ink1186.xml"/><Relationship Id="rId152" Type="http://schemas.openxmlformats.org/officeDocument/2006/relationships/customXml" Target="../ink/ink984.xml"/><Relationship Id="rId194" Type="http://schemas.openxmlformats.org/officeDocument/2006/relationships/customXml" Target="../ink/ink1005.xml"/><Relationship Id="rId208" Type="http://schemas.openxmlformats.org/officeDocument/2006/relationships/customXml" Target="../ink/ink1012.xml"/><Relationship Id="rId415" Type="http://schemas.openxmlformats.org/officeDocument/2006/relationships/customXml" Target="../ink/ink1116.xml"/><Relationship Id="rId457" Type="http://schemas.openxmlformats.org/officeDocument/2006/relationships/customXml" Target="../ink/ink1137.xml"/><Relationship Id="rId261" Type="http://schemas.openxmlformats.org/officeDocument/2006/relationships/image" Target="../media/image595.png"/><Relationship Id="rId499" Type="http://schemas.openxmlformats.org/officeDocument/2006/relationships/customXml" Target="../ink/ink1158.xml"/><Relationship Id="rId14" Type="http://schemas.openxmlformats.org/officeDocument/2006/relationships/customXml" Target="../ink/ink915.xml"/><Relationship Id="rId56" Type="http://schemas.openxmlformats.org/officeDocument/2006/relationships/customXml" Target="../ink/ink936.xml"/><Relationship Id="rId317" Type="http://schemas.openxmlformats.org/officeDocument/2006/relationships/image" Target="../media/image623.png"/><Relationship Id="rId359" Type="http://schemas.openxmlformats.org/officeDocument/2006/relationships/image" Target="../media/image644.png"/><Relationship Id="rId524" Type="http://schemas.openxmlformats.org/officeDocument/2006/relationships/image" Target="../media/image726.png"/><Relationship Id="rId566" Type="http://schemas.openxmlformats.org/officeDocument/2006/relationships/image" Target="../media/image747.png"/><Relationship Id="rId98" Type="http://schemas.openxmlformats.org/officeDocument/2006/relationships/customXml" Target="../ink/ink957.xml"/><Relationship Id="rId121" Type="http://schemas.openxmlformats.org/officeDocument/2006/relationships/image" Target="../media/image525.png"/><Relationship Id="rId163" Type="http://schemas.openxmlformats.org/officeDocument/2006/relationships/image" Target="../media/image546.png"/><Relationship Id="rId219" Type="http://schemas.openxmlformats.org/officeDocument/2006/relationships/image" Target="../media/image574.png"/><Relationship Id="rId370" Type="http://schemas.openxmlformats.org/officeDocument/2006/relationships/customXml" Target="../ink/ink1093.xml"/><Relationship Id="rId426" Type="http://schemas.openxmlformats.org/officeDocument/2006/relationships/image" Target="../media/image677.png"/><Relationship Id="rId230" Type="http://schemas.openxmlformats.org/officeDocument/2006/relationships/customXml" Target="../ink/ink1023.xml"/><Relationship Id="rId468" Type="http://schemas.openxmlformats.org/officeDocument/2006/relationships/image" Target="../media/image698.png"/><Relationship Id="rId25" Type="http://schemas.openxmlformats.org/officeDocument/2006/relationships/image" Target="../media/image477.png"/><Relationship Id="rId67" Type="http://schemas.openxmlformats.org/officeDocument/2006/relationships/image" Target="../media/image498.png"/><Relationship Id="rId272" Type="http://schemas.openxmlformats.org/officeDocument/2006/relationships/customXml" Target="../ink/ink1044.xml"/><Relationship Id="rId328" Type="http://schemas.openxmlformats.org/officeDocument/2006/relationships/customXml" Target="../ink/ink1072.xml"/><Relationship Id="rId535" Type="http://schemas.openxmlformats.org/officeDocument/2006/relationships/customXml" Target="../ink/ink1176.xml"/><Relationship Id="rId577" Type="http://schemas.openxmlformats.org/officeDocument/2006/relationships/customXml" Target="../ink/ink1197.xml"/><Relationship Id="rId132" Type="http://schemas.openxmlformats.org/officeDocument/2006/relationships/customXml" Target="../ink/ink974.xml"/><Relationship Id="rId174" Type="http://schemas.openxmlformats.org/officeDocument/2006/relationships/customXml" Target="../ink/ink995.xml"/><Relationship Id="rId381" Type="http://schemas.openxmlformats.org/officeDocument/2006/relationships/image" Target="../media/image655.png"/><Relationship Id="rId241" Type="http://schemas.openxmlformats.org/officeDocument/2006/relationships/image" Target="../media/image585.png"/><Relationship Id="rId437" Type="http://schemas.openxmlformats.org/officeDocument/2006/relationships/customXml" Target="../ink/ink1127.xml"/><Relationship Id="rId479" Type="http://schemas.openxmlformats.org/officeDocument/2006/relationships/customXml" Target="../ink/ink1148.xml"/><Relationship Id="rId36" Type="http://schemas.openxmlformats.org/officeDocument/2006/relationships/customXml" Target="../ink/ink926.xml"/><Relationship Id="rId283" Type="http://schemas.openxmlformats.org/officeDocument/2006/relationships/image" Target="../media/image606.png"/><Relationship Id="rId339" Type="http://schemas.openxmlformats.org/officeDocument/2006/relationships/image" Target="../media/image634.png"/><Relationship Id="rId490" Type="http://schemas.openxmlformats.org/officeDocument/2006/relationships/image" Target="../media/image709.png"/><Relationship Id="rId504" Type="http://schemas.openxmlformats.org/officeDocument/2006/relationships/image" Target="../media/image716.png"/><Relationship Id="rId546" Type="http://schemas.openxmlformats.org/officeDocument/2006/relationships/image" Target="../media/image737.png"/><Relationship Id="rId78" Type="http://schemas.openxmlformats.org/officeDocument/2006/relationships/customXml" Target="../ink/ink947.xml"/><Relationship Id="rId101" Type="http://schemas.openxmlformats.org/officeDocument/2006/relationships/image" Target="../media/image515.png"/><Relationship Id="rId143" Type="http://schemas.openxmlformats.org/officeDocument/2006/relationships/image" Target="../media/image536.png"/><Relationship Id="rId185" Type="http://schemas.openxmlformats.org/officeDocument/2006/relationships/image" Target="../media/image557.png"/><Relationship Id="rId350" Type="http://schemas.openxmlformats.org/officeDocument/2006/relationships/customXml" Target="../ink/ink1083.xml"/><Relationship Id="rId406" Type="http://schemas.openxmlformats.org/officeDocument/2006/relationships/image" Target="../media/image667.png"/><Relationship Id="rId9" Type="http://schemas.openxmlformats.org/officeDocument/2006/relationships/image" Target="../media/image469.png"/><Relationship Id="rId210" Type="http://schemas.openxmlformats.org/officeDocument/2006/relationships/customXml" Target="../ink/ink1013.xml"/><Relationship Id="rId392" Type="http://schemas.openxmlformats.org/officeDocument/2006/relationships/image" Target="../media/image660.png"/><Relationship Id="rId448" Type="http://schemas.openxmlformats.org/officeDocument/2006/relationships/image" Target="../media/image688.png"/><Relationship Id="rId252" Type="http://schemas.openxmlformats.org/officeDocument/2006/relationships/customXml" Target="../ink/ink1034.xml"/><Relationship Id="rId294" Type="http://schemas.openxmlformats.org/officeDocument/2006/relationships/customXml" Target="../ink/ink1055.xml"/><Relationship Id="rId308" Type="http://schemas.openxmlformats.org/officeDocument/2006/relationships/customXml" Target="../ink/ink1062.xml"/><Relationship Id="rId515" Type="http://schemas.openxmlformats.org/officeDocument/2006/relationships/customXml" Target="../ink/ink1166.xml"/><Relationship Id="rId47" Type="http://schemas.openxmlformats.org/officeDocument/2006/relationships/image" Target="../media/image488.png"/><Relationship Id="rId89" Type="http://schemas.openxmlformats.org/officeDocument/2006/relationships/image" Target="../media/image509.png"/><Relationship Id="rId112" Type="http://schemas.openxmlformats.org/officeDocument/2006/relationships/customXml" Target="../ink/ink964.xml"/><Relationship Id="rId154" Type="http://schemas.openxmlformats.org/officeDocument/2006/relationships/customXml" Target="../ink/ink985.xml"/><Relationship Id="rId361" Type="http://schemas.openxmlformats.org/officeDocument/2006/relationships/image" Target="../media/image645.png"/><Relationship Id="rId557" Type="http://schemas.openxmlformats.org/officeDocument/2006/relationships/customXml" Target="../ink/ink1187.xml"/><Relationship Id="rId196" Type="http://schemas.openxmlformats.org/officeDocument/2006/relationships/customXml" Target="../ink/ink1006.xml"/><Relationship Id="rId417" Type="http://schemas.openxmlformats.org/officeDocument/2006/relationships/customXml" Target="../ink/ink1117.xml"/><Relationship Id="rId459" Type="http://schemas.openxmlformats.org/officeDocument/2006/relationships/customXml" Target="../ink/ink1138.xml"/><Relationship Id="rId16" Type="http://schemas.openxmlformats.org/officeDocument/2006/relationships/customXml" Target="../ink/ink916.xml"/><Relationship Id="rId221" Type="http://schemas.openxmlformats.org/officeDocument/2006/relationships/image" Target="../media/image575.png"/><Relationship Id="rId263" Type="http://schemas.openxmlformats.org/officeDocument/2006/relationships/image" Target="../media/image596.png"/><Relationship Id="rId319" Type="http://schemas.openxmlformats.org/officeDocument/2006/relationships/image" Target="../media/image624.png"/><Relationship Id="rId470" Type="http://schemas.openxmlformats.org/officeDocument/2006/relationships/image" Target="../media/image699.png"/><Relationship Id="rId526" Type="http://schemas.openxmlformats.org/officeDocument/2006/relationships/image" Target="../media/image727.png"/><Relationship Id="rId58" Type="http://schemas.openxmlformats.org/officeDocument/2006/relationships/customXml" Target="../ink/ink937.xml"/><Relationship Id="rId123" Type="http://schemas.openxmlformats.org/officeDocument/2006/relationships/image" Target="../media/image526.png"/><Relationship Id="rId330" Type="http://schemas.openxmlformats.org/officeDocument/2006/relationships/customXml" Target="../ink/ink1073.xml"/><Relationship Id="rId568" Type="http://schemas.openxmlformats.org/officeDocument/2006/relationships/image" Target="../media/image748.png"/><Relationship Id="rId165" Type="http://schemas.openxmlformats.org/officeDocument/2006/relationships/image" Target="../media/image547.png"/><Relationship Id="rId372" Type="http://schemas.openxmlformats.org/officeDocument/2006/relationships/customXml" Target="../ink/ink1094.xml"/><Relationship Id="rId428" Type="http://schemas.openxmlformats.org/officeDocument/2006/relationships/image" Target="../media/image678.png"/><Relationship Id="rId232" Type="http://schemas.openxmlformats.org/officeDocument/2006/relationships/customXml" Target="../ink/ink1024.xml"/><Relationship Id="rId274" Type="http://schemas.openxmlformats.org/officeDocument/2006/relationships/customXml" Target="../ink/ink1045.xml"/><Relationship Id="rId481" Type="http://schemas.openxmlformats.org/officeDocument/2006/relationships/customXml" Target="../ink/ink1149.xml"/><Relationship Id="rId27" Type="http://schemas.openxmlformats.org/officeDocument/2006/relationships/image" Target="../media/image478.png"/><Relationship Id="rId69" Type="http://schemas.openxmlformats.org/officeDocument/2006/relationships/image" Target="../media/image499.png"/><Relationship Id="rId134" Type="http://schemas.openxmlformats.org/officeDocument/2006/relationships/customXml" Target="../ink/ink975.xml"/><Relationship Id="rId537" Type="http://schemas.openxmlformats.org/officeDocument/2006/relationships/customXml" Target="../ink/ink1177.xml"/><Relationship Id="rId579" Type="http://schemas.openxmlformats.org/officeDocument/2006/relationships/customXml" Target="../ink/ink1198.xml"/><Relationship Id="rId80" Type="http://schemas.openxmlformats.org/officeDocument/2006/relationships/customXml" Target="../ink/ink948.xml"/><Relationship Id="rId176" Type="http://schemas.openxmlformats.org/officeDocument/2006/relationships/customXml" Target="../ink/ink996.xml"/><Relationship Id="rId341" Type="http://schemas.openxmlformats.org/officeDocument/2006/relationships/image" Target="../media/image635.png"/><Relationship Id="rId383" Type="http://schemas.openxmlformats.org/officeDocument/2006/relationships/image" Target="../media/image656.png"/><Relationship Id="rId439" Type="http://schemas.openxmlformats.org/officeDocument/2006/relationships/customXml" Target="../ink/ink1128.xml"/><Relationship Id="rId201" Type="http://schemas.openxmlformats.org/officeDocument/2006/relationships/image" Target="../media/image565.png"/><Relationship Id="rId243" Type="http://schemas.openxmlformats.org/officeDocument/2006/relationships/image" Target="../media/image586.png"/><Relationship Id="rId285" Type="http://schemas.openxmlformats.org/officeDocument/2006/relationships/image" Target="../media/image607.png"/><Relationship Id="rId450" Type="http://schemas.openxmlformats.org/officeDocument/2006/relationships/image" Target="../media/image689.png"/><Relationship Id="rId506" Type="http://schemas.openxmlformats.org/officeDocument/2006/relationships/image" Target="../media/image717.png"/><Relationship Id="rId38" Type="http://schemas.openxmlformats.org/officeDocument/2006/relationships/customXml" Target="../ink/ink927.xml"/><Relationship Id="rId103" Type="http://schemas.openxmlformats.org/officeDocument/2006/relationships/image" Target="../media/image516.png"/><Relationship Id="rId310" Type="http://schemas.openxmlformats.org/officeDocument/2006/relationships/customXml" Target="../ink/ink1063.xml"/><Relationship Id="rId492" Type="http://schemas.openxmlformats.org/officeDocument/2006/relationships/image" Target="../media/image710.png"/><Relationship Id="rId548" Type="http://schemas.openxmlformats.org/officeDocument/2006/relationships/image" Target="../media/image738.png"/><Relationship Id="rId91" Type="http://schemas.openxmlformats.org/officeDocument/2006/relationships/image" Target="../media/image510.png"/><Relationship Id="rId145" Type="http://schemas.openxmlformats.org/officeDocument/2006/relationships/image" Target="../media/image537.png"/><Relationship Id="rId187" Type="http://schemas.openxmlformats.org/officeDocument/2006/relationships/image" Target="../media/image558.png"/><Relationship Id="rId352" Type="http://schemas.openxmlformats.org/officeDocument/2006/relationships/customXml" Target="../ink/ink1084.xml"/><Relationship Id="rId394" Type="http://schemas.openxmlformats.org/officeDocument/2006/relationships/image" Target="../media/image661.png"/><Relationship Id="rId408" Type="http://schemas.openxmlformats.org/officeDocument/2006/relationships/image" Target="../media/image668.png"/><Relationship Id="rId212" Type="http://schemas.openxmlformats.org/officeDocument/2006/relationships/customXml" Target="../ink/ink1014.xml"/><Relationship Id="rId254" Type="http://schemas.openxmlformats.org/officeDocument/2006/relationships/customXml" Target="../ink/ink1035.xml"/><Relationship Id="rId49" Type="http://schemas.openxmlformats.org/officeDocument/2006/relationships/image" Target="../media/image489.png"/><Relationship Id="rId114" Type="http://schemas.openxmlformats.org/officeDocument/2006/relationships/customXml" Target="../ink/ink965.xml"/><Relationship Id="rId296" Type="http://schemas.openxmlformats.org/officeDocument/2006/relationships/customXml" Target="../ink/ink1056.xml"/><Relationship Id="rId461" Type="http://schemas.openxmlformats.org/officeDocument/2006/relationships/customXml" Target="../ink/ink1139.xml"/><Relationship Id="rId517" Type="http://schemas.openxmlformats.org/officeDocument/2006/relationships/customXml" Target="../ink/ink1167.xml"/><Relationship Id="rId559" Type="http://schemas.openxmlformats.org/officeDocument/2006/relationships/customXml" Target="../ink/ink1188.xml"/><Relationship Id="rId60" Type="http://schemas.openxmlformats.org/officeDocument/2006/relationships/customXml" Target="../ink/ink938.xml"/><Relationship Id="rId156" Type="http://schemas.openxmlformats.org/officeDocument/2006/relationships/customXml" Target="../ink/ink986.xml"/><Relationship Id="rId198" Type="http://schemas.openxmlformats.org/officeDocument/2006/relationships/customXml" Target="../ink/ink1007.xml"/><Relationship Id="rId321" Type="http://schemas.openxmlformats.org/officeDocument/2006/relationships/image" Target="../media/image625.png"/><Relationship Id="rId363" Type="http://schemas.openxmlformats.org/officeDocument/2006/relationships/image" Target="../media/image646.png"/><Relationship Id="rId419" Type="http://schemas.openxmlformats.org/officeDocument/2006/relationships/customXml" Target="../ink/ink1118.xml"/><Relationship Id="rId570" Type="http://schemas.openxmlformats.org/officeDocument/2006/relationships/image" Target="../media/image749.png"/><Relationship Id="rId223" Type="http://schemas.openxmlformats.org/officeDocument/2006/relationships/image" Target="../media/image576.png"/><Relationship Id="rId430" Type="http://schemas.openxmlformats.org/officeDocument/2006/relationships/image" Target="../media/image679.png"/><Relationship Id="rId18" Type="http://schemas.openxmlformats.org/officeDocument/2006/relationships/customXml" Target="../ink/ink917.xml"/><Relationship Id="rId265" Type="http://schemas.openxmlformats.org/officeDocument/2006/relationships/image" Target="../media/image597.png"/><Relationship Id="rId472" Type="http://schemas.openxmlformats.org/officeDocument/2006/relationships/image" Target="../media/image700.png"/><Relationship Id="rId528" Type="http://schemas.openxmlformats.org/officeDocument/2006/relationships/image" Target="../media/image728.png"/><Relationship Id="rId125" Type="http://schemas.openxmlformats.org/officeDocument/2006/relationships/image" Target="../media/image527.png"/><Relationship Id="rId167" Type="http://schemas.openxmlformats.org/officeDocument/2006/relationships/image" Target="../media/image548.png"/><Relationship Id="rId332" Type="http://schemas.openxmlformats.org/officeDocument/2006/relationships/customXml" Target="../ink/ink1074.xml"/><Relationship Id="rId374" Type="http://schemas.openxmlformats.org/officeDocument/2006/relationships/customXml" Target="../ink/ink1095.xml"/><Relationship Id="rId581" Type="http://schemas.openxmlformats.org/officeDocument/2006/relationships/customXml" Target="../ink/ink1199.xml"/><Relationship Id="rId71" Type="http://schemas.openxmlformats.org/officeDocument/2006/relationships/image" Target="../media/image500.png"/><Relationship Id="rId234" Type="http://schemas.openxmlformats.org/officeDocument/2006/relationships/customXml" Target="../ink/ink1025.xml"/><Relationship Id="rId2" Type="http://schemas.openxmlformats.org/officeDocument/2006/relationships/customXml" Target="../ink/ink909.xml"/><Relationship Id="rId29" Type="http://schemas.openxmlformats.org/officeDocument/2006/relationships/image" Target="../media/image479.png"/><Relationship Id="rId276" Type="http://schemas.openxmlformats.org/officeDocument/2006/relationships/customXml" Target="../ink/ink1046.xml"/><Relationship Id="rId441" Type="http://schemas.openxmlformats.org/officeDocument/2006/relationships/customXml" Target="../ink/ink1129.xml"/><Relationship Id="rId483" Type="http://schemas.openxmlformats.org/officeDocument/2006/relationships/customXml" Target="../ink/ink1150.xml"/><Relationship Id="rId539" Type="http://schemas.openxmlformats.org/officeDocument/2006/relationships/customXml" Target="../ink/ink1178.xml"/><Relationship Id="rId40" Type="http://schemas.openxmlformats.org/officeDocument/2006/relationships/customXml" Target="../ink/ink928.xml"/><Relationship Id="rId136" Type="http://schemas.openxmlformats.org/officeDocument/2006/relationships/customXml" Target="../ink/ink976.xml"/><Relationship Id="rId178" Type="http://schemas.openxmlformats.org/officeDocument/2006/relationships/customXml" Target="../ink/ink997.xml"/><Relationship Id="rId301" Type="http://schemas.openxmlformats.org/officeDocument/2006/relationships/image" Target="../media/image615.png"/><Relationship Id="rId343" Type="http://schemas.openxmlformats.org/officeDocument/2006/relationships/image" Target="../media/image636.png"/><Relationship Id="rId550" Type="http://schemas.openxmlformats.org/officeDocument/2006/relationships/image" Target="../media/image739.png"/><Relationship Id="rId82" Type="http://schemas.openxmlformats.org/officeDocument/2006/relationships/customXml" Target="../ink/ink949.xml"/><Relationship Id="rId203" Type="http://schemas.openxmlformats.org/officeDocument/2006/relationships/image" Target="../media/image566.png"/><Relationship Id="rId385" Type="http://schemas.openxmlformats.org/officeDocument/2006/relationships/image" Target="../media/image657.png"/><Relationship Id="rId245" Type="http://schemas.openxmlformats.org/officeDocument/2006/relationships/image" Target="../media/image587.png"/><Relationship Id="rId287" Type="http://schemas.openxmlformats.org/officeDocument/2006/relationships/image" Target="../media/image608.png"/><Relationship Id="rId410" Type="http://schemas.openxmlformats.org/officeDocument/2006/relationships/image" Target="../media/image669.png"/><Relationship Id="rId452" Type="http://schemas.openxmlformats.org/officeDocument/2006/relationships/image" Target="../media/image690.png"/><Relationship Id="rId494" Type="http://schemas.openxmlformats.org/officeDocument/2006/relationships/image" Target="../media/image711.png"/><Relationship Id="rId508" Type="http://schemas.openxmlformats.org/officeDocument/2006/relationships/image" Target="../media/image718.png"/><Relationship Id="rId105" Type="http://schemas.openxmlformats.org/officeDocument/2006/relationships/image" Target="../media/image517.png"/><Relationship Id="rId147" Type="http://schemas.openxmlformats.org/officeDocument/2006/relationships/image" Target="../media/image538.png"/><Relationship Id="rId312" Type="http://schemas.openxmlformats.org/officeDocument/2006/relationships/customXml" Target="../ink/ink1064.xml"/><Relationship Id="rId354" Type="http://schemas.openxmlformats.org/officeDocument/2006/relationships/customXml" Target="../ink/ink1085.xml"/><Relationship Id="rId51" Type="http://schemas.openxmlformats.org/officeDocument/2006/relationships/image" Target="../media/image490.png"/><Relationship Id="rId93" Type="http://schemas.openxmlformats.org/officeDocument/2006/relationships/image" Target="../media/image511.png"/><Relationship Id="rId189" Type="http://schemas.openxmlformats.org/officeDocument/2006/relationships/image" Target="../media/image559.png"/><Relationship Id="rId396" Type="http://schemas.openxmlformats.org/officeDocument/2006/relationships/image" Target="../media/image662.png"/><Relationship Id="rId561" Type="http://schemas.openxmlformats.org/officeDocument/2006/relationships/customXml" Target="../ink/ink1189.xml"/><Relationship Id="rId214" Type="http://schemas.openxmlformats.org/officeDocument/2006/relationships/customXml" Target="../ink/ink1015.xml"/><Relationship Id="rId256" Type="http://schemas.openxmlformats.org/officeDocument/2006/relationships/customXml" Target="../ink/ink1036.xml"/><Relationship Id="rId298" Type="http://schemas.openxmlformats.org/officeDocument/2006/relationships/customXml" Target="../ink/ink1057.xml"/><Relationship Id="rId421" Type="http://schemas.openxmlformats.org/officeDocument/2006/relationships/customXml" Target="../ink/ink1119.xml"/><Relationship Id="rId463" Type="http://schemas.openxmlformats.org/officeDocument/2006/relationships/customXml" Target="../ink/ink1140.xml"/><Relationship Id="rId519" Type="http://schemas.openxmlformats.org/officeDocument/2006/relationships/customXml" Target="../ink/ink1168.xml"/><Relationship Id="rId116" Type="http://schemas.openxmlformats.org/officeDocument/2006/relationships/customXml" Target="../ink/ink966.xml"/><Relationship Id="rId158" Type="http://schemas.openxmlformats.org/officeDocument/2006/relationships/customXml" Target="../ink/ink987.xml"/><Relationship Id="rId323" Type="http://schemas.openxmlformats.org/officeDocument/2006/relationships/image" Target="../media/image626.png"/><Relationship Id="rId530" Type="http://schemas.openxmlformats.org/officeDocument/2006/relationships/image" Target="../media/image729.png"/><Relationship Id="rId20" Type="http://schemas.openxmlformats.org/officeDocument/2006/relationships/customXml" Target="../ink/ink918.xml"/><Relationship Id="rId62" Type="http://schemas.openxmlformats.org/officeDocument/2006/relationships/customXml" Target="../ink/ink939.xml"/><Relationship Id="rId365" Type="http://schemas.openxmlformats.org/officeDocument/2006/relationships/image" Target="../media/image647.png"/><Relationship Id="rId572" Type="http://schemas.openxmlformats.org/officeDocument/2006/relationships/image" Target="../media/image750.png"/><Relationship Id="rId225" Type="http://schemas.openxmlformats.org/officeDocument/2006/relationships/image" Target="../media/image577.png"/><Relationship Id="rId267" Type="http://schemas.openxmlformats.org/officeDocument/2006/relationships/image" Target="../media/image598.png"/><Relationship Id="rId432" Type="http://schemas.openxmlformats.org/officeDocument/2006/relationships/image" Target="../media/image680.png"/><Relationship Id="rId474" Type="http://schemas.openxmlformats.org/officeDocument/2006/relationships/image" Target="../media/image701.png"/><Relationship Id="rId127" Type="http://schemas.openxmlformats.org/officeDocument/2006/relationships/image" Target="../media/image528.png"/><Relationship Id="rId31" Type="http://schemas.openxmlformats.org/officeDocument/2006/relationships/image" Target="../media/image480.png"/><Relationship Id="rId73" Type="http://schemas.openxmlformats.org/officeDocument/2006/relationships/image" Target="../media/image501.png"/><Relationship Id="rId169" Type="http://schemas.openxmlformats.org/officeDocument/2006/relationships/image" Target="../media/image549.png"/><Relationship Id="rId334" Type="http://schemas.openxmlformats.org/officeDocument/2006/relationships/customXml" Target="../ink/ink1075.xml"/><Relationship Id="rId376" Type="http://schemas.openxmlformats.org/officeDocument/2006/relationships/customXml" Target="../ink/ink1096.xml"/><Relationship Id="rId541" Type="http://schemas.openxmlformats.org/officeDocument/2006/relationships/customXml" Target="../ink/ink1179.xml"/><Relationship Id="rId583" Type="http://schemas.openxmlformats.org/officeDocument/2006/relationships/customXml" Target="../ink/ink1200.xml"/><Relationship Id="rId4" Type="http://schemas.openxmlformats.org/officeDocument/2006/relationships/customXml" Target="../ink/ink910.xml"/><Relationship Id="rId180" Type="http://schemas.openxmlformats.org/officeDocument/2006/relationships/customXml" Target="../ink/ink998.xml"/><Relationship Id="rId236" Type="http://schemas.openxmlformats.org/officeDocument/2006/relationships/customXml" Target="../ink/ink1026.xml"/><Relationship Id="rId278" Type="http://schemas.openxmlformats.org/officeDocument/2006/relationships/customXml" Target="../ink/ink1047.xml"/><Relationship Id="rId401" Type="http://schemas.openxmlformats.org/officeDocument/2006/relationships/customXml" Target="../ink/ink1109.xml"/><Relationship Id="rId443" Type="http://schemas.openxmlformats.org/officeDocument/2006/relationships/customXml" Target="../ink/ink1130.xml"/><Relationship Id="rId303" Type="http://schemas.openxmlformats.org/officeDocument/2006/relationships/image" Target="../media/image616.png"/><Relationship Id="rId485" Type="http://schemas.openxmlformats.org/officeDocument/2006/relationships/customXml" Target="../ink/ink1151.xml"/><Relationship Id="rId42" Type="http://schemas.openxmlformats.org/officeDocument/2006/relationships/customXml" Target="../ink/ink929.xml"/><Relationship Id="rId84" Type="http://schemas.openxmlformats.org/officeDocument/2006/relationships/customXml" Target="../ink/ink950.xml"/><Relationship Id="rId138" Type="http://schemas.openxmlformats.org/officeDocument/2006/relationships/customXml" Target="../ink/ink977.xml"/><Relationship Id="rId345" Type="http://schemas.openxmlformats.org/officeDocument/2006/relationships/image" Target="../media/image637.png"/><Relationship Id="rId387" Type="http://schemas.openxmlformats.org/officeDocument/2006/relationships/image" Target="../media/image658.png"/><Relationship Id="rId510" Type="http://schemas.openxmlformats.org/officeDocument/2006/relationships/image" Target="../media/image719.png"/><Relationship Id="rId552" Type="http://schemas.openxmlformats.org/officeDocument/2006/relationships/image" Target="../media/image740.png"/><Relationship Id="rId191" Type="http://schemas.openxmlformats.org/officeDocument/2006/relationships/image" Target="../media/image560.png"/><Relationship Id="rId205" Type="http://schemas.openxmlformats.org/officeDocument/2006/relationships/image" Target="../media/image567.png"/><Relationship Id="rId247" Type="http://schemas.openxmlformats.org/officeDocument/2006/relationships/image" Target="../media/image588.png"/><Relationship Id="rId412" Type="http://schemas.openxmlformats.org/officeDocument/2006/relationships/image" Target="../media/image670.png"/><Relationship Id="rId107" Type="http://schemas.openxmlformats.org/officeDocument/2006/relationships/image" Target="../media/image518.png"/><Relationship Id="rId289" Type="http://schemas.openxmlformats.org/officeDocument/2006/relationships/image" Target="../media/image609.png"/><Relationship Id="rId454" Type="http://schemas.openxmlformats.org/officeDocument/2006/relationships/image" Target="../media/image691.png"/><Relationship Id="rId496" Type="http://schemas.openxmlformats.org/officeDocument/2006/relationships/image" Target="../media/image712.png"/><Relationship Id="rId11" Type="http://schemas.openxmlformats.org/officeDocument/2006/relationships/image" Target="../media/image470.png"/><Relationship Id="rId53" Type="http://schemas.openxmlformats.org/officeDocument/2006/relationships/image" Target="../media/image491.png"/><Relationship Id="rId149" Type="http://schemas.openxmlformats.org/officeDocument/2006/relationships/image" Target="../media/image539.png"/><Relationship Id="rId314" Type="http://schemas.openxmlformats.org/officeDocument/2006/relationships/customXml" Target="../ink/ink1065.xml"/><Relationship Id="rId356" Type="http://schemas.openxmlformats.org/officeDocument/2006/relationships/customXml" Target="../ink/ink1086.xml"/><Relationship Id="rId398" Type="http://schemas.openxmlformats.org/officeDocument/2006/relationships/image" Target="../media/image663.png"/><Relationship Id="rId521" Type="http://schemas.openxmlformats.org/officeDocument/2006/relationships/customXml" Target="../ink/ink1169.xml"/><Relationship Id="rId563" Type="http://schemas.openxmlformats.org/officeDocument/2006/relationships/customXml" Target="../ink/ink1190.xml"/><Relationship Id="rId95" Type="http://schemas.openxmlformats.org/officeDocument/2006/relationships/image" Target="../media/image512.png"/><Relationship Id="rId160" Type="http://schemas.openxmlformats.org/officeDocument/2006/relationships/customXml" Target="../ink/ink988.xml"/><Relationship Id="rId216" Type="http://schemas.openxmlformats.org/officeDocument/2006/relationships/customXml" Target="../ink/ink1016.xml"/><Relationship Id="rId423" Type="http://schemas.openxmlformats.org/officeDocument/2006/relationships/customXml" Target="../ink/ink1120.xml"/><Relationship Id="rId258" Type="http://schemas.openxmlformats.org/officeDocument/2006/relationships/customXml" Target="../ink/ink1037.xml"/><Relationship Id="rId465" Type="http://schemas.openxmlformats.org/officeDocument/2006/relationships/customXml" Target="../ink/ink1141.xml"/><Relationship Id="rId22" Type="http://schemas.openxmlformats.org/officeDocument/2006/relationships/customXml" Target="../ink/ink919.xml"/><Relationship Id="rId64" Type="http://schemas.openxmlformats.org/officeDocument/2006/relationships/customXml" Target="../ink/ink940.xml"/><Relationship Id="rId118" Type="http://schemas.openxmlformats.org/officeDocument/2006/relationships/customXml" Target="../ink/ink967.xml"/><Relationship Id="rId325" Type="http://schemas.openxmlformats.org/officeDocument/2006/relationships/image" Target="../media/image627.png"/><Relationship Id="rId367" Type="http://schemas.openxmlformats.org/officeDocument/2006/relationships/image" Target="../media/image648.png"/><Relationship Id="rId532" Type="http://schemas.openxmlformats.org/officeDocument/2006/relationships/image" Target="../media/image730.png"/><Relationship Id="rId574" Type="http://schemas.openxmlformats.org/officeDocument/2006/relationships/image" Target="../media/image751.png"/><Relationship Id="rId171" Type="http://schemas.openxmlformats.org/officeDocument/2006/relationships/image" Target="../media/image550.png"/><Relationship Id="rId227" Type="http://schemas.openxmlformats.org/officeDocument/2006/relationships/image" Target="../media/image578.png"/><Relationship Id="rId269" Type="http://schemas.openxmlformats.org/officeDocument/2006/relationships/image" Target="../media/image599.png"/><Relationship Id="rId434" Type="http://schemas.openxmlformats.org/officeDocument/2006/relationships/image" Target="../media/image681.png"/><Relationship Id="rId476" Type="http://schemas.openxmlformats.org/officeDocument/2006/relationships/image" Target="../media/image702.png"/><Relationship Id="rId33" Type="http://schemas.openxmlformats.org/officeDocument/2006/relationships/image" Target="../media/image481.png"/><Relationship Id="rId129" Type="http://schemas.openxmlformats.org/officeDocument/2006/relationships/image" Target="../media/image529.png"/><Relationship Id="rId280" Type="http://schemas.openxmlformats.org/officeDocument/2006/relationships/customXml" Target="../ink/ink1048.xml"/><Relationship Id="rId336" Type="http://schemas.openxmlformats.org/officeDocument/2006/relationships/customXml" Target="../ink/ink1076.xml"/><Relationship Id="rId501" Type="http://schemas.openxmlformats.org/officeDocument/2006/relationships/customXml" Target="../ink/ink1159.xml"/><Relationship Id="rId543" Type="http://schemas.openxmlformats.org/officeDocument/2006/relationships/customXml" Target="../ink/ink1180.xml"/><Relationship Id="rId75" Type="http://schemas.openxmlformats.org/officeDocument/2006/relationships/image" Target="../media/image502.png"/><Relationship Id="rId140" Type="http://schemas.openxmlformats.org/officeDocument/2006/relationships/customXml" Target="../ink/ink978.xml"/><Relationship Id="rId182" Type="http://schemas.openxmlformats.org/officeDocument/2006/relationships/customXml" Target="../ink/ink999.xml"/><Relationship Id="rId378" Type="http://schemas.openxmlformats.org/officeDocument/2006/relationships/customXml" Target="../ink/ink1097.xml"/><Relationship Id="rId403" Type="http://schemas.openxmlformats.org/officeDocument/2006/relationships/customXml" Target="../ink/ink1110.xml"/><Relationship Id="rId6" Type="http://schemas.openxmlformats.org/officeDocument/2006/relationships/customXml" Target="../ink/ink911.xml"/><Relationship Id="rId238" Type="http://schemas.openxmlformats.org/officeDocument/2006/relationships/customXml" Target="../ink/ink1027.xml"/><Relationship Id="rId445" Type="http://schemas.openxmlformats.org/officeDocument/2006/relationships/customXml" Target="../ink/ink1131.xml"/><Relationship Id="rId487" Type="http://schemas.openxmlformats.org/officeDocument/2006/relationships/customXml" Target="../ink/ink1152.xml"/><Relationship Id="rId291" Type="http://schemas.openxmlformats.org/officeDocument/2006/relationships/image" Target="../media/image610.png"/><Relationship Id="rId305" Type="http://schemas.openxmlformats.org/officeDocument/2006/relationships/image" Target="../media/image617.png"/><Relationship Id="rId347" Type="http://schemas.openxmlformats.org/officeDocument/2006/relationships/image" Target="../media/image638.png"/><Relationship Id="rId512" Type="http://schemas.openxmlformats.org/officeDocument/2006/relationships/image" Target="../media/image720.png"/><Relationship Id="rId44" Type="http://schemas.openxmlformats.org/officeDocument/2006/relationships/customXml" Target="../ink/ink930.xml"/><Relationship Id="rId86" Type="http://schemas.openxmlformats.org/officeDocument/2006/relationships/customXml" Target="../ink/ink951.xml"/><Relationship Id="rId151" Type="http://schemas.openxmlformats.org/officeDocument/2006/relationships/image" Target="../media/image540.png"/><Relationship Id="rId389" Type="http://schemas.openxmlformats.org/officeDocument/2006/relationships/image" Target="../media/image659.png"/><Relationship Id="rId554" Type="http://schemas.openxmlformats.org/officeDocument/2006/relationships/image" Target="../media/image741.png"/><Relationship Id="rId193" Type="http://schemas.openxmlformats.org/officeDocument/2006/relationships/image" Target="../media/image561.png"/><Relationship Id="rId207" Type="http://schemas.openxmlformats.org/officeDocument/2006/relationships/image" Target="../media/image568.png"/><Relationship Id="rId249" Type="http://schemas.openxmlformats.org/officeDocument/2006/relationships/image" Target="../media/image589.png"/><Relationship Id="rId414" Type="http://schemas.openxmlformats.org/officeDocument/2006/relationships/image" Target="../media/image671.png"/><Relationship Id="rId456" Type="http://schemas.openxmlformats.org/officeDocument/2006/relationships/image" Target="../media/image692.png"/><Relationship Id="rId498" Type="http://schemas.openxmlformats.org/officeDocument/2006/relationships/image" Target="../media/image713.png"/><Relationship Id="rId13" Type="http://schemas.openxmlformats.org/officeDocument/2006/relationships/image" Target="../media/image471.png"/><Relationship Id="rId109" Type="http://schemas.openxmlformats.org/officeDocument/2006/relationships/image" Target="../media/image519.png"/><Relationship Id="rId260" Type="http://schemas.openxmlformats.org/officeDocument/2006/relationships/customXml" Target="../ink/ink1038.xml"/><Relationship Id="rId316" Type="http://schemas.openxmlformats.org/officeDocument/2006/relationships/customXml" Target="../ink/ink1066.xml"/><Relationship Id="rId523" Type="http://schemas.openxmlformats.org/officeDocument/2006/relationships/customXml" Target="../ink/ink1170.xml"/><Relationship Id="rId55" Type="http://schemas.openxmlformats.org/officeDocument/2006/relationships/image" Target="../media/image492.png"/><Relationship Id="rId97" Type="http://schemas.openxmlformats.org/officeDocument/2006/relationships/image" Target="../media/image513.png"/><Relationship Id="rId120" Type="http://schemas.openxmlformats.org/officeDocument/2006/relationships/customXml" Target="../ink/ink968.xml"/><Relationship Id="rId358" Type="http://schemas.openxmlformats.org/officeDocument/2006/relationships/customXml" Target="../ink/ink1087.xml"/><Relationship Id="rId565" Type="http://schemas.openxmlformats.org/officeDocument/2006/relationships/customXml" Target="../ink/ink1191.xml"/><Relationship Id="rId162" Type="http://schemas.openxmlformats.org/officeDocument/2006/relationships/customXml" Target="../ink/ink989.xml"/><Relationship Id="rId218" Type="http://schemas.openxmlformats.org/officeDocument/2006/relationships/customXml" Target="../ink/ink1017.xml"/><Relationship Id="rId425" Type="http://schemas.openxmlformats.org/officeDocument/2006/relationships/customXml" Target="../ink/ink1121.xml"/><Relationship Id="rId467" Type="http://schemas.openxmlformats.org/officeDocument/2006/relationships/customXml" Target="../ink/ink1142.xml"/><Relationship Id="rId271" Type="http://schemas.openxmlformats.org/officeDocument/2006/relationships/image" Target="../media/image600.png"/><Relationship Id="rId24" Type="http://schemas.openxmlformats.org/officeDocument/2006/relationships/customXml" Target="../ink/ink920.xml"/><Relationship Id="rId66" Type="http://schemas.openxmlformats.org/officeDocument/2006/relationships/customXml" Target="../ink/ink941.xml"/><Relationship Id="rId131" Type="http://schemas.openxmlformats.org/officeDocument/2006/relationships/image" Target="../media/image530.png"/><Relationship Id="rId327" Type="http://schemas.openxmlformats.org/officeDocument/2006/relationships/image" Target="../media/image628.png"/><Relationship Id="rId369" Type="http://schemas.openxmlformats.org/officeDocument/2006/relationships/image" Target="../media/image649.png"/><Relationship Id="rId534" Type="http://schemas.openxmlformats.org/officeDocument/2006/relationships/image" Target="../media/image731.png"/><Relationship Id="rId576" Type="http://schemas.openxmlformats.org/officeDocument/2006/relationships/image" Target="../media/image752.png"/><Relationship Id="rId173" Type="http://schemas.openxmlformats.org/officeDocument/2006/relationships/image" Target="../media/image551.png"/><Relationship Id="rId229" Type="http://schemas.openxmlformats.org/officeDocument/2006/relationships/image" Target="../media/image579.png"/><Relationship Id="rId380" Type="http://schemas.openxmlformats.org/officeDocument/2006/relationships/customXml" Target="../ink/ink1098.xml"/><Relationship Id="rId436" Type="http://schemas.openxmlformats.org/officeDocument/2006/relationships/image" Target="../media/image682.png"/><Relationship Id="rId240" Type="http://schemas.openxmlformats.org/officeDocument/2006/relationships/customXml" Target="../ink/ink1028.xml"/><Relationship Id="rId478" Type="http://schemas.openxmlformats.org/officeDocument/2006/relationships/image" Target="../media/image703.png"/><Relationship Id="rId35" Type="http://schemas.openxmlformats.org/officeDocument/2006/relationships/image" Target="../media/image482.png"/><Relationship Id="rId77" Type="http://schemas.openxmlformats.org/officeDocument/2006/relationships/image" Target="../media/image503.png"/><Relationship Id="rId100" Type="http://schemas.openxmlformats.org/officeDocument/2006/relationships/customXml" Target="../ink/ink958.xml"/><Relationship Id="rId282" Type="http://schemas.openxmlformats.org/officeDocument/2006/relationships/customXml" Target="../ink/ink1049.xml"/><Relationship Id="rId338" Type="http://schemas.openxmlformats.org/officeDocument/2006/relationships/customXml" Target="../ink/ink1077.xml"/><Relationship Id="rId503" Type="http://schemas.openxmlformats.org/officeDocument/2006/relationships/customXml" Target="../ink/ink1160.xml"/><Relationship Id="rId545" Type="http://schemas.openxmlformats.org/officeDocument/2006/relationships/customXml" Target="../ink/ink1181.xml"/><Relationship Id="rId8" Type="http://schemas.openxmlformats.org/officeDocument/2006/relationships/customXml" Target="../ink/ink912.xml"/><Relationship Id="rId142" Type="http://schemas.openxmlformats.org/officeDocument/2006/relationships/customXml" Target="../ink/ink979.xml"/><Relationship Id="rId184" Type="http://schemas.openxmlformats.org/officeDocument/2006/relationships/customXml" Target="../ink/ink1000.xml"/><Relationship Id="rId391" Type="http://schemas.openxmlformats.org/officeDocument/2006/relationships/customXml" Target="../ink/ink1104.xml"/><Relationship Id="rId405" Type="http://schemas.openxmlformats.org/officeDocument/2006/relationships/customXml" Target="../ink/ink1111.xml"/><Relationship Id="rId447" Type="http://schemas.openxmlformats.org/officeDocument/2006/relationships/customXml" Target="../ink/ink1132.xml"/><Relationship Id="rId251" Type="http://schemas.openxmlformats.org/officeDocument/2006/relationships/image" Target="../media/image590.png"/><Relationship Id="rId489" Type="http://schemas.openxmlformats.org/officeDocument/2006/relationships/customXml" Target="../ink/ink1153.xml"/><Relationship Id="rId46" Type="http://schemas.openxmlformats.org/officeDocument/2006/relationships/customXml" Target="../ink/ink931.xml"/><Relationship Id="rId293" Type="http://schemas.openxmlformats.org/officeDocument/2006/relationships/image" Target="../media/image611.png"/><Relationship Id="rId307" Type="http://schemas.openxmlformats.org/officeDocument/2006/relationships/image" Target="../media/image618.png"/><Relationship Id="rId349" Type="http://schemas.openxmlformats.org/officeDocument/2006/relationships/image" Target="../media/image639.png"/><Relationship Id="rId514" Type="http://schemas.openxmlformats.org/officeDocument/2006/relationships/image" Target="../media/image721.png"/><Relationship Id="rId556" Type="http://schemas.openxmlformats.org/officeDocument/2006/relationships/image" Target="../media/image742.png"/><Relationship Id="rId88" Type="http://schemas.openxmlformats.org/officeDocument/2006/relationships/customXml" Target="../ink/ink952.xml"/><Relationship Id="rId111" Type="http://schemas.openxmlformats.org/officeDocument/2006/relationships/image" Target="../media/image520.png"/><Relationship Id="rId153" Type="http://schemas.openxmlformats.org/officeDocument/2006/relationships/image" Target="../media/image541.png"/><Relationship Id="rId195" Type="http://schemas.openxmlformats.org/officeDocument/2006/relationships/image" Target="../media/image562.png"/><Relationship Id="rId209" Type="http://schemas.openxmlformats.org/officeDocument/2006/relationships/image" Target="../media/image569.png"/><Relationship Id="rId360" Type="http://schemas.openxmlformats.org/officeDocument/2006/relationships/customXml" Target="../ink/ink1088.xml"/><Relationship Id="rId416" Type="http://schemas.openxmlformats.org/officeDocument/2006/relationships/image" Target="../media/image672.png"/><Relationship Id="rId220" Type="http://schemas.openxmlformats.org/officeDocument/2006/relationships/customXml" Target="../ink/ink1018.xml"/><Relationship Id="rId458" Type="http://schemas.openxmlformats.org/officeDocument/2006/relationships/image" Target="../media/image693.png"/><Relationship Id="rId15" Type="http://schemas.openxmlformats.org/officeDocument/2006/relationships/image" Target="../media/image472.png"/><Relationship Id="rId57" Type="http://schemas.openxmlformats.org/officeDocument/2006/relationships/image" Target="../media/image493.png"/><Relationship Id="rId262" Type="http://schemas.openxmlformats.org/officeDocument/2006/relationships/customXml" Target="../ink/ink1039.xml"/><Relationship Id="rId318" Type="http://schemas.openxmlformats.org/officeDocument/2006/relationships/customXml" Target="../ink/ink1067.xml"/><Relationship Id="rId525" Type="http://schemas.openxmlformats.org/officeDocument/2006/relationships/customXml" Target="../ink/ink1171.xml"/><Relationship Id="rId567" Type="http://schemas.openxmlformats.org/officeDocument/2006/relationships/customXml" Target="../ink/ink1192.xml"/><Relationship Id="rId99" Type="http://schemas.openxmlformats.org/officeDocument/2006/relationships/image" Target="../media/image514.png"/><Relationship Id="rId122" Type="http://schemas.openxmlformats.org/officeDocument/2006/relationships/customXml" Target="../ink/ink969.xml"/><Relationship Id="rId164" Type="http://schemas.openxmlformats.org/officeDocument/2006/relationships/customXml" Target="../ink/ink990.xml"/><Relationship Id="rId371" Type="http://schemas.openxmlformats.org/officeDocument/2006/relationships/image" Target="../media/image650.png"/><Relationship Id="rId427" Type="http://schemas.openxmlformats.org/officeDocument/2006/relationships/customXml" Target="../ink/ink1122.xml"/><Relationship Id="rId469" Type="http://schemas.openxmlformats.org/officeDocument/2006/relationships/customXml" Target="../ink/ink1143.xml"/><Relationship Id="rId26" Type="http://schemas.openxmlformats.org/officeDocument/2006/relationships/customXml" Target="../ink/ink921.xml"/><Relationship Id="rId231" Type="http://schemas.openxmlformats.org/officeDocument/2006/relationships/image" Target="../media/image580.png"/><Relationship Id="rId273" Type="http://schemas.openxmlformats.org/officeDocument/2006/relationships/image" Target="../media/image601.png"/><Relationship Id="rId329" Type="http://schemas.openxmlformats.org/officeDocument/2006/relationships/image" Target="../media/image629.png"/><Relationship Id="rId480" Type="http://schemas.openxmlformats.org/officeDocument/2006/relationships/image" Target="../media/image704.png"/><Relationship Id="rId536" Type="http://schemas.openxmlformats.org/officeDocument/2006/relationships/image" Target="../media/image732.png"/><Relationship Id="rId68" Type="http://schemas.openxmlformats.org/officeDocument/2006/relationships/customXml" Target="../ink/ink942.xml"/><Relationship Id="rId133" Type="http://schemas.openxmlformats.org/officeDocument/2006/relationships/image" Target="../media/image531.png"/><Relationship Id="rId175" Type="http://schemas.openxmlformats.org/officeDocument/2006/relationships/image" Target="../media/image552.png"/><Relationship Id="rId340" Type="http://schemas.openxmlformats.org/officeDocument/2006/relationships/customXml" Target="../ink/ink1078.xml"/><Relationship Id="rId578" Type="http://schemas.openxmlformats.org/officeDocument/2006/relationships/image" Target="../media/image753.png"/><Relationship Id="rId200" Type="http://schemas.openxmlformats.org/officeDocument/2006/relationships/customXml" Target="../ink/ink1008.xml"/><Relationship Id="rId382" Type="http://schemas.openxmlformats.org/officeDocument/2006/relationships/customXml" Target="../ink/ink1099.xml"/><Relationship Id="rId438" Type="http://schemas.openxmlformats.org/officeDocument/2006/relationships/image" Target="../media/image683.png"/><Relationship Id="rId242" Type="http://schemas.openxmlformats.org/officeDocument/2006/relationships/customXml" Target="../ink/ink1029.xml"/><Relationship Id="rId284" Type="http://schemas.openxmlformats.org/officeDocument/2006/relationships/customXml" Target="../ink/ink1050.xml"/><Relationship Id="rId491" Type="http://schemas.openxmlformats.org/officeDocument/2006/relationships/customXml" Target="../ink/ink1154.xml"/><Relationship Id="rId505" Type="http://schemas.openxmlformats.org/officeDocument/2006/relationships/customXml" Target="../ink/ink1161.xml"/><Relationship Id="rId37" Type="http://schemas.openxmlformats.org/officeDocument/2006/relationships/image" Target="../media/image483.png"/><Relationship Id="rId79" Type="http://schemas.openxmlformats.org/officeDocument/2006/relationships/image" Target="../media/image504.png"/><Relationship Id="rId102" Type="http://schemas.openxmlformats.org/officeDocument/2006/relationships/customXml" Target="../ink/ink959.xml"/><Relationship Id="rId144" Type="http://schemas.openxmlformats.org/officeDocument/2006/relationships/customXml" Target="../ink/ink980.xml"/><Relationship Id="rId547" Type="http://schemas.openxmlformats.org/officeDocument/2006/relationships/customXml" Target="../ink/ink1182.xml"/><Relationship Id="rId90" Type="http://schemas.openxmlformats.org/officeDocument/2006/relationships/customXml" Target="../ink/ink953.xml"/><Relationship Id="rId186" Type="http://schemas.openxmlformats.org/officeDocument/2006/relationships/customXml" Target="../ink/ink1001.xml"/><Relationship Id="rId351" Type="http://schemas.openxmlformats.org/officeDocument/2006/relationships/image" Target="../media/image640.png"/><Relationship Id="rId393" Type="http://schemas.openxmlformats.org/officeDocument/2006/relationships/customXml" Target="../ink/ink1105.xml"/><Relationship Id="rId407" Type="http://schemas.openxmlformats.org/officeDocument/2006/relationships/customXml" Target="../ink/ink1112.xml"/><Relationship Id="rId449" Type="http://schemas.openxmlformats.org/officeDocument/2006/relationships/customXml" Target="../ink/ink1133.xml"/><Relationship Id="rId211" Type="http://schemas.openxmlformats.org/officeDocument/2006/relationships/image" Target="../media/image570.png"/><Relationship Id="rId253" Type="http://schemas.openxmlformats.org/officeDocument/2006/relationships/image" Target="../media/image591.png"/><Relationship Id="rId295" Type="http://schemas.openxmlformats.org/officeDocument/2006/relationships/image" Target="../media/image612.png"/><Relationship Id="rId309" Type="http://schemas.openxmlformats.org/officeDocument/2006/relationships/image" Target="../media/image619.png"/><Relationship Id="rId460" Type="http://schemas.openxmlformats.org/officeDocument/2006/relationships/image" Target="../media/image694.png"/><Relationship Id="rId516" Type="http://schemas.openxmlformats.org/officeDocument/2006/relationships/image" Target="../media/image722.png"/><Relationship Id="rId48" Type="http://schemas.openxmlformats.org/officeDocument/2006/relationships/customXml" Target="../ink/ink932.xml"/><Relationship Id="rId113" Type="http://schemas.openxmlformats.org/officeDocument/2006/relationships/image" Target="../media/image521.png"/><Relationship Id="rId320" Type="http://schemas.openxmlformats.org/officeDocument/2006/relationships/customXml" Target="../ink/ink1068.xml"/><Relationship Id="rId558" Type="http://schemas.openxmlformats.org/officeDocument/2006/relationships/image" Target="../media/image743.png"/><Relationship Id="rId155" Type="http://schemas.openxmlformats.org/officeDocument/2006/relationships/image" Target="../media/image542.png"/><Relationship Id="rId197" Type="http://schemas.openxmlformats.org/officeDocument/2006/relationships/image" Target="../media/image563.png"/><Relationship Id="rId362" Type="http://schemas.openxmlformats.org/officeDocument/2006/relationships/customXml" Target="../ink/ink1089.xml"/><Relationship Id="rId418" Type="http://schemas.openxmlformats.org/officeDocument/2006/relationships/image" Target="../media/image673.png"/><Relationship Id="rId222" Type="http://schemas.openxmlformats.org/officeDocument/2006/relationships/customXml" Target="../ink/ink1019.xml"/><Relationship Id="rId264" Type="http://schemas.openxmlformats.org/officeDocument/2006/relationships/customXml" Target="../ink/ink1040.xml"/><Relationship Id="rId471" Type="http://schemas.openxmlformats.org/officeDocument/2006/relationships/customXml" Target="../ink/ink1144.xml"/><Relationship Id="rId17" Type="http://schemas.openxmlformats.org/officeDocument/2006/relationships/image" Target="../media/image473.png"/><Relationship Id="rId59" Type="http://schemas.openxmlformats.org/officeDocument/2006/relationships/image" Target="../media/image494.png"/><Relationship Id="rId124" Type="http://schemas.openxmlformats.org/officeDocument/2006/relationships/customXml" Target="../ink/ink970.xml"/><Relationship Id="rId527" Type="http://schemas.openxmlformats.org/officeDocument/2006/relationships/customXml" Target="../ink/ink1172.xml"/><Relationship Id="rId569" Type="http://schemas.openxmlformats.org/officeDocument/2006/relationships/customXml" Target="../ink/ink1193.xml"/><Relationship Id="rId70" Type="http://schemas.openxmlformats.org/officeDocument/2006/relationships/customXml" Target="../ink/ink943.xml"/><Relationship Id="rId166" Type="http://schemas.openxmlformats.org/officeDocument/2006/relationships/customXml" Target="../ink/ink991.xml"/><Relationship Id="rId331" Type="http://schemas.openxmlformats.org/officeDocument/2006/relationships/image" Target="../media/image630.png"/><Relationship Id="rId373" Type="http://schemas.openxmlformats.org/officeDocument/2006/relationships/image" Target="../media/image651.png"/><Relationship Id="rId429" Type="http://schemas.openxmlformats.org/officeDocument/2006/relationships/customXml" Target="../ink/ink1123.xml"/><Relationship Id="rId580" Type="http://schemas.openxmlformats.org/officeDocument/2006/relationships/image" Target="../media/image75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81.png"/><Relationship Id="rId440" Type="http://schemas.openxmlformats.org/officeDocument/2006/relationships/image" Target="../media/image684.png"/><Relationship Id="rId28" Type="http://schemas.openxmlformats.org/officeDocument/2006/relationships/customXml" Target="../ink/ink922.xml"/><Relationship Id="rId275" Type="http://schemas.openxmlformats.org/officeDocument/2006/relationships/image" Target="../media/image602.png"/><Relationship Id="rId300" Type="http://schemas.openxmlformats.org/officeDocument/2006/relationships/customXml" Target="../ink/ink1058.xml"/><Relationship Id="rId482" Type="http://schemas.openxmlformats.org/officeDocument/2006/relationships/image" Target="../media/image705.png"/><Relationship Id="rId538" Type="http://schemas.openxmlformats.org/officeDocument/2006/relationships/image" Target="../media/image733.png"/><Relationship Id="rId81" Type="http://schemas.openxmlformats.org/officeDocument/2006/relationships/image" Target="../media/image505.png"/><Relationship Id="rId135" Type="http://schemas.openxmlformats.org/officeDocument/2006/relationships/image" Target="../media/image532.png"/><Relationship Id="rId177" Type="http://schemas.openxmlformats.org/officeDocument/2006/relationships/image" Target="../media/image553.png"/><Relationship Id="rId342" Type="http://schemas.openxmlformats.org/officeDocument/2006/relationships/customXml" Target="../ink/ink1079.xml"/><Relationship Id="rId384" Type="http://schemas.openxmlformats.org/officeDocument/2006/relationships/customXml" Target="../ink/ink1100.xml"/><Relationship Id="rId202" Type="http://schemas.openxmlformats.org/officeDocument/2006/relationships/customXml" Target="../ink/ink1009.xml"/><Relationship Id="rId244" Type="http://schemas.openxmlformats.org/officeDocument/2006/relationships/customXml" Target="../ink/ink1030.xml"/><Relationship Id="rId39" Type="http://schemas.openxmlformats.org/officeDocument/2006/relationships/image" Target="../media/image484.png"/><Relationship Id="rId286" Type="http://schemas.openxmlformats.org/officeDocument/2006/relationships/customXml" Target="../ink/ink1051.xml"/><Relationship Id="rId451" Type="http://schemas.openxmlformats.org/officeDocument/2006/relationships/customXml" Target="../ink/ink1134.xml"/><Relationship Id="rId493" Type="http://schemas.openxmlformats.org/officeDocument/2006/relationships/customXml" Target="../ink/ink1155.xml"/><Relationship Id="rId507" Type="http://schemas.openxmlformats.org/officeDocument/2006/relationships/customXml" Target="../ink/ink1162.xml"/><Relationship Id="rId549" Type="http://schemas.openxmlformats.org/officeDocument/2006/relationships/customXml" Target="../ink/ink1183.xml"/><Relationship Id="rId50" Type="http://schemas.openxmlformats.org/officeDocument/2006/relationships/customXml" Target="../ink/ink933.xml"/><Relationship Id="rId104" Type="http://schemas.openxmlformats.org/officeDocument/2006/relationships/customXml" Target="../ink/ink960.xml"/><Relationship Id="rId146" Type="http://schemas.openxmlformats.org/officeDocument/2006/relationships/customXml" Target="../ink/ink981.xml"/><Relationship Id="rId188" Type="http://schemas.openxmlformats.org/officeDocument/2006/relationships/customXml" Target="../ink/ink1002.xml"/><Relationship Id="rId311" Type="http://schemas.openxmlformats.org/officeDocument/2006/relationships/image" Target="../media/image620.png"/><Relationship Id="rId353" Type="http://schemas.openxmlformats.org/officeDocument/2006/relationships/image" Target="../media/image641.png"/><Relationship Id="rId395" Type="http://schemas.openxmlformats.org/officeDocument/2006/relationships/customXml" Target="../ink/ink1106.xml"/><Relationship Id="rId409" Type="http://schemas.openxmlformats.org/officeDocument/2006/relationships/customXml" Target="../ink/ink1113.xml"/><Relationship Id="rId560" Type="http://schemas.openxmlformats.org/officeDocument/2006/relationships/image" Target="../media/image744.png"/><Relationship Id="rId92" Type="http://schemas.openxmlformats.org/officeDocument/2006/relationships/customXml" Target="../ink/ink954.xml"/><Relationship Id="rId213" Type="http://schemas.openxmlformats.org/officeDocument/2006/relationships/image" Target="../media/image571.png"/><Relationship Id="rId420" Type="http://schemas.openxmlformats.org/officeDocument/2006/relationships/image" Target="../media/image674.png"/><Relationship Id="rId255" Type="http://schemas.openxmlformats.org/officeDocument/2006/relationships/image" Target="../media/image592.png"/><Relationship Id="rId297" Type="http://schemas.openxmlformats.org/officeDocument/2006/relationships/image" Target="../media/image613.png"/><Relationship Id="rId462" Type="http://schemas.openxmlformats.org/officeDocument/2006/relationships/image" Target="../media/image695.png"/><Relationship Id="rId518" Type="http://schemas.openxmlformats.org/officeDocument/2006/relationships/image" Target="../media/image723.png"/><Relationship Id="rId115" Type="http://schemas.openxmlformats.org/officeDocument/2006/relationships/image" Target="../media/image522.png"/><Relationship Id="rId157" Type="http://schemas.openxmlformats.org/officeDocument/2006/relationships/image" Target="../media/image543.png"/><Relationship Id="rId322" Type="http://schemas.openxmlformats.org/officeDocument/2006/relationships/customXml" Target="../ink/ink1069.xml"/><Relationship Id="rId364" Type="http://schemas.openxmlformats.org/officeDocument/2006/relationships/customXml" Target="../ink/ink1090.xml"/><Relationship Id="rId61" Type="http://schemas.openxmlformats.org/officeDocument/2006/relationships/image" Target="../media/image495.png"/><Relationship Id="rId199" Type="http://schemas.openxmlformats.org/officeDocument/2006/relationships/image" Target="../media/image564.png"/><Relationship Id="rId571" Type="http://schemas.openxmlformats.org/officeDocument/2006/relationships/customXml" Target="../ink/ink1194.xml"/><Relationship Id="rId19" Type="http://schemas.openxmlformats.org/officeDocument/2006/relationships/image" Target="../media/image474.png"/><Relationship Id="rId224" Type="http://schemas.openxmlformats.org/officeDocument/2006/relationships/customXml" Target="../ink/ink1020.xml"/><Relationship Id="rId266" Type="http://schemas.openxmlformats.org/officeDocument/2006/relationships/customXml" Target="../ink/ink1041.xml"/><Relationship Id="rId431" Type="http://schemas.openxmlformats.org/officeDocument/2006/relationships/customXml" Target="../ink/ink1124.xml"/><Relationship Id="rId473" Type="http://schemas.openxmlformats.org/officeDocument/2006/relationships/customXml" Target="../ink/ink1145.xml"/><Relationship Id="rId529" Type="http://schemas.openxmlformats.org/officeDocument/2006/relationships/customXml" Target="../ink/ink1173.xml"/><Relationship Id="rId30" Type="http://schemas.openxmlformats.org/officeDocument/2006/relationships/customXml" Target="../ink/ink923.xml"/><Relationship Id="rId126" Type="http://schemas.openxmlformats.org/officeDocument/2006/relationships/customXml" Target="../ink/ink971.xml"/><Relationship Id="rId168" Type="http://schemas.openxmlformats.org/officeDocument/2006/relationships/customXml" Target="../ink/ink992.xml"/><Relationship Id="rId333" Type="http://schemas.openxmlformats.org/officeDocument/2006/relationships/image" Target="../media/image631.png"/><Relationship Id="rId540" Type="http://schemas.openxmlformats.org/officeDocument/2006/relationships/image" Target="../media/image734.png"/><Relationship Id="rId72" Type="http://schemas.openxmlformats.org/officeDocument/2006/relationships/customXml" Target="../ink/ink944.xml"/><Relationship Id="rId375" Type="http://schemas.openxmlformats.org/officeDocument/2006/relationships/image" Target="../media/image652.png"/><Relationship Id="rId582" Type="http://schemas.openxmlformats.org/officeDocument/2006/relationships/image" Target="../media/image755.png"/><Relationship Id="rId3" Type="http://schemas.openxmlformats.org/officeDocument/2006/relationships/image" Target="../media/image466.png"/><Relationship Id="rId235" Type="http://schemas.openxmlformats.org/officeDocument/2006/relationships/image" Target="../media/image582.png"/><Relationship Id="rId277" Type="http://schemas.openxmlformats.org/officeDocument/2006/relationships/image" Target="../media/image603.png"/><Relationship Id="rId400" Type="http://schemas.openxmlformats.org/officeDocument/2006/relationships/image" Target="../media/image664.png"/><Relationship Id="rId442" Type="http://schemas.openxmlformats.org/officeDocument/2006/relationships/image" Target="../media/image685.png"/><Relationship Id="rId484" Type="http://schemas.openxmlformats.org/officeDocument/2006/relationships/image" Target="../media/image706.png"/><Relationship Id="rId137" Type="http://schemas.openxmlformats.org/officeDocument/2006/relationships/image" Target="../media/image533.png"/><Relationship Id="rId302" Type="http://schemas.openxmlformats.org/officeDocument/2006/relationships/customXml" Target="../ink/ink1059.xml"/><Relationship Id="rId344" Type="http://schemas.openxmlformats.org/officeDocument/2006/relationships/customXml" Target="../ink/ink1080.xml"/><Relationship Id="rId41" Type="http://schemas.openxmlformats.org/officeDocument/2006/relationships/image" Target="../media/image485.png"/><Relationship Id="rId83" Type="http://schemas.openxmlformats.org/officeDocument/2006/relationships/image" Target="../media/image506.png"/><Relationship Id="rId179" Type="http://schemas.openxmlformats.org/officeDocument/2006/relationships/image" Target="../media/image554.png"/><Relationship Id="rId386" Type="http://schemas.openxmlformats.org/officeDocument/2006/relationships/customXml" Target="../ink/ink1101.xml"/><Relationship Id="rId551" Type="http://schemas.openxmlformats.org/officeDocument/2006/relationships/customXml" Target="../ink/ink1184.xml"/><Relationship Id="rId190" Type="http://schemas.openxmlformats.org/officeDocument/2006/relationships/customXml" Target="../ink/ink1003.xml"/><Relationship Id="rId204" Type="http://schemas.openxmlformats.org/officeDocument/2006/relationships/customXml" Target="../ink/ink1010.xml"/><Relationship Id="rId246" Type="http://schemas.openxmlformats.org/officeDocument/2006/relationships/customXml" Target="../ink/ink1031.xml"/><Relationship Id="rId288" Type="http://schemas.openxmlformats.org/officeDocument/2006/relationships/customXml" Target="../ink/ink1052.xml"/><Relationship Id="rId411" Type="http://schemas.openxmlformats.org/officeDocument/2006/relationships/customXml" Target="../ink/ink1114.xml"/><Relationship Id="rId453" Type="http://schemas.openxmlformats.org/officeDocument/2006/relationships/customXml" Target="../ink/ink1135.xml"/><Relationship Id="rId509" Type="http://schemas.openxmlformats.org/officeDocument/2006/relationships/customXml" Target="../ink/ink1163.xml"/><Relationship Id="rId106" Type="http://schemas.openxmlformats.org/officeDocument/2006/relationships/customXml" Target="../ink/ink961.xml"/><Relationship Id="rId313" Type="http://schemas.openxmlformats.org/officeDocument/2006/relationships/image" Target="../media/image621.png"/><Relationship Id="rId495" Type="http://schemas.openxmlformats.org/officeDocument/2006/relationships/customXml" Target="../ink/ink1156.xml"/><Relationship Id="rId10" Type="http://schemas.openxmlformats.org/officeDocument/2006/relationships/customXml" Target="../ink/ink913.xml"/><Relationship Id="rId52" Type="http://schemas.openxmlformats.org/officeDocument/2006/relationships/customXml" Target="../ink/ink934.xml"/><Relationship Id="rId94" Type="http://schemas.openxmlformats.org/officeDocument/2006/relationships/customXml" Target="../ink/ink955.xml"/><Relationship Id="rId148" Type="http://schemas.openxmlformats.org/officeDocument/2006/relationships/customXml" Target="../ink/ink982.xml"/><Relationship Id="rId355" Type="http://schemas.openxmlformats.org/officeDocument/2006/relationships/image" Target="../media/image642.png"/><Relationship Id="rId397" Type="http://schemas.openxmlformats.org/officeDocument/2006/relationships/customXml" Target="../ink/ink1107.xml"/><Relationship Id="rId520" Type="http://schemas.openxmlformats.org/officeDocument/2006/relationships/image" Target="../media/image724.png"/><Relationship Id="rId562" Type="http://schemas.openxmlformats.org/officeDocument/2006/relationships/image" Target="../media/image745.png"/><Relationship Id="rId215" Type="http://schemas.openxmlformats.org/officeDocument/2006/relationships/image" Target="../media/image572.png"/><Relationship Id="rId257" Type="http://schemas.openxmlformats.org/officeDocument/2006/relationships/image" Target="../media/image593.png"/><Relationship Id="rId422" Type="http://schemas.openxmlformats.org/officeDocument/2006/relationships/image" Target="../media/image675.png"/><Relationship Id="rId464" Type="http://schemas.openxmlformats.org/officeDocument/2006/relationships/image" Target="../media/image696.png"/><Relationship Id="rId299" Type="http://schemas.openxmlformats.org/officeDocument/2006/relationships/image" Target="../media/image614.png"/><Relationship Id="rId63" Type="http://schemas.openxmlformats.org/officeDocument/2006/relationships/image" Target="../media/image496.png"/><Relationship Id="rId159" Type="http://schemas.openxmlformats.org/officeDocument/2006/relationships/image" Target="../media/image544.png"/><Relationship Id="rId366" Type="http://schemas.openxmlformats.org/officeDocument/2006/relationships/customXml" Target="../ink/ink1091.xml"/><Relationship Id="rId573" Type="http://schemas.openxmlformats.org/officeDocument/2006/relationships/customXml" Target="../ink/ink1195.xml"/><Relationship Id="rId226" Type="http://schemas.openxmlformats.org/officeDocument/2006/relationships/customXml" Target="../ink/ink1021.xml"/><Relationship Id="rId433" Type="http://schemas.openxmlformats.org/officeDocument/2006/relationships/customXml" Target="../ink/ink1125.xml"/><Relationship Id="rId74" Type="http://schemas.openxmlformats.org/officeDocument/2006/relationships/customXml" Target="../ink/ink945.xml"/><Relationship Id="rId377" Type="http://schemas.openxmlformats.org/officeDocument/2006/relationships/image" Target="../media/image653.png"/><Relationship Id="rId500" Type="http://schemas.openxmlformats.org/officeDocument/2006/relationships/image" Target="../media/image714.png"/><Relationship Id="rId584" Type="http://schemas.openxmlformats.org/officeDocument/2006/relationships/image" Target="../media/image756.png"/><Relationship Id="rId5" Type="http://schemas.openxmlformats.org/officeDocument/2006/relationships/image" Target="../media/image467.png"/><Relationship Id="rId237" Type="http://schemas.openxmlformats.org/officeDocument/2006/relationships/image" Target="../media/image583.png"/><Relationship Id="rId444" Type="http://schemas.openxmlformats.org/officeDocument/2006/relationships/image" Target="../media/image686.png"/><Relationship Id="rId290" Type="http://schemas.openxmlformats.org/officeDocument/2006/relationships/customXml" Target="../ink/ink1053.xml"/><Relationship Id="rId304" Type="http://schemas.openxmlformats.org/officeDocument/2006/relationships/customXml" Target="../ink/ink1060.xml"/><Relationship Id="rId388" Type="http://schemas.openxmlformats.org/officeDocument/2006/relationships/customXml" Target="../ink/ink1102.xml"/><Relationship Id="rId511" Type="http://schemas.openxmlformats.org/officeDocument/2006/relationships/customXml" Target="../ink/ink1164.xml"/><Relationship Id="rId85" Type="http://schemas.openxmlformats.org/officeDocument/2006/relationships/image" Target="../media/image507.png"/><Relationship Id="rId150" Type="http://schemas.openxmlformats.org/officeDocument/2006/relationships/customXml" Target="../ink/ink983.xml"/><Relationship Id="rId248" Type="http://schemas.openxmlformats.org/officeDocument/2006/relationships/customXml" Target="../ink/ink1032.xml"/><Relationship Id="rId455" Type="http://schemas.openxmlformats.org/officeDocument/2006/relationships/customXml" Target="../ink/ink1136.xml"/><Relationship Id="rId12" Type="http://schemas.openxmlformats.org/officeDocument/2006/relationships/customXml" Target="../ink/ink914.xml"/><Relationship Id="rId108" Type="http://schemas.openxmlformats.org/officeDocument/2006/relationships/customXml" Target="../ink/ink962.xml"/><Relationship Id="rId315" Type="http://schemas.openxmlformats.org/officeDocument/2006/relationships/image" Target="../media/image622.png"/><Relationship Id="rId522" Type="http://schemas.openxmlformats.org/officeDocument/2006/relationships/image" Target="../media/image725.png"/><Relationship Id="rId96" Type="http://schemas.openxmlformats.org/officeDocument/2006/relationships/customXml" Target="../ink/ink956.xml"/><Relationship Id="rId161" Type="http://schemas.openxmlformats.org/officeDocument/2006/relationships/image" Target="../media/image545.png"/><Relationship Id="rId399" Type="http://schemas.openxmlformats.org/officeDocument/2006/relationships/customXml" Target="../ink/ink1108.xml"/><Relationship Id="rId259" Type="http://schemas.openxmlformats.org/officeDocument/2006/relationships/image" Target="../media/image594.png"/><Relationship Id="rId466" Type="http://schemas.openxmlformats.org/officeDocument/2006/relationships/image" Target="../media/image697.png"/><Relationship Id="rId23" Type="http://schemas.openxmlformats.org/officeDocument/2006/relationships/image" Target="../media/image476.png"/><Relationship Id="rId119" Type="http://schemas.openxmlformats.org/officeDocument/2006/relationships/image" Target="../media/image524.png"/><Relationship Id="rId326" Type="http://schemas.openxmlformats.org/officeDocument/2006/relationships/customXml" Target="../ink/ink1071.xml"/><Relationship Id="rId533" Type="http://schemas.openxmlformats.org/officeDocument/2006/relationships/customXml" Target="../ink/ink1175.xml"/><Relationship Id="rId172" Type="http://schemas.openxmlformats.org/officeDocument/2006/relationships/customXml" Target="../ink/ink994.xml"/><Relationship Id="rId477" Type="http://schemas.openxmlformats.org/officeDocument/2006/relationships/customXml" Target="../ink/ink1147.xml"/><Relationship Id="rId337" Type="http://schemas.openxmlformats.org/officeDocument/2006/relationships/image" Target="../media/image633.png"/><Relationship Id="rId34" Type="http://schemas.openxmlformats.org/officeDocument/2006/relationships/customXml" Target="../ink/ink925.xml"/><Relationship Id="rId544" Type="http://schemas.openxmlformats.org/officeDocument/2006/relationships/image" Target="../media/image736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6.png"/><Relationship Id="rId671" Type="http://schemas.openxmlformats.org/officeDocument/2006/relationships/customXml" Target="../ink/ink1536.xml"/><Relationship Id="rId769" Type="http://schemas.openxmlformats.org/officeDocument/2006/relationships/customXml" Target="../ink/ink1585.xml"/><Relationship Id="rId21" Type="http://schemas.openxmlformats.org/officeDocument/2006/relationships/image" Target="../media/image498.png"/><Relationship Id="rId324" Type="http://schemas.openxmlformats.org/officeDocument/2006/relationships/image" Target="../media/image850.png"/><Relationship Id="rId531" Type="http://schemas.openxmlformats.org/officeDocument/2006/relationships/customXml" Target="../ink/ink1466.xml"/><Relationship Id="rId629" Type="http://schemas.openxmlformats.org/officeDocument/2006/relationships/customXml" Target="../ink/ink1515.xml"/><Relationship Id="rId170" Type="http://schemas.openxmlformats.org/officeDocument/2006/relationships/image" Target="../media/image773.png"/><Relationship Id="rId836" Type="http://schemas.openxmlformats.org/officeDocument/2006/relationships/image" Target="../media/image1106.png"/><Relationship Id="rId268" Type="http://schemas.openxmlformats.org/officeDocument/2006/relationships/image" Target="../media/image822.png"/><Relationship Id="rId475" Type="http://schemas.openxmlformats.org/officeDocument/2006/relationships/customXml" Target="../ink/ink1438.xml"/><Relationship Id="rId682" Type="http://schemas.openxmlformats.org/officeDocument/2006/relationships/image" Target="../media/image1029.png"/><Relationship Id="rId32" Type="http://schemas.openxmlformats.org/officeDocument/2006/relationships/customXml" Target="../ink/ink1216.xml"/><Relationship Id="rId128" Type="http://schemas.openxmlformats.org/officeDocument/2006/relationships/customXml" Target="../ink/ink1264.xml"/><Relationship Id="rId335" Type="http://schemas.openxmlformats.org/officeDocument/2006/relationships/customXml" Target="../ink/ink1368.xml"/><Relationship Id="rId542" Type="http://schemas.openxmlformats.org/officeDocument/2006/relationships/image" Target="../media/image959.png"/><Relationship Id="rId181" Type="http://schemas.openxmlformats.org/officeDocument/2006/relationships/customXml" Target="../ink/ink1291.xml"/><Relationship Id="rId402" Type="http://schemas.openxmlformats.org/officeDocument/2006/relationships/image" Target="../media/image889.png"/><Relationship Id="rId847" Type="http://schemas.openxmlformats.org/officeDocument/2006/relationships/customXml" Target="../ink/ink1624.xml"/><Relationship Id="rId279" Type="http://schemas.openxmlformats.org/officeDocument/2006/relationships/customXml" Target="../ink/ink1340.xml"/><Relationship Id="rId486" Type="http://schemas.openxmlformats.org/officeDocument/2006/relationships/image" Target="../media/image931.png"/><Relationship Id="rId693" Type="http://schemas.openxmlformats.org/officeDocument/2006/relationships/customXml" Target="../ink/ink1547.xml"/><Relationship Id="rId707" Type="http://schemas.openxmlformats.org/officeDocument/2006/relationships/customXml" Target="../ink/ink1554.xml"/><Relationship Id="rId43" Type="http://schemas.openxmlformats.org/officeDocument/2006/relationships/image" Target="../media/image509.png"/><Relationship Id="rId139" Type="http://schemas.openxmlformats.org/officeDocument/2006/relationships/customXml" Target="../ink/ink1270.xml"/><Relationship Id="rId346" Type="http://schemas.openxmlformats.org/officeDocument/2006/relationships/image" Target="../media/image861.png"/><Relationship Id="rId553" Type="http://schemas.openxmlformats.org/officeDocument/2006/relationships/customXml" Target="../ink/ink1477.xml"/><Relationship Id="rId760" Type="http://schemas.openxmlformats.org/officeDocument/2006/relationships/image" Target="../media/image1068.png"/><Relationship Id="rId192" Type="http://schemas.openxmlformats.org/officeDocument/2006/relationships/image" Target="../media/image784.png"/><Relationship Id="rId206" Type="http://schemas.openxmlformats.org/officeDocument/2006/relationships/image" Target="../media/image791.png"/><Relationship Id="rId413" Type="http://schemas.openxmlformats.org/officeDocument/2006/relationships/customXml" Target="../ink/ink1407.xml"/><Relationship Id="rId497" Type="http://schemas.openxmlformats.org/officeDocument/2006/relationships/customXml" Target="../ink/ink1449.xml"/><Relationship Id="rId620" Type="http://schemas.openxmlformats.org/officeDocument/2006/relationships/image" Target="../media/image998.png"/><Relationship Id="rId718" Type="http://schemas.openxmlformats.org/officeDocument/2006/relationships/image" Target="../media/image1047.png"/><Relationship Id="rId357" Type="http://schemas.openxmlformats.org/officeDocument/2006/relationships/customXml" Target="../ink/ink1379.xml"/><Relationship Id="rId54" Type="http://schemas.openxmlformats.org/officeDocument/2006/relationships/customXml" Target="../ink/ink1227.xml"/><Relationship Id="rId217" Type="http://schemas.openxmlformats.org/officeDocument/2006/relationships/customXml" Target="../ink/ink1309.xml"/><Relationship Id="rId564" Type="http://schemas.openxmlformats.org/officeDocument/2006/relationships/image" Target="../media/image970.png"/><Relationship Id="rId771" Type="http://schemas.openxmlformats.org/officeDocument/2006/relationships/customXml" Target="../ink/ink1586.xml"/><Relationship Id="rId424" Type="http://schemas.openxmlformats.org/officeDocument/2006/relationships/image" Target="../media/image900.png"/><Relationship Id="rId631" Type="http://schemas.openxmlformats.org/officeDocument/2006/relationships/customXml" Target="../ink/ink1516.xml"/><Relationship Id="rId729" Type="http://schemas.openxmlformats.org/officeDocument/2006/relationships/customXml" Target="../ink/ink1565.xml"/><Relationship Id="rId270" Type="http://schemas.openxmlformats.org/officeDocument/2006/relationships/image" Target="../media/image823.png"/><Relationship Id="rId65" Type="http://schemas.openxmlformats.org/officeDocument/2006/relationships/image" Target="../media/image520.png"/><Relationship Id="rId130" Type="http://schemas.openxmlformats.org/officeDocument/2006/relationships/customXml" Target="../ink/ink1265.xml"/><Relationship Id="rId368" Type="http://schemas.openxmlformats.org/officeDocument/2006/relationships/image" Target="../media/image872.png"/><Relationship Id="rId575" Type="http://schemas.openxmlformats.org/officeDocument/2006/relationships/customXml" Target="../ink/ink1488.xml"/><Relationship Id="rId782" Type="http://schemas.openxmlformats.org/officeDocument/2006/relationships/image" Target="../media/image1079.png"/><Relationship Id="rId228" Type="http://schemas.openxmlformats.org/officeDocument/2006/relationships/image" Target="../media/image802.png"/><Relationship Id="rId435" Type="http://schemas.openxmlformats.org/officeDocument/2006/relationships/customXml" Target="../ink/ink1418.xml"/><Relationship Id="rId642" Type="http://schemas.openxmlformats.org/officeDocument/2006/relationships/image" Target="../media/image1009.png"/><Relationship Id="rId281" Type="http://schemas.openxmlformats.org/officeDocument/2006/relationships/customXml" Target="../ink/ink1341.xml"/><Relationship Id="rId502" Type="http://schemas.openxmlformats.org/officeDocument/2006/relationships/image" Target="../media/image939.png"/><Relationship Id="rId76" Type="http://schemas.openxmlformats.org/officeDocument/2006/relationships/customXml" Target="../ink/ink1238.xml"/><Relationship Id="rId141" Type="http://schemas.openxmlformats.org/officeDocument/2006/relationships/customXml" Target="../ink/ink1271.xml"/><Relationship Id="rId379" Type="http://schemas.openxmlformats.org/officeDocument/2006/relationships/customXml" Target="../ink/ink1390.xml"/><Relationship Id="rId586" Type="http://schemas.openxmlformats.org/officeDocument/2006/relationships/image" Target="../media/image981.png"/><Relationship Id="rId793" Type="http://schemas.openxmlformats.org/officeDocument/2006/relationships/customXml" Target="../ink/ink1597.xml"/><Relationship Id="rId807" Type="http://schemas.openxmlformats.org/officeDocument/2006/relationships/customXml" Target="../ink/ink1604.xml"/><Relationship Id="rId7" Type="http://schemas.openxmlformats.org/officeDocument/2006/relationships/image" Target="../media/image491.png"/><Relationship Id="rId239" Type="http://schemas.openxmlformats.org/officeDocument/2006/relationships/customXml" Target="../ink/ink1320.xml"/><Relationship Id="rId446" Type="http://schemas.openxmlformats.org/officeDocument/2006/relationships/image" Target="../media/image911.png"/><Relationship Id="rId653" Type="http://schemas.openxmlformats.org/officeDocument/2006/relationships/customXml" Target="../ink/ink1527.xml"/><Relationship Id="rId292" Type="http://schemas.openxmlformats.org/officeDocument/2006/relationships/image" Target="../media/image834.png"/><Relationship Id="rId306" Type="http://schemas.openxmlformats.org/officeDocument/2006/relationships/image" Target="../media/image841.png"/><Relationship Id="rId87" Type="http://schemas.openxmlformats.org/officeDocument/2006/relationships/image" Target="../media/image531.png"/><Relationship Id="rId513" Type="http://schemas.openxmlformats.org/officeDocument/2006/relationships/customXml" Target="../ink/ink1457.xml"/><Relationship Id="rId597" Type="http://schemas.openxmlformats.org/officeDocument/2006/relationships/customXml" Target="../ink/ink1499.xml"/><Relationship Id="rId720" Type="http://schemas.openxmlformats.org/officeDocument/2006/relationships/image" Target="../media/image1048.png"/><Relationship Id="rId818" Type="http://schemas.openxmlformats.org/officeDocument/2006/relationships/image" Target="../media/image1097.png"/><Relationship Id="rId152" Type="http://schemas.openxmlformats.org/officeDocument/2006/relationships/image" Target="../media/image764.png"/><Relationship Id="rId457" Type="http://schemas.openxmlformats.org/officeDocument/2006/relationships/customXml" Target="../ink/ink1429.xml"/><Relationship Id="rId664" Type="http://schemas.openxmlformats.org/officeDocument/2006/relationships/image" Target="../media/image1020.png"/><Relationship Id="rId14" Type="http://schemas.openxmlformats.org/officeDocument/2006/relationships/customXml" Target="../ink/ink1207.xml"/><Relationship Id="rId317" Type="http://schemas.openxmlformats.org/officeDocument/2006/relationships/customXml" Target="../ink/ink1359.xml"/><Relationship Id="rId524" Type="http://schemas.openxmlformats.org/officeDocument/2006/relationships/image" Target="../media/image950.png"/><Relationship Id="rId731" Type="http://schemas.openxmlformats.org/officeDocument/2006/relationships/customXml" Target="../ink/ink1566.xml"/><Relationship Id="rId98" Type="http://schemas.openxmlformats.org/officeDocument/2006/relationships/customXml" Target="../ink/ink1249.xml"/><Relationship Id="rId163" Type="http://schemas.openxmlformats.org/officeDocument/2006/relationships/customXml" Target="../ink/ink1282.xml"/><Relationship Id="rId370" Type="http://schemas.openxmlformats.org/officeDocument/2006/relationships/image" Target="../media/image873.png"/><Relationship Id="rId829" Type="http://schemas.openxmlformats.org/officeDocument/2006/relationships/customXml" Target="../ink/ink1615.xml"/><Relationship Id="rId230" Type="http://schemas.openxmlformats.org/officeDocument/2006/relationships/image" Target="../media/image803.png"/><Relationship Id="rId468" Type="http://schemas.openxmlformats.org/officeDocument/2006/relationships/image" Target="../media/image922.png"/><Relationship Id="rId675" Type="http://schemas.openxmlformats.org/officeDocument/2006/relationships/customXml" Target="../ink/ink1538.xml"/><Relationship Id="rId25" Type="http://schemas.openxmlformats.org/officeDocument/2006/relationships/image" Target="../media/image500.png"/><Relationship Id="rId328" Type="http://schemas.openxmlformats.org/officeDocument/2006/relationships/image" Target="../media/image852.png"/><Relationship Id="rId535" Type="http://schemas.openxmlformats.org/officeDocument/2006/relationships/customXml" Target="../ink/ink1468.xml"/><Relationship Id="rId742" Type="http://schemas.openxmlformats.org/officeDocument/2006/relationships/image" Target="../media/image1059.png"/><Relationship Id="rId174" Type="http://schemas.openxmlformats.org/officeDocument/2006/relationships/image" Target="../media/image775.png"/><Relationship Id="rId381" Type="http://schemas.openxmlformats.org/officeDocument/2006/relationships/customXml" Target="../ink/ink1391.xml"/><Relationship Id="rId602" Type="http://schemas.openxmlformats.org/officeDocument/2006/relationships/image" Target="../media/image989.png"/><Relationship Id="rId241" Type="http://schemas.openxmlformats.org/officeDocument/2006/relationships/customXml" Target="../ink/ink1321.xml"/><Relationship Id="rId479" Type="http://schemas.openxmlformats.org/officeDocument/2006/relationships/customXml" Target="../ink/ink1440.xml"/><Relationship Id="rId686" Type="http://schemas.openxmlformats.org/officeDocument/2006/relationships/image" Target="../media/image1031.png"/><Relationship Id="rId36" Type="http://schemas.openxmlformats.org/officeDocument/2006/relationships/customXml" Target="../ink/ink1218.xml"/><Relationship Id="rId339" Type="http://schemas.openxmlformats.org/officeDocument/2006/relationships/customXml" Target="../ink/ink1370.xml"/><Relationship Id="rId546" Type="http://schemas.openxmlformats.org/officeDocument/2006/relationships/image" Target="../media/image961.png"/><Relationship Id="rId753" Type="http://schemas.openxmlformats.org/officeDocument/2006/relationships/customXml" Target="../ink/ink1577.xml"/><Relationship Id="rId101" Type="http://schemas.openxmlformats.org/officeDocument/2006/relationships/image" Target="../media/image538.png"/><Relationship Id="rId185" Type="http://schemas.openxmlformats.org/officeDocument/2006/relationships/customXml" Target="../ink/ink1293.xml"/><Relationship Id="rId406" Type="http://schemas.openxmlformats.org/officeDocument/2006/relationships/image" Target="../media/image891.png"/><Relationship Id="rId392" Type="http://schemas.openxmlformats.org/officeDocument/2006/relationships/image" Target="../media/image884.png"/><Relationship Id="rId613" Type="http://schemas.openxmlformats.org/officeDocument/2006/relationships/customXml" Target="../ink/ink1507.xml"/><Relationship Id="rId697" Type="http://schemas.openxmlformats.org/officeDocument/2006/relationships/customXml" Target="../ink/ink1549.xml"/><Relationship Id="rId820" Type="http://schemas.openxmlformats.org/officeDocument/2006/relationships/image" Target="../media/image1098.png"/><Relationship Id="rId252" Type="http://schemas.openxmlformats.org/officeDocument/2006/relationships/image" Target="../media/image814.png"/><Relationship Id="rId47" Type="http://schemas.openxmlformats.org/officeDocument/2006/relationships/image" Target="../media/image511.png"/><Relationship Id="rId112" Type="http://schemas.openxmlformats.org/officeDocument/2006/relationships/customXml" Target="../ink/ink1256.xml"/><Relationship Id="rId557" Type="http://schemas.openxmlformats.org/officeDocument/2006/relationships/customXml" Target="../ink/ink1479.xml"/><Relationship Id="rId764" Type="http://schemas.openxmlformats.org/officeDocument/2006/relationships/image" Target="../media/image1070.png"/><Relationship Id="rId196" Type="http://schemas.openxmlformats.org/officeDocument/2006/relationships/image" Target="../media/image786.png"/><Relationship Id="rId417" Type="http://schemas.openxmlformats.org/officeDocument/2006/relationships/customXml" Target="../ink/ink1409.xml"/><Relationship Id="rId624" Type="http://schemas.openxmlformats.org/officeDocument/2006/relationships/image" Target="../media/image1000.png"/><Relationship Id="rId831" Type="http://schemas.openxmlformats.org/officeDocument/2006/relationships/customXml" Target="../ink/ink1616.xml"/><Relationship Id="rId263" Type="http://schemas.openxmlformats.org/officeDocument/2006/relationships/customXml" Target="../ink/ink1332.xml"/><Relationship Id="rId470" Type="http://schemas.openxmlformats.org/officeDocument/2006/relationships/image" Target="../media/image923.png"/><Relationship Id="rId58" Type="http://schemas.openxmlformats.org/officeDocument/2006/relationships/customXml" Target="../ink/ink1229.xml"/><Relationship Id="rId123" Type="http://schemas.openxmlformats.org/officeDocument/2006/relationships/image" Target="../media/image549.png"/><Relationship Id="rId330" Type="http://schemas.openxmlformats.org/officeDocument/2006/relationships/image" Target="../media/image853.png"/><Relationship Id="rId568" Type="http://schemas.openxmlformats.org/officeDocument/2006/relationships/image" Target="../media/image972.png"/><Relationship Id="rId775" Type="http://schemas.openxmlformats.org/officeDocument/2006/relationships/customXml" Target="../ink/ink1588.xml"/><Relationship Id="rId428" Type="http://schemas.openxmlformats.org/officeDocument/2006/relationships/image" Target="../media/image902.png"/><Relationship Id="rId635" Type="http://schemas.openxmlformats.org/officeDocument/2006/relationships/customXml" Target="../ink/ink1518.xml"/><Relationship Id="rId842" Type="http://schemas.openxmlformats.org/officeDocument/2006/relationships/image" Target="../media/image1109.png"/><Relationship Id="rId274" Type="http://schemas.openxmlformats.org/officeDocument/2006/relationships/image" Target="../media/image825.png"/><Relationship Id="rId481" Type="http://schemas.openxmlformats.org/officeDocument/2006/relationships/customXml" Target="../ink/ink1441.xml"/><Relationship Id="rId702" Type="http://schemas.openxmlformats.org/officeDocument/2006/relationships/image" Target="../media/image1039.png"/><Relationship Id="rId69" Type="http://schemas.openxmlformats.org/officeDocument/2006/relationships/image" Target="../media/image522.png"/><Relationship Id="rId134" Type="http://schemas.openxmlformats.org/officeDocument/2006/relationships/customXml" Target="../ink/ink1267.xml"/><Relationship Id="rId579" Type="http://schemas.openxmlformats.org/officeDocument/2006/relationships/customXml" Target="../ink/ink1490.xml"/><Relationship Id="rId786" Type="http://schemas.openxmlformats.org/officeDocument/2006/relationships/image" Target="../media/image1081.png"/><Relationship Id="rId341" Type="http://schemas.openxmlformats.org/officeDocument/2006/relationships/customXml" Target="../ink/ink1371.xml"/><Relationship Id="rId439" Type="http://schemas.openxmlformats.org/officeDocument/2006/relationships/customXml" Target="../ink/ink1420.xml"/><Relationship Id="rId646" Type="http://schemas.openxmlformats.org/officeDocument/2006/relationships/image" Target="../media/image1011.png"/><Relationship Id="rId201" Type="http://schemas.openxmlformats.org/officeDocument/2006/relationships/customXml" Target="../ink/ink1301.xml"/><Relationship Id="rId285" Type="http://schemas.openxmlformats.org/officeDocument/2006/relationships/customXml" Target="../ink/ink1343.xml"/><Relationship Id="rId506" Type="http://schemas.openxmlformats.org/officeDocument/2006/relationships/image" Target="../media/image941.png"/><Relationship Id="rId492" Type="http://schemas.openxmlformats.org/officeDocument/2006/relationships/image" Target="../media/image934.png"/><Relationship Id="rId713" Type="http://schemas.openxmlformats.org/officeDocument/2006/relationships/customXml" Target="../ink/ink1557.xml"/><Relationship Id="rId797" Type="http://schemas.openxmlformats.org/officeDocument/2006/relationships/customXml" Target="../ink/ink1599.xml"/><Relationship Id="rId145" Type="http://schemas.openxmlformats.org/officeDocument/2006/relationships/customXml" Target="../ink/ink1273.xml"/><Relationship Id="rId352" Type="http://schemas.openxmlformats.org/officeDocument/2006/relationships/image" Target="../media/image864.png"/><Relationship Id="rId212" Type="http://schemas.openxmlformats.org/officeDocument/2006/relationships/image" Target="../media/image794.png"/><Relationship Id="rId657" Type="http://schemas.openxmlformats.org/officeDocument/2006/relationships/customXml" Target="../ink/ink1529.xml"/><Relationship Id="rId296" Type="http://schemas.openxmlformats.org/officeDocument/2006/relationships/image" Target="../media/image836.png"/><Relationship Id="rId517" Type="http://schemas.openxmlformats.org/officeDocument/2006/relationships/customXml" Target="../ink/ink1459.xml"/><Relationship Id="rId724" Type="http://schemas.openxmlformats.org/officeDocument/2006/relationships/image" Target="../media/image1050.png"/><Relationship Id="rId60" Type="http://schemas.openxmlformats.org/officeDocument/2006/relationships/customXml" Target="../ink/ink1230.xml"/><Relationship Id="rId156" Type="http://schemas.openxmlformats.org/officeDocument/2006/relationships/image" Target="../media/image766.png"/><Relationship Id="rId363" Type="http://schemas.openxmlformats.org/officeDocument/2006/relationships/customXml" Target="../ink/ink1382.xml"/><Relationship Id="rId570" Type="http://schemas.openxmlformats.org/officeDocument/2006/relationships/image" Target="../media/image973.png"/><Relationship Id="rId223" Type="http://schemas.openxmlformats.org/officeDocument/2006/relationships/customXml" Target="../ink/ink1312.xml"/><Relationship Id="rId430" Type="http://schemas.openxmlformats.org/officeDocument/2006/relationships/image" Target="../media/image903.png"/><Relationship Id="rId668" Type="http://schemas.openxmlformats.org/officeDocument/2006/relationships/image" Target="../media/image1022.png"/><Relationship Id="rId18" Type="http://schemas.openxmlformats.org/officeDocument/2006/relationships/customXml" Target="../ink/ink1209.xml"/><Relationship Id="rId528" Type="http://schemas.openxmlformats.org/officeDocument/2006/relationships/image" Target="../media/image952.png"/><Relationship Id="rId735" Type="http://schemas.openxmlformats.org/officeDocument/2006/relationships/customXml" Target="../ink/ink1568.xml"/><Relationship Id="rId167" Type="http://schemas.openxmlformats.org/officeDocument/2006/relationships/customXml" Target="../ink/ink1284.xml"/><Relationship Id="rId374" Type="http://schemas.openxmlformats.org/officeDocument/2006/relationships/image" Target="../media/image875.png"/><Relationship Id="rId581" Type="http://schemas.openxmlformats.org/officeDocument/2006/relationships/customXml" Target="../ink/ink1491.xml"/><Relationship Id="rId71" Type="http://schemas.openxmlformats.org/officeDocument/2006/relationships/image" Target="../media/image523.png"/><Relationship Id="rId234" Type="http://schemas.openxmlformats.org/officeDocument/2006/relationships/image" Target="../media/image805.png"/><Relationship Id="rId679" Type="http://schemas.openxmlformats.org/officeDocument/2006/relationships/customXml" Target="../ink/ink1540.xml"/><Relationship Id="rId802" Type="http://schemas.openxmlformats.org/officeDocument/2006/relationships/image" Target="../media/image1089.png"/><Relationship Id="rId2" Type="http://schemas.openxmlformats.org/officeDocument/2006/relationships/customXml" Target="../ink/ink1201.xml"/><Relationship Id="rId29" Type="http://schemas.openxmlformats.org/officeDocument/2006/relationships/image" Target="../media/image502.png"/><Relationship Id="rId441" Type="http://schemas.openxmlformats.org/officeDocument/2006/relationships/customXml" Target="../ink/ink1421.xml"/><Relationship Id="rId539" Type="http://schemas.openxmlformats.org/officeDocument/2006/relationships/customXml" Target="../ink/ink1470.xml"/><Relationship Id="rId746" Type="http://schemas.openxmlformats.org/officeDocument/2006/relationships/image" Target="../media/image1061.png"/><Relationship Id="rId178" Type="http://schemas.openxmlformats.org/officeDocument/2006/relationships/image" Target="../media/image777.png"/><Relationship Id="rId301" Type="http://schemas.openxmlformats.org/officeDocument/2006/relationships/customXml" Target="../ink/ink1351.xml"/><Relationship Id="rId82" Type="http://schemas.openxmlformats.org/officeDocument/2006/relationships/customXml" Target="../ink/ink1241.xml"/><Relationship Id="rId385" Type="http://schemas.openxmlformats.org/officeDocument/2006/relationships/customXml" Target="../ink/ink1393.xml"/><Relationship Id="rId592" Type="http://schemas.openxmlformats.org/officeDocument/2006/relationships/image" Target="../media/image984.png"/><Relationship Id="rId606" Type="http://schemas.openxmlformats.org/officeDocument/2006/relationships/image" Target="../media/image991.png"/><Relationship Id="rId813" Type="http://schemas.openxmlformats.org/officeDocument/2006/relationships/customXml" Target="../ink/ink1607.xml"/><Relationship Id="rId245" Type="http://schemas.openxmlformats.org/officeDocument/2006/relationships/customXml" Target="../ink/ink1323.xml"/><Relationship Id="rId452" Type="http://schemas.openxmlformats.org/officeDocument/2006/relationships/image" Target="../media/image914.png"/><Relationship Id="rId105" Type="http://schemas.openxmlformats.org/officeDocument/2006/relationships/image" Target="../media/image540.png"/><Relationship Id="rId312" Type="http://schemas.openxmlformats.org/officeDocument/2006/relationships/image" Target="../media/image844.png"/><Relationship Id="rId757" Type="http://schemas.openxmlformats.org/officeDocument/2006/relationships/customXml" Target="../ink/ink1579.xml"/><Relationship Id="rId93" Type="http://schemas.openxmlformats.org/officeDocument/2006/relationships/image" Target="../media/image534.png"/><Relationship Id="rId189" Type="http://schemas.openxmlformats.org/officeDocument/2006/relationships/customXml" Target="../ink/ink1295.xml"/><Relationship Id="rId396" Type="http://schemas.openxmlformats.org/officeDocument/2006/relationships/image" Target="../media/image886.png"/><Relationship Id="rId617" Type="http://schemas.openxmlformats.org/officeDocument/2006/relationships/customXml" Target="../ink/ink1509.xml"/><Relationship Id="rId824" Type="http://schemas.openxmlformats.org/officeDocument/2006/relationships/image" Target="../media/image1100.png"/><Relationship Id="rId256" Type="http://schemas.openxmlformats.org/officeDocument/2006/relationships/image" Target="../media/image816.png"/><Relationship Id="rId463" Type="http://schemas.openxmlformats.org/officeDocument/2006/relationships/customXml" Target="../ink/ink1432.xml"/><Relationship Id="rId670" Type="http://schemas.openxmlformats.org/officeDocument/2006/relationships/image" Target="../media/image1023.png"/><Relationship Id="rId116" Type="http://schemas.openxmlformats.org/officeDocument/2006/relationships/customXml" Target="../ink/ink1258.xml"/><Relationship Id="rId323" Type="http://schemas.openxmlformats.org/officeDocument/2006/relationships/customXml" Target="../ink/ink1362.xml"/><Relationship Id="rId530" Type="http://schemas.openxmlformats.org/officeDocument/2006/relationships/image" Target="../media/image953.png"/><Relationship Id="rId768" Type="http://schemas.openxmlformats.org/officeDocument/2006/relationships/image" Target="../media/image1072.png"/><Relationship Id="rId20" Type="http://schemas.openxmlformats.org/officeDocument/2006/relationships/customXml" Target="../ink/ink1210.xml"/><Relationship Id="rId628" Type="http://schemas.openxmlformats.org/officeDocument/2006/relationships/image" Target="../media/image1002.png"/><Relationship Id="rId835" Type="http://schemas.openxmlformats.org/officeDocument/2006/relationships/customXml" Target="../ink/ink1618.xml"/><Relationship Id="rId267" Type="http://schemas.openxmlformats.org/officeDocument/2006/relationships/customXml" Target="../ink/ink1334.xml"/><Relationship Id="rId474" Type="http://schemas.openxmlformats.org/officeDocument/2006/relationships/image" Target="../media/image925.png"/><Relationship Id="rId127" Type="http://schemas.openxmlformats.org/officeDocument/2006/relationships/image" Target="../media/image551.png"/><Relationship Id="rId681" Type="http://schemas.openxmlformats.org/officeDocument/2006/relationships/customXml" Target="../ink/ink1541.xml"/><Relationship Id="rId779" Type="http://schemas.openxmlformats.org/officeDocument/2006/relationships/customXml" Target="../ink/ink1590.xml"/><Relationship Id="rId31" Type="http://schemas.openxmlformats.org/officeDocument/2006/relationships/image" Target="../media/image503.png"/><Relationship Id="rId334" Type="http://schemas.openxmlformats.org/officeDocument/2006/relationships/image" Target="../media/image855.png"/><Relationship Id="rId541" Type="http://schemas.openxmlformats.org/officeDocument/2006/relationships/customXml" Target="../ink/ink1471.xml"/><Relationship Id="rId639" Type="http://schemas.openxmlformats.org/officeDocument/2006/relationships/customXml" Target="../ink/ink1520.xml"/><Relationship Id="rId180" Type="http://schemas.openxmlformats.org/officeDocument/2006/relationships/image" Target="../media/image778.png"/><Relationship Id="rId278" Type="http://schemas.openxmlformats.org/officeDocument/2006/relationships/image" Target="../media/image827.png"/><Relationship Id="rId401" Type="http://schemas.openxmlformats.org/officeDocument/2006/relationships/customXml" Target="../ink/ink1401.xml"/><Relationship Id="rId846" Type="http://schemas.openxmlformats.org/officeDocument/2006/relationships/image" Target="../media/image1111.png"/><Relationship Id="rId485" Type="http://schemas.openxmlformats.org/officeDocument/2006/relationships/customXml" Target="../ink/ink1443.xml"/><Relationship Id="rId692" Type="http://schemas.openxmlformats.org/officeDocument/2006/relationships/image" Target="../media/image1034.png"/><Relationship Id="rId706" Type="http://schemas.openxmlformats.org/officeDocument/2006/relationships/image" Target="../media/image1041.png"/><Relationship Id="rId42" Type="http://schemas.openxmlformats.org/officeDocument/2006/relationships/customXml" Target="../ink/ink1221.xml"/><Relationship Id="rId138" Type="http://schemas.openxmlformats.org/officeDocument/2006/relationships/image" Target="../media/image757.png"/><Relationship Id="rId345" Type="http://schemas.openxmlformats.org/officeDocument/2006/relationships/customXml" Target="../ink/ink1373.xml"/><Relationship Id="rId552" Type="http://schemas.openxmlformats.org/officeDocument/2006/relationships/image" Target="../media/image964.png"/><Relationship Id="rId191" Type="http://schemas.openxmlformats.org/officeDocument/2006/relationships/customXml" Target="../ink/ink1296.xml"/><Relationship Id="rId205" Type="http://schemas.openxmlformats.org/officeDocument/2006/relationships/customXml" Target="../ink/ink1303.xml"/><Relationship Id="rId412" Type="http://schemas.openxmlformats.org/officeDocument/2006/relationships/image" Target="../media/image894.png"/><Relationship Id="rId289" Type="http://schemas.openxmlformats.org/officeDocument/2006/relationships/customXml" Target="../ink/ink1345.xml"/><Relationship Id="rId496" Type="http://schemas.openxmlformats.org/officeDocument/2006/relationships/image" Target="../media/image936.png"/><Relationship Id="rId717" Type="http://schemas.openxmlformats.org/officeDocument/2006/relationships/customXml" Target="../ink/ink1559.xml"/><Relationship Id="rId53" Type="http://schemas.openxmlformats.org/officeDocument/2006/relationships/image" Target="../media/image514.png"/><Relationship Id="rId149" Type="http://schemas.openxmlformats.org/officeDocument/2006/relationships/customXml" Target="../ink/ink1275.xml"/><Relationship Id="rId356" Type="http://schemas.openxmlformats.org/officeDocument/2006/relationships/image" Target="../media/image866.png"/><Relationship Id="rId563" Type="http://schemas.openxmlformats.org/officeDocument/2006/relationships/customXml" Target="../ink/ink1482.xml"/><Relationship Id="rId770" Type="http://schemas.openxmlformats.org/officeDocument/2006/relationships/image" Target="../media/image1073.png"/><Relationship Id="rId216" Type="http://schemas.openxmlformats.org/officeDocument/2006/relationships/image" Target="../media/image796.png"/><Relationship Id="rId423" Type="http://schemas.openxmlformats.org/officeDocument/2006/relationships/customXml" Target="../ink/ink1412.xml"/><Relationship Id="rId630" Type="http://schemas.openxmlformats.org/officeDocument/2006/relationships/image" Target="../media/image1003.png"/><Relationship Id="rId728" Type="http://schemas.openxmlformats.org/officeDocument/2006/relationships/image" Target="../media/image1052.png"/><Relationship Id="rId64" Type="http://schemas.openxmlformats.org/officeDocument/2006/relationships/customXml" Target="../ink/ink1232.xml"/><Relationship Id="rId367" Type="http://schemas.openxmlformats.org/officeDocument/2006/relationships/customXml" Target="../ink/ink1384.xml"/><Relationship Id="rId574" Type="http://schemas.openxmlformats.org/officeDocument/2006/relationships/image" Target="../media/image975.png"/><Relationship Id="rId227" Type="http://schemas.openxmlformats.org/officeDocument/2006/relationships/customXml" Target="../ink/ink1314.xml"/><Relationship Id="rId781" Type="http://schemas.openxmlformats.org/officeDocument/2006/relationships/customXml" Target="../ink/ink1591.xml"/><Relationship Id="rId434" Type="http://schemas.openxmlformats.org/officeDocument/2006/relationships/image" Target="../media/image905.png"/><Relationship Id="rId641" Type="http://schemas.openxmlformats.org/officeDocument/2006/relationships/customXml" Target="../ink/ink1521.xml"/><Relationship Id="rId739" Type="http://schemas.openxmlformats.org/officeDocument/2006/relationships/customXml" Target="../ink/ink1570.xml"/><Relationship Id="rId280" Type="http://schemas.openxmlformats.org/officeDocument/2006/relationships/image" Target="../media/image828.png"/><Relationship Id="rId501" Type="http://schemas.openxmlformats.org/officeDocument/2006/relationships/customXml" Target="../ink/ink1451.xml"/><Relationship Id="rId75" Type="http://schemas.openxmlformats.org/officeDocument/2006/relationships/image" Target="../media/image525.png"/><Relationship Id="rId140" Type="http://schemas.openxmlformats.org/officeDocument/2006/relationships/image" Target="../media/image758.png"/><Relationship Id="rId378" Type="http://schemas.openxmlformats.org/officeDocument/2006/relationships/image" Target="../media/image877.png"/><Relationship Id="rId585" Type="http://schemas.openxmlformats.org/officeDocument/2006/relationships/customXml" Target="../ink/ink1493.xml"/><Relationship Id="rId792" Type="http://schemas.openxmlformats.org/officeDocument/2006/relationships/image" Target="../media/image1084.png"/><Relationship Id="rId806" Type="http://schemas.openxmlformats.org/officeDocument/2006/relationships/image" Target="../media/image1091.png"/><Relationship Id="rId6" Type="http://schemas.openxmlformats.org/officeDocument/2006/relationships/customXml" Target="../ink/ink1203.xml"/><Relationship Id="rId238" Type="http://schemas.openxmlformats.org/officeDocument/2006/relationships/image" Target="../media/image807.png"/><Relationship Id="rId445" Type="http://schemas.openxmlformats.org/officeDocument/2006/relationships/customXml" Target="../ink/ink1423.xml"/><Relationship Id="rId652" Type="http://schemas.openxmlformats.org/officeDocument/2006/relationships/image" Target="../media/image1014.png"/><Relationship Id="rId291" Type="http://schemas.openxmlformats.org/officeDocument/2006/relationships/customXml" Target="../ink/ink1346.xml"/><Relationship Id="rId305" Type="http://schemas.openxmlformats.org/officeDocument/2006/relationships/customXml" Target="../ink/ink1353.xml"/><Relationship Id="rId512" Type="http://schemas.openxmlformats.org/officeDocument/2006/relationships/image" Target="../media/image944.png"/><Relationship Id="rId86" Type="http://schemas.openxmlformats.org/officeDocument/2006/relationships/customXml" Target="../ink/ink1243.xml"/><Relationship Id="rId151" Type="http://schemas.openxmlformats.org/officeDocument/2006/relationships/customXml" Target="../ink/ink1276.xml"/><Relationship Id="rId389" Type="http://schemas.openxmlformats.org/officeDocument/2006/relationships/customXml" Target="../ink/ink1395.xml"/><Relationship Id="rId596" Type="http://schemas.openxmlformats.org/officeDocument/2006/relationships/image" Target="../media/image986.png"/><Relationship Id="rId817" Type="http://schemas.openxmlformats.org/officeDocument/2006/relationships/customXml" Target="../ink/ink1609.xml"/><Relationship Id="rId249" Type="http://schemas.openxmlformats.org/officeDocument/2006/relationships/customXml" Target="../ink/ink1325.xml"/><Relationship Id="rId456" Type="http://schemas.openxmlformats.org/officeDocument/2006/relationships/image" Target="../media/image916.png"/><Relationship Id="rId663" Type="http://schemas.openxmlformats.org/officeDocument/2006/relationships/customXml" Target="../ink/ink1532.xml"/><Relationship Id="rId13" Type="http://schemas.openxmlformats.org/officeDocument/2006/relationships/image" Target="../media/image494.png"/><Relationship Id="rId109" Type="http://schemas.openxmlformats.org/officeDocument/2006/relationships/image" Target="../media/image542.png"/><Relationship Id="rId316" Type="http://schemas.openxmlformats.org/officeDocument/2006/relationships/image" Target="../media/image846.png"/><Relationship Id="rId523" Type="http://schemas.openxmlformats.org/officeDocument/2006/relationships/customXml" Target="../ink/ink1462.xml"/><Relationship Id="rId97" Type="http://schemas.openxmlformats.org/officeDocument/2006/relationships/image" Target="../media/image536.png"/><Relationship Id="rId730" Type="http://schemas.openxmlformats.org/officeDocument/2006/relationships/image" Target="../media/image1053.png"/><Relationship Id="rId828" Type="http://schemas.openxmlformats.org/officeDocument/2006/relationships/image" Target="../media/image1102.png"/><Relationship Id="rId162" Type="http://schemas.openxmlformats.org/officeDocument/2006/relationships/image" Target="../media/image769.png"/><Relationship Id="rId467" Type="http://schemas.openxmlformats.org/officeDocument/2006/relationships/customXml" Target="../ink/ink1434.xml"/><Relationship Id="rId674" Type="http://schemas.openxmlformats.org/officeDocument/2006/relationships/image" Target="../media/image1025.png"/><Relationship Id="rId24" Type="http://schemas.openxmlformats.org/officeDocument/2006/relationships/customXml" Target="../ink/ink1212.xml"/><Relationship Id="rId327" Type="http://schemas.openxmlformats.org/officeDocument/2006/relationships/customXml" Target="../ink/ink1364.xml"/><Relationship Id="rId534" Type="http://schemas.openxmlformats.org/officeDocument/2006/relationships/image" Target="../media/image955.png"/><Relationship Id="rId741" Type="http://schemas.openxmlformats.org/officeDocument/2006/relationships/customXml" Target="../ink/ink1571.xml"/><Relationship Id="rId839" Type="http://schemas.openxmlformats.org/officeDocument/2006/relationships/customXml" Target="../ink/ink1620.xml"/><Relationship Id="rId173" Type="http://schemas.openxmlformats.org/officeDocument/2006/relationships/customXml" Target="../ink/ink1287.xml"/><Relationship Id="rId229" Type="http://schemas.openxmlformats.org/officeDocument/2006/relationships/customXml" Target="../ink/ink1315.xml"/><Relationship Id="rId380" Type="http://schemas.openxmlformats.org/officeDocument/2006/relationships/image" Target="../media/image878.png"/><Relationship Id="rId436" Type="http://schemas.openxmlformats.org/officeDocument/2006/relationships/image" Target="../media/image906.png"/><Relationship Id="rId601" Type="http://schemas.openxmlformats.org/officeDocument/2006/relationships/customXml" Target="../ink/ink1501.xml"/><Relationship Id="rId643" Type="http://schemas.openxmlformats.org/officeDocument/2006/relationships/customXml" Target="../ink/ink1522.xml"/><Relationship Id="rId240" Type="http://schemas.openxmlformats.org/officeDocument/2006/relationships/image" Target="../media/image808.png"/><Relationship Id="rId478" Type="http://schemas.openxmlformats.org/officeDocument/2006/relationships/image" Target="../media/image927.png"/><Relationship Id="rId685" Type="http://schemas.openxmlformats.org/officeDocument/2006/relationships/customXml" Target="../ink/ink1543.xml"/><Relationship Id="rId850" Type="http://schemas.openxmlformats.org/officeDocument/2006/relationships/image" Target="../media/image1113.png"/><Relationship Id="rId35" Type="http://schemas.openxmlformats.org/officeDocument/2006/relationships/image" Target="../media/image505.png"/><Relationship Id="rId77" Type="http://schemas.openxmlformats.org/officeDocument/2006/relationships/image" Target="../media/image526.png"/><Relationship Id="rId100" Type="http://schemas.openxmlformats.org/officeDocument/2006/relationships/customXml" Target="../ink/ink1250.xml"/><Relationship Id="rId282" Type="http://schemas.openxmlformats.org/officeDocument/2006/relationships/image" Target="../media/image829.png"/><Relationship Id="rId338" Type="http://schemas.openxmlformats.org/officeDocument/2006/relationships/image" Target="../media/image857.png"/><Relationship Id="rId503" Type="http://schemas.openxmlformats.org/officeDocument/2006/relationships/customXml" Target="../ink/ink1452.xml"/><Relationship Id="rId545" Type="http://schemas.openxmlformats.org/officeDocument/2006/relationships/customXml" Target="../ink/ink1473.xml"/><Relationship Id="rId587" Type="http://schemas.openxmlformats.org/officeDocument/2006/relationships/customXml" Target="../ink/ink1494.xml"/><Relationship Id="rId710" Type="http://schemas.openxmlformats.org/officeDocument/2006/relationships/image" Target="../media/image1043.png"/><Relationship Id="rId752" Type="http://schemas.openxmlformats.org/officeDocument/2006/relationships/image" Target="../media/image1064.png"/><Relationship Id="rId808" Type="http://schemas.openxmlformats.org/officeDocument/2006/relationships/image" Target="../media/image1092.png"/><Relationship Id="rId8" Type="http://schemas.openxmlformats.org/officeDocument/2006/relationships/customXml" Target="../ink/ink1204.xml"/><Relationship Id="rId142" Type="http://schemas.openxmlformats.org/officeDocument/2006/relationships/image" Target="../media/image759.png"/><Relationship Id="rId184" Type="http://schemas.openxmlformats.org/officeDocument/2006/relationships/image" Target="../media/image780.png"/><Relationship Id="rId391" Type="http://schemas.openxmlformats.org/officeDocument/2006/relationships/customXml" Target="../ink/ink1396.xml"/><Relationship Id="rId405" Type="http://schemas.openxmlformats.org/officeDocument/2006/relationships/customXml" Target="../ink/ink1403.xml"/><Relationship Id="rId447" Type="http://schemas.openxmlformats.org/officeDocument/2006/relationships/customXml" Target="../ink/ink1424.xml"/><Relationship Id="rId612" Type="http://schemas.openxmlformats.org/officeDocument/2006/relationships/image" Target="../media/image994.png"/><Relationship Id="rId794" Type="http://schemas.openxmlformats.org/officeDocument/2006/relationships/image" Target="../media/image1085.png"/><Relationship Id="rId251" Type="http://schemas.openxmlformats.org/officeDocument/2006/relationships/customXml" Target="../ink/ink1326.xml"/><Relationship Id="rId489" Type="http://schemas.openxmlformats.org/officeDocument/2006/relationships/customXml" Target="../ink/ink1445.xml"/><Relationship Id="rId654" Type="http://schemas.openxmlformats.org/officeDocument/2006/relationships/image" Target="../media/image1015.png"/><Relationship Id="rId696" Type="http://schemas.openxmlformats.org/officeDocument/2006/relationships/image" Target="../media/image1036.png"/><Relationship Id="rId46" Type="http://schemas.openxmlformats.org/officeDocument/2006/relationships/customXml" Target="../ink/ink1223.xml"/><Relationship Id="rId293" Type="http://schemas.openxmlformats.org/officeDocument/2006/relationships/customXml" Target="../ink/ink1347.xml"/><Relationship Id="rId307" Type="http://schemas.openxmlformats.org/officeDocument/2006/relationships/customXml" Target="../ink/ink1354.xml"/><Relationship Id="rId349" Type="http://schemas.openxmlformats.org/officeDocument/2006/relationships/customXml" Target="../ink/ink1375.xml"/><Relationship Id="rId514" Type="http://schemas.openxmlformats.org/officeDocument/2006/relationships/image" Target="../media/image945.png"/><Relationship Id="rId556" Type="http://schemas.openxmlformats.org/officeDocument/2006/relationships/image" Target="../media/image966.png"/><Relationship Id="rId721" Type="http://schemas.openxmlformats.org/officeDocument/2006/relationships/customXml" Target="../ink/ink1561.xml"/><Relationship Id="rId763" Type="http://schemas.openxmlformats.org/officeDocument/2006/relationships/customXml" Target="../ink/ink1582.xml"/><Relationship Id="rId88" Type="http://schemas.openxmlformats.org/officeDocument/2006/relationships/customXml" Target="../ink/ink1244.xml"/><Relationship Id="rId111" Type="http://schemas.openxmlformats.org/officeDocument/2006/relationships/image" Target="../media/image543.png"/><Relationship Id="rId153" Type="http://schemas.openxmlformats.org/officeDocument/2006/relationships/customXml" Target="../ink/ink1277.xml"/><Relationship Id="rId195" Type="http://schemas.openxmlformats.org/officeDocument/2006/relationships/customXml" Target="../ink/ink1298.xml"/><Relationship Id="rId209" Type="http://schemas.openxmlformats.org/officeDocument/2006/relationships/customXml" Target="../ink/ink1305.xml"/><Relationship Id="rId360" Type="http://schemas.openxmlformats.org/officeDocument/2006/relationships/image" Target="../media/image868.png"/><Relationship Id="rId416" Type="http://schemas.openxmlformats.org/officeDocument/2006/relationships/image" Target="../media/image896.png"/><Relationship Id="rId598" Type="http://schemas.openxmlformats.org/officeDocument/2006/relationships/image" Target="../media/image987.png"/><Relationship Id="rId819" Type="http://schemas.openxmlformats.org/officeDocument/2006/relationships/customXml" Target="../ink/ink1610.xml"/><Relationship Id="rId220" Type="http://schemas.openxmlformats.org/officeDocument/2006/relationships/image" Target="../media/image798.png"/><Relationship Id="rId458" Type="http://schemas.openxmlformats.org/officeDocument/2006/relationships/image" Target="../media/image917.png"/><Relationship Id="rId623" Type="http://schemas.openxmlformats.org/officeDocument/2006/relationships/customXml" Target="../ink/ink1512.xml"/><Relationship Id="rId665" Type="http://schemas.openxmlformats.org/officeDocument/2006/relationships/customXml" Target="../ink/ink1533.xml"/><Relationship Id="rId830" Type="http://schemas.openxmlformats.org/officeDocument/2006/relationships/image" Target="../media/image1103.png"/><Relationship Id="rId15" Type="http://schemas.openxmlformats.org/officeDocument/2006/relationships/image" Target="../media/image495.png"/><Relationship Id="rId57" Type="http://schemas.openxmlformats.org/officeDocument/2006/relationships/image" Target="../media/image516.png"/><Relationship Id="rId262" Type="http://schemas.openxmlformats.org/officeDocument/2006/relationships/image" Target="../media/image819.png"/><Relationship Id="rId318" Type="http://schemas.openxmlformats.org/officeDocument/2006/relationships/image" Target="../media/image847.png"/><Relationship Id="rId525" Type="http://schemas.openxmlformats.org/officeDocument/2006/relationships/customXml" Target="../ink/ink1463.xml"/><Relationship Id="rId567" Type="http://schemas.openxmlformats.org/officeDocument/2006/relationships/customXml" Target="../ink/ink1484.xml"/><Relationship Id="rId732" Type="http://schemas.openxmlformats.org/officeDocument/2006/relationships/image" Target="../media/image1054.png"/><Relationship Id="rId99" Type="http://schemas.openxmlformats.org/officeDocument/2006/relationships/image" Target="../media/image537.png"/><Relationship Id="rId122" Type="http://schemas.openxmlformats.org/officeDocument/2006/relationships/customXml" Target="../ink/ink1261.xml"/><Relationship Id="rId164" Type="http://schemas.openxmlformats.org/officeDocument/2006/relationships/image" Target="../media/image770.png"/><Relationship Id="rId371" Type="http://schemas.openxmlformats.org/officeDocument/2006/relationships/customXml" Target="../ink/ink1386.xml"/><Relationship Id="rId774" Type="http://schemas.openxmlformats.org/officeDocument/2006/relationships/image" Target="../media/image1075.png"/><Relationship Id="rId427" Type="http://schemas.openxmlformats.org/officeDocument/2006/relationships/customXml" Target="../ink/ink1414.xml"/><Relationship Id="rId469" Type="http://schemas.openxmlformats.org/officeDocument/2006/relationships/customXml" Target="../ink/ink1435.xml"/><Relationship Id="rId634" Type="http://schemas.openxmlformats.org/officeDocument/2006/relationships/image" Target="../media/image1005.png"/><Relationship Id="rId676" Type="http://schemas.openxmlformats.org/officeDocument/2006/relationships/image" Target="../media/image1026.png"/><Relationship Id="rId841" Type="http://schemas.openxmlformats.org/officeDocument/2006/relationships/customXml" Target="../ink/ink1621.xml"/><Relationship Id="rId26" Type="http://schemas.openxmlformats.org/officeDocument/2006/relationships/customXml" Target="../ink/ink1213.xml"/><Relationship Id="rId231" Type="http://schemas.openxmlformats.org/officeDocument/2006/relationships/customXml" Target="../ink/ink1316.xml"/><Relationship Id="rId273" Type="http://schemas.openxmlformats.org/officeDocument/2006/relationships/customXml" Target="../ink/ink1337.xml"/><Relationship Id="rId329" Type="http://schemas.openxmlformats.org/officeDocument/2006/relationships/customXml" Target="../ink/ink1365.xml"/><Relationship Id="rId480" Type="http://schemas.openxmlformats.org/officeDocument/2006/relationships/image" Target="../media/image928.png"/><Relationship Id="rId536" Type="http://schemas.openxmlformats.org/officeDocument/2006/relationships/image" Target="../media/image956.png"/><Relationship Id="rId701" Type="http://schemas.openxmlformats.org/officeDocument/2006/relationships/customXml" Target="../ink/ink1551.xml"/><Relationship Id="rId68" Type="http://schemas.openxmlformats.org/officeDocument/2006/relationships/customXml" Target="../ink/ink1234.xml"/><Relationship Id="rId133" Type="http://schemas.openxmlformats.org/officeDocument/2006/relationships/image" Target="../media/image554.png"/><Relationship Id="rId175" Type="http://schemas.openxmlformats.org/officeDocument/2006/relationships/customXml" Target="../ink/ink1288.xml"/><Relationship Id="rId340" Type="http://schemas.openxmlformats.org/officeDocument/2006/relationships/image" Target="../media/image858.png"/><Relationship Id="rId578" Type="http://schemas.openxmlformats.org/officeDocument/2006/relationships/image" Target="../media/image977.png"/><Relationship Id="rId743" Type="http://schemas.openxmlformats.org/officeDocument/2006/relationships/customXml" Target="../ink/ink1572.xml"/><Relationship Id="rId785" Type="http://schemas.openxmlformats.org/officeDocument/2006/relationships/customXml" Target="../ink/ink1593.xml"/><Relationship Id="rId200" Type="http://schemas.openxmlformats.org/officeDocument/2006/relationships/image" Target="../media/image788.png"/><Relationship Id="rId382" Type="http://schemas.openxmlformats.org/officeDocument/2006/relationships/image" Target="../media/image879.png"/><Relationship Id="rId438" Type="http://schemas.openxmlformats.org/officeDocument/2006/relationships/image" Target="../media/image907.png"/><Relationship Id="rId603" Type="http://schemas.openxmlformats.org/officeDocument/2006/relationships/customXml" Target="../ink/ink1502.xml"/><Relationship Id="rId645" Type="http://schemas.openxmlformats.org/officeDocument/2006/relationships/customXml" Target="../ink/ink1523.xml"/><Relationship Id="rId687" Type="http://schemas.openxmlformats.org/officeDocument/2006/relationships/customXml" Target="../ink/ink1544.xml"/><Relationship Id="rId810" Type="http://schemas.openxmlformats.org/officeDocument/2006/relationships/image" Target="../media/image1093.png"/><Relationship Id="rId242" Type="http://schemas.openxmlformats.org/officeDocument/2006/relationships/image" Target="../media/image809.png"/><Relationship Id="rId284" Type="http://schemas.openxmlformats.org/officeDocument/2006/relationships/image" Target="../media/image830.png"/><Relationship Id="rId491" Type="http://schemas.openxmlformats.org/officeDocument/2006/relationships/customXml" Target="../ink/ink1446.xml"/><Relationship Id="rId505" Type="http://schemas.openxmlformats.org/officeDocument/2006/relationships/customXml" Target="../ink/ink1453.xml"/><Relationship Id="rId712" Type="http://schemas.openxmlformats.org/officeDocument/2006/relationships/image" Target="../media/image1044.png"/><Relationship Id="rId37" Type="http://schemas.openxmlformats.org/officeDocument/2006/relationships/image" Target="../media/image506.png"/><Relationship Id="rId79" Type="http://schemas.openxmlformats.org/officeDocument/2006/relationships/image" Target="../media/image527.png"/><Relationship Id="rId102" Type="http://schemas.openxmlformats.org/officeDocument/2006/relationships/customXml" Target="../ink/ink1251.xml"/><Relationship Id="rId144" Type="http://schemas.openxmlformats.org/officeDocument/2006/relationships/image" Target="../media/image760.png"/><Relationship Id="rId547" Type="http://schemas.openxmlformats.org/officeDocument/2006/relationships/customXml" Target="../ink/ink1474.xml"/><Relationship Id="rId589" Type="http://schemas.openxmlformats.org/officeDocument/2006/relationships/customXml" Target="../ink/ink1495.xml"/><Relationship Id="rId754" Type="http://schemas.openxmlformats.org/officeDocument/2006/relationships/image" Target="../media/image1065.png"/><Relationship Id="rId796" Type="http://schemas.openxmlformats.org/officeDocument/2006/relationships/image" Target="../media/image1086.png"/><Relationship Id="rId90" Type="http://schemas.openxmlformats.org/officeDocument/2006/relationships/customXml" Target="../ink/ink1245.xml"/><Relationship Id="rId186" Type="http://schemas.openxmlformats.org/officeDocument/2006/relationships/image" Target="../media/image781.png"/><Relationship Id="rId351" Type="http://schemas.openxmlformats.org/officeDocument/2006/relationships/customXml" Target="../ink/ink1376.xml"/><Relationship Id="rId393" Type="http://schemas.openxmlformats.org/officeDocument/2006/relationships/customXml" Target="../ink/ink1397.xml"/><Relationship Id="rId407" Type="http://schemas.openxmlformats.org/officeDocument/2006/relationships/customXml" Target="../ink/ink1404.xml"/><Relationship Id="rId449" Type="http://schemas.openxmlformats.org/officeDocument/2006/relationships/customXml" Target="../ink/ink1425.xml"/><Relationship Id="rId614" Type="http://schemas.openxmlformats.org/officeDocument/2006/relationships/image" Target="../media/image995.png"/><Relationship Id="rId656" Type="http://schemas.openxmlformats.org/officeDocument/2006/relationships/image" Target="../media/image1016.png"/><Relationship Id="rId821" Type="http://schemas.openxmlformats.org/officeDocument/2006/relationships/customXml" Target="../ink/ink1611.xml"/><Relationship Id="rId211" Type="http://schemas.openxmlformats.org/officeDocument/2006/relationships/customXml" Target="../ink/ink1306.xml"/><Relationship Id="rId253" Type="http://schemas.openxmlformats.org/officeDocument/2006/relationships/customXml" Target="../ink/ink1327.xml"/><Relationship Id="rId295" Type="http://schemas.openxmlformats.org/officeDocument/2006/relationships/customXml" Target="../ink/ink1348.xml"/><Relationship Id="rId309" Type="http://schemas.openxmlformats.org/officeDocument/2006/relationships/customXml" Target="../ink/ink1355.xml"/><Relationship Id="rId460" Type="http://schemas.openxmlformats.org/officeDocument/2006/relationships/image" Target="../media/image918.png"/><Relationship Id="rId516" Type="http://schemas.openxmlformats.org/officeDocument/2006/relationships/image" Target="../media/image946.png"/><Relationship Id="rId698" Type="http://schemas.openxmlformats.org/officeDocument/2006/relationships/image" Target="../media/image1037.png"/><Relationship Id="rId48" Type="http://schemas.openxmlformats.org/officeDocument/2006/relationships/customXml" Target="../ink/ink1224.xml"/><Relationship Id="rId113" Type="http://schemas.openxmlformats.org/officeDocument/2006/relationships/image" Target="../media/image544.png"/><Relationship Id="rId320" Type="http://schemas.openxmlformats.org/officeDocument/2006/relationships/image" Target="../media/image848.png"/><Relationship Id="rId558" Type="http://schemas.openxmlformats.org/officeDocument/2006/relationships/image" Target="../media/image967.png"/><Relationship Id="rId723" Type="http://schemas.openxmlformats.org/officeDocument/2006/relationships/customXml" Target="../ink/ink1562.xml"/><Relationship Id="rId765" Type="http://schemas.openxmlformats.org/officeDocument/2006/relationships/customXml" Target="../ink/ink1583.xml"/><Relationship Id="rId155" Type="http://schemas.openxmlformats.org/officeDocument/2006/relationships/customXml" Target="../ink/ink1278.xml"/><Relationship Id="rId197" Type="http://schemas.openxmlformats.org/officeDocument/2006/relationships/customXml" Target="../ink/ink1299.xml"/><Relationship Id="rId362" Type="http://schemas.openxmlformats.org/officeDocument/2006/relationships/image" Target="../media/image869.png"/><Relationship Id="rId418" Type="http://schemas.openxmlformats.org/officeDocument/2006/relationships/image" Target="../media/image897.png"/><Relationship Id="rId625" Type="http://schemas.openxmlformats.org/officeDocument/2006/relationships/customXml" Target="../ink/ink1513.xml"/><Relationship Id="rId832" Type="http://schemas.openxmlformats.org/officeDocument/2006/relationships/image" Target="../media/image1104.png"/><Relationship Id="rId222" Type="http://schemas.openxmlformats.org/officeDocument/2006/relationships/image" Target="../media/image799.png"/><Relationship Id="rId264" Type="http://schemas.openxmlformats.org/officeDocument/2006/relationships/image" Target="../media/image820.png"/><Relationship Id="rId471" Type="http://schemas.openxmlformats.org/officeDocument/2006/relationships/customXml" Target="../ink/ink1436.xml"/><Relationship Id="rId667" Type="http://schemas.openxmlformats.org/officeDocument/2006/relationships/customXml" Target="../ink/ink1534.xml"/><Relationship Id="rId17" Type="http://schemas.openxmlformats.org/officeDocument/2006/relationships/image" Target="../media/image496.png"/><Relationship Id="rId59" Type="http://schemas.openxmlformats.org/officeDocument/2006/relationships/image" Target="../media/image517.png"/><Relationship Id="rId124" Type="http://schemas.openxmlformats.org/officeDocument/2006/relationships/customXml" Target="../ink/ink1262.xml"/><Relationship Id="rId527" Type="http://schemas.openxmlformats.org/officeDocument/2006/relationships/customXml" Target="../ink/ink1464.xml"/><Relationship Id="rId569" Type="http://schemas.openxmlformats.org/officeDocument/2006/relationships/customXml" Target="../ink/ink1485.xml"/><Relationship Id="rId734" Type="http://schemas.openxmlformats.org/officeDocument/2006/relationships/image" Target="../media/image1055.png"/><Relationship Id="rId776" Type="http://schemas.openxmlformats.org/officeDocument/2006/relationships/image" Target="../media/image1076.png"/><Relationship Id="rId70" Type="http://schemas.openxmlformats.org/officeDocument/2006/relationships/customXml" Target="../ink/ink1235.xml"/><Relationship Id="rId166" Type="http://schemas.openxmlformats.org/officeDocument/2006/relationships/image" Target="../media/image771.png"/><Relationship Id="rId331" Type="http://schemas.openxmlformats.org/officeDocument/2006/relationships/customXml" Target="../ink/ink1366.xml"/><Relationship Id="rId373" Type="http://schemas.openxmlformats.org/officeDocument/2006/relationships/customXml" Target="../ink/ink1387.xml"/><Relationship Id="rId429" Type="http://schemas.openxmlformats.org/officeDocument/2006/relationships/customXml" Target="../ink/ink1415.xml"/><Relationship Id="rId580" Type="http://schemas.openxmlformats.org/officeDocument/2006/relationships/image" Target="../media/image978.png"/><Relationship Id="rId636" Type="http://schemas.openxmlformats.org/officeDocument/2006/relationships/image" Target="../media/image1006.png"/><Relationship Id="rId801" Type="http://schemas.openxmlformats.org/officeDocument/2006/relationships/customXml" Target="../ink/ink1601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317.xml"/><Relationship Id="rId440" Type="http://schemas.openxmlformats.org/officeDocument/2006/relationships/image" Target="../media/image908.png"/><Relationship Id="rId678" Type="http://schemas.openxmlformats.org/officeDocument/2006/relationships/image" Target="../media/image1027.png"/><Relationship Id="rId843" Type="http://schemas.openxmlformats.org/officeDocument/2006/relationships/customXml" Target="../ink/ink1622.xml"/><Relationship Id="rId28" Type="http://schemas.openxmlformats.org/officeDocument/2006/relationships/customXml" Target="../ink/ink1214.xml"/><Relationship Id="rId275" Type="http://schemas.openxmlformats.org/officeDocument/2006/relationships/customXml" Target="../ink/ink1338.xml"/><Relationship Id="rId300" Type="http://schemas.openxmlformats.org/officeDocument/2006/relationships/image" Target="../media/image838.png"/><Relationship Id="rId482" Type="http://schemas.openxmlformats.org/officeDocument/2006/relationships/image" Target="../media/image929.png"/><Relationship Id="rId538" Type="http://schemas.openxmlformats.org/officeDocument/2006/relationships/image" Target="../media/image957.png"/><Relationship Id="rId703" Type="http://schemas.openxmlformats.org/officeDocument/2006/relationships/customXml" Target="../ink/ink1552.xml"/><Relationship Id="rId745" Type="http://schemas.openxmlformats.org/officeDocument/2006/relationships/customXml" Target="../ink/ink1573.xml"/><Relationship Id="rId81" Type="http://schemas.openxmlformats.org/officeDocument/2006/relationships/image" Target="../media/image528.png"/><Relationship Id="rId135" Type="http://schemas.openxmlformats.org/officeDocument/2006/relationships/image" Target="../media/image555.png"/><Relationship Id="rId177" Type="http://schemas.openxmlformats.org/officeDocument/2006/relationships/customXml" Target="../ink/ink1289.xml"/><Relationship Id="rId342" Type="http://schemas.openxmlformats.org/officeDocument/2006/relationships/image" Target="../media/image859.png"/><Relationship Id="rId384" Type="http://schemas.openxmlformats.org/officeDocument/2006/relationships/image" Target="../media/image880.png"/><Relationship Id="rId591" Type="http://schemas.openxmlformats.org/officeDocument/2006/relationships/customXml" Target="../ink/ink1496.xml"/><Relationship Id="rId605" Type="http://schemas.openxmlformats.org/officeDocument/2006/relationships/customXml" Target="../ink/ink1503.xml"/><Relationship Id="rId787" Type="http://schemas.openxmlformats.org/officeDocument/2006/relationships/customXml" Target="../ink/ink1594.xml"/><Relationship Id="rId812" Type="http://schemas.openxmlformats.org/officeDocument/2006/relationships/image" Target="../media/image1094.png"/><Relationship Id="rId202" Type="http://schemas.openxmlformats.org/officeDocument/2006/relationships/image" Target="../media/image789.png"/><Relationship Id="rId244" Type="http://schemas.openxmlformats.org/officeDocument/2006/relationships/image" Target="../media/image810.png"/><Relationship Id="rId647" Type="http://schemas.openxmlformats.org/officeDocument/2006/relationships/customXml" Target="../ink/ink1524.xml"/><Relationship Id="rId689" Type="http://schemas.openxmlformats.org/officeDocument/2006/relationships/customXml" Target="../ink/ink1545.xml"/><Relationship Id="rId39" Type="http://schemas.openxmlformats.org/officeDocument/2006/relationships/image" Target="../media/image507.png"/><Relationship Id="rId286" Type="http://schemas.openxmlformats.org/officeDocument/2006/relationships/image" Target="../media/image831.png"/><Relationship Id="rId451" Type="http://schemas.openxmlformats.org/officeDocument/2006/relationships/customXml" Target="../ink/ink1426.xml"/><Relationship Id="rId493" Type="http://schemas.openxmlformats.org/officeDocument/2006/relationships/customXml" Target="../ink/ink1447.xml"/><Relationship Id="rId507" Type="http://schemas.openxmlformats.org/officeDocument/2006/relationships/customXml" Target="../ink/ink1454.xml"/><Relationship Id="rId549" Type="http://schemas.openxmlformats.org/officeDocument/2006/relationships/customXml" Target="../ink/ink1475.xml"/><Relationship Id="rId714" Type="http://schemas.openxmlformats.org/officeDocument/2006/relationships/image" Target="../media/image1045.png"/><Relationship Id="rId756" Type="http://schemas.openxmlformats.org/officeDocument/2006/relationships/image" Target="../media/image1066.png"/><Relationship Id="rId50" Type="http://schemas.openxmlformats.org/officeDocument/2006/relationships/customXml" Target="../ink/ink1225.xml"/><Relationship Id="rId104" Type="http://schemas.openxmlformats.org/officeDocument/2006/relationships/customXml" Target="../ink/ink1252.xml"/><Relationship Id="rId146" Type="http://schemas.openxmlformats.org/officeDocument/2006/relationships/image" Target="../media/image761.png"/><Relationship Id="rId188" Type="http://schemas.openxmlformats.org/officeDocument/2006/relationships/image" Target="../media/image782.png"/><Relationship Id="rId311" Type="http://schemas.openxmlformats.org/officeDocument/2006/relationships/customXml" Target="../ink/ink1356.xml"/><Relationship Id="rId353" Type="http://schemas.openxmlformats.org/officeDocument/2006/relationships/customXml" Target="../ink/ink1377.xml"/><Relationship Id="rId395" Type="http://schemas.openxmlformats.org/officeDocument/2006/relationships/customXml" Target="../ink/ink1398.xml"/><Relationship Id="rId409" Type="http://schemas.openxmlformats.org/officeDocument/2006/relationships/customXml" Target="../ink/ink1405.xml"/><Relationship Id="rId560" Type="http://schemas.openxmlformats.org/officeDocument/2006/relationships/image" Target="../media/image968.png"/><Relationship Id="rId798" Type="http://schemas.openxmlformats.org/officeDocument/2006/relationships/image" Target="../media/image1087.png"/><Relationship Id="rId92" Type="http://schemas.openxmlformats.org/officeDocument/2006/relationships/customXml" Target="../ink/ink1246.xml"/><Relationship Id="rId213" Type="http://schemas.openxmlformats.org/officeDocument/2006/relationships/customXml" Target="../ink/ink1307.xml"/><Relationship Id="rId420" Type="http://schemas.openxmlformats.org/officeDocument/2006/relationships/image" Target="../media/image898.png"/><Relationship Id="rId616" Type="http://schemas.openxmlformats.org/officeDocument/2006/relationships/image" Target="../media/image996.png"/><Relationship Id="rId658" Type="http://schemas.openxmlformats.org/officeDocument/2006/relationships/image" Target="../media/image1017.png"/><Relationship Id="rId823" Type="http://schemas.openxmlformats.org/officeDocument/2006/relationships/customXml" Target="../ink/ink1612.xml"/><Relationship Id="rId255" Type="http://schemas.openxmlformats.org/officeDocument/2006/relationships/customXml" Target="../ink/ink1328.xml"/><Relationship Id="rId297" Type="http://schemas.openxmlformats.org/officeDocument/2006/relationships/customXml" Target="../ink/ink1349.xml"/><Relationship Id="rId462" Type="http://schemas.openxmlformats.org/officeDocument/2006/relationships/image" Target="../media/image919.png"/><Relationship Id="rId518" Type="http://schemas.openxmlformats.org/officeDocument/2006/relationships/image" Target="../media/image947.png"/><Relationship Id="rId725" Type="http://schemas.openxmlformats.org/officeDocument/2006/relationships/customXml" Target="../ink/ink1563.xml"/><Relationship Id="rId115" Type="http://schemas.openxmlformats.org/officeDocument/2006/relationships/image" Target="../media/image545.png"/><Relationship Id="rId157" Type="http://schemas.openxmlformats.org/officeDocument/2006/relationships/customXml" Target="../ink/ink1279.xml"/><Relationship Id="rId322" Type="http://schemas.openxmlformats.org/officeDocument/2006/relationships/image" Target="../media/image849.png"/><Relationship Id="rId364" Type="http://schemas.openxmlformats.org/officeDocument/2006/relationships/image" Target="../media/image870.png"/><Relationship Id="rId767" Type="http://schemas.openxmlformats.org/officeDocument/2006/relationships/customXml" Target="../ink/ink1584.xml"/><Relationship Id="rId61" Type="http://schemas.openxmlformats.org/officeDocument/2006/relationships/image" Target="../media/image518.png"/><Relationship Id="rId199" Type="http://schemas.openxmlformats.org/officeDocument/2006/relationships/customXml" Target="../ink/ink1300.xml"/><Relationship Id="rId571" Type="http://schemas.openxmlformats.org/officeDocument/2006/relationships/customXml" Target="../ink/ink1486.xml"/><Relationship Id="rId627" Type="http://schemas.openxmlformats.org/officeDocument/2006/relationships/customXml" Target="../ink/ink1514.xml"/><Relationship Id="rId669" Type="http://schemas.openxmlformats.org/officeDocument/2006/relationships/customXml" Target="../ink/ink1535.xml"/><Relationship Id="rId834" Type="http://schemas.openxmlformats.org/officeDocument/2006/relationships/image" Target="../media/image1105.png"/><Relationship Id="rId19" Type="http://schemas.openxmlformats.org/officeDocument/2006/relationships/image" Target="../media/image497.png"/><Relationship Id="rId224" Type="http://schemas.openxmlformats.org/officeDocument/2006/relationships/image" Target="../media/image800.png"/><Relationship Id="rId266" Type="http://schemas.openxmlformats.org/officeDocument/2006/relationships/image" Target="../media/image821.png"/><Relationship Id="rId431" Type="http://schemas.openxmlformats.org/officeDocument/2006/relationships/customXml" Target="../ink/ink1416.xml"/><Relationship Id="rId473" Type="http://schemas.openxmlformats.org/officeDocument/2006/relationships/customXml" Target="../ink/ink1437.xml"/><Relationship Id="rId529" Type="http://schemas.openxmlformats.org/officeDocument/2006/relationships/customXml" Target="../ink/ink1465.xml"/><Relationship Id="rId680" Type="http://schemas.openxmlformats.org/officeDocument/2006/relationships/image" Target="../media/image1028.png"/><Relationship Id="rId736" Type="http://schemas.openxmlformats.org/officeDocument/2006/relationships/image" Target="../media/image1056.png"/><Relationship Id="rId30" Type="http://schemas.openxmlformats.org/officeDocument/2006/relationships/customXml" Target="../ink/ink1215.xml"/><Relationship Id="rId126" Type="http://schemas.openxmlformats.org/officeDocument/2006/relationships/customXml" Target="../ink/ink1263.xml"/><Relationship Id="rId168" Type="http://schemas.openxmlformats.org/officeDocument/2006/relationships/image" Target="../media/image772.png"/><Relationship Id="rId333" Type="http://schemas.openxmlformats.org/officeDocument/2006/relationships/customXml" Target="../ink/ink1367.xml"/><Relationship Id="rId540" Type="http://schemas.openxmlformats.org/officeDocument/2006/relationships/image" Target="../media/image958.png"/><Relationship Id="rId778" Type="http://schemas.openxmlformats.org/officeDocument/2006/relationships/image" Target="../media/image1077.png"/><Relationship Id="rId72" Type="http://schemas.openxmlformats.org/officeDocument/2006/relationships/customXml" Target="../ink/ink1236.xml"/><Relationship Id="rId375" Type="http://schemas.openxmlformats.org/officeDocument/2006/relationships/customXml" Target="../ink/ink1388.xml"/><Relationship Id="rId582" Type="http://schemas.openxmlformats.org/officeDocument/2006/relationships/image" Target="../media/image979.png"/><Relationship Id="rId638" Type="http://schemas.openxmlformats.org/officeDocument/2006/relationships/image" Target="../media/image1007.png"/><Relationship Id="rId803" Type="http://schemas.openxmlformats.org/officeDocument/2006/relationships/customXml" Target="../ink/ink1602.xml"/><Relationship Id="rId845" Type="http://schemas.openxmlformats.org/officeDocument/2006/relationships/customXml" Target="../ink/ink1623.xml"/><Relationship Id="rId3" Type="http://schemas.openxmlformats.org/officeDocument/2006/relationships/image" Target="../media/image489.png"/><Relationship Id="rId235" Type="http://schemas.openxmlformats.org/officeDocument/2006/relationships/customXml" Target="../ink/ink1318.xml"/><Relationship Id="rId277" Type="http://schemas.openxmlformats.org/officeDocument/2006/relationships/customXml" Target="../ink/ink1339.xml"/><Relationship Id="rId400" Type="http://schemas.openxmlformats.org/officeDocument/2006/relationships/image" Target="../media/image888.png"/><Relationship Id="rId442" Type="http://schemas.openxmlformats.org/officeDocument/2006/relationships/image" Target="../media/image909.png"/><Relationship Id="rId484" Type="http://schemas.openxmlformats.org/officeDocument/2006/relationships/image" Target="../media/image930.png"/><Relationship Id="rId705" Type="http://schemas.openxmlformats.org/officeDocument/2006/relationships/customXml" Target="../ink/ink1553.xml"/><Relationship Id="rId137" Type="http://schemas.openxmlformats.org/officeDocument/2006/relationships/customXml" Target="../ink/ink1269.xml"/><Relationship Id="rId302" Type="http://schemas.openxmlformats.org/officeDocument/2006/relationships/image" Target="../media/image839.png"/><Relationship Id="rId344" Type="http://schemas.openxmlformats.org/officeDocument/2006/relationships/image" Target="../media/image860.png"/><Relationship Id="rId691" Type="http://schemas.openxmlformats.org/officeDocument/2006/relationships/customXml" Target="../ink/ink1546.xml"/><Relationship Id="rId747" Type="http://schemas.openxmlformats.org/officeDocument/2006/relationships/customXml" Target="../ink/ink1574.xml"/><Relationship Id="rId789" Type="http://schemas.openxmlformats.org/officeDocument/2006/relationships/customXml" Target="../ink/ink1595.xml"/><Relationship Id="rId41" Type="http://schemas.openxmlformats.org/officeDocument/2006/relationships/image" Target="../media/image508.png"/><Relationship Id="rId83" Type="http://schemas.openxmlformats.org/officeDocument/2006/relationships/image" Target="../media/image529.png"/><Relationship Id="rId179" Type="http://schemas.openxmlformats.org/officeDocument/2006/relationships/customXml" Target="../ink/ink1290.xml"/><Relationship Id="rId386" Type="http://schemas.openxmlformats.org/officeDocument/2006/relationships/image" Target="../media/image881.png"/><Relationship Id="rId551" Type="http://schemas.openxmlformats.org/officeDocument/2006/relationships/customXml" Target="../ink/ink1476.xml"/><Relationship Id="rId593" Type="http://schemas.openxmlformats.org/officeDocument/2006/relationships/customXml" Target="../ink/ink1497.xml"/><Relationship Id="rId607" Type="http://schemas.openxmlformats.org/officeDocument/2006/relationships/customXml" Target="../ink/ink1504.xml"/><Relationship Id="rId649" Type="http://schemas.openxmlformats.org/officeDocument/2006/relationships/customXml" Target="../ink/ink1525.xml"/><Relationship Id="rId814" Type="http://schemas.openxmlformats.org/officeDocument/2006/relationships/image" Target="../media/image1095.png"/><Relationship Id="rId190" Type="http://schemas.openxmlformats.org/officeDocument/2006/relationships/image" Target="../media/image783.png"/><Relationship Id="rId204" Type="http://schemas.openxmlformats.org/officeDocument/2006/relationships/image" Target="../media/image790.png"/><Relationship Id="rId246" Type="http://schemas.openxmlformats.org/officeDocument/2006/relationships/image" Target="../media/image811.png"/><Relationship Id="rId288" Type="http://schemas.openxmlformats.org/officeDocument/2006/relationships/image" Target="../media/image832.png"/><Relationship Id="rId411" Type="http://schemas.openxmlformats.org/officeDocument/2006/relationships/customXml" Target="../ink/ink1406.xml"/><Relationship Id="rId453" Type="http://schemas.openxmlformats.org/officeDocument/2006/relationships/customXml" Target="../ink/ink1427.xml"/><Relationship Id="rId509" Type="http://schemas.openxmlformats.org/officeDocument/2006/relationships/customXml" Target="../ink/ink1455.xml"/><Relationship Id="rId660" Type="http://schemas.openxmlformats.org/officeDocument/2006/relationships/image" Target="../media/image1018.png"/><Relationship Id="rId106" Type="http://schemas.openxmlformats.org/officeDocument/2006/relationships/customXml" Target="../ink/ink1253.xml"/><Relationship Id="rId313" Type="http://schemas.openxmlformats.org/officeDocument/2006/relationships/customXml" Target="../ink/ink1357.xml"/><Relationship Id="rId495" Type="http://schemas.openxmlformats.org/officeDocument/2006/relationships/customXml" Target="../ink/ink1448.xml"/><Relationship Id="rId716" Type="http://schemas.openxmlformats.org/officeDocument/2006/relationships/image" Target="../media/image1046.png"/><Relationship Id="rId758" Type="http://schemas.openxmlformats.org/officeDocument/2006/relationships/image" Target="../media/image1067.png"/><Relationship Id="rId10" Type="http://schemas.openxmlformats.org/officeDocument/2006/relationships/customXml" Target="../ink/ink1205.xml"/><Relationship Id="rId52" Type="http://schemas.openxmlformats.org/officeDocument/2006/relationships/customXml" Target="../ink/ink1226.xml"/><Relationship Id="rId94" Type="http://schemas.openxmlformats.org/officeDocument/2006/relationships/customXml" Target="../ink/ink1247.xml"/><Relationship Id="rId148" Type="http://schemas.openxmlformats.org/officeDocument/2006/relationships/image" Target="../media/image762.png"/><Relationship Id="rId355" Type="http://schemas.openxmlformats.org/officeDocument/2006/relationships/customXml" Target="../ink/ink1378.xml"/><Relationship Id="rId397" Type="http://schemas.openxmlformats.org/officeDocument/2006/relationships/customXml" Target="../ink/ink1399.xml"/><Relationship Id="rId520" Type="http://schemas.openxmlformats.org/officeDocument/2006/relationships/image" Target="../media/image948.png"/><Relationship Id="rId562" Type="http://schemas.openxmlformats.org/officeDocument/2006/relationships/image" Target="../media/image969.png"/><Relationship Id="rId618" Type="http://schemas.openxmlformats.org/officeDocument/2006/relationships/image" Target="../media/image997.png"/><Relationship Id="rId825" Type="http://schemas.openxmlformats.org/officeDocument/2006/relationships/customXml" Target="../ink/ink1613.xml"/><Relationship Id="rId215" Type="http://schemas.openxmlformats.org/officeDocument/2006/relationships/customXml" Target="../ink/ink1308.xml"/><Relationship Id="rId257" Type="http://schemas.openxmlformats.org/officeDocument/2006/relationships/customXml" Target="../ink/ink1329.xml"/><Relationship Id="rId422" Type="http://schemas.openxmlformats.org/officeDocument/2006/relationships/image" Target="../media/image899.png"/><Relationship Id="rId464" Type="http://schemas.openxmlformats.org/officeDocument/2006/relationships/image" Target="../media/image920.png"/><Relationship Id="rId299" Type="http://schemas.openxmlformats.org/officeDocument/2006/relationships/customXml" Target="../ink/ink1350.xml"/><Relationship Id="rId727" Type="http://schemas.openxmlformats.org/officeDocument/2006/relationships/customXml" Target="../ink/ink1564.xml"/><Relationship Id="rId63" Type="http://schemas.openxmlformats.org/officeDocument/2006/relationships/image" Target="../media/image519.png"/><Relationship Id="rId159" Type="http://schemas.openxmlformats.org/officeDocument/2006/relationships/customXml" Target="../ink/ink1280.xml"/><Relationship Id="rId366" Type="http://schemas.openxmlformats.org/officeDocument/2006/relationships/image" Target="../media/image871.png"/><Relationship Id="rId573" Type="http://schemas.openxmlformats.org/officeDocument/2006/relationships/customXml" Target="../ink/ink1487.xml"/><Relationship Id="rId780" Type="http://schemas.openxmlformats.org/officeDocument/2006/relationships/image" Target="../media/image1078.png"/><Relationship Id="rId226" Type="http://schemas.openxmlformats.org/officeDocument/2006/relationships/image" Target="../media/image801.png"/><Relationship Id="rId433" Type="http://schemas.openxmlformats.org/officeDocument/2006/relationships/customXml" Target="../ink/ink1417.xml"/><Relationship Id="rId640" Type="http://schemas.openxmlformats.org/officeDocument/2006/relationships/image" Target="../media/image1008.png"/><Relationship Id="rId738" Type="http://schemas.openxmlformats.org/officeDocument/2006/relationships/image" Target="../media/image1057.png"/><Relationship Id="rId74" Type="http://schemas.openxmlformats.org/officeDocument/2006/relationships/customXml" Target="../ink/ink1237.xml"/><Relationship Id="rId377" Type="http://schemas.openxmlformats.org/officeDocument/2006/relationships/customXml" Target="../ink/ink1389.xml"/><Relationship Id="rId500" Type="http://schemas.openxmlformats.org/officeDocument/2006/relationships/image" Target="../media/image938.png"/><Relationship Id="rId584" Type="http://schemas.openxmlformats.org/officeDocument/2006/relationships/image" Target="../media/image980.png"/><Relationship Id="rId805" Type="http://schemas.openxmlformats.org/officeDocument/2006/relationships/customXml" Target="../ink/ink1603.xml"/><Relationship Id="rId5" Type="http://schemas.openxmlformats.org/officeDocument/2006/relationships/image" Target="../media/image490.png"/><Relationship Id="rId237" Type="http://schemas.openxmlformats.org/officeDocument/2006/relationships/customXml" Target="../ink/ink1319.xml"/><Relationship Id="rId791" Type="http://schemas.openxmlformats.org/officeDocument/2006/relationships/customXml" Target="../ink/ink1596.xml"/><Relationship Id="rId444" Type="http://schemas.openxmlformats.org/officeDocument/2006/relationships/image" Target="../media/image910.png"/><Relationship Id="rId651" Type="http://schemas.openxmlformats.org/officeDocument/2006/relationships/customXml" Target="../ink/ink1526.xml"/><Relationship Id="rId749" Type="http://schemas.openxmlformats.org/officeDocument/2006/relationships/customXml" Target="../ink/ink1575.xml"/><Relationship Id="rId290" Type="http://schemas.openxmlformats.org/officeDocument/2006/relationships/image" Target="../media/image833.png"/><Relationship Id="rId304" Type="http://schemas.openxmlformats.org/officeDocument/2006/relationships/image" Target="../media/image840.png"/><Relationship Id="rId388" Type="http://schemas.openxmlformats.org/officeDocument/2006/relationships/image" Target="../media/image882.png"/><Relationship Id="rId511" Type="http://schemas.openxmlformats.org/officeDocument/2006/relationships/customXml" Target="../ink/ink1456.xml"/><Relationship Id="rId609" Type="http://schemas.openxmlformats.org/officeDocument/2006/relationships/customXml" Target="../ink/ink1505.xml"/><Relationship Id="rId85" Type="http://schemas.openxmlformats.org/officeDocument/2006/relationships/image" Target="../media/image530.png"/><Relationship Id="rId150" Type="http://schemas.openxmlformats.org/officeDocument/2006/relationships/image" Target="../media/image763.png"/><Relationship Id="rId595" Type="http://schemas.openxmlformats.org/officeDocument/2006/relationships/customXml" Target="../ink/ink1498.xml"/><Relationship Id="rId816" Type="http://schemas.openxmlformats.org/officeDocument/2006/relationships/image" Target="../media/image1096.png"/><Relationship Id="rId248" Type="http://schemas.openxmlformats.org/officeDocument/2006/relationships/image" Target="../media/image812.png"/><Relationship Id="rId455" Type="http://schemas.openxmlformats.org/officeDocument/2006/relationships/customXml" Target="../ink/ink1428.xml"/><Relationship Id="rId662" Type="http://schemas.openxmlformats.org/officeDocument/2006/relationships/image" Target="../media/image1019.png"/><Relationship Id="rId12" Type="http://schemas.openxmlformats.org/officeDocument/2006/relationships/customXml" Target="../ink/ink1206.xml"/><Relationship Id="rId108" Type="http://schemas.openxmlformats.org/officeDocument/2006/relationships/customXml" Target="../ink/ink1254.xml"/><Relationship Id="rId315" Type="http://schemas.openxmlformats.org/officeDocument/2006/relationships/customXml" Target="../ink/ink1358.xml"/><Relationship Id="rId522" Type="http://schemas.openxmlformats.org/officeDocument/2006/relationships/image" Target="../media/image949.png"/><Relationship Id="rId96" Type="http://schemas.openxmlformats.org/officeDocument/2006/relationships/customXml" Target="../ink/ink1248.xml"/><Relationship Id="rId161" Type="http://schemas.openxmlformats.org/officeDocument/2006/relationships/customXml" Target="../ink/ink1281.xml"/><Relationship Id="rId399" Type="http://schemas.openxmlformats.org/officeDocument/2006/relationships/customXml" Target="../ink/ink1400.xml"/><Relationship Id="rId827" Type="http://schemas.openxmlformats.org/officeDocument/2006/relationships/customXml" Target="../ink/ink1614.xml"/><Relationship Id="rId259" Type="http://schemas.openxmlformats.org/officeDocument/2006/relationships/customXml" Target="../ink/ink1330.xml"/><Relationship Id="rId466" Type="http://schemas.openxmlformats.org/officeDocument/2006/relationships/image" Target="../media/image921.png"/><Relationship Id="rId673" Type="http://schemas.openxmlformats.org/officeDocument/2006/relationships/customXml" Target="../ink/ink1537.xml"/><Relationship Id="rId23" Type="http://schemas.openxmlformats.org/officeDocument/2006/relationships/image" Target="../media/image499.png"/><Relationship Id="rId119" Type="http://schemas.openxmlformats.org/officeDocument/2006/relationships/image" Target="../media/image547.png"/><Relationship Id="rId326" Type="http://schemas.openxmlformats.org/officeDocument/2006/relationships/image" Target="../media/image851.png"/><Relationship Id="rId533" Type="http://schemas.openxmlformats.org/officeDocument/2006/relationships/customXml" Target="../ink/ink1467.xml"/><Relationship Id="rId740" Type="http://schemas.openxmlformats.org/officeDocument/2006/relationships/image" Target="../media/image1058.png"/><Relationship Id="rId838" Type="http://schemas.openxmlformats.org/officeDocument/2006/relationships/image" Target="../media/image1107.png"/><Relationship Id="rId172" Type="http://schemas.openxmlformats.org/officeDocument/2006/relationships/image" Target="../media/image774.png"/><Relationship Id="rId477" Type="http://schemas.openxmlformats.org/officeDocument/2006/relationships/customXml" Target="../ink/ink1439.xml"/><Relationship Id="rId600" Type="http://schemas.openxmlformats.org/officeDocument/2006/relationships/image" Target="../media/image988.png"/><Relationship Id="rId684" Type="http://schemas.openxmlformats.org/officeDocument/2006/relationships/image" Target="../media/image1030.png"/><Relationship Id="rId337" Type="http://schemas.openxmlformats.org/officeDocument/2006/relationships/customXml" Target="../ink/ink1369.xml"/><Relationship Id="rId34" Type="http://schemas.openxmlformats.org/officeDocument/2006/relationships/customXml" Target="../ink/ink1217.xml"/><Relationship Id="rId544" Type="http://schemas.openxmlformats.org/officeDocument/2006/relationships/image" Target="../media/image960.png"/><Relationship Id="rId751" Type="http://schemas.openxmlformats.org/officeDocument/2006/relationships/customXml" Target="../ink/ink1576.xml"/><Relationship Id="rId849" Type="http://schemas.openxmlformats.org/officeDocument/2006/relationships/customXml" Target="../ink/ink1625.xml"/><Relationship Id="rId183" Type="http://schemas.openxmlformats.org/officeDocument/2006/relationships/customXml" Target="../ink/ink1292.xml"/><Relationship Id="rId390" Type="http://schemas.openxmlformats.org/officeDocument/2006/relationships/image" Target="../media/image883.png"/><Relationship Id="rId404" Type="http://schemas.openxmlformats.org/officeDocument/2006/relationships/image" Target="../media/image890.png"/><Relationship Id="rId611" Type="http://schemas.openxmlformats.org/officeDocument/2006/relationships/customXml" Target="../ink/ink1506.xml"/><Relationship Id="rId250" Type="http://schemas.openxmlformats.org/officeDocument/2006/relationships/image" Target="../media/image813.png"/><Relationship Id="rId488" Type="http://schemas.openxmlformats.org/officeDocument/2006/relationships/image" Target="../media/image932.png"/><Relationship Id="rId695" Type="http://schemas.openxmlformats.org/officeDocument/2006/relationships/customXml" Target="../ink/ink1548.xml"/><Relationship Id="rId709" Type="http://schemas.openxmlformats.org/officeDocument/2006/relationships/customXml" Target="../ink/ink1555.xml"/><Relationship Id="rId45" Type="http://schemas.openxmlformats.org/officeDocument/2006/relationships/image" Target="../media/image510.png"/><Relationship Id="rId110" Type="http://schemas.openxmlformats.org/officeDocument/2006/relationships/customXml" Target="../ink/ink1255.xml"/><Relationship Id="rId348" Type="http://schemas.openxmlformats.org/officeDocument/2006/relationships/image" Target="../media/image862.png"/><Relationship Id="rId555" Type="http://schemas.openxmlformats.org/officeDocument/2006/relationships/customXml" Target="../ink/ink1478.xml"/><Relationship Id="rId762" Type="http://schemas.openxmlformats.org/officeDocument/2006/relationships/image" Target="../media/image1069.png"/><Relationship Id="rId194" Type="http://schemas.openxmlformats.org/officeDocument/2006/relationships/image" Target="../media/image785.png"/><Relationship Id="rId208" Type="http://schemas.openxmlformats.org/officeDocument/2006/relationships/image" Target="../media/image792.png"/><Relationship Id="rId415" Type="http://schemas.openxmlformats.org/officeDocument/2006/relationships/customXml" Target="../ink/ink1408.xml"/><Relationship Id="rId622" Type="http://schemas.openxmlformats.org/officeDocument/2006/relationships/image" Target="../media/image999.png"/><Relationship Id="rId261" Type="http://schemas.openxmlformats.org/officeDocument/2006/relationships/customXml" Target="../ink/ink1331.xml"/><Relationship Id="rId499" Type="http://schemas.openxmlformats.org/officeDocument/2006/relationships/customXml" Target="../ink/ink1450.xml"/><Relationship Id="rId56" Type="http://schemas.openxmlformats.org/officeDocument/2006/relationships/customXml" Target="../ink/ink1228.xml"/><Relationship Id="rId359" Type="http://schemas.openxmlformats.org/officeDocument/2006/relationships/customXml" Target="../ink/ink1380.xml"/><Relationship Id="rId566" Type="http://schemas.openxmlformats.org/officeDocument/2006/relationships/image" Target="../media/image971.png"/><Relationship Id="rId773" Type="http://schemas.openxmlformats.org/officeDocument/2006/relationships/customXml" Target="../ink/ink1587.xml"/><Relationship Id="rId121" Type="http://schemas.openxmlformats.org/officeDocument/2006/relationships/image" Target="../media/image548.png"/><Relationship Id="rId219" Type="http://schemas.openxmlformats.org/officeDocument/2006/relationships/customXml" Target="../ink/ink1310.xml"/><Relationship Id="rId426" Type="http://schemas.openxmlformats.org/officeDocument/2006/relationships/image" Target="../media/image901.png"/><Relationship Id="rId633" Type="http://schemas.openxmlformats.org/officeDocument/2006/relationships/customXml" Target="../ink/ink1517.xml"/><Relationship Id="rId840" Type="http://schemas.openxmlformats.org/officeDocument/2006/relationships/image" Target="../media/image1108.png"/><Relationship Id="rId67" Type="http://schemas.openxmlformats.org/officeDocument/2006/relationships/image" Target="../media/image521.png"/><Relationship Id="rId272" Type="http://schemas.openxmlformats.org/officeDocument/2006/relationships/image" Target="../media/image824.png"/><Relationship Id="rId577" Type="http://schemas.openxmlformats.org/officeDocument/2006/relationships/customXml" Target="../ink/ink1489.xml"/><Relationship Id="rId700" Type="http://schemas.openxmlformats.org/officeDocument/2006/relationships/image" Target="../media/image1038.png"/><Relationship Id="rId132" Type="http://schemas.openxmlformats.org/officeDocument/2006/relationships/customXml" Target="../ink/ink1266.xml"/><Relationship Id="rId784" Type="http://schemas.openxmlformats.org/officeDocument/2006/relationships/image" Target="../media/image1080.png"/><Relationship Id="rId437" Type="http://schemas.openxmlformats.org/officeDocument/2006/relationships/customXml" Target="../ink/ink1419.xml"/><Relationship Id="rId644" Type="http://schemas.openxmlformats.org/officeDocument/2006/relationships/image" Target="../media/image1010.png"/><Relationship Id="rId283" Type="http://schemas.openxmlformats.org/officeDocument/2006/relationships/customXml" Target="../ink/ink1342.xml"/><Relationship Id="rId490" Type="http://schemas.openxmlformats.org/officeDocument/2006/relationships/image" Target="../media/image933.png"/><Relationship Id="rId504" Type="http://schemas.openxmlformats.org/officeDocument/2006/relationships/image" Target="../media/image940.png"/><Relationship Id="rId711" Type="http://schemas.openxmlformats.org/officeDocument/2006/relationships/customXml" Target="../ink/ink1556.xml"/><Relationship Id="rId78" Type="http://schemas.openxmlformats.org/officeDocument/2006/relationships/customXml" Target="../ink/ink1239.xml"/><Relationship Id="rId143" Type="http://schemas.openxmlformats.org/officeDocument/2006/relationships/customXml" Target="../ink/ink1272.xml"/><Relationship Id="rId350" Type="http://schemas.openxmlformats.org/officeDocument/2006/relationships/image" Target="../media/image863.png"/><Relationship Id="rId588" Type="http://schemas.openxmlformats.org/officeDocument/2006/relationships/image" Target="../media/image982.png"/><Relationship Id="rId795" Type="http://schemas.openxmlformats.org/officeDocument/2006/relationships/customXml" Target="../ink/ink1598.xml"/><Relationship Id="rId809" Type="http://schemas.openxmlformats.org/officeDocument/2006/relationships/customXml" Target="../ink/ink1605.xml"/><Relationship Id="rId9" Type="http://schemas.openxmlformats.org/officeDocument/2006/relationships/image" Target="../media/image492.png"/><Relationship Id="rId210" Type="http://schemas.openxmlformats.org/officeDocument/2006/relationships/image" Target="../media/image793.png"/><Relationship Id="rId448" Type="http://schemas.openxmlformats.org/officeDocument/2006/relationships/image" Target="../media/image912.png"/><Relationship Id="rId655" Type="http://schemas.openxmlformats.org/officeDocument/2006/relationships/customXml" Target="../ink/ink1528.xml"/><Relationship Id="rId294" Type="http://schemas.openxmlformats.org/officeDocument/2006/relationships/image" Target="../media/image835.png"/><Relationship Id="rId308" Type="http://schemas.openxmlformats.org/officeDocument/2006/relationships/image" Target="../media/image842.png"/><Relationship Id="rId515" Type="http://schemas.openxmlformats.org/officeDocument/2006/relationships/customXml" Target="../ink/ink1458.xml"/><Relationship Id="rId722" Type="http://schemas.openxmlformats.org/officeDocument/2006/relationships/image" Target="../media/image1049.png"/><Relationship Id="rId89" Type="http://schemas.openxmlformats.org/officeDocument/2006/relationships/image" Target="../media/image532.png"/><Relationship Id="rId154" Type="http://schemas.openxmlformats.org/officeDocument/2006/relationships/image" Target="../media/image765.png"/><Relationship Id="rId361" Type="http://schemas.openxmlformats.org/officeDocument/2006/relationships/customXml" Target="../ink/ink1381.xml"/><Relationship Id="rId599" Type="http://schemas.openxmlformats.org/officeDocument/2006/relationships/customXml" Target="../ink/ink1500.xml"/><Relationship Id="rId459" Type="http://schemas.openxmlformats.org/officeDocument/2006/relationships/customXml" Target="../ink/ink1430.xml"/><Relationship Id="rId666" Type="http://schemas.openxmlformats.org/officeDocument/2006/relationships/image" Target="../media/image1021.png"/><Relationship Id="rId16" Type="http://schemas.openxmlformats.org/officeDocument/2006/relationships/customXml" Target="../ink/ink1208.xml"/><Relationship Id="rId221" Type="http://schemas.openxmlformats.org/officeDocument/2006/relationships/customXml" Target="../ink/ink1311.xml"/><Relationship Id="rId319" Type="http://schemas.openxmlformats.org/officeDocument/2006/relationships/customXml" Target="../ink/ink1360.xml"/><Relationship Id="rId526" Type="http://schemas.openxmlformats.org/officeDocument/2006/relationships/image" Target="../media/image951.png"/><Relationship Id="rId733" Type="http://schemas.openxmlformats.org/officeDocument/2006/relationships/customXml" Target="../ink/ink1567.xml"/><Relationship Id="rId165" Type="http://schemas.openxmlformats.org/officeDocument/2006/relationships/customXml" Target="../ink/ink1283.xml"/><Relationship Id="rId372" Type="http://schemas.openxmlformats.org/officeDocument/2006/relationships/image" Target="../media/image874.png"/><Relationship Id="rId677" Type="http://schemas.openxmlformats.org/officeDocument/2006/relationships/customXml" Target="../ink/ink1539.xml"/><Relationship Id="rId800" Type="http://schemas.openxmlformats.org/officeDocument/2006/relationships/image" Target="../media/image1088.png"/><Relationship Id="rId232" Type="http://schemas.openxmlformats.org/officeDocument/2006/relationships/image" Target="../media/image804.png"/><Relationship Id="rId27" Type="http://schemas.openxmlformats.org/officeDocument/2006/relationships/image" Target="../media/image501.png"/><Relationship Id="rId537" Type="http://schemas.openxmlformats.org/officeDocument/2006/relationships/customXml" Target="../ink/ink1469.xml"/><Relationship Id="rId744" Type="http://schemas.openxmlformats.org/officeDocument/2006/relationships/image" Target="../media/image1060.png"/><Relationship Id="rId80" Type="http://schemas.openxmlformats.org/officeDocument/2006/relationships/customXml" Target="../ink/ink1240.xml"/><Relationship Id="rId176" Type="http://schemas.openxmlformats.org/officeDocument/2006/relationships/image" Target="../media/image776.png"/><Relationship Id="rId383" Type="http://schemas.openxmlformats.org/officeDocument/2006/relationships/customXml" Target="../ink/ink1392.xml"/><Relationship Id="rId590" Type="http://schemas.openxmlformats.org/officeDocument/2006/relationships/image" Target="../media/image983.png"/><Relationship Id="rId604" Type="http://schemas.openxmlformats.org/officeDocument/2006/relationships/image" Target="../media/image990.png"/><Relationship Id="rId811" Type="http://schemas.openxmlformats.org/officeDocument/2006/relationships/customXml" Target="../ink/ink1606.xml"/><Relationship Id="rId243" Type="http://schemas.openxmlformats.org/officeDocument/2006/relationships/customXml" Target="../ink/ink1322.xml"/><Relationship Id="rId450" Type="http://schemas.openxmlformats.org/officeDocument/2006/relationships/image" Target="../media/image913.png"/><Relationship Id="rId688" Type="http://schemas.openxmlformats.org/officeDocument/2006/relationships/image" Target="../media/image1032.png"/><Relationship Id="rId38" Type="http://schemas.openxmlformats.org/officeDocument/2006/relationships/customXml" Target="../ink/ink1219.xml"/><Relationship Id="rId103" Type="http://schemas.openxmlformats.org/officeDocument/2006/relationships/image" Target="../media/image539.png"/><Relationship Id="rId310" Type="http://schemas.openxmlformats.org/officeDocument/2006/relationships/image" Target="../media/image843.png"/><Relationship Id="rId548" Type="http://schemas.openxmlformats.org/officeDocument/2006/relationships/image" Target="../media/image962.png"/><Relationship Id="rId755" Type="http://schemas.openxmlformats.org/officeDocument/2006/relationships/customXml" Target="../ink/ink1578.xml"/><Relationship Id="rId91" Type="http://schemas.openxmlformats.org/officeDocument/2006/relationships/image" Target="../media/image533.png"/><Relationship Id="rId187" Type="http://schemas.openxmlformats.org/officeDocument/2006/relationships/customXml" Target="../ink/ink1294.xml"/><Relationship Id="rId394" Type="http://schemas.openxmlformats.org/officeDocument/2006/relationships/image" Target="../media/image885.png"/><Relationship Id="rId408" Type="http://schemas.openxmlformats.org/officeDocument/2006/relationships/image" Target="../media/image892.png"/><Relationship Id="rId615" Type="http://schemas.openxmlformats.org/officeDocument/2006/relationships/customXml" Target="../ink/ink1508.xml"/><Relationship Id="rId822" Type="http://schemas.openxmlformats.org/officeDocument/2006/relationships/image" Target="../media/image1099.png"/><Relationship Id="rId254" Type="http://schemas.openxmlformats.org/officeDocument/2006/relationships/image" Target="../media/image815.png"/><Relationship Id="rId699" Type="http://schemas.openxmlformats.org/officeDocument/2006/relationships/customXml" Target="../ink/ink1550.xml"/><Relationship Id="rId49" Type="http://schemas.openxmlformats.org/officeDocument/2006/relationships/image" Target="../media/image512.png"/><Relationship Id="rId114" Type="http://schemas.openxmlformats.org/officeDocument/2006/relationships/customXml" Target="../ink/ink1257.xml"/><Relationship Id="rId461" Type="http://schemas.openxmlformats.org/officeDocument/2006/relationships/customXml" Target="../ink/ink1431.xml"/><Relationship Id="rId559" Type="http://schemas.openxmlformats.org/officeDocument/2006/relationships/customXml" Target="../ink/ink1480.xml"/><Relationship Id="rId766" Type="http://schemas.openxmlformats.org/officeDocument/2006/relationships/image" Target="../media/image1071.png"/><Relationship Id="rId198" Type="http://schemas.openxmlformats.org/officeDocument/2006/relationships/image" Target="../media/image787.png"/><Relationship Id="rId321" Type="http://schemas.openxmlformats.org/officeDocument/2006/relationships/customXml" Target="../ink/ink1361.xml"/><Relationship Id="rId419" Type="http://schemas.openxmlformats.org/officeDocument/2006/relationships/customXml" Target="../ink/ink1410.xml"/><Relationship Id="rId626" Type="http://schemas.openxmlformats.org/officeDocument/2006/relationships/image" Target="../media/image1001.png"/><Relationship Id="rId833" Type="http://schemas.openxmlformats.org/officeDocument/2006/relationships/customXml" Target="../ink/ink1617.xml"/><Relationship Id="rId265" Type="http://schemas.openxmlformats.org/officeDocument/2006/relationships/customXml" Target="../ink/ink1333.xml"/><Relationship Id="rId472" Type="http://schemas.openxmlformats.org/officeDocument/2006/relationships/image" Target="../media/image924.png"/><Relationship Id="rId125" Type="http://schemas.openxmlformats.org/officeDocument/2006/relationships/image" Target="../media/image550.png"/><Relationship Id="rId332" Type="http://schemas.openxmlformats.org/officeDocument/2006/relationships/image" Target="../media/image854.png"/><Relationship Id="rId777" Type="http://schemas.openxmlformats.org/officeDocument/2006/relationships/customXml" Target="../ink/ink1589.xml"/><Relationship Id="rId637" Type="http://schemas.openxmlformats.org/officeDocument/2006/relationships/customXml" Target="../ink/ink1519.xml"/><Relationship Id="rId844" Type="http://schemas.openxmlformats.org/officeDocument/2006/relationships/image" Target="../media/image1110.png"/><Relationship Id="rId276" Type="http://schemas.openxmlformats.org/officeDocument/2006/relationships/image" Target="../media/image826.png"/><Relationship Id="rId483" Type="http://schemas.openxmlformats.org/officeDocument/2006/relationships/customXml" Target="../ink/ink1442.xml"/><Relationship Id="rId690" Type="http://schemas.openxmlformats.org/officeDocument/2006/relationships/image" Target="../media/image1033.png"/><Relationship Id="rId704" Type="http://schemas.openxmlformats.org/officeDocument/2006/relationships/image" Target="../media/image1040.png"/><Relationship Id="rId40" Type="http://schemas.openxmlformats.org/officeDocument/2006/relationships/customXml" Target="../ink/ink1220.xml"/><Relationship Id="rId136" Type="http://schemas.openxmlformats.org/officeDocument/2006/relationships/customXml" Target="../ink/ink1268.xml"/><Relationship Id="rId343" Type="http://schemas.openxmlformats.org/officeDocument/2006/relationships/customXml" Target="../ink/ink1372.xml"/><Relationship Id="rId550" Type="http://schemas.openxmlformats.org/officeDocument/2006/relationships/image" Target="../media/image963.png"/><Relationship Id="rId788" Type="http://schemas.openxmlformats.org/officeDocument/2006/relationships/image" Target="../media/image1082.png"/><Relationship Id="rId203" Type="http://schemas.openxmlformats.org/officeDocument/2006/relationships/customXml" Target="../ink/ink1302.xml"/><Relationship Id="rId648" Type="http://schemas.openxmlformats.org/officeDocument/2006/relationships/image" Target="../media/image1012.png"/><Relationship Id="rId287" Type="http://schemas.openxmlformats.org/officeDocument/2006/relationships/customXml" Target="../ink/ink1344.xml"/><Relationship Id="rId410" Type="http://schemas.openxmlformats.org/officeDocument/2006/relationships/image" Target="../media/image893.png"/><Relationship Id="rId494" Type="http://schemas.openxmlformats.org/officeDocument/2006/relationships/image" Target="../media/image935.png"/><Relationship Id="rId508" Type="http://schemas.openxmlformats.org/officeDocument/2006/relationships/image" Target="../media/image942.png"/><Relationship Id="rId715" Type="http://schemas.openxmlformats.org/officeDocument/2006/relationships/customXml" Target="../ink/ink1558.xml"/><Relationship Id="rId147" Type="http://schemas.openxmlformats.org/officeDocument/2006/relationships/customXml" Target="../ink/ink1274.xml"/><Relationship Id="rId354" Type="http://schemas.openxmlformats.org/officeDocument/2006/relationships/image" Target="../media/image865.png"/><Relationship Id="rId799" Type="http://schemas.openxmlformats.org/officeDocument/2006/relationships/customXml" Target="../ink/ink1600.xml"/><Relationship Id="rId51" Type="http://schemas.openxmlformats.org/officeDocument/2006/relationships/image" Target="../media/image513.png"/><Relationship Id="rId561" Type="http://schemas.openxmlformats.org/officeDocument/2006/relationships/customXml" Target="../ink/ink1481.xml"/><Relationship Id="rId659" Type="http://schemas.openxmlformats.org/officeDocument/2006/relationships/customXml" Target="../ink/ink1530.xml"/><Relationship Id="rId214" Type="http://schemas.openxmlformats.org/officeDocument/2006/relationships/image" Target="../media/image795.png"/><Relationship Id="rId298" Type="http://schemas.openxmlformats.org/officeDocument/2006/relationships/image" Target="../media/image837.png"/><Relationship Id="rId421" Type="http://schemas.openxmlformats.org/officeDocument/2006/relationships/customXml" Target="../ink/ink1411.xml"/><Relationship Id="rId519" Type="http://schemas.openxmlformats.org/officeDocument/2006/relationships/customXml" Target="../ink/ink1460.xml"/><Relationship Id="rId158" Type="http://schemas.openxmlformats.org/officeDocument/2006/relationships/image" Target="../media/image767.png"/><Relationship Id="rId726" Type="http://schemas.openxmlformats.org/officeDocument/2006/relationships/image" Target="../media/image1051.png"/><Relationship Id="rId62" Type="http://schemas.openxmlformats.org/officeDocument/2006/relationships/customXml" Target="../ink/ink1231.xml"/><Relationship Id="rId365" Type="http://schemas.openxmlformats.org/officeDocument/2006/relationships/customXml" Target="../ink/ink1383.xml"/><Relationship Id="rId572" Type="http://schemas.openxmlformats.org/officeDocument/2006/relationships/image" Target="../media/image974.png"/><Relationship Id="rId225" Type="http://schemas.openxmlformats.org/officeDocument/2006/relationships/customXml" Target="../ink/ink1313.xml"/><Relationship Id="rId432" Type="http://schemas.openxmlformats.org/officeDocument/2006/relationships/image" Target="../media/image904.png"/><Relationship Id="rId737" Type="http://schemas.openxmlformats.org/officeDocument/2006/relationships/customXml" Target="../ink/ink1569.xml"/><Relationship Id="rId73" Type="http://schemas.openxmlformats.org/officeDocument/2006/relationships/image" Target="../media/image524.png"/><Relationship Id="rId169" Type="http://schemas.openxmlformats.org/officeDocument/2006/relationships/customXml" Target="../ink/ink1285.xml"/><Relationship Id="rId376" Type="http://schemas.openxmlformats.org/officeDocument/2006/relationships/image" Target="../media/image876.png"/><Relationship Id="rId583" Type="http://schemas.openxmlformats.org/officeDocument/2006/relationships/customXml" Target="../ink/ink1492.xml"/><Relationship Id="rId790" Type="http://schemas.openxmlformats.org/officeDocument/2006/relationships/image" Target="../media/image1083.png"/><Relationship Id="rId804" Type="http://schemas.openxmlformats.org/officeDocument/2006/relationships/image" Target="../media/image1090.png"/><Relationship Id="rId4" Type="http://schemas.openxmlformats.org/officeDocument/2006/relationships/customXml" Target="../ink/ink1202.xml"/><Relationship Id="rId236" Type="http://schemas.openxmlformats.org/officeDocument/2006/relationships/image" Target="../media/image806.png"/><Relationship Id="rId443" Type="http://schemas.openxmlformats.org/officeDocument/2006/relationships/customXml" Target="../ink/ink1422.xml"/><Relationship Id="rId650" Type="http://schemas.openxmlformats.org/officeDocument/2006/relationships/image" Target="../media/image1013.png"/><Relationship Id="rId303" Type="http://schemas.openxmlformats.org/officeDocument/2006/relationships/customXml" Target="../ink/ink1352.xml"/><Relationship Id="rId748" Type="http://schemas.openxmlformats.org/officeDocument/2006/relationships/image" Target="../media/image1062.png"/><Relationship Id="rId84" Type="http://schemas.openxmlformats.org/officeDocument/2006/relationships/customXml" Target="../ink/ink1242.xml"/><Relationship Id="rId387" Type="http://schemas.openxmlformats.org/officeDocument/2006/relationships/customXml" Target="../ink/ink1394.xml"/><Relationship Id="rId510" Type="http://schemas.openxmlformats.org/officeDocument/2006/relationships/image" Target="../media/image943.png"/><Relationship Id="rId594" Type="http://schemas.openxmlformats.org/officeDocument/2006/relationships/image" Target="../media/image985.png"/><Relationship Id="rId608" Type="http://schemas.openxmlformats.org/officeDocument/2006/relationships/image" Target="../media/image992.png"/><Relationship Id="rId815" Type="http://schemas.openxmlformats.org/officeDocument/2006/relationships/customXml" Target="../ink/ink1608.xml"/><Relationship Id="rId247" Type="http://schemas.openxmlformats.org/officeDocument/2006/relationships/customXml" Target="../ink/ink1324.xml"/><Relationship Id="rId107" Type="http://schemas.openxmlformats.org/officeDocument/2006/relationships/image" Target="../media/image541.png"/><Relationship Id="rId454" Type="http://schemas.openxmlformats.org/officeDocument/2006/relationships/image" Target="../media/image915.png"/><Relationship Id="rId661" Type="http://schemas.openxmlformats.org/officeDocument/2006/relationships/customXml" Target="../ink/ink1531.xml"/><Relationship Id="rId759" Type="http://schemas.openxmlformats.org/officeDocument/2006/relationships/customXml" Target="../ink/ink1580.xml"/><Relationship Id="rId11" Type="http://schemas.openxmlformats.org/officeDocument/2006/relationships/image" Target="../media/image493.png"/><Relationship Id="rId314" Type="http://schemas.openxmlformats.org/officeDocument/2006/relationships/image" Target="../media/image845.png"/><Relationship Id="rId398" Type="http://schemas.openxmlformats.org/officeDocument/2006/relationships/image" Target="../media/image887.png"/><Relationship Id="rId521" Type="http://schemas.openxmlformats.org/officeDocument/2006/relationships/customXml" Target="../ink/ink1461.xml"/><Relationship Id="rId619" Type="http://schemas.openxmlformats.org/officeDocument/2006/relationships/customXml" Target="../ink/ink1510.xml"/><Relationship Id="rId95" Type="http://schemas.openxmlformats.org/officeDocument/2006/relationships/image" Target="../media/image535.png"/><Relationship Id="rId160" Type="http://schemas.openxmlformats.org/officeDocument/2006/relationships/image" Target="../media/image768.png"/><Relationship Id="rId826" Type="http://schemas.openxmlformats.org/officeDocument/2006/relationships/image" Target="../media/image1101.png"/><Relationship Id="rId258" Type="http://schemas.openxmlformats.org/officeDocument/2006/relationships/image" Target="../media/image817.png"/><Relationship Id="rId465" Type="http://schemas.openxmlformats.org/officeDocument/2006/relationships/customXml" Target="../ink/ink1433.xml"/><Relationship Id="rId672" Type="http://schemas.openxmlformats.org/officeDocument/2006/relationships/image" Target="../media/image1024.png"/><Relationship Id="rId22" Type="http://schemas.openxmlformats.org/officeDocument/2006/relationships/customXml" Target="../ink/ink1211.xml"/><Relationship Id="rId118" Type="http://schemas.openxmlformats.org/officeDocument/2006/relationships/customXml" Target="../ink/ink1259.xml"/><Relationship Id="rId325" Type="http://schemas.openxmlformats.org/officeDocument/2006/relationships/customXml" Target="../ink/ink1363.xml"/><Relationship Id="rId532" Type="http://schemas.openxmlformats.org/officeDocument/2006/relationships/image" Target="../media/image954.png"/><Relationship Id="rId171" Type="http://schemas.openxmlformats.org/officeDocument/2006/relationships/customXml" Target="../ink/ink1286.xml"/><Relationship Id="rId837" Type="http://schemas.openxmlformats.org/officeDocument/2006/relationships/customXml" Target="../ink/ink1619.xml"/><Relationship Id="rId269" Type="http://schemas.openxmlformats.org/officeDocument/2006/relationships/customXml" Target="../ink/ink1335.xml"/><Relationship Id="rId476" Type="http://schemas.openxmlformats.org/officeDocument/2006/relationships/image" Target="../media/image926.png"/><Relationship Id="rId683" Type="http://schemas.openxmlformats.org/officeDocument/2006/relationships/customXml" Target="../ink/ink1542.xml"/><Relationship Id="rId33" Type="http://schemas.openxmlformats.org/officeDocument/2006/relationships/image" Target="../media/image504.png"/><Relationship Id="rId129" Type="http://schemas.openxmlformats.org/officeDocument/2006/relationships/image" Target="../media/image552.png"/><Relationship Id="rId336" Type="http://schemas.openxmlformats.org/officeDocument/2006/relationships/image" Target="../media/image856.png"/><Relationship Id="rId543" Type="http://schemas.openxmlformats.org/officeDocument/2006/relationships/customXml" Target="../ink/ink1472.xml"/><Relationship Id="rId182" Type="http://schemas.openxmlformats.org/officeDocument/2006/relationships/image" Target="../media/image779.png"/><Relationship Id="rId403" Type="http://schemas.openxmlformats.org/officeDocument/2006/relationships/customXml" Target="../ink/ink1402.xml"/><Relationship Id="rId750" Type="http://schemas.openxmlformats.org/officeDocument/2006/relationships/image" Target="../media/image1063.png"/><Relationship Id="rId848" Type="http://schemas.openxmlformats.org/officeDocument/2006/relationships/image" Target="../media/image1112.png"/><Relationship Id="rId487" Type="http://schemas.openxmlformats.org/officeDocument/2006/relationships/customXml" Target="../ink/ink1444.xml"/><Relationship Id="rId610" Type="http://schemas.openxmlformats.org/officeDocument/2006/relationships/image" Target="../media/image993.png"/><Relationship Id="rId694" Type="http://schemas.openxmlformats.org/officeDocument/2006/relationships/image" Target="../media/image1035.png"/><Relationship Id="rId708" Type="http://schemas.openxmlformats.org/officeDocument/2006/relationships/image" Target="../media/image1042.png"/><Relationship Id="rId347" Type="http://schemas.openxmlformats.org/officeDocument/2006/relationships/customXml" Target="../ink/ink1374.xml"/><Relationship Id="rId44" Type="http://schemas.openxmlformats.org/officeDocument/2006/relationships/customXml" Target="../ink/ink1222.xml"/><Relationship Id="rId554" Type="http://schemas.openxmlformats.org/officeDocument/2006/relationships/image" Target="../media/image965.png"/><Relationship Id="rId761" Type="http://schemas.openxmlformats.org/officeDocument/2006/relationships/customXml" Target="../ink/ink1581.xml"/><Relationship Id="rId193" Type="http://schemas.openxmlformats.org/officeDocument/2006/relationships/customXml" Target="../ink/ink1297.xml"/><Relationship Id="rId207" Type="http://schemas.openxmlformats.org/officeDocument/2006/relationships/customXml" Target="../ink/ink1304.xml"/><Relationship Id="rId414" Type="http://schemas.openxmlformats.org/officeDocument/2006/relationships/image" Target="../media/image895.png"/><Relationship Id="rId498" Type="http://schemas.openxmlformats.org/officeDocument/2006/relationships/image" Target="../media/image937.png"/><Relationship Id="rId621" Type="http://schemas.openxmlformats.org/officeDocument/2006/relationships/customXml" Target="../ink/ink1511.xml"/><Relationship Id="rId260" Type="http://schemas.openxmlformats.org/officeDocument/2006/relationships/image" Target="../media/image818.png"/><Relationship Id="rId719" Type="http://schemas.openxmlformats.org/officeDocument/2006/relationships/customXml" Target="../ink/ink1560.xml"/><Relationship Id="rId55" Type="http://schemas.openxmlformats.org/officeDocument/2006/relationships/image" Target="../media/image515.png"/><Relationship Id="rId120" Type="http://schemas.openxmlformats.org/officeDocument/2006/relationships/customXml" Target="../ink/ink1260.xml"/><Relationship Id="rId358" Type="http://schemas.openxmlformats.org/officeDocument/2006/relationships/image" Target="../media/image867.png"/><Relationship Id="rId565" Type="http://schemas.openxmlformats.org/officeDocument/2006/relationships/customXml" Target="../ink/ink1483.xml"/><Relationship Id="rId772" Type="http://schemas.openxmlformats.org/officeDocument/2006/relationships/image" Target="../media/image1074.png"/><Relationship Id="rId218" Type="http://schemas.openxmlformats.org/officeDocument/2006/relationships/image" Target="../media/image797.png"/><Relationship Id="rId425" Type="http://schemas.openxmlformats.org/officeDocument/2006/relationships/customXml" Target="../ink/ink1413.xml"/><Relationship Id="rId632" Type="http://schemas.openxmlformats.org/officeDocument/2006/relationships/image" Target="../media/image1004.png"/><Relationship Id="rId271" Type="http://schemas.openxmlformats.org/officeDocument/2006/relationships/customXml" Target="../ink/ink1336.xml"/><Relationship Id="rId66" Type="http://schemas.openxmlformats.org/officeDocument/2006/relationships/customXml" Target="../ink/ink1233.xml"/><Relationship Id="rId131" Type="http://schemas.openxmlformats.org/officeDocument/2006/relationships/image" Target="../media/image553.png"/><Relationship Id="rId369" Type="http://schemas.openxmlformats.org/officeDocument/2006/relationships/customXml" Target="../ink/ink1385.xml"/><Relationship Id="rId576" Type="http://schemas.openxmlformats.org/officeDocument/2006/relationships/image" Target="../media/image976.png"/><Relationship Id="rId783" Type="http://schemas.openxmlformats.org/officeDocument/2006/relationships/customXml" Target="../ink/ink159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62.png"/><Relationship Id="rId671" Type="http://schemas.openxmlformats.org/officeDocument/2006/relationships/image" Target="../media/image1239.png"/><Relationship Id="rId21" Type="http://schemas.openxmlformats.org/officeDocument/2006/relationships/image" Target="../media/image914.png"/><Relationship Id="rId324" Type="http://schemas.openxmlformats.org/officeDocument/2006/relationships/customXml" Target="../ink/ink1787.xml"/><Relationship Id="rId531" Type="http://schemas.openxmlformats.org/officeDocument/2006/relationships/image" Target="../media/image1169.png"/><Relationship Id="rId629" Type="http://schemas.openxmlformats.org/officeDocument/2006/relationships/image" Target="../media/image1218.png"/><Relationship Id="rId170" Type="http://schemas.openxmlformats.org/officeDocument/2006/relationships/customXml" Target="../ink/ink1710.xml"/><Relationship Id="rId268" Type="http://schemas.openxmlformats.org/officeDocument/2006/relationships/customXml" Target="../ink/ink1759.xml"/><Relationship Id="rId475" Type="http://schemas.openxmlformats.org/officeDocument/2006/relationships/image" Target="../media/image1141.png"/><Relationship Id="rId682" Type="http://schemas.openxmlformats.org/officeDocument/2006/relationships/customXml" Target="../ink/ink1966.xml"/><Relationship Id="rId32" Type="http://schemas.openxmlformats.org/officeDocument/2006/relationships/customXml" Target="../ink/ink1641.xml"/><Relationship Id="rId128" Type="http://schemas.openxmlformats.org/officeDocument/2006/relationships/customXml" Target="../ink/ink1689.xml"/><Relationship Id="rId335" Type="http://schemas.openxmlformats.org/officeDocument/2006/relationships/image" Target="../media/image10711.png"/><Relationship Id="rId542" Type="http://schemas.openxmlformats.org/officeDocument/2006/relationships/customXml" Target="../ink/ink1896.xml"/><Relationship Id="rId181" Type="http://schemas.openxmlformats.org/officeDocument/2006/relationships/image" Target="../media/image994.png"/><Relationship Id="rId402" Type="http://schemas.openxmlformats.org/officeDocument/2006/relationships/customXml" Target="../ink/ink1826.xml"/><Relationship Id="rId279" Type="http://schemas.openxmlformats.org/officeDocument/2006/relationships/image" Target="../media/image1043.png"/><Relationship Id="rId486" Type="http://schemas.openxmlformats.org/officeDocument/2006/relationships/customXml" Target="../ink/ink1868.xml"/><Relationship Id="rId693" Type="http://schemas.openxmlformats.org/officeDocument/2006/relationships/image" Target="../media/image1250.png"/><Relationship Id="rId707" Type="http://schemas.openxmlformats.org/officeDocument/2006/relationships/image" Target="../media/image1257.png"/><Relationship Id="rId43" Type="http://schemas.openxmlformats.org/officeDocument/2006/relationships/image" Target="../media/image925.png"/><Relationship Id="rId139" Type="http://schemas.openxmlformats.org/officeDocument/2006/relationships/image" Target="../media/image973.png"/><Relationship Id="rId346" Type="http://schemas.openxmlformats.org/officeDocument/2006/relationships/customXml" Target="../ink/ink1798.xml"/><Relationship Id="rId553" Type="http://schemas.openxmlformats.org/officeDocument/2006/relationships/image" Target="../media/image1180.png"/><Relationship Id="rId192" Type="http://schemas.openxmlformats.org/officeDocument/2006/relationships/customXml" Target="../ink/ink1721.xml"/><Relationship Id="rId206" Type="http://schemas.openxmlformats.org/officeDocument/2006/relationships/customXml" Target="../ink/ink1728.xml"/><Relationship Id="rId413" Type="http://schemas.openxmlformats.org/officeDocument/2006/relationships/image" Target="../media/image11101.png"/><Relationship Id="rId497" Type="http://schemas.openxmlformats.org/officeDocument/2006/relationships/image" Target="../media/image1152.png"/><Relationship Id="rId620" Type="http://schemas.openxmlformats.org/officeDocument/2006/relationships/customXml" Target="../ink/ink1935.xml"/><Relationship Id="rId357" Type="http://schemas.openxmlformats.org/officeDocument/2006/relationships/image" Target="../media/image10820.png"/><Relationship Id="rId54" Type="http://schemas.openxmlformats.org/officeDocument/2006/relationships/customXml" Target="../ink/ink1652.xml"/><Relationship Id="rId217" Type="http://schemas.openxmlformats.org/officeDocument/2006/relationships/image" Target="../media/image1012.png"/><Relationship Id="rId564" Type="http://schemas.openxmlformats.org/officeDocument/2006/relationships/customXml" Target="../ink/ink1907.xml"/><Relationship Id="rId424" Type="http://schemas.openxmlformats.org/officeDocument/2006/relationships/customXml" Target="../ink/ink1837.xml"/><Relationship Id="rId631" Type="http://schemas.openxmlformats.org/officeDocument/2006/relationships/image" Target="../media/image1219.png"/><Relationship Id="rId270" Type="http://schemas.openxmlformats.org/officeDocument/2006/relationships/customXml" Target="../ink/ink1760.xml"/><Relationship Id="rId65" Type="http://schemas.openxmlformats.org/officeDocument/2006/relationships/image" Target="../media/image936.png"/><Relationship Id="rId130" Type="http://schemas.openxmlformats.org/officeDocument/2006/relationships/customXml" Target="../ink/ink1690.xml"/><Relationship Id="rId368" Type="http://schemas.openxmlformats.org/officeDocument/2006/relationships/customXml" Target="../ink/ink1809.xml"/><Relationship Id="rId575" Type="http://schemas.openxmlformats.org/officeDocument/2006/relationships/image" Target="../media/image1191.png"/><Relationship Id="rId228" Type="http://schemas.openxmlformats.org/officeDocument/2006/relationships/customXml" Target="../ink/ink1739.xml"/><Relationship Id="rId435" Type="http://schemas.openxmlformats.org/officeDocument/2006/relationships/image" Target="../media/image1121.png"/><Relationship Id="rId642" Type="http://schemas.openxmlformats.org/officeDocument/2006/relationships/customXml" Target="../ink/ink1946.xml"/><Relationship Id="rId281" Type="http://schemas.openxmlformats.org/officeDocument/2006/relationships/image" Target="../media/image1044.png"/><Relationship Id="rId502" Type="http://schemas.openxmlformats.org/officeDocument/2006/relationships/customXml" Target="../ink/ink1876.xml"/><Relationship Id="rId76" Type="http://schemas.openxmlformats.org/officeDocument/2006/relationships/customXml" Target="../ink/ink1663.xml"/><Relationship Id="rId141" Type="http://schemas.openxmlformats.org/officeDocument/2006/relationships/image" Target="../media/image974.png"/><Relationship Id="rId379" Type="http://schemas.openxmlformats.org/officeDocument/2006/relationships/image" Target="../media/image10930.png"/><Relationship Id="rId586" Type="http://schemas.openxmlformats.org/officeDocument/2006/relationships/customXml" Target="../ink/ink1918.xml"/><Relationship Id="rId7" Type="http://schemas.openxmlformats.org/officeDocument/2006/relationships/image" Target="../media/image907.png"/><Relationship Id="rId239" Type="http://schemas.openxmlformats.org/officeDocument/2006/relationships/image" Target="../media/image1023.png"/><Relationship Id="rId446" Type="http://schemas.openxmlformats.org/officeDocument/2006/relationships/customXml" Target="../ink/ink1848.xml"/><Relationship Id="rId653" Type="http://schemas.openxmlformats.org/officeDocument/2006/relationships/image" Target="../media/image1230.png"/><Relationship Id="rId292" Type="http://schemas.openxmlformats.org/officeDocument/2006/relationships/customXml" Target="../ink/ink1771.xml"/><Relationship Id="rId306" Type="http://schemas.openxmlformats.org/officeDocument/2006/relationships/customXml" Target="../ink/ink1778.xml"/><Relationship Id="rId87" Type="http://schemas.openxmlformats.org/officeDocument/2006/relationships/image" Target="../media/image947.png"/><Relationship Id="rId513" Type="http://schemas.openxmlformats.org/officeDocument/2006/relationships/image" Target="../media/image1160.png"/><Relationship Id="rId597" Type="http://schemas.openxmlformats.org/officeDocument/2006/relationships/image" Target="../media/image1202.png"/><Relationship Id="rId152" Type="http://schemas.openxmlformats.org/officeDocument/2006/relationships/customXml" Target="../ink/ink1701.xml"/><Relationship Id="rId457" Type="http://schemas.openxmlformats.org/officeDocument/2006/relationships/image" Target="../media/image1132.png"/><Relationship Id="rId664" Type="http://schemas.openxmlformats.org/officeDocument/2006/relationships/customXml" Target="../ink/ink1957.xml"/><Relationship Id="rId14" Type="http://schemas.openxmlformats.org/officeDocument/2006/relationships/customXml" Target="../ink/ink1632.xml"/><Relationship Id="rId317" Type="http://schemas.openxmlformats.org/officeDocument/2006/relationships/image" Target="../media/image1062.png"/><Relationship Id="rId524" Type="http://schemas.openxmlformats.org/officeDocument/2006/relationships/customXml" Target="../ink/ink1887.xml"/><Relationship Id="rId98" Type="http://schemas.openxmlformats.org/officeDocument/2006/relationships/customXml" Target="../ink/ink1674.xml"/><Relationship Id="rId163" Type="http://schemas.openxmlformats.org/officeDocument/2006/relationships/image" Target="../media/image985.png"/><Relationship Id="rId370" Type="http://schemas.openxmlformats.org/officeDocument/2006/relationships/customXml" Target="../ink/ink1810.xml"/><Relationship Id="rId230" Type="http://schemas.openxmlformats.org/officeDocument/2006/relationships/customXml" Target="../ink/ink1740.xml"/><Relationship Id="rId468" Type="http://schemas.openxmlformats.org/officeDocument/2006/relationships/customXml" Target="../ink/ink1859.xml"/><Relationship Id="rId675" Type="http://schemas.openxmlformats.org/officeDocument/2006/relationships/image" Target="../media/image1241.png"/><Relationship Id="rId25" Type="http://schemas.openxmlformats.org/officeDocument/2006/relationships/image" Target="../media/image916.png"/><Relationship Id="rId328" Type="http://schemas.openxmlformats.org/officeDocument/2006/relationships/customXml" Target="../ink/ink1789.xml"/><Relationship Id="rId535" Type="http://schemas.openxmlformats.org/officeDocument/2006/relationships/image" Target="../media/image1171.png"/><Relationship Id="rId174" Type="http://schemas.openxmlformats.org/officeDocument/2006/relationships/customXml" Target="../ink/ink1712.xml"/><Relationship Id="rId381" Type="http://schemas.openxmlformats.org/officeDocument/2006/relationships/image" Target="../media/image10940.png"/><Relationship Id="rId602" Type="http://schemas.openxmlformats.org/officeDocument/2006/relationships/customXml" Target="../ink/ink1926.xml"/><Relationship Id="rId241" Type="http://schemas.openxmlformats.org/officeDocument/2006/relationships/image" Target="../media/image1024.png"/><Relationship Id="rId479" Type="http://schemas.openxmlformats.org/officeDocument/2006/relationships/image" Target="../media/image1143.png"/><Relationship Id="rId686" Type="http://schemas.openxmlformats.org/officeDocument/2006/relationships/customXml" Target="../ink/ink1968.xml"/><Relationship Id="rId36" Type="http://schemas.openxmlformats.org/officeDocument/2006/relationships/customXml" Target="../ink/ink1643.xml"/><Relationship Id="rId339" Type="http://schemas.openxmlformats.org/officeDocument/2006/relationships/image" Target="../media/image10730.png"/><Relationship Id="rId546" Type="http://schemas.openxmlformats.org/officeDocument/2006/relationships/customXml" Target="../ink/ink1898.xml"/><Relationship Id="rId101" Type="http://schemas.openxmlformats.org/officeDocument/2006/relationships/image" Target="../media/image954.png"/><Relationship Id="rId185" Type="http://schemas.openxmlformats.org/officeDocument/2006/relationships/image" Target="../media/image996.png"/><Relationship Id="rId406" Type="http://schemas.openxmlformats.org/officeDocument/2006/relationships/customXml" Target="../ink/ink1828.xml"/><Relationship Id="rId392" Type="http://schemas.openxmlformats.org/officeDocument/2006/relationships/customXml" Target="../ink/ink1821.xml"/><Relationship Id="rId613" Type="http://schemas.openxmlformats.org/officeDocument/2006/relationships/image" Target="../media/image1210.png"/><Relationship Id="rId697" Type="http://schemas.openxmlformats.org/officeDocument/2006/relationships/image" Target="../media/image1252.png"/><Relationship Id="rId252" Type="http://schemas.openxmlformats.org/officeDocument/2006/relationships/customXml" Target="../ink/ink1751.xml"/><Relationship Id="rId47" Type="http://schemas.openxmlformats.org/officeDocument/2006/relationships/image" Target="../media/image927.png"/><Relationship Id="rId112" Type="http://schemas.openxmlformats.org/officeDocument/2006/relationships/customXml" Target="../ink/ink1681.xml"/><Relationship Id="rId557" Type="http://schemas.openxmlformats.org/officeDocument/2006/relationships/image" Target="../media/image1182.png"/><Relationship Id="rId196" Type="http://schemas.openxmlformats.org/officeDocument/2006/relationships/customXml" Target="../ink/ink1723.xml"/><Relationship Id="rId417" Type="http://schemas.openxmlformats.org/officeDocument/2006/relationships/image" Target="../media/image11120.png"/><Relationship Id="rId624" Type="http://schemas.openxmlformats.org/officeDocument/2006/relationships/customXml" Target="../ink/ink1937.xml"/><Relationship Id="rId263" Type="http://schemas.openxmlformats.org/officeDocument/2006/relationships/image" Target="../media/image1035.png"/><Relationship Id="rId470" Type="http://schemas.openxmlformats.org/officeDocument/2006/relationships/customXml" Target="../ink/ink1860.xml"/><Relationship Id="rId58" Type="http://schemas.openxmlformats.org/officeDocument/2006/relationships/customXml" Target="../ink/ink1654.xml"/><Relationship Id="rId123" Type="http://schemas.openxmlformats.org/officeDocument/2006/relationships/image" Target="../media/image965.png"/><Relationship Id="rId330" Type="http://schemas.openxmlformats.org/officeDocument/2006/relationships/customXml" Target="../ink/ink1790.xml"/><Relationship Id="rId568" Type="http://schemas.openxmlformats.org/officeDocument/2006/relationships/customXml" Target="../ink/ink1909.xml"/><Relationship Id="rId428" Type="http://schemas.openxmlformats.org/officeDocument/2006/relationships/customXml" Target="../ink/ink1839.xml"/><Relationship Id="rId635" Type="http://schemas.openxmlformats.org/officeDocument/2006/relationships/image" Target="../media/image1221.png"/><Relationship Id="rId274" Type="http://schemas.openxmlformats.org/officeDocument/2006/relationships/customXml" Target="../ink/ink1762.xml"/><Relationship Id="rId481" Type="http://schemas.openxmlformats.org/officeDocument/2006/relationships/image" Target="../media/image1144.png"/><Relationship Id="rId702" Type="http://schemas.openxmlformats.org/officeDocument/2006/relationships/customXml" Target="../ink/ink1976.xml"/><Relationship Id="rId69" Type="http://schemas.openxmlformats.org/officeDocument/2006/relationships/image" Target="../media/image938.png"/><Relationship Id="rId134" Type="http://schemas.openxmlformats.org/officeDocument/2006/relationships/customXml" Target="../ink/ink1692.xml"/><Relationship Id="rId579" Type="http://schemas.openxmlformats.org/officeDocument/2006/relationships/image" Target="../media/image1193.png"/><Relationship Id="rId341" Type="http://schemas.openxmlformats.org/officeDocument/2006/relationships/image" Target="../media/image10740.png"/><Relationship Id="rId439" Type="http://schemas.openxmlformats.org/officeDocument/2006/relationships/image" Target="../media/image1123.png"/><Relationship Id="rId646" Type="http://schemas.openxmlformats.org/officeDocument/2006/relationships/customXml" Target="../ink/ink1948.xml"/><Relationship Id="rId201" Type="http://schemas.openxmlformats.org/officeDocument/2006/relationships/image" Target="../media/image1004.png"/><Relationship Id="rId285" Type="http://schemas.openxmlformats.org/officeDocument/2006/relationships/image" Target="../media/image1046.png"/><Relationship Id="rId506" Type="http://schemas.openxmlformats.org/officeDocument/2006/relationships/customXml" Target="../ink/ink1878.xml"/><Relationship Id="rId492" Type="http://schemas.openxmlformats.org/officeDocument/2006/relationships/customXml" Target="../ink/ink1871.xml"/><Relationship Id="rId145" Type="http://schemas.openxmlformats.org/officeDocument/2006/relationships/image" Target="../media/image976.png"/><Relationship Id="rId352" Type="http://schemas.openxmlformats.org/officeDocument/2006/relationships/customXml" Target="../ink/ink1801.xml"/><Relationship Id="rId212" Type="http://schemas.openxmlformats.org/officeDocument/2006/relationships/customXml" Target="../ink/ink1731.xml"/><Relationship Id="rId657" Type="http://schemas.openxmlformats.org/officeDocument/2006/relationships/image" Target="../media/image1232.png"/><Relationship Id="rId296" Type="http://schemas.openxmlformats.org/officeDocument/2006/relationships/customXml" Target="../ink/ink1773.xml"/><Relationship Id="rId517" Type="http://schemas.openxmlformats.org/officeDocument/2006/relationships/image" Target="../media/image1162.png"/><Relationship Id="rId60" Type="http://schemas.openxmlformats.org/officeDocument/2006/relationships/customXml" Target="../ink/ink1655.xml"/><Relationship Id="rId156" Type="http://schemas.openxmlformats.org/officeDocument/2006/relationships/customXml" Target="../ink/ink1703.xml"/><Relationship Id="rId363" Type="http://schemas.openxmlformats.org/officeDocument/2006/relationships/image" Target="../media/image10850.png"/><Relationship Id="rId570" Type="http://schemas.openxmlformats.org/officeDocument/2006/relationships/customXml" Target="../ink/ink1910.xml"/><Relationship Id="rId223" Type="http://schemas.openxmlformats.org/officeDocument/2006/relationships/image" Target="../media/image1015.png"/><Relationship Id="rId430" Type="http://schemas.openxmlformats.org/officeDocument/2006/relationships/customXml" Target="../ink/ink1840.xml"/><Relationship Id="rId668" Type="http://schemas.openxmlformats.org/officeDocument/2006/relationships/customXml" Target="../ink/ink1959.xml"/><Relationship Id="rId18" Type="http://schemas.openxmlformats.org/officeDocument/2006/relationships/customXml" Target="../ink/ink1634.xml"/><Relationship Id="rId528" Type="http://schemas.openxmlformats.org/officeDocument/2006/relationships/customXml" Target="../ink/ink1889.xml"/><Relationship Id="rId125" Type="http://schemas.openxmlformats.org/officeDocument/2006/relationships/image" Target="../media/image966.png"/><Relationship Id="rId167" Type="http://schemas.openxmlformats.org/officeDocument/2006/relationships/image" Target="../media/image987.png"/><Relationship Id="rId332" Type="http://schemas.openxmlformats.org/officeDocument/2006/relationships/customXml" Target="../ink/ink1791.xml"/><Relationship Id="rId374" Type="http://schemas.openxmlformats.org/officeDocument/2006/relationships/customXml" Target="../ink/ink1812.xml"/><Relationship Id="rId581" Type="http://schemas.openxmlformats.org/officeDocument/2006/relationships/image" Target="../media/image1194.png"/><Relationship Id="rId71" Type="http://schemas.openxmlformats.org/officeDocument/2006/relationships/image" Target="../media/image939.png"/><Relationship Id="rId234" Type="http://schemas.openxmlformats.org/officeDocument/2006/relationships/customXml" Target="../ink/ink1742.xml"/><Relationship Id="rId637" Type="http://schemas.openxmlformats.org/officeDocument/2006/relationships/image" Target="../media/image1222.png"/><Relationship Id="rId679" Type="http://schemas.openxmlformats.org/officeDocument/2006/relationships/image" Target="../media/image1243.png"/><Relationship Id="rId2" Type="http://schemas.openxmlformats.org/officeDocument/2006/relationships/customXml" Target="../ink/ink1626.xml"/><Relationship Id="rId29" Type="http://schemas.openxmlformats.org/officeDocument/2006/relationships/image" Target="../media/image918.png"/><Relationship Id="rId276" Type="http://schemas.openxmlformats.org/officeDocument/2006/relationships/customXml" Target="../ink/ink1763.xml"/><Relationship Id="rId441" Type="http://schemas.openxmlformats.org/officeDocument/2006/relationships/image" Target="../media/image1124.png"/><Relationship Id="rId483" Type="http://schemas.openxmlformats.org/officeDocument/2006/relationships/image" Target="../media/image1145.png"/><Relationship Id="rId539" Type="http://schemas.openxmlformats.org/officeDocument/2006/relationships/image" Target="../media/image1173.png"/><Relationship Id="rId690" Type="http://schemas.openxmlformats.org/officeDocument/2006/relationships/customXml" Target="../ink/ink1970.xml"/><Relationship Id="rId704" Type="http://schemas.openxmlformats.org/officeDocument/2006/relationships/customXml" Target="../ink/ink1977.xml"/><Relationship Id="rId40" Type="http://schemas.openxmlformats.org/officeDocument/2006/relationships/customXml" Target="../ink/ink1645.xml"/><Relationship Id="rId136" Type="http://schemas.openxmlformats.org/officeDocument/2006/relationships/customXml" Target="../ink/ink1693.xml"/><Relationship Id="rId178" Type="http://schemas.openxmlformats.org/officeDocument/2006/relationships/customXml" Target="../ink/ink1714.xml"/><Relationship Id="rId301" Type="http://schemas.openxmlformats.org/officeDocument/2006/relationships/image" Target="../media/image1054.png"/><Relationship Id="rId343" Type="http://schemas.openxmlformats.org/officeDocument/2006/relationships/image" Target="../media/image10750.png"/><Relationship Id="rId550" Type="http://schemas.openxmlformats.org/officeDocument/2006/relationships/customXml" Target="../ink/ink1900.xml"/><Relationship Id="rId82" Type="http://schemas.openxmlformats.org/officeDocument/2006/relationships/customXml" Target="../ink/ink1666.xml"/><Relationship Id="rId203" Type="http://schemas.openxmlformats.org/officeDocument/2006/relationships/image" Target="../media/image1005.png"/><Relationship Id="rId385" Type="http://schemas.openxmlformats.org/officeDocument/2006/relationships/image" Target="../media/image10960.png"/><Relationship Id="rId592" Type="http://schemas.openxmlformats.org/officeDocument/2006/relationships/customXml" Target="../ink/ink1921.xml"/><Relationship Id="rId606" Type="http://schemas.openxmlformats.org/officeDocument/2006/relationships/customXml" Target="../ink/ink1928.xml"/><Relationship Id="rId648" Type="http://schemas.openxmlformats.org/officeDocument/2006/relationships/customXml" Target="../ink/ink1949.xml"/><Relationship Id="rId245" Type="http://schemas.openxmlformats.org/officeDocument/2006/relationships/image" Target="../media/image1026.png"/><Relationship Id="rId287" Type="http://schemas.openxmlformats.org/officeDocument/2006/relationships/image" Target="../media/image1047.png"/><Relationship Id="rId410" Type="http://schemas.openxmlformats.org/officeDocument/2006/relationships/customXml" Target="../ink/ink1830.xml"/><Relationship Id="rId452" Type="http://schemas.openxmlformats.org/officeDocument/2006/relationships/customXml" Target="../ink/ink1851.xml"/><Relationship Id="rId494" Type="http://schemas.openxmlformats.org/officeDocument/2006/relationships/customXml" Target="../ink/ink1872.xml"/><Relationship Id="rId508" Type="http://schemas.openxmlformats.org/officeDocument/2006/relationships/customXml" Target="../ink/ink1879.xml"/><Relationship Id="rId105" Type="http://schemas.openxmlformats.org/officeDocument/2006/relationships/image" Target="../media/image956.png"/><Relationship Id="rId147" Type="http://schemas.openxmlformats.org/officeDocument/2006/relationships/image" Target="../media/image977.png"/><Relationship Id="rId312" Type="http://schemas.openxmlformats.org/officeDocument/2006/relationships/customXml" Target="../ink/ink1781.xml"/><Relationship Id="rId354" Type="http://schemas.openxmlformats.org/officeDocument/2006/relationships/customXml" Target="../ink/ink1802.xml"/><Relationship Id="rId51" Type="http://schemas.openxmlformats.org/officeDocument/2006/relationships/image" Target="../media/image929.png"/><Relationship Id="rId93" Type="http://schemas.openxmlformats.org/officeDocument/2006/relationships/image" Target="../media/image950.png"/><Relationship Id="rId189" Type="http://schemas.openxmlformats.org/officeDocument/2006/relationships/image" Target="../media/image998.png"/><Relationship Id="rId396" Type="http://schemas.openxmlformats.org/officeDocument/2006/relationships/customXml" Target="../ink/ink1823.xml"/><Relationship Id="rId561" Type="http://schemas.openxmlformats.org/officeDocument/2006/relationships/image" Target="../media/image1184.png"/><Relationship Id="rId617" Type="http://schemas.openxmlformats.org/officeDocument/2006/relationships/image" Target="../media/image1212.png"/><Relationship Id="rId659" Type="http://schemas.openxmlformats.org/officeDocument/2006/relationships/image" Target="../media/image1233.png"/><Relationship Id="rId214" Type="http://schemas.openxmlformats.org/officeDocument/2006/relationships/customXml" Target="../ink/ink1732.xml"/><Relationship Id="rId256" Type="http://schemas.openxmlformats.org/officeDocument/2006/relationships/customXml" Target="../ink/ink1753.xml"/><Relationship Id="rId298" Type="http://schemas.openxmlformats.org/officeDocument/2006/relationships/customXml" Target="../ink/ink1774.xml"/><Relationship Id="rId421" Type="http://schemas.openxmlformats.org/officeDocument/2006/relationships/image" Target="../media/image1114.png"/><Relationship Id="rId463" Type="http://schemas.openxmlformats.org/officeDocument/2006/relationships/image" Target="../media/image1135.png"/><Relationship Id="rId519" Type="http://schemas.openxmlformats.org/officeDocument/2006/relationships/image" Target="../media/image1163.png"/><Relationship Id="rId670" Type="http://schemas.openxmlformats.org/officeDocument/2006/relationships/customXml" Target="../ink/ink1960.xml"/><Relationship Id="rId116" Type="http://schemas.openxmlformats.org/officeDocument/2006/relationships/customXml" Target="../ink/ink1683.xml"/><Relationship Id="rId158" Type="http://schemas.openxmlformats.org/officeDocument/2006/relationships/customXml" Target="../ink/ink1704.xml"/><Relationship Id="rId323" Type="http://schemas.openxmlformats.org/officeDocument/2006/relationships/image" Target="../media/image10650.png"/><Relationship Id="rId530" Type="http://schemas.openxmlformats.org/officeDocument/2006/relationships/customXml" Target="../ink/ink1890.xml"/><Relationship Id="rId20" Type="http://schemas.openxmlformats.org/officeDocument/2006/relationships/customXml" Target="../ink/ink1635.xml"/><Relationship Id="rId62" Type="http://schemas.openxmlformats.org/officeDocument/2006/relationships/customXml" Target="../ink/ink1656.xml"/><Relationship Id="rId365" Type="http://schemas.openxmlformats.org/officeDocument/2006/relationships/image" Target="../media/image10860.png"/><Relationship Id="rId572" Type="http://schemas.openxmlformats.org/officeDocument/2006/relationships/customXml" Target="../ink/ink1911.xml"/><Relationship Id="rId628" Type="http://schemas.openxmlformats.org/officeDocument/2006/relationships/customXml" Target="../ink/ink1939.xml"/><Relationship Id="rId225" Type="http://schemas.openxmlformats.org/officeDocument/2006/relationships/image" Target="../media/image1016.png"/><Relationship Id="rId267" Type="http://schemas.openxmlformats.org/officeDocument/2006/relationships/image" Target="../media/image1037.png"/><Relationship Id="rId432" Type="http://schemas.openxmlformats.org/officeDocument/2006/relationships/customXml" Target="../ink/ink1841.xml"/><Relationship Id="rId474" Type="http://schemas.openxmlformats.org/officeDocument/2006/relationships/customXml" Target="../ink/ink1862.xml"/><Relationship Id="rId127" Type="http://schemas.openxmlformats.org/officeDocument/2006/relationships/image" Target="../media/image967.png"/><Relationship Id="rId681" Type="http://schemas.openxmlformats.org/officeDocument/2006/relationships/image" Target="../media/image1244.png"/><Relationship Id="rId31" Type="http://schemas.openxmlformats.org/officeDocument/2006/relationships/image" Target="../media/image919.png"/><Relationship Id="rId73" Type="http://schemas.openxmlformats.org/officeDocument/2006/relationships/image" Target="../media/image940.png"/><Relationship Id="rId169" Type="http://schemas.openxmlformats.org/officeDocument/2006/relationships/image" Target="../media/image988.png"/><Relationship Id="rId334" Type="http://schemas.openxmlformats.org/officeDocument/2006/relationships/customXml" Target="../ink/ink1792.xml"/><Relationship Id="rId376" Type="http://schemas.openxmlformats.org/officeDocument/2006/relationships/customXml" Target="../ink/ink1813.xml"/><Relationship Id="rId541" Type="http://schemas.openxmlformats.org/officeDocument/2006/relationships/image" Target="../media/image1174.png"/><Relationship Id="rId583" Type="http://schemas.openxmlformats.org/officeDocument/2006/relationships/image" Target="../media/image1195.png"/><Relationship Id="rId639" Type="http://schemas.openxmlformats.org/officeDocument/2006/relationships/image" Target="../media/image1223.png"/><Relationship Id="rId4" Type="http://schemas.openxmlformats.org/officeDocument/2006/relationships/customXml" Target="../ink/ink1627.xml"/><Relationship Id="rId180" Type="http://schemas.openxmlformats.org/officeDocument/2006/relationships/customXml" Target="../ink/ink1715.xml"/><Relationship Id="rId236" Type="http://schemas.openxmlformats.org/officeDocument/2006/relationships/customXml" Target="../ink/ink1743.xml"/><Relationship Id="rId278" Type="http://schemas.openxmlformats.org/officeDocument/2006/relationships/customXml" Target="../ink/ink1764.xml"/><Relationship Id="rId401" Type="http://schemas.openxmlformats.org/officeDocument/2006/relationships/image" Target="../media/image11040.png"/><Relationship Id="rId443" Type="http://schemas.openxmlformats.org/officeDocument/2006/relationships/image" Target="../media/image1125.png"/><Relationship Id="rId650" Type="http://schemas.openxmlformats.org/officeDocument/2006/relationships/customXml" Target="../ink/ink1950.xml"/><Relationship Id="rId303" Type="http://schemas.openxmlformats.org/officeDocument/2006/relationships/image" Target="../media/image1055.png"/><Relationship Id="rId485" Type="http://schemas.openxmlformats.org/officeDocument/2006/relationships/image" Target="../media/image1146.png"/><Relationship Id="rId692" Type="http://schemas.openxmlformats.org/officeDocument/2006/relationships/customXml" Target="../ink/ink1971.xml"/><Relationship Id="rId706" Type="http://schemas.openxmlformats.org/officeDocument/2006/relationships/customXml" Target="../ink/ink1978.xml"/><Relationship Id="rId42" Type="http://schemas.openxmlformats.org/officeDocument/2006/relationships/customXml" Target="../ink/ink1646.xml"/><Relationship Id="rId84" Type="http://schemas.openxmlformats.org/officeDocument/2006/relationships/customXml" Target="../ink/ink1667.xml"/><Relationship Id="rId138" Type="http://schemas.openxmlformats.org/officeDocument/2006/relationships/customXml" Target="../ink/ink1694.xml"/><Relationship Id="rId345" Type="http://schemas.openxmlformats.org/officeDocument/2006/relationships/image" Target="../media/image10760.png"/><Relationship Id="rId387" Type="http://schemas.openxmlformats.org/officeDocument/2006/relationships/image" Target="../media/image10970.png"/><Relationship Id="rId510" Type="http://schemas.openxmlformats.org/officeDocument/2006/relationships/customXml" Target="../ink/ink1880.xml"/><Relationship Id="rId552" Type="http://schemas.openxmlformats.org/officeDocument/2006/relationships/customXml" Target="../ink/ink1901.xml"/><Relationship Id="rId594" Type="http://schemas.openxmlformats.org/officeDocument/2006/relationships/customXml" Target="../ink/ink1922.xml"/><Relationship Id="rId608" Type="http://schemas.openxmlformats.org/officeDocument/2006/relationships/customXml" Target="../ink/ink1929.xml"/><Relationship Id="rId191" Type="http://schemas.openxmlformats.org/officeDocument/2006/relationships/image" Target="../media/image999.png"/><Relationship Id="rId205" Type="http://schemas.openxmlformats.org/officeDocument/2006/relationships/image" Target="../media/image1006.png"/><Relationship Id="rId247" Type="http://schemas.openxmlformats.org/officeDocument/2006/relationships/image" Target="../media/image1027.png"/><Relationship Id="rId412" Type="http://schemas.openxmlformats.org/officeDocument/2006/relationships/customXml" Target="../ink/ink1831.xml"/><Relationship Id="rId107" Type="http://schemas.openxmlformats.org/officeDocument/2006/relationships/image" Target="../media/image957.png"/><Relationship Id="rId289" Type="http://schemas.openxmlformats.org/officeDocument/2006/relationships/image" Target="../media/image1048.png"/><Relationship Id="rId454" Type="http://schemas.openxmlformats.org/officeDocument/2006/relationships/customXml" Target="../ink/ink1852.xml"/><Relationship Id="rId496" Type="http://schemas.openxmlformats.org/officeDocument/2006/relationships/customXml" Target="../ink/ink1873.xml"/><Relationship Id="rId661" Type="http://schemas.openxmlformats.org/officeDocument/2006/relationships/image" Target="../media/image1234.png"/><Relationship Id="rId11" Type="http://schemas.openxmlformats.org/officeDocument/2006/relationships/image" Target="../media/image909.png"/><Relationship Id="rId53" Type="http://schemas.openxmlformats.org/officeDocument/2006/relationships/image" Target="../media/image930.png"/><Relationship Id="rId149" Type="http://schemas.openxmlformats.org/officeDocument/2006/relationships/image" Target="../media/image978.png"/><Relationship Id="rId314" Type="http://schemas.openxmlformats.org/officeDocument/2006/relationships/customXml" Target="../ink/ink1782.xml"/><Relationship Id="rId356" Type="http://schemas.openxmlformats.org/officeDocument/2006/relationships/customXml" Target="../ink/ink1803.xml"/><Relationship Id="rId398" Type="http://schemas.openxmlformats.org/officeDocument/2006/relationships/customXml" Target="../ink/ink1824.xml"/><Relationship Id="rId521" Type="http://schemas.openxmlformats.org/officeDocument/2006/relationships/image" Target="../media/image1164.png"/><Relationship Id="rId563" Type="http://schemas.openxmlformats.org/officeDocument/2006/relationships/image" Target="../media/image1185.png"/><Relationship Id="rId619" Type="http://schemas.openxmlformats.org/officeDocument/2006/relationships/image" Target="../media/image1213.png"/><Relationship Id="rId95" Type="http://schemas.openxmlformats.org/officeDocument/2006/relationships/image" Target="../media/image951.png"/><Relationship Id="rId160" Type="http://schemas.openxmlformats.org/officeDocument/2006/relationships/customXml" Target="../ink/ink1705.xml"/><Relationship Id="rId216" Type="http://schemas.openxmlformats.org/officeDocument/2006/relationships/customXml" Target="../ink/ink1733.xml"/><Relationship Id="rId423" Type="http://schemas.openxmlformats.org/officeDocument/2006/relationships/image" Target="../media/image1115.png"/><Relationship Id="rId258" Type="http://schemas.openxmlformats.org/officeDocument/2006/relationships/customXml" Target="../ink/ink1754.xml"/><Relationship Id="rId465" Type="http://schemas.openxmlformats.org/officeDocument/2006/relationships/image" Target="../media/image1136.png"/><Relationship Id="rId630" Type="http://schemas.openxmlformats.org/officeDocument/2006/relationships/customXml" Target="../ink/ink1940.xml"/><Relationship Id="rId672" Type="http://schemas.openxmlformats.org/officeDocument/2006/relationships/customXml" Target="../ink/ink1961.xml"/><Relationship Id="rId22" Type="http://schemas.openxmlformats.org/officeDocument/2006/relationships/customXml" Target="../ink/ink1636.xml"/><Relationship Id="rId64" Type="http://schemas.openxmlformats.org/officeDocument/2006/relationships/customXml" Target="../ink/ink1657.xml"/><Relationship Id="rId118" Type="http://schemas.openxmlformats.org/officeDocument/2006/relationships/customXml" Target="../ink/ink1684.xml"/><Relationship Id="rId325" Type="http://schemas.openxmlformats.org/officeDocument/2006/relationships/image" Target="../media/image10660.png"/><Relationship Id="rId367" Type="http://schemas.openxmlformats.org/officeDocument/2006/relationships/image" Target="../media/image10870.png"/><Relationship Id="rId532" Type="http://schemas.openxmlformats.org/officeDocument/2006/relationships/customXml" Target="../ink/ink1891.xml"/><Relationship Id="rId574" Type="http://schemas.openxmlformats.org/officeDocument/2006/relationships/customXml" Target="../ink/ink1912.xml"/><Relationship Id="rId171" Type="http://schemas.openxmlformats.org/officeDocument/2006/relationships/image" Target="../media/image989.png"/><Relationship Id="rId227" Type="http://schemas.openxmlformats.org/officeDocument/2006/relationships/image" Target="../media/image1017.png"/><Relationship Id="rId269" Type="http://schemas.openxmlformats.org/officeDocument/2006/relationships/image" Target="../media/image1038.png"/><Relationship Id="rId434" Type="http://schemas.openxmlformats.org/officeDocument/2006/relationships/customXml" Target="../ink/ink1842.xml"/><Relationship Id="rId476" Type="http://schemas.openxmlformats.org/officeDocument/2006/relationships/customXml" Target="../ink/ink1863.xml"/><Relationship Id="rId641" Type="http://schemas.openxmlformats.org/officeDocument/2006/relationships/image" Target="../media/image1224.png"/><Relationship Id="rId683" Type="http://schemas.openxmlformats.org/officeDocument/2006/relationships/image" Target="../media/image1245.png"/><Relationship Id="rId33" Type="http://schemas.openxmlformats.org/officeDocument/2006/relationships/image" Target="../media/image920.png"/><Relationship Id="rId129" Type="http://schemas.openxmlformats.org/officeDocument/2006/relationships/image" Target="../media/image968.png"/><Relationship Id="rId280" Type="http://schemas.openxmlformats.org/officeDocument/2006/relationships/customXml" Target="../ink/ink1765.xml"/><Relationship Id="rId336" Type="http://schemas.openxmlformats.org/officeDocument/2006/relationships/customXml" Target="../ink/ink1793.xml"/><Relationship Id="rId501" Type="http://schemas.openxmlformats.org/officeDocument/2006/relationships/image" Target="../media/image1154.png"/><Relationship Id="rId543" Type="http://schemas.openxmlformats.org/officeDocument/2006/relationships/image" Target="../media/image1175.png"/><Relationship Id="rId75" Type="http://schemas.openxmlformats.org/officeDocument/2006/relationships/image" Target="../media/image941.png"/><Relationship Id="rId140" Type="http://schemas.openxmlformats.org/officeDocument/2006/relationships/customXml" Target="../ink/ink1695.xml"/><Relationship Id="rId182" Type="http://schemas.openxmlformats.org/officeDocument/2006/relationships/customXml" Target="../ink/ink1716.xml"/><Relationship Id="rId378" Type="http://schemas.openxmlformats.org/officeDocument/2006/relationships/customXml" Target="../ink/ink1814.xml"/><Relationship Id="rId403" Type="http://schemas.openxmlformats.org/officeDocument/2006/relationships/image" Target="../media/image11050.png"/><Relationship Id="rId585" Type="http://schemas.openxmlformats.org/officeDocument/2006/relationships/image" Target="../media/image1196.png"/><Relationship Id="rId6" Type="http://schemas.openxmlformats.org/officeDocument/2006/relationships/customXml" Target="../ink/ink1628.xml"/><Relationship Id="rId238" Type="http://schemas.openxmlformats.org/officeDocument/2006/relationships/customXml" Target="../ink/ink1744.xml"/><Relationship Id="rId445" Type="http://schemas.openxmlformats.org/officeDocument/2006/relationships/image" Target="../media/image1126.png"/><Relationship Id="rId487" Type="http://schemas.openxmlformats.org/officeDocument/2006/relationships/image" Target="../media/image1147.png"/><Relationship Id="rId610" Type="http://schemas.openxmlformats.org/officeDocument/2006/relationships/customXml" Target="../ink/ink1930.xml"/><Relationship Id="rId652" Type="http://schemas.openxmlformats.org/officeDocument/2006/relationships/customXml" Target="../ink/ink1951.xml"/><Relationship Id="rId694" Type="http://schemas.openxmlformats.org/officeDocument/2006/relationships/customXml" Target="../ink/ink1972.xml"/><Relationship Id="rId291" Type="http://schemas.openxmlformats.org/officeDocument/2006/relationships/image" Target="../media/image1049.png"/><Relationship Id="rId305" Type="http://schemas.openxmlformats.org/officeDocument/2006/relationships/image" Target="../media/image1056.png"/><Relationship Id="rId347" Type="http://schemas.openxmlformats.org/officeDocument/2006/relationships/image" Target="../media/image10770.png"/><Relationship Id="rId512" Type="http://schemas.openxmlformats.org/officeDocument/2006/relationships/customXml" Target="../ink/ink1881.xml"/><Relationship Id="rId44" Type="http://schemas.openxmlformats.org/officeDocument/2006/relationships/customXml" Target="../ink/ink1647.xml"/><Relationship Id="rId86" Type="http://schemas.openxmlformats.org/officeDocument/2006/relationships/customXml" Target="../ink/ink1668.xml"/><Relationship Id="rId151" Type="http://schemas.openxmlformats.org/officeDocument/2006/relationships/image" Target="../media/image979.png"/><Relationship Id="rId389" Type="http://schemas.openxmlformats.org/officeDocument/2006/relationships/image" Target="../media/image10980.png"/><Relationship Id="rId554" Type="http://schemas.openxmlformats.org/officeDocument/2006/relationships/customXml" Target="../ink/ink1902.xml"/><Relationship Id="rId596" Type="http://schemas.openxmlformats.org/officeDocument/2006/relationships/customXml" Target="../ink/ink1923.xml"/><Relationship Id="rId193" Type="http://schemas.openxmlformats.org/officeDocument/2006/relationships/image" Target="../media/image1000.png"/><Relationship Id="rId207" Type="http://schemas.openxmlformats.org/officeDocument/2006/relationships/image" Target="../media/image1007.png"/><Relationship Id="rId249" Type="http://schemas.openxmlformats.org/officeDocument/2006/relationships/image" Target="../media/image1028.png"/><Relationship Id="rId414" Type="http://schemas.openxmlformats.org/officeDocument/2006/relationships/customXml" Target="../ink/ink1832.xml"/><Relationship Id="rId456" Type="http://schemas.openxmlformats.org/officeDocument/2006/relationships/customXml" Target="../ink/ink1853.xml"/><Relationship Id="rId498" Type="http://schemas.openxmlformats.org/officeDocument/2006/relationships/customXml" Target="../ink/ink1874.xml"/><Relationship Id="rId621" Type="http://schemas.openxmlformats.org/officeDocument/2006/relationships/image" Target="../media/image1214.png"/><Relationship Id="rId663" Type="http://schemas.openxmlformats.org/officeDocument/2006/relationships/image" Target="../media/image1235.png"/><Relationship Id="rId13" Type="http://schemas.openxmlformats.org/officeDocument/2006/relationships/image" Target="../media/image910.png"/><Relationship Id="rId109" Type="http://schemas.openxmlformats.org/officeDocument/2006/relationships/image" Target="../media/image958.png"/><Relationship Id="rId260" Type="http://schemas.openxmlformats.org/officeDocument/2006/relationships/customXml" Target="../ink/ink1755.xml"/><Relationship Id="rId316" Type="http://schemas.openxmlformats.org/officeDocument/2006/relationships/customXml" Target="../ink/ink1783.xml"/><Relationship Id="rId523" Type="http://schemas.openxmlformats.org/officeDocument/2006/relationships/image" Target="../media/image1165.png"/><Relationship Id="rId55" Type="http://schemas.openxmlformats.org/officeDocument/2006/relationships/image" Target="../media/image931.png"/><Relationship Id="rId97" Type="http://schemas.openxmlformats.org/officeDocument/2006/relationships/image" Target="../media/image952.png"/><Relationship Id="rId120" Type="http://schemas.openxmlformats.org/officeDocument/2006/relationships/customXml" Target="../ink/ink1685.xml"/><Relationship Id="rId358" Type="http://schemas.openxmlformats.org/officeDocument/2006/relationships/customXml" Target="../ink/ink1804.xml"/><Relationship Id="rId565" Type="http://schemas.openxmlformats.org/officeDocument/2006/relationships/image" Target="../media/image1186.png"/><Relationship Id="rId162" Type="http://schemas.openxmlformats.org/officeDocument/2006/relationships/customXml" Target="../ink/ink1706.xml"/><Relationship Id="rId218" Type="http://schemas.openxmlformats.org/officeDocument/2006/relationships/customXml" Target="../ink/ink1734.xml"/><Relationship Id="rId425" Type="http://schemas.openxmlformats.org/officeDocument/2006/relationships/image" Target="../media/image1116.png"/><Relationship Id="rId467" Type="http://schemas.openxmlformats.org/officeDocument/2006/relationships/image" Target="../media/image1137.png"/><Relationship Id="rId632" Type="http://schemas.openxmlformats.org/officeDocument/2006/relationships/customXml" Target="../ink/ink1941.xml"/><Relationship Id="rId271" Type="http://schemas.openxmlformats.org/officeDocument/2006/relationships/image" Target="../media/image1039.png"/><Relationship Id="rId674" Type="http://schemas.openxmlformats.org/officeDocument/2006/relationships/customXml" Target="../ink/ink1962.xml"/><Relationship Id="rId24" Type="http://schemas.openxmlformats.org/officeDocument/2006/relationships/customXml" Target="../ink/ink1637.xml"/><Relationship Id="rId66" Type="http://schemas.openxmlformats.org/officeDocument/2006/relationships/customXml" Target="../ink/ink1658.xml"/><Relationship Id="rId131" Type="http://schemas.openxmlformats.org/officeDocument/2006/relationships/image" Target="../media/image969.png"/><Relationship Id="rId327" Type="http://schemas.openxmlformats.org/officeDocument/2006/relationships/image" Target="../media/image10670.png"/><Relationship Id="rId369" Type="http://schemas.openxmlformats.org/officeDocument/2006/relationships/image" Target="../media/image10880.png"/><Relationship Id="rId534" Type="http://schemas.openxmlformats.org/officeDocument/2006/relationships/customXml" Target="../ink/ink1892.xml"/><Relationship Id="rId576" Type="http://schemas.openxmlformats.org/officeDocument/2006/relationships/customXml" Target="../ink/ink1913.xml"/><Relationship Id="rId173" Type="http://schemas.openxmlformats.org/officeDocument/2006/relationships/image" Target="../media/image990.png"/><Relationship Id="rId229" Type="http://schemas.openxmlformats.org/officeDocument/2006/relationships/image" Target="../media/image1018.png"/><Relationship Id="rId380" Type="http://schemas.openxmlformats.org/officeDocument/2006/relationships/customXml" Target="../ink/ink1815.xml"/><Relationship Id="rId436" Type="http://schemas.openxmlformats.org/officeDocument/2006/relationships/customXml" Target="../ink/ink1843.xml"/><Relationship Id="rId601" Type="http://schemas.openxmlformats.org/officeDocument/2006/relationships/image" Target="../media/image1204.png"/><Relationship Id="rId643" Type="http://schemas.openxmlformats.org/officeDocument/2006/relationships/image" Target="../media/image1225.png"/><Relationship Id="rId240" Type="http://schemas.openxmlformats.org/officeDocument/2006/relationships/customXml" Target="../ink/ink1745.xml"/><Relationship Id="rId478" Type="http://schemas.openxmlformats.org/officeDocument/2006/relationships/customXml" Target="../ink/ink1864.xml"/><Relationship Id="rId685" Type="http://schemas.openxmlformats.org/officeDocument/2006/relationships/image" Target="../media/image1246.png"/><Relationship Id="rId35" Type="http://schemas.openxmlformats.org/officeDocument/2006/relationships/image" Target="../media/image921.png"/><Relationship Id="rId77" Type="http://schemas.openxmlformats.org/officeDocument/2006/relationships/image" Target="../media/image942.png"/><Relationship Id="rId100" Type="http://schemas.openxmlformats.org/officeDocument/2006/relationships/customXml" Target="../ink/ink1675.xml"/><Relationship Id="rId282" Type="http://schemas.openxmlformats.org/officeDocument/2006/relationships/customXml" Target="../ink/ink1766.xml"/><Relationship Id="rId338" Type="http://schemas.openxmlformats.org/officeDocument/2006/relationships/customXml" Target="../ink/ink1794.xml"/><Relationship Id="rId503" Type="http://schemas.openxmlformats.org/officeDocument/2006/relationships/image" Target="../media/image1155.png"/><Relationship Id="rId545" Type="http://schemas.openxmlformats.org/officeDocument/2006/relationships/image" Target="../media/image1176.png"/><Relationship Id="rId587" Type="http://schemas.openxmlformats.org/officeDocument/2006/relationships/image" Target="../media/image1197.png"/><Relationship Id="rId8" Type="http://schemas.openxmlformats.org/officeDocument/2006/relationships/customXml" Target="../ink/ink1629.xml"/><Relationship Id="rId142" Type="http://schemas.openxmlformats.org/officeDocument/2006/relationships/customXml" Target="../ink/ink1696.xml"/><Relationship Id="rId184" Type="http://schemas.openxmlformats.org/officeDocument/2006/relationships/customXml" Target="../ink/ink1717.xml"/><Relationship Id="rId391" Type="http://schemas.openxmlformats.org/officeDocument/2006/relationships/image" Target="../media/image10990.png"/><Relationship Id="rId405" Type="http://schemas.openxmlformats.org/officeDocument/2006/relationships/image" Target="../media/image11060.png"/><Relationship Id="rId447" Type="http://schemas.openxmlformats.org/officeDocument/2006/relationships/image" Target="../media/image1127.png"/><Relationship Id="rId612" Type="http://schemas.openxmlformats.org/officeDocument/2006/relationships/customXml" Target="../ink/ink1931.xml"/><Relationship Id="rId251" Type="http://schemas.openxmlformats.org/officeDocument/2006/relationships/image" Target="../media/image1029.png"/><Relationship Id="rId489" Type="http://schemas.openxmlformats.org/officeDocument/2006/relationships/image" Target="../media/image1148.png"/><Relationship Id="rId654" Type="http://schemas.openxmlformats.org/officeDocument/2006/relationships/customXml" Target="../ink/ink1952.xml"/><Relationship Id="rId696" Type="http://schemas.openxmlformats.org/officeDocument/2006/relationships/customXml" Target="../ink/ink1973.xml"/><Relationship Id="rId46" Type="http://schemas.openxmlformats.org/officeDocument/2006/relationships/customXml" Target="../ink/ink1648.xml"/><Relationship Id="rId293" Type="http://schemas.openxmlformats.org/officeDocument/2006/relationships/image" Target="../media/image1050.png"/><Relationship Id="rId307" Type="http://schemas.openxmlformats.org/officeDocument/2006/relationships/image" Target="../media/image1057.png"/><Relationship Id="rId349" Type="http://schemas.openxmlformats.org/officeDocument/2006/relationships/image" Target="../media/image10780.png"/><Relationship Id="rId514" Type="http://schemas.openxmlformats.org/officeDocument/2006/relationships/customXml" Target="../ink/ink1882.xml"/><Relationship Id="rId556" Type="http://schemas.openxmlformats.org/officeDocument/2006/relationships/customXml" Target="../ink/ink1903.xml"/><Relationship Id="rId88" Type="http://schemas.openxmlformats.org/officeDocument/2006/relationships/customXml" Target="../ink/ink1669.xml"/><Relationship Id="rId111" Type="http://schemas.openxmlformats.org/officeDocument/2006/relationships/image" Target="../media/image959.png"/><Relationship Id="rId153" Type="http://schemas.openxmlformats.org/officeDocument/2006/relationships/image" Target="../media/image980.png"/><Relationship Id="rId195" Type="http://schemas.openxmlformats.org/officeDocument/2006/relationships/image" Target="../media/image1001.png"/><Relationship Id="rId209" Type="http://schemas.openxmlformats.org/officeDocument/2006/relationships/image" Target="../media/image1008.png"/><Relationship Id="rId360" Type="http://schemas.openxmlformats.org/officeDocument/2006/relationships/customXml" Target="../ink/ink1805.xml"/><Relationship Id="rId416" Type="http://schemas.openxmlformats.org/officeDocument/2006/relationships/customXml" Target="../ink/ink1833.xml"/><Relationship Id="rId598" Type="http://schemas.openxmlformats.org/officeDocument/2006/relationships/customXml" Target="../ink/ink1924.xml"/><Relationship Id="rId220" Type="http://schemas.openxmlformats.org/officeDocument/2006/relationships/customXml" Target="../ink/ink1735.xml"/><Relationship Id="rId458" Type="http://schemas.openxmlformats.org/officeDocument/2006/relationships/customXml" Target="../ink/ink1854.xml"/><Relationship Id="rId623" Type="http://schemas.openxmlformats.org/officeDocument/2006/relationships/image" Target="../media/image1215.png"/><Relationship Id="rId665" Type="http://schemas.openxmlformats.org/officeDocument/2006/relationships/image" Target="../media/image1236.png"/><Relationship Id="rId15" Type="http://schemas.openxmlformats.org/officeDocument/2006/relationships/image" Target="../media/image911.png"/><Relationship Id="rId57" Type="http://schemas.openxmlformats.org/officeDocument/2006/relationships/image" Target="../media/image932.png"/><Relationship Id="rId262" Type="http://schemas.openxmlformats.org/officeDocument/2006/relationships/customXml" Target="../ink/ink1756.xml"/><Relationship Id="rId318" Type="http://schemas.openxmlformats.org/officeDocument/2006/relationships/customXml" Target="../ink/ink1784.xml"/><Relationship Id="rId525" Type="http://schemas.openxmlformats.org/officeDocument/2006/relationships/image" Target="../media/image1166.png"/><Relationship Id="rId567" Type="http://schemas.openxmlformats.org/officeDocument/2006/relationships/image" Target="../media/image1187.png"/><Relationship Id="rId99" Type="http://schemas.openxmlformats.org/officeDocument/2006/relationships/image" Target="../media/image953.png"/><Relationship Id="rId122" Type="http://schemas.openxmlformats.org/officeDocument/2006/relationships/customXml" Target="../ink/ink1686.xml"/><Relationship Id="rId164" Type="http://schemas.openxmlformats.org/officeDocument/2006/relationships/customXml" Target="../ink/ink1707.xml"/><Relationship Id="rId371" Type="http://schemas.openxmlformats.org/officeDocument/2006/relationships/image" Target="../media/image10890.png"/><Relationship Id="rId427" Type="http://schemas.openxmlformats.org/officeDocument/2006/relationships/image" Target="../media/image1117.png"/><Relationship Id="rId469" Type="http://schemas.openxmlformats.org/officeDocument/2006/relationships/image" Target="../media/image1138.png"/><Relationship Id="rId634" Type="http://schemas.openxmlformats.org/officeDocument/2006/relationships/customXml" Target="../ink/ink1942.xml"/><Relationship Id="rId676" Type="http://schemas.openxmlformats.org/officeDocument/2006/relationships/customXml" Target="../ink/ink1963.xml"/><Relationship Id="rId26" Type="http://schemas.openxmlformats.org/officeDocument/2006/relationships/customXml" Target="../ink/ink1638.xml"/><Relationship Id="rId231" Type="http://schemas.openxmlformats.org/officeDocument/2006/relationships/image" Target="../media/image1019.png"/><Relationship Id="rId273" Type="http://schemas.openxmlformats.org/officeDocument/2006/relationships/image" Target="../media/image1040.png"/><Relationship Id="rId329" Type="http://schemas.openxmlformats.org/officeDocument/2006/relationships/image" Target="../media/image10680.png"/><Relationship Id="rId480" Type="http://schemas.openxmlformats.org/officeDocument/2006/relationships/customXml" Target="../ink/ink1865.xml"/><Relationship Id="rId536" Type="http://schemas.openxmlformats.org/officeDocument/2006/relationships/customXml" Target="../ink/ink1893.xml"/><Relationship Id="rId701" Type="http://schemas.openxmlformats.org/officeDocument/2006/relationships/image" Target="../media/image1254.png"/><Relationship Id="rId68" Type="http://schemas.openxmlformats.org/officeDocument/2006/relationships/customXml" Target="../ink/ink1659.xml"/><Relationship Id="rId133" Type="http://schemas.openxmlformats.org/officeDocument/2006/relationships/image" Target="../media/image970.png"/><Relationship Id="rId175" Type="http://schemas.openxmlformats.org/officeDocument/2006/relationships/image" Target="../media/image991.png"/><Relationship Id="rId340" Type="http://schemas.openxmlformats.org/officeDocument/2006/relationships/customXml" Target="../ink/ink1795.xml"/><Relationship Id="rId578" Type="http://schemas.openxmlformats.org/officeDocument/2006/relationships/customXml" Target="../ink/ink1914.xml"/><Relationship Id="rId200" Type="http://schemas.openxmlformats.org/officeDocument/2006/relationships/customXml" Target="../ink/ink1725.xml"/><Relationship Id="rId382" Type="http://schemas.openxmlformats.org/officeDocument/2006/relationships/customXml" Target="../ink/ink1816.xml"/><Relationship Id="rId438" Type="http://schemas.openxmlformats.org/officeDocument/2006/relationships/customXml" Target="../ink/ink1844.xml"/><Relationship Id="rId603" Type="http://schemas.openxmlformats.org/officeDocument/2006/relationships/image" Target="../media/image1205.png"/><Relationship Id="rId645" Type="http://schemas.openxmlformats.org/officeDocument/2006/relationships/image" Target="../media/image1226.png"/><Relationship Id="rId687" Type="http://schemas.openxmlformats.org/officeDocument/2006/relationships/image" Target="../media/image1247.png"/><Relationship Id="rId242" Type="http://schemas.openxmlformats.org/officeDocument/2006/relationships/customXml" Target="../ink/ink1746.xml"/><Relationship Id="rId284" Type="http://schemas.openxmlformats.org/officeDocument/2006/relationships/customXml" Target="../ink/ink1767.xml"/><Relationship Id="rId491" Type="http://schemas.openxmlformats.org/officeDocument/2006/relationships/image" Target="../media/image1149.png"/><Relationship Id="rId505" Type="http://schemas.openxmlformats.org/officeDocument/2006/relationships/image" Target="../media/image1156.png"/><Relationship Id="rId37" Type="http://schemas.openxmlformats.org/officeDocument/2006/relationships/image" Target="../media/image922.png"/><Relationship Id="rId79" Type="http://schemas.openxmlformats.org/officeDocument/2006/relationships/image" Target="../media/image943.png"/><Relationship Id="rId102" Type="http://schemas.openxmlformats.org/officeDocument/2006/relationships/customXml" Target="../ink/ink1676.xml"/><Relationship Id="rId144" Type="http://schemas.openxmlformats.org/officeDocument/2006/relationships/customXml" Target="../ink/ink1697.xml"/><Relationship Id="rId547" Type="http://schemas.openxmlformats.org/officeDocument/2006/relationships/image" Target="../media/image1177.png"/><Relationship Id="rId589" Type="http://schemas.openxmlformats.org/officeDocument/2006/relationships/image" Target="../media/image1198.png"/><Relationship Id="rId90" Type="http://schemas.openxmlformats.org/officeDocument/2006/relationships/customXml" Target="../ink/ink1670.xml"/><Relationship Id="rId186" Type="http://schemas.openxmlformats.org/officeDocument/2006/relationships/customXml" Target="../ink/ink1718.xml"/><Relationship Id="rId351" Type="http://schemas.openxmlformats.org/officeDocument/2006/relationships/image" Target="../media/image10790.png"/><Relationship Id="rId393" Type="http://schemas.openxmlformats.org/officeDocument/2006/relationships/image" Target="../media/image11000.png"/><Relationship Id="rId407" Type="http://schemas.openxmlformats.org/officeDocument/2006/relationships/image" Target="../media/image11070.png"/><Relationship Id="rId449" Type="http://schemas.openxmlformats.org/officeDocument/2006/relationships/image" Target="../media/image1128.png"/><Relationship Id="rId614" Type="http://schemas.openxmlformats.org/officeDocument/2006/relationships/customXml" Target="../ink/ink1932.xml"/><Relationship Id="rId656" Type="http://schemas.openxmlformats.org/officeDocument/2006/relationships/customXml" Target="../ink/ink1953.xml"/><Relationship Id="rId211" Type="http://schemas.openxmlformats.org/officeDocument/2006/relationships/image" Target="../media/image1009.png"/><Relationship Id="rId253" Type="http://schemas.openxmlformats.org/officeDocument/2006/relationships/image" Target="../media/image1030.png"/><Relationship Id="rId295" Type="http://schemas.openxmlformats.org/officeDocument/2006/relationships/image" Target="../media/image1051.png"/><Relationship Id="rId309" Type="http://schemas.openxmlformats.org/officeDocument/2006/relationships/image" Target="../media/image1058.png"/><Relationship Id="rId460" Type="http://schemas.openxmlformats.org/officeDocument/2006/relationships/customXml" Target="../ink/ink1855.xml"/><Relationship Id="rId516" Type="http://schemas.openxmlformats.org/officeDocument/2006/relationships/customXml" Target="../ink/ink1883.xml"/><Relationship Id="rId698" Type="http://schemas.openxmlformats.org/officeDocument/2006/relationships/customXml" Target="../ink/ink1974.xml"/><Relationship Id="rId48" Type="http://schemas.openxmlformats.org/officeDocument/2006/relationships/customXml" Target="../ink/ink1649.xml"/><Relationship Id="rId113" Type="http://schemas.openxmlformats.org/officeDocument/2006/relationships/image" Target="../media/image960.png"/><Relationship Id="rId320" Type="http://schemas.openxmlformats.org/officeDocument/2006/relationships/customXml" Target="../ink/ink1785.xml"/><Relationship Id="rId558" Type="http://schemas.openxmlformats.org/officeDocument/2006/relationships/customXml" Target="../ink/ink1904.xml"/><Relationship Id="rId155" Type="http://schemas.openxmlformats.org/officeDocument/2006/relationships/image" Target="../media/image981.png"/><Relationship Id="rId197" Type="http://schemas.openxmlformats.org/officeDocument/2006/relationships/image" Target="../media/image1002.png"/><Relationship Id="rId362" Type="http://schemas.openxmlformats.org/officeDocument/2006/relationships/customXml" Target="../ink/ink1806.xml"/><Relationship Id="rId418" Type="http://schemas.openxmlformats.org/officeDocument/2006/relationships/customXml" Target="../ink/ink1834.xml"/><Relationship Id="rId625" Type="http://schemas.openxmlformats.org/officeDocument/2006/relationships/image" Target="../media/image1216.png"/><Relationship Id="rId222" Type="http://schemas.openxmlformats.org/officeDocument/2006/relationships/customXml" Target="../ink/ink1736.xml"/><Relationship Id="rId264" Type="http://schemas.openxmlformats.org/officeDocument/2006/relationships/customXml" Target="../ink/ink1757.xml"/><Relationship Id="rId471" Type="http://schemas.openxmlformats.org/officeDocument/2006/relationships/image" Target="../media/image1139.png"/><Relationship Id="rId667" Type="http://schemas.openxmlformats.org/officeDocument/2006/relationships/image" Target="../media/image1237.png"/><Relationship Id="rId17" Type="http://schemas.openxmlformats.org/officeDocument/2006/relationships/image" Target="../media/image912.png"/><Relationship Id="rId59" Type="http://schemas.openxmlformats.org/officeDocument/2006/relationships/image" Target="../media/image933.png"/><Relationship Id="rId124" Type="http://schemas.openxmlformats.org/officeDocument/2006/relationships/customXml" Target="../ink/ink1687.xml"/><Relationship Id="rId527" Type="http://schemas.openxmlformats.org/officeDocument/2006/relationships/image" Target="../media/image1167.png"/><Relationship Id="rId569" Type="http://schemas.openxmlformats.org/officeDocument/2006/relationships/image" Target="../media/image1188.png"/><Relationship Id="rId70" Type="http://schemas.openxmlformats.org/officeDocument/2006/relationships/customXml" Target="../ink/ink1660.xml"/><Relationship Id="rId166" Type="http://schemas.openxmlformats.org/officeDocument/2006/relationships/customXml" Target="../ink/ink1708.xml"/><Relationship Id="rId331" Type="http://schemas.openxmlformats.org/officeDocument/2006/relationships/image" Target="../media/image10690.png"/><Relationship Id="rId373" Type="http://schemas.openxmlformats.org/officeDocument/2006/relationships/image" Target="../media/image10900.png"/><Relationship Id="rId429" Type="http://schemas.openxmlformats.org/officeDocument/2006/relationships/image" Target="../media/image1118.png"/><Relationship Id="rId580" Type="http://schemas.openxmlformats.org/officeDocument/2006/relationships/customXml" Target="../ink/ink1915.xml"/><Relationship Id="rId636" Type="http://schemas.openxmlformats.org/officeDocument/2006/relationships/customXml" Target="../ink/ink1943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020.png"/><Relationship Id="rId440" Type="http://schemas.openxmlformats.org/officeDocument/2006/relationships/customXml" Target="../ink/ink1845.xml"/><Relationship Id="rId678" Type="http://schemas.openxmlformats.org/officeDocument/2006/relationships/customXml" Target="../ink/ink1964.xml"/><Relationship Id="rId28" Type="http://schemas.openxmlformats.org/officeDocument/2006/relationships/customXml" Target="../ink/ink1639.xml"/><Relationship Id="rId275" Type="http://schemas.openxmlformats.org/officeDocument/2006/relationships/image" Target="../media/image1041.png"/><Relationship Id="rId300" Type="http://schemas.openxmlformats.org/officeDocument/2006/relationships/customXml" Target="../ink/ink1775.xml"/><Relationship Id="rId482" Type="http://schemas.openxmlformats.org/officeDocument/2006/relationships/customXml" Target="../ink/ink1866.xml"/><Relationship Id="rId538" Type="http://schemas.openxmlformats.org/officeDocument/2006/relationships/customXml" Target="../ink/ink1894.xml"/><Relationship Id="rId703" Type="http://schemas.openxmlformats.org/officeDocument/2006/relationships/image" Target="../media/image1255.png"/><Relationship Id="rId81" Type="http://schemas.openxmlformats.org/officeDocument/2006/relationships/image" Target="../media/image944.png"/><Relationship Id="rId135" Type="http://schemas.openxmlformats.org/officeDocument/2006/relationships/image" Target="../media/image971.png"/><Relationship Id="rId177" Type="http://schemas.openxmlformats.org/officeDocument/2006/relationships/image" Target="../media/image992.png"/><Relationship Id="rId342" Type="http://schemas.openxmlformats.org/officeDocument/2006/relationships/customXml" Target="../ink/ink1796.xml"/><Relationship Id="rId384" Type="http://schemas.openxmlformats.org/officeDocument/2006/relationships/customXml" Target="../ink/ink1817.xml"/><Relationship Id="rId591" Type="http://schemas.openxmlformats.org/officeDocument/2006/relationships/image" Target="../media/image1199.png"/><Relationship Id="rId605" Type="http://schemas.openxmlformats.org/officeDocument/2006/relationships/image" Target="../media/image1206.png"/><Relationship Id="rId202" Type="http://schemas.openxmlformats.org/officeDocument/2006/relationships/customXml" Target="../ink/ink1726.xml"/><Relationship Id="rId244" Type="http://schemas.openxmlformats.org/officeDocument/2006/relationships/customXml" Target="../ink/ink1747.xml"/><Relationship Id="rId647" Type="http://schemas.openxmlformats.org/officeDocument/2006/relationships/image" Target="../media/image1227.png"/><Relationship Id="rId689" Type="http://schemas.openxmlformats.org/officeDocument/2006/relationships/image" Target="../media/image1248.png"/><Relationship Id="rId39" Type="http://schemas.openxmlformats.org/officeDocument/2006/relationships/image" Target="../media/image923.png"/><Relationship Id="rId286" Type="http://schemas.openxmlformats.org/officeDocument/2006/relationships/customXml" Target="../ink/ink1768.xml"/><Relationship Id="rId451" Type="http://schemas.openxmlformats.org/officeDocument/2006/relationships/image" Target="../media/image1129.png"/><Relationship Id="rId493" Type="http://schemas.openxmlformats.org/officeDocument/2006/relationships/image" Target="../media/image1150.png"/><Relationship Id="rId507" Type="http://schemas.openxmlformats.org/officeDocument/2006/relationships/image" Target="../media/image1157.png"/><Relationship Id="rId549" Type="http://schemas.openxmlformats.org/officeDocument/2006/relationships/image" Target="../media/image1178.png"/><Relationship Id="rId50" Type="http://schemas.openxmlformats.org/officeDocument/2006/relationships/customXml" Target="../ink/ink1650.xml"/><Relationship Id="rId104" Type="http://schemas.openxmlformats.org/officeDocument/2006/relationships/customXml" Target="../ink/ink1677.xml"/><Relationship Id="rId146" Type="http://schemas.openxmlformats.org/officeDocument/2006/relationships/customXml" Target="../ink/ink1698.xml"/><Relationship Id="rId188" Type="http://schemas.openxmlformats.org/officeDocument/2006/relationships/customXml" Target="../ink/ink1719.xml"/><Relationship Id="rId311" Type="http://schemas.openxmlformats.org/officeDocument/2006/relationships/image" Target="../media/image1059.png"/><Relationship Id="rId353" Type="http://schemas.openxmlformats.org/officeDocument/2006/relationships/image" Target="../media/image10800.png"/><Relationship Id="rId395" Type="http://schemas.openxmlformats.org/officeDocument/2006/relationships/image" Target="../media/image11011.png"/><Relationship Id="rId409" Type="http://schemas.openxmlformats.org/officeDocument/2006/relationships/image" Target="../media/image11080.png"/><Relationship Id="rId560" Type="http://schemas.openxmlformats.org/officeDocument/2006/relationships/customXml" Target="../ink/ink1905.xml"/><Relationship Id="rId92" Type="http://schemas.openxmlformats.org/officeDocument/2006/relationships/customXml" Target="../ink/ink1671.xml"/><Relationship Id="rId213" Type="http://schemas.openxmlformats.org/officeDocument/2006/relationships/image" Target="../media/image1010.png"/><Relationship Id="rId420" Type="http://schemas.openxmlformats.org/officeDocument/2006/relationships/customXml" Target="../ink/ink1835.xml"/><Relationship Id="rId616" Type="http://schemas.openxmlformats.org/officeDocument/2006/relationships/customXml" Target="../ink/ink1933.xml"/><Relationship Id="rId658" Type="http://schemas.openxmlformats.org/officeDocument/2006/relationships/customXml" Target="../ink/ink1954.xml"/><Relationship Id="rId255" Type="http://schemas.openxmlformats.org/officeDocument/2006/relationships/image" Target="../media/image1031.png"/><Relationship Id="rId297" Type="http://schemas.openxmlformats.org/officeDocument/2006/relationships/image" Target="../media/image1052.png"/><Relationship Id="rId462" Type="http://schemas.openxmlformats.org/officeDocument/2006/relationships/customXml" Target="../ink/ink1856.xml"/><Relationship Id="rId518" Type="http://schemas.openxmlformats.org/officeDocument/2006/relationships/customXml" Target="../ink/ink1884.xml"/><Relationship Id="rId115" Type="http://schemas.openxmlformats.org/officeDocument/2006/relationships/image" Target="../media/image961.png"/><Relationship Id="rId157" Type="http://schemas.openxmlformats.org/officeDocument/2006/relationships/image" Target="../media/image982.png"/><Relationship Id="rId322" Type="http://schemas.openxmlformats.org/officeDocument/2006/relationships/customXml" Target="../ink/ink1786.xml"/><Relationship Id="rId364" Type="http://schemas.openxmlformats.org/officeDocument/2006/relationships/customXml" Target="../ink/ink1807.xml"/><Relationship Id="rId61" Type="http://schemas.openxmlformats.org/officeDocument/2006/relationships/image" Target="../media/image934.png"/><Relationship Id="rId199" Type="http://schemas.openxmlformats.org/officeDocument/2006/relationships/image" Target="../media/image1003.png"/><Relationship Id="rId571" Type="http://schemas.openxmlformats.org/officeDocument/2006/relationships/image" Target="../media/image1189.png"/><Relationship Id="rId627" Type="http://schemas.openxmlformats.org/officeDocument/2006/relationships/image" Target="../media/image1217.png"/><Relationship Id="rId669" Type="http://schemas.openxmlformats.org/officeDocument/2006/relationships/image" Target="../media/image1238.png"/><Relationship Id="rId19" Type="http://schemas.openxmlformats.org/officeDocument/2006/relationships/image" Target="../media/image913.png"/><Relationship Id="rId224" Type="http://schemas.openxmlformats.org/officeDocument/2006/relationships/customXml" Target="../ink/ink1737.xml"/><Relationship Id="rId266" Type="http://schemas.openxmlformats.org/officeDocument/2006/relationships/customXml" Target="../ink/ink1758.xml"/><Relationship Id="rId431" Type="http://schemas.openxmlformats.org/officeDocument/2006/relationships/image" Target="../media/image1119.png"/><Relationship Id="rId473" Type="http://schemas.openxmlformats.org/officeDocument/2006/relationships/image" Target="../media/image1140.png"/><Relationship Id="rId529" Type="http://schemas.openxmlformats.org/officeDocument/2006/relationships/image" Target="../media/image1168.png"/><Relationship Id="rId680" Type="http://schemas.openxmlformats.org/officeDocument/2006/relationships/customXml" Target="../ink/ink1965.xml"/><Relationship Id="rId30" Type="http://schemas.openxmlformats.org/officeDocument/2006/relationships/customXml" Target="../ink/ink1640.xml"/><Relationship Id="rId126" Type="http://schemas.openxmlformats.org/officeDocument/2006/relationships/customXml" Target="../ink/ink1688.xml"/><Relationship Id="rId168" Type="http://schemas.openxmlformats.org/officeDocument/2006/relationships/customXml" Target="../ink/ink1709.xml"/><Relationship Id="rId333" Type="http://schemas.openxmlformats.org/officeDocument/2006/relationships/image" Target="../media/image10700.png"/><Relationship Id="rId540" Type="http://schemas.openxmlformats.org/officeDocument/2006/relationships/customXml" Target="../ink/ink1895.xml"/><Relationship Id="rId72" Type="http://schemas.openxmlformats.org/officeDocument/2006/relationships/customXml" Target="../ink/ink1661.xml"/><Relationship Id="rId375" Type="http://schemas.openxmlformats.org/officeDocument/2006/relationships/image" Target="../media/image10911.png"/><Relationship Id="rId582" Type="http://schemas.openxmlformats.org/officeDocument/2006/relationships/customXml" Target="../ink/ink1916.xml"/><Relationship Id="rId638" Type="http://schemas.openxmlformats.org/officeDocument/2006/relationships/customXml" Target="../ink/ink1944.xml"/><Relationship Id="rId3" Type="http://schemas.openxmlformats.org/officeDocument/2006/relationships/image" Target="../media/image757.png"/><Relationship Id="rId235" Type="http://schemas.openxmlformats.org/officeDocument/2006/relationships/image" Target="../media/image1021.png"/><Relationship Id="rId277" Type="http://schemas.openxmlformats.org/officeDocument/2006/relationships/image" Target="../media/image1042.png"/><Relationship Id="rId400" Type="http://schemas.openxmlformats.org/officeDocument/2006/relationships/customXml" Target="../ink/ink1825.xml"/><Relationship Id="rId442" Type="http://schemas.openxmlformats.org/officeDocument/2006/relationships/customXml" Target="../ink/ink1846.xml"/><Relationship Id="rId484" Type="http://schemas.openxmlformats.org/officeDocument/2006/relationships/customXml" Target="../ink/ink1867.xml"/><Relationship Id="rId705" Type="http://schemas.openxmlformats.org/officeDocument/2006/relationships/image" Target="../media/image1256.png"/><Relationship Id="rId137" Type="http://schemas.openxmlformats.org/officeDocument/2006/relationships/image" Target="../media/image972.png"/><Relationship Id="rId302" Type="http://schemas.openxmlformats.org/officeDocument/2006/relationships/customXml" Target="../ink/ink1776.xml"/><Relationship Id="rId344" Type="http://schemas.openxmlformats.org/officeDocument/2006/relationships/customXml" Target="../ink/ink1797.xml"/><Relationship Id="rId691" Type="http://schemas.openxmlformats.org/officeDocument/2006/relationships/image" Target="../media/image1249.png"/><Relationship Id="rId41" Type="http://schemas.openxmlformats.org/officeDocument/2006/relationships/image" Target="../media/image924.png"/><Relationship Id="rId83" Type="http://schemas.openxmlformats.org/officeDocument/2006/relationships/image" Target="../media/image945.png"/><Relationship Id="rId179" Type="http://schemas.openxmlformats.org/officeDocument/2006/relationships/image" Target="../media/image993.png"/><Relationship Id="rId386" Type="http://schemas.openxmlformats.org/officeDocument/2006/relationships/customXml" Target="../ink/ink1818.xml"/><Relationship Id="rId551" Type="http://schemas.openxmlformats.org/officeDocument/2006/relationships/image" Target="../media/image1179.png"/><Relationship Id="rId593" Type="http://schemas.openxmlformats.org/officeDocument/2006/relationships/image" Target="../media/image1200.png"/><Relationship Id="rId607" Type="http://schemas.openxmlformats.org/officeDocument/2006/relationships/image" Target="../media/image1207.png"/><Relationship Id="rId649" Type="http://schemas.openxmlformats.org/officeDocument/2006/relationships/image" Target="../media/image1228.png"/><Relationship Id="rId190" Type="http://schemas.openxmlformats.org/officeDocument/2006/relationships/customXml" Target="../ink/ink1720.xml"/><Relationship Id="rId204" Type="http://schemas.openxmlformats.org/officeDocument/2006/relationships/customXml" Target="../ink/ink1727.xml"/><Relationship Id="rId246" Type="http://schemas.openxmlformats.org/officeDocument/2006/relationships/customXml" Target="../ink/ink1748.xml"/><Relationship Id="rId288" Type="http://schemas.openxmlformats.org/officeDocument/2006/relationships/customXml" Target="../ink/ink1769.xml"/><Relationship Id="rId411" Type="http://schemas.openxmlformats.org/officeDocument/2006/relationships/image" Target="../media/image11090.png"/><Relationship Id="rId453" Type="http://schemas.openxmlformats.org/officeDocument/2006/relationships/image" Target="../media/image1130.png"/><Relationship Id="rId509" Type="http://schemas.openxmlformats.org/officeDocument/2006/relationships/image" Target="../media/image1158.png"/><Relationship Id="rId660" Type="http://schemas.openxmlformats.org/officeDocument/2006/relationships/customXml" Target="../ink/ink1955.xml"/><Relationship Id="rId106" Type="http://schemas.openxmlformats.org/officeDocument/2006/relationships/customXml" Target="../ink/ink1678.xml"/><Relationship Id="rId313" Type="http://schemas.openxmlformats.org/officeDocument/2006/relationships/image" Target="../media/image1060.png"/><Relationship Id="rId495" Type="http://schemas.openxmlformats.org/officeDocument/2006/relationships/image" Target="../media/image1151.png"/><Relationship Id="rId10" Type="http://schemas.openxmlformats.org/officeDocument/2006/relationships/customXml" Target="../ink/ink1630.xml"/><Relationship Id="rId52" Type="http://schemas.openxmlformats.org/officeDocument/2006/relationships/customXml" Target="../ink/ink1651.xml"/><Relationship Id="rId94" Type="http://schemas.openxmlformats.org/officeDocument/2006/relationships/customXml" Target="../ink/ink1672.xml"/><Relationship Id="rId148" Type="http://schemas.openxmlformats.org/officeDocument/2006/relationships/customXml" Target="../ink/ink1699.xml"/><Relationship Id="rId355" Type="http://schemas.openxmlformats.org/officeDocument/2006/relationships/image" Target="../media/image10811.png"/><Relationship Id="rId397" Type="http://schemas.openxmlformats.org/officeDocument/2006/relationships/image" Target="../media/image11020.png"/><Relationship Id="rId520" Type="http://schemas.openxmlformats.org/officeDocument/2006/relationships/customXml" Target="../ink/ink1885.xml"/><Relationship Id="rId562" Type="http://schemas.openxmlformats.org/officeDocument/2006/relationships/customXml" Target="../ink/ink1906.xml"/><Relationship Id="rId618" Type="http://schemas.openxmlformats.org/officeDocument/2006/relationships/customXml" Target="../ink/ink1934.xml"/><Relationship Id="rId215" Type="http://schemas.openxmlformats.org/officeDocument/2006/relationships/image" Target="../media/image1011.png"/><Relationship Id="rId257" Type="http://schemas.openxmlformats.org/officeDocument/2006/relationships/image" Target="../media/image1032.png"/><Relationship Id="rId422" Type="http://schemas.openxmlformats.org/officeDocument/2006/relationships/customXml" Target="../ink/ink1836.xml"/><Relationship Id="rId464" Type="http://schemas.openxmlformats.org/officeDocument/2006/relationships/customXml" Target="../ink/ink1857.xml"/><Relationship Id="rId299" Type="http://schemas.openxmlformats.org/officeDocument/2006/relationships/image" Target="../media/image1053.png"/><Relationship Id="rId63" Type="http://schemas.openxmlformats.org/officeDocument/2006/relationships/image" Target="../media/image935.png"/><Relationship Id="rId159" Type="http://schemas.openxmlformats.org/officeDocument/2006/relationships/image" Target="../media/image983.png"/><Relationship Id="rId366" Type="http://schemas.openxmlformats.org/officeDocument/2006/relationships/customXml" Target="../ink/ink1808.xml"/><Relationship Id="rId573" Type="http://schemas.openxmlformats.org/officeDocument/2006/relationships/image" Target="../media/image1190.png"/><Relationship Id="rId226" Type="http://schemas.openxmlformats.org/officeDocument/2006/relationships/customXml" Target="../ink/ink1738.xml"/><Relationship Id="rId433" Type="http://schemas.openxmlformats.org/officeDocument/2006/relationships/image" Target="../media/image1120.png"/><Relationship Id="rId640" Type="http://schemas.openxmlformats.org/officeDocument/2006/relationships/customXml" Target="../ink/ink1945.xml"/><Relationship Id="rId74" Type="http://schemas.openxmlformats.org/officeDocument/2006/relationships/customXml" Target="../ink/ink1662.xml"/><Relationship Id="rId377" Type="http://schemas.openxmlformats.org/officeDocument/2006/relationships/image" Target="../media/image10920.png"/><Relationship Id="rId500" Type="http://schemas.openxmlformats.org/officeDocument/2006/relationships/customXml" Target="../ink/ink1875.xml"/><Relationship Id="rId584" Type="http://schemas.openxmlformats.org/officeDocument/2006/relationships/customXml" Target="../ink/ink1917.xml"/><Relationship Id="rId5" Type="http://schemas.openxmlformats.org/officeDocument/2006/relationships/image" Target="../media/image906.png"/><Relationship Id="rId237" Type="http://schemas.openxmlformats.org/officeDocument/2006/relationships/image" Target="../media/image1022.png"/><Relationship Id="rId444" Type="http://schemas.openxmlformats.org/officeDocument/2006/relationships/customXml" Target="../ink/ink1847.xml"/><Relationship Id="rId651" Type="http://schemas.openxmlformats.org/officeDocument/2006/relationships/image" Target="../media/image1229.png"/><Relationship Id="rId290" Type="http://schemas.openxmlformats.org/officeDocument/2006/relationships/customXml" Target="../ink/ink1770.xml"/><Relationship Id="rId304" Type="http://schemas.openxmlformats.org/officeDocument/2006/relationships/customXml" Target="../ink/ink1777.xml"/><Relationship Id="rId388" Type="http://schemas.openxmlformats.org/officeDocument/2006/relationships/customXml" Target="../ink/ink1819.xml"/><Relationship Id="rId511" Type="http://schemas.openxmlformats.org/officeDocument/2006/relationships/image" Target="../media/image1159.png"/><Relationship Id="rId609" Type="http://schemas.openxmlformats.org/officeDocument/2006/relationships/image" Target="../media/image1208.png"/><Relationship Id="rId85" Type="http://schemas.openxmlformats.org/officeDocument/2006/relationships/image" Target="../media/image946.png"/><Relationship Id="rId150" Type="http://schemas.openxmlformats.org/officeDocument/2006/relationships/customXml" Target="../ink/ink1700.xml"/><Relationship Id="rId595" Type="http://schemas.openxmlformats.org/officeDocument/2006/relationships/image" Target="../media/image1201.png"/><Relationship Id="rId248" Type="http://schemas.openxmlformats.org/officeDocument/2006/relationships/customXml" Target="../ink/ink1749.xml"/><Relationship Id="rId455" Type="http://schemas.openxmlformats.org/officeDocument/2006/relationships/image" Target="../media/image1131.png"/><Relationship Id="rId662" Type="http://schemas.openxmlformats.org/officeDocument/2006/relationships/customXml" Target="../ink/ink1956.xml"/><Relationship Id="rId12" Type="http://schemas.openxmlformats.org/officeDocument/2006/relationships/customXml" Target="../ink/ink1631.xml"/><Relationship Id="rId108" Type="http://schemas.openxmlformats.org/officeDocument/2006/relationships/customXml" Target="../ink/ink1679.xml"/><Relationship Id="rId315" Type="http://schemas.openxmlformats.org/officeDocument/2006/relationships/image" Target="../media/image1061.png"/><Relationship Id="rId522" Type="http://schemas.openxmlformats.org/officeDocument/2006/relationships/customXml" Target="../ink/ink1886.xml"/><Relationship Id="rId96" Type="http://schemas.openxmlformats.org/officeDocument/2006/relationships/customXml" Target="../ink/ink1673.xml"/><Relationship Id="rId161" Type="http://schemas.openxmlformats.org/officeDocument/2006/relationships/image" Target="../media/image984.png"/><Relationship Id="rId399" Type="http://schemas.openxmlformats.org/officeDocument/2006/relationships/image" Target="../media/image11030.png"/><Relationship Id="rId259" Type="http://schemas.openxmlformats.org/officeDocument/2006/relationships/image" Target="../media/image1033.png"/><Relationship Id="rId466" Type="http://schemas.openxmlformats.org/officeDocument/2006/relationships/customXml" Target="../ink/ink1858.xml"/><Relationship Id="rId673" Type="http://schemas.openxmlformats.org/officeDocument/2006/relationships/image" Target="../media/image1240.png"/><Relationship Id="rId23" Type="http://schemas.openxmlformats.org/officeDocument/2006/relationships/image" Target="../media/image915.png"/><Relationship Id="rId119" Type="http://schemas.openxmlformats.org/officeDocument/2006/relationships/image" Target="../media/image963.png"/><Relationship Id="rId326" Type="http://schemas.openxmlformats.org/officeDocument/2006/relationships/customXml" Target="../ink/ink1788.xml"/><Relationship Id="rId533" Type="http://schemas.openxmlformats.org/officeDocument/2006/relationships/image" Target="../media/image1170.png"/><Relationship Id="rId172" Type="http://schemas.openxmlformats.org/officeDocument/2006/relationships/customXml" Target="../ink/ink1711.xml"/><Relationship Id="rId477" Type="http://schemas.openxmlformats.org/officeDocument/2006/relationships/image" Target="../media/image1142.png"/><Relationship Id="rId600" Type="http://schemas.openxmlformats.org/officeDocument/2006/relationships/customXml" Target="../ink/ink1925.xml"/><Relationship Id="rId684" Type="http://schemas.openxmlformats.org/officeDocument/2006/relationships/customXml" Target="../ink/ink1967.xml"/><Relationship Id="rId337" Type="http://schemas.openxmlformats.org/officeDocument/2006/relationships/image" Target="../media/image10720.png"/><Relationship Id="rId34" Type="http://schemas.openxmlformats.org/officeDocument/2006/relationships/customXml" Target="../ink/ink1642.xml"/><Relationship Id="rId544" Type="http://schemas.openxmlformats.org/officeDocument/2006/relationships/customXml" Target="../ink/ink1897.xml"/><Relationship Id="rId183" Type="http://schemas.openxmlformats.org/officeDocument/2006/relationships/image" Target="../media/image995.png"/><Relationship Id="rId390" Type="http://schemas.openxmlformats.org/officeDocument/2006/relationships/customXml" Target="../ink/ink1820.xml"/><Relationship Id="rId404" Type="http://schemas.openxmlformats.org/officeDocument/2006/relationships/customXml" Target="../ink/ink1827.xml"/><Relationship Id="rId611" Type="http://schemas.openxmlformats.org/officeDocument/2006/relationships/image" Target="../media/image1209.png"/><Relationship Id="rId250" Type="http://schemas.openxmlformats.org/officeDocument/2006/relationships/customXml" Target="../ink/ink1750.xml"/><Relationship Id="rId488" Type="http://schemas.openxmlformats.org/officeDocument/2006/relationships/customXml" Target="../ink/ink1869.xml"/><Relationship Id="rId695" Type="http://schemas.openxmlformats.org/officeDocument/2006/relationships/image" Target="../media/image1251.png"/><Relationship Id="rId45" Type="http://schemas.openxmlformats.org/officeDocument/2006/relationships/image" Target="../media/image926.png"/><Relationship Id="rId110" Type="http://schemas.openxmlformats.org/officeDocument/2006/relationships/customXml" Target="../ink/ink1680.xml"/><Relationship Id="rId348" Type="http://schemas.openxmlformats.org/officeDocument/2006/relationships/customXml" Target="../ink/ink1799.xml"/><Relationship Id="rId555" Type="http://schemas.openxmlformats.org/officeDocument/2006/relationships/image" Target="../media/image1181.png"/><Relationship Id="rId194" Type="http://schemas.openxmlformats.org/officeDocument/2006/relationships/customXml" Target="../ink/ink1722.xml"/><Relationship Id="rId208" Type="http://schemas.openxmlformats.org/officeDocument/2006/relationships/customXml" Target="../ink/ink1729.xml"/><Relationship Id="rId415" Type="http://schemas.openxmlformats.org/officeDocument/2006/relationships/image" Target="../media/image11111.png"/><Relationship Id="rId622" Type="http://schemas.openxmlformats.org/officeDocument/2006/relationships/customXml" Target="../ink/ink1936.xml"/><Relationship Id="rId261" Type="http://schemas.openxmlformats.org/officeDocument/2006/relationships/image" Target="../media/image1034.png"/><Relationship Id="rId499" Type="http://schemas.openxmlformats.org/officeDocument/2006/relationships/image" Target="../media/image1153.png"/><Relationship Id="rId56" Type="http://schemas.openxmlformats.org/officeDocument/2006/relationships/customXml" Target="../ink/ink1653.xml"/><Relationship Id="rId359" Type="http://schemas.openxmlformats.org/officeDocument/2006/relationships/image" Target="../media/image10830.png"/><Relationship Id="rId566" Type="http://schemas.openxmlformats.org/officeDocument/2006/relationships/customXml" Target="../ink/ink1908.xml"/><Relationship Id="rId121" Type="http://schemas.openxmlformats.org/officeDocument/2006/relationships/image" Target="../media/image964.png"/><Relationship Id="rId219" Type="http://schemas.openxmlformats.org/officeDocument/2006/relationships/image" Target="../media/image1013.png"/><Relationship Id="rId426" Type="http://schemas.openxmlformats.org/officeDocument/2006/relationships/customXml" Target="../ink/ink1838.xml"/><Relationship Id="rId633" Type="http://schemas.openxmlformats.org/officeDocument/2006/relationships/image" Target="../media/image1220.png"/><Relationship Id="rId67" Type="http://schemas.openxmlformats.org/officeDocument/2006/relationships/image" Target="../media/image937.png"/><Relationship Id="rId272" Type="http://schemas.openxmlformats.org/officeDocument/2006/relationships/customXml" Target="../ink/ink1761.xml"/><Relationship Id="rId577" Type="http://schemas.openxmlformats.org/officeDocument/2006/relationships/image" Target="../media/image1192.png"/><Relationship Id="rId700" Type="http://schemas.openxmlformats.org/officeDocument/2006/relationships/customXml" Target="../ink/ink1975.xml"/><Relationship Id="rId132" Type="http://schemas.openxmlformats.org/officeDocument/2006/relationships/customXml" Target="../ink/ink1691.xml"/><Relationship Id="rId437" Type="http://schemas.openxmlformats.org/officeDocument/2006/relationships/image" Target="../media/image1122.png"/><Relationship Id="rId644" Type="http://schemas.openxmlformats.org/officeDocument/2006/relationships/customXml" Target="../ink/ink1947.xml"/><Relationship Id="rId283" Type="http://schemas.openxmlformats.org/officeDocument/2006/relationships/image" Target="../media/image1045.png"/><Relationship Id="rId490" Type="http://schemas.openxmlformats.org/officeDocument/2006/relationships/customXml" Target="../ink/ink1870.xml"/><Relationship Id="rId504" Type="http://schemas.openxmlformats.org/officeDocument/2006/relationships/customXml" Target="../ink/ink1877.xml"/><Relationship Id="rId78" Type="http://schemas.openxmlformats.org/officeDocument/2006/relationships/customXml" Target="../ink/ink1664.xml"/><Relationship Id="rId143" Type="http://schemas.openxmlformats.org/officeDocument/2006/relationships/image" Target="../media/image975.png"/><Relationship Id="rId350" Type="http://schemas.openxmlformats.org/officeDocument/2006/relationships/customXml" Target="../ink/ink1800.xml"/><Relationship Id="rId588" Type="http://schemas.openxmlformats.org/officeDocument/2006/relationships/customXml" Target="../ink/ink1919.xml"/><Relationship Id="rId9" Type="http://schemas.openxmlformats.org/officeDocument/2006/relationships/image" Target="../media/image908.png"/><Relationship Id="rId210" Type="http://schemas.openxmlformats.org/officeDocument/2006/relationships/customXml" Target="../ink/ink1730.xml"/><Relationship Id="rId448" Type="http://schemas.openxmlformats.org/officeDocument/2006/relationships/customXml" Target="../ink/ink1849.xml"/><Relationship Id="rId655" Type="http://schemas.openxmlformats.org/officeDocument/2006/relationships/image" Target="../media/image1231.png"/><Relationship Id="rId294" Type="http://schemas.openxmlformats.org/officeDocument/2006/relationships/customXml" Target="../ink/ink1772.xml"/><Relationship Id="rId308" Type="http://schemas.openxmlformats.org/officeDocument/2006/relationships/customXml" Target="../ink/ink1779.xml"/><Relationship Id="rId515" Type="http://schemas.openxmlformats.org/officeDocument/2006/relationships/image" Target="../media/image1161.png"/><Relationship Id="rId89" Type="http://schemas.openxmlformats.org/officeDocument/2006/relationships/image" Target="../media/image948.png"/><Relationship Id="rId154" Type="http://schemas.openxmlformats.org/officeDocument/2006/relationships/customXml" Target="../ink/ink1702.xml"/><Relationship Id="rId361" Type="http://schemas.openxmlformats.org/officeDocument/2006/relationships/image" Target="../media/image10840.png"/><Relationship Id="rId599" Type="http://schemas.openxmlformats.org/officeDocument/2006/relationships/image" Target="../media/image1203.png"/><Relationship Id="rId459" Type="http://schemas.openxmlformats.org/officeDocument/2006/relationships/image" Target="../media/image1133.png"/><Relationship Id="rId666" Type="http://schemas.openxmlformats.org/officeDocument/2006/relationships/customXml" Target="../ink/ink1958.xml"/><Relationship Id="rId16" Type="http://schemas.openxmlformats.org/officeDocument/2006/relationships/customXml" Target="../ink/ink1633.xml"/><Relationship Id="rId221" Type="http://schemas.openxmlformats.org/officeDocument/2006/relationships/image" Target="../media/image1014.png"/><Relationship Id="rId319" Type="http://schemas.openxmlformats.org/officeDocument/2006/relationships/image" Target="../media/image1063.png"/><Relationship Id="rId526" Type="http://schemas.openxmlformats.org/officeDocument/2006/relationships/customXml" Target="../ink/ink1888.xml"/><Relationship Id="rId165" Type="http://schemas.openxmlformats.org/officeDocument/2006/relationships/image" Target="../media/image986.png"/><Relationship Id="rId372" Type="http://schemas.openxmlformats.org/officeDocument/2006/relationships/customXml" Target="../ink/ink1811.xml"/><Relationship Id="rId677" Type="http://schemas.openxmlformats.org/officeDocument/2006/relationships/image" Target="../media/image1242.png"/><Relationship Id="rId232" Type="http://schemas.openxmlformats.org/officeDocument/2006/relationships/customXml" Target="../ink/ink1741.xml"/><Relationship Id="rId27" Type="http://schemas.openxmlformats.org/officeDocument/2006/relationships/image" Target="../media/image917.png"/><Relationship Id="rId537" Type="http://schemas.openxmlformats.org/officeDocument/2006/relationships/image" Target="../media/image1172.png"/><Relationship Id="rId80" Type="http://schemas.openxmlformats.org/officeDocument/2006/relationships/customXml" Target="../ink/ink1665.xml"/><Relationship Id="rId176" Type="http://schemas.openxmlformats.org/officeDocument/2006/relationships/customXml" Target="../ink/ink1713.xml"/><Relationship Id="rId383" Type="http://schemas.openxmlformats.org/officeDocument/2006/relationships/image" Target="../media/image10950.png"/><Relationship Id="rId590" Type="http://schemas.openxmlformats.org/officeDocument/2006/relationships/customXml" Target="../ink/ink1920.xml"/><Relationship Id="rId604" Type="http://schemas.openxmlformats.org/officeDocument/2006/relationships/customXml" Target="../ink/ink1927.xml"/><Relationship Id="rId243" Type="http://schemas.openxmlformats.org/officeDocument/2006/relationships/image" Target="../media/image1025.png"/><Relationship Id="rId450" Type="http://schemas.openxmlformats.org/officeDocument/2006/relationships/customXml" Target="../ink/ink1850.xml"/><Relationship Id="rId688" Type="http://schemas.openxmlformats.org/officeDocument/2006/relationships/customXml" Target="../ink/ink1969.xml"/><Relationship Id="rId38" Type="http://schemas.openxmlformats.org/officeDocument/2006/relationships/customXml" Target="../ink/ink1644.xml"/><Relationship Id="rId103" Type="http://schemas.openxmlformats.org/officeDocument/2006/relationships/image" Target="../media/image955.png"/><Relationship Id="rId310" Type="http://schemas.openxmlformats.org/officeDocument/2006/relationships/customXml" Target="../ink/ink1780.xml"/><Relationship Id="rId548" Type="http://schemas.openxmlformats.org/officeDocument/2006/relationships/customXml" Target="../ink/ink1899.xml"/><Relationship Id="rId91" Type="http://schemas.openxmlformats.org/officeDocument/2006/relationships/image" Target="../media/image949.png"/><Relationship Id="rId187" Type="http://schemas.openxmlformats.org/officeDocument/2006/relationships/image" Target="../media/image997.png"/><Relationship Id="rId394" Type="http://schemas.openxmlformats.org/officeDocument/2006/relationships/customXml" Target="../ink/ink1822.xml"/><Relationship Id="rId408" Type="http://schemas.openxmlformats.org/officeDocument/2006/relationships/customXml" Target="../ink/ink1829.xml"/><Relationship Id="rId615" Type="http://schemas.openxmlformats.org/officeDocument/2006/relationships/image" Target="../media/image1211.png"/><Relationship Id="rId254" Type="http://schemas.openxmlformats.org/officeDocument/2006/relationships/customXml" Target="../ink/ink1752.xml"/><Relationship Id="rId699" Type="http://schemas.openxmlformats.org/officeDocument/2006/relationships/image" Target="../media/image1253.png"/><Relationship Id="rId49" Type="http://schemas.openxmlformats.org/officeDocument/2006/relationships/image" Target="../media/image928.png"/><Relationship Id="rId114" Type="http://schemas.openxmlformats.org/officeDocument/2006/relationships/customXml" Target="../ink/ink1682.xml"/><Relationship Id="rId461" Type="http://schemas.openxmlformats.org/officeDocument/2006/relationships/image" Target="../media/image1134.png"/><Relationship Id="rId559" Type="http://schemas.openxmlformats.org/officeDocument/2006/relationships/image" Target="../media/image1183.png"/><Relationship Id="rId198" Type="http://schemas.openxmlformats.org/officeDocument/2006/relationships/customXml" Target="../ink/ink1724.xml"/><Relationship Id="rId321" Type="http://schemas.openxmlformats.org/officeDocument/2006/relationships/image" Target="../media/image1064.png"/><Relationship Id="rId419" Type="http://schemas.openxmlformats.org/officeDocument/2006/relationships/image" Target="../media/image11130.png"/><Relationship Id="rId626" Type="http://schemas.openxmlformats.org/officeDocument/2006/relationships/customXml" Target="../ink/ink1938.xml"/><Relationship Id="rId265" Type="http://schemas.openxmlformats.org/officeDocument/2006/relationships/image" Target="../media/image1036.png"/><Relationship Id="rId472" Type="http://schemas.openxmlformats.org/officeDocument/2006/relationships/customXml" Target="../ink/ink1861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6.png"/><Relationship Id="rId21" Type="http://schemas.openxmlformats.org/officeDocument/2006/relationships/image" Target="../media/image498.png"/><Relationship Id="rId42" Type="http://schemas.openxmlformats.org/officeDocument/2006/relationships/customXml" Target="../ink/ink1999.xml"/><Relationship Id="rId63" Type="http://schemas.openxmlformats.org/officeDocument/2006/relationships/image" Target="../media/image519.png"/><Relationship Id="rId84" Type="http://schemas.openxmlformats.org/officeDocument/2006/relationships/customXml" Target="../ink/ink2020.xml"/><Relationship Id="rId16" Type="http://schemas.openxmlformats.org/officeDocument/2006/relationships/customXml" Target="../ink/ink1986.xml"/><Relationship Id="rId107" Type="http://schemas.openxmlformats.org/officeDocument/2006/relationships/image" Target="../media/image541.png"/><Relationship Id="rId11" Type="http://schemas.openxmlformats.org/officeDocument/2006/relationships/image" Target="../media/image493.png"/><Relationship Id="rId32" Type="http://schemas.openxmlformats.org/officeDocument/2006/relationships/customXml" Target="../ink/ink1994.xml"/><Relationship Id="rId37" Type="http://schemas.openxmlformats.org/officeDocument/2006/relationships/image" Target="../media/image506.png"/><Relationship Id="rId53" Type="http://schemas.openxmlformats.org/officeDocument/2006/relationships/image" Target="../media/image514.png"/><Relationship Id="rId58" Type="http://schemas.openxmlformats.org/officeDocument/2006/relationships/customXml" Target="../ink/ink2007.xml"/><Relationship Id="rId74" Type="http://schemas.openxmlformats.org/officeDocument/2006/relationships/customXml" Target="../ink/ink2015.xml"/><Relationship Id="rId79" Type="http://schemas.openxmlformats.org/officeDocument/2006/relationships/image" Target="../media/image527.png"/><Relationship Id="rId102" Type="http://schemas.openxmlformats.org/officeDocument/2006/relationships/customXml" Target="../ink/ink2029.xml"/><Relationship Id="rId123" Type="http://schemas.openxmlformats.org/officeDocument/2006/relationships/image" Target="../media/image549.png"/><Relationship Id="rId128" Type="http://schemas.openxmlformats.org/officeDocument/2006/relationships/customXml" Target="../ink/ink2042.xml"/><Relationship Id="rId5" Type="http://schemas.openxmlformats.org/officeDocument/2006/relationships/image" Target="../media/image490.png"/><Relationship Id="rId90" Type="http://schemas.openxmlformats.org/officeDocument/2006/relationships/customXml" Target="../ink/ink2023.xml"/><Relationship Id="rId95" Type="http://schemas.openxmlformats.org/officeDocument/2006/relationships/image" Target="../media/image535.png"/><Relationship Id="rId22" Type="http://schemas.openxmlformats.org/officeDocument/2006/relationships/customXml" Target="../ink/ink1989.xml"/><Relationship Id="rId27" Type="http://schemas.openxmlformats.org/officeDocument/2006/relationships/image" Target="../media/image501.png"/><Relationship Id="rId43" Type="http://schemas.openxmlformats.org/officeDocument/2006/relationships/image" Target="../media/image509.png"/><Relationship Id="rId48" Type="http://schemas.openxmlformats.org/officeDocument/2006/relationships/customXml" Target="../ink/ink2002.xml"/><Relationship Id="rId64" Type="http://schemas.openxmlformats.org/officeDocument/2006/relationships/customXml" Target="../ink/ink2010.xml"/><Relationship Id="rId69" Type="http://schemas.openxmlformats.org/officeDocument/2006/relationships/image" Target="../media/image522.png"/><Relationship Id="rId113" Type="http://schemas.openxmlformats.org/officeDocument/2006/relationships/image" Target="../media/image544.png"/><Relationship Id="rId118" Type="http://schemas.openxmlformats.org/officeDocument/2006/relationships/customXml" Target="../ink/ink2037.xml"/><Relationship Id="rId134" Type="http://schemas.openxmlformats.org/officeDocument/2006/relationships/customXml" Target="../ink/ink2045.xml"/><Relationship Id="rId80" Type="http://schemas.openxmlformats.org/officeDocument/2006/relationships/customXml" Target="../ink/ink2018.xml"/><Relationship Id="rId85" Type="http://schemas.openxmlformats.org/officeDocument/2006/relationships/image" Target="../media/image530.png"/><Relationship Id="rId12" Type="http://schemas.openxmlformats.org/officeDocument/2006/relationships/customXml" Target="../ink/ink1984.xml"/><Relationship Id="rId17" Type="http://schemas.openxmlformats.org/officeDocument/2006/relationships/image" Target="../media/image496.png"/><Relationship Id="rId33" Type="http://schemas.openxmlformats.org/officeDocument/2006/relationships/image" Target="../media/image504.png"/><Relationship Id="rId38" Type="http://schemas.openxmlformats.org/officeDocument/2006/relationships/customXml" Target="../ink/ink1997.xml"/><Relationship Id="rId59" Type="http://schemas.openxmlformats.org/officeDocument/2006/relationships/image" Target="../media/image517.png"/><Relationship Id="rId103" Type="http://schemas.openxmlformats.org/officeDocument/2006/relationships/image" Target="../media/image539.png"/><Relationship Id="rId108" Type="http://schemas.openxmlformats.org/officeDocument/2006/relationships/customXml" Target="../ink/ink2032.xml"/><Relationship Id="rId124" Type="http://schemas.openxmlformats.org/officeDocument/2006/relationships/customXml" Target="../ink/ink2040.xml"/><Relationship Id="rId129" Type="http://schemas.openxmlformats.org/officeDocument/2006/relationships/image" Target="../media/image554.png"/><Relationship Id="rId54" Type="http://schemas.openxmlformats.org/officeDocument/2006/relationships/customXml" Target="../ink/ink2005.xml"/><Relationship Id="rId70" Type="http://schemas.openxmlformats.org/officeDocument/2006/relationships/customXml" Target="../ink/ink2013.xml"/><Relationship Id="rId75" Type="http://schemas.openxmlformats.org/officeDocument/2006/relationships/image" Target="../media/image525.png"/><Relationship Id="rId91" Type="http://schemas.openxmlformats.org/officeDocument/2006/relationships/image" Target="../media/image533.png"/><Relationship Id="rId96" Type="http://schemas.openxmlformats.org/officeDocument/2006/relationships/customXml" Target="../ink/ink20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81.xml"/><Relationship Id="rId23" Type="http://schemas.openxmlformats.org/officeDocument/2006/relationships/image" Target="../media/image499.png"/><Relationship Id="rId28" Type="http://schemas.openxmlformats.org/officeDocument/2006/relationships/customXml" Target="../ink/ink1992.xml"/><Relationship Id="rId49" Type="http://schemas.openxmlformats.org/officeDocument/2006/relationships/image" Target="../media/image512.png"/><Relationship Id="rId114" Type="http://schemas.openxmlformats.org/officeDocument/2006/relationships/customXml" Target="../ink/ink2035.xml"/><Relationship Id="rId119" Type="http://schemas.openxmlformats.org/officeDocument/2006/relationships/image" Target="../media/image547.png"/><Relationship Id="rId44" Type="http://schemas.openxmlformats.org/officeDocument/2006/relationships/customXml" Target="../ink/ink2000.xml"/><Relationship Id="rId60" Type="http://schemas.openxmlformats.org/officeDocument/2006/relationships/customXml" Target="../ink/ink2008.xml"/><Relationship Id="rId65" Type="http://schemas.openxmlformats.org/officeDocument/2006/relationships/image" Target="../media/image520.png"/><Relationship Id="rId81" Type="http://schemas.openxmlformats.org/officeDocument/2006/relationships/image" Target="../media/image528.png"/><Relationship Id="rId86" Type="http://schemas.openxmlformats.org/officeDocument/2006/relationships/customXml" Target="../ink/ink2021.xml"/><Relationship Id="rId130" Type="http://schemas.openxmlformats.org/officeDocument/2006/relationships/customXml" Target="../ink/ink2043.xml"/><Relationship Id="rId135" Type="http://schemas.openxmlformats.org/officeDocument/2006/relationships/image" Target="../media/image1259.png"/><Relationship Id="rId13" Type="http://schemas.openxmlformats.org/officeDocument/2006/relationships/image" Target="../media/image494.png"/><Relationship Id="rId18" Type="http://schemas.openxmlformats.org/officeDocument/2006/relationships/customXml" Target="../ink/ink1987.xml"/><Relationship Id="rId39" Type="http://schemas.openxmlformats.org/officeDocument/2006/relationships/image" Target="../media/image507.png"/><Relationship Id="rId109" Type="http://schemas.openxmlformats.org/officeDocument/2006/relationships/image" Target="../media/image542.png"/><Relationship Id="rId34" Type="http://schemas.openxmlformats.org/officeDocument/2006/relationships/customXml" Target="../ink/ink1995.xml"/><Relationship Id="rId50" Type="http://schemas.openxmlformats.org/officeDocument/2006/relationships/customXml" Target="../ink/ink2003.xml"/><Relationship Id="rId55" Type="http://schemas.openxmlformats.org/officeDocument/2006/relationships/image" Target="../media/image515.png"/><Relationship Id="rId76" Type="http://schemas.openxmlformats.org/officeDocument/2006/relationships/customXml" Target="../ink/ink2016.xml"/><Relationship Id="rId97" Type="http://schemas.openxmlformats.org/officeDocument/2006/relationships/image" Target="../media/image536.png"/><Relationship Id="rId104" Type="http://schemas.openxmlformats.org/officeDocument/2006/relationships/customXml" Target="../ink/ink2030.xml"/><Relationship Id="rId120" Type="http://schemas.openxmlformats.org/officeDocument/2006/relationships/customXml" Target="../ink/ink2038.xml"/><Relationship Id="rId125" Type="http://schemas.openxmlformats.org/officeDocument/2006/relationships/image" Target="../media/image550.png"/><Relationship Id="rId7" Type="http://schemas.openxmlformats.org/officeDocument/2006/relationships/image" Target="../media/image491.png"/><Relationship Id="rId71" Type="http://schemas.openxmlformats.org/officeDocument/2006/relationships/image" Target="../media/image523.png"/><Relationship Id="rId92" Type="http://schemas.openxmlformats.org/officeDocument/2006/relationships/customXml" Target="../ink/ink2024.xml"/><Relationship Id="rId2" Type="http://schemas.openxmlformats.org/officeDocument/2006/relationships/customXml" Target="../ink/ink1979.xml"/><Relationship Id="rId29" Type="http://schemas.openxmlformats.org/officeDocument/2006/relationships/image" Target="../media/image502.png"/><Relationship Id="rId24" Type="http://schemas.openxmlformats.org/officeDocument/2006/relationships/customXml" Target="../ink/ink1990.xml"/><Relationship Id="rId40" Type="http://schemas.openxmlformats.org/officeDocument/2006/relationships/customXml" Target="../ink/ink1998.xml"/><Relationship Id="rId45" Type="http://schemas.openxmlformats.org/officeDocument/2006/relationships/image" Target="../media/image510.png"/><Relationship Id="rId66" Type="http://schemas.openxmlformats.org/officeDocument/2006/relationships/customXml" Target="../ink/ink2011.xml"/><Relationship Id="rId87" Type="http://schemas.openxmlformats.org/officeDocument/2006/relationships/image" Target="../media/image531.png"/><Relationship Id="rId110" Type="http://schemas.openxmlformats.org/officeDocument/2006/relationships/customXml" Target="../ink/ink2033.xml"/><Relationship Id="rId115" Type="http://schemas.openxmlformats.org/officeDocument/2006/relationships/image" Target="../media/image545.png"/><Relationship Id="rId131" Type="http://schemas.openxmlformats.org/officeDocument/2006/relationships/image" Target="../media/image848.png"/><Relationship Id="rId136" Type="http://schemas.openxmlformats.org/officeDocument/2006/relationships/customXml" Target="../ink/ink2046.xml"/><Relationship Id="rId61" Type="http://schemas.openxmlformats.org/officeDocument/2006/relationships/image" Target="../media/image518.png"/><Relationship Id="rId82" Type="http://schemas.openxmlformats.org/officeDocument/2006/relationships/customXml" Target="../ink/ink2019.xml"/><Relationship Id="rId19" Type="http://schemas.openxmlformats.org/officeDocument/2006/relationships/image" Target="../media/image497.png"/><Relationship Id="rId14" Type="http://schemas.openxmlformats.org/officeDocument/2006/relationships/customXml" Target="../ink/ink1985.xml"/><Relationship Id="rId30" Type="http://schemas.openxmlformats.org/officeDocument/2006/relationships/customXml" Target="../ink/ink1993.xml"/><Relationship Id="rId35" Type="http://schemas.openxmlformats.org/officeDocument/2006/relationships/image" Target="../media/image505.png"/><Relationship Id="rId56" Type="http://schemas.openxmlformats.org/officeDocument/2006/relationships/customXml" Target="../ink/ink2006.xml"/><Relationship Id="rId77" Type="http://schemas.openxmlformats.org/officeDocument/2006/relationships/image" Target="../media/image526.png"/><Relationship Id="rId100" Type="http://schemas.openxmlformats.org/officeDocument/2006/relationships/customXml" Target="../ink/ink2028.xml"/><Relationship Id="rId105" Type="http://schemas.openxmlformats.org/officeDocument/2006/relationships/image" Target="../media/image540.png"/><Relationship Id="rId126" Type="http://schemas.openxmlformats.org/officeDocument/2006/relationships/customXml" Target="../ink/ink2041.xml"/><Relationship Id="rId8" Type="http://schemas.openxmlformats.org/officeDocument/2006/relationships/customXml" Target="../ink/ink1982.xml"/><Relationship Id="rId51" Type="http://schemas.openxmlformats.org/officeDocument/2006/relationships/image" Target="../media/image513.png"/><Relationship Id="rId72" Type="http://schemas.openxmlformats.org/officeDocument/2006/relationships/customXml" Target="../ink/ink2014.xml"/><Relationship Id="rId93" Type="http://schemas.openxmlformats.org/officeDocument/2006/relationships/image" Target="../media/image534.png"/><Relationship Id="rId98" Type="http://schemas.openxmlformats.org/officeDocument/2006/relationships/customXml" Target="../ink/ink2027.xml"/><Relationship Id="rId121" Type="http://schemas.openxmlformats.org/officeDocument/2006/relationships/image" Target="../media/image548.png"/><Relationship Id="rId3" Type="http://schemas.openxmlformats.org/officeDocument/2006/relationships/image" Target="../media/image489.png"/><Relationship Id="rId25" Type="http://schemas.openxmlformats.org/officeDocument/2006/relationships/image" Target="../media/image500.png"/><Relationship Id="rId46" Type="http://schemas.openxmlformats.org/officeDocument/2006/relationships/customXml" Target="../ink/ink2001.xml"/><Relationship Id="rId67" Type="http://schemas.openxmlformats.org/officeDocument/2006/relationships/image" Target="../media/image521.png"/><Relationship Id="rId116" Type="http://schemas.openxmlformats.org/officeDocument/2006/relationships/customXml" Target="../ink/ink2036.xml"/><Relationship Id="rId137" Type="http://schemas.openxmlformats.org/officeDocument/2006/relationships/image" Target="../media/image1260.png"/><Relationship Id="rId20" Type="http://schemas.openxmlformats.org/officeDocument/2006/relationships/customXml" Target="../ink/ink1988.xml"/><Relationship Id="rId41" Type="http://schemas.openxmlformats.org/officeDocument/2006/relationships/image" Target="../media/image508.png"/><Relationship Id="rId62" Type="http://schemas.openxmlformats.org/officeDocument/2006/relationships/customXml" Target="../ink/ink2009.xml"/><Relationship Id="rId83" Type="http://schemas.openxmlformats.org/officeDocument/2006/relationships/image" Target="../media/image529.png"/><Relationship Id="rId88" Type="http://schemas.openxmlformats.org/officeDocument/2006/relationships/customXml" Target="../ink/ink2022.xml"/><Relationship Id="rId111" Type="http://schemas.openxmlformats.org/officeDocument/2006/relationships/image" Target="../media/image543.png"/><Relationship Id="rId132" Type="http://schemas.openxmlformats.org/officeDocument/2006/relationships/customXml" Target="../ink/ink2044.xml"/><Relationship Id="rId15" Type="http://schemas.openxmlformats.org/officeDocument/2006/relationships/image" Target="../media/image495.png"/><Relationship Id="rId36" Type="http://schemas.openxmlformats.org/officeDocument/2006/relationships/customXml" Target="../ink/ink1996.xml"/><Relationship Id="rId57" Type="http://schemas.openxmlformats.org/officeDocument/2006/relationships/image" Target="../media/image516.png"/><Relationship Id="rId106" Type="http://schemas.openxmlformats.org/officeDocument/2006/relationships/customXml" Target="../ink/ink2031.xml"/><Relationship Id="rId127" Type="http://schemas.openxmlformats.org/officeDocument/2006/relationships/image" Target="../media/image551.png"/><Relationship Id="rId10" Type="http://schemas.openxmlformats.org/officeDocument/2006/relationships/customXml" Target="../ink/ink1983.xml"/><Relationship Id="rId31" Type="http://schemas.openxmlformats.org/officeDocument/2006/relationships/image" Target="../media/image503.png"/><Relationship Id="rId52" Type="http://schemas.openxmlformats.org/officeDocument/2006/relationships/customXml" Target="../ink/ink2004.xml"/><Relationship Id="rId73" Type="http://schemas.openxmlformats.org/officeDocument/2006/relationships/image" Target="../media/image524.png"/><Relationship Id="rId78" Type="http://schemas.openxmlformats.org/officeDocument/2006/relationships/customXml" Target="../ink/ink2017.xml"/><Relationship Id="rId94" Type="http://schemas.openxmlformats.org/officeDocument/2006/relationships/customXml" Target="../ink/ink2025.xml"/><Relationship Id="rId99" Type="http://schemas.openxmlformats.org/officeDocument/2006/relationships/image" Target="../media/image537.png"/><Relationship Id="rId101" Type="http://schemas.openxmlformats.org/officeDocument/2006/relationships/image" Target="../media/image538.png"/><Relationship Id="rId122" Type="http://schemas.openxmlformats.org/officeDocument/2006/relationships/customXml" Target="../ink/ink2039.xml"/><Relationship Id="rId4" Type="http://schemas.openxmlformats.org/officeDocument/2006/relationships/customXml" Target="../ink/ink1980.xml"/><Relationship Id="rId9" Type="http://schemas.openxmlformats.org/officeDocument/2006/relationships/image" Target="../media/image492.png"/><Relationship Id="rId26" Type="http://schemas.openxmlformats.org/officeDocument/2006/relationships/customXml" Target="../ink/ink1991.xml"/><Relationship Id="rId47" Type="http://schemas.openxmlformats.org/officeDocument/2006/relationships/image" Target="../media/image511.png"/><Relationship Id="rId68" Type="http://schemas.openxmlformats.org/officeDocument/2006/relationships/customXml" Target="../ink/ink2012.xml"/><Relationship Id="rId89" Type="http://schemas.openxmlformats.org/officeDocument/2006/relationships/image" Target="../media/image532.png"/><Relationship Id="rId112" Type="http://schemas.openxmlformats.org/officeDocument/2006/relationships/customXml" Target="../ink/ink2034.xml"/><Relationship Id="rId133" Type="http://schemas.openxmlformats.org/officeDocument/2006/relationships/image" Target="../media/image12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BAAB91-82EB-F6B8-9DA1-57137CFDD11A}"/>
                  </a:ext>
                </a:extLst>
              </p14:cNvPr>
              <p14:cNvContentPartPr/>
              <p14:nvPr/>
            </p14:nvContentPartPr>
            <p14:xfrm>
              <a:off x="2251375" y="2339444"/>
              <a:ext cx="8640" cy="3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BAAB91-82EB-F6B8-9DA1-57137CFDD1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2735" y="2330804"/>
                <a:ext cx="2628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D1EE611-0AE1-656A-61B7-DC11A00787FD}"/>
              </a:ext>
            </a:extLst>
          </p:cNvPr>
          <p:cNvGrpSpPr/>
          <p:nvPr/>
        </p:nvGrpSpPr>
        <p:grpSpPr>
          <a:xfrm>
            <a:off x="5165924" y="228758"/>
            <a:ext cx="981360" cy="201600"/>
            <a:chOff x="5165924" y="228758"/>
            <a:chExt cx="98136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8B744DA-39B1-B7BB-C7C9-6C62DDC3B125}"/>
                    </a:ext>
                  </a:extLst>
                </p14:cNvPr>
                <p14:cNvContentPartPr/>
                <p14:nvPr/>
              </p14:nvContentPartPr>
              <p14:xfrm>
                <a:off x="5167004" y="229118"/>
                <a:ext cx="22680" cy="187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8B744DA-39B1-B7BB-C7C9-6C62DDC3B12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58004" y="220478"/>
                  <a:ext cx="40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86263D0-2BE2-A2FE-7296-565F426EADDB}"/>
                    </a:ext>
                  </a:extLst>
                </p14:cNvPr>
                <p14:cNvContentPartPr/>
                <p14:nvPr/>
              </p14:nvContentPartPr>
              <p14:xfrm>
                <a:off x="5165924" y="256478"/>
                <a:ext cx="108720" cy="84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86263D0-2BE2-A2FE-7296-565F426EAD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56924" y="247838"/>
                  <a:ext cx="126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F499A4C-4C38-A8EF-5A5F-41053A96C880}"/>
                    </a:ext>
                  </a:extLst>
                </p14:cNvPr>
                <p14:cNvContentPartPr/>
                <p14:nvPr/>
              </p14:nvContentPartPr>
              <p14:xfrm>
                <a:off x="5257004" y="228758"/>
                <a:ext cx="109080" cy="201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F499A4C-4C38-A8EF-5A5F-41053A96C88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48364" y="219758"/>
                  <a:ext cx="126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17D963B-16F7-7155-AE4C-9B5F48DDEDBE}"/>
                    </a:ext>
                  </a:extLst>
                </p14:cNvPr>
                <p14:cNvContentPartPr/>
                <p14:nvPr/>
              </p14:nvContentPartPr>
              <p14:xfrm>
                <a:off x="5391284" y="238478"/>
                <a:ext cx="374400" cy="189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17D963B-16F7-7155-AE4C-9B5F48DDED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82644" y="229478"/>
                  <a:ext cx="392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3F257D-2AD6-8F29-C9BA-789004F327E2}"/>
                    </a:ext>
                  </a:extLst>
                </p14:cNvPr>
                <p14:cNvContentPartPr/>
                <p14:nvPr/>
              </p14:nvContentPartPr>
              <p14:xfrm>
                <a:off x="5805284" y="370958"/>
                <a:ext cx="15480" cy="56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3F257D-2AD6-8F29-C9BA-789004F327E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96644" y="361958"/>
                  <a:ext cx="33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B359E8-001F-EF8E-6744-87C6BCD29E92}"/>
                    </a:ext>
                  </a:extLst>
                </p14:cNvPr>
                <p14:cNvContentPartPr/>
                <p14:nvPr/>
              </p14:nvContentPartPr>
              <p14:xfrm>
                <a:off x="5795924" y="318038"/>
                <a:ext cx="38880" cy="24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B359E8-001F-EF8E-6744-87C6BCD29E9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87284" y="309038"/>
                  <a:ext cx="56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9EDCD9-F441-C5BB-38C1-CA608FBA0960}"/>
                    </a:ext>
                  </a:extLst>
                </p14:cNvPr>
                <p14:cNvContentPartPr/>
                <p14:nvPr/>
              </p14:nvContentPartPr>
              <p14:xfrm>
                <a:off x="5885924" y="345398"/>
                <a:ext cx="78480" cy="72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9EDCD9-F441-C5BB-38C1-CA608FBA096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77284" y="336398"/>
                  <a:ext cx="96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59F6DA-DEC3-E6BE-799E-33F26A28DB0F}"/>
                    </a:ext>
                  </a:extLst>
                </p14:cNvPr>
                <p14:cNvContentPartPr/>
                <p14:nvPr/>
              </p14:nvContentPartPr>
              <p14:xfrm>
                <a:off x="6019484" y="341798"/>
                <a:ext cx="127800" cy="75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59F6DA-DEC3-E6BE-799E-33F26A28DB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10484" y="333158"/>
                  <a:ext cx="14544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3B3911-837A-5FAA-CDA2-BB9BA20F9BAD}"/>
              </a:ext>
            </a:extLst>
          </p:cNvPr>
          <p:cNvGrpSpPr/>
          <p:nvPr/>
        </p:nvGrpSpPr>
        <p:grpSpPr>
          <a:xfrm>
            <a:off x="6491804" y="162158"/>
            <a:ext cx="1131840" cy="616320"/>
            <a:chOff x="6491804" y="162158"/>
            <a:chExt cx="1131840" cy="61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FDC22D-7BD8-392E-7084-99748F5C10E7}"/>
                    </a:ext>
                  </a:extLst>
                </p14:cNvPr>
                <p14:cNvContentPartPr/>
                <p14:nvPr/>
              </p14:nvContentPartPr>
              <p14:xfrm>
                <a:off x="6491804" y="162158"/>
                <a:ext cx="388800" cy="282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FDC22D-7BD8-392E-7084-99748F5C10E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83164" y="153518"/>
                  <a:ext cx="4064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0E5B2A-FF69-4480-09AB-1A2E4773F129}"/>
                    </a:ext>
                  </a:extLst>
                </p14:cNvPr>
                <p14:cNvContentPartPr/>
                <p14:nvPr/>
              </p14:nvContentPartPr>
              <p14:xfrm>
                <a:off x="6916244" y="362318"/>
                <a:ext cx="128880" cy="66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0E5B2A-FF69-4480-09AB-1A2E4773F12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07244" y="353318"/>
                  <a:ext cx="146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EACC16-38A0-D0BA-666F-ACF4BE1A2CF8}"/>
                    </a:ext>
                  </a:extLst>
                </p14:cNvPr>
                <p14:cNvContentPartPr/>
                <p14:nvPr/>
              </p14:nvContentPartPr>
              <p14:xfrm>
                <a:off x="7060964" y="350798"/>
                <a:ext cx="135720" cy="67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BEACC16-38A0-D0BA-666F-ACF4BE1A2C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52324" y="342158"/>
                  <a:ext cx="153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E989B2C-10BE-5300-9C03-0CDC9D858DAB}"/>
                    </a:ext>
                  </a:extLst>
                </p14:cNvPr>
                <p14:cNvContentPartPr/>
                <p14:nvPr/>
              </p14:nvContentPartPr>
              <p14:xfrm>
                <a:off x="7231964" y="355478"/>
                <a:ext cx="20880" cy="44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E989B2C-10BE-5300-9C03-0CDC9D858D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23324" y="346838"/>
                  <a:ext cx="38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B9E0205-56C1-A14D-988B-9DBBEAE34CD5}"/>
                    </a:ext>
                  </a:extLst>
                </p14:cNvPr>
                <p14:cNvContentPartPr/>
                <p14:nvPr/>
              </p14:nvContentPartPr>
              <p14:xfrm>
                <a:off x="7255724" y="288518"/>
                <a:ext cx="25200" cy="27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B9E0205-56C1-A14D-988B-9DBBEAE34CD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46724" y="279518"/>
                  <a:ext cx="42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83F470-31A9-81AF-5C9A-B1691C9D2A7E}"/>
                    </a:ext>
                  </a:extLst>
                </p14:cNvPr>
                <p14:cNvContentPartPr/>
                <p14:nvPr/>
              </p14:nvContentPartPr>
              <p14:xfrm>
                <a:off x="7332044" y="343598"/>
                <a:ext cx="291600" cy="434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83F470-31A9-81AF-5C9A-B1691C9D2A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23044" y="334598"/>
                  <a:ext cx="309240" cy="45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7E12C29-5E5A-7598-B200-8BDE8ECB5946}"/>
              </a:ext>
            </a:extLst>
          </p:cNvPr>
          <p:cNvGrpSpPr/>
          <p:nvPr/>
        </p:nvGrpSpPr>
        <p:grpSpPr>
          <a:xfrm>
            <a:off x="973724" y="1025078"/>
            <a:ext cx="1793520" cy="381240"/>
            <a:chOff x="973724" y="1025078"/>
            <a:chExt cx="179352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1D31D86-C254-90C7-A6A3-63B0E682A77D}"/>
                    </a:ext>
                  </a:extLst>
                </p14:cNvPr>
                <p14:cNvContentPartPr/>
                <p14:nvPr/>
              </p14:nvContentPartPr>
              <p14:xfrm>
                <a:off x="973724" y="1142078"/>
                <a:ext cx="18720" cy="92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1D31D86-C254-90C7-A6A3-63B0E682A77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5084" y="1133438"/>
                  <a:ext cx="36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DF4B12-D104-E011-1E66-62E402C6194C}"/>
                    </a:ext>
                  </a:extLst>
                </p14:cNvPr>
                <p14:cNvContentPartPr/>
                <p14:nvPr/>
              </p14:nvContentPartPr>
              <p14:xfrm>
                <a:off x="1004324" y="1122638"/>
                <a:ext cx="76320" cy="207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DF4B12-D104-E011-1E66-62E402C6194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5324" y="1113998"/>
                  <a:ext cx="939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EEAB50D-AB62-3209-7B5F-318924E79BD6}"/>
                    </a:ext>
                  </a:extLst>
                </p14:cNvPr>
                <p14:cNvContentPartPr/>
                <p14:nvPr/>
              </p14:nvContentPartPr>
              <p14:xfrm>
                <a:off x="1231124" y="1056758"/>
                <a:ext cx="258120" cy="288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EEAB50D-AB62-3209-7B5F-318924E79BD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22124" y="1048118"/>
                  <a:ext cx="2757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DDB1C9-C351-4658-9913-00B6CE2F7FC4}"/>
                    </a:ext>
                  </a:extLst>
                </p14:cNvPr>
                <p14:cNvContentPartPr/>
                <p14:nvPr/>
              </p14:nvContentPartPr>
              <p14:xfrm>
                <a:off x="1567004" y="1189238"/>
                <a:ext cx="176760" cy="217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DDB1C9-C351-4658-9913-00B6CE2F7F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58004" y="1180598"/>
                  <a:ext cx="194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D7401A4-F996-8AE3-6DEA-54BC35560F13}"/>
                    </a:ext>
                  </a:extLst>
                </p14:cNvPr>
                <p14:cNvContentPartPr/>
                <p14:nvPr/>
              </p14:nvContentPartPr>
              <p14:xfrm>
                <a:off x="1747364" y="1190318"/>
                <a:ext cx="61560" cy="96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D7401A4-F996-8AE3-6DEA-54BC35560F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38724" y="1181678"/>
                  <a:ext cx="79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DCE84B4-526E-7F5C-30C5-0C890045D76C}"/>
                    </a:ext>
                  </a:extLst>
                </p14:cNvPr>
                <p14:cNvContentPartPr/>
                <p14:nvPr/>
              </p14:nvContentPartPr>
              <p14:xfrm>
                <a:off x="1830524" y="1180958"/>
                <a:ext cx="94320" cy="88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DCE84B4-526E-7F5C-30C5-0C890045D7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21884" y="1171958"/>
                  <a:ext cx="111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F134F2A-69A5-94CE-7BE5-67409DB94E3F}"/>
                    </a:ext>
                  </a:extLst>
                </p14:cNvPr>
                <p14:cNvContentPartPr/>
                <p14:nvPr/>
              </p14:nvContentPartPr>
              <p14:xfrm>
                <a:off x="1954364" y="1183838"/>
                <a:ext cx="92880" cy="88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F134F2A-69A5-94CE-7BE5-67409DB94E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45364" y="1175198"/>
                  <a:ext cx="110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BC6F94D-EFCA-9E4E-1665-9589B70CBF0E}"/>
                    </a:ext>
                  </a:extLst>
                </p14:cNvPr>
                <p14:cNvContentPartPr/>
                <p14:nvPr/>
              </p14:nvContentPartPr>
              <p14:xfrm>
                <a:off x="2100524" y="1191398"/>
                <a:ext cx="26280" cy="64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BC6F94D-EFCA-9E4E-1665-9589B70CBF0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91524" y="1182758"/>
                  <a:ext cx="43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4C1ABE-8C6A-FC3A-2204-182018D57A15}"/>
                    </a:ext>
                  </a:extLst>
                </p14:cNvPr>
                <p14:cNvContentPartPr/>
                <p14:nvPr/>
              </p14:nvContentPartPr>
              <p14:xfrm>
                <a:off x="2129684" y="1178798"/>
                <a:ext cx="66240" cy="98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4C1ABE-8C6A-FC3A-2204-182018D57A1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20684" y="1170158"/>
                  <a:ext cx="83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434B85-DE41-7E3F-840E-C684A725C959}"/>
                    </a:ext>
                  </a:extLst>
                </p14:cNvPr>
                <p14:cNvContentPartPr/>
                <p14:nvPr/>
              </p14:nvContentPartPr>
              <p14:xfrm>
                <a:off x="2218604" y="1226318"/>
                <a:ext cx="17640" cy="51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434B85-DE41-7E3F-840E-C684A725C95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09604" y="1217318"/>
                  <a:ext cx="35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DE31184-0A87-1F15-072E-3AC29BC30150}"/>
                    </a:ext>
                  </a:extLst>
                </p14:cNvPr>
                <p14:cNvContentPartPr/>
                <p14:nvPr/>
              </p14:nvContentPartPr>
              <p14:xfrm>
                <a:off x="2256044" y="1146758"/>
                <a:ext cx="19080" cy="3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DE31184-0A87-1F15-072E-3AC29BC3015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47404" y="1137758"/>
                  <a:ext cx="36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CAD0386-1D3D-260F-D316-97905920919A}"/>
                    </a:ext>
                  </a:extLst>
                </p14:cNvPr>
                <p14:cNvContentPartPr/>
                <p14:nvPr/>
              </p14:nvContentPartPr>
              <p14:xfrm>
                <a:off x="2321204" y="1166558"/>
                <a:ext cx="65160" cy="115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AD0386-1D3D-260F-D316-9790592091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12204" y="1157558"/>
                  <a:ext cx="82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6BF1293-F004-2D12-E66D-F7A7B1E862A7}"/>
                    </a:ext>
                  </a:extLst>
                </p14:cNvPr>
                <p14:cNvContentPartPr/>
                <p14:nvPr/>
              </p14:nvContentPartPr>
              <p14:xfrm>
                <a:off x="2416244" y="1025078"/>
                <a:ext cx="351000" cy="325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6BF1293-F004-2D12-E66D-F7A7B1E862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07244" y="1016078"/>
                  <a:ext cx="368640" cy="34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753E873-F4FD-9F48-9908-ABB5ADCE2578}"/>
              </a:ext>
            </a:extLst>
          </p:cNvPr>
          <p:cNvGrpSpPr/>
          <p:nvPr/>
        </p:nvGrpSpPr>
        <p:grpSpPr>
          <a:xfrm>
            <a:off x="7508084" y="1077998"/>
            <a:ext cx="1772280" cy="432720"/>
            <a:chOff x="7508084" y="1077998"/>
            <a:chExt cx="177228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74F0BC9-C91F-41A1-BE0A-D26CAF76D47F}"/>
                    </a:ext>
                  </a:extLst>
                </p14:cNvPr>
                <p14:cNvContentPartPr/>
                <p14:nvPr/>
              </p14:nvContentPartPr>
              <p14:xfrm>
                <a:off x="7508084" y="1155758"/>
                <a:ext cx="140040" cy="150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74F0BC9-C91F-41A1-BE0A-D26CAF76D4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99084" y="1147118"/>
                  <a:ext cx="1576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FC219F2-EB3B-C43B-6751-EF31B67D431A}"/>
                    </a:ext>
                  </a:extLst>
                </p14:cNvPr>
                <p14:cNvContentPartPr/>
                <p14:nvPr/>
              </p14:nvContentPartPr>
              <p14:xfrm>
                <a:off x="7657844" y="1194638"/>
                <a:ext cx="60840" cy="181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FC219F2-EB3B-C43B-6751-EF31B67D431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48844" y="1185998"/>
                  <a:ext cx="78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14AB78D-C402-1767-D881-FFF9F04C9D07}"/>
                    </a:ext>
                  </a:extLst>
                </p14:cNvPr>
                <p14:cNvContentPartPr/>
                <p14:nvPr/>
              </p14:nvContentPartPr>
              <p14:xfrm>
                <a:off x="7860884" y="1077998"/>
                <a:ext cx="217440" cy="285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14AB78D-C402-1767-D881-FFF9F04C9D0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51884" y="1068998"/>
                  <a:ext cx="2350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06575EA-A907-E3DA-1A17-7497121743CA}"/>
                    </a:ext>
                  </a:extLst>
                </p14:cNvPr>
                <p14:cNvContentPartPr/>
                <p14:nvPr/>
              </p14:nvContentPartPr>
              <p14:xfrm>
                <a:off x="7823804" y="1139918"/>
                <a:ext cx="27720" cy="6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06575EA-A907-E3DA-1A17-7497121743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14804" y="1130918"/>
                  <a:ext cx="45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F454B49-A037-BC65-EA87-3695E34FFD90}"/>
                    </a:ext>
                  </a:extLst>
                </p14:cNvPr>
                <p14:cNvContentPartPr/>
                <p14:nvPr/>
              </p14:nvContentPartPr>
              <p14:xfrm>
                <a:off x="8105684" y="1234238"/>
                <a:ext cx="105120" cy="96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F454B49-A037-BC65-EA87-3695E34FFD9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97044" y="1225238"/>
                  <a:ext cx="122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24AA555-221E-608C-78CE-1619116F1D2E}"/>
                    </a:ext>
                  </a:extLst>
                </p14:cNvPr>
                <p14:cNvContentPartPr/>
                <p14:nvPr/>
              </p14:nvContentPartPr>
              <p14:xfrm>
                <a:off x="8231324" y="1240718"/>
                <a:ext cx="77400" cy="97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24AA555-221E-608C-78CE-1619116F1D2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22324" y="1231718"/>
                  <a:ext cx="95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ABED317-EC76-B429-C2A3-64C914D9565D}"/>
                    </a:ext>
                  </a:extLst>
                </p14:cNvPr>
                <p14:cNvContentPartPr/>
                <p14:nvPr/>
              </p14:nvContentPartPr>
              <p14:xfrm>
                <a:off x="8330684" y="1253678"/>
                <a:ext cx="196560" cy="257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ABED317-EC76-B429-C2A3-64C914D956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21684" y="1244678"/>
                  <a:ext cx="2142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3FDE5F-DB5C-DA2C-BDC5-C393889833AB}"/>
                    </a:ext>
                  </a:extLst>
                </p14:cNvPr>
                <p14:cNvContentPartPr/>
                <p14:nvPr/>
              </p14:nvContentPartPr>
              <p14:xfrm>
                <a:off x="8505644" y="1259078"/>
                <a:ext cx="47160" cy="106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3FDE5F-DB5C-DA2C-BDC5-C393889833A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96644" y="1250438"/>
                  <a:ext cx="64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603BBB4-D3C4-9DFA-8E6A-F7F3E3F71B16}"/>
                    </a:ext>
                  </a:extLst>
                </p14:cNvPr>
                <p14:cNvContentPartPr/>
                <p14:nvPr/>
              </p14:nvContentPartPr>
              <p14:xfrm>
                <a:off x="8571524" y="1251158"/>
                <a:ext cx="76320" cy="87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603BBB4-D3C4-9DFA-8E6A-F7F3E3F71B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62524" y="1242518"/>
                  <a:ext cx="93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A9A136-716B-2E02-1378-84823D01AD19}"/>
                    </a:ext>
                  </a:extLst>
                </p14:cNvPr>
                <p14:cNvContentPartPr/>
                <p14:nvPr/>
              </p14:nvContentPartPr>
              <p14:xfrm>
                <a:off x="8665124" y="1255118"/>
                <a:ext cx="53280" cy="73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A9A136-716B-2E02-1378-84823D01AD1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56484" y="1246478"/>
                  <a:ext cx="70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E4605D3-7707-FED1-16A8-DD188E1BC906}"/>
                    </a:ext>
                  </a:extLst>
                </p14:cNvPr>
                <p14:cNvContentPartPr/>
                <p14:nvPr/>
              </p14:nvContentPartPr>
              <p14:xfrm>
                <a:off x="8752604" y="1254038"/>
                <a:ext cx="43920" cy="56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E4605D3-7707-FED1-16A8-DD188E1BC90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43604" y="1245398"/>
                  <a:ext cx="61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2B5CD7-DE45-36E5-93E3-2F80D17CBEA1}"/>
                    </a:ext>
                  </a:extLst>
                </p14:cNvPr>
                <p14:cNvContentPartPr/>
                <p14:nvPr/>
              </p14:nvContentPartPr>
              <p14:xfrm>
                <a:off x="8792564" y="1236398"/>
                <a:ext cx="52560" cy="82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2B5CD7-DE45-36E5-93E3-2F80D17CBE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83924" y="1227758"/>
                  <a:ext cx="70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8C2D7DE-D892-74D0-17B3-E310B923613D}"/>
                    </a:ext>
                  </a:extLst>
                </p14:cNvPr>
                <p14:cNvContentPartPr/>
                <p14:nvPr/>
              </p14:nvContentPartPr>
              <p14:xfrm>
                <a:off x="8887964" y="1270598"/>
                <a:ext cx="28080" cy="55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8C2D7DE-D892-74D0-17B3-E310B923613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78964" y="1261598"/>
                  <a:ext cx="45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37ADFAD-EA37-4A89-AB9F-7DAA68A054C0}"/>
                    </a:ext>
                  </a:extLst>
                </p14:cNvPr>
                <p14:cNvContentPartPr/>
                <p14:nvPr/>
              </p14:nvContentPartPr>
              <p14:xfrm>
                <a:off x="8904164" y="1214798"/>
                <a:ext cx="7560" cy="3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7ADFAD-EA37-4A89-AB9F-7DAA68A054C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95524" y="1206158"/>
                  <a:ext cx="25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4CB82E3-4A86-7585-34B9-84689FDEFDC2}"/>
                    </a:ext>
                  </a:extLst>
                </p14:cNvPr>
                <p14:cNvContentPartPr/>
                <p14:nvPr/>
              </p14:nvContentPartPr>
              <p14:xfrm>
                <a:off x="8961764" y="1236038"/>
                <a:ext cx="65880" cy="102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4CB82E3-4A86-7585-34B9-84689FDEFD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953124" y="1227038"/>
                  <a:ext cx="83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9FB900-7161-658B-BF34-BA7637229C4D}"/>
                    </a:ext>
                  </a:extLst>
                </p14:cNvPr>
                <p14:cNvContentPartPr/>
                <p14:nvPr/>
              </p14:nvContentPartPr>
              <p14:xfrm>
                <a:off x="9035204" y="1255118"/>
                <a:ext cx="79200" cy="65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9FB900-7161-658B-BF34-BA7637229C4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26204" y="1246478"/>
                  <a:ext cx="968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49E46BB-C996-BF7A-028B-BECEC7728181}"/>
                    </a:ext>
                  </a:extLst>
                </p14:cNvPr>
                <p14:cNvContentPartPr/>
                <p14:nvPr/>
              </p14:nvContentPartPr>
              <p14:xfrm>
                <a:off x="9156884" y="1117598"/>
                <a:ext cx="123480" cy="313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49E46BB-C996-BF7A-028B-BECEC772818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48244" y="1108958"/>
                  <a:ext cx="14112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DD1128F-AF8D-BCAB-EE3A-D821BE4F405E}"/>
              </a:ext>
            </a:extLst>
          </p:cNvPr>
          <p:cNvGrpSpPr/>
          <p:nvPr/>
        </p:nvGrpSpPr>
        <p:grpSpPr>
          <a:xfrm>
            <a:off x="919364" y="1472198"/>
            <a:ext cx="1092240" cy="398880"/>
            <a:chOff x="919364" y="1472198"/>
            <a:chExt cx="1092240" cy="39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BF8616F-23EF-0376-C49A-7D2970809305}"/>
                    </a:ext>
                  </a:extLst>
                </p14:cNvPr>
                <p14:cNvContentPartPr/>
                <p14:nvPr/>
              </p14:nvContentPartPr>
              <p14:xfrm>
                <a:off x="981284" y="1472198"/>
                <a:ext cx="1030320" cy="339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BF8616F-23EF-0376-C49A-7D29708093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72284" y="1463558"/>
                  <a:ext cx="10479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28E93BD-FE44-3DC7-7AB6-7E763E61BA58}"/>
                    </a:ext>
                  </a:extLst>
                </p14:cNvPr>
                <p14:cNvContentPartPr/>
                <p14:nvPr/>
              </p14:nvContentPartPr>
              <p14:xfrm>
                <a:off x="919364" y="1770278"/>
                <a:ext cx="113040" cy="48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28E93BD-FE44-3DC7-7AB6-7E763E61BA5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0364" y="1761278"/>
                  <a:ext cx="130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5C36905-C50B-C241-0B00-B4C749B4CF64}"/>
                    </a:ext>
                  </a:extLst>
                </p14:cNvPr>
                <p14:cNvContentPartPr/>
                <p14:nvPr/>
              </p14:nvContentPartPr>
              <p14:xfrm>
                <a:off x="1001804" y="1769558"/>
                <a:ext cx="75600" cy="101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5C36905-C50B-C241-0B00-B4C749B4CF6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2804" y="1760918"/>
                  <a:ext cx="9324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8C310C2-03E4-8DCF-90C7-C8FFAE64706E}"/>
              </a:ext>
            </a:extLst>
          </p:cNvPr>
          <p:cNvGrpSpPr/>
          <p:nvPr/>
        </p:nvGrpSpPr>
        <p:grpSpPr>
          <a:xfrm>
            <a:off x="173084" y="2024078"/>
            <a:ext cx="1245240" cy="455040"/>
            <a:chOff x="173084" y="2024078"/>
            <a:chExt cx="124524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1A2A5EC-5B0C-0E4E-EC6C-2EDCCC42FAB5}"/>
                    </a:ext>
                  </a:extLst>
                </p14:cNvPr>
                <p14:cNvContentPartPr/>
                <p14:nvPr/>
              </p14:nvContentPartPr>
              <p14:xfrm>
                <a:off x="267044" y="2024078"/>
                <a:ext cx="18000" cy="251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1A2A5EC-5B0C-0E4E-EC6C-2EDCCC42FA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8044" y="2015438"/>
                  <a:ext cx="356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11B3B65-36D4-46B4-7836-C525AE722543}"/>
                    </a:ext>
                  </a:extLst>
                </p14:cNvPr>
                <p14:cNvContentPartPr/>
                <p14:nvPr/>
              </p14:nvContentPartPr>
              <p14:xfrm>
                <a:off x="173084" y="2025158"/>
                <a:ext cx="228240" cy="218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11B3B65-36D4-46B4-7836-C525AE72254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4084" y="2016518"/>
                  <a:ext cx="245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23FBB0A-9E52-C8A4-B114-DE74EB3F4B10}"/>
                    </a:ext>
                  </a:extLst>
                </p14:cNvPr>
                <p14:cNvContentPartPr/>
                <p14:nvPr/>
              </p14:nvContentPartPr>
              <p14:xfrm>
                <a:off x="395924" y="2159438"/>
                <a:ext cx="104040" cy="91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23FBB0A-9E52-C8A4-B114-DE74EB3F4B1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7284" y="2150798"/>
                  <a:ext cx="121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4AAA18D-3A06-157E-10E3-B2A47D88177B}"/>
                    </a:ext>
                  </a:extLst>
                </p14:cNvPr>
                <p14:cNvContentPartPr/>
                <p14:nvPr/>
              </p14:nvContentPartPr>
              <p14:xfrm>
                <a:off x="518684" y="2159798"/>
                <a:ext cx="95400" cy="319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4AAA18D-3A06-157E-10E3-B2A47D88177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9684" y="2151158"/>
                  <a:ext cx="1130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6E88424-9368-43AF-C583-8C0EECA87FB4}"/>
                    </a:ext>
                  </a:extLst>
                </p14:cNvPr>
                <p14:cNvContentPartPr/>
                <p14:nvPr/>
              </p14:nvContentPartPr>
              <p14:xfrm>
                <a:off x="662684" y="2172038"/>
                <a:ext cx="110160" cy="84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6E88424-9368-43AF-C583-8C0EECA87FB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4044" y="2163038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5E0F105-B11F-A300-7BE6-3178E4247D88}"/>
                    </a:ext>
                  </a:extLst>
                </p14:cNvPr>
                <p14:cNvContentPartPr/>
                <p14:nvPr/>
              </p14:nvContentPartPr>
              <p14:xfrm>
                <a:off x="775724" y="2170238"/>
                <a:ext cx="113040" cy="86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5E0F105-B11F-A300-7BE6-3178E4247D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6724" y="2161238"/>
                  <a:ext cx="130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FF8081E-3E72-9ABB-3A26-ED9C4AD4E343}"/>
                    </a:ext>
                  </a:extLst>
                </p14:cNvPr>
                <p14:cNvContentPartPr/>
                <p14:nvPr/>
              </p14:nvContentPartPr>
              <p14:xfrm>
                <a:off x="917924" y="2137118"/>
                <a:ext cx="61560" cy="110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FF8081E-3E72-9ABB-3A26-ED9C4AD4E34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9284" y="2128478"/>
                  <a:ext cx="79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7A925E2-E940-98BB-46C6-00FE7277DF1B}"/>
                    </a:ext>
                  </a:extLst>
                </p14:cNvPr>
                <p14:cNvContentPartPr/>
                <p14:nvPr/>
              </p14:nvContentPartPr>
              <p14:xfrm>
                <a:off x="1014404" y="2146478"/>
                <a:ext cx="61200" cy="109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7A925E2-E940-98BB-46C6-00FE7277DF1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5764" y="2137478"/>
                  <a:ext cx="78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0A72625-7D41-5AF6-EBA7-674A37C3B020}"/>
                    </a:ext>
                  </a:extLst>
                </p14:cNvPr>
                <p14:cNvContentPartPr/>
                <p14:nvPr/>
              </p14:nvContentPartPr>
              <p14:xfrm>
                <a:off x="1093964" y="2180318"/>
                <a:ext cx="19080" cy="72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0A72625-7D41-5AF6-EBA7-674A37C3B02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4964" y="2171678"/>
                  <a:ext cx="367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3460B27-E6FC-0BDF-17A4-40A35A792AEC}"/>
                    </a:ext>
                  </a:extLst>
                </p14:cNvPr>
                <p14:cNvContentPartPr/>
                <p14:nvPr/>
              </p14:nvContentPartPr>
              <p14:xfrm>
                <a:off x="1105484" y="2133878"/>
                <a:ext cx="15480" cy="12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3460B27-E6FC-0BDF-17A4-40A35A792AE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6484" y="2125238"/>
                  <a:ext cx="33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64A1E39-AFCC-92CC-E4AE-F346F911FBC1}"/>
                    </a:ext>
                  </a:extLst>
                </p14:cNvPr>
                <p14:cNvContentPartPr/>
                <p14:nvPr/>
              </p14:nvContentPartPr>
              <p14:xfrm>
                <a:off x="1177844" y="2161958"/>
                <a:ext cx="48960" cy="79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64A1E39-AFCC-92CC-E4AE-F346F911FBC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69204" y="2152958"/>
                  <a:ext cx="666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658C6B2-01FC-3297-CEEF-69CD7F4675B9}"/>
                    </a:ext>
                  </a:extLst>
                </p14:cNvPr>
                <p14:cNvContentPartPr/>
                <p14:nvPr/>
              </p14:nvContentPartPr>
              <p14:xfrm>
                <a:off x="1269644" y="2151518"/>
                <a:ext cx="148680" cy="140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658C6B2-01FC-3297-CEEF-69CD7F4675B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61004" y="2142518"/>
                  <a:ext cx="16632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5D859C0-4EA8-CE83-670E-93E21D2F2744}"/>
              </a:ext>
            </a:extLst>
          </p:cNvPr>
          <p:cNvGrpSpPr/>
          <p:nvPr/>
        </p:nvGrpSpPr>
        <p:grpSpPr>
          <a:xfrm>
            <a:off x="2020244" y="1654358"/>
            <a:ext cx="1799280" cy="158040"/>
            <a:chOff x="2020244" y="1654358"/>
            <a:chExt cx="179928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88C3282-560F-8763-C685-1A1646CF312E}"/>
                    </a:ext>
                  </a:extLst>
                </p14:cNvPr>
                <p14:cNvContentPartPr/>
                <p14:nvPr/>
              </p14:nvContentPartPr>
              <p14:xfrm>
                <a:off x="2020244" y="1654358"/>
                <a:ext cx="1734840" cy="140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88C3282-560F-8763-C685-1A1646CF312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011604" y="1645358"/>
                  <a:ext cx="1752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67CC211-765E-345A-1D4F-9F44C015AD96}"/>
                    </a:ext>
                  </a:extLst>
                </p14:cNvPr>
                <p14:cNvContentPartPr/>
                <p14:nvPr/>
              </p14:nvContentPartPr>
              <p14:xfrm>
                <a:off x="3678044" y="1767398"/>
                <a:ext cx="48240" cy="31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67CC211-765E-345A-1D4F-9F44C015AD9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69044" y="1758398"/>
                  <a:ext cx="65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4D70910-EF8B-60DD-D97F-FBC366CFCFE6}"/>
                    </a:ext>
                  </a:extLst>
                </p14:cNvPr>
                <p14:cNvContentPartPr/>
                <p14:nvPr/>
              </p14:nvContentPartPr>
              <p14:xfrm>
                <a:off x="3747524" y="1754798"/>
                <a:ext cx="72000" cy="57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4D70910-EF8B-60DD-D97F-FBC366CFCFE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38884" y="1746158"/>
                  <a:ext cx="8964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41DDBB0-DF27-9882-87AB-1ECD9784558D}"/>
              </a:ext>
            </a:extLst>
          </p:cNvPr>
          <p:cNvGrpSpPr/>
          <p:nvPr/>
        </p:nvGrpSpPr>
        <p:grpSpPr>
          <a:xfrm>
            <a:off x="3283124" y="2057558"/>
            <a:ext cx="1655280" cy="250200"/>
            <a:chOff x="3283124" y="2057558"/>
            <a:chExt cx="165528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463880F-7508-D60C-E7E7-106D28361874}"/>
                    </a:ext>
                  </a:extLst>
                </p14:cNvPr>
                <p14:cNvContentPartPr/>
                <p14:nvPr/>
              </p14:nvContentPartPr>
              <p14:xfrm>
                <a:off x="3283124" y="2061158"/>
                <a:ext cx="551160" cy="228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463880F-7508-D60C-E7E7-106D2836187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274124" y="2052518"/>
                  <a:ext cx="568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5385EB3-3B40-AF43-042B-6B530A24F455}"/>
                    </a:ext>
                  </a:extLst>
                </p14:cNvPr>
                <p14:cNvContentPartPr/>
                <p14:nvPr/>
              </p14:nvContentPartPr>
              <p14:xfrm>
                <a:off x="3869564" y="2154038"/>
                <a:ext cx="55440" cy="79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5385EB3-3B40-AF43-042B-6B530A24F45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860564" y="2145398"/>
                  <a:ext cx="73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9978476-5913-ADD0-AD8F-9566A8A53BCF}"/>
                    </a:ext>
                  </a:extLst>
                </p14:cNvPr>
                <p14:cNvContentPartPr/>
                <p14:nvPr/>
              </p14:nvContentPartPr>
              <p14:xfrm>
                <a:off x="3992684" y="2165918"/>
                <a:ext cx="29880" cy="60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9978476-5913-ADD0-AD8F-9566A8A53BC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83684" y="2156918"/>
                  <a:ext cx="47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179BF58-AED2-98CD-C91C-53A2DB1BB560}"/>
                    </a:ext>
                  </a:extLst>
                </p14:cNvPr>
                <p14:cNvContentPartPr/>
                <p14:nvPr/>
              </p14:nvContentPartPr>
              <p14:xfrm>
                <a:off x="3998804" y="2127758"/>
                <a:ext cx="11160" cy="11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179BF58-AED2-98CD-C91C-53A2DB1BB56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89804" y="2118758"/>
                  <a:ext cx="28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4CE3BD8-A6E2-74EC-4E5B-D584BB70B7BE}"/>
                    </a:ext>
                  </a:extLst>
                </p14:cNvPr>
                <p14:cNvContentPartPr/>
                <p14:nvPr/>
              </p14:nvContentPartPr>
              <p14:xfrm>
                <a:off x="4069724" y="2057558"/>
                <a:ext cx="104040" cy="230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4CE3BD8-A6E2-74EC-4E5B-D584BB70B7B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60724" y="2048918"/>
                  <a:ext cx="1216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0DA2E9D-DA7F-9934-100B-7420DF0C849B}"/>
                    </a:ext>
                  </a:extLst>
                </p14:cNvPr>
                <p14:cNvContentPartPr/>
                <p14:nvPr/>
              </p14:nvContentPartPr>
              <p14:xfrm>
                <a:off x="4091324" y="2187878"/>
                <a:ext cx="144000" cy="57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0DA2E9D-DA7F-9934-100B-7420DF0C849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82684" y="2179238"/>
                  <a:ext cx="161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29E816E-A1F6-25C5-3B32-8F422C5097F4}"/>
                    </a:ext>
                  </a:extLst>
                </p14:cNvPr>
                <p14:cNvContentPartPr/>
                <p14:nvPr/>
              </p14:nvContentPartPr>
              <p14:xfrm>
                <a:off x="4231364" y="2142878"/>
                <a:ext cx="27720" cy="15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29E816E-A1F6-25C5-3B32-8F422C5097F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22724" y="2133878"/>
                  <a:ext cx="45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ECD1A69-84F8-9478-C89D-50DCFC654CDF}"/>
                    </a:ext>
                  </a:extLst>
                </p14:cNvPr>
                <p14:cNvContentPartPr/>
                <p14:nvPr/>
              </p14:nvContentPartPr>
              <p14:xfrm>
                <a:off x="4305164" y="2144318"/>
                <a:ext cx="101880" cy="85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ECD1A69-84F8-9478-C89D-50DCFC654CD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96524" y="2135318"/>
                  <a:ext cx="1195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7179616-237F-3F8F-CC45-9202C08B2617}"/>
                    </a:ext>
                  </a:extLst>
                </p14:cNvPr>
                <p14:cNvContentPartPr/>
                <p14:nvPr/>
              </p14:nvContentPartPr>
              <p14:xfrm>
                <a:off x="4406684" y="2118038"/>
                <a:ext cx="174240" cy="113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7179616-237F-3F8F-CC45-9202C08B261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98044" y="2109038"/>
                  <a:ext cx="191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86B565E-15DE-D521-4FEA-8164118E557A}"/>
                    </a:ext>
                  </a:extLst>
                </p14:cNvPr>
                <p14:cNvContentPartPr/>
                <p14:nvPr/>
              </p14:nvContentPartPr>
              <p14:xfrm>
                <a:off x="4547804" y="2162318"/>
                <a:ext cx="109800" cy="62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86B565E-15DE-D521-4FEA-8164118E557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39164" y="2153678"/>
                  <a:ext cx="1274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ACC2694-00C2-D082-AFA3-71D374AB8D72}"/>
                    </a:ext>
                  </a:extLst>
                </p14:cNvPr>
                <p14:cNvContentPartPr/>
                <p14:nvPr/>
              </p14:nvContentPartPr>
              <p14:xfrm>
                <a:off x="4666964" y="2119118"/>
                <a:ext cx="21600" cy="16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ACC2694-00C2-D082-AFA3-71D374AB8D7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57964" y="2110478"/>
                  <a:ext cx="39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5339A3A-CB18-A680-76D5-0764FBD12F5A}"/>
                    </a:ext>
                  </a:extLst>
                </p14:cNvPr>
                <p14:cNvContentPartPr/>
                <p14:nvPr/>
              </p14:nvContentPartPr>
              <p14:xfrm>
                <a:off x="4714484" y="2137838"/>
                <a:ext cx="67320" cy="75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5339A3A-CB18-A680-76D5-0764FBD12F5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05484" y="2129198"/>
                  <a:ext cx="84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10B192E-EEA3-35D6-DE32-2D55F967C320}"/>
                    </a:ext>
                  </a:extLst>
                </p14:cNvPr>
                <p14:cNvContentPartPr/>
                <p14:nvPr/>
              </p14:nvContentPartPr>
              <p14:xfrm>
                <a:off x="4820684" y="2136758"/>
                <a:ext cx="117720" cy="171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10B192E-EEA3-35D6-DE32-2D55F967C32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12044" y="2127758"/>
                  <a:ext cx="13536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D0762E9-F089-B0EE-779C-E3F0F8ED6ECE}"/>
              </a:ext>
            </a:extLst>
          </p:cNvPr>
          <p:cNvGrpSpPr/>
          <p:nvPr/>
        </p:nvGrpSpPr>
        <p:grpSpPr>
          <a:xfrm>
            <a:off x="713084" y="2423678"/>
            <a:ext cx="1508400" cy="601920"/>
            <a:chOff x="713084" y="2423678"/>
            <a:chExt cx="1508400" cy="60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C27C2C6-7C4F-CFE5-536A-416862B5AD35}"/>
                    </a:ext>
                  </a:extLst>
                </p14:cNvPr>
                <p14:cNvContentPartPr/>
                <p14:nvPr/>
              </p14:nvContentPartPr>
              <p14:xfrm>
                <a:off x="713084" y="2423678"/>
                <a:ext cx="138600" cy="412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C27C2C6-7C4F-CFE5-536A-416862B5AD3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4444" y="2415038"/>
                  <a:ext cx="1562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F04FA1C-8E39-A03A-66C2-7B3AB53E6E7A}"/>
                    </a:ext>
                  </a:extLst>
                </p14:cNvPr>
                <p14:cNvContentPartPr/>
                <p14:nvPr/>
              </p14:nvContentPartPr>
              <p14:xfrm>
                <a:off x="859964" y="2771078"/>
                <a:ext cx="29880" cy="114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F04FA1C-8E39-A03A-66C2-7B3AB53E6E7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0964" y="2762438"/>
                  <a:ext cx="47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96607AD-7B16-BB90-0390-1FE8E82E754D}"/>
                    </a:ext>
                  </a:extLst>
                </p14:cNvPr>
                <p14:cNvContentPartPr/>
                <p14:nvPr/>
              </p14:nvContentPartPr>
              <p14:xfrm>
                <a:off x="1097564" y="2800598"/>
                <a:ext cx="32400" cy="105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96607AD-7B16-BB90-0390-1FE8E82E754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8564" y="2791958"/>
                  <a:ext cx="50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5D32201-EB2E-E9F7-F547-BECD80A7EB00}"/>
                    </a:ext>
                  </a:extLst>
                </p14:cNvPr>
                <p14:cNvContentPartPr/>
                <p14:nvPr/>
              </p14:nvContentPartPr>
              <p14:xfrm>
                <a:off x="1079924" y="2804558"/>
                <a:ext cx="50040" cy="33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5D32201-EB2E-E9F7-F547-BECD80A7EB0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1284" y="2795558"/>
                  <a:ext cx="67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C2ED10A-B7BE-4C80-1BF1-57A20099E44E}"/>
                    </a:ext>
                  </a:extLst>
                </p14:cNvPr>
                <p14:cNvContentPartPr/>
                <p14:nvPr/>
              </p14:nvContentPartPr>
              <p14:xfrm>
                <a:off x="1068044" y="2832278"/>
                <a:ext cx="54720" cy="51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C2ED10A-B7BE-4C80-1BF1-57A20099E44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9044" y="2823638"/>
                  <a:ext cx="72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140F613-2291-9EC3-876F-C8E6AA20D3D2}"/>
                    </a:ext>
                  </a:extLst>
                </p14:cNvPr>
                <p14:cNvContentPartPr/>
                <p14:nvPr/>
              </p14:nvContentPartPr>
              <p14:xfrm>
                <a:off x="1079204" y="2924078"/>
                <a:ext cx="142920" cy="30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140F613-2291-9EC3-876F-C8E6AA20D3D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0564" y="2915078"/>
                  <a:ext cx="160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A1F44EE-5B57-E4CD-297E-BC7774B1064F}"/>
                    </a:ext>
                  </a:extLst>
                </p14:cNvPr>
                <p14:cNvContentPartPr/>
                <p14:nvPr/>
              </p14:nvContentPartPr>
              <p14:xfrm>
                <a:off x="1215644" y="2847758"/>
                <a:ext cx="70200" cy="177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A1F44EE-5B57-E4CD-297E-BC7774B1064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07004" y="2839118"/>
                  <a:ext cx="87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EB5E782-6692-6E2F-1EA6-9B52090B1617}"/>
                    </a:ext>
                  </a:extLst>
                </p14:cNvPr>
                <p14:cNvContentPartPr/>
                <p14:nvPr/>
              </p14:nvContentPartPr>
              <p14:xfrm>
                <a:off x="1428404" y="2713838"/>
                <a:ext cx="176400" cy="267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EB5E782-6692-6E2F-1EA6-9B52090B161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419404" y="2704838"/>
                  <a:ext cx="1940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F918A82-3747-CDDC-64D8-1D4FCC1667BE}"/>
                    </a:ext>
                  </a:extLst>
                </p14:cNvPr>
                <p14:cNvContentPartPr/>
                <p14:nvPr/>
              </p14:nvContentPartPr>
              <p14:xfrm>
                <a:off x="1639004" y="2881598"/>
                <a:ext cx="22320" cy="53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F918A82-3747-CDDC-64D8-1D4FCC1667B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30004" y="2872958"/>
                  <a:ext cx="39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EBB2D89-FE9F-A316-B7B6-D66ED3538B09}"/>
                    </a:ext>
                  </a:extLst>
                </p14:cNvPr>
                <p14:cNvContentPartPr/>
                <p14:nvPr/>
              </p14:nvContentPartPr>
              <p14:xfrm>
                <a:off x="1671044" y="2840198"/>
                <a:ext cx="18720" cy="3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EBB2D89-FE9F-A316-B7B6-D66ED3538B0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662404" y="2831558"/>
                  <a:ext cx="36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7E18FEB-40F5-C9EF-004D-302E2E0AE3C9}"/>
                    </a:ext>
                  </a:extLst>
                </p14:cNvPr>
                <p14:cNvContentPartPr/>
                <p14:nvPr/>
              </p14:nvContentPartPr>
              <p14:xfrm>
                <a:off x="1717124" y="2853518"/>
                <a:ext cx="99720" cy="87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7E18FEB-40F5-C9EF-004D-302E2E0AE3C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08484" y="2844518"/>
                  <a:ext cx="1173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942E9E4-FD75-F5FB-5A5F-E244A15F594D}"/>
                    </a:ext>
                  </a:extLst>
                </p14:cNvPr>
                <p14:cNvContentPartPr/>
                <p14:nvPr/>
              </p14:nvContentPartPr>
              <p14:xfrm>
                <a:off x="1859684" y="2852798"/>
                <a:ext cx="205920" cy="105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942E9E4-FD75-F5FB-5A5F-E244A15F594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50684" y="2844158"/>
                  <a:ext cx="223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0EB3E8C-7526-64FB-0D88-D52F3DE3F6E6}"/>
                    </a:ext>
                  </a:extLst>
                </p14:cNvPr>
                <p14:cNvContentPartPr/>
                <p14:nvPr/>
              </p14:nvContentPartPr>
              <p14:xfrm>
                <a:off x="2084684" y="2863598"/>
                <a:ext cx="136800" cy="96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0EB3E8C-7526-64FB-0D88-D52F3DE3F6E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75684" y="2854958"/>
                  <a:ext cx="15444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E1BAFA6-26A1-7D9B-8117-C3DF8D3C607D}"/>
              </a:ext>
            </a:extLst>
          </p:cNvPr>
          <p:cNvGrpSpPr/>
          <p:nvPr/>
        </p:nvGrpSpPr>
        <p:grpSpPr>
          <a:xfrm>
            <a:off x="2481764" y="2750558"/>
            <a:ext cx="1221840" cy="428760"/>
            <a:chOff x="2481764" y="2750558"/>
            <a:chExt cx="122184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E73A413-4D58-4BB1-08A5-AB482EC8AAF8}"/>
                    </a:ext>
                  </a:extLst>
                </p14:cNvPr>
                <p14:cNvContentPartPr/>
                <p14:nvPr/>
              </p14:nvContentPartPr>
              <p14:xfrm>
                <a:off x="2506604" y="2750558"/>
                <a:ext cx="8640" cy="216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E73A413-4D58-4BB1-08A5-AB482EC8AAF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97604" y="2741918"/>
                  <a:ext cx="26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DCDD7C2-1D14-9034-A76B-E34D0C5471CB}"/>
                    </a:ext>
                  </a:extLst>
                </p14:cNvPr>
                <p14:cNvContentPartPr/>
                <p14:nvPr/>
              </p14:nvContentPartPr>
              <p14:xfrm>
                <a:off x="2481764" y="2773238"/>
                <a:ext cx="159840" cy="174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DCDD7C2-1D14-9034-A76B-E34D0C5471C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72764" y="2764598"/>
                  <a:ext cx="177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AACDB94-E9E7-9D93-AB86-65DB26F34F54}"/>
                    </a:ext>
                  </a:extLst>
                </p14:cNvPr>
                <p14:cNvContentPartPr/>
                <p14:nvPr/>
              </p14:nvContentPartPr>
              <p14:xfrm>
                <a:off x="2659964" y="2863238"/>
                <a:ext cx="215280" cy="316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AACDB94-E9E7-9D93-AB86-65DB26F34F5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50964" y="2854238"/>
                  <a:ext cx="2329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3D7011E-C141-54E4-597C-750BCAF44173}"/>
                    </a:ext>
                  </a:extLst>
                </p14:cNvPr>
                <p14:cNvContentPartPr/>
                <p14:nvPr/>
              </p14:nvContentPartPr>
              <p14:xfrm>
                <a:off x="2921684" y="2859278"/>
                <a:ext cx="96840" cy="77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3D7011E-C141-54E4-597C-750BCAF4417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913044" y="2850278"/>
                  <a:ext cx="114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D378C0-9996-F599-E115-548A8CB0714B}"/>
                    </a:ext>
                  </a:extLst>
                </p14:cNvPr>
                <p14:cNvContentPartPr/>
                <p14:nvPr/>
              </p14:nvContentPartPr>
              <p14:xfrm>
                <a:off x="3048764" y="2838398"/>
                <a:ext cx="73080" cy="70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D378C0-9996-F599-E115-548A8CB0714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39764" y="2829398"/>
                  <a:ext cx="907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E447944-D14A-85FA-F69A-B87B980371AC}"/>
                    </a:ext>
                  </a:extLst>
                </p14:cNvPr>
                <p14:cNvContentPartPr/>
                <p14:nvPr/>
              </p14:nvContentPartPr>
              <p14:xfrm>
                <a:off x="3141644" y="2809238"/>
                <a:ext cx="91080" cy="120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E447944-D14A-85FA-F69A-B87B980371A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32644" y="2800238"/>
                  <a:ext cx="108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36D2A9-E963-ED44-F70C-5082B73120E4}"/>
                    </a:ext>
                  </a:extLst>
                </p14:cNvPr>
                <p14:cNvContentPartPr/>
                <p14:nvPr/>
              </p14:nvContentPartPr>
              <p14:xfrm>
                <a:off x="3258284" y="2820398"/>
                <a:ext cx="30960" cy="94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36D2A9-E963-ED44-F70C-5082B73120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249644" y="2811758"/>
                  <a:ext cx="486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FE261C9-864A-F764-265E-A840B0298AB6}"/>
                    </a:ext>
                  </a:extLst>
                </p14:cNvPr>
                <p14:cNvContentPartPr/>
                <p14:nvPr/>
              </p14:nvContentPartPr>
              <p14:xfrm>
                <a:off x="3350444" y="2846678"/>
                <a:ext cx="4680" cy="64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FE261C9-864A-F764-265E-A840B0298AB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341804" y="2838038"/>
                  <a:ext cx="223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34513A0-4327-01EF-D377-E1860EB72A46}"/>
                    </a:ext>
                  </a:extLst>
                </p14:cNvPr>
                <p14:cNvContentPartPr/>
                <p14:nvPr/>
              </p14:nvContentPartPr>
              <p14:xfrm>
                <a:off x="3363404" y="2800598"/>
                <a:ext cx="8280" cy="13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34513A0-4327-01EF-D377-E1860EB72A4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354404" y="2791958"/>
                  <a:ext cx="25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A995AC8-B65A-5392-DC83-44E700D483D2}"/>
                    </a:ext>
                  </a:extLst>
                </p14:cNvPr>
                <p14:cNvContentPartPr/>
                <p14:nvPr/>
              </p14:nvContentPartPr>
              <p14:xfrm>
                <a:off x="3400844" y="2814998"/>
                <a:ext cx="70560" cy="82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A995AC8-B65A-5392-DC83-44E700D483D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91844" y="2805998"/>
                  <a:ext cx="88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7AB488A-514C-6FB4-690B-E9B1AEA13863}"/>
                    </a:ext>
                  </a:extLst>
                </p14:cNvPr>
                <p14:cNvContentPartPr/>
                <p14:nvPr/>
              </p14:nvContentPartPr>
              <p14:xfrm>
                <a:off x="3559604" y="2825078"/>
                <a:ext cx="144000" cy="257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7AB488A-514C-6FB4-690B-E9B1AEA1386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50964" y="2816438"/>
                  <a:ext cx="161640" cy="27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C024523-D338-A925-7183-E6B9DEA746F6}"/>
                  </a:ext>
                </a:extLst>
              </p14:cNvPr>
              <p14:cNvContentPartPr/>
              <p14:nvPr/>
            </p14:nvContentPartPr>
            <p14:xfrm>
              <a:off x="4544204" y="2382278"/>
              <a:ext cx="245880" cy="3736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C024523-D338-A925-7183-E6B9DEA746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535564" y="2373638"/>
                <a:ext cx="26352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B04A45D-96F5-DCFB-29CB-7EE0D4B2A886}"/>
                  </a:ext>
                </a:extLst>
              </p14:cNvPr>
              <p14:cNvContentPartPr/>
              <p14:nvPr/>
            </p14:nvContentPartPr>
            <p14:xfrm>
              <a:off x="4775324" y="2695478"/>
              <a:ext cx="33840" cy="943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B04A45D-96F5-DCFB-29CB-7EE0D4B2A886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4766684" y="2686838"/>
                <a:ext cx="514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B837073E-7DD3-24AD-0622-C3C6627D8443}"/>
                  </a:ext>
                </a:extLst>
              </p14:cNvPr>
              <p14:cNvContentPartPr/>
              <p14:nvPr/>
            </p14:nvContentPartPr>
            <p14:xfrm>
              <a:off x="5031644" y="2686478"/>
              <a:ext cx="24840" cy="1087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837073E-7DD3-24AD-0622-C3C6627D8443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023004" y="2677478"/>
                <a:ext cx="42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46C099C2-F493-71CF-F063-1AAF98D1C208}"/>
                  </a:ext>
                </a:extLst>
              </p14:cNvPr>
              <p14:cNvContentPartPr/>
              <p14:nvPr/>
            </p14:nvContentPartPr>
            <p14:xfrm>
              <a:off x="5003924" y="2675678"/>
              <a:ext cx="45720" cy="248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46C099C2-F493-71CF-F063-1AAF98D1C20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995284" y="2666678"/>
                <a:ext cx="633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FFFA1C8-7EA5-FB7E-1D36-D2540C434A76}"/>
                  </a:ext>
                </a:extLst>
              </p14:cNvPr>
              <p14:cNvContentPartPr/>
              <p14:nvPr/>
            </p14:nvContentPartPr>
            <p14:xfrm>
              <a:off x="4966844" y="2811398"/>
              <a:ext cx="222120" cy="248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FFFA1C8-7EA5-FB7E-1D36-D2540C434A76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958204" y="2802758"/>
                <a:ext cx="2397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BACC3BE-9283-42A4-836B-112C5B8637A0}"/>
                  </a:ext>
                </a:extLst>
              </p14:cNvPr>
              <p14:cNvContentPartPr/>
              <p14:nvPr/>
            </p14:nvContentPartPr>
            <p14:xfrm>
              <a:off x="5173484" y="2702318"/>
              <a:ext cx="79920" cy="1936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BACC3BE-9283-42A4-836B-112C5B8637A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164844" y="2693318"/>
                <a:ext cx="97560" cy="2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AF80B21-C9C5-6431-0EB9-F34654A82E34}"/>
              </a:ext>
            </a:extLst>
          </p:cNvPr>
          <p:cNvGrpSpPr/>
          <p:nvPr/>
        </p:nvGrpSpPr>
        <p:grpSpPr>
          <a:xfrm>
            <a:off x="5422244" y="2557238"/>
            <a:ext cx="1095120" cy="542880"/>
            <a:chOff x="5422244" y="2557238"/>
            <a:chExt cx="109512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91DC588-13C0-3CE0-0A8E-FBB49E20E8FA}"/>
                    </a:ext>
                  </a:extLst>
                </p14:cNvPr>
                <p14:cNvContentPartPr/>
                <p14:nvPr/>
              </p14:nvContentPartPr>
              <p14:xfrm>
                <a:off x="5422244" y="2557238"/>
                <a:ext cx="283320" cy="353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91DC588-13C0-3CE0-0A8E-FBB49E20E8F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413604" y="2548598"/>
                  <a:ext cx="3009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BDB925F-7271-8E17-801B-98CAC1DBE3AA}"/>
                    </a:ext>
                  </a:extLst>
                </p14:cNvPr>
                <p14:cNvContentPartPr/>
                <p14:nvPr/>
              </p14:nvContentPartPr>
              <p14:xfrm>
                <a:off x="5761004" y="2774318"/>
                <a:ext cx="110160" cy="325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BDB925F-7271-8E17-801B-98CAC1DBE3A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752364" y="2765678"/>
                  <a:ext cx="1278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897F131-C909-2EF9-00C3-EF3439110A2E}"/>
                    </a:ext>
                  </a:extLst>
                </p14:cNvPr>
                <p14:cNvContentPartPr/>
                <p14:nvPr/>
              </p14:nvContentPartPr>
              <p14:xfrm>
                <a:off x="5949644" y="2800238"/>
                <a:ext cx="16200" cy="61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897F131-C909-2EF9-00C3-EF3439110A2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941004" y="2791238"/>
                  <a:ext cx="33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31FE5C4-C9D7-A992-33E2-175EA99ED161}"/>
                    </a:ext>
                  </a:extLst>
                </p14:cNvPr>
                <p14:cNvContentPartPr/>
                <p14:nvPr/>
              </p14:nvContentPartPr>
              <p14:xfrm>
                <a:off x="5943524" y="2730038"/>
                <a:ext cx="51480" cy="36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31FE5C4-C9D7-A992-33E2-175EA99ED16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934524" y="2721398"/>
                  <a:ext cx="69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E2EA469-A177-9E02-416E-B875C6470B7C}"/>
                    </a:ext>
                  </a:extLst>
                </p14:cNvPr>
                <p14:cNvContentPartPr/>
                <p14:nvPr/>
              </p14:nvContentPartPr>
              <p14:xfrm>
                <a:off x="6036044" y="2741558"/>
                <a:ext cx="61560" cy="124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E2EA469-A177-9E02-416E-B875C6470B7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027044" y="2732558"/>
                  <a:ext cx="79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8067FD9-8978-4E4F-5498-BEC49405C72B}"/>
                    </a:ext>
                  </a:extLst>
                </p14:cNvPr>
                <p14:cNvContentPartPr/>
                <p14:nvPr/>
              </p14:nvContentPartPr>
              <p14:xfrm>
                <a:off x="6171764" y="2718518"/>
                <a:ext cx="41040" cy="122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8067FD9-8978-4E4F-5498-BEC49405C72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162764" y="2709518"/>
                  <a:ext cx="586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8E675F9-3879-2995-B802-E709EB5BB6A0}"/>
                    </a:ext>
                  </a:extLst>
                </p14:cNvPr>
                <p14:cNvContentPartPr/>
                <p14:nvPr/>
              </p14:nvContentPartPr>
              <p14:xfrm>
                <a:off x="6145124" y="2773238"/>
                <a:ext cx="178560" cy="82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8E675F9-3879-2995-B802-E709EB5BB6A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136484" y="2764598"/>
                  <a:ext cx="196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36A5A13-00CB-69AC-A6C9-D60863C449F3}"/>
                    </a:ext>
                  </a:extLst>
                </p14:cNvPr>
                <p14:cNvContentPartPr/>
                <p14:nvPr/>
              </p14:nvContentPartPr>
              <p14:xfrm>
                <a:off x="6279404" y="2716358"/>
                <a:ext cx="37440" cy="11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36A5A13-00CB-69AC-A6C9-D60863C449F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70764" y="2707718"/>
                  <a:ext cx="55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956D9BA-1601-60F3-4443-CB226D304AB7}"/>
                    </a:ext>
                  </a:extLst>
                </p14:cNvPr>
                <p14:cNvContentPartPr/>
                <p14:nvPr/>
              </p14:nvContentPartPr>
              <p14:xfrm>
                <a:off x="6405764" y="2734358"/>
                <a:ext cx="111600" cy="122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956D9BA-1601-60F3-4443-CB226D304AB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396764" y="2725358"/>
                  <a:ext cx="12924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12827BD-D40E-2798-FBA9-E9A0479F18CC}"/>
              </a:ext>
            </a:extLst>
          </p:cNvPr>
          <p:cNvGrpSpPr/>
          <p:nvPr/>
        </p:nvGrpSpPr>
        <p:grpSpPr>
          <a:xfrm>
            <a:off x="6780524" y="2689718"/>
            <a:ext cx="1240200" cy="404640"/>
            <a:chOff x="6780524" y="2689718"/>
            <a:chExt cx="124020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CA28AEE-297E-5A56-4A5F-200D2F0301CB}"/>
                    </a:ext>
                  </a:extLst>
                </p14:cNvPr>
                <p14:cNvContentPartPr/>
                <p14:nvPr/>
              </p14:nvContentPartPr>
              <p14:xfrm>
                <a:off x="6816884" y="2697278"/>
                <a:ext cx="11880" cy="198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CA28AEE-297E-5A56-4A5F-200D2F0301C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807884" y="2688638"/>
                  <a:ext cx="295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5A1B8E4-76E7-50E6-3CBB-7F8419CF7729}"/>
                    </a:ext>
                  </a:extLst>
                </p14:cNvPr>
                <p14:cNvContentPartPr/>
                <p14:nvPr/>
              </p14:nvContentPartPr>
              <p14:xfrm>
                <a:off x="6780524" y="2689718"/>
                <a:ext cx="154800" cy="1800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5A1B8E4-76E7-50E6-3CBB-7F8419CF772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771884" y="2681078"/>
                  <a:ext cx="1724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8761251-09DD-0FC4-7B40-B5AE8ECE94A8}"/>
                    </a:ext>
                  </a:extLst>
                </p14:cNvPr>
                <p14:cNvContentPartPr/>
                <p14:nvPr/>
              </p14:nvContentPartPr>
              <p14:xfrm>
                <a:off x="6960884" y="2780078"/>
                <a:ext cx="93600" cy="75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8761251-09DD-0FC4-7B40-B5AE8ECE94A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952244" y="2771078"/>
                  <a:ext cx="111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D1AA3D1-C086-475D-DB86-CCEEDF60E357}"/>
                    </a:ext>
                  </a:extLst>
                </p14:cNvPr>
                <p14:cNvContentPartPr/>
                <p14:nvPr/>
              </p14:nvContentPartPr>
              <p14:xfrm>
                <a:off x="7109564" y="2774318"/>
                <a:ext cx="120240" cy="320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D1AA3D1-C086-475D-DB86-CCEEDF60E35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00564" y="2765678"/>
                  <a:ext cx="1378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5982B72-C0EC-56FD-7BF4-A5C10F1C94BD}"/>
                    </a:ext>
                  </a:extLst>
                </p14:cNvPr>
                <p14:cNvContentPartPr/>
                <p14:nvPr/>
              </p14:nvContentPartPr>
              <p14:xfrm>
                <a:off x="7215764" y="2763878"/>
                <a:ext cx="335520" cy="102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5982B72-C0EC-56FD-7BF4-A5C10F1C94B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206764" y="2754878"/>
                  <a:ext cx="353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62CAA2B-53FF-DD1E-54D9-717E37FFECD8}"/>
                    </a:ext>
                  </a:extLst>
                </p14:cNvPr>
                <p14:cNvContentPartPr/>
                <p14:nvPr/>
              </p14:nvContentPartPr>
              <p14:xfrm>
                <a:off x="7599524" y="2760278"/>
                <a:ext cx="62640" cy="95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62CAA2B-53FF-DD1E-54D9-717E37FFECD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90524" y="2751278"/>
                  <a:ext cx="802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0540F4E-DF9F-CFA1-95DE-7E9D493FAB83}"/>
                    </a:ext>
                  </a:extLst>
                </p14:cNvPr>
                <p14:cNvContentPartPr/>
                <p14:nvPr/>
              </p14:nvContentPartPr>
              <p14:xfrm>
                <a:off x="7719044" y="2775758"/>
                <a:ext cx="14040" cy="70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0540F4E-DF9F-CFA1-95DE-7E9D493FAB8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10044" y="2766758"/>
                  <a:ext cx="31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03308CF-2CFA-02B9-1180-15AACCA80F91}"/>
                    </a:ext>
                  </a:extLst>
                </p14:cNvPr>
                <p14:cNvContentPartPr/>
                <p14:nvPr/>
              </p14:nvContentPartPr>
              <p14:xfrm>
                <a:off x="7699964" y="2722838"/>
                <a:ext cx="27720" cy="25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03308CF-2CFA-02B9-1180-15AACCA80F9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691324" y="2713838"/>
                  <a:ext cx="45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689BE24-CF78-C819-1100-BF1263B25AEE}"/>
                    </a:ext>
                  </a:extLst>
                </p14:cNvPr>
                <p14:cNvContentPartPr/>
                <p14:nvPr/>
              </p14:nvContentPartPr>
              <p14:xfrm>
                <a:off x="7764404" y="2732918"/>
                <a:ext cx="94320" cy="94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689BE24-CF78-C819-1100-BF1263B25AE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55404" y="2724278"/>
                  <a:ext cx="111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DF33BEF-7A63-1479-BB9E-217C618F7B68}"/>
                    </a:ext>
                  </a:extLst>
                </p14:cNvPr>
                <p14:cNvContentPartPr/>
                <p14:nvPr/>
              </p14:nvContentPartPr>
              <p14:xfrm>
                <a:off x="7912724" y="2737238"/>
                <a:ext cx="108000" cy="176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DF33BEF-7A63-1479-BB9E-217C618F7B6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904084" y="2728238"/>
                  <a:ext cx="125640" cy="19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9145869-6EBB-7C43-0A14-E00182B52DD2}"/>
                  </a:ext>
                </a:extLst>
              </p14:cNvPr>
              <p14:cNvContentPartPr/>
              <p14:nvPr/>
            </p14:nvContentPartPr>
            <p14:xfrm>
              <a:off x="8380364" y="1535198"/>
              <a:ext cx="228240" cy="4395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9145869-6EBB-7C43-0A14-E00182B52DD2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371364" y="1526198"/>
                <a:ext cx="24588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471068F7-192E-DFD8-E9E6-3D740D4A1604}"/>
                  </a:ext>
                </a:extLst>
              </p14:cNvPr>
              <p14:cNvContentPartPr/>
              <p14:nvPr/>
            </p14:nvContentPartPr>
            <p14:xfrm>
              <a:off x="8591324" y="1902038"/>
              <a:ext cx="79200" cy="1674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471068F7-192E-DFD8-E9E6-3D740D4A1604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582324" y="1893038"/>
                <a:ext cx="968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B1AEB7E-C373-6937-39E3-FEE2487004FB}"/>
                  </a:ext>
                </a:extLst>
              </p14:cNvPr>
              <p14:cNvContentPartPr/>
              <p14:nvPr/>
            </p14:nvContentPartPr>
            <p14:xfrm>
              <a:off x="8896604" y="1906358"/>
              <a:ext cx="33840" cy="1342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B1AEB7E-C373-6937-39E3-FEE2487004FB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887604" y="1897358"/>
                <a:ext cx="514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B7130E0F-27F0-F75E-DCBE-CE93B9399026}"/>
                  </a:ext>
                </a:extLst>
              </p14:cNvPr>
              <p14:cNvContentPartPr/>
              <p14:nvPr/>
            </p14:nvContentPartPr>
            <p14:xfrm>
              <a:off x="8819204" y="1916798"/>
              <a:ext cx="64800" cy="680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B7130E0F-27F0-F75E-DCBE-CE93B9399026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810564" y="1908158"/>
                <a:ext cx="824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85513C35-8A8D-B511-7C71-A666D102E7C8}"/>
                  </a:ext>
                </a:extLst>
              </p14:cNvPr>
              <p14:cNvContentPartPr/>
              <p14:nvPr/>
            </p14:nvContentPartPr>
            <p14:xfrm>
              <a:off x="8844764" y="2063318"/>
              <a:ext cx="201600" cy="2016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85513C35-8A8D-B511-7C71-A666D102E7C8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835764" y="2054678"/>
                <a:ext cx="219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C190FA4A-600E-9F74-230E-DC3C7FB54EEA}"/>
                  </a:ext>
                </a:extLst>
              </p14:cNvPr>
              <p14:cNvContentPartPr/>
              <p14:nvPr/>
            </p14:nvContentPartPr>
            <p14:xfrm>
              <a:off x="9026204" y="1970798"/>
              <a:ext cx="62640" cy="17640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C190FA4A-600E-9F74-230E-DC3C7FB54EEA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017204" y="1962158"/>
                <a:ext cx="802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9F596B02-B224-8D72-61F1-4364B0BCCB28}"/>
                  </a:ext>
                </a:extLst>
              </p14:cNvPr>
              <p14:cNvContentPartPr/>
              <p14:nvPr/>
            </p14:nvContentPartPr>
            <p14:xfrm>
              <a:off x="8441564" y="1970078"/>
              <a:ext cx="185760" cy="9216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9F596B02-B224-8D72-61F1-4364B0BCCB28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8432924" y="1961438"/>
                <a:ext cx="203400" cy="9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DE66A005-97D8-E587-BB4E-C6A1A9FACDBE}"/>
                  </a:ext>
                </a:extLst>
              </p14:cNvPr>
              <p14:cNvContentPartPr/>
              <p14:nvPr/>
            </p14:nvContentPartPr>
            <p14:xfrm>
              <a:off x="8621204" y="2822558"/>
              <a:ext cx="71280" cy="1310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DE66A005-97D8-E587-BB4E-C6A1A9FACDBE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612204" y="2813918"/>
                <a:ext cx="889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2B6D6DBC-9A4D-5C61-4EA5-15C5D81AA172}"/>
                  </a:ext>
                </a:extLst>
              </p14:cNvPr>
              <p14:cNvContentPartPr/>
              <p14:nvPr/>
            </p14:nvContentPartPr>
            <p14:xfrm>
              <a:off x="8901644" y="2783318"/>
              <a:ext cx="162360" cy="16632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2B6D6DBC-9A4D-5C61-4EA5-15C5D81AA172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8893004" y="2774678"/>
                <a:ext cx="1800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0CA9EDB0-B4C4-1D22-99BE-F7726F03A5A3}"/>
                  </a:ext>
                </a:extLst>
              </p14:cNvPr>
              <p14:cNvContentPartPr/>
              <p14:nvPr/>
            </p14:nvContentPartPr>
            <p14:xfrm>
              <a:off x="9044924" y="2800598"/>
              <a:ext cx="74160" cy="2300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0CA9EDB0-B4C4-1D22-99BE-F7726F03A5A3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9036284" y="2791958"/>
                <a:ext cx="918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966B06EF-ED5E-C4FF-EF01-AD156073596B}"/>
                  </a:ext>
                </a:extLst>
              </p14:cNvPr>
              <p14:cNvContentPartPr/>
              <p14:nvPr/>
            </p14:nvContentPartPr>
            <p14:xfrm>
              <a:off x="9276044" y="2810318"/>
              <a:ext cx="41040" cy="27648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966B06EF-ED5E-C4FF-EF01-AD156073596B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267044" y="2801318"/>
                <a:ext cx="586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E321885-21F1-A7B5-D9CD-57FC20459548}"/>
                  </a:ext>
                </a:extLst>
              </p14:cNvPr>
              <p14:cNvContentPartPr/>
              <p14:nvPr/>
            </p14:nvContentPartPr>
            <p14:xfrm>
              <a:off x="9258404" y="2811038"/>
              <a:ext cx="228240" cy="2430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E321885-21F1-A7B5-D9CD-57FC20459548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249404" y="2802038"/>
                <a:ext cx="2458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46D3075-CD5C-0E91-48D3-6AB5128A5DCF}"/>
                  </a:ext>
                </a:extLst>
              </p14:cNvPr>
              <p14:cNvContentPartPr/>
              <p14:nvPr/>
            </p14:nvContentPartPr>
            <p14:xfrm>
              <a:off x="9476924" y="2944598"/>
              <a:ext cx="156960" cy="12060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46D3075-CD5C-0E91-48D3-6AB5128A5DCF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467924" y="2935598"/>
                <a:ext cx="17460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579019B9-8597-127F-83B5-09BE320B652A}"/>
                  </a:ext>
                </a:extLst>
              </p14:cNvPr>
              <p14:cNvContentPartPr/>
              <p14:nvPr/>
            </p14:nvContentPartPr>
            <p14:xfrm>
              <a:off x="9623444" y="2942078"/>
              <a:ext cx="170280" cy="12924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579019B9-8597-127F-83B5-09BE320B652A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9614444" y="2933078"/>
                <a:ext cx="18792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3D09BC33-D7E9-50E8-F88A-4E8B4AE8B923}"/>
                  </a:ext>
                </a:extLst>
              </p14:cNvPr>
              <p14:cNvContentPartPr/>
              <p14:nvPr/>
            </p14:nvContentPartPr>
            <p14:xfrm>
              <a:off x="9793724" y="2984918"/>
              <a:ext cx="229680" cy="831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3D09BC33-D7E9-50E8-F88A-4E8B4AE8B923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784724" y="2976278"/>
                <a:ext cx="24732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C56E27C0-3899-1BB3-1F9E-4B2A67F8C719}"/>
                  </a:ext>
                </a:extLst>
              </p14:cNvPr>
              <p14:cNvContentPartPr/>
              <p14:nvPr/>
            </p14:nvContentPartPr>
            <p14:xfrm>
              <a:off x="10057244" y="3006518"/>
              <a:ext cx="149040" cy="7812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C56E27C0-3899-1BB3-1F9E-4B2A67F8C71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0048604" y="2997878"/>
                <a:ext cx="1666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0501A7AA-F229-1743-22E5-97BC5006FC6D}"/>
                  </a:ext>
                </a:extLst>
              </p14:cNvPr>
              <p14:cNvContentPartPr/>
              <p14:nvPr/>
            </p14:nvContentPartPr>
            <p14:xfrm>
              <a:off x="10236164" y="2925518"/>
              <a:ext cx="600480" cy="2088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0501A7AA-F229-1743-22E5-97BC5006FC6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0227524" y="2916878"/>
                <a:ext cx="6181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6D1010F7-378F-94CC-B487-42C27E8930CF}"/>
                  </a:ext>
                </a:extLst>
              </p14:cNvPr>
              <p14:cNvContentPartPr/>
              <p14:nvPr/>
            </p14:nvContentPartPr>
            <p14:xfrm>
              <a:off x="10792004" y="3063758"/>
              <a:ext cx="110160" cy="8100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6D1010F7-378F-94CC-B487-42C27E8930CF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0783364" y="3055118"/>
                <a:ext cx="1278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E2FD0E06-BB65-2F29-DE66-D0277D54CC05}"/>
                  </a:ext>
                </a:extLst>
              </p14:cNvPr>
              <p14:cNvContentPartPr/>
              <p14:nvPr/>
            </p14:nvContentPartPr>
            <p14:xfrm>
              <a:off x="10874444" y="2969438"/>
              <a:ext cx="30600" cy="1908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E2FD0E06-BB65-2F29-DE66-D0277D54CC05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865804" y="2960798"/>
                <a:ext cx="482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39092E23-0A4C-6C67-E688-7E20CA78EE1D}"/>
                  </a:ext>
                </a:extLst>
              </p14:cNvPr>
              <p14:cNvContentPartPr/>
              <p14:nvPr/>
            </p14:nvContentPartPr>
            <p14:xfrm>
              <a:off x="10948604" y="3010838"/>
              <a:ext cx="77400" cy="885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39092E23-0A4C-6C67-E688-7E20CA78EE1D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0939604" y="3002198"/>
                <a:ext cx="950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B549E8CB-EE60-F871-5377-5C75E3B7D295}"/>
                  </a:ext>
                </a:extLst>
              </p14:cNvPr>
              <p14:cNvContentPartPr/>
              <p14:nvPr/>
            </p14:nvContentPartPr>
            <p14:xfrm>
              <a:off x="11047964" y="2988158"/>
              <a:ext cx="153720" cy="2019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B549E8CB-EE60-F871-5377-5C75E3B7D29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1039324" y="2979518"/>
                <a:ext cx="1713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32B29A1B-EE29-17A5-451F-4817AE526FC8}"/>
                  </a:ext>
                </a:extLst>
              </p14:cNvPr>
              <p14:cNvContentPartPr/>
              <p14:nvPr/>
            </p14:nvContentPartPr>
            <p14:xfrm>
              <a:off x="10060484" y="3280118"/>
              <a:ext cx="159120" cy="2037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32B29A1B-EE29-17A5-451F-4817AE526FC8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051484" y="3271118"/>
                <a:ext cx="1767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40FABC4-7E55-3265-53BF-7BA3EFC71CD5}"/>
                  </a:ext>
                </a:extLst>
              </p14:cNvPr>
              <p14:cNvContentPartPr/>
              <p14:nvPr/>
            </p14:nvContentPartPr>
            <p14:xfrm>
              <a:off x="10190804" y="3372638"/>
              <a:ext cx="208440" cy="3358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40FABC4-7E55-3265-53BF-7BA3EFC71CD5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0181804" y="3363638"/>
                <a:ext cx="22608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996BA78-81F9-9A65-223B-6E6EB1253674}"/>
                  </a:ext>
                </a:extLst>
              </p14:cNvPr>
              <p14:cNvContentPartPr/>
              <p14:nvPr/>
            </p14:nvContentPartPr>
            <p14:xfrm>
              <a:off x="10427324" y="3368678"/>
              <a:ext cx="87840" cy="11880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996BA78-81F9-9A65-223B-6E6EB125367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418324" y="3360038"/>
                <a:ext cx="1054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FE369CC-F71C-73C0-4B73-DB6B4F1189A4}"/>
                  </a:ext>
                </a:extLst>
              </p14:cNvPr>
              <p14:cNvContentPartPr/>
              <p14:nvPr/>
            </p14:nvContentPartPr>
            <p14:xfrm>
              <a:off x="10549724" y="3343478"/>
              <a:ext cx="65160" cy="1818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FE369CC-F71C-73C0-4B73-DB6B4F1189A4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0540724" y="3334838"/>
                <a:ext cx="828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1DE7EB95-73EE-C33B-0A16-1EA983399392}"/>
                  </a:ext>
                </a:extLst>
              </p14:cNvPr>
              <p14:cNvContentPartPr/>
              <p14:nvPr/>
            </p14:nvContentPartPr>
            <p14:xfrm>
              <a:off x="10565204" y="3418718"/>
              <a:ext cx="143280" cy="2124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1DE7EB95-73EE-C33B-0A16-1EA983399392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556204" y="3409718"/>
                <a:ext cx="1609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53F90FD5-981C-3D9B-48F8-1E0BBE63F591}"/>
                  </a:ext>
                </a:extLst>
              </p14:cNvPr>
              <p14:cNvContentPartPr/>
              <p14:nvPr/>
            </p14:nvContentPartPr>
            <p14:xfrm>
              <a:off x="10681484" y="3361838"/>
              <a:ext cx="144720" cy="14364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53F90FD5-981C-3D9B-48F8-1E0BBE63F591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672844" y="3353198"/>
                <a:ext cx="16236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91FF78B2-B8BE-936A-DCCB-CBD9F447F40A}"/>
                  </a:ext>
                </a:extLst>
              </p14:cNvPr>
              <p14:cNvContentPartPr/>
              <p14:nvPr/>
            </p14:nvContentPartPr>
            <p14:xfrm>
              <a:off x="10822604" y="3384158"/>
              <a:ext cx="239040" cy="18648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91FF78B2-B8BE-936A-DCCB-CBD9F447F40A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813604" y="3375158"/>
                <a:ext cx="2566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3DBD0D39-EA4C-2C09-431A-EB6E261FAEDC}"/>
                  </a:ext>
                </a:extLst>
              </p14:cNvPr>
              <p14:cNvContentPartPr/>
              <p14:nvPr/>
            </p14:nvContentPartPr>
            <p14:xfrm>
              <a:off x="8526884" y="2901758"/>
              <a:ext cx="173520" cy="140760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3DBD0D39-EA4C-2C09-431A-EB6E261FAEDC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8517884" y="2892758"/>
                <a:ext cx="191160" cy="14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60AEF570-3ABB-C352-F4A8-5CA5873C6DBE}"/>
                  </a:ext>
                </a:extLst>
              </p14:cNvPr>
              <p14:cNvContentPartPr/>
              <p14:nvPr/>
            </p14:nvContentPartPr>
            <p14:xfrm>
              <a:off x="8684564" y="4245278"/>
              <a:ext cx="68400" cy="14796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60AEF570-3ABB-C352-F4A8-5CA5873C6DBE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8675924" y="4236278"/>
                <a:ext cx="8604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40F868B2-7DF8-0B14-0C77-5D3BBB3C2CB7}"/>
              </a:ext>
            </a:extLst>
          </p:cNvPr>
          <p:cNvGrpSpPr/>
          <p:nvPr/>
        </p:nvGrpSpPr>
        <p:grpSpPr>
          <a:xfrm>
            <a:off x="8940884" y="4218278"/>
            <a:ext cx="1605240" cy="244080"/>
            <a:chOff x="8940884" y="4218278"/>
            <a:chExt cx="160524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0742BE2-BC73-182D-1D72-A59F174433DD}"/>
                    </a:ext>
                  </a:extLst>
                </p14:cNvPr>
                <p14:cNvContentPartPr/>
                <p14:nvPr/>
              </p14:nvContentPartPr>
              <p14:xfrm>
                <a:off x="8940884" y="4218278"/>
                <a:ext cx="132480" cy="1465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0742BE2-BC73-182D-1D72-A59F174433D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932244" y="4209278"/>
                  <a:ext cx="150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C0E0CC5-894E-CB1B-0F27-54970C8CEFA6}"/>
                    </a:ext>
                  </a:extLst>
                </p14:cNvPr>
                <p14:cNvContentPartPr/>
                <p14:nvPr/>
              </p14:nvContentPartPr>
              <p14:xfrm>
                <a:off x="9070124" y="4230518"/>
                <a:ext cx="96840" cy="2127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C0E0CC5-894E-CB1B-0F27-54970C8CEF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061484" y="4221518"/>
                  <a:ext cx="114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FF3D97E-7ACA-E48E-ED3C-A3EFDD792279}"/>
                    </a:ext>
                  </a:extLst>
                </p14:cNvPr>
                <p14:cNvContentPartPr/>
                <p14:nvPr/>
              </p14:nvContentPartPr>
              <p14:xfrm>
                <a:off x="9439484" y="4244558"/>
                <a:ext cx="5760" cy="2178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FF3D97E-7ACA-E48E-ED3C-A3EFDD79227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430844" y="4235558"/>
                  <a:ext cx="234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410E31E-C22A-1E82-A90C-F0505FE54873}"/>
                    </a:ext>
                  </a:extLst>
                </p14:cNvPr>
                <p14:cNvContentPartPr/>
                <p14:nvPr/>
              </p14:nvContentPartPr>
              <p14:xfrm>
                <a:off x="9390164" y="4222958"/>
                <a:ext cx="184680" cy="205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410E31E-C22A-1E82-A90C-F0505FE5487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381524" y="4213958"/>
                  <a:ext cx="202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A18BD5E-A70D-2F2A-B44A-BB68AA999055}"/>
                    </a:ext>
                  </a:extLst>
                </p14:cNvPr>
                <p14:cNvContentPartPr/>
                <p14:nvPr/>
              </p14:nvContentPartPr>
              <p14:xfrm>
                <a:off x="9308084" y="4323398"/>
                <a:ext cx="288360" cy="309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A18BD5E-A70D-2F2A-B44A-BB68AA99905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299084" y="4314398"/>
                  <a:ext cx="306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D415F7F-C547-C43E-9D97-3E22E1B68BBC}"/>
                    </a:ext>
                  </a:extLst>
                </p14:cNvPr>
                <p14:cNvContentPartPr/>
                <p14:nvPr/>
              </p14:nvContentPartPr>
              <p14:xfrm>
                <a:off x="9602204" y="4321598"/>
                <a:ext cx="153000" cy="1177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D415F7F-C547-C43E-9D97-3E22E1B68BB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593564" y="4312958"/>
                  <a:ext cx="170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10AA601-3539-93DD-4CC8-68A0C6DE7524}"/>
                    </a:ext>
                  </a:extLst>
                </p14:cNvPr>
                <p14:cNvContentPartPr/>
                <p14:nvPr/>
              </p14:nvContentPartPr>
              <p14:xfrm>
                <a:off x="9768164" y="4296038"/>
                <a:ext cx="257400" cy="153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10AA601-3539-93DD-4CC8-68A0C6DE752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59164" y="4287398"/>
                  <a:ext cx="275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66CA8E0-5C9E-64E6-CD4C-40EF05A45919}"/>
                    </a:ext>
                  </a:extLst>
                </p14:cNvPr>
                <p14:cNvContentPartPr/>
                <p14:nvPr/>
              </p14:nvContentPartPr>
              <p14:xfrm>
                <a:off x="9907124" y="4357598"/>
                <a:ext cx="103320" cy="7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66CA8E0-5C9E-64E6-CD4C-40EF05A4591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898124" y="4348598"/>
                  <a:ext cx="120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B3B3E36-DD72-A0A4-9670-E19235C3AB01}"/>
                    </a:ext>
                  </a:extLst>
                </p14:cNvPr>
                <p14:cNvContentPartPr/>
                <p14:nvPr/>
              </p14:nvContentPartPr>
              <p14:xfrm>
                <a:off x="10077764" y="4357958"/>
                <a:ext cx="119160" cy="817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B3B3E36-DD72-A0A4-9670-E19235C3AB0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069124" y="4349318"/>
                  <a:ext cx="136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3475ABF-7C23-34C5-8780-B2AF44C48349}"/>
                    </a:ext>
                  </a:extLst>
                </p14:cNvPr>
                <p14:cNvContentPartPr/>
                <p14:nvPr/>
              </p14:nvContentPartPr>
              <p14:xfrm>
                <a:off x="10205924" y="4322678"/>
                <a:ext cx="154440" cy="86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3475ABF-7C23-34C5-8780-B2AF44C4834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196924" y="4314038"/>
                  <a:ext cx="172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DC09119-AD80-7CFE-27FF-A525C7C2ECD9}"/>
                    </a:ext>
                  </a:extLst>
                </p14:cNvPr>
                <p14:cNvContentPartPr/>
                <p14:nvPr/>
              </p14:nvContentPartPr>
              <p14:xfrm>
                <a:off x="10385204" y="4339958"/>
                <a:ext cx="160920" cy="84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DC09119-AD80-7CFE-27FF-A525C7C2ECD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376564" y="4330958"/>
                  <a:ext cx="17856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45A5FF05-46DC-8FCB-1C75-E2821D57EE3A}"/>
              </a:ext>
            </a:extLst>
          </p:cNvPr>
          <p:cNvGrpSpPr/>
          <p:nvPr/>
        </p:nvGrpSpPr>
        <p:grpSpPr>
          <a:xfrm>
            <a:off x="10767884" y="4238798"/>
            <a:ext cx="1238760" cy="292680"/>
            <a:chOff x="10767884" y="4238798"/>
            <a:chExt cx="123876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594CAA4-76EE-8D3F-24B1-4730547A358E}"/>
                    </a:ext>
                  </a:extLst>
                </p14:cNvPr>
                <p14:cNvContentPartPr/>
                <p14:nvPr/>
              </p14:nvContentPartPr>
              <p14:xfrm>
                <a:off x="10767884" y="4323398"/>
                <a:ext cx="343080" cy="99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594CAA4-76EE-8D3F-24B1-4730547A358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759244" y="4314398"/>
                  <a:ext cx="360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553A78C-68E4-DDA1-E367-22177B3E7D3C}"/>
                    </a:ext>
                  </a:extLst>
                </p14:cNvPr>
                <p14:cNvContentPartPr/>
                <p14:nvPr/>
              </p14:nvContentPartPr>
              <p14:xfrm>
                <a:off x="11116004" y="4238798"/>
                <a:ext cx="387720" cy="191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553A78C-68E4-DDA1-E367-22177B3E7D3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107004" y="4229798"/>
                  <a:ext cx="4053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0BE037C-0C3D-26A7-2335-BA5BC80FE466}"/>
                    </a:ext>
                  </a:extLst>
                </p14:cNvPr>
                <p14:cNvContentPartPr/>
                <p14:nvPr/>
              </p14:nvContentPartPr>
              <p14:xfrm>
                <a:off x="11494364" y="4329158"/>
                <a:ext cx="145800" cy="1152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0BE037C-0C3D-26A7-2335-BA5BC80FE46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485364" y="4320158"/>
                  <a:ext cx="1634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8F82EE1-EC25-6A60-0647-D894F539926D}"/>
                    </a:ext>
                  </a:extLst>
                </p14:cNvPr>
                <p14:cNvContentPartPr/>
                <p14:nvPr/>
              </p14:nvContentPartPr>
              <p14:xfrm>
                <a:off x="11623244" y="4382078"/>
                <a:ext cx="102240" cy="766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8F82EE1-EC25-6A60-0647-D894F539926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614604" y="4373078"/>
                  <a:ext cx="119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0E65291-07D3-9EAB-4378-4993DB70D7B1}"/>
                    </a:ext>
                  </a:extLst>
                </p14:cNvPr>
                <p14:cNvContentPartPr/>
                <p14:nvPr/>
              </p14:nvContentPartPr>
              <p14:xfrm>
                <a:off x="11733044" y="4331318"/>
                <a:ext cx="9000" cy="133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0E65291-07D3-9EAB-4378-4993DB70D7B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724404" y="4322318"/>
                  <a:ext cx="26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4FD2E32-5974-5B81-CA0A-07343BA41222}"/>
                    </a:ext>
                  </a:extLst>
                </p14:cNvPr>
                <p14:cNvContentPartPr/>
                <p14:nvPr/>
              </p14:nvContentPartPr>
              <p14:xfrm>
                <a:off x="11792804" y="4364798"/>
                <a:ext cx="73440" cy="77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4FD2E32-5974-5B81-CA0A-07343BA4122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784164" y="4356158"/>
                  <a:ext cx="91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5C7CF62-5F38-4A9D-AB7B-16EE6DCE1CE4}"/>
                    </a:ext>
                  </a:extLst>
                </p14:cNvPr>
                <p14:cNvContentPartPr/>
                <p14:nvPr/>
              </p14:nvContentPartPr>
              <p14:xfrm>
                <a:off x="11901164" y="4379198"/>
                <a:ext cx="105480" cy="1522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5C7CF62-5F38-4A9D-AB7B-16EE6DCE1CE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892164" y="4370198"/>
                  <a:ext cx="12312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2F8BFFE4-C479-9C61-7D7B-7DA5466C7C6B}"/>
              </a:ext>
            </a:extLst>
          </p:cNvPr>
          <p:cNvGrpSpPr/>
          <p:nvPr/>
        </p:nvGrpSpPr>
        <p:grpSpPr>
          <a:xfrm>
            <a:off x="9844484" y="4671158"/>
            <a:ext cx="1423440" cy="425160"/>
            <a:chOff x="9844484" y="4671158"/>
            <a:chExt cx="1423440" cy="4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A342593-9A19-BC45-C2B8-F0E2EB48BF7B}"/>
                    </a:ext>
                  </a:extLst>
                </p14:cNvPr>
                <p14:cNvContentPartPr/>
                <p14:nvPr/>
              </p14:nvContentPartPr>
              <p14:xfrm>
                <a:off x="9913964" y="4671158"/>
                <a:ext cx="94320" cy="2239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A342593-9A19-BC45-C2B8-F0E2EB48BF7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905324" y="4662518"/>
                  <a:ext cx="1119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0F1E62A-3794-4561-2268-1122BBFACCEA}"/>
                    </a:ext>
                  </a:extLst>
                </p14:cNvPr>
                <p14:cNvContentPartPr/>
                <p14:nvPr/>
              </p14:nvContentPartPr>
              <p14:xfrm>
                <a:off x="9844484" y="4722638"/>
                <a:ext cx="603360" cy="1785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0F1E62A-3794-4561-2268-1122BBFACCE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835484" y="4713998"/>
                  <a:ext cx="621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C644247-291A-EC61-3945-5794F2A01819}"/>
                    </a:ext>
                  </a:extLst>
                </p14:cNvPr>
                <p14:cNvContentPartPr/>
                <p14:nvPr/>
              </p14:nvContentPartPr>
              <p14:xfrm>
                <a:off x="10483484" y="4833158"/>
                <a:ext cx="126720" cy="720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C644247-291A-EC61-3945-5794F2A0181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474844" y="4824518"/>
                  <a:ext cx="144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9F82313-3147-2AE6-F349-986DF02B95D7}"/>
                    </a:ext>
                  </a:extLst>
                </p14:cNvPr>
                <p14:cNvContentPartPr/>
                <p14:nvPr/>
              </p14:nvContentPartPr>
              <p14:xfrm>
                <a:off x="10673924" y="4839998"/>
                <a:ext cx="6840" cy="673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9F82313-3147-2AE6-F349-986DF02B95D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665284" y="4831358"/>
                  <a:ext cx="244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DCA9E22-FDF5-9752-DE43-BC59879DF9CB}"/>
                    </a:ext>
                  </a:extLst>
                </p14:cNvPr>
                <p14:cNvContentPartPr/>
                <p14:nvPr/>
              </p14:nvContentPartPr>
              <p14:xfrm>
                <a:off x="10682564" y="4785278"/>
                <a:ext cx="24480" cy="38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DCA9E22-FDF5-9752-DE43-BC59879DF9C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673564" y="4776278"/>
                  <a:ext cx="42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D4B13D3-31EE-BB25-709D-13917ED569F2}"/>
                    </a:ext>
                  </a:extLst>
                </p14:cNvPr>
                <p14:cNvContentPartPr/>
                <p14:nvPr/>
              </p14:nvContentPartPr>
              <p14:xfrm>
                <a:off x="10740524" y="4823078"/>
                <a:ext cx="135720" cy="273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D4B13D3-31EE-BB25-709D-13917ED569F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731884" y="4814078"/>
                  <a:ext cx="1533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6296B7B-47AC-C034-D908-4740AADB59B7}"/>
                    </a:ext>
                  </a:extLst>
                </p14:cNvPr>
                <p14:cNvContentPartPr/>
                <p14:nvPr/>
              </p14:nvContentPartPr>
              <p14:xfrm>
                <a:off x="10909724" y="4819118"/>
                <a:ext cx="358200" cy="86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6296B7B-47AC-C034-D908-4740AADB59B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901084" y="4810118"/>
                  <a:ext cx="3758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C1FABB-C489-4C34-C4F3-0090C9E6C74D}"/>
              </a:ext>
            </a:extLst>
          </p:cNvPr>
          <p:cNvGrpSpPr/>
          <p:nvPr/>
        </p:nvGrpSpPr>
        <p:grpSpPr>
          <a:xfrm>
            <a:off x="9286844" y="1942718"/>
            <a:ext cx="2170080" cy="728640"/>
            <a:chOff x="9286844" y="1942718"/>
            <a:chExt cx="2170080" cy="72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2E5F5D3-1C18-DFDD-D84C-E0ADBD3B4394}"/>
                    </a:ext>
                  </a:extLst>
                </p14:cNvPr>
                <p14:cNvContentPartPr/>
                <p14:nvPr/>
              </p14:nvContentPartPr>
              <p14:xfrm>
                <a:off x="9286844" y="1942718"/>
                <a:ext cx="149760" cy="226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2E5F5D3-1C18-DFDD-D84C-E0ADBD3B439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278204" y="1933718"/>
                  <a:ext cx="1674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3783737-DD3E-A253-FEB0-70BCDB24C33D}"/>
                    </a:ext>
                  </a:extLst>
                </p14:cNvPr>
                <p14:cNvContentPartPr/>
                <p14:nvPr/>
              </p14:nvContentPartPr>
              <p14:xfrm>
                <a:off x="9486644" y="1984478"/>
                <a:ext cx="206640" cy="172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3783737-DD3E-A253-FEB0-70BCDB24C33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477644" y="1975478"/>
                  <a:ext cx="2242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5AC2147-EF92-CF27-EB51-4E503E1E08BA}"/>
                    </a:ext>
                  </a:extLst>
                </p14:cNvPr>
                <p14:cNvContentPartPr/>
                <p14:nvPr/>
              </p14:nvContentPartPr>
              <p14:xfrm>
                <a:off x="9688604" y="2064038"/>
                <a:ext cx="58680" cy="1051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5AC2147-EF92-CF27-EB51-4E503E1E08B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679604" y="2055038"/>
                  <a:ext cx="76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B2C303A-FD2B-EE95-7EB9-91C82F0482C5}"/>
                    </a:ext>
                  </a:extLst>
                </p14:cNvPr>
                <p14:cNvContentPartPr/>
                <p14:nvPr/>
              </p14:nvContentPartPr>
              <p14:xfrm>
                <a:off x="9793724" y="2028758"/>
                <a:ext cx="42120" cy="122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B2C303A-FD2B-EE95-7EB9-91C82F0482C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784724" y="2020118"/>
                  <a:ext cx="59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FA0C032-E1C5-336E-F67B-0D09F934B33A}"/>
                    </a:ext>
                  </a:extLst>
                </p14:cNvPr>
                <p14:cNvContentPartPr/>
                <p14:nvPr/>
              </p14:nvContentPartPr>
              <p14:xfrm>
                <a:off x="9767084" y="2071238"/>
                <a:ext cx="95400" cy="9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FA0C032-E1C5-336E-F67B-0D09F934B33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758084" y="2062598"/>
                  <a:ext cx="113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50DC642-61FC-DADF-824A-74C72DD4C552}"/>
                    </a:ext>
                  </a:extLst>
                </p14:cNvPr>
                <p14:cNvContentPartPr/>
                <p14:nvPr/>
              </p14:nvContentPartPr>
              <p14:xfrm>
                <a:off x="9853124" y="2053958"/>
                <a:ext cx="117000" cy="98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50DC642-61FC-DADF-824A-74C72DD4C55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844124" y="2044958"/>
                  <a:ext cx="134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1744DC4-AEDC-4590-4E57-8AB5814650DB}"/>
                    </a:ext>
                  </a:extLst>
                </p14:cNvPr>
                <p14:cNvContentPartPr/>
                <p14:nvPr/>
              </p14:nvContentPartPr>
              <p14:xfrm>
                <a:off x="9997484" y="2049278"/>
                <a:ext cx="97920" cy="856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1744DC4-AEDC-4590-4E57-8AB5814650D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988484" y="2040278"/>
                  <a:ext cx="115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27D167A-08C7-5CF8-51D4-93F509B004AD}"/>
                    </a:ext>
                  </a:extLst>
                </p14:cNvPr>
                <p14:cNvContentPartPr/>
                <p14:nvPr/>
              </p14:nvContentPartPr>
              <p14:xfrm>
                <a:off x="10124204" y="2051438"/>
                <a:ext cx="12960" cy="709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27D167A-08C7-5CF8-51D4-93F509B004A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115204" y="2042798"/>
                  <a:ext cx="30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B3E11F8-FF06-8EDB-F061-6C2C2CB3D800}"/>
                    </a:ext>
                  </a:extLst>
                </p14:cNvPr>
                <p14:cNvContentPartPr/>
                <p14:nvPr/>
              </p14:nvContentPartPr>
              <p14:xfrm>
                <a:off x="10125644" y="1993118"/>
                <a:ext cx="42840" cy="23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B3E11F8-FF06-8EDB-F061-6C2C2CB3D80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117004" y="1984118"/>
                  <a:ext cx="60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46EDACB-6241-D320-78CC-602E620877FC}"/>
                    </a:ext>
                  </a:extLst>
                </p14:cNvPr>
                <p14:cNvContentPartPr/>
                <p14:nvPr/>
              </p14:nvContentPartPr>
              <p14:xfrm>
                <a:off x="10185764" y="2033438"/>
                <a:ext cx="127800" cy="968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46EDACB-6241-D320-78CC-602E620877F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177124" y="2024438"/>
                  <a:ext cx="145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A36F409-FFE2-91D9-82C1-FB1947FFF46C}"/>
                    </a:ext>
                  </a:extLst>
                </p14:cNvPr>
                <p14:cNvContentPartPr/>
                <p14:nvPr/>
              </p14:nvContentPartPr>
              <p14:xfrm>
                <a:off x="10376204" y="2049278"/>
                <a:ext cx="136080" cy="398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A36F409-FFE2-91D9-82C1-FB1947FFF46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367564" y="2040278"/>
                  <a:ext cx="1537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B9E9C82-7756-B8B0-BEF5-E1FE5E8A1675}"/>
                    </a:ext>
                  </a:extLst>
                </p14:cNvPr>
                <p14:cNvContentPartPr/>
                <p14:nvPr/>
              </p14:nvContentPartPr>
              <p14:xfrm>
                <a:off x="9625604" y="2235758"/>
                <a:ext cx="147240" cy="2401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B9E9C82-7756-B8B0-BEF5-E1FE5E8A167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616604" y="2226758"/>
                  <a:ext cx="1648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4A80D80-1B06-3E82-2FCE-514ED083C348}"/>
                    </a:ext>
                  </a:extLst>
                </p14:cNvPr>
                <p14:cNvContentPartPr/>
                <p14:nvPr/>
              </p14:nvContentPartPr>
              <p14:xfrm>
                <a:off x="9768164" y="2420798"/>
                <a:ext cx="60120" cy="1216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4A80D80-1B06-3E82-2FCE-514ED083C34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759164" y="2412158"/>
                  <a:ext cx="777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B7BFEBD-8066-C497-49C6-5C76E0A5E112}"/>
                    </a:ext>
                  </a:extLst>
                </p14:cNvPr>
                <p14:cNvContentPartPr/>
                <p14:nvPr/>
              </p14:nvContentPartPr>
              <p14:xfrm>
                <a:off x="9970124" y="2445998"/>
                <a:ext cx="28800" cy="900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B7BFEBD-8066-C497-49C6-5C76E0A5E11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961124" y="2436998"/>
                  <a:ext cx="46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7F6C275-8DDE-57F1-85F4-D03E15C0D28F}"/>
                    </a:ext>
                  </a:extLst>
                </p14:cNvPr>
                <p14:cNvContentPartPr/>
                <p14:nvPr/>
              </p14:nvContentPartPr>
              <p14:xfrm>
                <a:off x="9945644" y="2444198"/>
                <a:ext cx="49680" cy="45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7F6C275-8DDE-57F1-85F4-D03E15C0D28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937004" y="2435558"/>
                  <a:ext cx="67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1BD1D41-DB67-B95A-B8E4-E2EF42C9B583}"/>
                    </a:ext>
                  </a:extLst>
                </p14:cNvPr>
                <p14:cNvContentPartPr/>
                <p14:nvPr/>
              </p14:nvContentPartPr>
              <p14:xfrm>
                <a:off x="9946364" y="2557958"/>
                <a:ext cx="135720" cy="8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1BD1D41-DB67-B95A-B8E4-E2EF42C9B58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937724" y="2548958"/>
                  <a:ext cx="1533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1869D8E-A7C2-A257-3232-343077A303BE}"/>
                    </a:ext>
                  </a:extLst>
                </p14:cNvPr>
                <p14:cNvContentPartPr/>
                <p14:nvPr/>
              </p14:nvContentPartPr>
              <p14:xfrm>
                <a:off x="10102244" y="2468678"/>
                <a:ext cx="55080" cy="1738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1869D8E-A7C2-A257-3232-343077A303B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093244" y="2460038"/>
                  <a:ext cx="72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1DA5A5D-E035-3800-F1CC-8593CA8D4276}"/>
                    </a:ext>
                  </a:extLst>
                </p14:cNvPr>
                <p14:cNvContentPartPr/>
                <p14:nvPr/>
              </p14:nvContentPartPr>
              <p14:xfrm>
                <a:off x="10315724" y="2469758"/>
                <a:ext cx="26640" cy="1537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1DA5A5D-E035-3800-F1CC-8593CA8D427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306724" y="2461118"/>
                  <a:ext cx="44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940AD0C-8ED9-3A37-37EB-F9CA63FF08EA}"/>
                    </a:ext>
                  </a:extLst>
                </p14:cNvPr>
                <p14:cNvContentPartPr/>
                <p14:nvPr/>
              </p14:nvContentPartPr>
              <p14:xfrm>
                <a:off x="10300964" y="2497838"/>
                <a:ext cx="152640" cy="1256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940AD0C-8ED9-3A37-37EB-F9CA63FF08E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292324" y="2488838"/>
                  <a:ext cx="170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88EF6B5-FAE9-C698-0F43-070A0AAC4F9D}"/>
                    </a:ext>
                  </a:extLst>
                </p14:cNvPr>
                <p14:cNvContentPartPr/>
                <p14:nvPr/>
              </p14:nvContentPartPr>
              <p14:xfrm>
                <a:off x="10499324" y="2550038"/>
                <a:ext cx="119880" cy="79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88EF6B5-FAE9-C698-0F43-070A0AAC4F9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490684" y="2541038"/>
                  <a:ext cx="137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4C1353C-147C-C5C8-6B06-11D401AAE019}"/>
                    </a:ext>
                  </a:extLst>
                </p14:cNvPr>
                <p14:cNvContentPartPr/>
                <p14:nvPr/>
              </p14:nvContentPartPr>
              <p14:xfrm>
                <a:off x="10669244" y="2507918"/>
                <a:ext cx="191880" cy="781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4C1353C-147C-C5C8-6B06-11D401AAE01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660244" y="2498918"/>
                  <a:ext cx="2095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4CDD29A-CD1D-B040-7715-87F411B7F40A}"/>
                    </a:ext>
                  </a:extLst>
                </p14:cNvPr>
                <p14:cNvContentPartPr/>
                <p14:nvPr/>
              </p14:nvContentPartPr>
              <p14:xfrm>
                <a:off x="10919084" y="2483078"/>
                <a:ext cx="133200" cy="1065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4CDD29A-CD1D-B040-7715-87F411B7F40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910084" y="2474078"/>
                  <a:ext cx="150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78E63D3-3015-3043-2F0C-32B1EF2AA8E6}"/>
                    </a:ext>
                  </a:extLst>
                </p14:cNvPr>
                <p14:cNvContentPartPr/>
                <p14:nvPr/>
              </p14:nvContentPartPr>
              <p14:xfrm>
                <a:off x="11072444" y="2510078"/>
                <a:ext cx="88920" cy="576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78E63D3-3015-3043-2F0C-32B1EF2AA8E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063444" y="2501438"/>
                  <a:ext cx="106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9531814-A1CD-DD99-1AB7-C405DDDE93AF}"/>
                    </a:ext>
                  </a:extLst>
                </p14:cNvPr>
                <p14:cNvContentPartPr/>
                <p14:nvPr/>
              </p14:nvContentPartPr>
              <p14:xfrm>
                <a:off x="11207444" y="2508638"/>
                <a:ext cx="128520" cy="1627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9531814-A1CD-DD99-1AB7-C405DDDE93A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198804" y="2499638"/>
                  <a:ext cx="146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887769C-86DE-FF98-A432-167FD1A4FD25}"/>
                    </a:ext>
                  </a:extLst>
                </p14:cNvPr>
                <p14:cNvContentPartPr/>
                <p14:nvPr/>
              </p14:nvContentPartPr>
              <p14:xfrm>
                <a:off x="11332364" y="2493158"/>
                <a:ext cx="124560" cy="1328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887769C-86DE-FF98-A432-167FD1A4FD2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323724" y="2484158"/>
                  <a:ext cx="142200" cy="15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8117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A58D74-D56E-3617-9039-2C7ADBC3A540}"/>
                  </a:ext>
                </a:extLst>
              </p14:cNvPr>
              <p14:cNvContentPartPr/>
              <p14:nvPr/>
            </p14:nvContentPartPr>
            <p14:xfrm>
              <a:off x="2950855" y="1241444"/>
              <a:ext cx="6480" cy="6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A58D74-D56E-3617-9039-2C7ADBC3A5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1855" y="1232804"/>
                <a:ext cx="2412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5E1CD61A-2F0C-8C00-562D-1B66B9E8AE01}"/>
              </a:ext>
            </a:extLst>
          </p:cNvPr>
          <p:cNvGrpSpPr/>
          <p:nvPr/>
        </p:nvGrpSpPr>
        <p:grpSpPr>
          <a:xfrm>
            <a:off x="3185215" y="274844"/>
            <a:ext cx="6384240" cy="579600"/>
            <a:chOff x="3185215" y="274844"/>
            <a:chExt cx="6384240" cy="57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98EF94-B30E-0050-9B72-C3DFC05704EC}"/>
                    </a:ext>
                  </a:extLst>
                </p14:cNvPr>
                <p14:cNvContentPartPr/>
                <p14:nvPr/>
              </p14:nvContentPartPr>
              <p14:xfrm>
                <a:off x="3239215" y="424244"/>
                <a:ext cx="19080" cy="269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98EF94-B30E-0050-9B72-C3DFC05704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30215" y="415244"/>
                  <a:ext cx="367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944502A-6827-E101-C60D-78FAC70E0148}"/>
                    </a:ext>
                  </a:extLst>
                </p14:cNvPr>
                <p14:cNvContentPartPr/>
                <p14:nvPr/>
              </p14:nvContentPartPr>
              <p14:xfrm>
                <a:off x="3185215" y="466724"/>
                <a:ext cx="176760" cy="213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944502A-6827-E101-C60D-78FAC70E01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76215" y="457724"/>
                  <a:ext cx="1944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1ECD01D-61E4-474C-EEA8-BDBA1E024704}"/>
                    </a:ext>
                  </a:extLst>
                </p14:cNvPr>
                <p14:cNvContentPartPr/>
                <p14:nvPr/>
              </p14:nvContentPartPr>
              <p14:xfrm>
                <a:off x="3421015" y="586604"/>
                <a:ext cx="111240" cy="19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1ECD01D-61E4-474C-EEA8-BDBA1E02470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12375" y="577604"/>
                  <a:ext cx="1288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6F967C-F76D-F385-9647-F9FD1FA5C95D}"/>
                    </a:ext>
                  </a:extLst>
                </p14:cNvPr>
                <p14:cNvContentPartPr/>
                <p14:nvPr/>
              </p14:nvContentPartPr>
              <p14:xfrm>
                <a:off x="3665095" y="501284"/>
                <a:ext cx="16200" cy="150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6F967C-F76D-F385-9647-F9FD1FA5C9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095" y="492644"/>
                  <a:ext cx="33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E038A9-2D2E-7119-0F40-951602108C19}"/>
                    </a:ext>
                  </a:extLst>
                </p14:cNvPr>
                <p14:cNvContentPartPr/>
                <p14:nvPr/>
              </p14:nvContentPartPr>
              <p14:xfrm>
                <a:off x="3675895" y="527564"/>
                <a:ext cx="156240" cy="117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E038A9-2D2E-7119-0F40-951602108C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66895" y="518924"/>
                  <a:ext cx="173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8C1D4F4-4C16-38DA-5153-449D6E52A465}"/>
                    </a:ext>
                  </a:extLst>
                </p14:cNvPr>
                <p14:cNvContentPartPr/>
                <p14:nvPr/>
              </p14:nvContentPartPr>
              <p14:xfrm>
                <a:off x="3805135" y="354404"/>
                <a:ext cx="31320" cy="30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8C1D4F4-4C16-38DA-5153-449D6E52A4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96495" y="345764"/>
                  <a:ext cx="4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A75425A-4A5B-89D8-2608-2878FCAFF0FD}"/>
                    </a:ext>
                  </a:extLst>
                </p14:cNvPr>
                <p14:cNvContentPartPr/>
                <p14:nvPr/>
              </p14:nvContentPartPr>
              <p14:xfrm>
                <a:off x="3862375" y="544844"/>
                <a:ext cx="83880" cy="91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A75425A-4A5B-89D8-2608-2878FCAFF0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53735" y="535844"/>
                  <a:ext cx="101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BE3510B-627B-686F-A3EF-2004B5118B70}"/>
                    </a:ext>
                  </a:extLst>
                </p14:cNvPr>
                <p14:cNvContentPartPr/>
                <p14:nvPr/>
              </p14:nvContentPartPr>
              <p14:xfrm>
                <a:off x="3979375" y="551324"/>
                <a:ext cx="63360" cy="97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BE3510B-627B-686F-A3EF-2004B5118B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70375" y="542324"/>
                  <a:ext cx="81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6236E0E-4A9F-58E2-EEA1-282A0E350A17}"/>
                    </a:ext>
                  </a:extLst>
                </p14:cNvPr>
                <p14:cNvContentPartPr/>
                <p14:nvPr/>
              </p14:nvContentPartPr>
              <p14:xfrm>
                <a:off x="4063975" y="560684"/>
                <a:ext cx="102240" cy="67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6236E0E-4A9F-58E2-EEA1-282A0E350A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5335" y="551684"/>
                  <a:ext cx="1198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897334-8EBF-5BC6-A19D-DAECC330A41B}"/>
                    </a:ext>
                  </a:extLst>
                </p14:cNvPr>
                <p14:cNvContentPartPr/>
                <p14:nvPr/>
              </p14:nvContentPartPr>
              <p14:xfrm>
                <a:off x="4214815" y="532244"/>
                <a:ext cx="87840" cy="87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897334-8EBF-5BC6-A19D-DAECC330A41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06175" y="523604"/>
                  <a:ext cx="105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8F17C87-FC98-D05D-D8DC-A1DC838ED012}"/>
                    </a:ext>
                  </a:extLst>
                </p14:cNvPr>
                <p14:cNvContentPartPr/>
                <p14:nvPr/>
              </p14:nvContentPartPr>
              <p14:xfrm>
                <a:off x="4338655" y="543044"/>
                <a:ext cx="41040" cy="97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8F17C87-FC98-D05D-D8DC-A1DC838ED0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30015" y="534404"/>
                  <a:ext cx="586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C3A48A9-DEA1-CAC4-22A9-74C126F29373}"/>
                    </a:ext>
                  </a:extLst>
                </p14:cNvPr>
                <p14:cNvContentPartPr/>
                <p14:nvPr/>
              </p14:nvContentPartPr>
              <p14:xfrm>
                <a:off x="4448095" y="445124"/>
                <a:ext cx="61920" cy="183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C3A48A9-DEA1-CAC4-22A9-74C126F2937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39095" y="436124"/>
                  <a:ext cx="79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116501-6EEC-2C4C-F691-293743334ABF}"/>
                    </a:ext>
                  </a:extLst>
                </p14:cNvPr>
                <p14:cNvContentPartPr/>
                <p14:nvPr/>
              </p14:nvContentPartPr>
              <p14:xfrm>
                <a:off x="4458895" y="517484"/>
                <a:ext cx="83880" cy="36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116501-6EEC-2C4C-F691-293743334AB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49895" y="508844"/>
                  <a:ext cx="101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A3E619-E03C-02F1-1BB4-728E07188E59}"/>
                    </a:ext>
                  </a:extLst>
                </p14:cNvPr>
                <p14:cNvContentPartPr/>
                <p14:nvPr/>
              </p14:nvContentPartPr>
              <p14:xfrm>
                <a:off x="4998535" y="394004"/>
                <a:ext cx="26640" cy="176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A3E619-E03C-02F1-1BB4-728E07188E5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89895" y="385004"/>
                  <a:ext cx="44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35BB3CE-C433-D8F6-890A-83A98FE4B4A1}"/>
                    </a:ext>
                  </a:extLst>
                </p14:cNvPr>
                <p14:cNvContentPartPr/>
                <p14:nvPr/>
              </p14:nvContentPartPr>
              <p14:xfrm>
                <a:off x="4996735" y="447644"/>
                <a:ext cx="149760" cy="131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35BB3CE-C433-D8F6-890A-83A98FE4B4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7735" y="438644"/>
                  <a:ext cx="167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FB0BDD8-329C-DDAF-580D-592BE96752BB}"/>
                    </a:ext>
                  </a:extLst>
                </p14:cNvPr>
                <p14:cNvContentPartPr/>
                <p14:nvPr/>
              </p14:nvContentPartPr>
              <p14:xfrm>
                <a:off x="5171695" y="302564"/>
                <a:ext cx="27360" cy="292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FB0BDD8-329C-DDAF-580D-592BE96752B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63055" y="293924"/>
                  <a:ext cx="450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B6622F-0EB9-60FC-EB01-4F43519997A0}"/>
                    </a:ext>
                  </a:extLst>
                </p14:cNvPr>
                <p14:cNvContentPartPr/>
                <p14:nvPr/>
              </p14:nvContentPartPr>
              <p14:xfrm>
                <a:off x="5232895" y="480404"/>
                <a:ext cx="209520" cy="103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B6622F-0EB9-60FC-EB01-4F43519997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23895" y="471404"/>
                  <a:ext cx="227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6306B6-8D13-B801-EA50-7516EF37F286}"/>
                    </a:ext>
                  </a:extLst>
                </p14:cNvPr>
                <p14:cNvContentPartPr/>
                <p14:nvPr/>
              </p14:nvContentPartPr>
              <p14:xfrm>
                <a:off x="5359255" y="442244"/>
                <a:ext cx="74520" cy="70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6306B6-8D13-B801-EA50-7516EF37F28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50255" y="433244"/>
                  <a:ext cx="92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024306-FF92-AB6B-50CD-9FBCE2BE964E}"/>
                    </a:ext>
                  </a:extLst>
                </p14:cNvPr>
                <p14:cNvContentPartPr/>
                <p14:nvPr/>
              </p14:nvContentPartPr>
              <p14:xfrm>
                <a:off x="5439535" y="314804"/>
                <a:ext cx="435240" cy="524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024306-FF92-AB6B-50CD-9FBCE2BE96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30895" y="305804"/>
                  <a:ext cx="45288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06EE30-1E44-828F-F6DA-E31FD1C06251}"/>
                    </a:ext>
                  </a:extLst>
                </p14:cNvPr>
                <p14:cNvContentPartPr/>
                <p14:nvPr/>
              </p14:nvContentPartPr>
              <p14:xfrm>
                <a:off x="5902135" y="474644"/>
                <a:ext cx="201960" cy="93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06EE30-1E44-828F-F6DA-E31FD1C062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93135" y="466004"/>
                  <a:ext cx="219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66062C5-1061-65FC-6393-C5D52A890CFB}"/>
                    </a:ext>
                  </a:extLst>
                </p14:cNvPr>
                <p14:cNvContentPartPr/>
                <p14:nvPr/>
              </p14:nvContentPartPr>
              <p14:xfrm>
                <a:off x="3310855" y="779924"/>
                <a:ext cx="1632960" cy="7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66062C5-1061-65FC-6393-C5D52A890CF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01855" y="770924"/>
                  <a:ext cx="16506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6161EB2-65C7-3355-9DD4-F6D726D76D7A}"/>
                    </a:ext>
                  </a:extLst>
                </p14:cNvPr>
                <p14:cNvContentPartPr/>
                <p14:nvPr/>
              </p14:nvContentPartPr>
              <p14:xfrm>
                <a:off x="5109775" y="653564"/>
                <a:ext cx="1231200" cy="91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6161EB2-65C7-3355-9DD4-F6D726D76D7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00775" y="644924"/>
                  <a:ext cx="124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ED7E38-C133-C519-8825-5319B2CC4FCA}"/>
                    </a:ext>
                  </a:extLst>
                </p14:cNvPr>
                <p14:cNvContentPartPr/>
                <p14:nvPr/>
              </p14:nvContentPartPr>
              <p14:xfrm>
                <a:off x="6424855" y="296804"/>
                <a:ext cx="104760" cy="344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ED7E38-C133-C519-8825-5319B2CC4FC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16215" y="288164"/>
                  <a:ext cx="122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95B3B35-8F1A-999F-49C4-5F6109326C5C}"/>
                    </a:ext>
                  </a:extLst>
                </p14:cNvPr>
                <p14:cNvContentPartPr/>
                <p14:nvPr/>
              </p14:nvContentPartPr>
              <p14:xfrm>
                <a:off x="6559495" y="387524"/>
                <a:ext cx="62280" cy="209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95B3B35-8F1A-999F-49C4-5F6109326C5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50855" y="378884"/>
                  <a:ext cx="799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301489B-5E3A-E7FF-269C-EEB51709212F}"/>
                    </a:ext>
                  </a:extLst>
                </p14:cNvPr>
                <p14:cNvContentPartPr/>
                <p14:nvPr/>
              </p14:nvContentPartPr>
              <p14:xfrm>
                <a:off x="6579295" y="396884"/>
                <a:ext cx="173520" cy="170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301489B-5E3A-E7FF-269C-EEB5170921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70295" y="387884"/>
                  <a:ext cx="191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9E4156-B51E-7756-EB67-5BEF91E2973D}"/>
                    </a:ext>
                  </a:extLst>
                </p14:cNvPr>
                <p14:cNvContentPartPr/>
                <p14:nvPr/>
              </p14:nvContentPartPr>
              <p14:xfrm>
                <a:off x="6793495" y="417404"/>
                <a:ext cx="16920" cy="137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9E4156-B51E-7756-EB67-5BEF91E2973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84855" y="408764"/>
                  <a:ext cx="34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BA425A5-2A19-FF4C-0AAC-2B796AA18011}"/>
                    </a:ext>
                  </a:extLst>
                </p14:cNvPr>
                <p14:cNvContentPartPr/>
                <p14:nvPr/>
              </p14:nvContentPartPr>
              <p14:xfrm>
                <a:off x="6784135" y="447644"/>
                <a:ext cx="157320" cy="100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BA425A5-2A19-FF4C-0AAC-2B796AA1801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75495" y="438644"/>
                  <a:ext cx="174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936DBA8-9655-FAF2-06FC-BC377F284D85}"/>
                    </a:ext>
                  </a:extLst>
                </p14:cNvPr>
                <p14:cNvContentPartPr/>
                <p14:nvPr/>
              </p14:nvContentPartPr>
              <p14:xfrm>
                <a:off x="6896095" y="365204"/>
                <a:ext cx="54000" cy="197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936DBA8-9655-FAF2-06FC-BC377F284D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87095" y="356204"/>
                  <a:ext cx="71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4672E86-46BA-1FCE-ABC3-DEB63DE00362}"/>
                    </a:ext>
                  </a:extLst>
                </p14:cNvPr>
                <p14:cNvContentPartPr/>
                <p14:nvPr/>
              </p14:nvContentPartPr>
              <p14:xfrm>
                <a:off x="7035055" y="409844"/>
                <a:ext cx="9000" cy="128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4672E86-46BA-1FCE-ABC3-DEB63DE003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26055" y="400844"/>
                  <a:ext cx="266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79D669C-44A1-F3D4-E4E1-F88DC0DF90E7}"/>
                    </a:ext>
                  </a:extLst>
                </p14:cNvPr>
                <p14:cNvContentPartPr/>
                <p14:nvPr/>
              </p14:nvContentPartPr>
              <p14:xfrm>
                <a:off x="7027495" y="440804"/>
                <a:ext cx="209520" cy="114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79D669C-44A1-F3D4-E4E1-F88DC0DF90E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18495" y="431804"/>
                  <a:ext cx="227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1632B96-9704-5E92-DE97-9DA2DE5B3822}"/>
                    </a:ext>
                  </a:extLst>
                </p14:cNvPr>
                <p14:cNvContentPartPr/>
                <p14:nvPr/>
              </p14:nvContentPartPr>
              <p14:xfrm>
                <a:off x="7197055" y="378524"/>
                <a:ext cx="49680" cy="171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1632B96-9704-5E92-DE97-9DA2DE5B38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88055" y="369884"/>
                  <a:ext cx="673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17EDAD-535F-F970-074B-E27D66EC1081}"/>
                    </a:ext>
                  </a:extLst>
                </p14:cNvPr>
                <p14:cNvContentPartPr/>
                <p14:nvPr/>
              </p14:nvContentPartPr>
              <p14:xfrm>
                <a:off x="7236655" y="274844"/>
                <a:ext cx="116640" cy="457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17EDAD-535F-F970-074B-E27D66EC108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27655" y="266204"/>
                  <a:ext cx="13428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E069510-A098-D886-9BE2-0D06B2FDE36B}"/>
                    </a:ext>
                  </a:extLst>
                </p14:cNvPr>
                <p14:cNvContentPartPr/>
                <p14:nvPr/>
              </p14:nvContentPartPr>
              <p14:xfrm>
                <a:off x="7282375" y="475364"/>
                <a:ext cx="190800" cy="23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E069510-A098-D886-9BE2-0D06B2FDE36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73735" y="466364"/>
                  <a:ext cx="208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01EE765-0DB0-AB85-F065-8D6BA284DDD1}"/>
                    </a:ext>
                  </a:extLst>
                </p14:cNvPr>
                <p14:cNvContentPartPr/>
                <p14:nvPr/>
              </p14:nvContentPartPr>
              <p14:xfrm>
                <a:off x="7474615" y="454484"/>
                <a:ext cx="72000" cy="83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01EE765-0DB0-AB85-F065-8D6BA284DDD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65975" y="445844"/>
                  <a:ext cx="896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C3B4519-3ADF-42CD-CFF6-86950387FD85}"/>
                    </a:ext>
                  </a:extLst>
                </p14:cNvPr>
                <p14:cNvContentPartPr/>
                <p14:nvPr/>
              </p14:nvContentPartPr>
              <p14:xfrm>
                <a:off x="7741015" y="309764"/>
                <a:ext cx="189000" cy="259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C3B4519-3ADF-42CD-CFF6-86950387FD8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32375" y="301124"/>
                  <a:ext cx="2066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2B6DB67-D470-1601-7100-42D206165468}"/>
                    </a:ext>
                  </a:extLst>
                </p14:cNvPr>
                <p14:cNvContentPartPr/>
                <p14:nvPr/>
              </p14:nvContentPartPr>
              <p14:xfrm>
                <a:off x="7985095" y="368084"/>
                <a:ext cx="211680" cy="200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2B6DB67-D470-1601-7100-42D20616546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76455" y="359084"/>
                  <a:ext cx="229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DCA4706-2448-E1BA-78F6-FE6EC05726D9}"/>
                    </a:ext>
                  </a:extLst>
                </p14:cNvPr>
                <p14:cNvContentPartPr/>
                <p14:nvPr/>
              </p14:nvContentPartPr>
              <p14:xfrm>
                <a:off x="8245735" y="465644"/>
                <a:ext cx="55080" cy="104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DCA4706-2448-E1BA-78F6-FE6EC05726D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37095" y="456644"/>
                  <a:ext cx="727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986A60-8C9B-40A0-1236-0468F819C734}"/>
                    </a:ext>
                  </a:extLst>
                </p14:cNvPr>
                <p14:cNvContentPartPr/>
                <p14:nvPr/>
              </p14:nvContentPartPr>
              <p14:xfrm>
                <a:off x="8359495" y="457724"/>
                <a:ext cx="41040" cy="95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986A60-8C9B-40A0-1236-0468F819C7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50495" y="449084"/>
                  <a:ext cx="58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B91946-79D8-80C0-365C-0F5C956A5DEC}"/>
                    </a:ext>
                  </a:extLst>
                </p14:cNvPr>
                <p14:cNvContentPartPr/>
                <p14:nvPr/>
              </p14:nvContentPartPr>
              <p14:xfrm>
                <a:off x="8458135" y="454484"/>
                <a:ext cx="27000" cy="96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B91946-79D8-80C0-365C-0F5C956A5DE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9135" y="445844"/>
                  <a:ext cx="44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40B25D7-78A5-A574-3699-64AB81945D98}"/>
                    </a:ext>
                  </a:extLst>
                </p14:cNvPr>
                <p14:cNvContentPartPr/>
                <p14:nvPr/>
              </p14:nvContentPartPr>
              <p14:xfrm>
                <a:off x="8487655" y="422804"/>
                <a:ext cx="1080" cy="10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40B25D7-78A5-A574-3699-64AB81945D9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79015" y="413804"/>
                  <a:ext cx="18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EE2FB7-2126-5C81-5424-BBF903821BA5}"/>
                    </a:ext>
                  </a:extLst>
                </p14:cNvPr>
                <p14:cNvContentPartPr/>
                <p14:nvPr/>
              </p14:nvContentPartPr>
              <p14:xfrm>
                <a:off x="8554255" y="286364"/>
                <a:ext cx="147600" cy="326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EE2FB7-2126-5C81-5424-BBF903821BA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45615" y="277724"/>
                  <a:ext cx="1652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A5052B-F988-89FF-EB6A-23930D08519B}"/>
                    </a:ext>
                  </a:extLst>
                </p14:cNvPr>
                <p14:cNvContentPartPr/>
                <p14:nvPr/>
              </p14:nvContentPartPr>
              <p14:xfrm>
                <a:off x="8539855" y="478244"/>
                <a:ext cx="162000" cy="82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1A5052B-F988-89FF-EB6A-23930D08519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30855" y="469244"/>
                  <a:ext cx="1796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EC450C-E084-5671-52DD-5ACC219662A2}"/>
                    </a:ext>
                  </a:extLst>
                </p14:cNvPr>
                <p14:cNvContentPartPr/>
                <p14:nvPr/>
              </p14:nvContentPartPr>
              <p14:xfrm>
                <a:off x="8721295" y="435044"/>
                <a:ext cx="41040" cy="10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EC450C-E084-5671-52DD-5ACC219662A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12655" y="426044"/>
                  <a:ext cx="58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6E07B2B-3CB1-CD07-9E1C-D9B16E24D2AA}"/>
                    </a:ext>
                  </a:extLst>
                </p14:cNvPr>
                <p14:cNvContentPartPr/>
                <p14:nvPr/>
              </p14:nvContentPartPr>
              <p14:xfrm>
                <a:off x="8797255" y="432884"/>
                <a:ext cx="130320" cy="108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6E07B2B-3CB1-CD07-9E1C-D9B16E24D2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88615" y="423884"/>
                  <a:ext cx="1479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475ADF1-E80A-CE43-4012-6A1D4FA01FFB}"/>
                    </a:ext>
                  </a:extLst>
                </p14:cNvPr>
                <p14:cNvContentPartPr/>
                <p14:nvPr/>
              </p14:nvContentPartPr>
              <p14:xfrm>
                <a:off x="8958895" y="405164"/>
                <a:ext cx="182880" cy="113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475ADF1-E80A-CE43-4012-6A1D4FA01FF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50255" y="396164"/>
                  <a:ext cx="200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5434D1E-5181-66E2-92C3-6DFAEDC57C12}"/>
                    </a:ext>
                  </a:extLst>
                </p14:cNvPr>
                <p14:cNvContentPartPr/>
                <p14:nvPr/>
              </p14:nvContentPartPr>
              <p14:xfrm>
                <a:off x="9128815" y="444044"/>
                <a:ext cx="123840" cy="90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5434D1E-5181-66E2-92C3-6DFAEDC57C1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20175" y="435044"/>
                  <a:ext cx="141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0D44E8C-A863-DF50-E9DE-897080F3BE57}"/>
                    </a:ext>
                  </a:extLst>
                </p14:cNvPr>
                <p14:cNvContentPartPr/>
                <p14:nvPr/>
              </p14:nvContentPartPr>
              <p14:xfrm>
                <a:off x="9268855" y="396884"/>
                <a:ext cx="13680" cy="24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0D44E8C-A863-DF50-E9DE-897080F3BE5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59855" y="387884"/>
                  <a:ext cx="31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F7983DF-5CBB-5B9D-D849-6DFD0C2287B2}"/>
                    </a:ext>
                  </a:extLst>
                </p14:cNvPr>
                <p14:cNvContentPartPr/>
                <p14:nvPr/>
              </p14:nvContentPartPr>
              <p14:xfrm>
                <a:off x="9336895" y="421724"/>
                <a:ext cx="67680" cy="76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F7983DF-5CBB-5B9D-D849-6DFD0C2287B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28255" y="412724"/>
                  <a:ext cx="85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ECAE0D0-125E-15C9-6F48-701B09A0462B}"/>
                    </a:ext>
                  </a:extLst>
                </p14:cNvPr>
                <p14:cNvContentPartPr/>
                <p14:nvPr/>
              </p14:nvContentPartPr>
              <p14:xfrm>
                <a:off x="9399535" y="435044"/>
                <a:ext cx="169920" cy="192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ECAE0D0-125E-15C9-6F48-701B09A0462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90535" y="426404"/>
                  <a:ext cx="1875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AC32BD-0E5E-B856-512A-F135B9E3A84D}"/>
                    </a:ext>
                  </a:extLst>
                </p14:cNvPr>
                <p14:cNvContentPartPr/>
                <p14:nvPr/>
              </p14:nvContentPartPr>
              <p14:xfrm>
                <a:off x="7496215" y="701804"/>
                <a:ext cx="2052000" cy="44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AC32BD-0E5E-B856-512A-F135B9E3A84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87215" y="693164"/>
                  <a:ext cx="206964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EB70F1C-BF44-EC95-CBE4-B19CD9C5B36A}"/>
              </a:ext>
            </a:extLst>
          </p:cNvPr>
          <p:cNvGrpSpPr/>
          <p:nvPr/>
        </p:nvGrpSpPr>
        <p:grpSpPr>
          <a:xfrm>
            <a:off x="2821255" y="1212644"/>
            <a:ext cx="499680" cy="422280"/>
            <a:chOff x="2821255" y="1212644"/>
            <a:chExt cx="49968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B355404-453A-CBB5-E373-D0726331D812}"/>
                    </a:ext>
                  </a:extLst>
                </p14:cNvPr>
                <p14:cNvContentPartPr/>
                <p14:nvPr/>
              </p14:nvContentPartPr>
              <p14:xfrm>
                <a:off x="2821255" y="1333604"/>
                <a:ext cx="187560" cy="14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B355404-453A-CBB5-E373-D0726331D81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12255" y="1324604"/>
                  <a:ext cx="205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0387325-208D-0AB5-FE6B-E88B5B3BA8F2}"/>
                    </a:ext>
                  </a:extLst>
                </p14:cNvPr>
                <p14:cNvContentPartPr/>
                <p14:nvPr/>
              </p14:nvContentPartPr>
              <p14:xfrm>
                <a:off x="3028615" y="1357724"/>
                <a:ext cx="96480" cy="80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0387325-208D-0AB5-FE6B-E88B5B3BA8F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19975" y="1348724"/>
                  <a:ext cx="1141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0D8D35A-5A3D-2171-4732-7E263170A962}"/>
                    </a:ext>
                  </a:extLst>
                </p14:cNvPr>
                <p14:cNvContentPartPr/>
                <p14:nvPr/>
              </p14:nvContentPartPr>
              <p14:xfrm>
                <a:off x="3139135" y="1359524"/>
                <a:ext cx="50760" cy="87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0D8D35A-5A3D-2171-4732-7E263170A96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30495" y="1350524"/>
                  <a:ext cx="684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D81D3A4-F647-A243-B0D5-B3752CF9934B}"/>
                    </a:ext>
                  </a:extLst>
                </p14:cNvPr>
                <p14:cNvContentPartPr/>
                <p14:nvPr/>
              </p14:nvContentPartPr>
              <p14:xfrm>
                <a:off x="3164335" y="1322804"/>
                <a:ext cx="53280" cy="42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D81D3A4-F647-A243-B0D5-B3752CF9934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55695" y="1314164"/>
                  <a:ext cx="70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F6566DD-B1A9-5452-F945-2BE5468D90EA}"/>
                    </a:ext>
                  </a:extLst>
                </p14:cNvPr>
                <p14:cNvContentPartPr/>
                <p14:nvPr/>
              </p14:nvContentPartPr>
              <p14:xfrm>
                <a:off x="3259015" y="1212644"/>
                <a:ext cx="61920" cy="422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F6566DD-B1A9-5452-F945-2BE5468D90E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50375" y="1204004"/>
                  <a:ext cx="79560" cy="43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F286F6F-8639-186D-647D-1D4D942DB851}"/>
              </a:ext>
            </a:extLst>
          </p:cNvPr>
          <p:cNvGrpSpPr/>
          <p:nvPr/>
        </p:nvGrpSpPr>
        <p:grpSpPr>
          <a:xfrm>
            <a:off x="3600295" y="1222364"/>
            <a:ext cx="1223640" cy="391680"/>
            <a:chOff x="3600295" y="1222364"/>
            <a:chExt cx="122364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BA228C-9CD5-9320-5B38-4EF33ED15D2A}"/>
                    </a:ext>
                  </a:extLst>
                </p14:cNvPr>
                <p14:cNvContentPartPr/>
                <p14:nvPr/>
              </p14:nvContentPartPr>
              <p14:xfrm>
                <a:off x="3600295" y="1347644"/>
                <a:ext cx="91800" cy="132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BA228C-9CD5-9320-5B38-4EF33ED15D2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91655" y="1339004"/>
                  <a:ext cx="109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C0B139-B320-057F-77A3-43F0DF0B466E}"/>
                    </a:ext>
                  </a:extLst>
                </p14:cNvPr>
                <p14:cNvContentPartPr/>
                <p14:nvPr/>
              </p14:nvContentPartPr>
              <p14:xfrm>
                <a:off x="3748615" y="1304084"/>
                <a:ext cx="52560" cy="154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C0B139-B320-057F-77A3-43F0DF0B466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39975" y="1295084"/>
                  <a:ext cx="702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8741C3C-9A79-D4B8-35CF-48041EC57FC0}"/>
                    </a:ext>
                  </a:extLst>
                </p14:cNvPr>
                <p14:cNvContentPartPr/>
                <p14:nvPr/>
              </p14:nvContentPartPr>
              <p14:xfrm>
                <a:off x="3726655" y="1369964"/>
                <a:ext cx="129240" cy="19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8741C3C-9A79-D4B8-35CF-48041EC57FC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18015" y="1361324"/>
                  <a:ext cx="146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EE41E87-DC6F-C0CD-BEFE-194B7AE32424}"/>
                    </a:ext>
                  </a:extLst>
                </p14:cNvPr>
                <p14:cNvContentPartPr/>
                <p14:nvPr/>
              </p14:nvContentPartPr>
              <p14:xfrm>
                <a:off x="3849775" y="1286804"/>
                <a:ext cx="186480" cy="154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EE41E87-DC6F-C0CD-BEFE-194B7AE324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41135" y="1278164"/>
                  <a:ext cx="2041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6C897D-4B24-8E39-BD27-350C30416C96}"/>
                    </a:ext>
                  </a:extLst>
                </p14:cNvPr>
                <p14:cNvContentPartPr/>
                <p14:nvPr/>
              </p14:nvContentPartPr>
              <p14:xfrm>
                <a:off x="3974335" y="1329284"/>
                <a:ext cx="110160" cy="23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6C897D-4B24-8E39-BD27-350C30416C9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65335" y="1320644"/>
                  <a:ext cx="127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0451B1B-5169-D3E0-F8B9-E1CED9B8A22D}"/>
                    </a:ext>
                  </a:extLst>
                </p14:cNvPr>
                <p14:cNvContentPartPr/>
                <p14:nvPr/>
              </p14:nvContentPartPr>
              <p14:xfrm>
                <a:off x="4089175" y="1335044"/>
                <a:ext cx="138600" cy="75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0451B1B-5169-D3E0-F8B9-E1CED9B8A22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80535" y="1326404"/>
                  <a:ext cx="156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FA4D6B1-D6A7-24A6-D7A9-4EE8D98976B7}"/>
                    </a:ext>
                  </a:extLst>
                </p14:cNvPr>
                <p14:cNvContentPartPr/>
                <p14:nvPr/>
              </p14:nvContentPartPr>
              <p14:xfrm>
                <a:off x="4250815" y="1299404"/>
                <a:ext cx="76320" cy="137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FA4D6B1-D6A7-24A6-D7A9-4EE8D98976B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41815" y="1290404"/>
                  <a:ext cx="93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D0FF4F9-15E0-1007-8DDB-3652DF42A2B1}"/>
                    </a:ext>
                  </a:extLst>
                </p14:cNvPr>
                <p14:cNvContentPartPr/>
                <p14:nvPr/>
              </p14:nvContentPartPr>
              <p14:xfrm>
                <a:off x="4461415" y="1222364"/>
                <a:ext cx="80280" cy="277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D0FF4F9-15E0-1007-8DDB-3652DF42A2B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52415" y="1213364"/>
                  <a:ext cx="979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59A426B-A359-D1CE-15BF-7E4788F76DCC}"/>
                    </a:ext>
                  </a:extLst>
                </p14:cNvPr>
                <p14:cNvContentPartPr/>
                <p14:nvPr/>
              </p14:nvContentPartPr>
              <p14:xfrm>
                <a:off x="4567255" y="1338284"/>
                <a:ext cx="147600" cy="275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59A426B-A359-D1CE-15BF-7E4788F76DC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558615" y="1329284"/>
                  <a:ext cx="165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9158A19-4628-AE63-8B54-056BD1DD892C}"/>
                    </a:ext>
                  </a:extLst>
                </p14:cNvPr>
                <p14:cNvContentPartPr/>
                <p14:nvPr/>
              </p14:nvContentPartPr>
              <p14:xfrm>
                <a:off x="4687495" y="1248644"/>
                <a:ext cx="136440" cy="317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9158A19-4628-AE63-8B54-056BD1DD89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678495" y="1239644"/>
                  <a:ext cx="15408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4AB5ED2-527E-5C0E-B0D9-E18B8B962F48}"/>
              </a:ext>
            </a:extLst>
          </p:cNvPr>
          <p:cNvGrpSpPr/>
          <p:nvPr/>
        </p:nvGrpSpPr>
        <p:grpSpPr>
          <a:xfrm>
            <a:off x="839095" y="994844"/>
            <a:ext cx="359640" cy="520920"/>
            <a:chOff x="839095" y="994844"/>
            <a:chExt cx="359640" cy="52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CD9C30A-D950-A166-23E7-F9FE33C08768}"/>
                    </a:ext>
                  </a:extLst>
                </p14:cNvPr>
                <p14:cNvContentPartPr/>
                <p14:nvPr/>
              </p14:nvContentPartPr>
              <p14:xfrm>
                <a:off x="852055" y="1368884"/>
                <a:ext cx="12960" cy="145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CD9C30A-D950-A166-23E7-F9FE33C0876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3415" y="1359884"/>
                  <a:ext cx="30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7CFE22B-A763-4306-C325-8A680250B4E2}"/>
                    </a:ext>
                  </a:extLst>
                </p14:cNvPr>
                <p14:cNvContentPartPr/>
                <p14:nvPr/>
              </p14:nvContentPartPr>
              <p14:xfrm>
                <a:off x="867175" y="1340444"/>
                <a:ext cx="132480" cy="175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7CFE22B-A763-4306-C325-8A680250B4E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8175" y="1331444"/>
                  <a:ext cx="150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4F1A870-7829-8238-74F5-E96B177D065F}"/>
                    </a:ext>
                  </a:extLst>
                </p14:cNvPr>
                <p14:cNvContentPartPr/>
                <p14:nvPr/>
              </p14:nvContentPartPr>
              <p14:xfrm>
                <a:off x="1075615" y="1348724"/>
                <a:ext cx="6480" cy="119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4F1A870-7829-8238-74F5-E96B177D065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6975" y="1340084"/>
                  <a:ext cx="24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7A13603-189D-D228-C56A-850A0BEB0E20}"/>
                    </a:ext>
                  </a:extLst>
                </p14:cNvPr>
                <p14:cNvContentPartPr/>
                <p14:nvPr/>
              </p14:nvContentPartPr>
              <p14:xfrm>
                <a:off x="1005415" y="1336844"/>
                <a:ext cx="164880" cy="27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7A13603-189D-D228-C56A-850A0BEB0E2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6415" y="1328204"/>
                  <a:ext cx="182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E91211E-5C76-EE13-B506-C2A42FE3E0CD}"/>
                    </a:ext>
                  </a:extLst>
                </p14:cNvPr>
                <p14:cNvContentPartPr/>
                <p14:nvPr/>
              </p14:nvContentPartPr>
              <p14:xfrm>
                <a:off x="910015" y="1088444"/>
                <a:ext cx="182520" cy="142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E91211E-5C76-EE13-B506-C2A42FE3E0C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1015" y="1079444"/>
                  <a:ext cx="200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4C7B32E-1BC3-C35A-FB44-E60959C55FEB}"/>
                    </a:ext>
                  </a:extLst>
                </p14:cNvPr>
                <p14:cNvContentPartPr/>
                <p14:nvPr/>
              </p14:nvContentPartPr>
              <p14:xfrm>
                <a:off x="839095" y="994844"/>
                <a:ext cx="157680" cy="257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4C7B32E-1BC3-C35A-FB44-E60959C55FE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0455" y="985844"/>
                  <a:ext cx="1753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39E4BAE-06DD-49A5-925A-BB5D8E9DDA35}"/>
                    </a:ext>
                  </a:extLst>
                </p14:cNvPr>
                <p14:cNvContentPartPr/>
                <p14:nvPr/>
              </p14:nvContentPartPr>
              <p14:xfrm>
                <a:off x="1081375" y="994844"/>
                <a:ext cx="117360" cy="253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39E4BAE-06DD-49A5-925A-BB5D8E9DDA3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2735" y="985844"/>
                  <a:ext cx="13500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0634E19-97A7-C011-9A44-1C6A93E11CDE}"/>
              </a:ext>
            </a:extLst>
          </p:cNvPr>
          <p:cNvGrpSpPr/>
          <p:nvPr/>
        </p:nvGrpSpPr>
        <p:grpSpPr>
          <a:xfrm>
            <a:off x="1670335" y="1030124"/>
            <a:ext cx="432720" cy="466560"/>
            <a:chOff x="1670335" y="1030124"/>
            <a:chExt cx="43272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53B7C17-918B-8580-91FA-13BE9AD30AE0}"/>
                    </a:ext>
                  </a:extLst>
                </p14:cNvPr>
                <p14:cNvContentPartPr/>
                <p14:nvPr/>
              </p14:nvContentPartPr>
              <p14:xfrm>
                <a:off x="1716055" y="1359884"/>
                <a:ext cx="112680" cy="136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53B7C17-918B-8580-91FA-13BE9AD30AE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07055" y="1351244"/>
                  <a:ext cx="130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1FC6A0B-3E3D-911B-FF6A-63A7A83EC9D2}"/>
                    </a:ext>
                  </a:extLst>
                </p14:cNvPr>
                <p14:cNvContentPartPr/>
                <p14:nvPr/>
              </p14:nvContentPartPr>
              <p14:xfrm>
                <a:off x="1924495" y="1354844"/>
                <a:ext cx="164880" cy="140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1FC6A0B-3E3D-911B-FF6A-63A7A83EC9D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15855" y="1345844"/>
                  <a:ext cx="1825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0416BBC-C8D7-98ED-E601-DD05ECC49933}"/>
                    </a:ext>
                  </a:extLst>
                </p14:cNvPr>
                <p14:cNvContentPartPr/>
                <p14:nvPr/>
              </p14:nvContentPartPr>
              <p14:xfrm>
                <a:off x="1761415" y="1114724"/>
                <a:ext cx="130320" cy="103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0416BBC-C8D7-98ED-E601-DD05ECC4993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752415" y="1105724"/>
                  <a:ext cx="147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2F9ACB-F73F-BD59-3F75-39BB84F1E59C}"/>
                    </a:ext>
                  </a:extLst>
                </p14:cNvPr>
                <p14:cNvContentPartPr/>
                <p14:nvPr/>
              </p14:nvContentPartPr>
              <p14:xfrm>
                <a:off x="1905055" y="1179884"/>
                <a:ext cx="77760" cy="108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2F9ACB-F73F-BD59-3F75-39BB84F1E59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96415" y="1170884"/>
                  <a:ext cx="95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89928CD-F379-33D5-257B-8B3C23A0DDEE}"/>
                    </a:ext>
                  </a:extLst>
                </p14:cNvPr>
                <p14:cNvContentPartPr/>
                <p14:nvPr/>
              </p14:nvContentPartPr>
              <p14:xfrm>
                <a:off x="1670335" y="1030124"/>
                <a:ext cx="177120" cy="285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89928CD-F379-33D5-257B-8B3C23A0DDE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61695" y="1021124"/>
                  <a:ext cx="1947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1A8396D-98EC-C640-6205-782384A44D80}"/>
                    </a:ext>
                  </a:extLst>
                </p14:cNvPr>
                <p14:cNvContentPartPr/>
                <p14:nvPr/>
              </p14:nvContentPartPr>
              <p14:xfrm>
                <a:off x="1976695" y="1054964"/>
                <a:ext cx="126360" cy="264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1A8396D-98EC-C640-6205-782384A44D8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968055" y="1045964"/>
                  <a:ext cx="14400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C3FBAAB-5306-24D5-2474-E076AF166CCC}"/>
              </a:ext>
            </a:extLst>
          </p:cNvPr>
          <p:cNvGrpSpPr/>
          <p:nvPr/>
        </p:nvGrpSpPr>
        <p:grpSpPr>
          <a:xfrm>
            <a:off x="656215" y="1959644"/>
            <a:ext cx="344520" cy="208440"/>
            <a:chOff x="656215" y="1959644"/>
            <a:chExt cx="3445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9513BCE-C5BB-21CA-A66C-9499F747825E}"/>
                    </a:ext>
                  </a:extLst>
                </p14:cNvPr>
                <p14:cNvContentPartPr/>
                <p14:nvPr/>
              </p14:nvContentPartPr>
              <p14:xfrm>
                <a:off x="769255" y="1968284"/>
                <a:ext cx="9000" cy="137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9513BCE-C5BB-21CA-A66C-9499F747825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0255" y="1959284"/>
                  <a:ext cx="26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B093ED0-5DD6-AC5C-3137-A6901A36E4DB}"/>
                    </a:ext>
                  </a:extLst>
                </p14:cNvPr>
                <p14:cNvContentPartPr/>
                <p14:nvPr/>
              </p14:nvContentPartPr>
              <p14:xfrm>
                <a:off x="866815" y="1998524"/>
                <a:ext cx="63720" cy="102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B093ED0-5DD6-AC5C-3137-A6901A36E4D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58175" y="1989524"/>
                  <a:ext cx="81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2F305FA-A8CA-FDA9-B434-442EF2FB2A80}"/>
                    </a:ext>
                  </a:extLst>
                </p14:cNvPr>
                <p14:cNvContentPartPr/>
                <p14:nvPr/>
              </p14:nvContentPartPr>
              <p14:xfrm>
                <a:off x="963295" y="1993844"/>
                <a:ext cx="37440" cy="28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2F305FA-A8CA-FDA9-B434-442EF2FB2A8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4655" y="1984844"/>
                  <a:ext cx="55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DF580C7-E9F2-2D4D-FF08-6964D4EBE8DB}"/>
                    </a:ext>
                  </a:extLst>
                </p14:cNvPr>
                <p14:cNvContentPartPr/>
                <p14:nvPr/>
              </p14:nvContentPartPr>
              <p14:xfrm>
                <a:off x="656215" y="1959644"/>
                <a:ext cx="136800" cy="208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DF580C7-E9F2-2D4D-FF08-6964D4EBE8D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7215" y="1950644"/>
                  <a:ext cx="15444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F92E87D-C58F-D6D5-2480-AE89E99E8461}"/>
              </a:ext>
            </a:extLst>
          </p:cNvPr>
          <p:cNvGrpSpPr/>
          <p:nvPr/>
        </p:nvGrpSpPr>
        <p:grpSpPr>
          <a:xfrm>
            <a:off x="1730815" y="1990244"/>
            <a:ext cx="267120" cy="160560"/>
            <a:chOff x="1730815" y="1990244"/>
            <a:chExt cx="26712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5DD7462-66AA-587D-FDBF-4390611B1E97}"/>
                    </a:ext>
                  </a:extLst>
                </p14:cNvPr>
                <p14:cNvContentPartPr/>
                <p14:nvPr/>
              </p14:nvContentPartPr>
              <p14:xfrm>
                <a:off x="1730815" y="1996364"/>
                <a:ext cx="127080" cy="140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5DD7462-66AA-587D-FDBF-4390611B1E9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21815" y="1987364"/>
                  <a:ext cx="1447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681665D-5B2E-7C31-A302-9596577E1783}"/>
                    </a:ext>
                  </a:extLst>
                </p14:cNvPr>
                <p14:cNvContentPartPr/>
                <p14:nvPr/>
              </p14:nvContentPartPr>
              <p14:xfrm>
                <a:off x="1893895" y="1990244"/>
                <a:ext cx="104040" cy="160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681665D-5B2E-7C31-A302-9596577E178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84895" y="1981244"/>
                  <a:ext cx="12168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0933E1D-7321-47B3-372A-76A95F53E443}"/>
              </a:ext>
            </a:extLst>
          </p:cNvPr>
          <p:cNvGrpSpPr/>
          <p:nvPr/>
        </p:nvGrpSpPr>
        <p:grpSpPr>
          <a:xfrm>
            <a:off x="753415" y="2453204"/>
            <a:ext cx="316800" cy="223920"/>
            <a:chOff x="753415" y="2453204"/>
            <a:chExt cx="31680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9271F1E-7FAC-7E96-CD5A-F5701C634CD9}"/>
                    </a:ext>
                  </a:extLst>
                </p14:cNvPr>
                <p14:cNvContentPartPr/>
                <p14:nvPr/>
              </p14:nvContentPartPr>
              <p14:xfrm>
                <a:off x="753415" y="2516204"/>
                <a:ext cx="115920" cy="1609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9271F1E-7FAC-7E96-CD5A-F5701C634CD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4775" y="2507564"/>
                  <a:ext cx="133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B13BC81-0A0F-8790-0A57-206D47A8EF01}"/>
                    </a:ext>
                  </a:extLst>
                </p14:cNvPr>
                <p14:cNvContentPartPr/>
                <p14:nvPr/>
              </p14:nvContentPartPr>
              <p14:xfrm>
                <a:off x="894895" y="2520884"/>
                <a:ext cx="102240" cy="130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B13BC81-0A0F-8790-0A57-206D47A8EF0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5895" y="2512244"/>
                  <a:ext cx="119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9DBCC69-D595-5FB3-6865-DA7475B1AC7E}"/>
                    </a:ext>
                  </a:extLst>
                </p14:cNvPr>
                <p14:cNvContentPartPr/>
                <p14:nvPr/>
              </p14:nvContentPartPr>
              <p14:xfrm>
                <a:off x="930535" y="2453204"/>
                <a:ext cx="139680" cy="612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DBCC69-D595-5FB3-6865-DA7475B1AC7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21895" y="2444564"/>
                  <a:ext cx="15732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7DD0F75-9A51-A0BC-FB02-DCFF5000296F}"/>
              </a:ext>
            </a:extLst>
          </p:cNvPr>
          <p:cNvGrpSpPr/>
          <p:nvPr/>
        </p:nvGrpSpPr>
        <p:grpSpPr>
          <a:xfrm>
            <a:off x="1749895" y="2433044"/>
            <a:ext cx="264600" cy="352080"/>
            <a:chOff x="1749895" y="2433044"/>
            <a:chExt cx="26460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188F275-4311-4255-8C7B-DF0A15FC3F4F}"/>
                    </a:ext>
                  </a:extLst>
                </p14:cNvPr>
                <p14:cNvContentPartPr/>
                <p14:nvPr/>
              </p14:nvContentPartPr>
              <p14:xfrm>
                <a:off x="1753495" y="2433044"/>
                <a:ext cx="103680" cy="201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188F275-4311-4255-8C7B-DF0A15FC3F4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44855" y="2424044"/>
                  <a:ext cx="1213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926029-7D9B-02BA-863B-2D3741442405}"/>
                    </a:ext>
                  </a:extLst>
                </p14:cNvPr>
                <p14:cNvContentPartPr/>
                <p14:nvPr/>
              </p14:nvContentPartPr>
              <p14:xfrm>
                <a:off x="1749895" y="2535644"/>
                <a:ext cx="134280" cy="27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926029-7D9B-02BA-863B-2D374144240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41255" y="2527004"/>
                  <a:ext cx="151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4399CF1-22B9-DBFA-1EEC-A0B5283132C6}"/>
                    </a:ext>
                  </a:extLst>
                </p14:cNvPr>
                <p14:cNvContentPartPr/>
                <p14:nvPr/>
              </p14:nvContentPartPr>
              <p14:xfrm>
                <a:off x="1922695" y="2478404"/>
                <a:ext cx="91800" cy="306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4399CF1-22B9-DBFA-1EEC-A0B5283132C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13695" y="2469404"/>
                  <a:ext cx="10944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8DF5213-DDD6-D39F-9789-6AEAE1777414}"/>
              </a:ext>
            </a:extLst>
          </p:cNvPr>
          <p:cNvGrpSpPr/>
          <p:nvPr/>
        </p:nvGrpSpPr>
        <p:grpSpPr>
          <a:xfrm>
            <a:off x="690415" y="3036404"/>
            <a:ext cx="411480" cy="226080"/>
            <a:chOff x="690415" y="3036404"/>
            <a:chExt cx="41148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876A2FB-608B-085B-1277-1F466474E5DA}"/>
                    </a:ext>
                  </a:extLst>
                </p14:cNvPr>
                <p14:cNvContentPartPr/>
                <p14:nvPr/>
              </p14:nvContentPartPr>
              <p14:xfrm>
                <a:off x="690415" y="3036404"/>
                <a:ext cx="101520" cy="226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876A2FB-608B-085B-1277-1F466474E5D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1775" y="3027404"/>
                  <a:ext cx="119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C7EB4E7-B712-396D-FF92-30D2FCBC8507}"/>
                    </a:ext>
                  </a:extLst>
                </p14:cNvPr>
                <p14:cNvContentPartPr/>
                <p14:nvPr/>
              </p14:nvContentPartPr>
              <p14:xfrm>
                <a:off x="859615" y="3073484"/>
                <a:ext cx="242280" cy="142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C7EB4E7-B712-396D-FF92-30D2FCBC850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50975" y="3064484"/>
                  <a:ext cx="25992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AE3F801-22C9-7CF8-0C63-3A6D56149799}"/>
              </a:ext>
            </a:extLst>
          </p:cNvPr>
          <p:cNvGrpSpPr/>
          <p:nvPr/>
        </p:nvGrpSpPr>
        <p:grpSpPr>
          <a:xfrm>
            <a:off x="1718215" y="3071324"/>
            <a:ext cx="336960" cy="193680"/>
            <a:chOff x="1718215" y="3071324"/>
            <a:chExt cx="33696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F169FBB-A502-01B4-A606-ECB3357EE3A9}"/>
                    </a:ext>
                  </a:extLst>
                </p14:cNvPr>
                <p14:cNvContentPartPr/>
                <p14:nvPr/>
              </p14:nvContentPartPr>
              <p14:xfrm>
                <a:off x="1718215" y="3098684"/>
                <a:ext cx="135720" cy="166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F169FBB-A502-01B4-A606-ECB3357EE3A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09575" y="3090044"/>
                  <a:ext cx="153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61CBB94-BE6B-5891-0110-E16035CBCD03}"/>
                    </a:ext>
                  </a:extLst>
                </p14:cNvPr>
                <p14:cNvContentPartPr/>
                <p14:nvPr/>
              </p14:nvContentPartPr>
              <p14:xfrm>
                <a:off x="1917655" y="3114884"/>
                <a:ext cx="84240" cy="145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61CBB94-BE6B-5891-0110-E16035CBCD0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09015" y="3105884"/>
                  <a:ext cx="1018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91EFCCF-7E97-F493-9799-56E7C637B004}"/>
                    </a:ext>
                  </a:extLst>
                </p14:cNvPr>
                <p14:cNvContentPartPr/>
                <p14:nvPr/>
              </p14:nvContentPartPr>
              <p14:xfrm>
                <a:off x="1930975" y="3071324"/>
                <a:ext cx="124200" cy="55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91EFCCF-7E97-F493-9799-56E7C637B00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21975" y="3062324"/>
                  <a:ext cx="14184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7B99BD7-8F98-3E64-E3DD-617D1D359FC9}"/>
              </a:ext>
            </a:extLst>
          </p:cNvPr>
          <p:cNvGrpSpPr/>
          <p:nvPr/>
        </p:nvGrpSpPr>
        <p:grpSpPr>
          <a:xfrm>
            <a:off x="708775" y="3625724"/>
            <a:ext cx="454680" cy="184680"/>
            <a:chOff x="708775" y="3625724"/>
            <a:chExt cx="45468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053C35A-1EDE-35CF-EC78-BD37C1CBEBC8}"/>
                    </a:ext>
                  </a:extLst>
                </p14:cNvPr>
                <p14:cNvContentPartPr/>
                <p14:nvPr/>
              </p14:nvContentPartPr>
              <p14:xfrm>
                <a:off x="708775" y="3625724"/>
                <a:ext cx="144360" cy="184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053C35A-1EDE-35CF-EC78-BD37C1CBEBC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00135" y="3616724"/>
                  <a:ext cx="162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B1F1B51-3A78-9329-582A-54B10F9DC6F6}"/>
                    </a:ext>
                  </a:extLst>
                </p14:cNvPr>
                <p14:cNvContentPartPr/>
                <p14:nvPr/>
              </p14:nvContentPartPr>
              <p14:xfrm>
                <a:off x="903535" y="3640124"/>
                <a:ext cx="259920" cy="138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B1F1B51-3A78-9329-582A-54B10F9DC6F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4895" y="3631484"/>
                  <a:ext cx="27756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429FEF6-560A-6252-EDBD-B7155B6E0C43}"/>
                  </a:ext>
                </a:extLst>
              </p14:cNvPr>
              <p14:cNvContentPartPr/>
              <p14:nvPr/>
            </p14:nvContentPartPr>
            <p14:xfrm>
              <a:off x="1753855" y="3582524"/>
              <a:ext cx="269280" cy="1807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429FEF6-560A-6252-EDBD-B7155B6E0C4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744855" y="3573524"/>
                <a:ext cx="286920" cy="19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340C9F4-EA73-E1A0-910C-9DAD5F3F0089}"/>
              </a:ext>
            </a:extLst>
          </p:cNvPr>
          <p:cNvGrpSpPr/>
          <p:nvPr/>
        </p:nvGrpSpPr>
        <p:grpSpPr>
          <a:xfrm>
            <a:off x="694375" y="4129724"/>
            <a:ext cx="423000" cy="318600"/>
            <a:chOff x="694375" y="4129724"/>
            <a:chExt cx="42300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88825E9-A72F-61E1-AD36-A05AEBF44940}"/>
                    </a:ext>
                  </a:extLst>
                </p14:cNvPr>
                <p14:cNvContentPartPr/>
                <p14:nvPr/>
              </p14:nvContentPartPr>
              <p14:xfrm>
                <a:off x="694375" y="4129724"/>
                <a:ext cx="167040" cy="318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88825E9-A72F-61E1-AD36-A05AEBF4494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5375" y="4120724"/>
                  <a:ext cx="1846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6822D27-7647-78DA-1ED5-1CD8B2EC0E35}"/>
                    </a:ext>
                  </a:extLst>
                </p14:cNvPr>
                <p14:cNvContentPartPr/>
                <p14:nvPr/>
              </p14:nvContentPartPr>
              <p14:xfrm>
                <a:off x="992815" y="4183724"/>
                <a:ext cx="124560" cy="159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6822D27-7647-78DA-1ED5-1CD8B2EC0E3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4175" y="4174724"/>
                  <a:ext cx="14220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E576830-49E6-058F-19B5-4967635A6D84}"/>
              </a:ext>
            </a:extLst>
          </p:cNvPr>
          <p:cNvGrpSpPr/>
          <p:nvPr/>
        </p:nvGrpSpPr>
        <p:grpSpPr>
          <a:xfrm>
            <a:off x="1811455" y="4165004"/>
            <a:ext cx="365400" cy="192960"/>
            <a:chOff x="1811455" y="4165004"/>
            <a:chExt cx="36540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D0DA9E9-CEE0-D790-7090-20B5953F3EF8}"/>
                    </a:ext>
                  </a:extLst>
                </p14:cNvPr>
                <p14:cNvContentPartPr/>
                <p14:nvPr/>
              </p14:nvContentPartPr>
              <p14:xfrm>
                <a:off x="1811455" y="4165004"/>
                <a:ext cx="110520" cy="192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D0DA9E9-CEE0-D790-7090-20B5953F3EF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02455" y="4156004"/>
                  <a:ext cx="128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049106D-EDD1-4A41-8642-D75C84652F30}"/>
                    </a:ext>
                  </a:extLst>
                </p14:cNvPr>
                <p14:cNvContentPartPr/>
                <p14:nvPr/>
              </p14:nvContentPartPr>
              <p14:xfrm>
                <a:off x="1996135" y="4186964"/>
                <a:ext cx="180720" cy="1440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049106D-EDD1-4A41-8642-D75C84652F3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87495" y="4177964"/>
                  <a:ext cx="1983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6E213C2-6455-AAF1-BC11-098EBF792E4C}"/>
              </a:ext>
            </a:extLst>
          </p:cNvPr>
          <p:cNvGrpSpPr/>
          <p:nvPr/>
        </p:nvGrpSpPr>
        <p:grpSpPr>
          <a:xfrm>
            <a:off x="3278095" y="1954964"/>
            <a:ext cx="512280" cy="158760"/>
            <a:chOff x="3278095" y="1954964"/>
            <a:chExt cx="512280" cy="15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E0A0903-3358-2DFD-5406-18CC676C74DB}"/>
                    </a:ext>
                  </a:extLst>
                </p14:cNvPr>
                <p14:cNvContentPartPr/>
                <p14:nvPr/>
              </p14:nvContentPartPr>
              <p14:xfrm>
                <a:off x="3278095" y="2011484"/>
                <a:ext cx="156960" cy="25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E0A0903-3358-2DFD-5406-18CC676C74D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269455" y="2002484"/>
                  <a:ext cx="174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95B0B1C-33C4-C238-F4D3-AA416835C0FA}"/>
                    </a:ext>
                  </a:extLst>
                </p14:cNvPr>
                <p14:cNvContentPartPr/>
                <p14:nvPr/>
              </p14:nvContentPartPr>
              <p14:xfrm>
                <a:off x="3354055" y="1960724"/>
                <a:ext cx="29880" cy="1530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95B0B1C-33C4-C238-F4D3-AA416835C0F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45415" y="1952084"/>
                  <a:ext cx="47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D5B834F-E3AC-2C87-0549-9DA808EF33A4}"/>
                    </a:ext>
                  </a:extLst>
                </p14:cNvPr>
                <p14:cNvContentPartPr/>
                <p14:nvPr/>
              </p14:nvContentPartPr>
              <p14:xfrm>
                <a:off x="3515695" y="1954964"/>
                <a:ext cx="110160" cy="122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D5B834F-E3AC-2C87-0549-9DA808EF33A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506695" y="1945964"/>
                  <a:ext cx="127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F6ACAA6-727A-55AE-CB67-661218520697}"/>
                    </a:ext>
                  </a:extLst>
                </p14:cNvPr>
                <p14:cNvContentPartPr/>
                <p14:nvPr/>
              </p14:nvContentPartPr>
              <p14:xfrm>
                <a:off x="3659335" y="1967204"/>
                <a:ext cx="131040" cy="112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F6ACAA6-727A-55AE-CB67-6612185206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650695" y="1958204"/>
                  <a:ext cx="14868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D336AA9F-5C31-42DE-FB75-2181A3D1FD0E}"/>
              </a:ext>
            </a:extLst>
          </p:cNvPr>
          <p:cNvGrpSpPr/>
          <p:nvPr/>
        </p:nvGrpSpPr>
        <p:grpSpPr>
          <a:xfrm>
            <a:off x="3311575" y="2430524"/>
            <a:ext cx="538560" cy="138960"/>
            <a:chOff x="3311575" y="2430524"/>
            <a:chExt cx="538560" cy="1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AC5C569-B7EF-0C15-9C7A-2697B946535C}"/>
                    </a:ext>
                  </a:extLst>
                </p14:cNvPr>
                <p14:cNvContentPartPr/>
                <p14:nvPr/>
              </p14:nvContentPartPr>
              <p14:xfrm>
                <a:off x="3311575" y="2534564"/>
                <a:ext cx="159840" cy="14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AC5C569-B7EF-0C15-9C7A-2697B946535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02575" y="2525564"/>
                  <a:ext cx="177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1AA78FC-123C-4FB8-237F-22162CE5A024}"/>
                    </a:ext>
                  </a:extLst>
                </p14:cNvPr>
                <p14:cNvContentPartPr/>
                <p14:nvPr/>
              </p14:nvContentPartPr>
              <p14:xfrm>
                <a:off x="3546295" y="2430524"/>
                <a:ext cx="134640" cy="137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1AA78FC-123C-4FB8-237F-22162CE5A02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37655" y="2421884"/>
                  <a:ext cx="152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4C18CE0-B284-0AFE-E926-598DBABC5253}"/>
                    </a:ext>
                  </a:extLst>
                </p14:cNvPr>
                <p14:cNvContentPartPr/>
                <p14:nvPr/>
              </p14:nvContentPartPr>
              <p14:xfrm>
                <a:off x="3704335" y="2448524"/>
                <a:ext cx="145800" cy="120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4C18CE0-B284-0AFE-E926-598DBABC525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95335" y="2439884"/>
                  <a:ext cx="1634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76D0950-DAA7-6247-AD5E-927646AB17B8}"/>
              </a:ext>
            </a:extLst>
          </p:cNvPr>
          <p:cNvGrpSpPr/>
          <p:nvPr/>
        </p:nvGrpSpPr>
        <p:grpSpPr>
          <a:xfrm>
            <a:off x="3386095" y="3037484"/>
            <a:ext cx="542520" cy="155880"/>
            <a:chOff x="3386095" y="3037484"/>
            <a:chExt cx="542520" cy="1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28AD4DB-49C6-66E5-0887-BD0DD1266C05}"/>
                    </a:ext>
                  </a:extLst>
                </p14:cNvPr>
                <p14:cNvContentPartPr/>
                <p14:nvPr/>
              </p14:nvContentPartPr>
              <p14:xfrm>
                <a:off x="3386095" y="3091124"/>
                <a:ext cx="160200" cy="190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28AD4DB-49C6-66E5-0887-BD0DD1266C0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377095" y="3082484"/>
                  <a:ext cx="177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266A7BE-6007-E218-D391-9D664C01D12F}"/>
                    </a:ext>
                  </a:extLst>
                </p14:cNvPr>
                <p14:cNvContentPartPr/>
                <p14:nvPr/>
              </p14:nvContentPartPr>
              <p14:xfrm>
                <a:off x="3474295" y="3040724"/>
                <a:ext cx="23400" cy="152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266A7BE-6007-E218-D391-9D664C01D12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465655" y="3032084"/>
                  <a:ext cx="41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4E8010F-1A15-FB77-40E4-1F7016186532}"/>
                    </a:ext>
                  </a:extLst>
                </p14:cNvPr>
                <p14:cNvContentPartPr/>
                <p14:nvPr/>
              </p14:nvContentPartPr>
              <p14:xfrm>
                <a:off x="3628735" y="3037484"/>
                <a:ext cx="129960" cy="1195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4E8010F-1A15-FB77-40E4-1F701618653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619735" y="3028844"/>
                  <a:ext cx="147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46AB43D-674D-6670-5335-72665B3A357F}"/>
                    </a:ext>
                  </a:extLst>
                </p14:cNvPr>
                <p14:cNvContentPartPr/>
                <p14:nvPr/>
              </p14:nvContentPartPr>
              <p14:xfrm>
                <a:off x="3782815" y="3051164"/>
                <a:ext cx="145800" cy="115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46AB43D-674D-6670-5335-72665B3A357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773815" y="3042164"/>
                  <a:ext cx="16344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D8A9DD0-E985-1640-26BA-9AA4A9EFFAB8}"/>
              </a:ext>
            </a:extLst>
          </p:cNvPr>
          <p:cNvGrpSpPr/>
          <p:nvPr/>
        </p:nvGrpSpPr>
        <p:grpSpPr>
          <a:xfrm>
            <a:off x="3464215" y="3573524"/>
            <a:ext cx="422280" cy="132120"/>
            <a:chOff x="3464215" y="3573524"/>
            <a:chExt cx="422280" cy="13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115F23E-3856-AAA2-1900-C3547E4749B9}"/>
                    </a:ext>
                  </a:extLst>
                </p14:cNvPr>
                <p14:cNvContentPartPr/>
                <p14:nvPr/>
              </p14:nvContentPartPr>
              <p14:xfrm>
                <a:off x="3464215" y="3654164"/>
                <a:ext cx="112680" cy="14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115F23E-3856-AAA2-1900-C3547E4749B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455215" y="3645524"/>
                  <a:ext cx="130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768A740-6E80-111E-EE34-A32BC6F0214A}"/>
                    </a:ext>
                  </a:extLst>
                </p14:cNvPr>
                <p14:cNvContentPartPr/>
                <p14:nvPr/>
              </p14:nvContentPartPr>
              <p14:xfrm>
                <a:off x="3620455" y="3573524"/>
                <a:ext cx="125640" cy="117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768A740-6E80-111E-EE34-A32BC6F0214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11815" y="3564884"/>
                  <a:ext cx="143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163DE87-33CC-8216-AFEE-1A93C666F550}"/>
                    </a:ext>
                  </a:extLst>
                </p14:cNvPr>
                <p14:cNvContentPartPr/>
                <p14:nvPr/>
              </p14:nvContentPartPr>
              <p14:xfrm>
                <a:off x="3754015" y="3599444"/>
                <a:ext cx="132480" cy="106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163DE87-33CC-8216-AFEE-1A93C666F55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45375" y="3590444"/>
                  <a:ext cx="15012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39F0DC3-1305-0D53-BCEE-9AA307EF3F7E}"/>
              </a:ext>
            </a:extLst>
          </p:cNvPr>
          <p:cNvGrpSpPr/>
          <p:nvPr/>
        </p:nvGrpSpPr>
        <p:grpSpPr>
          <a:xfrm>
            <a:off x="3493735" y="4202804"/>
            <a:ext cx="494280" cy="145800"/>
            <a:chOff x="3493735" y="4202804"/>
            <a:chExt cx="494280" cy="1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420C926-D191-837D-9505-0041E549D0C3}"/>
                    </a:ext>
                  </a:extLst>
                </p14:cNvPr>
                <p14:cNvContentPartPr/>
                <p14:nvPr/>
              </p14:nvContentPartPr>
              <p14:xfrm>
                <a:off x="3493735" y="4267964"/>
                <a:ext cx="154440" cy="20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420C926-D191-837D-9505-0041E549D0C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84735" y="4259324"/>
                  <a:ext cx="172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DEBB906-7A28-6228-FAE3-0FF73BD8EC43}"/>
                    </a:ext>
                  </a:extLst>
                </p14:cNvPr>
                <p14:cNvContentPartPr/>
                <p14:nvPr/>
              </p14:nvContentPartPr>
              <p14:xfrm>
                <a:off x="3712255" y="4202804"/>
                <a:ext cx="99720" cy="105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DEBB906-7A28-6228-FAE3-0FF73BD8EC4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703615" y="4193804"/>
                  <a:ext cx="1173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1DA57BA-BE30-3DD0-3B94-E42D9D32B2FE}"/>
                    </a:ext>
                  </a:extLst>
                </p14:cNvPr>
                <p14:cNvContentPartPr/>
                <p14:nvPr/>
              </p14:nvContentPartPr>
              <p14:xfrm>
                <a:off x="3841135" y="4205684"/>
                <a:ext cx="146880" cy="142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1DA57BA-BE30-3DD0-3B94-E42D9D32B2F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832135" y="4196684"/>
                  <a:ext cx="16452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DB5D50F3-0DBC-5F33-89EC-3442010AF84E}"/>
              </a:ext>
            </a:extLst>
          </p:cNvPr>
          <p:cNvGrpSpPr/>
          <p:nvPr/>
        </p:nvGrpSpPr>
        <p:grpSpPr>
          <a:xfrm>
            <a:off x="5969815" y="1538444"/>
            <a:ext cx="5490000" cy="3833280"/>
            <a:chOff x="5969815" y="1538444"/>
            <a:chExt cx="5490000" cy="38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4096AA6-E240-A116-7E8B-984480DB60A7}"/>
                    </a:ext>
                  </a:extLst>
                </p14:cNvPr>
                <p14:cNvContentPartPr/>
                <p14:nvPr/>
              </p14:nvContentPartPr>
              <p14:xfrm>
                <a:off x="6391375" y="1612604"/>
                <a:ext cx="5068440" cy="3114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4096AA6-E240-A116-7E8B-984480DB60A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382735" y="1603964"/>
                  <a:ext cx="5086080" cy="31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8E92AD8-6D53-CA6B-871D-B1FE9293B660}"/>
                    </a:ext>
                  </a:extLst>
                </p14:cNvPr>
                <p14:cNvContentPartPr/>
                <p14:nvPr/>
              </p14:nvContentPartPr>
              <p14:xfrm>
                <a:off x="6345655" y="1538444"/>
                <a:ext cx="121320" cy="116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8E92AD8-6D53-CA6B-871D-B1FE9293B66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337015" y="1529804"/>
                  <a:ext cx="138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10A73F3-F4F9-4473-3404-EF0AA450F6F5}"/>
                    </a:ext>
                  </a:extLst>
                </p14:cNvPr>
                <p14:cNvContentPartPr/>
                <p14:nvPr/>
              </p14:nvContentPartPr>
              <p14:xfrm>
                <a:off x="9027295" y="5181284"/>
                <a:ext cx="19080" cy="175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10A73F3-F4F9-4473-3404-EF0AA450F6F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018295" y="5172284"/>
                  <a:ext cx="367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D37AC18-C3A8-EBA5-FDCE-3D5DFF29C7E1}"/>
                    </a:ext>
                  </a:extLst>
                </p14:cNvPr>
                <p14:cNvContentPartPr/>
                <p14:nvPr/>
              </p14:nvContentPartPr>
              <p14:xfrm>
                <a:off x="9060415" y="5191004"/>
                <a:ext cx="131400" cy="180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D37AC18-C3A8-EBA5-FDCE-3D5DFF29C7E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051775" y="5182364"/>
                  <a:ext cx="149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6FC100F-5373-E7B1-0E8A-E2028B925BB2}"/>
                    </a:ext>
                  </a:extLst>
                </p14:cNvPr>
                <p14:cNvContentPartPr/>
                <p14:nvPr/>
              </p14:nvContentPartPr>
              <p14:xfrm>
                <a:off x="9261655" y="5184164"/>
                <a:ext cx="33120" cy="126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6FC100F-5373-E7B1-0E8A-E2028B925BB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253015" y="5175164"/>
                  <a:ext cx="50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85A9446-594F-5A6B-3C7E-F4EF15B3E7C3}"/>
                    </a:ext>
                  </a:extLst>
                </p14:cNvPr>
                <p14:cNvContentPartPr/>
                <p14:nvPr/>
              </p14:nvContentPartPr>
              <p14:xfrm>
                <a:off x="9231775" y="5125844"/>
                <a:ext cx="155520" cy="79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85A9446-594F-5A6B-3C7E-F4EF15B3E7C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223135" y="5116844"/>
                  <a:ext cx="173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F4BCA18-71EC-31A7-2451-EA9D1F4ECB8A}"/>
                    </a:ext>
                  </a:extLst>
                </p14:cNvPr>
                <p14:cNvContentPartPr/>
                <p14:nvPr/>
              </p14:nvContentPartPr>
              <p14:xfrm>
                <a:off x="5969815" y="3190844"/>
                <a:ext cx="117720" cy="133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F4BCA18-71EC-31A7-2451-EA9D1F4ECB8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961175" y="3181844"/>
                  <a:ext cx="135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3FAA12F-9B7A-C883-6424-6453C1E1F104}"/>
                    </a:ext>
                  </a:extLst>
                </p14:cNvPr>
                <p14:cNvContentPartPr/>
                <p14:nvPr/>
              </p14:nvContentPartPr>
              <p14:xfrm>
                <a:off x="6131455" y="3151244"/>
                <a:ext cx="182520" cy="126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3FAA12F-9B7A-C883-6424-6453C1E1F10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122455" y="3142604"/>
                  <a:ext cx="200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AF73570-67A5-F8E9-894C-CB6943049C85}"/>
                    </a:ext>
                  </a:extLst>
                </p14:cNvPr>
                <p14:cNvContentPartPr/>
                <p14:nvPr/>
              </p14:nvContentPartPr>
              <p14:xfrm>
                <a:off x="6968095" y="4840004"/>
                <a:ext cx="102960" cy="1594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AF73570-67A5-F8E9-894C-CB6943049C8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959095" y="4831004"/>
                  <a:ext cx="120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89FC92F-0D58-8952-F31B-F3B349808035}"/>
                    </a:ext>
                  </a:extLst>
                </p14:cNvPr>
                <p14:cNvContentPartPr/>
                <p14:nvPr/>
              </p14:nvContentPartPr>
              <p14:xfrm>
                <a:off x="9039535" y="4552724"/>
                <a:ext cx="18000" cy="247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89FC92F-0D58-8952-F31B-F3B34980803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030895" y="4543724"/>
                  <a:ext cx="356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CE613C8-4966-BA79-088C-B404FBFF051B}"/>
                    </a:ext>
                  </a:extLst>
                </p14:cNvPr>
                <p14:cNvContentPartPr/>
                <p14:nvPr/>
              </p14:nvContentPartPr>
              <p14:xfrm>
                <a:off x="9024415" y="4845404"/>
                <a:ext cx="94680" cy="1476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CE613C8-4966-BA79-088C-B404FBFF051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015415" y="4836404"/>
                  <a:ext cx="112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4DD8F15-CE62-94ED-ABA3-9D4DF401DB69}"/>
                    </a:ext>
                  </a:extLst>
                </p14:cNvPr>
                <p14:cNvContentPartPr/>
                <p14:nvPr/>
              </p14:nvContentPartPr>
              <p14:xfrm>
                <a:off x="9029455" y="4802924"/>
                <a:ext cx="133560" cy="57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4DD8F15-CE62-94ED-ABA3-9D4DF401DB6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20455" y="4794284"/>
                  <a:ext cx="151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A426A4B-571D-883A-1096-F1837D20884C}"/>
                    </a:ext>
                  </a:extLst>
                </p14:cNvPr>
                <p14:cNvContentPartPr/>
                <p14:nvPr/>
              </p14:nvContentPartPr>
              <p14:xfrm>
                <a:off x="9195775" y="4814444"/>
                <a:ext cx="93960" cy="114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A426A4B-571D-883A-1096-F1837D20884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86775" y="4805444"/>
                  <a:ext cx="11160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C56D20A-A17F-683D-6BEA-F45A775E13A0}"/>
              </a:ext>
            </a:extLst>
          </p:cNvPr>
          <p:cNvGrpSpPr/>
          <p:nvPr/>
        </p:nvGrpSpPr>
        <p:grpSpPr>
          <a:xfrm>
            <a:off x="11096575" y="4308644"/>
            <a:ext cx="359280" cy="494280"/>
            <a:chOff x="11096575" y="4308644"/>
            <a:chExt cx="35928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5B28D5C-31AD-633B-93EC-CEE2923F1142}"/>
                    </a:ext>
                  </a:extLst>
                </p14:cNvPr>
                <p14:cNvContentPartPr/>
                <p14:nvPr/>
              </p14:nvContentPartPr>
              <p14:xfrm>
                <a:off x="11171815" y="4308644"/>
                <a:ext cx="18720" cy="288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5B28D5C-31AD-633B-93EC-CEE2923F114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163175" y="4300004"/>
                  <a:ext cx="363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E5060FE-2935-C646-D92A-9DB318AA9A67}"/>
                    </a:ext>
                  </a:extLst>
                </p14:cNvPr>
                <p14:cNvContentPartPr/>
                <p14:nvPr/>
              </p14:nvContentPartPr>
              <p14:xfrm>
                <a:off x="11096575" y="4670444"/>
                <a:ext cx="36360" cy="126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E5060FE-2935-C646-D92A-9DB318AA9A6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087575" y="4661444"/>
                  <a:ext cx="54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C9F1178-36D7-283C-BAC1-15175E5B484B}"/>
                    </a:ext>
                  </a:extLst>
                </p14:cNvPr>
                <p14:cNvContentPartPr/>
                <p14:nvPr/>
              </p14:nvContentPartPr>
              <p14:xfrm>
                <a:off x="11215735" y="4702484"/>
                <a:ext cx="240120" cy="1004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C9F1178-36D7-283C-BAC1-15175E5B484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207095" y="4693844"/>
                  <a:ext cx="25776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210299F1-981A-F52D-99BD-E17204065E16}"/>
                  </a:ext>
                </a:extLst>
              </p14:cNvPr>
              <p14:cNvContentPartPr/>
              <p14:nvPr/>
            </p14:nvContentPartPr>
            <p14:xfrm>
              <a:off x="6627175" y="3192644"/>
              <a:ext cx="195120" cy="658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210299F1-981A-F52D-99BD-E17204065E16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618175" y="3183644"/>
                <a:ext cx="212760" cy="8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2C0D2046-27AF-4BA4-C8C2-0B041452683D}"/>
              </a:ext>
            </a:extLst>
          </p:cNvPr>
          <p:cNvGrpSpPr/>
          <p:nvPr/>
        </p:nvGrpSpPr>
        <p:grpSpPr>
          <a:xfrm>
            <a:off x="6361855" y="3348164"/>
            <a:ext cx="225360" cy="170280"/>
            <a:chOff x="6361855" y="3348164"/>
            <a:chExt cx="22536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A362BCB-D5CC-7907-371F-111DE69793CF}"/>
                    </a:ext>
                  </a:extLst>
                </p14:cNvPr>
                <p14:cNvContentPartPr/>
                <p14:nvPr/>
              </p14:nvContentPartPr>
              <p14:xfrm>
                <a:off x="6370855" y="3356804"/>
                <a:ext cx="74160" cy="1616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A362BCB-D5CC-7907-371F-111DE69793C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362215" y="3348164"/>
                  <a:ext cx="91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D3C3E10-A0BB-9D98-59AB-F0E870670119}"/>
                    </a:ext>
                  </a:extLst>
                </p14:cNvPr>
                <p14:cNvContentPartPr/>
                <p14:nvPr/>
              </p14:nvContentPartPr>
              <p14:xfrm>
                <a:off x="6361855" y="3348164"/>
                <a:ext cx="225360" cy="104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D3C3E10-A0BB-9D98-59AB-F0E87067011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353215" y="3339164"/>
                  <a:ext cx="24300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5A38A936-32B2-5134-AE4A-33B5E43A1B82}"/>
              </a:ext>
            </a:extLst>
          </p:cNvPr>
          <p:cNvGrpSpPr/>
          <p:nvPr/>
        </p:nvGrpSpPr>
        <p:grpSpPr>
          <a:xfrm>
            <a:off x="6024535" y="1811324"/>
            <a:ext cx="590400" cy="227160"/>
            <a:chOff x="6024535" y="1811324"/>
            <a:chExt cx="59040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D97F86F-9934-12A7-862E-87B1D14C6E71}"/>
                    </a:ext>
                  </a:extLst>
                </p14:cNvPr>
                <p14:cNvContentPartPr/>
                <p14:nvPr/>
              </p14:nvContentPartPr>
              <p14:xfrm>
                <a:off x="6405415" y="1811324"/>
                <a:ext cx="209520" cy="669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D97F86F-9934-12A7-862E-87B1D14C6E7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396415" y="1802324"/>
                  <a:ext cx="227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230428D-E30E-1F98-5A0D-A3C9C11ADC4C}"/>
                    </a:ext>
                  </a:extLst>
                </p14:cNvPr>
                <p14:cNvContentPartPr/>
                <p14:nvPr/>
              </p14:nvContentPartPr>
              <p14:xfrm>
                <a:off x="6024535" y="1877204"/>
                <a:ext cx="35280" cy="161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230428D-E30E-1F98-5A0D-A3C9C11ADC4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015895" y="1868204"/>
                  <a:ext cx="52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832D56D-C341-8004-D4B9-C40AE174B5C0}"/>
                    </a:ext>
                  </a:extLst>
                </p14:cNvPr>
                <p14:cNvContentPartPr/>
                <p14:nvPr/>
              </p14:nvContentPartPr>
              <p14:xfrm>
                <a:off x="6110575" y="1906724"/>
                <a:ext cx="191880" cy="1069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832D56D-C341-8004-D4B9-C40AE174B5C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101935" y="1897724"/>
                  <a:ext cx="20952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F1BB2D98-729D-A6A8-85BC-C6702A02A9C9}"/>
                  </a:ext>
                </a:extLst>
              </p14:cNvPr>
              <p14:cNvContentPartPr/>
              <p14:nvPr/>
            </p14:nvContentPartPr>
            <p14:xfrm>
              <a:off x="10828735" y="4355444"/>
              <a:ext cx="15840" cy="14112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F1BB2D98-729D-A6A8-85BC-C6702A02A9C9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0819735" y="4346444"/>
                <a:ext cx="3348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433E9330-E045-9A3D-A662-FFC1A6C287E1}"/>
              </a:ext>
            </a:extLst>
          </p:cNvPr>
          <p:cNvGrpSpPr/>
          <p:nvPr/>
        </p:nvGrpSpPr>
        <p:grpSpPr>
          <a:xfrm>
            <a:off x="10742335" y="4592684"/>
            <a:ext cx="209520" cy="181080"/>
            <a:chOff x="10742335" y="4592684"/>
            <a:chExt cx="20952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5F70EA9-F108-5536-8442-0F483D9E04D1}"/>
                    </a:ext>
                  </a:extLst>
                </p14:cNvPr>
                <p14:cNvContentPartPr/>
                <p14:nvPr/>
              </p14:nvContentPartPr>
              <p14:xfrm>
                <a:off x="10742335" y="4594484"/>
                <a:ext cx="81000" cy="1792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5F70EA9-F108-5536-8442-0F483D9E04D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733695" y="4585484"/>
                  <a:ext cx="986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DBE810B-0B8A-B9A3-27EC-56636879F4B7}"/>
                    </a:ext>
                  </a:extLst>
                </p14:cNvPr>
                <p14:cNvContentPartPr/>
                <p14:nvPr/>
              </p14:nvContentPartPr>
              <p14:xfrm>
                <a:off x="10889935" y="4592684"/>
                <a:ext cx="61920" cy="117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DBE810B-0B8A-B9A3-27EC-56636879F4B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880935" y="4584044"/>
                  <a:ext cx="795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A7D84F09-C58F-9CD4-3FD8-32F0249609D4}"/>
              </a:ext>
            </a:extLst>
          </p:cNvPr>
          <p:cNvGrpSpPr/>
          <p:nvPr/>
        </p:nvGrpSpPr>
        <p:grpSpPr>
          <a:xfrm>
            <a:off x="6523495" y="3818684"/>
            <a:ext cx="468000" cy="209520"/>
            <a:chOff x="6523495" y="3818684"/>
            <a:chExt cx="46800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3817E9D-3272-2FD7-85E0-C6E0A4D12E34}"/>
                    </a:ext>
                  </a:extLst>
                </p14:cNvPr>
                <p14:cNvContentPartPr/>
                <p14:nvPr/>
              </p14:nvContentPartPr>
              <p14:xfrm>
                <a:off x="6820135" y="3818684"/>
                <a:ext cx="171360" cy="709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3817E9D-3272-2FD7-85E0-C6E0A4D12E3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811135" y="3809684"/>
                  <a:ext cx="189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E46462A-0C79-6ECA-BA80-F2966C9E36C2}"/>
                    </a:ext>
                  </a:extLst>
                </p14:cNvPr>
                <p14:cNvContentPartPr/>
                <p14:nvPr/>
              </p14:nvContentPartPr>
              <p14:xfrm>
                <a:off x="6523495" y="3912284"/>
                <a:ext cx="154440" cy="115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E46462A-0C79-6ECA-BA80-F2966C9E36C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514495" y="3903644"/>
                  <a:ext cx="172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118DB9F-5954-1033-CBE1-50CB2643C13C}"/>
                    </a:ext>
                  </a:extLst>
                </p14:cNvPr>
                <p14:cNvContentPartPr/>
                <p14:nvPr/>
              </p14:nvContentPartPr>
              <p14:xfrm>
                <a:off x="6644815" y="3869444"/>
                <a:ext cx="75600" cy="1234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118DB9F-5954-1033-CBE1-50CB2643C13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635815" y="3860444"/>
                  <a:ext cx="9324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786E8C9-C0A0-90C3-F059-2CFF77527A8D}"/>
              </a:ext>
            </a:extLst>
          </p:cNvPr>
          <p:cNvGrpSpPr/>
          <p:nvPr/>
        </p:nvGrpSpPr>
        <p:grpSpPr>
          <a:xfrm>
            <a:off x="6194815" y="2327924"/>
            <a:ext cx="361080" cy="204480"/>
            <a:chOff x="6194815" y="2327924"/>
            <a:chExt cx="36108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9388D2D-3CB4-9984-D6A3-34A19F8F753F}"/>
                    </a:ext>
                  </a:extLst>
                </p14:cNvPr>
                <p14:cNvContentPartPr/>
                <p14:nvPr/>
              </p14:nvContentPartPr>
              <p14:xfrm>
                <a:off x="6467695" y="2327924"/>
                <a:ext cx="88200" cy="237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9388D2D-3CB4-9984-D6A3-34A19F8F753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58695" y="2318924"/>
                  <a:ext cx="105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5D692D3-7513-212B-CF69-109A4DCABD83}"/>
                    </a:ext>
                  </a:extLst>
                </p14:cNvPr>
                <p14:cNvContentPartPr/>
                <p14:nvPr/>
              </p14:nvContentPartPr>
              <p14:xfrm>
                <a:off x="6204175" y="2360324"/>
                <a:ext cx="73800" cy="1393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5D692D3-7513-212B-CF69-109A4DCABD8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195535" y="2351684"/>
                  <a:ext cx="91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6124C4C-3FA0-FA63-8572-ECA165514849}"/>
                    </a:ext>
                  </a:extLst>
                </p14:cNvPr>
                <p14:cNvContentPartPr/>
                <p14:nvPr/>
              </p14:nvContentPartPr>
              <p14:xfrm>
                <a:off x="6194815" y="2426204"/>
                <a:ext cx="102240" cy="57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6124C4C-3FA0-FA63-8572-ECA16551484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186175" y="2417204"/>
                  <a:ext cx="119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1C7168C-B230-43B2-D6FA-59DD6614DAB4}"/>
                    </a:ext>
                  </a:extLst>
                </p14:cNvPr>
                <p14:cNvContentPartPr/>
                <p14:nvPr/>
              </p14:nvContentPartPr>
              <p14:xfrm>
                <a:off x="6302095" y="2349524"/>
                <a:ext cx="91080" cy="1828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1C7168C-B230-43B2-D6FA-59DD6614DAB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293095" y="2340884"/>
                  <a:ext cx="10872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CCCD6FBF-67BA-3BC9-51E0-E9746FF93FA3}"/>
                  </a:ext>
                </a:extLst>
              </p14:cNvPr>
              <p14:cNvContentPartPr/>
              <p14:nvPr/>
            </p14:nvContentPartPr>
            <p14:xfrm>
              <a:off x="7936495" y="2240084"/>
              <a:ext cx="41400" cy="669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CCCD6FBF-67BA-3BC9-51E0-E9746FF93FA3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7927855" y="2231084"/>
                <a:ext cx="5904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9" name="Group 268">
            <a:extLst>
              <a:ext uri="{FF2B5EF4-FFF2-40B4-BE49-F238E27FC236}">
                <a16:creationId xmlns:a16="http://schemas.microsoft.com/office/drawing/2014/main" id="{93AC6344-9712-269B-09E4-605DB66B33E4}"/>
              </a:ext>
            </a:extLst>
          </p:cNvPr>
          <p:cNvGrpSpPr/>
          <p:nvPr/>
        </p:nvGrpSpPr>
        <p:grpSpPr>
          <a:xfrm>
            <a:off x="10679695" y="3343124"/>
            <a:ext cx="1228320" cy="705960"/>
            <a:chOff x="10679695" y="3343124"/>
            <a:chExt cx="1228320" cy="7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5C7630E-4605-0BDB-C3BD-61F19A748C2C}"/>
                    </a:ext>
                  </a:extLst>
                </p14:cNvPr>
                <p14:cNvContentPartPr/>
                <p14:nvPr/>
              </p14:nvContentPartPr>
              <p14:xfrm>
                <a:off x="10679695" y="3451844"/>
                <a:ext cx="39600" cy="522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5C7630E-4605-0BDB-C3BD-61F19A748C2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671055" y="3442844"/>
                  <a:ext cx="572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51180AC-FC3A-F468-9793-C0F6B0F4938D}"/>
                    </a:ext>
                  </a:extLst>
                </p14:cNvPr>
                <p14:cNvContentPartPr/>
                <p14:nvPr/>
              </p14:nvContentPartPr>
              <p14:xfrm>
                <a:off x="10816495" y="3343124"/>
                <a:ext cx="64440" cy="271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51180AC-FC3A-F468-9793-C0F6B0F4938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807495" y="3334484"/>
                  <a:ext cx="820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9F26AF9-DD00-6951-64ED-C4659C61FDB1}"/>
                    </a:ext>
                  </a:extLst>
                </p14:cNvPr>
                <p14:cNvContentPartPr/>
                <p14:nvPr/>
              </p14:nvContentPartPr>
              <p14:xfrm>
                <a:off x="10964455" y="3426284"/>
                <a:ext cx="68400" cy="1342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9F26AF9-DD00-6951-64ED-C4659C61FDB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955815" y="3417644"/>
                  <a:ext cx="860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F0FD9F3-0A38-4A4E-37F2-0314E485EDA1}"/>
                    </a:ext>
                  </a:extLst>
                </p14:cNvPr>
                <p14:cNvContentPartPr/>
                <p14:nvPr/>
              </p14:nvContentPartPr>
              <p14:xfrm>
                <a:off x="11083255" y="3454004"/>
                <a:ext cx="51840" cy="76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F0FD9F3-0A38-4A4E-37F2-0314E485EDA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74615" y="3445364"/>
                  <a:ext cx="69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9FBD9DB-3C3D-D439-4221-DAFB15D1FDC0}"/>
                    </a:ext>
                  </a:extLst>
                </p14:cNvPr>
                <p14:cNvContentPartPr/>
                <p14:nvPr/>
              </p14:nvContentPartPr>
              <p14:xfrm>
                <a:off x="11149855" y="3528884"/>
                <a:ext cx="35640" cy="75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9FBD9DB-3C3D-D439-4221-DAFB15D1FDC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141215" y="3519884"/>
                  <a:ext cx="532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CA50A35-0432-1480-379E-EDB50ADD97DD}"/>
                    </a:ext>
                  </a:extLst>
                </p14:cNvPr>
                <p14:cNvContentPartPr/>
                <p14:nvPr/>
              </p14:nvContentPartPr>
              <p14:xfrm>
                <a:off x="11254975" y="3445724"/>
                <a:ext cx="118800" cy="1112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CA50A35-0432-1480-379E-EDB50ADD97D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246335" y="3437084"/>
                  <a:ext cx="136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4558BA0-F4E0-B57D-FBE1-B8E6D4461A6F}"/>
                    </a:ext>
                  </a:extLst>
                </p14:cNvPr>
                <p14:cNvContentPartPr/>
                <p14:nvPr/>
              </p14:nvContentPartPr>
              <p14:xfrm>
                <a:off x="11399335" y="3448604"/>
                <a:ext cx="53640" cy="112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4558BA0-F4E0-B57D-FBE1-B8E6D4461A6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90695" y="3439964"/>
                  <a:ext cx="71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14126DB-9770-E126-3097-F96864DAF7A1}"/>
                    </a:ext>
                  </a:extLst>
                </p14:cNvPr>
                <p14:cNvContentPartPr/>
                <p14:nvPr/>
              </p14:nvContentPartPr>
              <p14:xfrm>
                <a:off x="11440375" y="3372284"/>
                <a:ext cx="122760" cy="3056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14126DB-9770-E126-3097-F96864DAF7A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431375" y="3363284"/>
                  <a:ext cx="1404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0D43370-2DA7-8930-08F3-8A7E58342454}"/>
                    </a:ext>
                  </a:extLst>
                </p14:cNvPr>
                <p14:cNvContentPartPr/>
                <p14:nvPr/>
              </p14:nvContentPartPr>
              <p14:xfrm>
                <a:off x="10897495" y="3666764"/>
                <a:ext cx="36000" cy="936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0D43370-2DA7-8930-08F3-8A7E5834245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888495" y="3657764"/>
                  <a:ext cx="536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9CEA842-437D-FA27-ECCD-B665B83CB222}"/>
                    </a:ext>
                  </a:extLst>
                </p14:cNvPr>
                <p14:cNvContentPartPr/>
                <p14:nvPr/>
              </p14:nvContentPartPr>
              <p14:xfrm>
                <a:off x="10908295" y="3708524"/>
                <a:ext cx="21960" cy="493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9CEA842-437D-FA27-ECCD-B665B83CB22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899655" y="3699524"/>
                  <a:ext cx="39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928010C-5564-C8B6-E046-308E14DFC5A5}"/>
                    </a:ext>
                  </a:extLst>
                </p14:cNvPr>
                <p14:cNvContentPartPr/>
                <p14:nvPr/>
              </p14:nvContentPartPr>
              <p14:xfrm>
                <a:off x="11112775" y="3675044"/>
                <a:ext cx="78840" cy="1828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928010C-5564-C8B6-E046-308E14DFC5A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104135" y="3666044"/>
                  <a:ext cx="96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A92A39A-FD45-43DE-3797-4EA3894FABF4}"/>
                    </a:ext>
                  </a:extLst>
                </p14:cNvPr>
                <p14:cNvContentPartPr/>
                <p14:nvPr/>
              </p14:nvContentPartPr>
              <p14:xfrm>
                <a:off x="11235535" y="3725084"/>
                <a:ext cx="54720" cy="1598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A92A39A-FD45-43DE-3797-4EA3894FABF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26535" y="3716084"/>
                  <a:ext cx="723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E31FA96-C631-3CA7-7BDD-2C3CDAF9EB38}"/>
                    </a:ext>
                  </a:extLst>
                </p14:cNvPr>
                <p14:cNvContentPartPr/>
                <p14:nvPr/>
              </p14:nvContentPartPr>
              <p14:xfrm>
                <a:off x="11346775" y="3765764"/>
                <a:ext cx="72720" cy="1328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E31FA96-C631-3CA7-7BDD-2C3CDAF9EB3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338135" y="3756764"/>
                  <a:ext cx="90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C507994-6F64-CB99-D90C-00154D1C7EB6}"/>
                    </a:ext>
                  </a:extLst>
                </p14:cNvPr>
                <p14:cNvContentPartPr/>
                <p14:nvPr/>
              </p14:nvContentPartPr>
              <p14:xfrm>
                <a:off x="11446495" y="3845684"/>
                <a:ext cx="46440" cy="119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C507994-6F64-CB99-D90C-00154D1C7EB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437495" y="3837044"/>
                  <a:ext cx="64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EEAF747-2116-539A-3AF2-B07C01E7E0E3}"/>
                    </a:ext>
                  </a:extLst>
                </p14:cNvPr>
                <p14:cNvContentPartPr/>
                <p14:nvPr/>
              </p14:nvContentPartPr>
              <p14:xfrm>
                <a:off x="11575375" y="3816884"/>
                <a:ext cx="88200" cy="128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EEAF747-2116-539A-3AF2-B07C01E7E0E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566735" y="3807884"/>
                  <a:ext cx="105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4E871DC-F012-F3AC-A9E9-DBF3698ADE79}"/>
                    </a:ext>
                  </a:extLst>
                </p14:cNvPr>
                <p14:cNvContentPartPr/>
                <p14:nvPr/>
              </p14:nvContentPartPr>
              <p14:xfrm>
                <a:off x="11721895" y="3848564"/>
                <a:ext cx="60120" cy="99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4E871DC-F012-F3AC-A9E9-DBF3698ADE7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712895" y="3839924"/>
                  <a:ext cx="777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B3114FA-D7EE-0A03-110C-85B04D83C6CF}"/>
                    </a:ext>
                  </a:extLst>
                </p14:cNvPr>
                <p14:cNvContentPartPr/>
                <p14:nvPr/>
              </p14:nvContentPartPr>
              <p14:xfrm>
                <a:off x="11761855" y="3820484"/>
                <a:ext cx="74520" cy="205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B3114FA-D7EE-0A03-110C-85B04D83C6C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753215" y="3811484"/>
                  <a:ext cx="92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A673FB8-9FBF-7C51-64A6-46820A61BD03}"/>
                    </a:ext>
                  </a:extLst>
                </p14:cNvPr>
                <p14:cNvContentPartPr/>
                <p14:nvPr/>
              </p14:nvContentPartPr>
              <p14:xfrm>
                <a:off x="11792815" y="3762524"/>
                <a:ext cx="115200" cy="2865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A673FB8-9FBF-7C51-64A6-46820A61BD0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783815" y="3753884"/>
                  <a:ext cx="132840" cy="30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8EA0E44C-FC9F-C9FE-0DB8-184C02413ACC}"/>
                  </a:ext>
                </a:extLst>
              </p14:cNvPr>
              <p14:cNvContentPartPr/>
              <p14:nvPr/>
            </p14:nvContentPartPr>
            <p14:xfrm>
              <a:off x="7765135" y="2092124"/>
              <a:ext cx="47520" cy="514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8EA0E44C-FC9F-C9FE-0DB8-184C02413ACC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7756135" y="2083484"/>
                <a:ext cx="6516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31E6819-DADE-A973-56A7-5F83EBC240B9}"/>
              </a:ext>
            </a:extLst>
          </p:cNvPr>
          <p:cNvGrpSpPr/>
          <p:nvPr/>
        </p:nvGrpSpPr>
        <p:grpSpPr>
          <a:xfrm>
            <a:off x="8261935" y="4642724"/>
            <a:ext cx="505440" cy="460800"/>
            <a:chOff x="8261935" y="4642724"/>
            <a:chExt cx="50544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8D863E7-6C64-7635-5F3D-35339F56AD8B}"/>
                    </a:ext>
                  </a:extLst>
                </p14:cNvPr>
                <p14:cNvContentPartPr/>
                <p14:nvPr/>
              </p14:nvContentPartPr>
              <p14:xfrm>
                <a:off x="8326735" y="4642724"/>
                <a:ext cx="6120" cy="1641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8D863E7-6C64-7635-5F3D-35339F56AD8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317735" y="4634084"/>
                  <a:ext cx="23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2C5FAF3-1511-D73F-1832-4D376272BA6F}"/>
                    </a:ext>
                  </a:extLst>
                </p14:cNvPr>
                <p14:cNvContentPartPr/>
                <p14:nvPr/>
              </p14:nvContentPartPr>
              <p14:xfrm>
                <a:off x="8261935" y="4931444"/>
                <a:ext cx="82440" cy="1202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2C5FAF3-1511-D73F-1832-4D376272BA6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252935" y="4922444"/>
                  <a:ext cx="100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C11C0B6-EFBD-EBDA-A76E-1BC85C22EF92}"/>
                    </a:ext>
                  </a:extLst>
                </p14:cNvPr>
                <p14:cNvContentPartPr/>
                <p14:nvPr/>
              </p14:nvContentPartPr>
              <p14:xfrm>
                <a:off x="8388295" y="4937204"/>
                <a:ext cx="51120" cy="820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C11C0B6-EFBD-EBDA-A76E-1BC85C22EF9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379655" y="4928564"/>
                  <a:ext cx="68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05D48A2-9872-D486-13DA-ACAAE10B7950}"/>
                    </a:ext>
                  </a:extLst>
                </p14:cNvPr>
                <p14:cNvContentPartPr/>
                <p14:nvPr/>
              </p14:nvContentPartPr>
              <p14:xfrm>
                <a:off x="8431135" y="4878884"/>
                <a:ext cx="91800" cy="45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05D48A2-9872-D486-13DA-ACAAE10B795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22135" y="4869884"/>
                  <a:ext cx="109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3D634A1-35C0-3020-2220-5218FF6313A8}"/>
                    </a:ext>
                  </a:extLst>
                </p14:cNvPr>
                <p14:cNvContentPartPr/>
                <p14:nvPr/>
              </p14:nvContentPartPr>
              <p14:xfrm>
                <a:off x="8554975" y="4650284"/>
                <a:ext cx="22320" cy="1310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3D634A1-35C0-3020-2220-5218FF6313A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545975" y="4641644"/>
                  <a:ext cx="399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4346FB8-33BD-F785-3F06-715398EC0611}"/>
                    </a:ext>
                  </a:extLst>
                </p14:cNvPr>
                <p14:cNvContentPartPr/>
                <p14:nvPr/>
              </p14:nvContentPartPr>
              <p14:xfrm>
                <a:off x="8605015" y="4974284"/>
                <a:ext cx="77760" cy="1292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4346FB8-33BD-F785-3F06-715398EC061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596375" y="4965644"/>
                  <a:ext cx="95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6E33728-2E40-D462-E7FD-660BA81DDDBD}"/>
                    </a:ext>
                  </a:extLst>
                </p14:cNvPr>
                <p14:cNvContentPartPr/>
                <p14:nvPr/>
              </p14:nvContentPartPr>
              <p14:xfrm>
                <a:off x="8726335" y="5006684"/>
                <a:ext cx="41040" cy="705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6E33728-2E40-D462-E7FD-660BA81DDDBD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717695" y="4998044"/>
                  <a:ext cx="5868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515B3B9C-0941-7788-D46E-690706E49B67}"/>
              </a:ext>
            </a:extLst>
          </p:cNvPr>
          <p:cNvGrpSpPr/>
          <p:nvPr/>
        </p:nvGrpSpPr>
        <p:grpSpPr>
          <a:xfrm>
            <a:off x="7835695" y="1219124"/>
            <a:ext cx="1030320" cy="1085400"/>
            <a:chOff x="7835695" y="1219124"/>
            <a:chExt cx="1030320" cy="10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30B8414-4811-284A-EE29-E3D561987D84}"/>
                    </a:ext>
                  </a:extLst>
                </p14:cNvPr>
                <p14:cNvContentPartPr/>
                <p14:nvPr/>
              </p14:nvContentPartPr>
              <p14:xfrm>
                <a:off x="8077255" y="2002124"/>
                <a:ext cx="125640" cy="2991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30B8414-4811-284A-EE29-E3D561987D8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068255" y="1993124"/>
                  <a:ext cx="1432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7069008-4701-947C-999C-C0ABC60A1D70}"/>
                    </a:ext>
                  </a:extLst>
                </p14:cNvPr>
                <p14:cNvContentPartPr/>
                <p14:nvPr/>
              </p14:nvContentPartPr>
              <p14:xfrm>
                <a:off x="8167255" y="2091404"/>
                <a:ext cx="65880" cy="1306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7069008-4701-947C-999C-C0ABC60A1D7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158255" y="2082764"/>
                  <a:ext cx="83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8B75919-9742-5CB8-F7AC-2FCD41C02FF3}"/>
                    </a:ext>
                  </a:extLst>
                </p14:cNvPr>
                <p14:cNvContentPartPr/>
                <p14:nvPr/>
              </p14:nvContentPartPr>
              <p14:xfrm>
                <a:off x="8273455" y="2114084"/>
                <a:ext cx="68760" cy="83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8B75919-9742-5CB8-F7AC-2FCD41C02F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264455" y="2105084"/>
                  <a:ext cx="864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D62D102-D7F1-5F9F-57DB-158CEE51F1DC}"/>
                    </a:ext>
                  </a:extLst>
                </p14:cNvPr>
                <p14:cNvContentPartPr/>
                <p14:nvPr/>
              </p14:nvContentPartPr>
              <p14:xfrm>
                <a:off x="8288575" y="2049644"/>
                <a:ext cx="89640" cy="37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D62D102-D7F1-5F9F-57DB-158CEE51F1D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79575" y="2041004"/>
                  <a:ext cx="1072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FD66DCE-B116-E14F-7636-2E2DAC147CE7}"/>
                    </a:ext>
                  </a:extLst>
                </p14:cNvPr>
                <p14:cNvContentPartPr/>
                <p14:nvPr/>
              </p14:nvContentPartPr>
              <p14:xfrm>
                <a:off x="8393335" y="2156204"/>
                <a:ext cx="38880" cy="1087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FD66DCE-B116-E14F-7636-2E2DAC147CE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84695" y="2147564"/>
                  <a:ext cx="56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60ECF15-CE2D-010B-CDD5-351AC94A5AB3}"/>
                    </a:ext>
                  </a:extLst>
                </p14:cNvPr>
                <p14:cNvContentPartPr/>
                <p14:nvPr/>
              </p14:nvContentPartPr>
              <p14:xfrm>
                <a:off x="8517895" y="2019044"/>
                <a:ext cx="89280" cy="164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60ECF15-CE2D-010B-CDD5-351AC94A5AB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509255" y="2010404"/>
                  <a:ext cx="1069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C2E46D8-B2B8-5186-BFF2-6196CAA2A4AE}"/>
                    </a:ext>
                  </a:extLst>
                </p14:cNvPr>
                <p14:cNvContentPartPr/>
                <p14:nvPr/>
              </p14:nvContentPartPr>
              <p14:xfrm>
                <a:off x="8544175" y="2105084"/>
                <a:ext cx="107280" cy="496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C2E46D8-B2B8-5186-BFF2-6196CAA2A4A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535535" y="2096444"/>
                  <a:ext cx="1249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12E46AB-5382-29B0-3FAE-03FF599A4ADF}"/>
                    </a:ext>
                  </a:extLst>
                </p14:cNvPr>
                <p14:cNvContentPartPr/>
                <p14:nvPr/>
              </p14:nvContentPartPr>
              <p14:xfrm>
                <a:off x="8692495" y="2044964"/>
                <a:ext cx="77760" cy="134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12E46AB-5382-29B0-3FAE-03FF599A4AD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683495" y="2036324"/>
                  <a:ext cx="95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D02EDC2-7A51-BCB8-92AE-528AA97DFD71}"/>
                    </a:ext>
                  </a:extLst>
                </p14:cNvPr>
                <p14:cNvContentPartPr/>
                <p14:nvPr/>
              </p14:nvContentPartPr>
              <p14:xfrm>
                <a:off x="8750815" y="1976924"/>
                <a:ext cx="115200" cy="327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D02EDC2-7A51-BCB8-92AE-528AA97DFD7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742175" y="1967924"/>
                  <a:ext cx="1328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1B9C426-98CD-61FB-92E1-77414675F07F}"/>
                    </a:ext>
                  </a:extLst>
                </p14:cNvPr>
                <p14:cNvContentPartPr/>
                <p14:nvPr/>
              </p14:nvContentPartPr>
              <p14:xfrm>
                <a:off x="7835695" y="1809524"/>
                <a:ext cx="115560" cy="2556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1B9C426-98CD-61FB-92E1-77414675F07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827055" y="1800884"/>
                  <a:ext cx="1332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1234CA0-7198-BEF5-62F2-18CCA14DB10A}"/>
                    </a:ext>
                  </a:extLst>
                </p14:cNvPr>
                <p14:cNvContentPartPr/>
                <p14:nvPr/>
              </p14:nvContentPartPr>
              <p14:xfrm>
                <a:off x="7958095" y="1862444"/>
                <a:ext cx="92160" cy="1324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1234CA0-7198-BEF5-62F2-18CCA14DB10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949095" y="1853444"/>
                  <a:ext cx="109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EAC6FB7-F45D-7CC6-9848-AB718993884B}"/>
                    </a:ext>
                  </a:extLst>
                </p14:cNvPr>
                <p14:cNvContentPartPr/>
                <p14:nvPr/>
              </p14:nvContentPartPr>
              <p14:xfrm>
                <a:off x="8098855" y="1814204"/>
                <a:ext cx="88920" cy="99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EAC6FB7-F45D-7CC6-9848-AB718993884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089855" y="1805204"/>
                  <a:ext cx="1065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3300559-5998-5464-F27B-1B15D566EA1E}"/>
                    </a:ext>
                  </a:extLst>
                </p14:cNvPr>
                <p14:cNvContentPartPr/>
                <p14:nvPr/>
              </p14:nvContentPartPr>
              <p14:xfrm>
                <a:off x="8235655" y="1845884"/>
                <a:ext cx="18000" cy="63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3300559-5998-5464-F27B-1B15D566EA1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227015" y="1837244"/>
                  <a:ext cx="35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69625DC-5E40-EDEF-0417-0A8819D8D9BB}"/>
                    </a:ext>
                  </a:extLst>
                </p14:cNvPr>
                <p14:cNvContentPartPr/>
                <p14:nvPr/>
              </p14:nvContentPartPr>
              <p14:xfrm>
                <a:off x="8315575" y="1720604"/>
                <a:ext cx="181800" cy="1335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69625DC-5E40-EDEF-0417-0A8819D8D9B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306575" y="1711604"/>
                  <a:ext cx="199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215EDDE-E7F2-4E7A-B126-D405A0EA9F1A}"/>
                    </a:ext>
                  </a:extLst>
                </p14:cNvPr>
                <p14:cNvContentPartPr/>
                <p14:nvPr/>
              </p14:nvContentPartPr>
              <p14:xfrm>
                <a:off x="8486575" y="1569404"/>
                <a:ext cx="153000" cy="3074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215EDDE-E7F2-4E7A-B126-D405A0EA9F1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477575" y="1560764"/>
                  <a:ext cx="1706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E366BED-A01B-557C-E9A8-CCE45D6BC062}"/>
                    </a:ext>
                  </a:extLst>
                </p14:cNvPr>
                <p14:cNvContentPartPr/>
                <p14:nvPr/>
              </p14:nvContentPartPr>
              <p14:xfrm>
                <a:off x="8145295" y="1618724"/>
                <a:ext cx="45000" cy="525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E366BED-A01B-557C-E9A8-CCE45D6BC06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136295" y="1609724"/>
                  <a:ext cx="6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E648212-7A48-39FC-42D7-25953E73CDDE}"/>
                    </a:ext>
                  </a:extLst>
                </p14:cNvPr>
                <p14:cNvContentPartPr/>
                <p14:nvPr/>
              </p14:nvContentPartPr>
              <p14:xfrm>
                <a:off x="8033335" y="1308764"/>
                <a:ext cx="97200" cy="1728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E648212-7A48-39FC-42D7-25953E73CDD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024695" y="1299764"/>
                  <a:ext cx="114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B69AC8A-2E31-E80D-EAF3-21F60B116276}"/>
                    </a:ext>
                  </a:extLst>
                </p14:cNvPr>
                <p14:cNvContentPartPr/>
                <p14:nvPr/>
              </p14:nvContentPartPr>
              <p14:xfrm>
                <a:off x="8172295" y="1327124"/>
                <a:ext cx="73440" cy="882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B69AC8A-2E31-E80D-EAF3-21F60B11627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163295" y="1318124"/>
                  <a:ext cx="91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3EF54ED-8862-772F-0A39-ABFC49D7CCD0}"/>
                    </a:ext>
                  </a:extLst>
                </p14:cNvPr>
                <p14:cNvContentPartPr/>
                <p14:nvPr/>
              </p14:nvContentPartPr>
              <p14:xfrm>
                <a:off x="8317375" y="1360604"/>
                <a:ext cx="19800" cy="993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3EF54ED-8862-772F-0A39-ABFC49D7CCD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308735" y="1351604"/>
                  <a:ext cx="37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C9524B6-677B-D53D-EE28-AB2CF15FC581}"/>
                    </a:ext>
                  </a:extLst>
                </p14:cNvPr>
                <p14:cNvContentPartPr/>
                <p14:nvPr/>
              </p14:nvContentPartPr>
              <p14:xfrm>
                <a:off x="8439415" y="1274564"/>
                <a:ext cx="73440" cy="1562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C9524B6-677B-D53D-EE28-AB2CF15FC58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430415" y="1265564"/>
                  <a:ext cx="910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DB76EB7-134E-9058-FCF9-1A2621BF9733}"/>
                    </a:ext>
                  </a:extLst>
                </p14:cNvPr>
                <p14:cNvContentPartPr/>
                <p14:nvPr/>
              </p14:nvContentPartPr>
              <p14:xfrm>
                <a:off x="8580535" y="1289324"/>
                <a:ext cx="125280" cy="1044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DB76EB7-134E-9058-FCF9-1A2621BF973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571895" y="1280324"/>
                  <a:ext cx="142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E4DC5CEE-64D8-633B-4D57-F2757E9916C6}"/>
                    </a:ext>
                  </a:extLst>
                </p14:cNvPr>
                <p14:cNvContentPartPr/>
                <p14:nvPr/>
              </p14:nvContentPartPr>
              <p14:xfrm>
                <a:off x="8708335" y="1230284"/>
                <a:ext cx="66600" cy="2473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E4DC5CEE-64D8-633B-4D57-F2757E9916C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699335" y="1221644"/>
                  <a:ext cx="842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9D4DFEB-480C-F832-50F2-60E0DFA7F719}"/>
                    </a:ext>
                  </a:extLst>
                </p14:cNvPr>
                <p14:cNvContentPartPr/>
                <p14:nvPr/>
              </p14:nvContentPartPr>
              <p14:xfrm>
                <a:off x="7946935" y="1219124"/>
                <a:ext cx="194400" cy="3380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9D4DFEB-480C-F832-50F2-60E0DFA7F71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937935" y="1210484"/>
                  <a:ext cx="21204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6EF80B-8BE1-BCEE-EB48-EE849EB23E18}"/>
                  </a:ext>
                </a:extLst>
              </p14:cNvPr>
              <p14:cNvContentPartPr/>
              <p14:nvPr/>
            </p14:nvContentPartPr>
            <p14:xfrm>
              <a:off x="10152655" y="2568044"/>
              <a:ext cx="7200" cy="5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6EF80B-8BE1-BCEE-EB48-EE849EB23E18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10144015" y="2559404"/>
                <a:ext cx="24840" cy="2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6375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11FDF6-F40B-1199-CCA4-48DE7FB5440C}"/>
                  </a:ext>
                </a:extLst>
              </p14:cNvPr>
              <p14:cNvContentPartPr/>
              <p14:nvPr/>
            </p14:nvContentPartPr>
            <p14:xfrm>
              <a:off x="6391375" y="1612604"/>
              <a:ext cx="5068440" cy="3114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11FDF6-F40B-1199-CCA4-48DE7FB544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2735" y="1603964"/>
                <a:ext cx="5086080" cy="31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2197B5-85F3-484D-3D29-AAB4F44FF7D1}"/>
                  </a:ext>
                </a:extLst>
              </p14:cNvPr>
              <p14:cNvContentPartPr/>
              <p14:nvPr/>
            </p14:nvContentPartPr>
            <p14:xfrm>
              <a:off x="6345655" y="1538444"/>
              <a:ext cx="121320" cy="116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2197B5-85F3-484D-3D29-AAB4F44FF7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37015" y="1529804"/>
                <a:ext cx="1389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C6EFCD8-582B-A0F3-D1D8-2FC5C971FF0E}"/>
                  </a:ext>
                </a:extLst>
              </p14:cNvPr>
              <p14:cNvContentPartPr/>
              <p14:nvPr/>
            </p14:nvContentPartPr>
            <p14:xfrm>
              <a:off x="9027295" y="5181284"/>
              <a:ext cx="19080" cy="175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C6EFCD8-582B-A0F3-D1D8-2FC5C971FF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18295" y="5172284"/>
                <a:ext cx="367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664F6F8-A5FA-A7E5-60D3-775DE037C422}"/>
                  </a:ext>
                </a:extLst>
              </p14:cNvPr>
              <p14:cNvContentPartPr/>
              <p14:nvPr/>
            </p14:nvContentPartPr>
            <p14:xfrm>
              <a:off x="9060415" y="5191004"/>
              <a:ext cx="131400" cy="180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664F6F8-A5FA-A7E5-60D3-775DE037C4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51775" y="5182364"/>
                <a:ext cx="1490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3102D4C-9CC3-A09A-1F5E-23425DF90B1F}"/>
                  </a:ext>
                </a:extLst>
              </p14:cNvPr>
              <p14:cNvContentPartPr/>
              <p14:nvPr/>
            </p14:nvContentPartPr>
            <p14:xfrm>
              <a:off x="9261655" y="5184164"/>
              <a:ext cx="33120" cy="126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3102D4C-9CC3-A09A-1F5E-23425DF90B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53015" y="5175164"/>
                <a:ext cx="507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4D4861-A005-11CE-474A-490C07BA2ED7}"/>
                  </a:ext>
                </a:extLst>
              </p14:cNvPr>
              <p14:cNvContentPartPr/>
              <p14:nvPr/>
            </p14:nvContentPartPr>
            <p14:xfrm>
              <a:off x="9231775" y="5125844"/>
              <a:ext cx="155520" cy="79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4D4861-A005-11CE-474A-490C07BA2E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23135" y="5116844"/>
                <a:ext cx="1731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C800A49-11E0-A840-4786-590F129BF4B7}"/>
                  </a:ext>
                </a:extLst>
              </p14:cNvPr>
              <p14:cNvContentPartPr/>
              <p14:nvPr/>
            </p14:nvContentPartPr>
            <p14:xfrm>
              <a:off x="5969815" y="3190844"/>
              <a:ext cx="117720" cy="133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C800A49-11E0-A840-4786-590F129BF4B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61175" y="3181844"/>
                <a:ext cx="1353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6A5F020-E5B9-BB92-D41E-26A36218D079}"/>
                  </a:ext>
                </a:extLst>
              </p14:cNvPr>
              <p14:cNvContentPartPr/>
              <p14:nvPr/>
            </p14:nvContentPartPr>
            <p14:xfrm>
              <a:off x="6131455" y="3151244"/>
              <a:ext cx="182520" cy="126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6A5F020-E5B9-BB92-D41E-26A36218D0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22455" y="3142604"/>
                <a:ext cx="2001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D5EA809-D68F-E883-C844-2B0D00A87473}"/>
                  </a:ext>
                </a:extLst>
              </p14:cNvPr>
              <p14:cNvContentPartPr/>
              <p14:nvPr/>
            </p14:nvContentPartPr>
            <p14:xfrm>
              <a:off x="6968095" y="4840004"/>
              <a:ext cx="102960" cy="15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D5EA809-D68F-E883-C844-2B0D00A8747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59095" y="4831004"/>
                <a:ext cx="12060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7E18F71-E3A7-EADD-374D-6049856B5843}"/>
                  </a:ext>
                </a:extLst>
              </p14:cNvPr>
              <p14:cNvContentPartPr/>
              <p14:nvPr/>
            </p14:nvContentPartPr>
            <p14:xfrm>
              <a:off x="9039535" y="4552724"/>
              <a:ext cx="18000" cy="247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7E18F71-E3A7-EADD-374D-6049856B58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30895" y="4543724"/>
                <a:ext cx="356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0479756-2D25-1D75-397F-D52F84DCB03B}"/>
                  </a:ext>
                </a:extLst>
              </p14:cNvPr>
              <p14:cNvContentPartPr/>
              <p14:nvPr/>
            </p14:nvContentPartPr>
            <p14:xfrm>
              <a:off x="9024415" y="4845404"/>
              <a:ext cx="94680" cy="147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0479756-2D25-1D75-397F-D52F84DCB03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15415" y="4836404"/>
                <a:ext cx="1123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FF366B3-6762-E8C6-3176-E04EBD9BD2E4}"/>
                  </a:ext>
                </a:extLst>
              </p14:cNvPr>
              <p14:cNvContentPartPr/>
              <p14:nvPr/>
            </p14:nvContentPartPr>
            <p14:xfrm>
              <a:off x="9029455" y="4802924"/>
              <a:ext cx="133560" cy="57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FF366B3-6762-E8C6-3176-E04EBD9BD2E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020455" y="4794284"/>
                <a:ext cx="1512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A1AED09-7875-DD64-2223-B8C6E6792A4D}"/>
                  </a:ext>
                </a:extLst>
              </p14:cNvPr>
              <p14:cNvContentPartPr/>
              <p14:nvPr/>
            </p14:nvContentPartPr>
            <p14:xfrm>
              <a:off x="9195775" y="4814444"/>
              <a:ext cx="93960" cy="114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A1AED09-7875-DD64-2223-B8C6E6792A4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186775" y="4805444"/>
                <a:ext cx="1116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0B33C09-4350-6370-3F25-AFF09456674F}"/>
                  </a:ext>
                </a:extLst>
              </p14:cNvPr>
              <p14:cNvContentPartPr/>
              <p14:nvPr/>
            </p14:nvContentPartPr>
            <p14:xfrm>
              <a:off x="11171815" y="4308644"/>
              <a:ext cx="18720" cy="288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0B33C09-4350-6370-3F25-AFF09456674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163175" y="4300004"/>
                <a:ext cx="3636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2FFAF88-016A-0A4B-1DFF-9BCFB94EC2E7}"/>
                  </a:ext>
                </a:extLst>
              </p14:cNvPr>
              <p14:cNvContentPartPr/>
              <p14:nvPr/>
            </p14:nvContentPartPr>
            <p14:xfrm>
              <a:off x="11096575" y="4670444"/>
              <a:ext cx="36360" cy="126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2FFAF88-016A-0A4B-1DFF-9BCFB94EC2E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087575" y="4661444"/>
                <a:ext cx="540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CE36C6E-364A-F714-F747-F06D41DD306C}"/>
                  </a:ext>
                </a:extLst>
              </p14:cNvPr>
              <p14:cNvContentPartPr/>
              <p14:nvPr/>
            </p14:nvContentPartPr>
            <p14:xfrm>
              <a:off x="11215735" y="4702484"/>
              <a:ext cx="240120" cy="100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CE36C6E-364A-F714-F747-F06D41DD306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207095" y="4693844"/>
                <a:ext cx="2577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2895D22-DBF5-3714-8B17-54D91317BFD7}"/>
                  </a:ext>
                </a:extLst>
              </p14:cNvPr>
              <p14:cNvContentPartPr/>
              <p14:nvPr/>
            </p14:nvContentPartPr>
            <p14:xfrm>
              <a:off x="6627175" y="3192644"/>
              <a:ext cx="195120" cy="65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2895D22-DBF5-3714-8B17-54D91317BFD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18175" y="3183644"/>
                <a:ext cx="2127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ABFE102-03B4-F32C-BAB0-363CFFDA9935}"/>
                  </a:ext>
                </a:extLst>
              </p14:cNvPr>
              <p14:cNvContentPartPr/>
              <p14:nvPr/>
            </p14:nvContentPartPr>
            <p14:xfrm>
              <a:off x="6370855" y="3356804"/>
              <a:ext cx="74160" cy="161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ABFE102-03B4-F32C-BAB0-363CFFDA993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62215" y="3348164"/>
                <a:ext cx="918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3E23FC6-A927-5469-9517-7350E3D45782}"/>
                  </a:ext>
                </a:extLst>
              </p14:cNvPr>
              <p14:cNvContentPartPr/>
              <p14:nvPr/>
            </p14:nvContentPartPr>
            <p14:xfrm>
              <a:off x="6361855" y="3348164"/>
              <a:ext cx="225360" cy="104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3E23FC6-A927-5469-9517-7350E3D4578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53215" y="3339164"/>
                <a:ext cx="24300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D8180B2-97A2-840E-3E99-5D094613CBB0}"/>
                  </a:ext>
                </a:extLst>
              </p14:cNvPr>
              <p14:cNvContentPartPr/>
              <p14:nvPr/>
            </p14:nvContentPartPr>
            <p14:xfrm>
              <a:off x="6405415" y="1811324"/>
              <a:ext cx="209520" cy="66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D8180B2-97A2-840E-3E99-5D094613CBB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396415" y="1802324"/>
                <a:ext cx="2271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2F3DBCE-A23C-0797-AB1C-DB182CA1B647}"/>
                  </a:ext>
                </a:extLst>
              </p14:cNvPr>
              <p14:cNvContentPartPr/>
              <p14:nvPr/>
            </p14:nvContentPartPr>
            <p14:xfrm>
              <a:off x="6024535" y="1877204"/>
              <a:ext cx="35280" cy="161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2F3DBCE-A23C-0797-AB1C-DB182CA1B64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015895" y="1868204"/>
                <a:ext cx="529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F7B4CE0-0985-B838-12BF-009B5776175B}"/>
                  </a:ext>
                </a:extLst>
              </p14:cNvPr>
              <p14:cNvContentPartPr/>
              <p14:nvPr/>
            </p14:nvContentPartPr>
            <p14:xfrm>
              <a:off x="6110575" y="1906724"/>
              <a:ext cx="191880" cy="1069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F7B4CE0-0985-B838-12BF-009B5776175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101935" y="1897724"/>
                <a:ext cx="2095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1FBCA8F-09A6-8411-74F5-90840B2CA872}"/>
                  </a:ext>
                </a:extLst>
              </p14:cNvPr>
              <p14:cNvContentPartPr/>
              <p14:nvPr/>
            </p14:nvContentPartPr>
            <p14:xfrm>
              <a:off x="10828735" y="4355444"/>
              <a:ext cx="15840" cy="141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1FBCA8F-09A6-8411-74F5-90840B2CA87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819735" y="4346444"/>
                <a:ext cx="334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9131B18-6010-F840-4E1F-1BB6E291ED03}"/>
                  </a:ext>
                </a:extLst>
              </p14:cNvPr>
              <p14:cNvContentPartPr/>
              <p14:nvPr/>
            </p14:nvContentPartPr>
            <p14:xfrm>
              <a:off x="10742335" y="4594484"/>
              <a:ext cx="81000" cy="179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9131B18-6010-F840-4E1F-1BB6E291ED0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733695" y="4585484"/>
                <a:ext cx="986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5FBB86F-4172-308C-F7DE-29955698A4E6}"/>
                  </a:ext>
                </a:extLst>
              </p14:cNvPr>
              <p14:cNvContentPartPr/>
              <p14:nvPr/>
            </p14:nvContentPartPr>
            <p14:xfrm>
              <a:off x="10889935" y="4592684"/>
              <a:ext cx="61920" cy="117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5FBB86F-4172-308C-F7DE-29955698A4E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880935" y="4584044"/>
                <a:ext cx="795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EF86F3A-474F-292D-C35E-758CB5DBB6BE}"/>
                  </a:ext>
                </a:extLst>
              </p14:cNvPr>
              <p14:cNvContentPartPr/>
              <p14:nvPr/>
            </p14:nvContentPartPr>
            <p14:xfrm>
              <a:off x="6820135" y="3818684"/>
              <a:ext cx="171360" cy="70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EF86F3A-474F-292D-C35E-758CB5DBB6B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811135" y="3809684"/>
                <a:ext cx="1890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95E2214-9D70-B41E-2032-4C512054F993}"/>
                  </a:ext>
                </a:extLst>
              </p14:cNvPr>
              <p14:cNvContentPartPr/>
              <p14:nvPr/>
            </p14:nvContentPartPr>
            <p14:xfrm>
              <a:off x="6523495" y="3912284"/>
              <a:ext cx="154440" cy="115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95E2214-9D70-B41E-2032-4C512054F99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514495" y="3903644"/>
                <a:ext cx="1720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A3FBFA6-C99F-B510-AD7C-FD0F1FE321B4}"/>
                  </a:ext>
                </a:extLst>
              </p14:cNvPr>
              <p14:cNvContentPartPr/>
              <p14:nvPr/>
            </p14:nvContentPartPr>
            <p14:xfrm>
              <a:off x="6644815" y="3869444"/>
              <a:ext cx="75600" cy="123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A3FBFA6-C99F-B510-AD7C-FD0F1FE321B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35815" y="3860444"/>
                <a:ext cx="932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7EEFE27-71DD-8A23-8106-A1DDDAE5DE13}"/>
                  </a:ext>
                </a:extLst>
              </p14:cNvPr>
              <p14:cNvContentPartPr/>
              <p14:nvPr/>
            </p14:nvContentPartPr>
            <p14:xfrm>
              <a:off x="6467695" y="2327924"/>
              <a:ext cx="88200" cy="23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7EEFE27-71DD-8A23-8106-A1DDDAE5DE1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458695" y="2318924"/>
                <a:ext cx="1058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CFC3DE2-2EB4-E74F-8FC6-FB3CDF643DA5}"/>
                  </a:ext>
                </a:extLst>
              </p14:cNvPr>
              <p14:cNvContentPartPr/>
              <p14:nvPr/>
            </p14:nvContentPartPr>
            <p14:xfrm>
              <a:off x="6204175" y="2360324"/>
              <a:ext cx="73800" cy="139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CFC3DE2-2EB4-E74F-8FC6-FB3CDF643DA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95535" y="2351684"/>
                <a:ext cx="914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08B88A9-541D-3355-26E1-110F802EB032}"/>
                  </a:ext>
                </a:extLst>
              </p14:cNvPr>
              <p14:cNvContentPartPr/>
              <p14:nvPr/>
            </p14:nvContentPartPr>
            <p14:xfrm>
              <a:off x="6194815" y="2426204"/>
              <a:ext cx="102240" cy="57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08B88A9-541D-3355-26E1-110F802EB03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86175" y="2417204"/>
                <a:ext cx="1198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F02746F-4744-10FF-8402-1C5AE6F401BE}"/>
                  </a:ext>
                </a:extLst>
              </p14:cNvPr>
              <p14:cNvContentPartPr/>
              <p14:nvPr/>
            </p14:nvContentPartPr>
            <p14:xfrm>
              <a:off x="6302095" y="2349524"/>
              <a:ext cx="91080" cy="1828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F02746F-4744-10FF-8402-1C5AE6F401B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293095" y="2340884"/>
                <a:ext cx="1087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E48447E-D505-3316-E80B-5C861DDE5ABB}"/>
                  </a:ext>
                </a:extLst>
              </p14:cNvPr>
              <p14:cNvContentPartPr/>
              <p14:nvPr/>
            </p14:nvContentPartPr>
            <p14:xfrm>
              <a:off x="7936495" y="2240084"/>
              <a:ext cx="41400" cy="66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E48447E-D505-3316-E80B-5C861DDE5AB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27855" y="2231084"/>
                <a:ext cx="590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9371E8F-ED11-E203-9D83-FAAD4ACFF060}"/>
                  </a:ext>
                </a:extLst>
              </p14:cNvPr>
              <p14:cNvContentPartPr/>
              <p14:nvPr/>
            </p14:nvContentPartPr>
            <p14:xfrm>
              <a:off x="10679695" y="3451844"/>
              <a:ext cx="39600" cy="52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9371E8F-ED11-E203-9D83-FAAD4ACFF06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671055" y="3442844"/>
                <a:ext cx="57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5EDC85D-DE91-986E-EBEA-AF98C7589093}"/>
                  </a:ext>
                </a:extLst>
              </p14:cNvPr>
              <p14:cNvContentPartPr/>
              <p14:nvPr/>
            </p14:nvContentPartPr>
            <p14:xfrm>
              <a:off x="10816495" y="3343124"/>
              <a:ext cx="64440" cy="271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5EDC85D-DE91-986E-EBEA-AF98C758909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807495" y="3334484"/>
                <a:ext cx="8208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0357A05-96DC-DD8A-ADF3-5ECCF4272CDD}"/>
                  </a:ext>
                </a:extLst>
              </p14:cNvPr>
              <p14:cNvContentPartPr/>
              <p14:nvPr/>
            </p14:nvContentPartPr>
            <p14:xfrm>
              <a:off x="10964455" y="3426284"/>
              <a:ext cx="68400" cy="1342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0357A05-96DC-DD8A-ADF3-5ECCF4272CD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955815" y="3417644"/>
                <a:ext cx="860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4B389A1-532D-C856-3166-4C6F4AD6BEA0}"/>
                  </a:ext>
                </a:extLst>
              </p14:cNvPr>
              <p14:cNvContentPartPr/>
              <p14:nvPr/>
            </p14:nvContentPartPr>
            <p14:xfrm>
              <a:off x="11083255" y="3454004"/>
              <a:ext cx="51840" cy="76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4B389A1-532D-C856-3166-4C6F4AD6BEA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074615" y="3445364"/>
                <a:ext cx="694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6E09A30-0B51-23AE-DF7D-4FC415117FD0}"/>
                  </a:ext>
                </a:extLst>
              </p14:cNvPr>
              <p14:cNvContentPartPr/>
              <p14:nvPr/>
            </p14:nvContentPartPr>
            <p14:xfrm>
              <a:off x="11149855" y="3528884"/>
              <a:ext cx="35640" cy="75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6E09A30-0B51-23AE-DF7D-4FC415117FD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141215" y="3519884"/>
                <a:ext cx="5328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A4CE03B-CE1F-7868-AF8A-F2014D03183B}"/>
                  </a:ext>
                </a:extLst>
              </p14:cNvPr>
              <p14:cNvContentPartPr/>
              <p14:nvPr/>
            </p14:nvContentPartPr>
            <p14:xfrm>
              <a:off x="11254975" y="3445724"/>
              <a:ext cx="118800" cy="111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A4CE03B-CE1F-7868-AF8A-F2014D03183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246335" y="3437084"/>
                <a:ext cx="13644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55219D6-FDC1-599C-7B63-16BFC8660A63}"/>
                  </a:ext>
                </a:extLst>
              </p14:cNvPr>
              <p14:cNvContentPartPr/>
              <p14:nvPr/>
            </p14:nvContentPartPr>
            <p14:xfrm>
              <a:off x="11399335" y="3448604"/>
              <a:ext cx="53640" cy="112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55219D6-FDC1-599C-7B63-16BFC8660A6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390695" y="3439964"/>
                <a:ext cx="712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2028DDC-9D6A-FEAF-8AAE-FA2274FB61F2}"/>
                  </a:ext>
                </a:extLst>
              </p14:cNvPr>
              <p14:cNvContentPartPr/>
              <p14:nvPr/>
            </p14:nvContentPartPr>
            <p14:xfrm>
              <a:off x="11440375" y="3372284"/>
              <a:ext cx="122760" cy="3056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2028DDC-9D6A-FEAF-8AAE-FA2274FB61F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431375" y="3363284"/>
                <a:ext cx="14040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184A207-F08C-641C-B33D-AA24B4D6791A}"/>
                  </a:ext>
                </a:extLst>
              </p14:cNvPr>
              <p14:cNvContentPartPr/>
              <p14:nvPr/>
            </p14:nvContentPartPr>
            <p14:xfrm>
              <a:off x="10897495" y="3666764"/>
              <a:ext cx="36000" cy="93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184A207-F08C-641C-B33D-AA24B4D6791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888495" y="3657764"/>
                <a:ext cx="536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E93CB6C-7B5F-DB96-1494-A2438F108E41}"/>
                  </a:ext>
                </a:extLst>
              </p14:cNvPr>
              <p14:cNvContentPartPr/>
              <p14:nvPr/>
            </p14:nvContentPartPr>
            <p14:xfrm>
              <a:off x="10908295" y="3708524"/>
              <a:ext cx="21960" cy="493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E93CB6C-7B5F-DB96-1494-A2438F108E4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899655" y="3699524"/>
                <a:ext cx="396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C198CD1-0E18-16CA-BA15-95DD884DA3FA}"/>
                  </a:ext>
                </a:extLst>
              </p14:cNvPr>
              <p14:cNvContentPartPr/>
              <p14:nvPr/>
            </p14:nvContentPartPr>
            <p14:xfrm>
              <a:off x="11112775" y="3675044"/>
              <a:ext cx="78840" cy="1828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C198CD1-0E18-16CA-BA15-95DD884DA3F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104135" y="3666044"/>
                <a:ext cx="964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D9CA5DF-D969-9025-CD21-9DC6FBDB6719}"/>
                  </a:ext>
                </a:extLst>
              </p14:cNvPr>
              <p14:cNvContentPartPr/>
              <p14:nvPr/>
            </p14:nvContentPartPr>
            <p14:xfrm>
              <a:off x="11235535" y="3725084"/>
              <a:ext cx="54720" cy="1598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D9CA5DF-D969-9025-CD21-9DC6FBDB671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226535" y="3716084"/>
                <a:ext cx="723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444E482-FA6D-991C-2879-FB02B9D49C5A}"/>
                  </a:ext>
                </a:extLst>
              </p14:cNvPr>
              <p14:cNvContentPartPr/>
              <p14:nvPr/>
            </p14:nvContentPartPr>
            <p14:xfrm>
              <a:off x="11346775" y="3765764"/>
              <a:ext cx="72720" cy="132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444E482-FA6D-991C-2879-FB02B9D49C5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338135" y="3756764"/>
                <a:ext cx="903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359851E-1FD4-DA65-A3CA-9DDA755DB120}"/>
                  </a:ext>
                </a:extLst>
              </p14:cNvPr>
              <p14:cNvContentPartPr/>
              <p14:nvPr/>
            </p14:nvContentPartPr>
            <p14:xfrm>
              <a:off x="11446495" y="3845684"/>
              <a:ext cx="46440" cy="119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359851E-1FD4-DA65-A3CA-9DDA755DB12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437495" y="3837044"/>
                <a:ext cx="640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C7609D4-E19A-963B-8B02-DCA1E9469C91}"/>
                  </a:ext>
                </a:extLst>
              </p14:cNvPr>
              <p14:cNvContentPartPr/>
              <p14:nvPr/>
            </p14:nvContentPartPr>
            <p14:xfrm>
              <a:off x="11575375" y="3816884"/>
              <a:ext cx="88200" cy="1281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C7609D4-E19A-963B-8B02-DCA1E9469C9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566735" y="3807884"/>
                <a:ext cx="1058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55B6432-0350-9973-0F39-A33B97E7F0E5}"/>
                  </a:ext>
                </a:extLst>
              </p14:cNvPr>
              <p14:cNvContentPartPr/>
              <p14:nvPr/>
            </p14:nvContentPartPr>
            <p14:xfrm>
              <a:off x="11721895" y="3848564"/>
              <a:ext cx="60120" cy="99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55B6432-0350-9973-0F39-A33B97E7F0E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712895" y="3839924"/>
                <a:ext cx="777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A6CBA63-86FD-A1BF-3BEA-872406951452}"/>
                  </a:ext>
                </a:extLst>
              </p14:cNvPr>
              <p14:cNvContentPartPr/>
              <p14:nvPr/>
            </p14:nvContentPartPr>
            <p14:xfrm>
              <a:off x="11761855" y="3820484"/>
              <a:ext cx="74520" cy="205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A6CBA63-86FD-A1BF-3BEA-87240695145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753215" y="3811484"/>
                <a:ext cx="921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131724E-7CCF-2787-7AC2-AF958CB11969}"/>
                  </a:ext>
                </a:extLst>
              </p14:cNvPr>
              <p14:cNvContentPartPr/>
              <p14:nvPr/>
            </p14:nvContentPartPr>
            <p14:xfrm>
              <a:off x="11792815" y="3762524"/>
              <a:ext cx="115200" cy="2865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131724E-7CCF-2787-7AC2-AF958CB1196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783815" y="3753884"/>
                <a:ext cx="13284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19CFFC1-9940-DB2B-D20D-B35EA496BDC9}"/>
                  </a:ext>
                </a:extLst>
              </p14:cNvPr>
              <p14:cNvContentPartPr/>
              <p14:nvPr/>
            </p14:nvContentPartPr>
            <p14:xfrm>
              <a:off x="7765135" y="2092124"/>
              <a:ext cx="47520" cy="514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19CFFC1-9940-DB2B-D20D-B35EA496BDC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756135" y="2083484"/>
                <a:ext cx="6516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180A6DE-C1AC-B01D-CC81-9ED377C7EB9B}"/>
                  </a:ext>
                </a:extLst>
              </p14:cNvPr>
              <p14:cNvContentPartPr/>
              <p14:nvPr/>
            </p14:nvContentPartPr>
            <p14:xfrm>
              <a:off x="8326735" y="4642724"/>
              <a:ext cx="6120" cy="1641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180A6DE-C1AC-B01D-CC81-9ED377C7EB9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317735" y="4634084"/>
                <a:ext cx="2376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48A26A6-9C72-AA40-FB2A-B7EC19F34F72}"/>
                  </a:ext>
                </a:extLst>
              </p14:cNvPr>
              <p14:cNvContentPartPr/>
              <p14:nvPr/>
            </p14:nvContentPartPr>
            <p14:xfrm>
              <a:off x="8261935" y="4931444"/>
              <a:ext cx="82440" cy="120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48A26A6-9C72-AA40-FB2A-B7EC19F34F7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252935" y="4922444"/>
                <a:ext cx="1000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7E07587-45E5-E865-409F-81BF4079C098}"/>
                  </a:ext>
                </a:extLst>
              </p14:cNvPr>
              <p14:cNvContentPartPr/>
              <p14:nvPr/>
            </p14:nvContentPartPr>
            <p14:xfrm>
              <a:off x="8388295" y="4937204"/>
              <a:ext cx="51120" cy="82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7E07587-45E5-E865-409F-81BF4079C09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379655" y="4928564"/>
                <a:ext cx="687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4C33915-3405-E2C7-71FF-C8CE78A94253}"/>
                  </a:ext>
                </a:extLst>
              </p14:cNvPr>
              <p14:cNvContentPartPr/>
              <p14:nvPr/>
            </p14:nvContentPartPr>
            <p14:xfrm>
              <a:off x="8431135" y="4878884"/>
              <a:ext cx="91800" cy="45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4C33915-3405-E2C7-71FF-C8CE78A9425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422135" y="4869884"/>
                <a:ext cx="1094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01BAFE8-DAF0-B08E-E5A2-A6FE3E0B94C2}"/>
                  </a:ext>
                </a:extLst>
              </p14:cNvPr>
              <p14:cNvContentPartPr/>
              <p14:nvPr/>
            </p14:nvContentPartPr>
            <p14:xfrm>
              <a:off x="8554975" y="4650284"/>
              <a:ext cx="22320" cy="131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01BAFE8-DAF0-B08E-E5A2-A6FE3E0B94C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545975" y="4641644"/>
                <a:ext cx="399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7A8DC6F-7627-5779-FA07-EE4ABD315F61}"/>
                  </a:ext>
                </a:extLst>
              </p14:cNvPr>
              <p14:cNvContentPartPr/>
              <p14:nvPr/>
            </p14:nvContentPartPr>
            <p14:xfrm>
              <a:off x="8605015" y="4974284"/>
              <a:ext cx="77760" cy="1292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7A8DC6F-7627-5779-FA07-EE4ABD315F6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596375" y="4965644"/>
                <a:ext cx="9540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80629F5-87DD-9EFA-805E-D22EEBA47A73}"/>
                  </a:ext>
                </a:extLst>
              </p14:cNvPr>
              <p14:cNvContentPartPr/>
              <p14:nvPr/>
            </p14:nvContentPartPr>
            <p14:xfrm>
              <a:off x="8726335" y="5006684"/>
              <a:ext cx="41040" cy="705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80629F5-87DD-9EFA-805E-D22EEBA47A7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717695" y="4998044"/>
                <a:ext cx="586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C7C4732-5CFA-A1C7-5877-2AAD2D322657}"/>
                  </a:ext>
                </a:extLst>
              </p14:cNvPr>
              <p14:cNvContentPartPr/>
              <p14:nvPr/>
            </p14:nvContentPartPr>
            <p14:xfrm>
              <a:off x="8077255" y="2002124"/>
              <a:ext cx="125640" cy="299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C7C4732-5CFA-A1C7-5877-2AAD2D32265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068255" y="1993124"/>
                <a:ext cx="14328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11782C0-46D3-319F-5AD4-FEFD2DA240D8}"/>
                  </a:ext>
                </a:extLst>
              </p14:cNvPr>
              <p14:cNvContentPartPr/>
              <p14:nvPr/>
            </p14:nvContentPartPr>
            <p14:xfrm>
              <a:off x="8167255" y="2091404"/>
              <a:ext cx="65880" cy="1306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11782C0-46D3-319F-5AD4-FEFD2DA240D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158255" y="2082764"/>
                <a:ext cx="835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B0F03E7-38FF-60E9-660F-8DF28FB14A8D}"/>
                  </a:ext>
                </a:extLst>
              </p14:cNvPr>
              <p14:cNvContentPartPr/>
              <p14:nvPr/>
            </p14:nvContentPartPr>
            <p14:xfrm>
              <a:off x="8273455" y="2114084"/>
              <a:ext cx="68760" cy="838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B0F03E7-38FF-60E9-660F-8DF28FB14A8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264455" y="2105084"/>
                <a:ext cx="864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A294667-EF99-C86E-4C2F-CC14EF67DA35}"/>
                  </a:ext>
                </a:extLst>
              </p14:cNvPr>
              <p14:cNvContentPartPr/>
              <p14:nvPr/>
            </p14:nvContentPartPr>
            <p14:xfrm>
              <a:off x="8288575" y="2049644"/>
              <a:ext cx="89640" cy="374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A294667-EF99-C86E-4C2F-CC14EF67DA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279575" y="2041004"/>
                <a:ext cx="1072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950C964-6DA9-1175-581F-70538A1BA44D}"/>
                  </a:ext>
                </a:extLst>
              </p14:cNvPr>
              <p14:cNvContentPartPr/>
              <p14:nvPr/>
            </p14:nvContentPartPr>
            <p14:xfrm>
              <a:off x="8393335" y="2156204"/>
              <a:ext cx="38880" cy="1087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950C964-6DA9-1175-581F-70538A1BA44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384695" y="2147564"/>
                <a:ext cx="565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61A0BDC-59BE-3BD7-82B2-061986DB720E}"/>
                  </a:ext>
                </a:extLst>
              </p14:cNvPr>
              <p14:cNvContentPartPr/>
              <p14:nvPr/>
            </p14:nvContentPartPr>
            <p14:xfrm>
              <a:off x="8517895" y="2019044"/>
              <a:ext cx="89280" cy="164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61A0BDC-59BE-3BD7-82B2-061986DB720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509255" y="2010404"/>
                <a:ext cx="1069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67D9950-BAEB-E8EA-04A0-63C61D831EFE}"/>
                  </a:ext>
                </a:extLst>
              </p14:cNvPr>
              <p14:cNvContentPartPr/>
              <p14:nvPr/>
            </p14:nvContentPartPr>
            <p14:xfrm>
              <a:off x="8544175" y="2105084"/>
              <a:ext cx="107280" cy="49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67D9950-BAEB-E8EA-04A0-63C61D831EF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535535" y="2096444"/>
                <a:ext cx="1249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04FA84A-8913-07C5-DC49-198EEEAC8E8E}"/>
                  </a:ext>
                </a:extLst>
              </p14:cNvPr>
              <p14:cNvContentPartPr/>
              <p14:nvPr/>
            </p14:nvContentPartPr>
            <p14:xfrm>
              <a:off x="8692495" y="2044964"/>
              <a:ext cx="77760" cy="1346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04FA84A-8913-07C5-DC49-198EEEAC8E8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683495" y="2036324"/>
                <a:ext cx="954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ABDD605-26B3-A32A-972F-18F0895AC87F}"/>
                  </a:ext>
                </a:extLst>
              </p14:cNvPr>
              <p14:cNvContentPartPr/>
              <p14:nvPr/>
            </p14:nvContentPartPr>
            <p14:xfrm>
              <a:off x="8750815" y="1976924"/>
              <a:ext cx="115200" cy="3276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ABDD605-26B3-A32A-972F-18F0895AC87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742175" y="1967924"/>
                <a:ext cx="1328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A733AD6-760B-8227-AFBD-C7933F1D6C89}"/>
                  </a:ext>
                </a:extLst>
              </p14:cNvPr>
              <p14:cNvContentPartPr/>
              <p14:nvPr/>
            </p14:nvContentPartPr>
            <p14:xfrm>
              <a:off x="7835695" y="1809524"/>
              <a:ext cx="115560" cy="2556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A733AD6-760B-8227-AFBD-C7933F1D6C8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827055" y="1800884"/>
                <a:ext cx="13320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EB62C81-F7F0-981A-EC87-89014CC420B9}"/>
                  </a:ext>
                </a:extLst>
              </p14:cNvPr>
              <p14:cNvContentPartPr/>
              <p14:nvPr/>
            </p14:nvContentPartPr>
            <p14:xfrm>
              <a:off x="7958095" y="1862444"/>
              <a:ext cx="92160" cy="132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EB62C81-F7F0-981A-EC87-89014CC420B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949095" y="1853444"/>
                <a:ext cx="10980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60F14FA-A257-9AE7-95E5-02D811CF754E}"/>
                  </a:ext>
                </a:extLst>
              </p14:cNvPr>
              <p14:cNvContentPartPr/>
              <p14:nvPr/>
            </p14:nvContentPartPr>
            <p14:xfrm>
              <a:off x="8098855" y="1814204"/>
              <a:ext cx="88920" cy="99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60F14FA-A257-9AE7-95E5-02D811CF754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089855" y="1805204"/>
                <a:ext cx="1065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3210519-A29E-DC95-EA9C-DD94F62557A9}"/>
                  </a:ext>
                </a:extLst>
              </p14:cNvPr>
              <p14:cNvContentPartPr/>
              <p14:nvPr/>
            </p14:nvContentPartPr>
            <p14:xfrm>
              <a:off x="8235655" y="1845884"/>
              <a:ext cx="18000" cy="63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3210519-A29E-DC95-EA9C-DD94F62557A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227015" y="1837244"/>
                <a:ext cx="356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87D6356-920B-4499-F20B-1DB7A57CA6C4}"/>
                  </a:ext>
                </a:extLst>
              </p14:cNvPr>
              <p14:cNvContentPartPr/>
              <p14:nvPr/>
            </p14:nvContentPartPr>
            <p14:xfrm>
              <a:off x="8315575" y="1720604"/>
              <a:ext cx="181800" cy="133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87D6356-920B-4499-F20B-1DB7A57CA6C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306575" y="1711604"/>
                <a:ext cx="19944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7EF61B7-1C06-5019-4B3A-AC0C7824D53F}"/>
                  </a:ext>
                </a:extLst>
              </p14:cNvPr>
              <p14:cNvContentPartPr/>
              <p14:nvPr/>
            </p14:nvContentPartPr>
            <p14:xfrm>
              <a:off x="8486575" y="1569404"/>
              <a:ext cx="153000" cy="3074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7EF61B7-1C06-5019-4B3A-AC0C7824D53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477575" y="1560764"/>
                <a:ext cx="17064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55836D1-AF0A-0D96-A965-7DF5425D4B7B}"/>
                  </a:ext>
                </a:extLst>
              </p14:cNvPr>
              <p14:cNvContentPartPr/>
              <p14:nvPr/>
            </p14:nvContentPartPr>
            <p14:xfrm>
              <a:off x="8145295" y="1618724"/>
              <a:ext cx="45000" cy="525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55836D1-AF0A-0D96-A965-7DF5425D4B7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136295" y="1609724"/>
                <a:ext cx="626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86932F2-3AB3-8634-B8BD-039787AC2D90}"/>
                  </a:ext>
                </a:extLst>
              </p14:cNvPr>
              <p14:cNvContentPartPr/>
              <p14:nvPr/>
            </p14:nvContentPartPr>
            <p14:xfrm>
              <a:off x="8033335" y="1308764"/>
              <a:ext cx="97200" cy="1728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86932F2-3AB3-8634-B8BD-039787AC2D9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024695" y="1299764"/>
                <a:ext cx="1148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1C120FF-F93B-7AEE-8902-ECBF7C30AE83}"/>
                  </a:ext>
                </a:extLst>
              </p14:cNvPr>
              <p14:cNvContentPartPr/>
              <p14:nvPr/>
            </p14:nvContentPartPr>
            <p14:xfrm>
              <a:off x="8172295" y="1327124"/>
              <a:ext cx="73440" cy="882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1C120FF-F93B-7AEE-8902-ECBF7C30AE8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163295" y="1318124"/>
                <a:ext cx="910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C31A61B-410B-6E5C-4660-7E3E9462C37E}"/>
                  </a:ext>
                </a:extLst>
              </p14:cNvPr>
              <p14:cNvContentPartPr/>
              <p14:nvPr/>
            </p14:nvContentPartPr>
            <p14:xfrm>
              <a:off x="8317375" y="1360604"/>
              <a:ext cx="19800" cy="99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C31A61B-410B-6E5C-4660-7E3E9462C37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308735" y="1351604"/>
                <a:ext cx="3744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D2336BC-87D7-D936-33C1-8FF7DB79283A}"/>
                  </a:ext>
                </a:extLst>
              </p14:cNvPr>
              <p14:cNvContentPartPr/>
              <p14:nvPr/>
            </p14:nvContentPartPr>
            <p14:xfrm>
              <a:off x="8439415" y="1274564"/>
              <a:ext cx="73440" cy="1562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D2336BC-87D7-D936-33C1-8FF7DB79283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430415" y="1265564"/>
                <a:ext cx="910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9D07D11-8B64-106A-36CD-62F1F294EB47}"/>
                  </a:ext>
                </a:extLst>
              </p14:cNvPr>
              <p14:cNvContentPartPr/>
              <p14:nvPr/>
            </p14:nvContentPartPr>
            <p14:xfrm>
              <a:off x="8580535" y="1289324"/>
              <a:ext cx="125280" cy="1044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9D07D11-8B64-106A-36CD-62F1F294EB47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571895" y="1280324"/>
                <a:ext cx="1429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47F22CF-2B75-5B95-EBA5-D3494AAED17D}"/>
                  </a:ext>
                </a:extLst>
              </p14:cNvPr>
              <p14:cNvContentPartPr/>
              <p14:nvPr/>
            </p14:nvContentPartPr>
            <p14:xfrm>
              <a:off x="8708335" y="1230284"/>
              <a:ext cx="66600" cy="2473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47F22CF-2B75-5B95-EBA5-D3494AAED17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699335" y="1221644"/>
                <a:ext cx="8424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81D65FF-06FD-D5AB-CA26-A01E8E3DE5F8}"/>
                  </a:ext>
                </a:extLst>
              </p14:cNvPr>
              <p14:cNvContentPartPr/>
              <p14:nvPr/>
            </p14:nvContentPartPr>
            <p14:xfrm>
              <a:off x="7946935" y="1219124"/>
              <a:ext cx="194400" cy="3380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81D65FF-06FD-D5AB-CA26-A01E8E3DE5F8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937935" y="1210484"/>
                <a:ext cx="21204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6F64633-199F-2F11-128F-8DDF77A1303D}"/>
                  </a:ext>
                </a:extLst>
              </p14:cNvPr>
              <p14:cNvContentPartPr/>
              <p14:nvPr/>
            </p14:nvContentPartPr>
            <p14:xfrm>
              <a:off x="5013655" y="2018684"/>
              <a:ext cx="7920" cy="39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6F64633-199F-2F11-128F-8DDF77A1303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004655" y="2009684"/>
                <a:ext cx="2556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66FE624F-4BEB-D6F3-2AC4-5D35D64FE8FF}"/>
              </a:ext>
            </a:extLst>
          </p:cNvPr>
          <p:cNvGrpSpPr/>
          <p:nvPr/>
        </p:nvGrpSpPr>
        <p:grpSpPr>
          <a:xfrm>
            <a:off x="539935" y="373844"/>
            <a:ext cx="440640" cy="222120"/>
            <a:chOff x="539935" y="373844"/>
            <a:chExt cx="44064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E602341-A701-AE2F-2DF2-80AE42EB1CF8}"/>
                    </a:ext>
                  </a:extLst>
                </p14:cNvPr>
                <p14:cNvContentPartPr/>
                <p14:nvPr/>
              </p14:nvContentPartPr>
              <p14:xfrm>
                <a:off x="539935" y="373844"/>
                <a:ext cx="19800" cy="206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E602341-A701-AE2F-2DF2-80AE42EB1CF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30935" y="365204"/>
                  <a:ext cx="37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429DA44-9B33-8A4B-29F8-BAAB6CFC770F}"/>
                    </a:ext>
                  </a:extLst>
                </p14:cNvPr>
                <p14:cNvContentPartPr/>
                <p14:nvPr/>
              </p14:nvContentPartPr>
              <p14:xfrm>
                <a:off x="558655" y="389324"/>
                <a:ext cx="122760" cy="172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429DA44-9B33-8A4B-29F8-BAAB6CFC770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9655" y="380324"/>
                  <a:ext cx="140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DC90582-F77E-5AE6-9FDB-435B30FE87AF}"/>
                    </a:ext>
                  </a:extLst>
                </p14:cNvPr>
                <p14:cNvContentPartPr/>
                <p14:nvPr/>
              </p14:nvContentPartPr>
              <p14:xfrm>
                <a:off x="755935" y="458804"/>
                <a:ext cx="80640" cy="5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DC90582-F77E-5AE6-9FDB-435B30FE87A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7295" y="449804"/>
                  <a:ext cx="98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53F32E6-3870-FA6F-0295-D8376E6BB81D}"/>
                    </a:ext>
                  </a:extLst>
                </p14:cNvPr>
                <p14:cNvContentPartPr/>
                <p14:nvPr/>
              </p14:nvContentPartPr>
              <p14:xfrm>
                <a:off x="761335" y="525764"/>
                <a:ext cx="114480" cy="24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53F32E6-3870-FA6F-0295-D8376E6BB81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2335" y="517124"/>
                  <a:ext cx="132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12CED75-D383-0C30-8791-58E1669D8074}"/>
                    </a:ext>
                  </a:extLst>
                </p14:cNvPr>
                <p14:cNvContentPartPr/>
                <p14:nvPr/>
              </p14:nvContentPartPr>
              <p14:xfrm>
                <a:off x="958975" y="442964"/>
                <a:ext cx="21600" cy="153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12CED75-D383-0C30-8791-58E1669D807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9975" y="433964"/>
                  <a:ext cx="39240" cy="17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77028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7A0199-7B8D-C005-C1AB-47C6080C0ED7}"/>
                  </a:ext>
                </a:extLst>
              </p14:cNvPr>
              <p14:cNvContentPartPr/>
              <p14:nvPr/>
            </p14:nvContentPartPr>
            <p14:xfrm>
              <a:off x="2950855" y="1241444"/>
              <a:ext cx="6480" cy="6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7A0199-7B8D-C005-C1AB-47C6080C0E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1855" y="1232804"/>
                <a:ext cx="241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7458629-33EF-1F24-9E68-109B933E2A5A}"/>
                  </a:ext>
                </a:extLst>
              </p14:cNvPr>
              <p14:cNvContentPartPr/>
              <p14:nvPr/>
            </p14:nvContentPartPr>
            <p14:xfrm>
              <a:off x="2821255" y="1333604"/>
              <a:ext cx="187560" cy="147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7458629-33EF-1F24-9E68-109B933E2A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12255" y="1324604"/>
                <a:ext cx="2052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0ADB01C-1AB1-BFF0-A5D8-738D317C60D6}"/>
                  </a:ext>
                </a:extLst>
              </p14:cNvPr>
              <p14:cNvContentPartPr/>
              <p14:nvPr/>
            </p14:nvContentPartPr>
            <p14:xfrm>
              <a:off x="3028615" y="1357724"/>
              <a:ext cx="96480" cy="80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0ADB01C-1AB1-BFF0-A5D8-738D317C60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19975" y="1348724"/>
                <a:ext cx="11412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C503E9C-C7A4-7CF6-FACD-10B676F55DBE}"/>
                  </a:ext>
                </a:extLst>
              </p14:cNvPr>
              <p14:cNvContentPartPr/>
              <p14:nvPr/>
            </p14:nvContentPartPr>
            <p14:xfrm>
              <a:off x="3139135" y="1359524"/>
              <a:ext cx="50760" cy="87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C503E9C-C7A4-7CF6-FACD-10B676F55DB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30495" y="1350524"/>
                <a:ext cx="684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19AFF89-9C7E-17D7-BF26-391E19726741}"/>
                  </a:ext>
                </a:extLst>
              </p14:cNvPr>
              <p14:cNvContentPartPr/>
              <p14:nvPr/>
            </p14:nvContentPartPr>
            <p14:xfrm>
              <a:off x="3164335" y="1322804"/>
              <a:ext cx="53280" cy="42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19AFF89-9C7E-17D7-BF26-391E197267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55695" y="1314164"/>
                <a:ext cx="709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B90DBE5-9E6B-2850-558A-03F91F0C4B59}"/>
                  </a:ext>
                </a:extLst>
              </p14:cNvPr>
              <p14:cNvContentPartPr/>
              <p14:nvPr/>
            </p14:nvContentPartPr>
            <p14:xfrm>
              <a:off x="3259015" y="1212644"/>
              <a:ext cx="61920" cy="422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B90DBE5-9E6B-2850-558A-03F91F0C4B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50375" y="1204004"/>
                <a:ext cx="7956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CEFE66-AB67-5D8C-E349-36D8CFD93544}"/>
                  </a:ext>
                </a:extLst>
              </p14:cNvPr>
              <p14:cNvContentPartPr/>
              <p14:nvPr/>
            </p14:nvContentPartPr>
            <p14:xfrm>
              <a:off x="3600295" y="1347644"/>
              <a:ext cx="91800" cy="132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CEFE66-AB67-5D8C-E349-36D8CFD935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91655" y="1339004"/>
                <a:ext cx="10944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F6B2889-619D-A87B-0E5E-A69267F3C4E7}"/>
                  </a:ext>
                </a:extLst>
              </p14:cNvPr>
              <p14:cNvContentPartPr/>
              <p14:nvPr/>
            </p14:nvContentPartPr>
            <p14:xfrm>
              <a:off x="3748615" y="1304084"/>
              <a:ext cx="52560" cy="154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F6B2889-619D-A87B-0E5E-A69267F3C4E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39975" y="1295084"/>
                <a:ext cx="702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B67469A-A8F8-1337-CF06-D214A90F2358}"/>
                  </a:ext>
                </a:extLst>
              </p14:cNvPr>
              <p14:cNvContentPartPr/>
              <p14:nvPr/>
            </p14:nvContentPartPr>
            <p14:xfrm>
              <a:off x="3726655" y="1369964"/>
              <a:ext cx="129240" cy="19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B67469A-A8F8-1337-CF06-D214A90F235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18015" y="1361324"/>
                <a:ext cx="1468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3E94951-C783-1265-53D3-3BA58569B974}"/>
                  </a:ext>
                </a:extLst>
              </p14:cNvPr>
              <p14:cNvContentPartPr/>
              <p14:nvPr/>
            </p14:nvContentPartPr>
            <p14:xfrm>
              <a:off x="3849775" y="1286804"/>
              <a:ext cx="186480" cy="154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3E94951-C783-1265-53D3-3BA58569B97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41135" y="1278164"/>
                <a:ext cx="2041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FA00983-6CA6-1912-9722-07804B3CAAFD}"/>
                  </a:ext>
                </a:extLst>
              </p14:cNvPr>
              <p14:cNvContentPartPr/>
              <p14:nvPr/>
            </p14:nvContentPartPr>
            <p14:xfrm>
              <a:off x="3974335" y="1329284"/>
              <a:ext cx="110160" cy="23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FA00983-6CA6-1912-9722-07804B3CAAF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65335" y="1320644"/>
                <a:ext cx="1278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8D3DF4-F956-EEEF-4ED1-B6B5BC99696C}"/>
                  </a:ext>
                </a:extLst>
              </p14:cNvPr>
              <p14:cNvContentPartPr/>
              <p14:nvPr/>
            </p14:nvContentPartPr>
            <p14:xfrm>
              <a:off x="4089175" y="1335044"/>
              <a:ext cx="138600" cy="75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8D3DF4-F956-EEEF-4ED1-B6B5BC99696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80535" y="1326404"/>
                <a:ext cx="1562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1A3D08A-6195-65F1-1B5F-3A3ABEA76D47}"/>
                  </a:ext>
                </a:extLst>
              </p14:cNvPr>
              <p14:cNvContentPartPr/>
              <p14:nvPr/>
            </p14:nvContentPartPr>
            <p14:xfrm>
              <a:off x="4250815" y="1299404"/>
              <a:ext cx="76320" cy="137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1A3D08A-6195-65F1-1B5F-3A3ABEA76D4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241815" y="1290404"/>
                <a:ext cx="939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8E594ED-B8F2-FEB9-7503-BAD4CDFF36FD}"/>
                  </a:ext>
                </a:extLst>
              </p14:cNvPr>
              <p14:cNvContentPartPr/>
              <p14:nvPr/>
            </p14:nvContentPartPr>
            <p14:xfrm>
              <a:off x="4461415" y="1222364"/>
              <a:ext cx="80280" cy="277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8E594ED-B8F2-FEB9-7503-BAD4CDFF36F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52415" y="1213364"/>
                <a:ext cx="9792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32918FB-B150-2E24-B0A2-88D4582F92D7}"/>
                  </a:ext>
                </a:extLst>
              </p14:cNvPr>
              <p14:cNvContentPartPr/>
              <p14:nvPr/>
            </p14:nvContentPartPr>
            <p14:xfrm>
              <a:off x="4567255" y="1338284"/>
              <a:ext cx="147600" cy="275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32918FB-B150-2E24-B0A2-88D4582F92D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58615" y="1329284"/>
                <a:ext cx="16524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5558F2A-2616-5A8F-E838-D9A4C933EB3D}"/>
                  </a:ext>
                </a:extLst>
              </p14:cNvPr>
              <p14:cNvContentPartPr/>
              <p14:nvPr/>
            </p14:nvContentPartPr>
            <p14:xfrm>
              <a:off x="4687495" y="1248644"/>
              <a:ext cx="136440" cy="317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5558F2A-2616-5A8F-E838-D9A4C933EB3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78495" y="1239644"/>
                <a:ext cx="15408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8620058-7165-8443-B23F-2D14898A3E68}"/>
                  </a:ext>
                </a:extLst>
              </p14:cNvPr>
              <p14:cNvContentPartPr/>
              <p14:nvPr/>
            </p14:nvContentPartPr>
            <p14:xfrm>
              <a:off x="852055" y="1368884"/>
              <a:ext cx="12960" cy="145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8620058-7165-8443-B23F-2D14898A3E6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43415" y="1359884"/>
                <a:ext cx="306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271E204-FB78-4314-A181-98F69415868B}"/>
                  </a:ext>
                </a:extLst>
              </p14:cNvPr>
              <p14:cNvContentPartPr/>
              <p14:nvPr/>
            </p14:nvContentPartPr>
            <p14:xfrm>
              <a:off x="867175" y="1340444"/>
              <a:ext cx="132480" cy="175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271E204-FB78-4314-A181-98F69415868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58175" y="1331444"/>
                <a:ext cx="1501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CEF5BD2-BFFA-C289-99E9-6270E5264E06}"/>
                  </a:ext>
                </a:extLst>
              </p14:cNvPr>
              <p14:cNvContentPartPr/>
              <p14:nvPr/>
            </p14:nvContentPartPr>
            <p14:xfrm>
              <a:off x="1075615" y="1348724"/>
              <a:ext cx="6480" cy="119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CEF5BD2-BFFA-C289-99E9-6270E5264E0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66975" y="1340084"/>
                <a:ext cx="2412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9CB256D-4F27-DA49-8865-987DE74D421A}"/>
                  </a:ext>
                </a:extLst>
              </p14:cNvPr>
              <p14:cNvContentPartPr/>
              <p14:nvPr/>
            </p14:nvContentPartPr>
            <p14:xfrm>
              <a:off x="1005415" y="1336844"/>
              <a:ext cx="164880" cy="27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9CB256D-4F27-DA49-8865-987DE74D421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96415" y="1328204"/>
                <a:ext cx="1825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9F2B763-A0F5-BA6C-A186-4F954A22CC8C}"/>
                  </a:ext>
                </a:extLst>
              </p14:cNvPr>
              <p14:cNvContentPartPr/>
              <p14:nvPr/>
            </p14:nvContentPartPr>
            <p14:xfrm>
              <a:off x="910015" y="1088444"/>
              <a:ext cx="182520" cy="142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9F2B763-A0F5-BA6C-A186-4F954A22CC8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01015" y="1079444"/>
                <a:ext cx="2001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ED189F6-E99A-2A02-70F1-4D5C74A77FE3}"/>
                  </a:ext>
                </a:extLst>
              </p14:cNvPr>
              <p14:cNvContentPartPr/>
              <p14:nvPr/>
            </p14:nvContentPartPr>
            <p14:xfrm>
              <a:off x="839095" y="994844"/>
              <a:ext cx="157680" cy="257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ED189F6-E99A-2A02-70F1-4D5C74A77FE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30455" y="985844"/>
                <a:ext cx="1753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74C51F8-BCF1-96F3-3F41-9D00671DEED0}"/>
                  </a:ext>
                </a:extLst>
              </p14:cNvPr>
              <p14:cNvContentPartPr/>
              <p14:nvPr/>
            </p14:nvContentPartPr>
            <p14:xfrm>
              <a:off x="1081375" y="994844"/>
              <a:ext cx="117360" cy="253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74C51F8-BCF1-96F3-3F41-9D00671DEED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72735" y="985844"/>
                <a:ext cx="13500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EA342CF-B635-0D99-9439-D4EB560FC0D5}"/>
                  </a:ext>
                </a:extLst>
              </p14:cNvPr>
              <p14:cNvContentPartPr/>
              <p14:nvPr/>
            </p14:nvContentPartPr>
            <p14:xfrm>
              <a:off x="1716055" y="1359884"/>
              <a:ext cx="112680" cy="136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EA342CF-B635-0D99-9439-D4EB560FC0D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07055" y="1351244"/>
                <a:ext cx="1303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5F58C1D-DE70-ED36-75F2-70AA4172D781}"/>
                  </a:ext>
                </a:extLst>
              </p14:cNvPr>
              <p14:cNvContentPartPr/>
              <p14:nvPr/>
            </p14:nvContentPartPr>
            <p14:xfrm>
              <a:off x="1924495" y="1354844"/>
              <a:ext cx="164880" cy="140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5F58C1D-DE70-ED36-75F2-70AA4172D78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15855" y="1345844"/>
                <a:ext cx="1825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7E5AAC3-91FE-3903-3DB4-5D4E16D90831}"/>
                  </a:ext>
                </a:extLst>
              </p14:cNvPr>
              <p14:cNvContentPartPr/>
              <p14:nvPr/>
            </p14:nvContentPartPr>
            <p14:xfrm>
              <a:off x="1761415" y="1114724"/>
              <a:ext cx="130320" cy="103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7E5AAC3-91FE-3903-3DB4-5D4E16D9083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52415" y="1105724"/>
                <a:ext cx="14796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EF941DD-DC86-1DD8-6134-534B171DBFCB}"/>
                  </a:ext>
                </a:extLst>
              </p14:cNvPr>
              <p14:cNvContentPartPr/>
              <p14:nvPr/>
            </p14:nvContentPartPr>
            <p14:xfrm>
              <a:off x="1905055" y="1179884"/>
              <a:ext cx="77760" cy="1080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EF941DD-DC86-1DD8-6134-534B171DBFC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896415" y="1170884"/>
                <a:ext cx="954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D72F513-3703-3076-6AD7-5A6192FD82FB}"/>
                  </a:ext>
                </a:extLst>
              </p14:cNvPr>
              <p14:cNvContentPartPr/>
              <p14:nvPr/>
            </p14:nvContentPartPr>
            <p14:xfrm>
              <a:off x="1670335" y="1030124"/>
              <a:ext cx="177120" cy="285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D72F513-3703-3076-6AD7-5A6192FD82F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661695" y="1021124"/>
                <a:ext cx="19476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7F17ABF-916E-F869-3DB6-C67D402A0DC6}"/>
                  </a:ext>
                </a:extLst>
              </p14:cNvPr>
              <p14:cNvContentPartPr/>
              <p14:nvPr/>
            </p14:nvContentPartPr>
            <p14:xfrm>
              <a:off x="1976695" y="1054964"/>
              <a:ext cx="126360" cy="264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7F17ABF-916E-F869-3DB6-C67D402A0DC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968055" y="1045964"/>
                <a:ext cx="1440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EEFA6BE-5819-0E99-5D64-890D610675AE}"/>
                  </a:ext>
                </a:extLst>
              </p14:cNvPr>
              <p14:cNvContentPartPr/>
              <p14:nvPr/>
            </p14:nvContentPartPr>
            <p14:xfrm>
              <a:off x="769255" y="1968284"/>
              <a:ext cx="9000" cy="1378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EEFA6BE-5819-0E99-5D64-890D610675A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60255" y="1959284"/>
                <a:ext cx="2664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ABCAB70-17A2-E226-494C-F088EF5FBC2B}"/>
                  </a:ext>
                </a:extLst>
              </p14:cNvPr>
              <p14:cNvContentPartPr/>
              <p14:nvPr/>
            </p14:nvContentPartPr>
            <p14:xfrm>
              <a:off x="866815" y="1998524"/>
              <a:ext cx="63720" cy="102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ABCAB70-17A2-E226-494C-F088EF5FBC2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8175" y="1989524"/>
                <a:ext cx="813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514AE2C-69F6-3EC3-5862-F544F8CFDFF4}"/>
                  </a:ext>
                </a:extLst>
              </p14:cNvPr>
              <p14:cNvContentPartPr/>
              <p14:nvPr/>
            </p14:nvContentPartPr>
            <p14:xfrm>
              <a:off x="963295" y="1993844"/>
              <a:ext cx="37440" cy="288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514AE2C-69F6-3EC3-5862-F544F8CFDFF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4655" y="1984844"/>
                <a:ext cx="550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FB4D779-0653-85F0-03B1-AF69B0CB26D6}"/>
                  </a:ext>
                </a:extLst>
              </p14:cNvPr>
              <p14:cNvContentPartPr/>
              <p14:nvPr/>
            </p14:nvContentPartPr>
            <p14:xfrm>
              <a:off x="656215" y="1959644"/>
              <a:ext cx="136800" cy="2084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FB4D779-0653-85F0-03B1-AF69B0CB26D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47215" y="1950644"/>
                <a:ext cx="15444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D9494D0-2EDF-FF73-FBD0-D041E4E3C130}"/>
                  </a:ext>
                </a:extLst>
              </p14:cNvPr>
              <p14:cNvContentPartPr/>
              <p14:nvPr/>
            </p14:nvContentPartPr>
            <p14:xfrm>
              <a:off x="1730815" y="1996364"/>
              <a:ext cx="127080" cy="140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D9494D0-2EDF-FF73-FBD0-D041E4E3C13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721815" y="1987364"/>
                <a:ext cx="1447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AC48AF6-E6D5-1A3D-A861-7A3A009ECC4B}"/>
                  </a:ext>
                </a:extLst>
              </p14:cNvPr>
              <p14:cNvContentPartPr/>
              <p14:nvPr/>
            </p14:nvContentPartPr>
            <p14:xfrm>
              <a:off x="1893895" y="1990244"/>
              <a:ext cx="104040" cy="160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AC48AF6-E6D5-1A3D-A861-7A3A009ECC4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884895" y="1981244"/>
                <a:ext cx="1216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FA5F9C0-D251-BA50-6828-9888C7C66F6D}"/>
                  </a:ext>
                </a:extLst>
              </p14:cNvPr>
              <p14:cNvContentPartPr/>
              <p14:nvPr/>
            </p14:nvContentPartPr>
            <p14:xfrm>
              <a:off x="753415" y="2516204"/>
              <a:ext cx="115920" cy="160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FA5F9C0-D251-BA50-6828-9888C7C66F6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44775" y="2507564"/>
                <a:ext cx="13356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21F7D05-B721-787D-71AF-BD4A7F3488B3}"/>
                  </a:ext>
                </a:extLst>
              </p14:cNvPr>
              <p14:cNvContentPartPr/>
              <p14:nvPr/>
            </p14:nvContentPartPr>
            <p14:xfrm>
              <a:off x="894895" y="2520884"/>
              <a:ext cx="102240" cy="130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21F7D05-B721-787D-71AF-BD4A7F3488B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5895" y="2512244"/>
                <a:ext cx="1198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0D84333-CD52-6833-35D5-745665B9AF21}"/>
                  </a:ext>
                </a:extLst>
              </p14:cNvPr>
              <p14:cNvContentPartPr/>
              <p14:nvPr/>
            </p14:nvContentPartPr>
            <p14:xfrm>
              <a:off x="930535" y="2453204"/>
              <a:ext cx="139680" cy="61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0D84333-CD52-6833-35D5-745665B9AF2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21895" y="2444564"/>
                <a:ext cx="1573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F2F1F73-E917-6F93-119E-68BB7F34257E}"/>
                  </a:ext>
                </a:extLst>
              </p14:cNvPr>
              <p14:cNvContentPartPr/>
              <p14:nvPr/>
            </p14:nvContentPartPr>
            <p14:xfrm>
              <a:off x="1753495" y="2433044"/>
              <a:ext cx="103680" cy="201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F2F1F73-E917-6F93-119E-68BB7F34257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744855" y="2424044"/>
                <a:ext cx="1213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F3735D4-E18D-7C1C-4851-B4CF5187FCB9}"/>
                  </a:ext>
                </a:extLst>
              </p14:cNvPr>
              <p14:cNvContentPartPr/>
              <p14:nvPr/>
            </p14:nvContentPartPr>
            <p14:xfrm>
              <a:off x="1749895" y="2535644"/>
              <a:ext cx="134280" cy="27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F3735D4-E18D-7C1C-4851-B4CF5187FCB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741255" y="2527004"/>
                <a:ext cx="1519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5139745-E32A-2CA9-075A-12F9303C748F}"/>
                  </a:ext>
                </a:extLst>
              </p14:cNvPr>
              <p14:cNvContentPartPr/>
              <p14:nvPr/>
            </p14:nvContentPartPr>
            <p14:xfrm>
              <a:off x="1922695" y="2478404"/>
              <a:ext cx="91800" cy="306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5139745-E32A-2CA9-075A-12F9303C748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13695" y="2469404"/>
                <a:ext cx="1094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F587899-4D11-09EE-8595-741E0E7C6451}"/>
                  </a:ext>
                </a:extLst>
              </p14:cNvPr>
              <p14:cNvContentPartPr/>
              <p14:nvPr/>
            </p14:nvContentPartPr>
            <p14:xfrm>
              <a:off x="690415" y="3036404"/>
              <a:ext cx="101520" cy="226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F587899-4D11-09EE-8595-741E0E7C645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81775" y="3027404"/>
                <a:ext cx="1191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457DC25-078C-D383-5376-2897BF19F8C2}"/>
                  </a:ext>
                </a:extLst>
              </p14:cNvPr>
              <p14:cNvContentPartPr/>
              <p14:nvPr/>
            </p14:nvContentPartPr>
            <p14:xfrm>
              <a:off x="859615" y="3073484"/>
              <a:ext cx="242280" cy="142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457DC25-078C-D383-5376-2897BF19F8C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50975" y="3064484"/>
                <a:ext cx="2599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20D6F2B-C107-C132-2413-B66A06B5532E}"/>
                  </a:ext>
                </a:extLst>
              </p14:cNvPr>
              <p14:cNvContentPartPr/>
              <p14:nvPr/>
            </p14:nvContentPartPr>
            <p14:xfrm>
              <a:off x="1718215" y="3098684"/>
              <a:ext cx="135720" cy="166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20D6F2B-C107-C132-2413-B66A06B5532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709575" y="3090044"/>
                <a:ext cx="1533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2819247-338D-BCAC-0083-C30F346518F1}"/>
                  </a:ext>
                </a:extLst>
              </p14:cNvPr>
              <p14:cNvContentPartPr/>
              <p14:nvPr/>
            </p14:nvContentPartPr>
            <p14:xfrm>
              <a:off x="1917655" y="3114884"/>
              <a:ext cx="84240" cy="1458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2819247-338D-BCAC-0083-C30F346518F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09015" y="3105884"/>
                <a:ext cx="1018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65F00E2-1A17-4BDC-7EEE-328CC89C5FCD}"/>
                  </a:ext>
                </a:extLst>
              </p14:cNvPr>
              <p14:cNvContentPartPr/>
              <p14:nvPr/>
            </p14:nvContentPartPr>
            <p14:xfrm>
              <a:off x="1930975" y="3071324"/>
              <a:ext cx="124200" cy="55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65F00E2-1A17-4BDC-7EEE-328CC89C5FC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921975" y="3062324"/>
                <a:ext cx="1418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952A342-321A-C7BD-F9EC-88DF0BDFAD95}"/>
                  </a:ext>
                </a:extLst>
              </p14:cNvPr>
              <p14:cNvContentPartPr/>
              <p14:nvPr/>
            </p14:nvContentPartPr>
            <p14:xfrm>
              <a:off x="708775" y="3625724"/>
              <a:ext cx="144360" cy="1846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952A342-321A-C7BD-F9EC-88DF0BDFAD9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00135" y="3616724"/>
                <a:ext cx="1620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2CC535D-1933-F70C-DD62-78E68E42CE41}"/>
                  </a:ext>
                </a:extLst>
              </p14:cNvPr>
              <p14:cNvContentPartPr/>
              <p14:nvPr/>
            </p14:nvContentPartPr>
            <p14:xfrm>
              <a:off x="903535" y="3640124"/>
              <a:ext cx="259920" cy="1389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2CC535D-1933-F70C-DD62-78E68E42CE4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94895" y="3631484"/>
                <a:ext cx="2775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E5C817A-9B70-2CBB-22D1-AB8D73A89887}"/>
                  </a:ext>
                </a:extLst>
              </p14:cNvPr>
              <p14:cNvContentPartPr/>
              <p14:nvPr/>
            </p14:nvContentPartPr>
            <p14:xfrm>
              <a:off x="1753855" y="3582524"/>
              <a:ext cx="269280" cy="1807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E5C817A-9B70-2CBB-22D1-AB8D73A8988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744855" y="3573524"/>
                <a:ext cx="28692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E384859-465B-475D-8C0B-3464C71891F1}"/>
                  </a:ext>
                </a:extLst>
              </p14:cNvPr>
              <p14:cNvContentPartPr/>
              <p14:nvPr/>
            </p14:nvContentPartPr>
            <p14:xfrm>
              <a:off x="694375" y="4129724"/>
              <a:ext cx="167040" cy="318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E384859-465B-475D-8C0B-3464C71891F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85375" y="4120724"/>
                <a:ext cx="1846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3C49C2C-510C-FCC6-DC49-F31360032908}"/>
                  </a:ext>
                </a:extLst>
              </p14:cNvPr>
              <p14:cNvContentPartPr/>
              <p14:nvPr/>
            </p14:nvContentPartPr>
            <p14:xfrm>
              <a:off x="992815" y="4183724"/>
              <a:ext cx="124560" cy="1591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3C49C2C-510C-FCC6-DC49-F3136003290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84175" y="4174724"/>
                <a:ext cx="1422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DD7334B-3372-B740-D871-A9D8FF6DCB00}"/>
                  </a:ext>
                </a:extLst>
              </p14:cNvPr>
              <p14:cNvContentPartPr/>
              <p14:nvPr/>
            </p14:nvContentPartPr>
            <p14:xfrm>
              <a:off x="1811455" y="4165004"/>
              <a:ext cx="110520" cy="192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DD7334B-3372-B740-D871-A9D8FF6DCB0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802455" y="4156004"/>
                <a:ext cx="1281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0690170-184F-555D-64FA-F0F6D19C1D2A}"/>
                  </a:ext>
                </a:extLst>
              </p14:cNvPr>
              <p14:cNvContentPartPr/>
              <p14:nvPr/>
            </p14:nvContentPartPr>
            <p14:xfrm>
              <a:off x="1996135" y="4186964"/>
              <a:ext cx="180720" cy="1440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0690170-184F-555D-64FA-F0F6D19C1D2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987495" y="4177964"/>
                <a:ext cx="1983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5846F3A-59E3-A6A0-3088-D12F5E2826F4}"/>
                  </a:ext>
                </a:extLst>
              </p14:cNvPr>
              <p14:cNvContentPartPr/>
              <p14:nvPr/>
            </p14:nvContentPartPr>
            <p14:xfrm>
              <a:off x="3278095" y="2011484"/>
              <a:ext cx="156960" cy="25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5846F3A-59E3-A6A0-3088-D12F5E2826F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69455" y="2002484"/>
                <a:ext cx="1746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A519DFD-97BF-AF02-3BEB-8851D421837F}"/>
                  </a:ext>
                </a:extLst>
              </p14:cNvPr>
              <p14:cNvContentPartPr/>
              <p14:nvPr/>
            </p14:nvContentPartPr>
            <p14:xfrm>
              <a:off x="3354055" y="1960724"/>
              <a:ext cx="29880" cy="153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A519DFD-97BF-AF02-3BEB-8851D421837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345415" y="1952084"/>
                <a:ext cx="4752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294F36B-FBE7-1D61-2479-010727F951E4}"/>
                  </a:ext>
                </a:extLst>
              </p14:cNvPr>
              <p14:cNvContentPartPr/>
              <p14:nvPr/>
            </p14:nvContentPartPr>
            <p14:xfrm>
              <a:off x="3515695" y="1954964"/>
              <a:ext cx="110160" cy="122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294F36B-FBE7-1D61-2479-010727F951E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506695" y="1945964"/>
                <a:ext cx="1278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9C44D44-2544-2432-3713-70E6640B1C02}"/>
                  </a:ext>
                </a:extLst>
              </p14:cNvPr>
              <p14:cNvContentPartPr/>
              <p14:nvPr/>
            </p14:nvContentPartPr>
            <p14:xfrm>
              <a:off x="3659335" y="1967204"/>
              <a:ext cx="131040" cy="1126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9C44D44-2544-2432-3713-70E6640B1C0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650695" y="1958204"/>
                <a:ext cx="1486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FC4A6B2-16EA-E205-695A-C636B6809759}"/>
                  </a:ext>
                </a:extLst>
              </p14:cNvPr>
              <p14:cNvContentPartPr/>
              <p14:nvPr/>
            </p14:nvContentPartPr>
            <p14:xfrm>
              <a:off x="3311575" y="2534564"/>
              <a:ext cx="159840" cy="140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FC4A6B2-16EA-E205-695A-C636B680975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302575" y="2525564"/>
                <a:ext cx="1774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F0BF7CE-4DD8-231D-180D-C239A99C710C}"/>
                  </a:ext>
                </a:extLst>
              </p14:cNvPr>
              <p14:cNvContentPartPr/>
              <p14:nvPr/>
            </p14:nvContentPartPr>
            <p14:xfrm>
              <a:off x="3546295" y="2430524"/>
              <a:ext cx="134640" cy="137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F0BF7CE-4DD8-231D-180D-C239A99C710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537655" y="2421884"/>
                <a:ext cx="1522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F798857-E5DD-E502-9F2A-0C6DCF533D27}"/>
                  </a:ext>
                </a:extLst>
              </p14:cNvPr>
              <p14:cNvContentPartPr/>
              <p14:nvPr/>
            </p14:nvContentPartPr>
            <p14:xfrm>
              <a:off x="3704335" y="2448524"/>
              <a:ext cx="145800" cy="120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F798857-E5DD-E502-9F2A-0C6DCF533D2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695335" y="2439884"/>
                <a:ext cx="1634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E040387-9EF7-64FA-7F75-69720B76E6B4}"/>
                  </a:ext>
                </a:extLst>
              </p14:cNvPr>
              <p14:cNvContentPartPr/>
              <p14:nvPr/>
            </p14:nvContentPartPr>
            <p14:xfrm>
              <a:off x="3386095" y="3091124"/>
              <a:ext cx="160200" cy="190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E040387-9EF7-64FA-7F75-69720B76E6B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377095" y="3082484"/>
                <a:ext cx="1778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6AC3095-330E-CA2F-D521-B3C8D307EBE9}"/>
                  </a:ext>
                </a:extLst>
              </p14:cNvPr>
              <p14:cNvContentPartPr/>
              <p14:nvPr/>
            </p14:nvContentPartPr>
            <p14:xfrm>
              <a:off x="3474295" y="3040724"/>
              <a:ext cx="23400" cy="152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6AC3095-330E-CA2F-D521-B3C8D307EBE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465655" y="3032084"/>
                <a:ext cx="4104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DC3A524-F4B6-0991-CEEC-3C4D0C51EF33}"/>
                  </a:ext>
                </a:extLst>
              </p14:cNvPr>
              <p14:cNvContentPartPr/>
              <p14:nvPr/>
            </p14:nvContentPartPr>
            <p14:xfrm>
              <a:off x="3628735" y="3037484"/>
              <a:ext cx="129960" cy="1195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DC3A524-F4B6-0991-CEEC-3C4D0C51EF3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619735" y="3028844"/>
                <a:ext cx="14760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223B207-FF04-92CB-F764-5FA745960A2E}"/>
                  </a:ext>
                </a:extLst>
              </p14:cNvPr>
              <p14:cNvContentPartPr/>
              <p14:nvPr/>
            </p14:nvContentPartPr>
            <p14:xfrm>
              <a:off x="3782815" y="3051164"/>
              <a:ext cx="145800" cy="115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223B207-FF04-92CB-F764-5FA745960A2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773815" y="3042164"/>
                <a:ext cx="1634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00C66EA-0B0E-4B5C-83CE-ED175247A373}"/>
                  </a:ext>
                </a:extLst>
              </p14:cNvPr>
              <p14:cNvContentPartPr/>
              <p14:nvPr/>
            </p14:nvContentPartPr>
            <p14:xfrm>
              <a:off x="3464215" y="3654164"/>
              <a:ext cx="112680" cy="144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00C66EA-0B0E-4B5C-83CE-ED175247A37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455215" y="3645524"/>
                <a:ext cx="1303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95E3260-F2E7-4DA1-3D6A-592DFD873996}"/>
                  </a:ext>
                </a:extLst>
              </p14:cNvPr>
              <p14:cNvContentPartPr/>
              <p14:nvPr/>
            </p14:nvContentPartPr>
            <p14:xfrm>
              <a:off x="3620455" y="3573524"/>
              <a:ext cx="125640" cy="1177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95E3260-F2E7-4DA1-3D6A-592DFD87399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611815" y="3564884"/>
                <a:ext cx="1432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6D5D31C-86D0-6FA3-7108-81C607A2D0EE}"/>
                  </a:ext>
                </a:extLst>
              </p14:cNvPr>
              <p14:cNvContentPartPr/>
              <p14:nvPr/>
            </p14:nvContentPartPr>
            <p14:xfrm>
              <a:off x="3754015" y="3599444"/>
              <a:ext cx="132480" cy="106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6D5D31C-86D0-6FA3-7108-81C607A2D0E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45375" y="3590444"/>
                <a:ext cx="1501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570CF02-88B3-F34E-CB5F-75D33CD9C231}"/>
                  </a:ext>
                </a:extLst>
              </p14:cNvPr>
              <p14:cNvContentPartPr/>
              <p14:nvPr/>
            </p14:nvContentPartPr>
            <p14:xfrm>
              <a:off x="3493735" y="4267964"/>
              <a:ext cx="154440" cy="20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570CF02-88B3-F34E-CB5F-75D33CD9C23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484735" y="4259324"/>
                <a:ext cx="1720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41AF85A-94B8-9B1C-C825-04F5B7B9226F}"/>
                  </a:ext>
                </a:extLst>
              </p14:cNvPr>
              <p14:cNvContentPartPr/>
              <p14:nvPr/>
            </p14:nvContentPartPr>
            <p14:xfrm>
              <a:off x="3712255" y="4202804"/>
              <a:ext cx="99720" cy="1058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41AF85A-94B8-9B1C-C825-04F5B7B9226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703615" y="4193804"/>
                <a:ext cx="1173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7281A83-C60B-C708-8CCF-4E24F160885E}"/>
                  </a:ext>
                </a:extLst>
              </p14:cNvPr>
              <p14:cNvContentPartPr/>
              <p14:nvPr/>
            </p14:nvContentPartPr>
            <p14:xfrm>
              <a:off x="3841135" y="4205684"/>
              <a:ext cx="146880" cy="1429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7281A83-C60B-C708-8CCF-4E24F160885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832135" y="4196684"/>
                <a:ext cx="1645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B7DAEB7-1ECC-5D81-CB47-FF2CA3FC798E}"/>
                  </a:ext>
                </a:extLst>
              </p14:cNvPr>
              <p14:cNvContentPartPr/>
              <p14:nvPr/>
            </p14:nvContentPartPr>
            <p14:xfrm>
              <a:off x="5587135" y="2511524"/>
              <a:ext cx="9720" cy="2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B7DAEB7-1ECC-5D81-CB47-FF2CA3FC798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578495" y="2502884"/>
                <a:ext cx="27360" cy="1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383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E0E392F4-74B6-122B-3C0F-E1064AE64225}"/>
              </a:ext>
            </a:extLst>
          </p:cNvPr>
          <p:cNvGrpSpPr/>
          <p:nvPr/>
        </p:nvGrpSpPr>
        <p:grpSpPr>
          <a:xfrm>
            <a:off x="2726935" y="114644"/>
            <a:ext cx="6816960" cy="968400"/>
            <a:chOff x="2726935" y="114644"/>
            <a:chExt cx="6816960" cy="9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BBF6E09-2E6E-60FA-6298-F98963F3DD78}"/>
                    </a:ext>
                  </a:extLst>
                </p14:cNvPr>
                <p14:cNvContentPartPr/>
                <p14:nvPr/>
              </p14:nvContentPartPr>
              <p14:xfrm>
                <a:off x="2963455" y="561764"/>
                <a:ext cx="26640" cy="248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BBF6E09-2E6E-60FA-6298-F98963F3DD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54815" y="552764"/>
                  <a:ext cx="44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2F75FE-8028-C2A0-A04A-60CD9002C26F}"/>
                    </a:ext>
                  </a:extLst>
                </p14:cNvPr>
                <p14:cNvContentPartPr/>
                <p14:nvPr/>
              </p14:nvContentPartPr>
              <p14:xfrm>
                <a:off x="2898295" y="510644"/>
                <a:ext cx="277200" cy="273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2F75FE-8028-C2A0-A04A-60CD9002C2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89655" y="501644"/>
                  <a:ext cx="2948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8B22B29-E8A4-65A2-58B1-96F84141AA6D}"/>
                    </a:ext>
                  </a:extLst>
                </p14:cNvPr>
                <p14:cNvContentPartPr/>
                <p14:nvPr/>
              </p14:nvContentPartPr>
              <p14:xfrm>
                <a:off x="3219775" y="695324"/>
                <a:ext cx="119160" cy="12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8B22B29-E8A4-65A2-58B1-96F84141AA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10775" y="686684"/>
                  <a:ext cx="136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C5C345E-500B-4F90-FE99-A92125CAF898}"/>
                    </a:ext>
                  </a:extLst>
                </p14:cNvPr>
                <p14:cNvContentPartPr/>
                <p14:nvPr/>
              </p14:nvContentPartPr>
              <p14:xfrm>
                <a:off x="3470335" y="575444"/>
                <a:ext cx="13680" cy="205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C5C345E-500B-4F90-FE99-A92125CAF8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61695" y="566444"/>
                  <a:ext cx="313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6B802FD-BE0D-5EFA-F536-B5CFACD42896}"/>
                    </a:ext>
                  </a:extLst>
                </p14:cNvPr>
                <p14:cNvContentPartPr/>
                <p14:nvPr/>
              </p14:nvContentPartPr>
              <p14:xfrm>
                <a:off x="3468535" y="619004"/>
                <a:ext cx="185760" cy="14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6B802FD-BE0D-5EFA-F536-B5CFACD428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59535" y="610004"/>
                  <a:ext cx="203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64FC25-DF39-48B0-85D9-3E8E178E63D3}"/>
                    </a:ext>
                  </a:extLst>
                </p14:cNvPr>
                <p14:cNvContentPartPr/>
                <p14:nvPr/>
              </p14:nvContentPartPr>
              <p14:xfrm>
                <a:off x="3644575" y="387884"/>
                <a:ext cx="39240" cy="437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64FC25-DF39-48B0-85D9-3E8E178E63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35575" y="379244"/>
                  <a:ext cx="568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ED4773-0DF7-0D4E-B790-59578F8386A8}"/>
                    </a:ext>
                  </a:extLst>
                </p14:cNvPr>
                <p14:cNvContentPartPr/>
                <p14:nvPr/>
              </p14:nvContentPartPr>
              <p14:xfrm>
                <a:off x="3711175" y="629804"/>
                <a:ext cx="154800" cy="15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ED4773-0DF7-0D4E-B790-59578F8386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02175" y="621164"/>
                  <a:ext cx="172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D5F5B0-E0DF-88FB-6A5F-CAAF93995B42}"/>
                    </a:ext>
                  </a:extLst>
                </p14:cNvPr>
                <p14:cNvContentPartPr/>
                <p14:nvPr/>
              </p14:nvContentPartPr>
              <p14:xfrm>
                <a:off x="3907735" y="647084"/>
                <a:ext cx="95760" cy="125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D5F5B0-E0DF-88FB-6A5F-CAAF93995B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98735" y="638444"/>
                  <a:ext cx="113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17D823-D785-23D5-7381-F81B1FD981A8}"/>
                    </a:ext>
                  </a:extLst>
                </p14:cNvPr>
                <p14:cNvContentPartPr/>
                <p14:nvPr/>
              </p14:nvContentPartPr>
              <p14:xfrm>
                <a:off x="4020055" y="655364"/>
                <a:ext cx="160560" cy="115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17D823-D785-23D5-7381-F81B1FD981A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11415" y="646724"/>
                  <a:ext cx="1782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E0FDA7-DD48-D8C4-8F8F-86723E9E39AA}"/>
                    </a:ext>
                  </a:extLst>
                </p14:cNvPr>
                <p14:cNvContentPartPr/>
                <p14:nvPr/>
              </p14:nvContentPartPr>
              <p14:xfrm>
                <a:off x="4196095" y="640244"/>
                <a:ext cx="127800" cy="104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E0FDA7-DD48-D8C4-8F8F-86723E9E39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87455" y="631244"/>
                  <a:ext cx="1454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772846D-E506-B951-A098-CF7A18863233}"/>
                    </a:ext>
                  </a:extLst>
                </p14:cNvPr>
                <p14:cNvContentPartPr/>
                <p14:nvPr/>
              </p14:nvContentPartPr>
              <p14:xfrm>
                <a:off x="4321735" y="584804"/>
                <a:ext cx="101520" cy="157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772846D-E506-B951-A098-CF7A188632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13095" y="575804"/>
                  <a:ext cx="1191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7575437-A2D2-033F-FE86-CE3DD0BA0BA9}"/>
                    </a:ext>
                  </a:extLst>
                </p14:cNvPr>
                <p14:cNvContentPartPr/>
                <p14:nvPr/>
              </p14:nvContentPartPr>
              <p14:xfrm>
                <a:off x="4476895" y="493004"/>
                <a:ext cx="39240" cy="278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7575437-A2D2-033F-FE86-CE3DD0BA0B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68255" y="484004"/>
                  <a:ext cx="568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EF192B-3807-A704-7EF8-4AD5D05589C2}"/>
                    </a:ext>
                  </a:extLst>
                </p14:cNvPr>
                <p14:cNvContentPartPr/>
                <p14:nvPr/>
              </p14:nvContentPartPr>
              <p14:xfrm>
                <a:off x="4466455" y="581204"/>
                <a:ext cx="169560" cy="47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EF192B-3807-A704-7EF8-4AD5D05589C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57455" y="572564"/>
                  <a:ext cx="187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BEF7F6-411E-4B6A-B80B-3164CC7E8DA1}"/>
                    </a:ext>
                  </a:extLst>
                </p14:cNvPr>
                <p14:cNvContentPartPr/>
                <p14:nvPr/>
              </p14:nvContentPartPr>
              <p14:xfrm>
                <a:off x="5015095" y="455924"/>
                <a:ext cx="23040" cy="242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3BEF7F6-411E-4B6A-B80B-3164CC7E8DA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06095" y="446924"/>
                  <a:ext cx="406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1913CD6-E316-7D01-7AB4-988CEAB05AF2}"/>
                    </a:ext>
                  </a:extLst>
                </p14:cNvPr>
                <p14:cNvContentPartPr/>
                <p14:nvPr/>
              </p14:nvContentPartPr>
              <p14:xfrm>
                <a:off x="4992775" y="562844"/>
                <a:ext cx="218520" cy="14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1913CD6-E316-7D01-7AB4-988CEAB05A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84135" y="554204"/>
                  <a:ext cx="236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FC84A0-B25E-CD3B-92F9-1677222E4802}"/>
                    </a:ext>
                  </a:extLst>
                </p14:cNvPr>
                <p14:cNvContentPartPr/>
                <p14:nvPr/>
              </p14:nvContentPartPr>
              <p14:xfrm>
                <a:off x="5177455" y="326684"/>
                <a:ext cx="51480" cy="370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FC84A0-B25E-CD3B-92F9-1677222E48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68815" y="318044"/>
                  <a:ext cx="691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5BB6D8-1C9A-725F-3879-BCF5B1CAA7B1}"/>
                    </a:ext>
                  </a:extLst>
                </p14:cNvPr>
                <p14:cNvContentPartPr/>
                <p14:nvPr/>
              </p14:nvContentPartPr>
              <p14:xfrm>
                <a:off x="5264215" y="547364"/>
                <a:ext cx="242280" cy="12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5BB6D8-1C9A-725F-3879-BCF5B1CAA7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55575" y="538364"/>
                  <a:ext cx="2599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984DEAD-3C0C-F69F-D904-27339C34BD0C}"/>
                    </a:ext>
                  </a:extLst>
                </p14:cNvPr>
                <p14:cNvContentPartPr/>
                <p14:nvPr/>
              </p14:nvContentPartPr>
              <p14:xfrm>
                <a:off x="5416495" y="472484"/>
                <a:ext cx="78840" cy="74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984DEAD-3C0C-F69F-D904-27339C34BD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07495" y="463484"/>
                  <a:ext cx="96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3D0521-8D9F-ACB2-FAD1-D241DF9AA4B9}"/>
                    </a:ext>
                  </a:extLst>
                </p14:cNvPr>
                <p14:cNvContentPartPr/>
                <p14:nvPr/>
              </p14:nvContentPartPr>
              <p14:xfrm>
                <a:off x="5558695" y="511364"/>
                <a:ext cx="137160" cy="385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3D0521-8D9F-ACB2-FAD1-D241DF9AA4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49695" y="502364"/>
                  <a:ext cx="1548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7E023E3-891B-48F5-B935-2EC53064B863}"/>
                    </a:ext>
                  </a:extLst>
                </p14:cNvPr>
                <p14:cNvContentPartPr/>
                <p14:nvPr/>
              </p14:nvContentPartPr>
              <p14:xfrm>
                <a:off x="5759935" y="338564"/>
                <a:ext cx="242280" cy="284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E023E3-891B-48F5-B935-2EC53064B86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51295" y="329564"/>
                  <a:ext cx="2599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8EE3D4-9E22-841D-55F9-3F4FD4FA27D7}"/>
                    </a:ext>
                  </a:extLst>
                </p14:cNvPr>
                <p14:cNvContentPartPr/>
                <p14:nvPr/>
              </p14:nvContentPartPr>
              <p14:xfrm>
                <a:off x="5966935" y="523604"/>
                <a:ext cx="77400" cy="84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8EE3D4-9E22-841D-55F9-3F4FD4FA27D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58295" y="514604"/>
                  <a:ext cx="950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AA45C78-052E-B00B-9BE8-5E00970D96D4}"/>
                    </a:ext>
                  </a:extLst>
                </p14:cNvPr>
                <p14:cNvContentPartPr/>
                <p14:nvPr/>
              </p14:nvContentPartPr>
              <p14:xfrm>
                <a:off x="6096895" y="501284"/>
                <a:ext cx="151560" cy="120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AA45C78-052E-B00B-9BE8-5E00970D96D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87895" y="492284"/>
                  <a:ext cx="169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41C8550-BD08-93A7-799B-A41E5FB400E5}"/>
                    </a:ext>
                  </a:extLst>
                </p14:cNvPr>
                <p14:cNvContentPartPr/>
                <p14:nvPr/>
              </p14:nvContentPartPr>
              <p14:xfrm>
                <a:off x="6295975" y="474644"/>
                <a:ext cx="212760" cy="158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41C8550-BD08-93A7-799B-A41E5FB400E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87335" y="465644"/>
                  <a:ext cx="230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22020B6-B9D0-364E-54A0-FFCF5A158F26}"/>
                    </a:ext>
                  </a:extLst>
                </p14:cNvPr>
                <p14:cNvContentPartPr/>
                <p14:nvPr/>
              </p14:nvContentPartPr>
              <p14:xfrm>
                <a:off x="6734095" y="574724"/>
                <a:ext cx="212760" cy="1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22020B6-B9D0-364E-54A0-FFCF5A158F2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25095" y="566084"/>
                  <a:ext cx="230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DBAD1EB-C40F-658F-D518-93CD9F696571}"/>
                    </a:ext>
                  </a:extLst>
                </p14:cNvPr>
                <p14:cNvContentPartPr/>
                <p14:nvPr/>
              </p14:nvContentPartPr>
              <p14:xfrm>
                <a:off x="6889255" y="517124"/>
                <a:ext cx="129240" cy="164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DBAD1EB-C40F-658F-D518-93CD9F69657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80255" y="508124"/>
                  <a:ext cx="146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039C604-4FBD-8766-84A3-CC70D54E84D3}"/>
                    </a:ext>
                  </a:extLst>
                </p14:cNvPr>
                <p14:cNvContentPartPr/>
                <p14:nvPr/>
              </p14:nvContentPartPr>
              <p14:xfrm>
                <a:off x="7336015" y="389684"/>
                <a:ext cx="13680" cy="287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039C604-4FBD-8766-84A3-CC70D54E84D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27015" y="381044"/>
                  <a:ext cx="313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65FF3EE-BED2-6E3D-9659-6FB7E632550E}"/>
                    </a:ext>
                  </a:extLst>
                </p14:cNvPr>
                <p14:cNvContentPartPr/>
                <p14:nvPr/>
              </p14:nvContentPartPr>
              <p14:xfrm>
                <a:off x="7220455" y="331724"/>
                <a:ext cx="372960" cy="357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65FF3EE-BED2-6E3D-9659-6FB7E632550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11455" y="323084"/>
                  <a:ext cx="3906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F9053A1-9FF8-356A-9A9D-1648D191023B}"/>
                    </a:ext>
                  </a:extLst>
                </p14:cNvPr>
                <p14:cNvContentPartPr/>
                <p14:nvPr/>
              </p14:nvContentPartPr>
              <p14:xfrm>
                <a:off x="7568575" y="541604"/>
                <a:ext cx="191160" cy="105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F9053A1-9FF8-356A-9A9D-1648D191023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59935" y="532964"/>
                  <a:ext cx="208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3FFBAC-B3D0-1720-B7BB-1AE32D96589D}"/>
                    </a:ext>
                  </a:extLst>
                </p14:cNvPr>
                <p14:cNvContentPartPr/>
                <p14:nvPr/>
              </p14:nvContentPartPr>
              <p14:xfrm>
                <a:off x="7692775" y="524684"/>
                <a:ext cx="165960" cy="510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E3FFBAC-B3D0-1720-B7BB-1AE32D96589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83775" y="516044"/>
                  <a:ext cx="18360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D6916BD-A7BF-52F3-A3A3-001BD207C22A}"/>
                    </a:ext>
                  </a:extLst>
                </p14:cNvPr>
                <p14:cNvContentPartPr/>
                <p14:nvPr/>
              </p14:nvContentPartPr>
              <p14:xfrm>
                <a:off x="7917055" y="547364"/>
                <a:ext cx="314640" cy="114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D6916BD-A7BF-52F3-A3A3-001BD207C22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08415" y="538724"/>
                  <a:ext cx="332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871D394-397C-CAF8-4DAB-75ECE3BEA5E9}"/>
                    </a:ext>
                  </a:extLst>
                </p14:cNvPr>
                <p14:cNvContentPartPr/>
                <p14:nvPr/>
              </p14:nvContentPartPr>
              <p14:xfrm>
                <a:off x="8249695" y="520004"/>
                <a:ext cx="77760" cy="144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871D394-397C-CAF8-4DAB-75ECE3BEA5E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40695" y="511004"/>
                  <a:ext cx="95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796D6B0-42B0-44BC-5C7F-017AB0FA7AFC}"/>
                    </a:ext>
                  </a:extLst>
                </p14:cNvPr>
                <p14:cNvContentPartPr/>
                <p14:nvPr/>
              </p14:nvContentPartPr>
              <p14:xfrm>
                <a:off x="8390095" y="530444"/>
                <a:ext cx="69480" cy="119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796D6B0-42B0-44BC-5C7F-017AB0FA7AF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81455" y="521804"/>
                  <a:ext cx="87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7F3F9DC-B593-D0A0-3564-43CBAEB61A39}"/>
                    </a:ext>
                  </a:extLst>
                </p14:cNvPr>
                <p14:cNvContentPartPr/>
                <p14:nvPr/>
              </p14:nvContentPartPr>
              <p14:xfrm>
                <a:off x="8477575" y="560684"/>
                <a:ext cx="63720" cy="88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7F3F9DC-B593-D0A0-3564-43CBAEB61A3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68935" y="551684"/>
                  <a:ext cx="81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EC28774-FBB9-4396-9892-3540BF07618C}"/>
                    </a:ext>
                  </a:extLst>
                </p14:cNvPr>
                <p14:cNvContentPartPr/>
                <p14:nvPr/>
              </p14:nvContentPartPr>
              <p14:xfrm>
                <a:off x="8527255" y="472844"/>
                <a:ext cx="53640" cy="48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EC28774-FBB9-4396-9892-3540BF07618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18255" y="463844"/>
                  <a:ext cx="71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21A22B0-7E50-A711-1732-7DB55E723FCD}"/>
                    </a:ext>
                  </a:extLst>
                </p14:cNvPr>
                <p14:cNvContentPartPr/>
                <p14:nvPr/>
              </p14:nvContentPartPr>
              <p14:xfrm>
                <a:off x="8637775" y="521804"/>
                <a:ext cx="117720" cy="101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21A22B0-7E50-A711-1732-7DB55E723FC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29135" y="512804"/>
                  <a:ext cx="135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486E5FA-C03D-5D14-6111-548BDA7BAD23}"/>
                    </a:ext>
                  </a:extLst>
                </p14:cNvPr>
                <p14:cNvContentPartPr/>
                <p14:nvPr/>
              </p14:nvContentPartPr>
              <p14:xfrm>
                <a:off x="8809855" y="536564"/>
                <a:ext cx="190440" cy="263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486E5FA-C03D-5D14-6111-548BDA7BAD2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01215" y="527924"/>
                  <a:ext cx="2080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E013F6-69E7-FD4C-8A11-66E150408B88}"/>
                    </a:ext>
                  </a:extLst>
                </p14:cNvPr>
                <p14:cNvContentPartPr/>
                <p14:nvPr/>
              </p14:nvContentPartPr>
              <p14:xfrm>
                <a:off x="2876695" y="823844"/>
                <a:ext cx="6667200" cy="259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E013F6-69E7-FD4C-8A11-66E150408B8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67695" y="814844"/>
                  <a:ext cx="66848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A353117-9253-B256-4A77-7FAD5BBE7C00}"/>
                    </a:ext>
                  </a:extLst>
                </p14:cNvPr>
                <p14:cNvContentPartPr/>
                <p14:nvPr/>
              </p14:nvContentPartPr>
              <p14:xfrm>
                <a:off x="2739895" y="297164"/>
                <a:ext cx="54720" cy="76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A353117-9253-B256-4A77-7FAD5BBE7C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30895" y="288524"/>
                  <a:ext cx="72360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7E612ED-07D8-A770-5DE4-57128B3159DC}"/>
                    </a:ext>
                  </a:extLst>
                </p14:cNvPr>
                <p14:cNvContentPartPr/>
                <p14:nvPr/>
              </p14:nvContentPartPr>
              <p14:xfrm>
                <a:off x="2726935" y="114644"/>
                <a:ext cx="6801480" cy="823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7E612ED-07D8-A770-5DE4-57128B3159D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18295" y="106004"/>
                  <a:ext cx="6819120" cy="84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C301683-2096-681C-B95F-C845CF29839B}"/>
                  </a:ext>
                </a:extLst>
              </p14:cNvPr>
              <p14:cNvContentPartPr/>
              <p14:nvPr/>
            </p14:nvContentPartPr>
            <p14:xfrm>
              <a:off x="2921499" y="1705124"/>
              <a:ext cx="6480" cy="61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C301683-2096-681C-B95F-C845CF29839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912499" y="1696484"/>
                <a:ext cx="241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BAEA04B-847E-057D-1FF6-5FEAEA29A8E4}"/>
                  </a:ext>
                </a:extLst>
              </p14:cNvPr>
              <p14:cNvContentPartPr/>
              <p14:nvPr/>
            </p14:nvContentPartPr>
            <p14:xfrm>
              <a:off x="822699" y="1832564"/>
              <a:ext cx="12960" cy="1454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BAEA04B-847E-057D-1FF6-5FEAEA29A8E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14059" y="1823564"/>
                <a:ext cx="306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200B307-B77D-E48A-5DFC-65DD31FB21B9}"/>
                  </a:ext>
                </a:extLst>
              </p14:cNvPr>
              <p14:cNvContentPartPr/>
              <p14:nvPr/>
            </p14:nvContentPartPr>
            <p14:xfrm>
              <a:off x="837819" y="1804124"/>
              <a:ext cx="132480" cy="1753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200B307-B77D-E48A-5DFC-65DD31FB21B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28819" y="1795124"/>
                <a:ext cx="1501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018E163-7CEC-8D4A-E105-99B2596EA291}"/>
                  </a:ext>
                </a:extLst>
              </p14:cNvPr>
              <p14:cNvContentPartPr/>
              <p14:nvPr/>
            </p14:nvContentPartPr>
            <p14:xfrm>
              <a:off x="1046259" y="1812404"/>
              <a:ext cx="6480" cy="1195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018E163-7CEC-8D4A-E105-99B2596EA29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37619" y="1803764"/>
                <a:ext cx="2412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C23487D-6B89-7DC2-9898-58BE76A2E9C8}"/>
                  </a:ext>
                </a:extLst>
              </p14:cNvPr>
              <p14:cNvContentPartPr/>
              <p14:nvPr/>
            </p14:nvContentPartPr>
            <p14:xfrm>
              <a:off x="976059" y="1800524"/>
              <a:ext cx="164880" cy="27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C23487D-6B89-7DC2-9898-58BE76A2E9C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67059" y="1791884"/>
                <a:ext cx="1825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856384C-B333-A84C-29AB-B7E1DD42776F}"/>
                  </a:ext>
                </a:extLst>
              </p14:cNvPr>
              <p14:cNvContentPartPr/>
              <p14:nvPr/>
            </p14:nvContentPartPr>
            <p14:xfrm>
              <a:off x="880659" y="1552124"/>
              <a:ext cx="182520" cy="1429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856384C-B333-A84C-29AB-B7E1DD42776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71659" y="1543124"/>
                <a:ext cx="2001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763DD3B-8277-3B79-C3AF-A5FE60D1FCFB}"/>
                  </a:ext>
                </a:extLst>
              </p14:cNvPr>
              <p14:cNvContentPartPr/>
              <p14:nvPr/>
            </p14:nvContentPartPr>
            <p14:xfrm>
              <a:off x="809739" y="1458524"/>
              <a:ext cx="157680" cy="2574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763DD3B-8277-3B79-C3AF-A5FE60D1FCF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01099" y="1449524"/>
                <a:ext cx="1753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118C3E7-2DBD-E4A1-E573-A8E9B137D24C}"/>
                  </a:ext>
                </a:extLst>
              </p14:cNvPr>
              <p14:cNvContentPartPr/>
              <p14:nvPr/>
            </p14:nvContentPartPr>
            <p14:xfrm>
              <a:off x="1052019" y="1458524"/>
              <a:ext cx="117360" cy="2530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118C3E7-2DBD-E4A1-E573-A8E9B137D24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43379" y="1449524"/>
                <a:ext cx="13500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2E3A6B0-2012-D056-6133-7B77CBB96BA3}"/>
                  </a:ext>
                </a:extLst>
              </p14:cNvPr>
              <p14:cNvContentPartPr/>
              <p14:nvPr/>
            </p14:nvContentPartPr>
            <p14:xfrm>
              <a:off x="1686699" y="1823564"/>
              <a:ext cx="112680" cy="1368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2E3A6B0-2012-D056-6133-7B77CBB96BA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677699" y="1814924"/>
                <a:ext cx="1303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52790F9-30A1-E18B-34DA-426514584E5F}"/>
                  </a:ext>
                </a:extLst>
              </p14:cNvPr>
              <p14:cNvContentPartPr/>
              <p14:nvPr/>
            </p14:nvContentPartPr>
            <p14:xfrm>
              <a:off x="1895139" y="1818524"/>
              <a:ext cx="164880" cy="140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52790F9-30A1-E18B-34DA-426514584E5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886499" y="1809524"/>
                <a:ext cx="1825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0A6ADDB-8531-36B5-5E42-E477C087F94B}"/>
                  </a:ext>
                </a:extLst>
              </p14:cNvPr>
              <p14:cNvContentPartPr/>
              <p14:nvPr/>
            </p14:nvContentPartPr>
            <p14:xfrm>
              <a:off x="1732059" y="1578404"/>
              <a:ext cx="130320" cy="1036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0A6ADDB-8531-36B5-5E42-E477C087F94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723059" y="1569404"/>
                <a:ext cx="14796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8DDF4DF-ACDF-4D35-62E5-A6629CFA85DB}"/>
                  </a:ext>
                </a:extLst>
              </p14:cNvPr>
              <p14:cNvContentPartPr/>
              <p14:nvPr/>
            </p14:nvContentPartPr>
            <p14:xfrm>
              <a:off x="1875699" y="1643564"/>
              <a:ext cx="77760" cy="1080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8DDF4DF-ACDF-4D35-62E5-A6629CFA85D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867059" y="1634564"/>
                <a:ext cx="954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417F8B0-8BB5-481D-8B9D-311923FB98B9}"/>
                  </a:ext>
                </a:extLst>
              </p14:cNvPr>
              <p14:cNvContentPartPr/>
              <p14:nvPr/>
            </p14:nvContentPartPr>
            <p14:xfrm>
              <a:off x="1640979" y="1493804"/>
              <a:ext cx="177120" cy="2851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417F8B0-8BB5-481D-8B9D-311923FB98B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632339" y="1484804"/>
                <a:ext cx="19476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7D872D0-A724-77CB-C7C8-8481E6FE1FC4}"/>
                  </a:ext>
                </a:extLst>
              </p14:cNvPr>
              <p14:cNvContentPartPr/>
              <p14:nvPr/>
            </p14:nvContentPartPr>
            <p14:xfrm>
              <a:off x="1947339" y="1518644"/>
              <a:ext cx="126360" cy="2642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7D872D0-A724-77CB-C7C8-8481E6FE1FC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938699" y="1509644"/>
                <a:ext cx="1440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8016487-D43E-F267-E28B-9012AB28968A}"/>
                  </a:ext>
                </a:extLst>
              </p14:cNvPr>
              <p14:cNvContentPartPr/>
              <p14:nvPr/>
            </p14:nvContentPartPr>
            <p14:xfrm>
              <a:off x="739899" y="2431964"/>
              <a:ext cx="9000" cy="1378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8016487-D43E-F267-E28B-9012AB28968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0899" y="2422964"/>
                <a:ext cx="2664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3063FC2-4079-22D4-DA84-A11532D4563B}"/>
                  </a:ext>
                </a:extLst>
              </p14:cNvPr>
              <p14:cNvContentPartPr/>
              <p14:nvPr/>
            </p14:nvContentPartPr>
            <p14:xfrm>
              <a:off x="837459" y="2462204"/>
              <a:ext cx="63720" cy="1029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3063FC2-4079-22D4-DA84-A11532D4563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28819" y="2453204"/>
                <a:ext cx="813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BF37191-6D01-11F4-C0F8-1AEF1A9FC203}"/>
                  </a:ext>
                </a:extLst>
              </p14:cNvPr>
              <p14:cNvContentPartPr/>
              <p14:nvPr/>
            </p14:nvContentPartPr>
            <p14:xfrm>
              <a:off x="933939" y="2457524"/>
              <a:ext cx="37440" cy="288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DBF37191-6D01-11F4-C0F8-1AEF1A9FC20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25299" y="2448524"/>
                <a:ext cx="550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6DA547A-A6D2-4DFE-F084-087B23B467A0}"/>
                  </a:ext>
                </a:extLst>
              </p14:cNvPr>
              <p14:cNvContentPartPr/>
              <p14:nvPr/>
            </p14:nvContentPartPr>
            <p14:xfrm>
              <a:off x="626859" y="2423324"/>
              <a:ext cx="136800" cy="2084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6DA547A-A6D2-4DFE-F084-087B23B467A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17859" y="2414324"/>
                <a:ext cx="15444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94EE891-DBD4-8C0A-7430-8B8F98DB95D8}"/>
                  </a:ext>
                </a:extLst>
              </p14:cNvPr>
              <p14:cNvContentPartPr/>
              <p14:nvPr/>
            </p14:nvContentPartPr>
            <p14:xfrm>
              <a:off x="1701459" y="2460044"/>
              <a:ext cx="127080" cy="1404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94EE891-DBD4-8C0A-7430-8B8F98DB95D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692459" y="2451044"/>
                <a:ext cx="1447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A6F77CE-DF86-F0B1-5FA0-2E42EFC36816}"/>
                  </a:ext>
                </a:extLst>
              </p14:cNvPr>
              <p14:cNvContentPartPr/>
              <p14:nvPr/>
            </p14:nvContentPartPr>
            <p14:xfrm>
              <a:off x="1864539" y="2453924"/>
              <a:ext cx="104040" cy="1605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A6F77CE-DF86-F0B1-5FA0-2E42EFC3681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855539" y="2444924"/>
                <a:ext cx="1216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1958145-50F4-38BC-A3E8-EC19E88E5622}"/>
                  </a:ext>
                </a:extLst>
              </p14:cNvPr>
              <p14:cNvContentPartPr/>
              <p14:nvPr/>
            </p14:nvContentPartPr>
            <p14:xfrm>
              <a:off x="724059" y="2979884"/>
              <a:ext cx="115920" cy="1609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1958145-50F4-38BC-A3E8-EC19E88E562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15419" y="2971244"/>
                <a:ext cx="13356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40C9233-5418-9DB4-E4B9-F41AADA9FDEF}"/>
                  </a:ext>
                </a:extLst>
              </p14:cNvPr>
              <p14:cNvContentPartPr/>
              <p14:nvPr/>
            </p14:nvContentPartPr>
            <p14:xfrm>
              <a:off x="865539" y="2984564"/>
              <a:ext cx="102240" cy="1306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40C9233-5418-9DB4-E4B9-F41AADA9FDE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56539" y="2975924"/>
                <a:ext cx="1198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0F92EDD-71F5-91F7-658C-428419628FCF}"/>
                  </a:ext>
                </a:extLst>
              </p14:cNvPr>
              <p14:cNvContentPartPr/>
              <p14:nvPr/>
            </p14:nvContentPartPr>
            <p14:xfrm>
              <a:off x="901179" y="2916884"/>
              <a:ext cx="139680" cy="612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0F92EDD-71F5-91F7-658C-428419628FC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92539" y="2908244"/>
                <a:ext cx="1573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1AE0948-746C-42EF-AB3E-B5BF64B23B9D}"/>
                  </a:ext>
                </a:extLst>
              </p14:cNvPr>
              <p14:cNvContentPartPr/>
              <p14:nvPr/>
            </p14:nvContentPartPr>
            <p14:xfrm>
              <a:off x="1724139" y="2896724"/>
              <a:ext cx="103680" cy="2016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1AE0948-746C-42EF-AB3E-B5BF64B23B9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715499" y="2887724"/>
                <a:ext cx="1213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0FDE9BE-5D8A-F57B-8D19-4E462C1FCAB7}"/>
                  </a:ext>
                </a:extLst>
              </p14:cNvPr>
              <p14:cNvContentPartPr/>
              <p14:nvPr/>
            </p14:nvContentPartPr>
            <p14:xfrm>
              <a:off x="1720539" y="2999324"/>
              <a:ext cx="134280" cy="270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0FDE9BE-5D8A-F57B-8D19-4E462C1FCAB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711899" y="2990684"/>
                <a:ext cx="1519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501F345-9E7C-64BC-2795-C9514926062F}"/>
                  </a:ext>
                </a:extLst>
              </p14:cNvPr>
              <p14:cNvContentPartPr/>
              <p14:nvPr/>
            </p14:nvContentPartPr>
            <p14:xfrm>
              <a:off x="1893339" y="2942084"/>
              <a:ext cx="91800" cy="3067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501F345-9E7C-64BC-2795-C9514926062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884339" y="2933084"/>
                <a:ext cx="1094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27F4BCC9-88D2-EE11-F2B5-C5EF910F6A0C}"/>
                  </a:ext>
                </a:extLst>
              </p14:cNvPr>
              <p14:cNvContentPartPr/>
              <p14:nvPr/>
            </p14:nvContentPartPr>
            <p14:xfrm>
              <a:off x="661059" y="3500084"/>
              <a:ext cx="101520" cy="2260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27F4BCC9-88D2-EE11-F2B5-C5EF910F6A0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52419" y="3491084"/>
                <a:ext cx="1191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DD166E7-2C72-CC53-81AC-FA1505B69FCD}"/>
                  </a:ext>
                </a:extLst>
              </p14:cNvPr>
              <p14:cNvContentPartPr/>
              <p14:nvPr/>
            </p14:nvContentPartPr>
            <p14:xfrm>
              <a:off x="830259" y="3537164"/>
              <a:ext cx="242280" cy="1425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DD166E7-2C72-CC53-81AC-FA1505B69FC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21619" y="3528164"/>
                <a:ext cx="2599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94449D7-6CC8-0791-876B-AA53D78F99AE}"/>
                  </a:ext>
                </a:extLst>
              </p14:cNvPr>
              <p14:cNvContentPartPr/>
              <p14:nvPr/>
            </p14:nvContentPartPr>
            <p14:xfrm>
              <a:off x="1688859" y="3562364"/>
              <a:ext cx="135720" cy="1663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94449D7-6CC8-0791-876B-AA53D78F99A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680219" y="3553724"/>
                <a:ext cx="1533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C1AAD7BD-0C40-02A5-92DF-862FF55A5B08}"/>
                  </a:ext>
                </a:extLst>
              </p14:cNvPr>
              <p14:cNvContentPartPr/>
              <p14:nvPr/>
            </p14:nvContentPartPr>
            <p14:xfrm>
              <a:off x="1888299" y="3578564"/>
              <a:ext cx="84240" cy="1458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C1AAD7BD-0C40-02A5-92DF-862FF55A5B0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879659" y="3569564"/>
                <a:ext cx="1018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8778944-EC0D-9371-5084-F2AAED057317}"/>
                  </a:ext>
                </a:extLst>
              </p14:cNvPr>
              <p14:cNvContentPartPr/>
              <p14:nvPr/>
            </p14:nvContentPartPr>
            <p14:xfrm>
              <a:off x="1901619" y="3535004"/>
              <a:ext cx="124200" cy="550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8778944-EC0D-9371-5084-F2AAED05731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892619" y="3526004"/>
                <a:ext cx="1418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E8D2C88-926C-0D8B-CB65-A710A2C64EEB}"/>
                  </a:ext>
                </a:extLst>
              </p14:cNvPr>
              <p14:cNvContentPartPr/>
              <p14:nvPr/>
            </p14:nvContentPartPr>
            <p14:xfrm>
              <a:off x="679419" y="4089404"/>
              <a:ext cx="144360" cy="184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E8D2C88-926C-0D8B-CB65-A710A2C64EE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70779" y="4080404"/>
                <a:ext cx="1620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8154E48-7C83-924A-2E7A-E8E376E70D59}"/>
                  </a:ext>
                </a:extLst>
              </p14:cNvPr>
              <p14:cNvContentPartPr/>
              <p14:nvPr/>
            </p14:nvContentPartPr>
            <p14:xfrm>
              <a:off x="874179" y="4103804"/>
              <a:ext cx="259920" cy="1389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8154E48-7C83-924A-2E7A-E8E376E70D5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65539" y="4095164"/>
                <a:ext cx="2775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8FB473D-F220-5931-00B3-9D121F090588}"/>
                  </a:ext>
                </a:extLst>
              </p14:cNvPr>
              <p14:cNvContentPartPr/>
              <p14:nvPr/>
            </p14:nvContentPartPr>
            <p14:xfrm>
              <a:off x="1724499" y="4046204"/>
              <a:ext cx="269280" cy="1807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8FB473D-F220-5931-00B3-9D121F09058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715499" y="4037204"/>
                <a:ext cx="28692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8E62BC1-5D40-0D32-1E9C-259F1D5CAA0A}"/>
                  </a:ext>
                </a:extLst>
              </p14:cNvPr>
              <p14:cNvContentPartPr/>
              <p14:nvPr/>
            </p14:nvContentPartPr>
            <p14:xfrm>
              <a:off x="665019" y="4593404"/>
              <a:ext cx="167040" cy="3186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8E62BC1-5D40-0D32-1E9C-259F1D5CAA0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56019" y="4584404"/>
                <a:ext cx="1846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011EB59-B71A-71F5-E08A-2FF9FAC086EC}"/>
                  </a:ext>
                </a:extLst>
              </p14:cNvPr>
              <p14:cNvContentPartPr/>
              <p14:nvPr/>
            </p14:nvContentPartPr>
            <p14:xfrm>
              <a:off x="963459" y="4647404"/>
              <a:ext cx="124560" cy="1591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011EB59-B71A-71F5-E08A-2FF9FAC086E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54819" y="4638404"/>
                <a:ext cx="1422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FD9C98F-EB53-B7D8-FF85-CFEE32A3B824}"/>
                  </a:ext>
                </a:extLst>
              </p14:cNvPr>
              <p14:cNvContentPartPr/>
              <p14:nvPr/>
            </p14:nvContentPartPr>
            <p14:xfrm>
              <a:off x="1782099" y="4628684"/>
              <a:ext cx="110520" cy="1929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FD9C98F-EB53-B7D8-FF85-CFEE32A3B82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773099" y="4619684"/>
                <a:ext cx="1281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723BFC5A-584D-6212-237B-B9956F63A2A3}"/>
                  </a:ext>
                </a:extLst>
              </p14:cNvPr>
              <p14:cNvContentPartPr/>
              <p14:nvPr/>
            </p14:nvContentPartPr>
            <p14:xfrm>
              <a:off x="1966779" y="4650644"/>
              <a:ext cx="180720" cy="1440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723BFC5A-584D-6212-237B-B9956F63A2A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958139" y="4641644"/>
                <a:ext cx="1983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206D150-7C00-6EB5-6610-C1174E8E476E}"/>
                  </a:ext>
                </a:extLst>
              </p14:cNvPr>
              <p14:cNvContentPartPr/>
              <p14:nvPr/>
            </p14:nvContentPartPr>
            <p14:xfrm>
              <a:off x="5557779" y="2975204"/>
              <a:ext cx="9720" cy="21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206D150-7C00-6EB5-6610-C1174E8E476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549139" y="2966564"/>
                <a:ext cx="273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EA005E46-11E1-A34A-7114-5E55E3574805}"/>
                  </a:ext>
                </a:extLst>
              </p14:cNvPr>
              <p14:cNvContentPartPr/>
              <p14:nvPr/>
            </p14:nvContentPartPr>
            <p14:xfrm>
              <a:off x="7062055" y="2239364"/>
              <a:ext cx="18000" cy="86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EA005E46-11E1-A34A-7114-5E55E357480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053055" y="2230724"/>
                <a:ext cx="356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BC6013B-4B68-FB84-7A67-68F0A720F7BC}"/>
                  </a:ext>
                </a:extLst>
              </p14:cNvPr>
              <p14:cNvContentPartPr/>
              <p14:nvPr/>
            </p14:nvContentPartPr>
            <p14:xfrm>
              <a:off x="2679415" y="1386884"/>
              <a:ext cx="3960" cy="75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BC6013B-4B68-FB84-7A67-68F0A720F7B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670415" y="1378244"/>
                <a:ext cx="216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A01F6D3F-8861-9F5D-F60D-B8B26DBB91A9}"/>
                  </a:ext>
                </a:extLst>
              </p14:cNvPr>
              <p14:cNvContentPartPr/>
              <p14:nvPr/>
            </p14:nvContentPartPr>
            <p14:xfrm>
              <a:off x="2750695" y="1393004"/>
              <a:ext cx="129960" cy="2656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A01F6D3F-8861-9F5D-F60D-B8B26DBB91A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741695" y="1384004"/>
                <a:ext cx="14760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77BDAA8-4718-77E1-CABC-39D50EC9C0BA}"/>
                  </a:ext>
                </a:extLst>
              </p14:cNvPr>
              <p14:cNvContentPartPr/>
              <p14:nvPr/>
            </p14:nvContentPartPr>
            <p14:xfrm>
              <a:off x="2761135" y="1947764"/>
              <a:ext cx="10440" cy="14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77BDAA8-4718-77E1-CABC-39D50EC9C0B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752135" y="1939124"/>
                <a:ext cx="280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301A2E2-02D3-CE43-29A2-5E19A38B6372}"/>
              </a:ext>
            </a:extLst>
          </p:cNvPr>
          <p:cNvGrpSpPr/>
          <p:nvPr/>
        </p:nvGrpSpPr>
        <p:grpSpPr>
          <a:xfrm>
            <a:off x="2742775" y="1794044"/>
            <a:ext cx="304560" cy="178920"/>
            <a:chOff x="2742775" y="1794044"/>
            <a:chExt cx="30456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17D9D30-7902-D217-385E-1F62FA341884}"/>
                    </a:ext>
                  </a:extLst>
                </p14:cNvPr>
                <p14:cNvContentPartPr/>
                <p14:nvPr/>
              </p14:nvContentPartPr>
              <p14:xfrm>
                <a:off x="2742775" y="1852364"/>
                <a:ext cx="154800" cy="120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17D9D30-7902-D217-385E-1F62FA34188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33775" y="1843364"/>
                  <a:ext cx="172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63BE01-5C50-AF6C-E511-C4D27AEA7B9F}"/>
                    </a:ext>
                  </a:extLst>
                </p14:cNvPr>
                <p14:cNvContentPartPr/>
                <p14:nvPr/>
              </p14:nvContentPartPr>
              <p14:xfrm>
                <a:off x="2959495" y="1837244"/>
                <a:ext cx="28080" cy="127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63BE01-5C50-AF6C-E511-C4D27AEA7B9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50855" y="1828244"/>
                  <a:ext cx="457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8A80F81-5E9C-2F93-8640-56BA811A91DE}"/>
                    </a:ext>
                  </a:extLst>
                </p14:cNvPr>
                <p14:cNvContentPartPr/>
                <p14:nvPr/>
              </p14:nvContentPartPr>
              <p14:xfrm>
                <a:off x="2932495" y="1794044"/>
                <a:ext cx="114840" cy="54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8A80F81-5E9C-2F93-8640-56BA811A91D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23495" y="1785404"/>
                  <a:ext cx="13248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AB493DD-3C0E-EFB6-CD04-0A451C840A28}"/>
              </a:ext>
            </a:extLst>
          </p:cNvPr>
          <p:cNvGrpSpPr/>
          <p:nvPr/>
        </p:nvGrpSpPr>
        <p:grpSpPr>
          <a:xfrm>
            <a:off x="2713975" y="2389124"/>
            <a:ext cx="428760" cy="198720"/>
            <a:chOff x="2713975" y="2389124"/>
            <a:chExt cx="42876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E1FDD2C-152F-EA36-4955-0D53B1258B3E}"/>
                    </a:ext>
                  </a:extLst>
                </p14:cNvPr>
                <p14:cNvContentPartPr/>
                <p14:nvPr/>
              </p14:nvContentPartPr>
              <p14:xfrm>
                <a:off x="2713975" y="2389124"/>
                <a:ext cx="139680" cy="185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E1FDD2C-152F-EA36-4955-0D53B1258B3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704975" y="2380124"/>
                  <a:ext cx="157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AE4507A-CDDB-98D8-0273-1705DBE95E0B}"/>
                    </a:ext>
                  </a:extLst>
                </p14:cNvPr>
                <p14:cNvContentPartPr/>
                <p14:nvPr/>
              </p14:nvContentPartPr>
              <p14:xfrm>
                <a:off x="2943655" y="2395964"/>
                <a:ext cx="199080" cy="191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AE4507A-CDDB-98D8-0273-1705DBE95E0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35015" y="2386964"/>
                  <a:ext cx="21672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E62CB05-B590-5020-86A6-75451AEB1109}"/>
              </a:ext>
            </a:extLst>
          </p:cNvPr>
          <p:cNvGrpSpPr/>
          <p:nvPr/>
        </p:nvGrpSpPr>
        <p:grpSpPr>
          <a:xfrm>
            <a:off x="2740255" y="2881964"/>
            <a:ext cx="392040" cy="269640"/>
            <a:chOff x="2740255" y="2881964"/>
            <a:chExt cx="39204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2147321-14BD-072D-603E-E975BAFB5F03}"/>
                    </a:ext>
                  </a:extLst>
                </p14:cNvPr>
                <p14:cNvContentPartPr/>
                <p14:nvPr/>
              </p14:nvContentPartPr>
              <p14:xfrm>
                <a:off x="2740255" y="2937404"/>
                <a:ext cx="106560" cy="214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2147321-14BD-072D-603E-E975BAFB5F0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731615" y="2928764"/>
                  <a:ext cx="124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EBAC04C-D002-A499-B347-FB9D5A57FAAC}"/>
                    </a:ext>
                  </a:extLst>
                </p14:cNvPr>
                <p14:cNvContentPartPr/>
                <p14:nvPr/>
              </p14:nvContentPartPr>
              <p14:xfrm>
                <a:off x="2769055" y="2905004"/>
                <a:ext cx="80280" cy="52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EBAC04C-D002-A499-B347-FB9D5A57FAA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60415" y="2896364"/>
                  <a:ext cx="97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C5C0F61-C05B-A0F9-86D1-B7405A1A1DDD}"/>
                    </a:ext>
                  </a:extLst>
                </p14:cNvPr>
                <p14:cNvContentPartPr/>
                <p14:nvPr/>
              </p14:nvContentPartPr>
              <p14:xfrm>
                <a:off x="2921695" y="2881964"/>
                <a:ext cx="210600" cy="220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C5C0F61-C05B-A0F9-86D1-B7405A1A1DD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12695" y="2873324"/>
                  <a:ext cx="2282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54D96EC-2AED-4FC4-DD43-0FABA56DDA24}"/>
              </a:ext>
            </a:extLst>
          </p:cNvPr>
          <p:cNvGrpSpPr/>
          <p:nvPr/>
        </p:nvGrpSpPr>
        <p:grpSpPr>
          <a:xfrm>
            <a:off x="2750695" y="3488204"/>
            <a:ext cx="351720" cy="192600"/>
            <a:chOff x="2750695" y="3488204"/>
            <a:chExt cx="35172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CB8CDB2-50C9-44FB-3589-A7BEEB65D24B}"/>
                    </a:ext>
                  </a:extLst>
                </p14:cNvPr>
                <p14:cNvContentPartPr/>
                <p14:nvPr/>
              </p14:nvContentPartPr>
              <p14:xfrm>
                <a:off x="2750695" y="3495404"/>
                <a:ext cx="94680" cy="185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CB8CDB2-50C9-44FB-3589-A7BEEB65D24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742055" y="3486404"/>
                  <a:ext cx="112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FD6BDC3-FA81-9C29-1236-91F8D6EA2B57}"/>
                    </a:ext>
                  </a:extLst>
                </p14:cNvPr>
                <p14:cNvContentPartPr/>
                <p14:nvPr/>
              </p14:nvContentPartPr>
              <p14:xfrm>
                <a:off x="2931775" y="3488204"/>
                <a:ext cx="170640" cy="183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FD6BDC3-FA81-9C29-1236-91F8D6EA2B5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23135" y="3479204"/>
                  <a:ext cx="18828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E13A5CD7-0DFA-4A38-94F4-A02407BB242C}"/>
              </a:ext>
            </a:extLst>
          </p:cNvPr>
          <p:cNvGrpSpPr/>
          <p:nvPr/>
        </p:nvGrpSpPr>
        <p:grpSpPr>
          <a:xfrm>
            <a:off x="2722615" y="4020644"/>
            <a:ext cx="486000" cy="220680"/>
            <a:chOff x="2722615" y="4020644"/>
            <a:chExt cx="48600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52A4AF5-AF81-7855-D53D-A7F2B3763233}"/>
                    </a:ext>
                  </a:extLst>
                </p14:cNvPr>
                <p14:cNvContentPartPr/>
                <p14:nvPr/>
              </p14:nvContentPartPr>
              <p14:xfrm>
                <a:off x="2722615" y="4072484"/>
                <a:ext cx="142560" cy="168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52A4AF5-AF81-7855-D53D-A7F2B376323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713975" y="4063844"/>
                  <a:ext cx="1602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1B6DC1A-503B-31E2-F653-2E0B8F2896E9}"/>
                    </a:ext>
                  </a:extLst>
                </p14:cNvPr>
                <p14:cNvContentPartPr/>
                <p14:nvPr/>
              </p14:nvContentPartPr>
              <p14:xfrm>
                <a:off x="2763655" y="4099484"/>
                <a:ext cx="159840" cy="114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1B6DC1A-503B-31E2-F653-2E0B8F2896E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54655" y="4090844"/>
                  <a:ext cx="177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72F435A-E439-2E40-0190-FA98FAD082E0}"/>
                    </a:ext>
                  </a:extLst>
                </p14:cNvPr>
                <p14:cNvContentPartPr/>
                <p14:nvPr/>
              </p14:nvContentPartPr>
              <p14:xfrm>
                <a:off x="2968855" y="4020644"/>
                <a:ext cx="239760" cy="162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72F435A-E439-2E40-0190-FA98FAD082E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960215" y="4012004"/>
                  <a:ext cx="25740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818747B-0A8A-27D9-C31E-039DAC620A64}"/>
              </a:ext>
            </a:extLst>
          </p:cNvPr>
          <p:cNvGrpSpPr/>
          <p:nvPr/>
        </p:nvGrpSpPr>
        <p:grpSpPr>
          <a:xfrm>
            <a:off x="2883535" y="4548404"/>
            <a:ext cx="438480" cy="253800"/>
            <a:chOff x="2883535" y="4548404"/>
            <a:chExt cx="43848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9375FA5-9763-A530-7E2D-0A1E725518D4}"/>
                    </a:ext>
                  </a:extLst>
                </p14:cNvPr>
                <p14:cNvContentPartPr/>
                <p14:nvPr/>
              </p14:nvContentPartPr>
              <p14:xfrm>
                <a:off x="2883535" y="4642004"/>
                <a:ext cx="164520" cy="160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9375FA5-9763-A530-7E2D-0A1E725518D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74535" y="4633004"/>
                  <a:ext cx="182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5691FB6-B3E4-E333-B391-E9D135EF2A87}"/>
                    </a:ext>
                  </a:extLst>
                </p14:cNvPr>
                <p14:cNvContentPartPr/>
                <p14:nvPr/>
              </p14:nvContentPartPr>
              <p14:xfrm>
                <a:off x="3109255" y="4548404"/>
                <a:ext cx="212760" cy="184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5691FB6-B3E4-E333-B391-E9D135EF2A8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100255" y="4539764"/>
                  <a:ext cx="230400" cy="20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0F4589C-6753-7C64-843F-C0DB17D9DC39}"/>
                  </a:ext>
                </a:extLst>
              </p14:cNvPr>
              <p14:cNvContentPartPr/>
              <p14:nvPr/>
            </p14:nvContentPartPr>
            <p14:xfrm>
              <a:off x="6391375" y="1612604"/>
              <a:ext cx="5068440" cy="3114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0F4589C-6753-7C64-843F-C0DB17D9DC39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382735" y="1603964"/>
                <a:ext cx="5086080" cy="31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F8651A2C-5F1C-CD9F-BFA2-55711E5069A5}"/>
                  </a:ext>
                </a:extLst>
              </p14:cNvPr>
              <p14:cNvContentPartPr/>
              <p14:nvPr/>
            </p14:nvContentPartPr>
            <p14:xfrm>
              <a:off x="6345655" y="1538444"/>
              <a:ext cx="121320" cy="1166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F8651A2C-5F1C-CD9F-BFA2-55711E5069A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337015" y="1529804"/>
                <a:ext cx="1389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FBB8346-F9F5-18A7-5983-218B52CCA316}"/>
                  </a:ext>
                </a:extLst>
              </p14:cNvPr>
              <p14:cNvContentPartPr/>
              <p14:nvPr/>
            </p14:nvContentPartPr>
            <p14:xfrm>
              <a:off x="9027295" y="5181284"/>
              <a:ext cx="19080" cy="17532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FBB8346-F9F5-18A7-5983-218B52CCA31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018295" y="5172284"/>
                <a:ext cx="367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D7253B0-1C33-8EE8-7763-A73E8E2C0D91}"/>
                  </a:ext>
                </a:extLst>
              </p14:cNvPr>
              <p14:cNvContentPartPr/>
              <p14:nvPr/>
            </p14:nvContentPartPr>
            <p14:xfrm>
              <a:off x="9060415" y="5191004"/>
              <a:ext cx="131400" cy="1807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D7253B0-1C33-8EE8-7763-A73E8E2C0D9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051775" y="5182364"/>
                <a:ext cx="1490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56FA01F-A0BE-089F-DC53-1AC7C0FB4600}"/>
                  </a:ext>
                </a:extLst>
              </p14:cNvPr>
              <p14:cNvContentPartPr/>
              <p14:nvPr/>
            </p14:nvContentPartPr>
            <p14:xfrm>
              <a:off x="9261655" y="5184164"/>
              <a:ext cx="33120" cy="1260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56FA01F-A0BE-089F-DC53-1AC7C0FB460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253015" y="5175164"/>
                <a:ext cx="507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B18F74C-C0EE-27B6-FFF2-144ED2FCCB43}"/>
                  </a:ext>
                </a:extLst>
              </p14:cNvPr>
              <p14:cNvContentPartPr/>
              <p14:nvPr/>
            </p14:nvContentPartPr>
            <p14:xfrm>
              <a:off x="9231775" y="5125844"/>
              <a:ext cx="155520" cy="792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B18F74C-C0EE-27B6-FFF2-144ED2FCCB43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223135" y="5116844"/>
                <a:ext cx="1731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0260BBBD-66BA-5E9D-E033-800D896BE207}"/>
                  </a:ext>
                </a:extLst>
              </p14:cNvPr>
              <p14:cNvContentPartPr/>
              <p14:nvPr/>
            </p14:nvContentPartPr>
            <p14:xfrm>
              <a:off x="5969815" y="3190844"/>
              <a:ext cx="117720" cy="1332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0260BBBD-66BA-5E9D-E033-800D896BE20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961175" y="3181844"/>
                <a:ext cx="1353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3E013D72-ADBB-F28F-FB41-1CBE759BEBCD}"/>
                  </a:ext>
                </a:extLst>
              </p14:cNvPr>
              <p14:cNvContentPartPr/>
              <p14:nvPr/>
            </p14:nvContentPartPr>
            <p14:xfrm>
              <a:off x="6131455" y="3151244"/>
              <a:ext cx="182520" cy="1263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3E013D72-ADBB-F28F-FB41-1CBE759BEBCD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6122455" y="3142604"/>
                <a:ext cx="2001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0E763D27-A299-8023-74E5-0E876B9F21AC}"/>
                  </a:ext>
                </a:extLst>
              </p14:cNvPr>
              <p14:cNvContentPartPr/>
              <p14:nvPr/>
            </p14:nvContentPartPr>
            <p14:xfrm>
              <a:off x="9039535" y="4552724"/>
              <a:ext cx="18000" cy="2476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0E763D27-A299-8023-74E5-0E876B9F21A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030895" y="4543724"/>
                <a:ext cx="356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CF3D433-9528-54B1-DA43-67530E80C6A6}"/>
                  </a:ext>
                </a:extLst>
              </p14:cNvPr>
              <p14:cNvContentPartPr/>
              <p14:nvPr/>
            </p14:nvContentPartPr>
            <p14:xfrm>
              <a:off x="9024415" y="4845404"/>
              <a:ext cx="94680" cy="1476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CF3D433-9528-54B1-DA43-67530E80C6A6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9015415" y="4836404"/>
                <a:ext cx="1123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9E2A420-188D-E4F1-4154-C8034E47D146}"/>
                  </a:ext>
                </a:extLst>
              </p14:cNvPr>
              <p14:cNvContentPartPr/>
              <p14:nvPr/>
            </p14:nvContentPartPr>
            <p14:xfrm>
              <a:off x="9029455" y="4802924"/>
              <a:ext cx="133560" cy="5760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9E2A420-188D-E4F1-4154-C8034E47D146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9020455" y="4794284"/>
                <a:ext cx="1512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17C213D9-ADEB-66F5-8085-01CF1E44A3B2}"/>
                  </a:ext>
                </a:extLst>
              </p14:cNvPr>
              <p14:cNvContentPartPr/>
              <p14:nvPr/>
            </p14:nvContentPartPr>
            <p14:xfrm>
              <a:off x="9195775" y="4814444"/>
              <a:ext cx="93960" cy="1144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17C213D9-ADEB-66F5-8085-01CF1E44A3B2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186775" y="4805444"/>
                <a:ext cx="1116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45A5CF62-5068-CAAE-5469-9D8E15383E8E}"/>
                  </a:ext>
                </a:extLst>
              </p14:cNvPr>
              <p14:cNvContentPartPr/>
              <p14:nvPr/>
            </p14:nvContentPartPr>
            <p14:xfrm>
              <a:off x="11171815" y="4308644"/>
              <a:ext cx="18720" cy="2883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45A5CF62-5068-CAAE-5469-9D8E15383E8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1163175" y="4300004"/>
                <a:ext cx="3636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BC581D6-DE57-B910-E4A7-1CADF620E551}"/>
                  </a:ext>
                </a:extLst>
              </p14:cNvPr>
              <p14:cNvContentPartPr/>
              <p14:nvPr/>
            </p14:nvContentPartPr>
            <p14:xfrm>
              <a:off x="11096575" y="4670444"/>
              <a:ext cx="36360" cy="1260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BC581D6-DE57-B910-E4A7-1CADF620E551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1087575" y="4661444"/>
                <a:ext cx="540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B030DF21-4ABA-4DF6-DDA4-2588A2EB377D}"/>
                  </a:ext>
                </a:extLst>
              </p14:cNvPr>
              <p14:cNvContentPartPr/>
              <p14:nvPr/>
            </p14:nvContentPartPr>
            <p14:xfrm>
              <a:off x="11215735" y="4702484"/>
              <a:ext cx="240120" cy="10044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B030DF21-4ABA-4DF6-DDA4-2588A2EB377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1207095" y="4693844"/>
                <a:ext cx="2577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D8CC96B0-4BDE-2AA4-0CE8-CFC31484883C}"/>
                  </a:ext>
                </a:extLst>
              </p14:cNvPr>
              <p14:cNvContentPartPr/>
              <p14:nvPr/>
            </p14:nvContentPartPr>
            <p14:xfrm>
              <a:off x="6627175" y="3192644"/>
              <a:ext cx="195120" cy="658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D8CC96B0-4BDE-2AA4-0CE8-CFC31484883C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618175" y="3183644"/>
                <a:ext cx="2127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B2EF83B8-A5ED-7784-0EE4-DD0E42F24AB1}"/>
                  </a:ext>
                </a:extLst>
              </p14:cNvPr>
              <p14:cNvContentPartPr/>
              <p14:nvPr/>
            </p14:nvContentPartPr>
            <p14:xfrm>
              <a:off x="6370855" y="3356804"/>
              <a:ext cx="74160" cy="1616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B2EF83B8-A5ED-7784-0EE4-DD0E42F24AB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362215" y="3348164"/>
                <a:ext cx="918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FC5A4320-6502-4FDF-A041-25D3F8B8BCD9}"/>
                  </a:ext>
                </a:extLst>
              </p14:cNvPr>
              <p14:cNvContentPartPr/>
              <p14:nvPr/>
            </p14:nvContentPartPr>
            <p14:xfrm>
              <a:off x="6361855" y="3348164"/>
              <a:ext cx="225360" cy="1047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FC5A4320-6502-4FDF-A041-25D3F8B8BCD9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353215" y="3339164"/>
                <a:ext cx="24300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528286CE-B434-54CF-DF8D-267B6899A7C5}"/>
                  </a:ext>
                </a:extLst>
              </p14:cNvPr>
              <p14:cNvContentPartPr/>
              <p14:nvPr/>
            </p14:nvContentPartPr>
            <p14:xfrm>
              <a:off x="6405415" y="1811324"/>
              <a:ext cx="209520" cy="669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528286CE-B434-54CF-DF8D-267B6899A7C5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396415" y="1802324"/>
                <a:ext cx="2271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8201B67-1E83-5016-8029-59B1A659C622}"/>
                  </a:ext>
                </a:extLst>
              </p14:cNvPr>
              <p14:cNvContentPartPr/>
              <p14:nvPr/>
            </p14:nvContentPartPr>
            <p14:xfrm>
              <a:off x="6024535" y="1877204"/>
              <a:ext cx="35280" cy="1612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8201B67-1E83-5016-8029-59B1A659C622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015895" y="1868204"/>
                <a:ext cx="529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48CDA2BD-B73A-9C8B-23A5-24C8559982D9}"/>
                  </a:ext>
                </a:extLst>
              </p14:cNvPr>
              <p14:cNvContentPartPr/>
              <p14:nvPr/>
            </p14:nvContentPartPr>
            <p14:xfrm>
              <a:off x="6110575" y="1906724"/>
              <a:ext cx="191880" cy="1069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48CDA2BD-B73A-9C8B-23A5-24C8559982D9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101935" y="1897724"/>
                <a:ext cx="2095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074D3421-F565-CD2C-39D4-D201BDF5E928}"/>
                  </a:ext>
                </a:extLst>
              </p14:cNvPr>
              <p14:cNvContentPartPr/>
              <p14:nvPr/>
            </p14:nvContentPartPr>
            <p14:xfrm>
              <a:off x="10828735" y="4355444"/>
              <a:ext cx="15840" cy="1411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074D3421-F565-CD2C-39D4-D201BDF5E92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0819735" y="4346444"/>
                <a:ext cx="334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F3AE292C-8B98-FDE4-9D88-FF53AE07DFB8}"/>
                  </a:ext>
                </a:extLst>
              </p14:cNvPr>
              <p14:cNvContentPartPr/>
              <p14:nvPr/>
            </p14:nvContentPartPr>
            <p14:xfrm>
              <a:off x="10742335" y="4594484"/>
              <a:ext cx="81000" cy="1792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F3AE292C-8B98-FDE4-9D88-FF53AE07DFB8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0733695" y="4585484"/>
                <a:ext cx="986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BC52F939-6A68-FAD5-89F2-2074F3AD9541}"/>
                  </a:ext>
                </a:extLst>
              </p14:cNvPr>
              <p14:cNvContentPartPr/>
              <p14:nvPr/>
            </p14:nvContentPartPr>
            <p14:xfrm>
              <a:off x="10889935" y="4592684"/>
              <a:ext cx="61920" cy="1173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BC52F939-6A68-FAD5-89F2-2074F3AD9541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0880935" y="4584044"/>
                <a:ext cx="795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5FD3C20F-EA89-585D-50BC-9AD39509D506}"/>
                  </a:ext>
                </a:extLst>
              </p14:cNvPr>
              <p14:cNvContentPartPr/>
              <p14:nvPr/>
            </p14:nvContentPartPr>
            <p14:xfrm>
              <a:off x="6820135" y="3818684"/>
              <a:ext cx="171360" cy="709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5FD3C20F-EA89-585D-50BC-9AD39509D506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6811135" y="3809684"/>
                <a:ext cx="1890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2F3092FD-D92D-5823-8440-DCC85C35A6E1}"/>
                  </a:ext>
                </a:extLst>
              </p14:cNvPr>
              <p14:cNvContentPartPr/>
              <p14:nvPr/>
            </p14:nvContentPartPr>
            <p14:xfrm>
              <a:off x="6523495" y="3912284"/>
              <a:ext cx="154440" cy="1159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2F3092FD-D92D-5823-8440-DCC85C35A6E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514495" y="3903644"/>
                <a:ext cx="1720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4B6E7C6-1DCB-AC29-D2D3-52C38D69C01E}"/>
                  </a:ext>
                </a:extLst>
              </p14:cNvPr>
              <p14:cNvContentPartPr/>
              <p14:nvPr/>
            </p14:nvContentPartPr>
            <p14:xfrm>
              <a:off x="6644815" y="3869444"/>
              <a:ext cx="75600" cy="12348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4B6E7C6-1DCB-AC29-D2D3-52C38D69C01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635815" y="3860444"/>
                <a:ext cx="932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30C608FB-88E4-1C25-3FE7-B221DDD5ADA1}"/>
                  </a:ext>
                </a:extLst>
              </p14:cNvPr>
              <p14:cNvContentPartPr/>
              <p14:nvPr/>
            </p14:nvContentPartPr>
            <p14:xfrm>
              <a:off x="6467695" y="2327924"/>
              <a:ext cx="88200" cy="237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30C608FB-88E4-1C25-3FE7-B221DDD5ADA1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458695" y="2318924"/>
                <a:ext cx="1058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1BF70775-6741-89FE-7E21-484EA776783C}"/>
                  </a:ext>
                </a:extLst>
              </p14:cNvPr>
              <p14:cNvContentPartPr/>
              <p14:nvPr/>
            </p14:nvContentPartPr>
            <p14:xfrm>
              <a:off x="6204175" y="2360324"/>
              <a:ext cx="73800" cy="1393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1BF70775-6741-89FE-7E21-484EA776783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195535" y="2351684"/>
                <a:ext cx="914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D2048035-3C68-D32A-7FF0-EEDE1B645631}"/>
                  </a:ext>
                </a:extLst>
              </p14:cNvPr>
              <p14:cNvContentPartPr/>
              <p14:nvPr/>
            </p14:nvContentPartPr>
            <p14:xfrm>
              <a:off x="6194815" y="2426204"/>
              <a:ext cx="102240" cy="579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D2048035-3C68-D32A-7FF0-EEDE1B645631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186175" y="2417204"/>
                <a:ext cx="1198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F1C84CD1-5C12-E8A7-BEAD-92AB7C30D40A}"/>
                  </a:ext>
                </a:extLst>
              </p14:cNvPr>
              <p14:cNvContentPartPr/>
              <p14:nvPr/>
            </p14:nvContentPartPr>
            <p14:xfrm>
              <a:off x="6302095" y="2349524"/>
              <a:ext cx="91080" cy="1828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F1C84CD1-5C12-E8A7-BEAD-92AB7C30D40A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293095" y="2340884"/>
                <a:ext cx="1087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020CA7D6-0749-0FED-C707-2F1BD4E03C9C}"/>
                  </a:ext>
                </a:extLst>
              </p14:cNvPr>
              <p14:cNvContentPartPr/>
              <p14:nvPr/>
            </p14:nvContentPartPr>
            <p14:xfrm>
              <a:off x="7936495" y="2240084"/>
              <a:ext cx="41400" cy="669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020CA7D6-0749-0FED-C707-2F1BD4E03C9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927855" y="2231084"/>
                <a:ext cx="590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1F734E65-7D40-C53D-670F-8BC8044A0681}"/>
                  </a:ext>
                </a:extLst>
              </p14:cNvPr>
              <p14:cNvContentPartPr/>
              <p14:nvPr/>
            </p14:nvContentPartPr>
            <p14:xfrm>
              <a:off x="10679695" y="3451844"/>
              <a:ext cx="39600" cy="522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1F734E65-7D40-C53D-670F-8BC8044A068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671055" y="3442844"/>
                <a:ext cx="57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3598122D-AE74-4061-645C-0F0DDB72BAC8}"/>
                  </a:ext>
                </a:extLst>
              </p14:cNvPr>
              <p14:cNvContentPartPr/>
              <p14:nvPr/>
            </p14:nvContentPartPr>
            <p14:xfrm>
              <a:off x="10897495" y="3666764"/>
              <a:ext cx="36000" cy="936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3598122D-AE74-4061-645C-0F0DDB72BAC8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888495" y="3657764"/>
                <a:ext cx="536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A68A0AF2-4080-642E-40AE-E8353D836C4E}"/>
                  </a:ext>
                </a:extLst>
              </p14:cNvPr>
              <p14:cNvContentPartPr/>
              <p14:nvPr/>
            </p14:nvContentPartPr>
            <p14:xfrm>
              <a:off x="10908295" y="3708524"/>
              <a:ext cx="21960" cy="493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A68A0AF2-4080-642E-40AE-E8353D836C4E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899655" y="3699524"/>
                <a:ext cx="396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F77F6E11-541B-FF38-1991-596B5DE2EAE5}"/>
                  </a:ext>
                </a:extLst>
              </p14:cNvPr>
              <p14:cNvContentPartPr/>
              <p14:nvPr/>
            </p14:nvContentPartPr>
            <p14:xfrm>
              <a:off x="7765135" y="2092124"/>
              <a:ext cx="47520" cy="5148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F77F6E11-541B-FF38-1991-596B5DE2EAE5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756135" y="2083484"/>
                <a:ext cx="6516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A5089ED3-AC95-0705-0E4D-710F8C2D067B}"/>
                  </a:ext>
                </a:extLst>
              </p14:cNvPr>
              <p14:cNvContentPartPr/>
              <p14:nvPr/>
            </p14:nvContentPartPr>
            <p14:xfrm>
              <a:off x="8326735" y="4642724"/>
              <a:ext cx="6120" cy="1641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A5089ED3-AC95-0705-0E4D-710F8C2D067B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317735" y="4634084"/>
                <a:ext cx="2376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A9CCD588-4511-8EDB-05BF-E3CB520D9149}"/>
                  </a:ext>
                </a:extLst>
              </p14:cNvPr>
              <p14:cNvContentPartPr/>
              <p14:nvPr/>
            </p14:nvContentPartPr>
            <p14:xfrm>
              <a:off x="8261935" y="4931444"/>
              <a:ext cx="82440" cy="12024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A9CCD588-4511-8EDB-05BF-E3CB520D9149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252935" y="4922444"/>
                <a:ext cx="1000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63BBA1F-3C72-C77F-3EC0-467AFB56995C}"/>
                  </a:ext>
                </a:extLst>
              </p14:cNvPr>
              <p14:cNvContentPartPr/>
              <p14:nvPr/>
            </p14:nvContentPartPr>
            <p14:xfrm>
              <a:off x="8388295" y="4937204"/>
              <a:ext cx="51120" cy="8208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63BBA1F-3C72-C77F-3EC0-467AFB56995C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379655" y="4928564"/>
                <a:ext cx="687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37681506-2901-8B6C-F676-B7F28C2BCFF9}"/>
                  </a:ext>
                </a:extLst>
              </p14:cNvPr>
              <p14:cNvContentPartPr/>
              <p14:nvPr/>
            </p14:nvContentPartPr>
            <p14:xfrm>
              <a:off x="8431135" y="4878884"/>
              <a:ext cx="91800" cy="453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37681506-2901-8B6C-F676-B7F28C2BCFF9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422135" y="4869884"/>
                <a:ext cx="1094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2743FF48-78DF-B568-A9BD-5C8DC5EFA376}"/>
                  </a:ext>
                </a:extLst>
              </p14:cNvPr>
              <p14:cNvContentPartPr/>
              <p14:nvPr/>
            </p14:nvContentPartPr>
            <p14:xfrm>
              <a:off x="8554975" y="4650284"/>
              <a:ext cx="22320" cy="1310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2743FF48-78DF-B568-A9BD-5C8DC5EFA376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545975" y="4641644"/>
                <a:ext cx="399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988AA282-BC7D-595B-3B5A-1DFCD7EB5FEF}"/>
                  </a:ext>
                </a:extLst>
              </p14:cNvPr>
              <p14:cNvContentPartPr/>
              <p14:nvPr/>
            </p14:nvContentPartPr>
            <p14:xfrm>
              <a:off x="8605015" y="4974284"/>
              <a:ext cx="77760" cy="1292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988AA282-BC7D-595B-3B5A-1DFCD7EB5FEF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596375" y="4965644"/>
                <a:ext cx="9540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D07468D9-68C5-771B-257B-2A97EBECB889}"/>
                  </a:ext>
                </a:extLst>
              </p14:cNvPr>
              <p14:cNvContentPartPr/>
              <p14:nvPr/>
            </p14:nvContentPartPr>
            <p14:xfrm>
              <a:off x="8726335" y="5006684"/>
              <a:ext cx="41040" cy="7056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D07468D9-68C5-771B-257B-2A97EBECB88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717695" y="4998044"/>
                <a:ext cx="586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B5246691-DFB0-5390-1537-89E375F36C29}"/>
                  </a:ext>
                </a:extLst>
              </p14:cNvPr>
              <p14:cNvContentPartPr/>
              <p14:nvPr/>
            </p14:nvContentPartPr>
            <p14:xfrm>
              <a:off x="8145295" y="1618724"/>
              <a:ext cx="45000" cy="525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B5246691-DFB0-5390-1537-89E375F36C29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136295" y="1609724"/>
                <a:ext cx="626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C846F7C0-AFF9-4071-C1BC-633D82DD0177}"/>
                  </a:ext>
                </a:extLst>
              </p14:cNvPr>
              <p14:cNvContentPartPr/>
              <p14:nvPr/>
            </p14:nvContentPartPr>
            <p14:xfrm>
              <a:off x="4858855" y="2498564"/>
              <a:ext cx="29880" cy="126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C846F7C0-AFF9-4071-C1BC-633D82DD0177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4850215" y="2489924"/>
                <a:ext cx="475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A49B15B1-56F7-FF7A-BCC6-A767C7EDD325}"/>
                  </a:ext>
                </a:extLst>
              </p14:cNvPr>
              <p14:cNvContentPartPr/>
              <p14:nvPr/>
            </p14:nvContentPartPr>
            <p14:xfrm>
              <a:off x="8157175" y="1412804"/>
              <a:ext cx="96480" cy="14688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A49B15B1-56F7-FF7A-BCC6-A767C7EDD325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148535" y="1404164"/>
                <a:ext cx="11412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A084C102-C777-4D71-DA82-0D57044A1A0F}"/>
                  </a:ext>
                </a:extLst>
              </p14:cNvPr>
              <p14:cNvContentPartPr/>
              <p14:nvPr/>
            </p14:nvContentPartPr>
            <p14:xfrm>
              <a:off x="8338255" y="1341524"/>
              <a:ext cx="191880" cy="16416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A084C102-C777-4D71-DA82-0D57044A1A0F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8329255" y="1332884"/>
                <a:ext cx="209520" cy="18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6ABAB611-2EFA-554D-10FC-0126078E058A}"/>
              </a:ext>
            </a:extLst>
          </p:cNvPr>
          <p:cNvGrpSpPr/>
          <p:nvPr/>
        </p:nvGrpSpPr>
        <p:grpSpPr>
          <a:xfrm>
            <a:off x="7667215" y="1904924"/>
            <a:ext cx="325080" cy="146520"/>
            <a:chOff x="7667215" y="1904924"/>
            <a:chExt cx="32508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DB59376-0664-29FF-BC68-619A3050F16A}"/>
                    </a:ext>
                  </a:extLst>
                </p14:cNvPr>
                <p14:cNvContentPartPr/>
                <p14:nvPr/>
              </p14:nvContentPartPr>
              <p14:xfrm>
                <a:off x="7667215" y="1909604"/>
                <a:ext cx="93240" cy="1418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DB59376-0664-29FF-BC68-619A3050F16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658215" y="1900604"/>
                  <a:ext cx="110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11E2AEF-487D-33E4-7951-0C6B78667225}"/>
                    </a:ext>
                  </a:extLst>
                </p14:cNvPr>
                <p14:cNvContentPartPr/>
                <p14:nvPr/>
              </p14:nvContentPartPr>
              <p14:xfrm>
                <a:off x="7697095" y="1971524"/>
                <a:ext cx="75240" cy="468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11E2AEF-487D-33E4-7951-0C6B7866722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688095" y="1962524"/>
                  <a:ext cx="92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35241C6-4822-59C7-8430-331A603FB212}"/>
                    </a:ext>
                  </a:extLst>
                </p14:cNvPr>
                <p14:cNvContentPartPr/>
                <p14:nvPr/>
              </p14:nvContentPartPr>
              <p14:xfrm>
                <a:off x="7832455" y="1904924"/>
                <a:ext cx="159840" cy="111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35241C6-4822-59C7-8430-331A603FB21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823455" y="1895924"/>
                  <a:ext cx="17748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D33167DD-0BBB-A8BA-9770-F36E39ADFDA9}"/>
              </a:ext>
            </a:extLst>
          </p:cNvPr>
          <p:cNvGrpSpPr/>
          <p:nvPr/>
        </p:nvGrpSpPr>
        <p:grpSpPr>
          <a:xfrm>
            <a:off x="8084815" y="2168084"/>
            <a:ext cx="301320" cy="197640"/>
            <a:chOff x="8084815" y="2168084"/>
            <a:chExt cx="30132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3637C3E-8254-B38E-F057-9B9FCF0BDF76}"/>
                    </a:ext>
                  </a:extLst>
                </p14:cNvPr>
                <p14:cNvContentPartPr/>
                <p14:nvPr/>
              </p14:nvContentPartPr>
              <p14:xfrm>
                <a:off x="8109295" y="2168084"/>
                <a:ext cx="68400" cy="367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3637C3E-8254-B38E-F057-9B9FCF0BDF7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100655" y="2159444"/>
                  <a:ext cx="860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B0F5341-50F3-A616-7932-0816AD173309}"/>
                    </a:ext>
                  </a:extLst>
                </p14:cNvPr>
                <p14:cNvContentPartPr/>
                <p14:nvPr/>
              </p14:nvContentPartPr>
              <p14:xfrm>
                <a:off x="8084815" y="2194724"/>
                <a:ext cx="92160" cy="159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B0F5341-50F3-A616-7932-0816AD17330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075815" y="2185724"/>
                  <a:ext cx="109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EB7E244-D125-4E1F-F9C3-93B8B31F9FCE}"/>
                    </a:ext>
                  </a:extLst>
                </p14:cNvPr>
                <p14:cNvContentPartPr/>
                <p14:nvPr/>
              </p14:nvContentPartPr>
              <p14:xfrm>
                <a:off x="8226655" y="2182124"/>
                <a:ext cx="159480" cy="183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EB7E244-D125-4E1F-F9C3-93B8B31F9FC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218015" y="2173484"/>
                  <a:ext cx="17712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12B054A9-3CC6-9888-2A2C-8624A26EA53E}"/>
              </a:ext>
            </a:extLst>
          </p:cNvPr>
          <p:cNvGrpSpPr/>
          <p:nvPr/>
        </p:nvGrpSpPr>
        <p:grpSpPr>
          <a:xfrm>
            <a:off x="10749535" y="3261404"/>
            <a:ext cx="339840" cy="205920"/>
            <a:chOff x="10749535" y="3261404"/>
            <a:chExt cx="33984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7851F14-DABE-AF3A-58B0-F679633D79F9}"/>
                    </a:ext>
                  </a:extLst>
                </p14:cNvPr>
                <p14:cNvContentPartPr/>
                <p14:nvPr/>
              </p14:nvContentPartPr>
              <p14:xfrm>
                <a:off x="10749535" y="3261404"/>
                <a:ext cx="105840" cy="2059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7851F14-DABE-AF3A-58B0-F679633D79F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740895" y="3252764"/>
                  <a:ext cx="123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5869D77-9AEC-DA38-17D6-667E8E89E54D}"/>
                    </a:ext>
                  </a:extLst>
                </p14:cNvPr>
                <p14:cNvContentPartPr/>
                <p14:nvPr/>
              </p14:nvContentPartPr>
              <p14:xfrm>
                <a:off x="10923415" y="3299564"/>
                <a:ext cx="165960" cy="1612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5869D77-9AEC-DA38-17D6-667E8E89E54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914775" y="3290924"/>
                  <a:ext cx="1836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1792E07F-B55B-3E6A-1CEC-B1334AF01E5A}"/>
              </a:ext>
            </a:extLst>
          </p:cNvPr>
          <p:cNvGrpSpPr/>
          <p:nvPr/>
        </p:nvGrpSpPr>
        <p:grpSpPr>
          <a:xfrm>
            <a:off x="11005855" y="3660644"/>
            <a:ext cx="264960" cy="172440"/>
            <a:chOff x="11005855" y="3660644"/>
            <a:chExt cx="26496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EE710A5-0ADC-9F2D-83A7-FCFDF90580AE}"/>
                    </a:ext>
                  </a:extLst>
                </p14:cNvPr>
                <p14:cNvContentPartPr/>
                <p14:nvPr/>
              </p14:nvContentPartPr>
              <p14:xfrm>
                <a:off x="11005855" y="3660644"/>
                <a:ext cx="86400" cy="1612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EE710A5-0ADC-9F2D-83A7-FCFDF90580A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997215" y="3651644"/>
                  <a:ext cx="104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74CABB7-C076-82BF-7180-8E4A36A5DC75}"/>
                    </a:ext>
                  </a:extLst>
                </p14:cNvPr>
                <p14:cNvContentPartPr/>
                <p14:nvPr/>
              </p14:nvContentPartPr>
              <p14:xfrm>
                <a:off x="11151295" y="3676124"/>
                <a:ext cx="119520" cy="1569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74CABB7-C076-82BF-7180-8E4A36A5DC7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142295" y="3667484"/>
                  <a:ext cx="13716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147C9B-31A2-94B0-FA2E-65686300C17F}"/>
                  </a:ext>
                </a:extLst>
              </p14:cNvPr>
              <p14:cNvContentPartPr/>
              <p14:nvPr/>
            </p14:nvContentPartPr>
            <p14:xfrm>
              <a:off x="6988615" y="4714724"/>
              <a:ext cx="79920" cy="66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147C9B-31A2-94B0-FA2E-65686300C17F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6979615" y="4705724"/>
                <a:ext cx="9756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29D556B-D9E0-546D-54C9-5CE8F85F580B}"/>
              </a:ext>
            </a:extLst>
          </p:cNvPr>
          <p:cNvGrpSpPr/>
          <p:nvPr/>
        </p:nvGrpSpPr>
        <p:grpSpPr>
          <a:xfrm>
            <a:off x="3604975" y="1282124"/>
            <a:ext cx="162360" cy="399960"/>
            <a:chOff x="3604975" y="1282124"/>
            <a:chExt cx="16236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9354CA-FE25-F0DF-3F09-7EE9BCA28901}"/>
                    </a:ext>
                  </a:extLst>
                </p14:cNvPr>
                <p14:cNvContentPartPr/>
                <p14:nvPr/>
              </p14:nvContentPartPr>
              <p14:xfrm>
                <a:off x="3604975" y="1431884"/>
                <a:ext cx="97920" cy="250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9354CA-FE25-F0DF-3F09-7EE9BCA2890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596335" y="1422884"/>
                  <a:ext cx="115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DB253E-EBCE-9CE2-6CCE-235D336BACFF}"/>
                    </a:ext>
                  </a:extLst>
                </p14:cNvPr>
                <p14:cNvContentPartPr/>
                <p14:nvPr/>
              </p14:nvContentPartPr>
              <p14:xfrm>
                <a:off x="3632695" y="1282124"/>
                <a:ext cx="134640" cy="137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DB253E-EBCE-9CE2-6CCE-235D336BACF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623695" y="1273484"/>
                  <a:ext cx="1522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9DA1DBE-807F-AC4B-704B-5357F61CCB73}"/>
              </a:ext>
            </a:extLst>
          </p:cNvPr>
          <p:cNvGrpSpPr/>
          <p:nvPr/>
        </p:nvGrpSpPr>
        <p:grpSpPr>
          <a:xfrm>
            <a:off x="4259455" y="1314164"/>
            <a:ext cx="243360" cy="387000"/>
            <a:chOff x="4259455" y="1314164"/>
            <a:chExt cx="24336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3FD98A5-D9C9-0057-1305-C19D675728F0}"/>
                    </a:ext>
                  </a:extLst>
                </p14:cNvPr>
                <p14:cNvContentPartPr/>
                <p14:nvPr/>
              </p14:nvContentPartPr>
              <p14:xfrm>
                <a:off x="4259455" y="1418204"/>
                <a:ext cx="133200" cy="282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3FD98A5-D9C9-0057-1305-C19D675728F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250815" y="1409564"/>
                  <a:ext cx="1508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F679A05-0D23-33EF-B35F-00E22AB9E8EC}"/>
                    </a:ext>
                  </a:extLst>
                </p14:cNvPr>
                <p14:cNvContentPartPr/>
                <p14:nvPr/>
              </p14:nvContentPartPr>
              <p14:xfrm>
                <a:off x="4286455" y="1314164"/>
                <a:ext cx="216360" cy="30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F679A05-0D23-33EF-B35F-00E22AB9E8E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277815" y="1305164"/>
                  <a:ext cx="23400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3983DD11-1F28-86F7-6AFA-545A9901280D}"/>
              </a:ext>
            </a:extLst>
          </p:cNvPr>
          <p:cNvGrpSpPr/>
          <p:nvPr/>
        </p:nvGrpSpPr>
        <p:grpSpPr>
          <a:xfrm>
            <a:off x="3327775" y="5239244"/>
            <a:ext cx="5040360" cy="1591920"/>
            <a:chOff x="3327775" y="5239244"/>
            <a:chExt cx="504036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91FE6DB-A244-B20F-291B-3FD8EEFC0C27}"/>
                    </a:ext>
                  </a:extLst>
                </p14:cNvPr>
                <p14:cNvContentPartPr/>
                <p14:nvPr/>
              </p14:nvContentPartPr>
              <p14:xfrm>
                <a:off x="3625495" y="5624804"/>
                <a:ext cx="112680" cy="348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91FE6DB-A244-B20F-291B-3FD8EEFC0C2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616855" y="5615804"/>
                  <a:ext cx="1303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8580247-4E70-FBFC-DB42-2CF85A54C0A5}"/>
                    </a:ext>
                  </a:extLst>
                </p14:cNvPr>
                <p14:cNvContentPartPr/>
                <p14:nvPr/>
              </p14:nvContentPartPr>
              <p14:xfrm>
                <a:off x="3374935" y="5826044"/>
                <a:ext cx="490320" cy="158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8580247-4E70-FBFC-DB42-2CF85A54C0A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366295" y="5817404"/>
                  <a:ext cx="507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338499F-3230-9A40-8F39-7E8FAECCD976}"/>
                    </a:ext>
                  </a:extLst>
                </p14:cNvPr>
                <p14:cNvContentPartPr/>
                <p14:nvPr/>
              </p14:nvContentPartPr>
              <p14:xfrm>
                <a:off x="3828175" y="5801924"/>
                <a:ext cx="118440" cy="1076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338499F-3230-9A40-8F39-7E8FAECCD97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819175" y="5793284"/>
                  <a:ext cx="136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C1E1399-D2BD-39D8-F672-154907C9147B}"/>
                    </a:ext>
                  </a:extLst>
                </p14:cNvPr>
                <p14:cNvContentPartPr/>
                <p14:nvPr/>
              </p14:nvContentPartPr>
              <p14:xfrm>
                <a:off x="3961735" y="5809124"/>
                <a:ext cx="191880" cy="101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C1E1399-D2BD-39D8-F672-154907C9147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952735" y="5800124"/>
                  <a:ext cx="209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E73C1CE-4C63-F054-64C0-2D6B70E8C426}"/>
                    </a:ext>
                  </a:extLst>
                </p14:cNvPr>
                <p14:cNvContentPartPr/>
                <p14:nvPr/>
              </p14:nvContentPartPr>
              <p14:xfrm>
                <a:off x="4175935" y="5818484"/>
                <a:ext cx="108360" cy="788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E73C1CE-4C63-F054-64C0-2D6B70E8C42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67295" y="5809844"/>
                  <a:ext cx="126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DE9183A-A034-1DD9-3AD1-9E57217FDBA4}"/>
                    </a:ext>
                  </a:extLst>
                </p14:cNvPr>
                <p14:cNvContentPartPr/>
                <p14:nvPr/>
              </p14:nvContentPartPr>
              <p14:xfrm>
                <a:off x="4315975" y="5793644"/>
                <a:ext cx="218520" cy="1000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DE9183A-A034-1DD9-3AD1-9E57217FDBA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307335" y="5785004"/>
                  <a:ext cx="236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41E7E21-8D41-078D-AEEB-E34E1036F6EB}"/>
                    </a:ext>
                  </a:extLst>
                </p14:cNvPr>
                <p14:cNvContentPartPr/>
                <p14:nvPr/>
              </p14:nvContentPartPr>
              <p14:xfrm>
                <a:off x="4511455" y="5829644"/>
                <a:ext cx="104760" cy="379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41E7E21-8D41-078D-AEEB-E34E1036F6E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502815" y="5821004"/>
                  <a:ext cx="12240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5CEE029-5B23-54A8-2E53-98784B9AE2EC}"/>
                    </a:ext>
                  </a:extLst>
                </p14:cNvPr>
                <p14:cNvContentPartPr/>
                <p14:nvPr/>
              </p14:nvContentPartPr>
              <p14:xfrm>
                <a:off x="4741495" y="5828564"/>
                <a:ext cx="87840" cy="216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5CEE029-5B23-54A8-2E53-98784B9AE2E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732855" y="5819564"/>
                  <a:ext cx="105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8015FF9-FDE4-AF8A-9241-E9161C4F2980}"/>
                    </a:ext>
                  </a:extLst>
                </p14:cNvPr>
                <p14:cNvContentPartPr/>
                <p14:nvPr/>
              </p14:nvContentPartPr>
              <p14:xfrm>
                <a:off x="4739695" y="5883284"/>
                <a:ext cx="151200" cy="19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8015FF9-FDE4-AF8A-9241-E9161C4F298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730695" y="5874644"/>
                  <a:ext cx="168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93C78F4-4557-54D0-3084-18F35DCBED03}"/>
                    </a:ext>
                  </a:extLst>
                </p14:cNvPr>
                <p14:cNvContentPartPr/>
                <p14:nvPr/>
              </p14:nvContentPartPr>
              <p14:xfrm>
                <a:off x="4987015" y="5746484"/>
                <a:ext cx="16200" cy="2030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93C78F4-4557-54D0-3084-18F35DCBED0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78375" y="5737844"/>
                  <a:ext cx="33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D1161EA-3513-29CF-FDEE-8A89378EAC50}"/>
                    </a:ext>
                  </a:extLst>
                </p14:cNvPr>
                <p14:cNvContentPartPr/>
                <p14:nvPr/>
              </p14:nvContentPartPr>
              <p14:xfrm>
                <a:off x="4960015" y="5700764"/>
                <a:ext cx="198360" cy="2185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D1161EA-3513-29CF-FDEE-8A89378EAC5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951375" y="5692124"/>
                  <a:ext cx="216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428E3D3-4584-E198-9EEB-0DBD6A0E4563}"/>
                    </a:ext>
                  </a:extLst>
                </p14:cNvPr>
                <p14:cNvContentPartPr/>
                <p14:nvPr/>
              </p14:nvContentPartPr>
              <p14:xfrm>
                <a:off x="5116975" y="5549204"/>
                <a:ext cx="190440" cy="1717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428E3D3-4584-E198-9EEB-0DBD6A0E456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108335" y="5540564"/>
                  <a:ext cx="208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DB9C117-253A-8ECB-F873-08E2DB30E0F5}"/>
                    </a:ext>
                  </a:extLst>
                </p14:cNvPr>
                <p14:cNvContentPartPr/>
                <p14:nvPr/>
              </p14:nvContentPartPr>
              <p14:xfrm>
                <a:off x="5345215" y="5789684"/>
                <a:ext cx="134280" cy="104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DB9C117-253A-8ECB-F873-08E2DB30E0F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36575" y="5780684"/>
                  <a:ext cx="15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BA70676-4DD9-FC31-E9F2-F785C4B816C9}"/>
                    </a:ext>
                  </a:extLst>
                </p14:cNvPr>
                <p14:cNvContentPartPr/>
                <p14:nvPr/>
              </p14:nvContentPartPr>
              <p14:xfrm>
                <a:off x="5328295" y="5851604"/>
                <a:ext cx="199440" cy="223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BA70676-4DD9-FC31-E9F2-F785C4B816C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19655" y="5842604"/>
                  <a:ext cx="217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FFEBA05-04E8-2DF5-7594-A12C81CE4A86}"/>
                    </a:ext>
                  </a:extLst>
                </p14:cNvPr>
                <p14:cNvContentPartPr/>
                <p14:nvPr/>
              </p14:nvContentPartPr>
              <p14:xfrm>
                <a:off x="5841295" y="5716604"/>
                <a:ext cx="25920" cy="1627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FFEBA05-04E8-2DF5-7594-A12C81CE4A8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832655" y="5707964"/>
                  <a:ext cx="43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DFCDFCB-0801-7DD0-64DE-3A603CEA2FA9}"/>
                    </a:ext>
                  </a:extLst>
                </p14:cNvPr>
                <p14:cNvContentPartPr/>
                <p14:nvPr/>
              </p14:nvContentPartPr>
              <p14:xfrm>
                <a:off x="6057295" y="5791484"/>
                <a:ext cx="277920" cy="244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DFCDFCB-0801-7DD0-64DE-3A603CEA2FA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48295" y="5782484"/>
                  <a:ext cx="295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3FD8F99-1C90-CBB5-DD47-EBC1D8595D2F}"/>
                    </a:ext>
                  </a:extLst>
                </p14:cNvPr>
                <p14:cNvContentPartPr/>
                <p14:nvPr/>
              </p14:nvContentPartPr>
              <p14:xfrm>
                <a:off x="6604495" y="5678804"/>
                <a:ext cx="203400" cy="263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3FD8F99-1C90-CBB5-DD47-EBC1D8595D2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95495" y="5670164"/>
                  <a:ext cx="2210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29DA422-89E6-9F49-3830-26C63D7F6676}"/>
                    </a:ext>
                  </a:extLst>
                </p14:cNvPr>
                <p14:cNvContentPartPr/>
                <p14:nvPr/>
              </p14:nvContentPartPr>
              <p14:xfrm>
                <a:off x="6896815" y="5764844"/>
                <a:ext cx="163080" cy="2905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29DA422-89E6-9F49-3830-26C63D7F667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887815" y="5756204"/>
                  <a:ext cx="1807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0B2AF10-A2CC-60BE-353B-C64BA6A6852E}"/>
                    </a:ext>
                  </a:extLst>
                </p14:cNvPr>
                <p14:cNvContentPartPr/>
                <p14:nvPr/>
              </p14:nvContentPartPr>
              <p14:xfrm>
                <a:off x="7153855" y="5815964"/>
                <a:ext cx="126000" cy="37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0B2AF10-A2CC-60BE-353B-C64BA6A6852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144855" y="5807324"/>
                  <a:ext cx="143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01E30EF-E0EB-491E-D89B-722259E0B001}"/>
                    </a:ext>
                  </a:extLst>
                </p14:cNvPr>
                <p14:cNvContentPartPr/>
                <p14:nvPr/>
              </p14:nvContentPartPr>
              <p14:xfrm>
                <a:off x="7343215" y="5772044"/>
                <a:ext cx="157320" cy="261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01E30EF-E0EB-491E-D89B-722259E0B00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334215" y="5763044"/>
                  <a:ext cx="1749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A9E1030-A7FC-F1B5-04EA-D27CE46F1F18}"/>
                    </a:ext>
                  </a:extLst>
                </p14:cNvPr>
                <p14:cNvContentPartPr/>
                <p14:nvPr/>
              </p14:nvContentPartPr>
              <p14:xfrm>
                <a:off x="7356535" y="5636324"/>
                <a:ext cx="96480" cy="964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A9E1030-A7FC-F1B5-04EA-D27CE46F1F1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347895" y="5627684"/>
                  <a:ext cx="1141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A587B58-44FE-3212-0A21-84578ADE2FA9}"/>
                    </a:ext>
                  </a:extLst>
                </p14:cNvPr>
                <p14:cNvContentPartPr/>
                <p14:nvPr/>
              </p14:nvContentPartPr>
              <p14:xfrm>
                <a:off x="7600615" y="5610044"/>
                <a:ext cx="68760" cy="3171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A587B58-44FE-3212-0A21-84578ADE2FA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591615" y="5601044"/>
                  <a:ext cx="864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AA45A7E-F606-37DF-F53C-A11945209131}"/>
                    </a:ext>
                  </a:extLst>
                </p14:cNvPr>
                <p14:cNvContentPartPr/>
                <p14:nvPr/>
              </p14:nvContentPartPr>
              <p14:xfrm>
                <a:off x="6840655" y="5659724"/>
                <a:ext cx="144360" cy="3157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AA45A7E-F606-37DF-F53C-A1194520913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832015" y="5651084"/>
                  <a:ext cx="1620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533B249-A4B8-EEC9-9B1B-3B4ABBA9C238}"/>
                    </a:ext>
                  </a:extLst>
                </p14:cNvPr>
                <p14:cNvContentPartPr/>
                <p14:nvPr/>
              </p14:nvContentPartPr>
              <p14:xfrm>
                <a:off x="7706455" y="5496644"/>
                <a:ext cx="289440" cy="1306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533B249-A4B8-EEC9-9B1B-3B4ABBA9C23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697455" y="5487644"/>
                  <a:ext cx="307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8707EC1-5BF9-F19A-FA58-224DCD6D2CB2}"/>
                    </a:ext>
                  </a:extLst>
                </p14:cNvPr>
                <p14:cNvContentPartPr/>
                <p14:nvPr/>
              </p14:nvContentPartPr>
              <p14:xfrm>
                <a:off x="6581455" y="6066524"/>
                <a:ext cx="1446120" cy="676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8707EC1-5BF9-F19A-FA58-224DCD6D2CB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572455" y="6057524"/>
                  <a:ext cx="1463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08CBE2E-DE13-9C83-C938-EB022125DA31}"/>
                    </a:ext>
                  </a:extLst>
                </p14:cNvPr>
                <p14:cNvContentPartPr/>
                <p14:nvPr/>
              </p14:nvContentPartPr>
              <p14:xfrm>
                <a:off x="6731575" y="6292964"/>
                <a:ext cx="183960" cy="2264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08CBE2E-DE13-9C83-C938-EB022125DA3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722575" y="6284324"/>
                  <a:ext cx="201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3F92DAF-1DB4-21A9-F4E7-152B889539E0}"/>
                    </a:ext>
                  </a:extLst>
                </p14:cNvPr>
                <p14:cNvContentPartPr/>
                <p14:nvPr/>
              </p14:nvContentPartPr>
              <p14:xfrm>
                <a:off x="6965935" y="6358484"/>
                <a:ext cx="187560" cy="2725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3F92DAF-1DB4-21A9-F4E7-152B889539E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957295" y="6349484"/>
                  <a:ext cx="2052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0158514-9FE6-20D0-0D55-9367EDC0A785}"/>
                    </a:ext>
                  </a:extLst>
                </p14:cNvPr>
                <p14:cNvContentPartPr/>
                <p14:nvPr/>
              </p14:nvContentPartPr>
              <p14:xfrm>
                <a:off x="7239175" y="6407084"/>
                <a:ext cx="110880" cy="30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0158514-9FE6-20D0-0D55-9367EDC0A78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230175" y="6398084"/>
                  <a:ext cx="1285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6C5C84E-9227-9EAD-48BB-5B16A00E7F0B}"/>
                    </a:ext>
                  </a:extLst>
                </p14:cNvPr>
                <p14:cNvContentPartPr/>
                <p14:nvPr/>
              </p14:nvContentPartPr>
              <p14:xfrm>
                <a:off x="7437535" y="6370004"/>
                <a:ext cx="163440" cy="277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6C5C84E-9227-9EAD-48BB-5B16A00E7F0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428535" y="6361004"/>
                  <a:ext cx="1810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E988DFD-1C0C-1AA3-9C37-2B67599E0E9A}"/>
                    </a:ext>
                  </a:extLst>
                </p14:cNvPr>
                <p14:cNvContentPartPr/>
                <p14:nvPr/>
              </p14:nvContentPartPr>
              <p14:xfrm>
                <a:off x="7498015" y="6302684"/>
                <a:ext cx="119160" cy="25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E988DFD-1C0C-1AA3-9C37-2B67599E0E9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489375" y="6294044"/>
                  <a:ext cx="136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781746E-8AA9-3FE2-86BF-DD9447BFABD4}"/>
                    </a:ext>
                  </a:extLst>
                </p14:cNvPr>
                <p14:cNvContentPartPr/>
                <p14:nvPr/>
              </p14:nvContentPartPr>
              <p14:xfrm>
                <a:off x="7694575" y="6238964"/>
                <a:ext cx="94320" cy="3070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781746E-8AA9-3FE2-86BF-DD9447BFABD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685935" y="6230324"/>
                  <a:ext cx="1119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DD13BE4-0CC8-6345-FB13-503EDF02FEB3}"/>
                    </a:ext>
                  </a:extLst>
                </p14:cNvPr>
                <p14:cNvContentPartPr/>
                <p14:nvPr/>
              </p14:nvContentPartPr>
              <p14:xfrm>
                <a:off x="6860455" y="6250844"/>
                <a:ext cx="138600" cy="2844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DD13BE4-0CC8-6345-FB13-503EDF02FEB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851455" y="6242204"/>
                  <a:ext cx="1562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811841C-53E7-92E4-7C66-22DF0A80FE3F}"/>
                    </a:ext>
                  </a:extLst>
                </p14:cNvPr>
                <p14:cNvContentPartPr/>
                <p14:nvPr/>
              </p14:nvContentPartPr>
              <p14:xfrm>
                <a:off x="7896895" y="6210164"/>
                <a:ext cx="280440" cy="98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811841C-53E7-92E4-7C66-22DF0A80FE3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888255" y="6201524"/>
                  <a:ext cx="298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B7B17DF-C7A2-4306-A652-90E0C7AC4CF1}"/>
                    </a:ext>
                  </a:extLst>
                </p14:cNvPr>
                <p14:cNvContentPartPr/>
                <p14:nvPr/>
              </p14:nvContentPartPr>
              <p14:xfrm>
                <a:off x="3327775" y="5374964"/>
                <a:ext cx="239400" cy="1328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B7B17DF-C7A2-4306-A652-90E0C7AC4CF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318775" y="5365964"/>
                  <a:ext cx="257040" cy="13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0518B47-6A63-A867-6B2A-C64AED10D575}"/>
                    </a:ext>
                  </a:extLst>
                </p14:cNvPr>
                <p14:cNvContentPartPr/>
                <p14:nvPr/>
              </p14:nvContentPartPr>
              <p14:xfrm>
                <a:off x="3403735" y="5239244"/>
                <a:ext cx="4964400" cy="15919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0518B47-6A63-A867-6B2A-C64AED10D57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395095" y="5230244"/>
                  <a:ext cx="4982040" cy="160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084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A007D3D-C5D1-08C1-74CC-41116B7FF01B}"/>
              </a:ext>
            </a:extLst>
          </p:cNvPr>
          <p:cNvGrpSpPr/>
          <p:nvPr/>
        </p:nvGrpSpPr>
        <p:grpSpPr>
          <a:xfrm>
            <a:off x="1142935" y="922844"/>
            <a:ext cx="1520280" cy="642960"/>
            <a:chOff x="1142935" y="922844"/>
            <a:chExt cx="152028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335D5BF-3A93-E54F-00E4-FE4EEA31B41B}"/>
                    </a:ext>
                  </a:extLst>
                </p14:cNvPr>
                <p14:cNvContentPartPr/>
                <p14:nvPr/>
              </p14:nvContentPartPr>
              <p14:xfrm>
                <a:off x="1264255" y="961724"/>
                <a:ext cx="5760" cy="321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335D5BF-3A93-E54F-00E4-FE4EEA31B41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55615" y="953084"/>
                  <a:ext cx="234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1D50D29-F3DA-7980-B5CE-C43327CAC79A}"/>
                    </a:ext>
                  </a:extLst>
                </p14:cNvPr>
                <p14:cNvContentPartPr/>
                <p14:nvPr/>
              </p14:nvContentPartPr>
              <p14:xfrm>
                <a:off x="1142935" y="922844"/>
                <a:ext cx="544680" cy="284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1D50D29-F3DA-7980-B5CE-C43327CAC79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34295" y="914204"/>
                  <a:ext cx="5623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E4092B7-AA08-317D-3CF9-56AFE8F59329}"/>
                    </a:ext>
                  </a:extLst>
                </p14:cNvPr>
                <p14:cNvContentPartPr/>
                <p14:nvPr/>
              </p14:nvContentPartPr>
              <p14:xfrm>
                <a:off x="1629295" y="1037324"/>
                <a:ext cx="138600" cy="528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E4092B7-AA08-317D-3CF9-56AFE8F5932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20295" y="1028324"/>
                  <a:ext cx="15624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A7D876F-FCA1-558A-2973-5B8F26F60770}"/>
                    </a:ext>
                  </a:extLst>
                </p14:cNvPr>
                <p14:cNvContentPartPr/>
                <p14:nvPr/>
              </p14:nvContentPartPr>
              <p14:xfrm>
                <a:off x="1751695" y="1067924"/>
                <a:ext cx="144720" cy="12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A7D876F-FCA1-558A-2973-5B8F26F607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43055" y="1058924"/>
                  <a:ext cx="162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A062830-4EDF-BD05-5E93-677A71A48A33}"/>
                    </a:ext>
                  </a:extLst>
                </p14:cNvPr>
                <p14:cNvContentPartPr/>
                <p14:nvPr/>
              </p14:nvContentPartPr>
              <p14:xfrm>
                <a:off x="1933495" y="1058204"/>
                <a:ext cx="191160" cy="120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A062830-4EDF-BD05-5E93-677A71A48A3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24495" y="1049564"/>
                  <a:ext cx="208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1A62C2D-D633-99E6-F7B3-741129180123}"/>
                    </a:ext>
                  </a:extLst>
                </p14:cNvPr>
                <p14:cNvContentPartPr/>
                <p14:nvPr/>
              </p14:nvContentPartPr>
              <p14:xfrm>
                <a:off x="2133295" y="1040204"/>
                <a:ext cx="46080" cy="132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1A62C2D-D633-99E6-F7B3-7411291801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24295" y="1031204"/>
                  <a:ext cx="637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0F466A-BD9C-CBFF-ED47-17761D5EED6B}"/>
                    </a:ext>
                  </a:extLst>
                </p14:cNvPr>
                <p14:cNvContentPartPr/>
                <p14:nvPr/>
              </p14:nvContentPartPr>
              <p14:xfrm>
                <a:off x="2230135" y="1068284"/>
                <a:ext cx="48600" cy="10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0F466A-BD9C-CBFF-ED47-17761D5EED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21135" y="1059644"/>
                  <a:ext cx="66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59D80C-819E-384D-79A3-31D9DEE9D249}"/>
                    </a:ext>
                  </a:extLst>
                </p14:cNvPr>
                <p14:cNvContentPartPr/>
                <p14:nvPr/>
              </p14:nvContentPartPr>
              <p14:xfrm>
                <a:off x="2238055" y="1001684"/>
                <a:ext cx="58680" cy="48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59D80C-819E-384D-79A3-31D9DEE9D24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29415" y="993044"/>
                  <a:ext cx="76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0719AF-6C72-7CD0-3F1E-D1EB607B175A}"/>
                    </a:ext>
                  </a:extLst>
                </p14:cNvPr>
                <p14:cNvContentPartPr/>
                <p14:nvPr/>
              </p14:nvContentPartPr>
              <p14:xfrm>
                <a:off x="2363695" y="1049564"/>
                <a:ext cx="70920" cy="10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0719AF-6C72-7CD0-3F1E-D1EB607B175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54695" y="1040564"/>
                  <a:ext cx="88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9F8B353-A55D-9448-8AF7-9D64890FDB0F}"/>
                    </a:ext>
                  </a:extLst>
                </p14:cNvPr>
                <p14:cNvContentPartPr/>
                <p14:nvPr/>
              </p14:nvContentPartPr>
              <p14:xfrm>
                <a:off x="2503375" y="1035884"/>
                <a:ext cx="159840" cy="192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9F8B353-A55D-9448-8AF7-9D64890FDB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94375" y="1027244"/>
                  <a:ext cx="17748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C9C1A5-392A-ADE3-B689-D9E1195D4D26}"/>
              </a:ext>
            </a:extLst>
          </p:cNvPr>
          <p:cNvGrpSpPr/>
          <p:nvPr/>
        </p:nvGrpSpPr>
        <p:grpSpPr>
          <a:xfrm>
            <a:off x="3078295" y="1069004"/>
            <a:ext cx="479160" cy="163800"/>
            <a:chOff x="3078295" y="1069004"/>
            <a:chExt cx="47916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715E926-32DE-6E2D-13C0-20CD8DC414B3}"/>
                    </a:ext>
                  </a:extLst>
                </p14:cNvPr>
                <p14:cNvContentPartPr/>
                <p14:nvPr/>
              </p14:nvContentPartPr>
              <p14:xfrm>
                <a:off x="3078295" y="1122644"/>
                <a:ext cx="429120" cy="46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715E926-32DE-6E2D-13C0-20CD8DC414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69295" y="1113644"/>
                  <a:ext cx="4467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0878007-AB0F-CF16-E774-C736C6D42659}"/>
                    </a:ext>
                  </a:extLst>
                </p14:cNvPr>
                <p14:cNvContentPartPr/>
                <p14:nvPr/>
              </p14:nvContentPartPr>
              <p14:xfrm>
                <a:off x="3418135" y="1069004"/>
                <a:ext cx="139320" cy="163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0878007-AB0F-CF16-E774-C736C6D4265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09495" y="1060004"/>
                  <a:ext cx="15696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D9510F-5E77-6EDA-CE85-5EBC4D2CFC11}"/>
              </a:ext>
            </a:extLst>
          </p:cNvPr>
          <p:cNvGrpSpPr/>
          <p:nvPr/>
        </p:nvGrpSpPr>
        <p:grpSpPr>
          <a:xfrm>
            <a:off x="3952375" y="915644"/>
            <a:ext cx="1387440" cy="451440"/>
            <a:chOff x="3952375" y="915644"/>
            <a:chExt cx="1387440" cy="45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9338771-C387-ED62-284D-53A1123799F2}"/>
                    </a:ext>
                  </a:extLst>
                </p14:cNvPr>
                <p14:cNvContentPartPr/>
                <p14:nvPr/>
              </p14:nvContentPartPr>
              <p14:xfrm>
                <a:off x="3962815" y="922124"/>
                <a:ext cx="199080" cy="246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9338771-C387-ED62-284D-53A1123799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54175" y="913484"/>
                  <a:ext cx="2167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04296C0-7191-E316-F3A7-DD3B01216441}"/>
                    </a:ext>
                  </a:extLst>
                </p14:cNvPr>
                <p14:cNvContentPartPr/>
                <p14:nvPr/>
              </p14:nvContentPartPr>
              <p14:xfrm>
                <a:off x="3952375" y="1016084"/>
                <a:ext cx="351000" cy="88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04296C0-7191-E316-F3A7-DD3B0121644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43375" y="1007084"/>
                  <a:ext cx="368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9ECC814-84B4-2B32-24D4-87624DB72C93}"/>
                    </a:ext>
                  </a:extLst>
                </p14:cNvPr>
                <p14:cNvContentPartPr/>
                <p14:nvPr/>
              </p14:nvContentPartPr>
              <p14:xfrm>
                <a:off x="4283575" y="962804"/>
                <a:ext cx="131760" cy="125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9ECC814-84B4-2B32-24D4-87624DB72C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74575" y="954164"/>
                  <a:ext cx="149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12B451-050E-C89E-EC1D-12A9C234E716}"/>
                    </a:ext>
                  </a:extLst>
                </p14:cNvPr>
                <p14:cNvContentPartPr/>
                <p14:nvPr/>
              </p14:nvContentPartPr>
              <p14:xfrm>
                <a:off x="4423615" y="970724"/>
                <a:ext cx="114840" cy="91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12B451-050E-C89E-EC1D-12A9C234E71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14615" y="961724"/>
                  <a:ext cx="132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2833B2-BAFC-CCE3-C550-9366A88251BB}"/>
                    </a:ext>
                  </a:extLst>
                </p14:cNvPr>
                <p14:cNvContentPartPr/>
                <p14:nvPr/>
              </p14:nvContentPartPr>
              <p14:xfrm>
                <a:off x="4561855" y="964244"/>
                <a:ext cx="162360" cy="98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2833B2-BAFC-CCE3-C550-9366A88251B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52855" y="955244"/>
                  <a:ext cx="180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BF532C2-9996-FBF0-4B3F-ED5DABF4CE56}"/>
                    </a:ext>
                  </a:extLst>
                </p14:cNvPr>
                <p14:cNvContentPartPr/>
                <p14:nvPr/>
              </p14:nvContentPartPr>
              <p14:xfrm>
                <a:off x="4757695" y="940124"/>
                <a:ext cx="129240" cy="90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BF532C2-9996-FBF0-4B3F-ED5DABF4CE5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49055" y="931484"/>
                  <a:ext cx="146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3AE9B1B-FF63-4A02-64FB-1FD2089AD21A}"/>
                    </a:ext>
                  </a:extLst>
                </p14:cNvPr>
                <p14:cNvContentPartPr/>
                <p14:nvPr/>
              </p14:nvContentPartPr>
              <p14:xfrm>
                <a:off x="4908895" y="921764"/>
                <a:ext cx="192240" cy="106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3AE9B1B-FF63-4A02-64FB-1FD2089AD21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00255" y="913124"/>
                  <a:ext cx="2098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0E1BAA-4D64-0D35-0F31-971A20B73D43}"/>
                    </a:ext>
                  </a:extLst>
                </p14:cNvPr>
                <p14:cNvContentPartPr/>
                <p14:nvPr/>
              </p14:nvContentPartPr>
              <p14:xfrm>
                <a:off x="5101855" y="915644"/>
                <a:ext cx="237960" cy="451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0E1BAA-4D64-0D35-0F31-971A20B73D4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93215" y="907004"/>
                  <a:ext cx="255600" cy="46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DE5F292-B6CD-7791-44CD-94F856E85918}"/>
              </a:ext>
            </a:extLst>
          </p:cNvPr>
          <p:cNvGrpSpPr/>
          <p:nvPr/>
        </p:nvGrpSpPr>
        <p:grpSpPr>
          <a:xfrm>
            <a:off x="3628735" y="365924"/>
            <a:ext cx="1724040" cy="366840"/>
            <a:chOff x="3628735" y="365924"/>
            <a:chExt cx="172404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1EB3B9-E4C9-85D4-8A70-7C8A308D9858}"/>
                    </a:ext>
                  </a:extLst>
                </p14:cNvPr>
                <p14:cNvContentPartPr/>
                <p14:nvPr/>
              </p14:nvContentPartPr>
              <p14:xfrm>
                <a:off x="3711175" y="365924"/>
                <a:ext cx="322920" cy="366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1EB3B9-E4C9-85D4-8A70-7C8A308D985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02535" y="356924"/>
                  <a:ext cx="3405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A0B40A0-8876-349D-71D2-ED1230ED7EF5}"/>
                    </a:ext>
                  </a:extLst>
                </p14:cNvPr>
                <p14:cNvContentPartPr/>
                <p14:nvPr/>
              </p14:nvContentPartPr>
              <p14:xfrm>
                <a:off x="3628735" y="472124"/>
                <a:ext cx="1068480" cy="178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A0B40A0-8876-349D-71D2-ED1230ED7EF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19735" y="463484"/>
                  <a:ext cx="1086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9EAF516-15F3-703C-7C8A-6E8CCF329C56}"/>
                    </a:ext>
                  </a:extLst>
                </p14:cNvPr>
                <p14:cNvContentPartPr/>
                <p14:nvPr/>
              </p14:nvContentPartPr>
              <p14:xfrm>
                <a:off x="4706935" y="503444"/>
                <a:ext cx="252360" cy="137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9EAF516-15F3-703C-7C8A-6E8CCF329C5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98295" y="494804"/>
                  <a:ext cx="270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CA74607-17F8-C122-3A62-FD987E761128}"/>
                    </a:ext>
                  </a:extLst>
                </p14:cNvPr>
                <p14:cNvContentPartPr/>
                <p14:nvPr/>
              </p14:nvContentPartPr>
              <p14:xfrm>
                <a:off x="4921855" y="546284"/>
                <a:ext cx="88920" cy="113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CA74607-17F8-C122-3A62-FD987E7611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12855" y="537644"/>
                  <a:ext cx="106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4891CE-D29B-947B-B29A-3E4DA7E858E7}"/>
                    </a:ext>
                  </a:extLst>
                </p14:cNvPr>
                <p14:cNvContentPartPr/>
                <p14:nvPr/>
              </p14:nvContentPartPr>
              <p14:xfrm>
                <a:off x="4979455" y="494084"/>
                <a:ext cx="21240" cy="43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4891CE-D29B-947B-B29A-3E4DA7E858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70455" y="485084"/>
                  <a:ext cx="38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DA04AE-A391-7926-93F7-B23A2E008B7E}"/>
                    </a:ext>
                  </a:extLst>
                </p14:cNvPr>
                <p14:cNvContentPartPr/>
                <p14:nvPr/>
              </p14:nvContentPartPr>
              <p14:xfrm>
                <a:off x="5055055" y="539444"/>
                <a:ext cx="90360" cy="89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DA04AE-A391-7926-93F7-B23A2E008B7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46055" y="530444"/>
                  <a:ext cx="1080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A7C84FE-E07D-51A9-F812-18832E8F6AB5}"/>
                    </a:ext>
                  </a:extLst>
                </p14:cNvPr>
                <p14:cNvContentPartPr/>
                <p14:nvPr/>
              </p14:nvContentPartPr>
              <p14:xfrm>
                <a:off x="5185735" y="521084"/>
                <a:ext cx="167040" cy="135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A7C84FE-E07D-51A9-F812-18832E8F6A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77095" y="512084"/>
                  <a:ext cx="18468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1A59382-161C-F3B7-87BF-0952B928A7A9}"/>
              </a:ext>
            </a:extLst>
          </p:cNvPr>
          <p:cNvGrpSpPr/>
          <p:nvPr/>
        </p:nvGrpSpPr>
        <p:grpSpPr>
          <a:xfrm>
            <a:off x="5662735" y="401204"/>
            <a:ext cx="1139040" cy="211680"/>
            <a:chOff x="5662735" y="401204"/>
            <a:chExt cx="1139040" cy="21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F3B8B1-4BFD-5FE6-0A6F-3B3A86C2AD26}"/>
                    </a:ext>
                  </a:extLst>
                </p14:cNvPr>
                <p14:cNvContentPartPr/>
                <p14:nvPr/>
              </p14:nvContentPartPr>
              <p14:xfrm>
                <a:off x="5662735" y="511364"/>
                <a:ext cx="250560" cy="10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F3B8B1-4BFD-5FE6-0A6F-3B3A86C2AD2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53735" y="502364"/>
                  <a:ext cx="2682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955671-102C-5C57-E6F1-CF516D54AC84}"/>
                    </a:ext>
                  </a:extLst>
                </p14:cNvPr>
                <p14:cNvContentPartPr/>
                <p14:nvPr/>
              </p14:nvContentPartPr>
              <p14:xfrm>
                <a:off x="5943535" y="401564"/>
                <a:ext cx="195120" cy="169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955671-102C-5C57-E6F1-CF516D54AC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34535" y="392924"/>
                  <a:ext cx="212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541743-BCF0-627C-C6CC-873D876F2027}"/>
                    </a:ext>
                  </a:extLst>
                </p14:cNvPr>
                <p14:cNvContentPartPr/>
                <p14:nvPr/>
              </p14:nvContentPartPr>
              <p14:xfrm>
                <a:off x="6087895" y="488684"/>
                <a:ext cx="64440" cy="19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541743-BCF0-627C-C6CC-873D876F202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79255" y="480044"/>
                  <a:ext cx="82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9BC5239-2C7E-04A0-939E-EA63E9139ADF}"/>
                    </a:ext>
                  </a:extLst>
                </p14:cNvPr>
                <p14:cNvContentPartPr/>
                <p14:nvPr/>
              </p14:nvContentPartPr>
              <p14:xfrm>
                <a:off x="6225775" y="486884"/>
                <a:ext cx="252360" cy="86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9BC5239-2C7E-04A0-939E-EA63E9139AD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16775" y="478244"/>
                  <a:ext cx="2700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E0368B-0AAD-49EC-588C-3FC164C086BF}"/>
                    </a:ext>
                  </a:extLst>
                </p14:cNvPr>
                <p14:cNvContentPartPr/>
                <p14:nvPr/>
              </p14:nvContentPartPr>
              <p14:xfrm>
                <a:off x="6407215" y="401204"/>
                <a:ext cx="78840" cy="80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E0368B-0AAD-49EC-588C-3FC164C086B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98575" y="392564"/>
                  <a:ext cx="96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DFE360-CA50-213F-DC91-F20B44320929}"/>
                    </a:ext>
                  </a:extLst>
                </p14:cNvPr>
                <p14:cNvContentPartPr/>
                <p14:nvPr/>
              </p14:nvContentPartPr>
              <p14:xfrm>
                <a:off x="6580735" y="415964"/>
                <a:ext cx="199080" cy="135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DFE360-CA50-213F-DC91-F20B443209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71735" y="406964"/>
                  <a:ext cx="2167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926B222-BA43-C46D-4E68-E2A284086A6C}"/>
                    </a:ext>
                  </a:extLst>
                </p14:cNvPr>
                <p14:cNvContentPartPr/>
                <p14:nvPr/>
              </p14:nvContentPartPr>
              <p14:xfrm>
                <a:off x="6796735" y="436844"/>
                <a:ext cx="5040" cy="3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926B222-BA43-C46D-4E68-E2A284086A6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88095" y="428204"/>
                  <a:ext cx="2268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D12F17B-2990-8A54-0CED-5DA03FD071CC}"/>
              </a:ext>
            </a:extLst>
          </p:cNvPr>
          <p:cNvGrpSpPr/>
          <p:nvPr/>
        </p:nvGrpSpPr>
        <p:grpSpPr>
          <a:xfrm>
            <a:off x="1239775" y="1844084"/>
            <a:ext cx="2235240" cy="370080"/>
            <a:chOff x="1239775" y="1844084"/>
            <a:chExt cx="223524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9C7B928-3913-880D-199F-470DC9276AFF}"/>
                    </a:ext>
                  </a:extLst>
                </p14:cNvPr>
                <p14:cNvContentPartPr/>
                <p14:nvPr/>
              </p14:nvContentPartPr>
              <p14:xfrm>
                <a:off x="1239775" y="1844084"/>
                <a:ext cx="371160" cy="37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9C7B928-3913-880D-199F-470DC9276A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30775" y="1835444"/>
                  <a:ext cx="3888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9FD25AF-8830-D136-D11D-B55C406F1685}"/>
                    </a:ext>
                  </a:extLst>
                </p14:cNvPr>
                <p14:cNvContentPartPr/>
                <p14:nvPr/>
              </p14:nvContentPartPr>
              <p14:xfrm>
                <a:off x="1605535" y="1971884"/>
                <a:ext cx="175680" cy="12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9FD25AF-8830-D136-D11D-B55C406F168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96535" y="1963244"/>
                  <a:ext cx="193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0AF5ED-F904-8FFD-8923-008E800CE15A}"/>
                    </a:ext>
                  </a:extLst>
                </p14:cNvPr>
                <p14:cNvContentPartPr/>
                <p14:nvPr/>
              </p14:nvContentPartPr>
              <p14:xfrm>
                <a:off x="1814695" y="1945244"/>
                <a:ext cx="43200" cy="130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0AF5ED-F904-8FFD-8923-008E800CE15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06055" y="1936604"/>
                  <a:ext cx="608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C7ED3F0-46B5-0A0F-1686-A587F94735B1}"/>
                    </a:ext>
                  </a:extLst>
                </p14:cNvPr>
                <p14:cNvContentPartPr/>
                <p14:nvPr/>
              </p14:nvContentPartPr>
              <p14:xfrm>
                <a:off x="1911535" y="1938404"/>
                <a:ext cx="81360" cy="137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C7ED3F0-46B5-0A0F-1686-A587F94735B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02535" y="1929404"/>
                  <a:ext cx="990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14D7ABA-40CA-AEEE-F7E7-DDCB8B746236}"/>
                    </a:ext>
                  </a:extLst>
                </p14:cNvPr>
                <p14:cNvContentPartPr/>
                <p14:nvPr/>
              </p14:nvContentPartPr>
              <p14:xfrm>
                <a:off x="2061655" y="1944164"/>
                <a:ext cx="36360" cy="115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14D7ABA-40CA-AEEE-F7E7-DDCB8B74623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52655" y="1935524"/>
                  <a:ext cx="54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794153-9C17-2F37-9ED6-82069A06ABBB}"/>
                    </a:ext>
                  </a:extLst>
                </p14:cNvPr>
                <p14:cNvContentPartPr/>
                <p14:nvPr/>
              </p14:nvContentPartPr>
              <p14:xfrm>
                <a:off x="2048335" y="1922924"/>
                <a:ext cx="14760" cy="8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794153-9C17-2F37-9ED6-82069A06ABB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39695" y="1914284"/>
                  <a:ext cx="32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04D8F84-A2BE-6B89-F857-7179E051EF8A}"/>
                    </a:ext>
                  </a:extLst>
                </p14:cNvPr>
                <p14:cNvContentPartPr/>
                <p14:nvPr/>
              </p14:nvContentPartPr>
              <p14:xfrm>
                <a:off x="2183695" y="1912484"/>
                <a:ext cx="162000" cy="140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04D8F84-A2BE-6B89-F857-7179E051EF8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74695" y="1903844"/>
                  <a:ext cx="179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24897A-88D3-123D-A67D-825CA8C0265A}"/>
                    </a:ext>
                  </a:extLst>
                </p14:cNvPr>
                <p14:cNvContentPartPr/>
                <p14:nvPr/>
              </p14:nvContentPartPr>
              <p14:xfrm>
                <a:off x="2297095" y="1893764"/>
                <a:ext cx="198000" cy="162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24897A-88D3-123D-A67D-825CA8C0265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88095" y="1884764"/>
                  <a:ext cx="2156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9E5CE4-84E1-F9B9-0916-A96225065EA9}"/>
                    </a:ext>
                  </a:extLst>
                </p14:cNvPr>
                <p14:cNvContentPartPr/>
                <p14:nvPr/>
              </p14:nvContentPartPr>
              <p14:xfrm>
                <a:off x="2527855" y="1935524"/>
                <a:ext cx="109080" cy="119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9E5CE4-84E1-F9B9-0916-A96225065EA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19215" y="1926884"/>
                  <a:ext cx="126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03D6669-3D36-A3E2-15E0-6D19C1CBD41D}"/>
                    </a:ext>
                  </a:extLst>
                </p14:cNvPr>
                <p14:cNvContentPartPr/>
                <p14:nvPr/>
              </p14:nvContentPartPr>
              <p14:xfrm>
                <a:off x="2595175" y="1929044"/>
                <a:ext cx="12960" cy="16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03D6669-3D36-A3E2-15E0-6D19C1CBD4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86175" y="1920044"/>
                  <a:ext cx="30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4365087-12D0-BC03-E733-B224FE595AC8}"/>
                    </a:ext>
                  </a:extLst>
                </p14:cNvPr>
                <p14:cNvContentPartPr/>
                <p14:nvPr/>
              </p14:nvContentPartPr>
              <p14:xfrm>
                <a:off x="2736295" y="1905284"/>
                <a:ext cx="275040" cy="255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4365087-12D0-BC03-E733-B224FE595AC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27655" y="1896284"/>
                  <a:ext cx="2926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874D7A9-6F03-E86F-2989-68990FD3BEAD}"/>
                    </a:ext>
                  </a:extLst>
                </p14:cNvPr>
                <p14:cNvContentPartPr/>
                <p14:nvPr/>
              </p14:nvContentPartPr>
              <p14:xfrm>
                <a:off x="3152455" y="1877204"/>
                <a:ext cx="322560" cy="164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874D7A9-6F03-E86F-2989-68990FD3BEA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43455" y="1868204"/>
                  <a:ext cx="34020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9C5A48A-252A-9607-B5DB-45F051A6B4B2}"/>
              </a:ext>
            </a:extLst>
          </p:cNvPr>
          <p:cNvGrpSpPr/>
          <p:nvPr/>
        </p:nvGrpSpPr>
        <p:grpSpPr>
          <a:xfrm>
            <a:off x="3924655" y="1812404"/>
            <a:ext cx="1515960" cy="444960"/>
            <a:chOff x="3924655" y="1812404"/>
            <a:chExt cx="1515960" cy="44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BF552FB-918F-E705-54F9-CBCB1AE48061}"/>
                    </a:ext>
                  </a:extLst>
                </p14:cNvPr>
                <p14:cNvContentPartPr/>
                <p14:nvPr/>
              </p14:nvContentPartPr>
              <p14:xfrm>
                <a:off x="3967495" y="1812404"/>
                <a:ext cx="229680" cy="360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BF552FB-918F-E705-54F9-CBCB1AE4806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58495" y="1803404"/>
                  <a:ext cx="2473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18F35D7-A2AA-AFAC-C75A-6A15160E885C}"/>
                    </a:ext>
                  </a:extLst>
                </p14:cNvPr>
                <p14:cNvContentPartPr/>
                <p14:nvPr/>
              </p14:nvContentPartPr>
              <p14:xfrm>
                <a:off x="3924655" y="1976564"/>
                <a:ext cx="440280" cy="122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18F35D7-A2AA-AFAC-C75A-6A15160E885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16015" y="1967924"/>
                  <a:ext cx="4579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6A0D19-3B26-FA14-ADD3-ED571406E609}"/>
                    </a:ext>
                  </a:extLst>
                </p14:cNvPr>
                <p14:cNvContentPartPr/>
                <p14:nvPr/>
              </p14:nvContentPartPr>
              <p14:xfrm>
                <a:off x="4332895" y="1936244"/>
                <a:ext cx="116280" cy="115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D6A0D19-3B26-FA14-ADD3-ED571406E60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24255" y="1927244"/>
                  <a:ext cx="1339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618F46-BBAA-B215-E833-726278096C52}"/>
                    </a:ext>
                  </a:extLst>
                </p14:cNvPr>
                <p14:cNvContentPartPr/>
                <p14:nvPr/>
              </p14:nvContentPartPr>
              <p14:xfrm>
                <a:off x="4466815" y="1936604"/>
                <a:ext cx="111240" cy="99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618F46-BBAA-B215-E833-726278096C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57815" y="1927964"/>
                  <a:ext cx="128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1743BB-25B9-C2F2-30E1-8F7915BC10E6}"/>
                    </a:ext>
                  </a:extLst>
                </p14:cNvPr>
                <p14:cNvContentPartPr/>
                <p14:nvPr/>
              </p14:nvContentPartPr>
              <p14:xfrm>
                <a:off x="4617655" y="1930844"/>
                <a:ext cx="151920" cy="83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1743BB-25B9-C2F2-30E1-8F7915BC10E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08655" y="1921844"/>
                  <a:ext cx="169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29EDB7C-396A-9A9A-1BCD-4DB8E41E422B}"/>
                    </a:ext>
                  </a:extLst>
                </p14:cNvPr>
                <p14:cNvContentPartPr/>
                <p14:nvPr/>
              </p14:nvContentPartPr>
              <p14:xfrm>
                <a:off x="4843375" y="1902044"/>
                <a:ext cx="119880" cy="92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29EDB7C-396A-9A9A-1BCD-4DB8E41E422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34375" y="1893044"/>
                  <a:ext cx="1375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6731AC8-681C-44BA-B65F-A31AEE555B6A}"/>
                    </a:ext>
                  </a:extLst>
                </p14:cNvPr>
                <p14:cNvContentPartPr/>
                <p14:nvPr/>
              </p14:nvContentPartPr>
              <p14:xfrm>
                <a:off x="5016535" y="1900964"/>
                <a:ext cx="175680" cy="106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6731AC8-681C-44BA-B65F-A31AEE555B6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07895" y="1891964"/>
                  <a:ext cx="193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0223BD3-569A-3B98-B746-82A3C2F6A6FC}"/>
                    </a:ext>
                  </a:extLst>
                </p14:cNvPr>
                <p14:cNvContentPartPr/>
                <p14:nvPr/>
              </p14:nvContentPartPr>
              <p14:xfrm>
                <a:off x="5221015" y="1887644"/>
                <a:ext cx="219600" cy="369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0223BD3-569A-3B98-B746-82A3C2F6A6F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12015" y="1879004"/>
                  <a:ext cx="237240" cy="38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D36A406-C25E-88EC-5355-E407D4C9B751}"/>
              </a:ext>
            </a:extLst>
          </p:cNvPr>
          <p:cNvGrpSpPr/>
          <p:nvPr/>
        </p:nvGrpSpPr>
        <p:grpSpPr>
          <a:xfrm>
            <a:off x="5599375" y="778844"/>
            <a:ext cx="1020600" cy="412920"/>
            <a:chOff x="5599375" y="778844"/>
            <a:chExt cx="1020600" cy="41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04BAABF-A43C-8381-FA63-4AB75ACA9C8A}"/>
                    </a:ext>
                  </a:extLst>
                </p14:cNvPr>
                <p14:cNvContentPartPr/>
                <p14:nvPr/>
              </p14:nvContentPartPr>
              <p14:xfrm>
                <a:off x="5599375" y="1006004"/>
                <a:ext cx="277200" cy="50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04BAABF-A43C-8381-FA63-4AB75ACA9C8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90375" y="997004"/>
                  <a:ext cx="294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067D1CC-3A6D-3760-4B55-5A366F24FC69}"/>
                    </a:ext>
                  </a:extLst>
                </p14:cNvPr>
                <p14:cNvContentPartPr/>
                <p14:nvPr/>
              </p14:nvContentPartPr>
              <p14:xfrm>
                <a:off x="5676415" y="1076564"/>
                <a:ext cx="232920" cy="51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067D1CC-3A6D-3760-4B55-5A366F24FC6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67775" y="1067924"/>
                  <a:ext cx="2505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1AE1364-6BE6-8CDB-FC9E-5F0CDCF6075C}"/>
                    </a:ext>
                  </a:extLst>
                </p14:cNvPr>
                <p14:cNvContentPartPr/>
                <p14:nvPr/>
              </p14:nvContentPartPr>
              <p14:xfrm>
                <a:off x="6086815" y="961004"/>
                <a:ext cx="37800" cy="230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1AE1364-6BE6-8CDB-FC9E-5F0CDCF6075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078175" y="952364"/>
                  <a:ext cx="554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D9C041E-54D6-6C0C-CCFB-CA34C7B24A94}"/>
                    </a:ext>
                  </a:extLst>
                </p14:cNvPr>
                <p14:cNvContentPartPr/>
                <p14:nvPr/>
              </p14:nvContentPartPr>
              <p14:xfrm>
                <a:off x="6088615" y="941564"/>
                <a:ext cx="165240" cy="195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D9C041E-54D6-6C0C-CCFB-CA34C7B24A9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79615" y="932924"/>
                  <a:ext cx="182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769F972-EFA8-952F-B32D-CF58BEE248CE}"/>
                    </a:ext>
                  </a:extLst>
                </p14:cNvPr>
                <p14:cNvContentPartPr/>
                <p14:nvPr/>
              </p14:nvContentPartPr>
              <p14:xfrm>
                <a:off x="6218575" y="778844"/>
                <a:ext cx="237240" cy="107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769F972-EFA8-952F-B32D-CF58BEE248C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09935" y="770204"/>
                  <a:ext cx="254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F586523-80E6-38E1-785D-0A51B80E9210}"/>
                    </a:ext>
                  </a:extLst>
                </p14:cNvPr>
                <p14:cNvContentPartPr/>
                <p14:nvPr/>
              </p14:nvContentPartPr>
              <p14:xfrm>
                <a:off x="6427375" y="971084"/>
                <a:ext cx="126720" cy="21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F586523-80E6-38E1-785D-0A51B80E921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18375" y="962444"/>
                  <a:ext cx="144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A34005C-D596-BF6E-7E4C-85169D71415A}"/>
                    </a:ext>
                  </a:extLst>
                </p14:cNvPr>
                <p14:cNvContentPartPr/>
                <p14:nvPr/>
              </p14:nvContentPartPr>
              <p14:xfrm>
                <a:off x="6475255" y="1018964"/>
                <a:ext cx="144720" cy="33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A34005C-D596-BF6E-7E4C-85169D71415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466255" y="1009964"/>
                  <a:ext cx="16236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67A3463-FF34-29C8-1FB4-EC5117B9F051}"/>
              </a:ext>
            </a:extLst>
          </p:cNvPr>
          <p:cNvGrpSpPr/>
          <p:nvPr/>
        </p:nvGrpSpPr>
        <p:grpSpPr>
          <a:xfrm>
            <a:off x="6867295" y="881084"/>
            <a:ext cx="1394640" cy="225000"/>
            <a:chOff x="6867295" y="881084"/>
            <a:chExt cx="139464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82E484F-FA42-D878-5B43-B8C86BC7CAA8}"/>
                    </a:ext>
                  </a:extLst>
                </p14:cNvPr>
                <p14:cNvContentPartPr/>
                <p14:nvPr/>
              </p14:nvContentPartPr>
              <p14:xfrm>
                <a:off x="6867295" y="932924"/>
                <a:ext cx="33840" cy="118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82E484F-FA42-D878-5B43-B8C86BC7CAA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858295" y="924284"/>
                  <a:ext cx="514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CC65B46-9BDC-64E1-AAA8-68EB6376D15F}"/>
                    </a:ext>
                  </a:extLst>
                </p14:cNvPr>
                <p14:cNvContentPartPr/>
                <p14:nvPr/>
              </p14:nvContentPartPr>
              <p14:xfrm>
                <a:off x="7061335" y="881084"/>
                <a:ext cx="269280" cy="70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CC65B46-9BDC-64E1-AAA8-68EB6376D15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52335" y="872084"/>
                  <a:ext cx="286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B0DA1D6-C705-0C3D-E541-2FAB958146E8}"/>
                    </a:ext>
                  </a:extLst>
                </p14:cNvPr>
                <p14:cNvContentPartPr/>
                <p14:nvPr/>
              </p14:nvContentPartPr>
              <p14:xfrm>
                <a:off x="7519975" y="968924"/>
                <a:ext cx="741960" cy="137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B0DA1D6-C705-0C3D-E541-2FAB958146E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11335" y="959924"/>
                  <a:ext cx="75960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FE29A03-4E91-DF94-ACC7-713537C4EB41}"/>
              </a:ext>
            </a:extLst>
          </p:cNvPr>
          <p:cNvGrpSpPr/>
          <p:nvPr/>
        </p:nvGrpSpPr>
        <p:grpSpPr>
          <a:xfrm>
            <a:off x="8533015" y="845804"/>
            <a:ext cx="684360" cy="153720"/>
            <a:chOff x="8533015" y="845804"/>
            <a:chExt cx="68436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B5AFA71-AA92-3382-2C81-B6E4E88BD7E2}"/>
                    </a:ext>
                  </a:extLst>
                </p14:cNvPr>
                <p14:cNvContentPartPr/>
                <p14:nvPr/>
              </p14:nvContentPartPr>
              <p14:xfrm>
                <a:off x="8533015" y="904484"/>
                <a:ext cx="87840" cy="35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B5AFA71-AA92-3382-2C81-B6E4E88BD7E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524015" y="895844"/>
                  <a:ext cx="105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1D81D53-FC34-5EC1-CBAE-D35BA41C7718}"/>
                    </a:ext>
                  </a:extLst>
                </p14:cNvPr>
                <p14:cNvContentPartPr/>
                <p14:nvPr/>
              </p14:nvContentPartPr>
              <p14:xfrm>
                <a:off x="8576935" y="970724"/>
                <a:ext cx="138600" cy="28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1D81D53-FC34-5EC1-CBAE-D35BA41C771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67935" y="961724"/>
                  <a:ext cx="156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177D70A-2D92-9BB2-375A-BC4B0DCDB8B3}"/>
                    </a:ext>
                  </a:extLst>
                </p14:cNvPr>
                <p14:cNvContentPartPr/>
                <p14:nvPr/>
              </p14:nvContentPartPr>
              <p14:xfrm>
                <a:off x="8815255" y="845804"/>
                <a:ext cx="69120" cy="138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177D70A-2D92-9BB2-375A-BC4B0DCDB8B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06255" y="837164"/>
                  <a:ext cx="86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63D4EEC-2D1B-11B1-7911-36EE1289739E}"/>
                    </a:ext>
                  </a:extLst>
                </p14:cNvPr>
                <p14:cNvContentPartPr/>
                <p14:nvPr/>
              </p14:nvContentPartPr>
              <p14:xfrm>
                <a:off x="9000295" y="857324"/>
                <a:ext cx="217080" cy="46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63D4EEC-2D1B-11B1-7911-36EE1289739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991655" y="848684"/>
                  <a:ext cx="23472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C1FE725-D3C4-0A53-498C-BED7BC60C5E9}"/>
              </a:ext>
            </a:extLst>
          </p:cNvPr>
          <p:cNvGrpSpPr/>
          <p:nvPr/>
        </p:nvGrpSpPr>
        <p:grpSpPr>
          <a:xfrm>
            <a:off x="5799535" y="1940204"/>
            <a:ext cx="194040" cy="112320"/>
            <a:chOff x="5799535" y="1940204"/>
            <a:chExt cx="194040" cy="1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D5F04EB-3DFD-A464-4BDD-13020129702B}"/>
                    </a:ext>
                  </a:extLst>
                </p14:cNvPr>
                <p14:cNvContentPartPr/>
                <p14:nvPr/>
              </p14:nvContentPartPr>
              <p14:xfrm>
                <a:off x="5799535" y="1940204"/>
                <a:ext cx="163080" cy="63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D5F04EB-3DFD-A464-4BDD-13020129702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790895" y="1931204"/>
                  <a:ext cx="180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A493179-F2B4-5DA4-DE8D-DDC17EB734B3}"/>
                    </a:ext>
                  </a:extLst>
                </p14:cNvPr>
                <p14:cNvContentPartPr/>
                <p14:nvPr/>
              </p14:nvContentPartPr>
              <p14:xfrm>
                <a:off x="5854975" y="2009684"/>
                <a:ext cx="138600" cy="42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A493179-F2B4-5DA4-DE8D-DDC17EB734B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845975" y="2000684"/>
                  <a:ext cx="15624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9C0CAD1-0CB7-568B-B1D9-3396CE2DA6A2}"/>
              </a:ext>
            </a:extLst>
          </p:cNvPr>
          <p:cNvGrpSpPr/>
          <p:nvPr/>
        </p:nvGrpSpPr>
        <p:grpSpPr>
          <a:xfrm>
            <a:off x="6391015" y="1785044"/>
            <a:ext cx="5270760" cy="968040"/>
            <a:chOff x="6391015" y="1785044"/>
            <a:chExt cx="5270760" cy="96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41BB59-6A91-9D6F-33A7-5ED84368B261}"/>
                    </a:ext>
                  </a:extLst>
                </p14:cNvPr>
                <p14:cNvContentPartPr/>
                <p14:nvPr/>
              </p14:nvContentPartPr>
              <p14:xfrm>
                <a:off x="6516295" y="1973684"/>
                <a:ext cx="10080" cy="231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41BB59-6A91-9D6F-33A7-5ED84368B26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07655" y="1965044"/>
                  <a:ext cx="27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39A02CE-97F2-537D-B086-7F4D07A17ECC}"/>
                    </a:ext>
                  </a:extLst>
                </p14:cNvPr>
                <p14:cNvContentPartPr/>
                <p14:nvPr/>
              </p14:nvContentPartPr>
              <p14:xfrm>
                <a:off x="6391015" y="1956764"/>
                <a:ext cx="315000" cy="66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39A02CE-97F2-537D-B086-7F4D07A17EC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382015" y="1947764"/>
                  <a:ext cx="332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8B15552-C45D-7979-D3DF-32CC286F7CED}"/>
                    </a:ext>
                  </a:extLst>
                </p14:cNvPr>
                <p14:cNvContentPartPr/>
                <p14:nvPr/>
              </p14:nvContentPartPr>
              <p14:xfrm>
                <a:off x="6664255" y="2052524"/>
                <a:ext cx="115200" cy="99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8B15552-C45D-7979-D3DF-32CC286F7CE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55255" y="2043884"/>
                  <a:ext cx="132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A410F41-CD17-03E8-1605-FFAE12F8195C}"/>
                    </a:ext>
                  </a:extLst>
                </p14:cNvPr>
                <p14:cNvContentPartPr/>
                <p14:nvPr/>
              </p14:nvContentPartPr>
              <p14:xfrm>
                <a:off x="6807535" y="1995284"/>
                <a:ext cx="86400" cy="167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A410F41-CD17-03E8-1605-FFAE12F8195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798535" y="1986644"/>
                  <a:ext cx="104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11AB407-C74C-D9DC-E79D-62FA8A937753}"/>
                    </a:ext>
                  </a:extLst>
                </p14:cNvPr>
                <p14:cNvContentPartPr/>
                <p14:nvPr/>
              </p14:nvContentPartPr>
              <p14:xfrm>
                <a:off x="6821215" y="2066924"/>
                <a:ext cx="102240" cy="280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11AB407-C74C-D9DC-E79D-62FA8A93775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12575" y="2057924"/>
                  <a:ext cx="119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9961488-D91A-CDF8-A073-958D5B2CFF41}"/>
                    </a:ext>
                  </a:extLst>
                </p14:cNvPr>
                <p14:cNvContentPartPr/>
                <p14:nvPr/>
              </p14:nvContentPartPr>
              <p14:xfrm>
                <a:off x="6935695" y="1979084"/>
                <a:ext cx="279360" cy="161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9961488-D91A-CDF8-A073-958D5B2CFF4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26695" y="1970084"/>
                  <a:ext cx="297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15200D6-6764-41AF-7C07-C797D70E8F8B}"/>
                    </a:ext>
                  </a:extLst>
                </p14:cNvPr>
                <p14:cNvContentPartPr/>
                <p14:nvPr/>
              </p14:nvContentPartPr>
              <p14:xfrm>
                <a:off x="7408735" y="1983764"/>
                <a:ext cx="132840" cy="141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15200D6-6764-41AF-7C07-C797D70E8F8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400095" y="1975124"/>
                  <a:ext cx="1504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3AB6BC8-9530-AEE6-D0DF-D3ED3A0DBE64}"/>
                    </a:ext>
                  </a:extLst>
                </p14:cNvPr>
                <p14:cNvContentPartPr/>
                <p14:nvPr/>
              </p14:nvContentPartPr>
              <p14:xfrm>
                <a:off x="7517095" y="1960724"/>
                <a:ext cx="50400" cy="159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3AB6BC8-9530-AEE6-D0DF-D3ED3A0DBE6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508455" y="1952084"/>
                  <a:ext cx="68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500C3D6-43DB-2DBC-C9EE-ABD9BEAFB9AD}"/>
                    </a:ext>
                  </a:extLst>
                </p14:cNvPr>
                <p14:cNvContentPartPr/>
                <p14:nvPr/>
              </p14:nvContentPartPr>
              <p14:xfrm>
                <a:off x="7606375" y="2002124"/>
                <a:ext cx="69840" cy="110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500C3D6-43DB-2DBC-C9EE-ABD9BEAFB9A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597375" y="1993124"/>
                  <a:ext cx="874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7FBA5EC-3F57-B154-D8D6-0746987B0CAC}"/>
                    </a:ext>
                  </a:extLst>
                </p14:cNvPr>
                <p14:cNvContentPartPr/>
                <p14:nvPr/>
              </p14:nvContentPartPr>
              <p14:xfrm>
                <a:off x="7684495" y="1854164"/>
                <a:ext cx="162360" cy="110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7FBA5EC-3F57-B154-D8D6-0746987B0CA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675855" y="1845524"/>
                  <a:ext cx="1800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EDBC40C-CC9B-151A-AD6C-48D5DAA3C011}"/>
                    </a:ext>
                  </a:extLst>
                </p14:cNvPr>
                <p14:cNvContentPartPr/>
                <p14:nvPr/>
              </p14:nvContentPartPr>
              <p14:xfrm>
                <a:off x="7773415" y="1958924"/>
                <a:ext cx="95400" cy="32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EDBC40C-CC9B-151A-AD6C-48D5DAA3C01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764415" y="1950284"/>
                  <a:ext cx="113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FBCB830-7EE8-DC0A-541B-8A4E7FDDD060}"/>
                    </a:ext>
                  </a:extLst>
                </p14:cNvPr>
                <p14:cNvContentPartPr/>
                <p14:nvPr/>
              </p14:nvContentPartPr>
              <p14:xfrm>
                <a:off x="8032615" y="1785044"/>
                <a:ext cx="206640" cy="487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FBCB830-7EE8-DC0A-541B-8A4E7FDDD06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023615" y="1776404"/>
                  <a:ext cx="22428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B37B270-9894-EB91-3AF0-7BC7D7B1E497}"/>
                    </a:ext>
                  </a:extLst>
                </p14:cNvPr>
                <p14:cNvContentPartPr/>
                <p14:nvPr/>
              </p14:nvContentPartPr>
              <p14:xfrm>
                <a:off x="8160415" y="2045684"/>
                <a:ext cx="88200" cy="68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B37B270-9894-EB91-3AF0-7BC7D7B1E49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151415" y="2036684"/>
                  <a:ext cx="105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3E55EA2-4232-3917-3B90-32EDA004E2EB}"/>
                    </a:ext>
                  </a:extLst>
                </p14:cNvPr>
                <p14:cNvContentPartPr/>
                <p14:nvPr/>
              </p14:nvContentPartPr>
              <p14:xfrm>
                <a:off x="8556775" y="1884764"/>
                <a:ext cx="637920" cy="204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3E55EA2-4232-3917-3B90-32EDA004E2E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48135" y="1876124"/>
                  <a:ext cx="655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754E87F-1D82-7DBC-778F-3D4E781FA7E8}"/>
                    </a:ext>
                  </a:extLst>
                </p14:cNvPr>
                <p14:cNvContentPartPr/>
                <p14:nvPr/>
              </p14:nvContentPartPr>
              <p14:xfrm>
                <a:off x="9227815" y="1828244"/>
                <a:ext cx="159480" cy="190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754E87F-1D82-7DBC-778F-3D4E781FA7E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219175" y="1819604"/>
                  <a:ext cx="177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2EFF989-8900-A2B2-3C7D-29E21C0F1AF8}"/>
                    </a:ext>
                  </a:extLst>
                </p14:cNvPr>
                <p14:cNvContentPartPr/>
                <p14:nvPr/>
              </p14:nvContentPartPr>
              <p14:xfrm>
                <a:off x="9356695" y="1830764"/>
                <a:ext cx="137160" cy="54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2EFF989-8900-A2B2-3C7D-29E21C0F1AF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47695" y="1821764"/>
                  <a:ext cx="1548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064AC2F-4F22-37A1-E06E-C9CF21685597}"/>
                    </a:ext>
                  </a:extLst>
                </p14:cNvPr>
                <p14:cNvContentPartPr/>
                <p14:nvPr/>
              </p14:nvContentPartPr>
              <p14:xfrm>
                <a:off x="9718855" y="1872524"/>
                <a:ext cx="21600" cy="303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064AC2F-4F22-37A1-E06E-C9CF2168559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710215" y="1863524"/>
                  <a:ext cx="392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A426F7-06AE-C328-7671-ED1BAF462967}"/>
                    </a:ext>
                  </a:extLst>
                </p14:cNvPr>
                <p14:cNvContentPartPr/>
                <p14:nvPr/>
              </p14:nvContentPartPr>
              <p14:xfrm>
                <a:off x="9726055" y="1900604"/>
                <a:ext cx="73800" cy="135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A426F7-06AE-C328-7671-ED1BAF46296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717415" y="1891604"/>
                  <a:ext cx="914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307DBA1-F2A6-CEAA-3ED7-D7250DE4B509}"/>
                    </a:ext>
                  </a:extLst>
                </p14:cNvPr>
                <p14:cNvContentPartPr/>
                <p14:nvPr/>
              </p14:nvContentPartPr>
              <p14:xfrm>
                <a:off x="9761335" y="1915364"/>
                <a:ext cx="186480" cy="90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307DBA1-F2A6-CEAA-3ED7-D7250DE4B50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752335" y="1906724"/>
                  <a:ext cx="204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446CE83-9797-220D-F835-6911D93A8984}"/>
                    </a:ext>
                  </a:extLst>
                </p14:cNvPr>
                <p14:cNvContentPartPr/>
                <p14:nvPr/>
              </p14:nvContentPartPr>
              <p14:xfrm>
                <a:off x="9965455" y="1897724"/>
                <a:ext cx="92880" cy="110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446CE83-9797-220D-F835-6911D93A898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956815" y="1888724"/>
                  <a:ext cx="110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8AB9BAC-6253-B036-D7BA-EAE5614A39CA}"/>
                    </a:ext>
                  </a:extLst>
                </p14:cNvPr>
                <p14:cNvContentPartPr/>
                <p14:nvPr/>
              </p14:nvContentPartPr>
              <p14:xfrm>
                <a:off x="10086775" y="1816004"/>
                <a:ext cx="267480" cy="164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8AB9BAC-6253-B036-D7BA-EAE5614A39C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78135" y="1807004"/>
                  <a:ext cx="2851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44515D5-7A8B-BB28-14B0-B98D105C54DD}"/>
                    </a:ext>
                  </a:extLst>
                </p14:cNvPr>
                <p14:cNvContentPartPr/>
                <p14:nvPr/>
              </p14:nvContentPartPr>
              <p14:xfrm>
                <a:off x="10321855" y="1859564"/>
                <a:ext cx="21600" cy="2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44515D5-7A8B-BB28-14B0-B98D105C54D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12855" y="1850564"/>
                  <a:ext cx="392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C296196-816D-B75A-10FE-825035DED1CE}"/>
                    </a:ext>
                  </a:extLst>
                </p14:cNvPr>
                <p14:cNvContentPartPr/>
                <p14:nvPr/>
              </p14:nvContentPartPr>
              <p14:xfrm>
                <a:off x="10392775" y="1805204"/>
                <a:ext cx="204120" cy="153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C296196-816D-B75A-10FE-825035DED1C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384135" y="1796564"/>
                  <a:ext cx="221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B012DC0-8A1A-1CDE-B76D-FC24D1523BC2}"/>
                    </a:ext>
                  </a:extLst>
                </p14:cNvPr>
                <p14:cNvContentPartPr/>
                <p14:nvPr/>
              </p14:nvContentPartPr>
              <p14:xfrm>
                <a:off x="10569175" y="1857764"/>
                <a:ext cx="102960" cy="119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B012DC0-8A1A-1CDE-B76D-FC24D1523BC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560535" y="1849124"/>
                  <a:ext cx="120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CA577D8-939A-D22C-B476-ED0AE5FC4B97}"/>
                    </a:ext>
                  </a:extLst>
                </p14:cNvPr>
                <p14:cNvContentPartPr/>
                <p14:nvPr/>
              </p14:nvContentPartPr>
              <p14:xfrm>
                <a:off x="10678615" y="1827164"/>
                <a:ext cx="29160" cy="10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CA577D8-939A-D22C-B476-ED0AE5FC4B9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669975" y="1818164"/>
                  <a:ext cx="46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32FFC53-4452-3F66-9849-C4500B9987A9}"/>
                    </a:ext>
                  </a:extLst>
                </p14:cNvPr>
                <p14:cNvContentPartPr/>
                <p14:nvPr/>
              </p14:nvContentPartPr>
              <p14:xfrm>
                <a:off x="10748455" y="1866044"/>
                <a:ext cx="214560" cy="89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32FFC53-4452-3F66-9849-C4500B9987A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739455" y="1857404"/>
                  <a:ext cx="2322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AF62C21-DCE1-D664-3333-02655A1C3E93}"/>
                    </a:ext>
                  </a:extLst>
                </p14:cNvPr>
                <p14:cNvContentPartPr/>
                <p14:nvPr/>
              </p14:nvContentPartPr>
              <p14:xfrm>
                <a:off x="10880215" y="1830404"/>
                <a:ext cx="161280" cy="208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AF62C21-DCE1-D664-3333-02655A1C3E9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871575" y="1821764"/>
                  <a:ext cx="178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C49FF6D-CE04-2E59-62D7-2707D5138ED7}"/>
                    </a:ext>
                  </a:extLst>
                </p14:cNvPr>
                <p14:cNvContentPartPr/>
                <p14:nvPr/>
              </p14:nvContentPartPr>
              <p14:xfrm>
                <a:off x="7027855" y="2007884"/>
                <a:ext cx="3937680" cy="459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C49FF6D-CE04-2E59-62D7-2707D5138ED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019215" y="1999244"/>
                  <a:ext cx="395532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421B004-54D9-DF51-C91B-BDEBF6C680F8}"/>
                    </a:ext>
                  </a:extLst>
                </p14:cNvPr>
                <p14:cNvContentPartPr/>
                <p14:nvPr/>
              </p14:nvContentPartPr>
              <p14:xfrm>
                <a:off x="8083015" y="2503244"/>
                <a:ext cx="26280" cy="243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421B004-54D9-DF51-C91B-BDEBF6C680F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74015" y="2494604"/>
                  <a:ext cx="439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703551F-F1C3-3264-C99F-30B7BE13AC74}"/>
                    </a:ext>
                  </a:extLst>
                </p14:cNvPr>
                <p14:cNvContentPartPr/>
                <p14:nvPr/>
              </p14:nvContentPartPr>
              <p14:xfrm>
                <a:off x="7878535" y="2431604"/>
                <a:ext cx="429840" cy="119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703551F-F1C3-3264-C99F-30B7BE13AC7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869895" y="2422604"/>
                  <a:ext cx="447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7729FA5-9CDA-23E7-1FCB-C74F2C54538E}"/>
                    </a:ext>
                  </a:extLst>
                </p14:cNvPr>
                <p14:cNvContentPartPr/>
                <p14:nvPr/>
              </p14:nvContentPartPr>
              <p14:xfrm>
                <a:off x="8186695" y="2554004"/>
                <a:ext cx="76680" cy="137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7729FA5-9CDA-23E7-1FCB-C74F2C54538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177695" y="2545004"/>
                  <a:ext cx="94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D351E3B-475B-0F34-3FD0-11B571DF2018}"/>
                    </a:ext>
                  </a:extLst>
                </p14:cNvPr>
                <p14:cNvContentPartPr/>
                <p14:nvPr/>
              </p14:nvContentPartPr>
              <p14:xfrm>
                <a:off x="8302615" y="2506844"/>
                <a:ext cx="78480" cy="168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D351E3B-475B-0F34-3FD0-11B571DF201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293615" y="2497844"/>
                  <a:ext cx="96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DC1CDDD-E0D1-7E17-8965-2642C032CBB2}"/>
                    </a:ext>
                  </a:extLst>
                </p14:cNvPr>
                <p14:cNvContentPartPr/>
                <p14:nvPr/>
              </p14:nvContentPartPr>
              <p14:xfrm>
                <a:off x="8283895" y="2532044"/>
                <a:ext cx="119160" cy="57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DC1CDDD-E0D1-7E17-8965-2642C032CBB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74895" y="2523404"/>
                  <a:ext cx="136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43C7E20-A52D-5F15-C1B9-9047068414BB}"/>
                    </a:ext>
                  </a:extLst>
                </p14:cNvPr>
                <p14:cNvContentPartPr/>
                <p14:nvPr/>
              </p14:nvContentPartPr>
              <p14:xfrm>
                <a:off x="8411695" y="2471924"/>
                <a:ext cx="191880" cy="185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43C7E20-A52D-5F15-C1B9-9047068414B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403055" y="2463284"/>
                  <a:ext cx="2095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10DC714-4D00-13B7-EEF6-FDA3CF93A4E7}"/>
                    </a:ext>
                  </a:extLst>
                </p14:cNvPr>
                <p14:cNvContentPartPr/>
                <p14:nvPr/>
              </p14:nvContentPartPr>
              <p14:xfrm>
                <a:off x="8999935" y="2486324"/>
                <a:ext cx="20160" cy="205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10DC714-4D00-13B7-EEF6-FDA3CF93A4E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91295" y="2477324"/>
                  <a:ext cx="37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028A013-D10C-F71D-4783-D3DA895CE076}"/>
                    </a:ext>
                  </a:extLst>
                </p14:cNvPr>
                <p14:cNvContentPartPr/>
                <p14:nvPr/>
              </p14:nvContentPartPr>
              <p14:xfrm>
                <a:off x="8957095" y="2548604"/>
                <a:ext cx="178200" cy="122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028A013-D10C-F71D-4783-D3DA895CE07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48095" y="2539964"/>
                  <a:ext cx="195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B5D1993-AA48-C7FE-2F78-AD734914C5AA}"/>
                    </a:ext>
                  </a:extLst>
                </p14:cNvPr>
                <p14:cNvContentPartPr/>
                <p14:nvPr/>
              </p14:nvContentPartPr>
              <p14:xfrm>
                <a:off x="9087055" y="2416844"/>
                <a:ext cx="48240" cy="224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B5D1993-AA48-C7FE-2F78-AD734914C5A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78055" y="2407844"/>
                  <a:ext cx="65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147178A-B8D1-9ECB-4EE5-5500514A9A0D}"/>
                    </a:ext>
                  </a:extLst>
                </p14:cNvPr>
                <p14:cNvContentPartPr/>
                <p14:nvPr/>
              </p14:nvContentPartPr>
              <p14:xfrm>
                <a:off x="9193255" y="2489564"/>
                <a:ext cx="87480" cy="117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147178A-B8D1-9ECB-4EE5-5500514A9A0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84255" y="2480564"/>
                  <a:ext cx="105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F1EF641-0E69-6DEF-106B-07C734C2CD24}"/>
                    </a:ext>
                  </a:extLst>
                </p14:cNvPr>
                <p14:cNvContentPartPr/>
                <p14:nvPr/>
              </p14:nvContentPartPr>
              <p14:xfrm>
                <a:off x="9246535" y="2338364"/>
                <a:ext cx="202680" cy="88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F1EF641-0E69-6DEF-106B-07C734C2CD2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237895" y="2329724"/>
                  <a:ext cx="2203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748B888-46E8-2C6F-5A7C-0755378EA66D}"/>
                    </a:ext>
                  </a:extLst>
                </p14:cNvPr>
                <p14:cNvContentPartPr/>
                <p14:nvPr/>
              </p14:nvContentPartPr>
              <p14:xfrm>
                <a:off x="9363535" y="2393084"/>
                <a:ext cx="205920" cy="59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748B888-46E8-2C6F-5A7C-0755378EA66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354895" y="2384444"/>
                  <a:ext cx="223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FA5A997-5C83-5C1B-C387-31F0DDF9A9DD}"/>
                    </a:ext>
                  </a:extLst>
                </p14:cNvPr>
                <p14:cNvContentPartPr/>
                <p14:nvPr/>
              </p14:nvContentPartPr>
              <p14:xfrm>
                <a:off x="9718495" y="2254124"/>
                <a:ext cx="267840" cy="498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FA5A997-5C83-5C1B-C387-31F0DDF9A9D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709495" y="2245124"/>
                  <a:ext cx="28548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F77ECB9-49A2-367B-A0D5-B8499D99AEB4}"/>
                    </a:ext>
                  </a:extLst>
                </p14:cNvPr>
                <p14:cNvContentPartPr/>
                <p14:nvPr/>
              </p14:nvContentPartPr>
              <p14:xfrm>
                <a:off x="10313575" y="2399924"/>
                <a:ext cx="51120" cy="307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F77ECB9-49A2-367B-A0D5-B8499D99AEB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304935" y="2391284"/>
                  <a:ext cx="687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B244773-4D39-A3A5-2921-2DF824538573}"/>
                    </a:ext>
                  </a:extLst>
                </p14:cNvPr>
                <p14:cNvContentPartPr/>
                <p14:nvPr/>
              </p14:nvContentPartPr>
              <p14:xfrm>
                <a:off x="10304935" y="2376524"/>
                <a:ext cx="459720" cy="1702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B244773-4D39-A3A5-2921-2DF82453857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295935" y="2367524"/>
                  <a:ext cx="477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9526A41-6228-9BA0-C8BF-AB8C54A88913}"/>
                    </a:ext>
                  </a:extLst>
                </p14:cNvPr>
                <p14:cNvContentPartPr/>
                <p14:nvPr/>
              </p14:nvContentPartPr>
              <p14:xfrm>
                <a:off x="10740175" y="2291564"/>
                <a:ext cx="280080" cy="1638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9526A41-6228-9BA0-C8BF-AB8C54A8891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731535" y="2282924"/>
                  <a:ext cx="297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C24BBAB-A406-BF1D-159F-E36C44CDA1B5}"/>
                    </a:ext>
                  </a:extLst>
                </p14:cNvPr>
                <p14:cNvContentPartPr/>
                <p14:nvPr/>
              </p14:nvContentPartPr>
              <p14:xfrm>
                <a:off x="10972015" y="2314964"/>
                <a:ext cx="43200" cy="9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C24BBAB-A406-BF1D-159F-E36C44CDA1B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963375" y="2305964"/>
                  <a:ext cx="608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CC89A3E-B1C9-706D-AD1A-A6E27B2DE152}"/>
                    </a:ext>
                  </a:extLst>
                </p14:cNvPr>
                <p14:cNvContentPartPr/>
                <p14:nvPr/>
              </p14:nvContentPartPr>
              <p14:xfrm>
                <a:off x="11046535" y="2264564"/>
                <a:ext cx="173880" cy="155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CC89A3E-B1C9-706D-AD1A-A6E27B2DE15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037895" y="2255924"/>
                  <a:ext cx="1915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C7E7165-CC8B-6BDB-3901-3C5D20D4D4A7}"/>
                    </a:ext>
                  </a:extLst>
                </p14:cNvPr>
                <p14:cNvContentPartPr/>
                <p14:nvPr/>
              </p14:nvContentPartPr>
              <p14:xfrm>
                <a:off x="11177575" y="2285444"/>
                <a:ext cx="119160" cy="114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C7E7165-CC8B-6BDB-3901-3C5D20D4D4A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168935" y="2276444"/>
                  <a:ext cx="1368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5698A69-DF19-24EE-6F2E-40EDEF8E67FF}"/>
                    </a:ext>
                  </a:extLst>
                </p14:cNvPr>
                <p14:cNvContentPartPr/>
                <p14:nvPr/>
              </p14:nvContentPartPr>
              <p14:xfrm>
                <a:off x="11281975" y="2264204"/>
                <a:ext cx="4680" cy="180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5698A69-DF19-24EE-6F2E-40EDEF8E67F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272975" y="2255204"/>
                  <a:ext cx="22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D211E4D-08B1-8EE4-1005-2C32D7AEFFA3}"/>
                    </a:ext>
                  </a:extLst>
                </p14:cNvPr>
                <p14:cNvContentPartPr/>
                <p14:nvPr/>
              </p14:nvContentPartPr>
              <p14:xfrm>
                <a:off x="11349655" y="2281844"/>
                <a:ext cx="40320" cy="82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D211E4D-08B1-8EE4-1005-2C32D7AEFFA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341015" y="2272844"/>
                  <a:ext cx="57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CCC4E37-E812-3319-BCCC-46E7B1594E7B}"/>
                    </a:ext>
                  </a:extLst>
                </p14:cNvPr>
                <p14:cNvContentPartPr/>
                <p14:nvPr/>
              </p14:nvContentPartPr>
              <p14:xfrm>
                <a:off x="11409415" y="2269964"/>
                <a:ext cx="191520" cy="111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CCC4E37-E812-3319-BCCC-46E7B1594E7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400775" y="2260964"/>
                  <a:ext cx="209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5F0960C-BB0B-E23F-410F-937805D77E24}"/>
                    </a:ext>
                  </a:extLst>
                </p14:cNvPr>
                <p14:cNvContentPartPr/>
                <p14:nvPr/>
              </p14:nvContentPartPr>
              <p14:xfrm>
                <a:off x="11576095" y="2242244"/>
                <a:ext cx="85680" cy="146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5F0960C-BB0B-E23F-410F-937805D77E2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567095" y="2233604"/>
                  <a:ext cx="10332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9C109DA-3983-4332-535C-933D95711255}"/>
                  </a:ext>
                </a:extLst>
              </p14:cNvPr>
              <p14:cNvContentPartPr/>
              <p14:nvPr/>
            </p14:nvContentPartPr>
            <p14:xfrm>
              <a:off x="7228015" y="1271684"/>
              <a:ext cx="17280" cy="75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9C109DA-3983-4332-535C-933D95711255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219015" y="1262684"/>
                <a:ext cx="3492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A6DC28D-6A18-7AAD-46B4-1834EEE4068E}"/>
              </a:ext>
            </a:extLst>
          </p:cNvPr>
          <p:cNvGrpSpPr/>
          <p:nvPr/>
        </p:nvGrpSpPr>
        <p:grpSpPr>
          <a:xfrm>
            <a:off x="7551295" y="757244"/>
            <a:ext cx="453600" cy="264240"/>
            <a:chOff x="7551295" y="757244"/>
            <a:chExt cx="45360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5892B97-5664-6074-5C3E-F655ACA51404}"/>
                    </a:ext>
                  </a:extLst>
                </p14:cNvPr>
                <p14:cNvContentPartPr/>
                <p14:nvPr/>
              </p14:nvContentPartPr>
              <p14:xfrm>
                <a:off x="7591255" y="809804"/>
                <a:ext cx="44280" cy="211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5892B97-5664-6074-5C3E-F655ACA5140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582255" y="800804"/>
                  <a:ext cx="61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94B6341-DF9F-3060-6ABE-A82166FC66AE}"/>
                    </a:ext>
                  </a:extLst>
                </p14:cNvPr>
                <p14:cNvContentPartPr/>
                <p14:nvPr/>
              </p14:nvContentPartPr>
              <p14:xfrm>
                <a:off x="7551295" y="764444"/>
                <a:ext cx="210240" cy="200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94B6341-DF9F-3060-6ABE-A82166FC66A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542655" y="755444"/>
                  <a:ext cx="227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59C021E-D44C-3304-0928-537917E65E4A}"/>
                    </a:ext>
                  </a:extLst>
                </p14:cNvPr>
                <p14:cNvContentPartPr/>
                <p14:nvPr/>
              </p14:nvContentPartPr>
              <p14:xfrm>
                <a:off x="7795375" y="782804"/>
                <a:ext cx="53280" cy="163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59C021E-D44C-3304-0928-537917E65E4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786375" y="773804"/>
                  <a:ext cx="70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B8DF33A-4EFB-5FE5-098E-F99B45ACC6EC}"/>
                    </a:ext>
                  </a:extLst>
                </p14:cNvPr>
                <p14:cNvContentPartPr/>
                <p14:nvPr/>
              </p14:nvContentPartPr>
              <p14:xfrm>
                <a:off x="7913455" y="757244"/>
                <a:ext cx="91440" cy="182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B8DF33A-4EFB-5FE5-098E-F99B45ACC6E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904455" y="748604"/>
                  <a:ext cx="10908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C7EDE94B-2D1F-6FA9-A219-5808E9190D1F}"/>
              </a:ext>
            </a:extLst>
          </p:cNvPr>
          <p:cNvGrpSpPr/>
          <p:nvPr/>
        </p:nvGrpSpPr>
        <p:grpSpPr>
          <a:xfrm>
            <a:off x="7573255" y="1181324"/>
            <a:ext cx="553680" cy="245160"/>
            <a:chOff x="7573255" y="1181324"/>
            <a:chExt cx="55368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F12633D-6A7A-D7B1-153A-66DEB3DD29BC}"/>
                    </a:ext>
                  </a:extLst>
                </p14:cNvPr>
                <p14:cNvContentPartPr/>
                <p14:nvPr/>
              </p14:nvContentPartPr>
              <p14:xfrm>
                <a:off x="7680175" y="1239284"/>
                <a:ext cx="21600" cy="187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F12633D-6A7A-D7B1-153A-66DEB3DD29B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671535" y="1230284"/>
                  <a:ext cx="39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04C1B72-BEB5-8050-C217-728DAC0858B2}"/>
                    </a:ext>
                  </a:extLst>
                </p14:cNvPr>
                <p14:cNvContentPartPr/>
                <p14:nvPr/>
              </p14:nvContentPartPr>
              <p14:xfrm>
                <a:off x="7573255" y="1226684"/>
                <a:ext cx="250560" cy="91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04C1B72-BEB5-8050-C217-728DAC0858B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564615" y="1218044"/>
                  <a:ext cx="268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CECC397-28ED-228A-7FB6-94AEE86296BB}"/>
                    </a:ext>
                  </a:extLst>
                </p14:cNvPr>
                <p14:cNvContentPartPr/>
                <p14:nvPr/>
              </p14:nvContentPartPr>
              <p14:xfrm>
                <a:off x="7857295" y="1181324"/>
                <a:ext cx="79200" cy="205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CECC397-28ED-228A-7FB6-94AEE86296B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848295" y="1172324"/>
                  <a:ext cx="968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1B57477-419B-2DDB-299B-BA4E0322B3F9}"/>
                    </a:ext>
                  </a:extLst>
                </p14:cNvPr>
                <p14:cNvContentPartPr/>
                <p14:nvPr/>
              </p14:nvContentPartPr>
              <p14:xfrm>
                <a:off x="8025775" y="1202564"/>
                <a:ext cx="101160" cy="189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1B57477-419B-2DDB-299B-BA4E0322B3F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017135" y="1193924"/>
                  <a:ext cx="11880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034BF78D-0843-B785-D49B-2EC3F2F07C98}"/>
              </a:ext>
            </a:extLst>
          </p:cNvPr>
          <p:cNvGrpSpPr/>
          <p:nvPr/>
        </p:nvGrpSpPr>
        <p:grpSpPr>
          <a:xfrm>
            <a:off x="9513655" y="393284"/>
            <a:ext cx="1778040" cy="1108080"/>
            <a:chOff x="9513655" y="393284"/>
            <a:chExt cx="1778040" cy="11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85B5C9C-1F66-98F5-C14F-7DA4CC7F4ACC}"/>
                    </a:ext>
                  </a:extLst>
                </p14:cNvPr>
                <p14:cNvContentPartPr/>
                <p14:nvPr/>
              </p14:nvContentPartPr>
              <p14:xfrm>
                <a:off x="9530575" y="612884"/>
                <a:ext cx="126360" cy="265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85B5C9C-1F66-98F5-C14F-7DA4CC7F4AC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21575" y="603884"/>
                  <a:ext cx="1440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11D52A8-EF00-7070-FDDB-C41EA8351A3B}"/>
                    </a:ext>
                  </a:extLst>
                </p14:cNvPr>
                <p14:cNvContentPartPr/>
                <p14:nvPr/>
              </p14:nvContentPartPr>
              <p14:xfrm>
                <a:off x="9800935" y="670124"/>
                <a:ext cx="177480" cy="2473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11D52A8-EF00-7070-FDDB-C41EA8351A3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791935" y="661484"/>
                  <a:ext cx="195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0795F71-7691-112D-B9A8-E21169BD1E01}"/>
                    </a:ext>
                  </a:extLst>
                </p14:cNvPr>
                <p14:cNvContentPartPr/>
                <p14:nvPr/>
              </p14:nvContentPartPr>
              <p14:xfrm>
                <a:off x="10056535" y="713324"/>
                <a:ext cx="115920" cy="42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0795F71-7691-112D-B9A8-E21169BD1E0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047895" y="704324"/>
                  <a:ext cx="133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AAE347B-B780-4431-A8D6-13C9D51D5CAA}"/>
                    </a:ext>
                  </a:extLst>
                </p14:cNvPr>
                <p14:cNvContentPartPr/>
                <p14:nvPr/>
              </p14:nvContentPartPr>
              <p14:xfrm>
                <a:off x="10262095" y="680204"/>
                <a:ext cx="183240" cy="246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AAE347B-B780-4431-A8D6-13C9D51D5CA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53095" y="671204"/>
                  <a:ext cx="200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DCD9A50-3735-689F-0F45-C7447B1C32C9}"/>
                    </a:ext>
                  </a:extLst>
                </p14:cNvPr>
                <p14:cNvContentPartPr/>
                <p14:nvPr/>
              </p14:nvContentPartPr>
              <p14:xfrm>
                <a:off x="10305655" y="548084"/>
                <a:ext cx="95040" cy="70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DCD9A50-3735-689F-0F45-C7447B1C32C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297015" y="539084"/>
                  <a:ext cx="112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E679981-5129-5144-BBC9-C4FCDA8B148F}"/>
                    </a:ext>
                  </a:extLst>
                </p14:cNvPr>
                <p14:cNvContentPartPr/>
                <p14:nvPr/>
              </p14:nvContentPartPr>
              <p14:xfrm>
                <a:off x="10486375" y="532964"/>
                <a:ext cx="83160" cy="2584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E679981-5129-5144-BBC9-C4FCDA8B148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477735" y="523964"/>
                  <a:ext cx="100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228B45A-C63F-7912-45AB-F2E979B75FBC}"/>
                    </a:ext>
                  </a:extLst>
                </p14:cNvPr>
                <p14:cNvContentPartPr/>
                <p14:nvPr/>
              </p14:nvContentPartPr>
              <p14:xfrm>
                <a:off x="9724615" y="600644"/>
                <a:ext cx="145440" cy="266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228B45A-C63F-7912-45AB-F2E979B75FB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15615" y="591644"/>
                  <a:ext cx="1630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9980351-53F5-2B91-A485-1FACDA67D429}"/>
                    </a:ext>
                  </a:extLst>
                </p14:cNvPr>
                <p14:cNvContentPartPr/>
                <p14:nvPr/>
              </p14:nvContentPartPr>
              <p14:xfrm>
                <a:off x="10631095" y="393284"/>
                <a:ext cx="264240" cy="1281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9980351-53F5-2B91-A485-1FACDA67D42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622095" y="384644"/>
                  <a:ext cx="2818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2544950-42BA-703D-7FF8-2215DD5BE615}"/>
                    </a:ext>
                  </a:extLst>
                </p14:cNvPr>
                <p14:cNvContentPartPr/>
                <p14:nvPr/>
              </p14:nvContentPartPr>
              <p14:xfrm>
                <a:off x="9513655" y="922124"/>
                <a:ext cx="1419120" cy="79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2544950-42BA-703D-7FF8-2215DD5BE61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504655" y="913484"/>
                  <a:ext cx="1436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235986D-A70C-1246-BD39-134CB18DFE71}"/>
                    </a:ext>
                  </a:extLst>
                </p14:cNvPr>
                <p14:cNvContentPartPr/>
                <p14:nvPr/>
              </p14:nvContentPartPr>
              <p14:xfrm>
                <a:off x="9669895" y="1116164"/>
                <a:ext cx="221400" cy="272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235986D-A70C-1246-BD39-134CB18DFE7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660895" y="1107524"/>
                  <a:ext cx="2390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855C447-423A-C59C-CCF9-B28D8DB591D0}"/>
                    </a:ext>
                  </a:extLst>
                </p14:cNvPr>
                <p14:cNvContentPartPr/>
                <p14:nvPr/>
              </p14:nvContentPartPr>
              <p14:xfrm>
                <a:off x="10038535" y="1208684"/>
                <a:ext cx="109440" cy="292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855C447-423A-C59C-CCF9-B28D8DB591D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029895" y="1199684"/>
                  <a:ext cx="1270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2A8369B-A975-C405-3B1B-B59666C9EB3E}"/>
                    </a:ext>
                  </a:extLst>
                </p14:cNvPr>
                <p14:cNvContentPartPr/>
                <p14:nvPr/>
              </p14:nvContentPartPr>
              <p14:xfrm>
                <a:off x="10282975" y="1230284"/>
                <a:ext cx="127800" cy="50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2A8369B-A975-C405-3B1B-B59666C9EB3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273975" y="1221644"/>
                  <a:ext cx="145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D9A93BC-61A3-9BFD-D999-31B04DC74F0B}"/>
                    </a:ext>
                  </a:extLst>
                </p14:cNvPr>
                <p14:cNvContentPartPr/>
                <p14:nvPr/>
              </p14:nvContentPartPr>
              <p14:xfrm>
                <a:off x="10517335" y="1184564"/>
                <a:ext cx="130320" cy="286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D9A93BC-61A3-9BFD-D999-31B04DC74F0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508695" y="1175564"/>
                  <a:ext cx="147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C93095C-C41B-D297-B6E3-97196F7DA895}"/>
                    </a:ext>
                  </a:extLst>
                </p14:cNvPr>
                <p14:cNvContentPartPr/>
                <p14:nvPr/>
              </p14:nvContentPartPr>
              <p14:xfrm>
                <a:off x="10552255" y="1066124"/>
                <a:ext cx="117720" cy="32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C93095C-C41B-D297-B6E3-97196F7DA89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543615" y="1057124"/>
                  <a:ext cx="135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B25314A-5380-843D-D959-D0EC3CCE08D2}"/>
                    </a:ext>
                  </a:extLst>
                </p14:cNvPr>
                <p14:cNvContentPartPr/>
                <p14:nvPr/>
              </p14:nvContentPartPr>
              <p14:xfrm>
                <a:off x="10730815" y="1037324"/>
                <a:ext cx="100800" cy="342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B25314A-5380-843D-D959-D0EC3CCE08D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722175" y="1028324"/>
                  <a:ext cx="1184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501673F-E89A-6F96-C185-7B4BA9F978C0}"/>
                    </a:ext>
                  </a:extLst>
                </p14:cNvPr>
                <p14:cNvContentPartPr/>
                <p14:nvPr/>
              </p14:nvContentPartPr>
              <p14:xfrm>
                <a:off x="9885175" y="1117604"/>
                <a:ext cx="204480" cy="3265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501673F-E89A-6F96-C185-7B4BA9F978C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876535" y="1108604"/>
                  <a:ext cx="2221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9B56893-9566-66CD-7A12-51012AEB85D1}"/>
                    </a:ext>
                  </a:extLst>
                </p14:cNvPr>
                <p14:cNvContentPartPr/>
                <p14:nvPr/>
              </p14:nvContentPartPr>
              <p14:xfrm>
                <a:off x="10939975" y="1038404"/>
                <a:ext cx="351720" cy="114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9B56893-9566-66CD-7A12-51012AEB85D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931335" y="1029404"/>
                  <a:ext cx="369360" cy="13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807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BB8731ED-A6CF-1BEE-1126-F6DFE03C9A6D}"/>
              </a:ext>
            </a:extLst>
          </p:cNvPr>
          <p:cNvGrpSpPr/>
          <p:nvPr/>
        </p:nvGrpSpPr>
        <p:grpSpPr>
          <a:xfrm>
            <a:off x="3160573" y="255800"/>
            <a:ext cx="4122720" cy="628560"/>
            <a:chOff x="3160573" y="255800"/>
            <a:chExt cx="4122720" cy="62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2C83175-65BA-71A0-BDE6-056C3D897985}"/>
                    </a:ext>
                  </a:extLst>
                </p14:cNvPr>
                <p14:cNvContentPartPr/>
                <p14:nvPr/>
              </p14:nvContentPartPr>
              <p14:xfrm>
                <a:off x="3282253" y="257600"/>
                <a:ext cx="408960" cy="417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2C83175-65BA-71A0-BDE6-056C3D8979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73253" y="248600"/>
                  <a:ext cx="42660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9505A9-ACD8-FD10-3CBF-1F83C5A53AF3}"/>
                    </a:ext>
                  </a:extLst>
                </p14:cNvPr>
                <p14:cNvContentPartPr/>
                <p14:nvPr/>
              </p14:nvContentPartPr>
              <p14:xfrm>
                <a:off x="3570973" y="507440"/>
                <a:ext cx="148680" cy="122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9505A9-ACD8-FD10-3CBF-1F83C5A53A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62333" y="498800"/>
                  <a:ext cx="166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5F4259C-7A09-AE0F-82DA-F5D362877452}"/>
                    </a:ext>
                  </a:extLst>
                </p14:cNvPr>
                <p14:cNvContentPartPr/>
                <p14:nvPr/>
              </p14:nvContentPartPr>
              <p14:xfrm>
                <a:off x="3774733" y="515360"/>
                <a:ext cx="83880" cy="100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5F4259C-7A09-AE0F-82DA-F5D3628774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65733" y="506360"/>
                  <a:ext cx="101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D1617FB-2BC9-560C-8313-0BB1F254D2C5}"/>
                    </a:ext>
                  </a:extLst>
                </p14:cNvPr>
                <p14:cNvContentPartPr/>
                <p14:nvPr/>
              </p14:nvContentPartPr>
              <p14:xfrm>
                <a:off x="3923053" y="512840"/>
                <a:ext cx="63720" cy="119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D1617FB-2BC9-560C-8313-0BB1F254D2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14413" y="503840"/>
                  <a:ext cx="813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DF3CF44-68A6-066A-13AC-C4F1FE332269}"/>
                    </a:ext>
                  </a:extLst>
                </p14:cNvPr>
                <p14:cNvContentPartPr/>
                <p14:nvPr/>
              </p14:nvContentPartPr>
              <p14:xfrm>
                <a:off x="3979573" y="508160"/>
                <a:ext cx="96480" cy="124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DF3CF44-68A6-066A-13AC-C4F1FE3322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70573" y="499160"/>
                  <a:ext cx="1141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74C1DD-95D2-E66D-7727-45ADD10B1132}"/>
                    </a:ext>
                  </a:extLst>
                </p14:cNvPr>
                <p14:cNvContentPartPr/>
                <p14:nvPr/>
              </p14:nvContentPartPr>
              <p14:xfrm>
                <a:off x="4426693" y="380360"/>
                <a:ext cx="104760" cy="289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74C1DD-95D2-E66D-7727-45ADD10B11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18053" y="371360"/>
                  <a:ext cx="1224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1151236-91C1-2780-45D9-92E9B3B9DF2D}"/>
                    </a:ext>
                  </a:extLst>
                </p14:cNvPr>
                <p14:cNvContentPartPr/>
                <p14:nvPr/>
              </p14:nvContentPartPr>
              <p14:xfrm>
                <a:off x="4536133" y="319160"/>
                <a:ext cx="150480" cy="346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1151236-91C1-2780-45D9-92E9B3B9DF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7133" y="310160"/>
                  <a:ext cx="1681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C760EC-9716-283B-F51E-D52F7DCC8AE3}"/>
                    </a:ext>
                  </a:extLst>
                </p14:cNvPr>
                <p14:cNvContentPartPr/>
                <p14:nvPr/>
              </p14:nvContentPartPr>
              <p14:xfrm>
                <a:off x="4655293" y="383960"/>
                <a:ext cx="374760" cy="250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C760EC-9716-283B-F51E-D52F7DCC8A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46293" y="374960"/>
                  <a:ext cx="3924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5BED6B-6490-6E0A-E783-B9623916AB2A}"/>
                    </a:ext>
                  </a:extLst>
                </p14:cNvPr>
                <p14:cNvContentPartPr/>
                <p14:nvPr/>
              </p14:nvContentPartPr>
              <p14:xfrm>
                <a:off x="4947613" y="473960"/>
                <a:ext cx="73440" cy="89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5BED6B-6490-6E0A-E783-B9623916AB2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38973" y="464960"/>
                  <a:ext cx="91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06F2EC-4CEE-60B2-8967-26A6A146E7FF}"/>
                    </a:ext>
                  </a:extLst>
                </p14:cNvPr>
                <p14:cNvContentPartPr/>
                <p14:nvPr/>
              </p14:nvContentPartPr>
              <p14:xfrm>
                <a:off x="5070013" y="351560"/>
                <a:ext cx="493200" cy="278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06F2EC-4CEE-60B2-8967-26A6A146E7F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61013" y="342560"/>
                  <a:ext cx="5108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9903343-1F1C-4CC3-DC86-BC10A9266506}"/>
                    </a:ext>
                  </a:extLst>
                </p14:cNvPr>
                <p14:cNvContentPartPr/>
                <p14:nvPr/>
              </p14:nvContentPartPr>
              <p14:xfrm>
                <a:off x="5451973" y="510680"/>
                <a:ext cx="127080" cy="2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9903343-1F1C-4CC3-DC86-BC10A92665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43333" y="501680"/>
                  <a:ext cx="144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0AF3A60-6F0D-61D6-350B-51E9B029042A}"/>
                    </a:ext>
                  </a:extLst>
                </p14:cNvPr>
                <p14:cNvContentPartPr/>
                <p14:nvPr/>
              </p14:nvContentPartPr>
              <p14:xfrm>
                <a:off x="5640253" y="505280"/>
                <a:ext cx="9360" cy="117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0AF3A60-6F0D-61D6-350B-51E9B029042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31253" y="496280"/>
                  <a:ext cx="27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3CFAB1B-FC15-E381-D6D1-9A62F7CF6FF6}"/>
                    </a:ext>
                  </a:extLst>
                </p14:cNvPr>
                <p14:cNvContentPartPr/>
                <p14:nvPr/>
              </p14:nvContentPartPr>
              <p14:xfrm>
                <a:off x="5624773" y="403760"/>
                <a:ext cx="96840" cy="68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3CFAB1B-FC15-E381-D6D1-9A62F7CF6FF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16133" y="395120"/>
                  <a:ext cx="114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7BC95A9-4E01-DF00-47F8-FD7937C44CCD}"/>
                    </a:ext>
                  </a:extLst>
                </p14:cNvPr>
                <p14:cNvContentPartPr/>
                <p14:nvPr/>
              </p14:nvContentPartPr>
              <p14:xfrm>
                <a:off x="5732053" y="478640"/>
                <a:ext cx="106200" cy="115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7BC95A9-4E01-DF00-47F8-FD7937C44CC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23053" y="470000"/>
                  <a:ext cx="1238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A38EA9-6137-8C12-5FB9-379F6C5906EB}"/>
                    </a:ext>
                  </a:extLst>
                </p14:cNvPr>
                <p14:cNvContentPartPr/>
                <p14:nvPr/>
              </p14:nvContentPartPr>
              <p14:xfrm>
                <a:off x="5916013" y="511040"/>
                <a:ext cx="149400" cy="208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A38EA9-6137-8C12-5FB9-379F6C5906E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07013" y="502400"/>
                  <a:ext cx="167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1A4469-1C5C-210A-7905-9FC6D9D4E831}"/>
                    </a:ext>
                  </a:extLst>
                </p14:cNvPr>
                <p14:cNvContentPartPr/>
                <p14:nvPr/>
              </p14:nvContentPartPr>
              <p14:xfrm>
                <a:off x="6365293" y="388640"/>
                <a:ext cx="237240" cy="209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1A4469-1C5C-210A-7905-9FC6D9D4E8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56653" y="379640"/>
                  <a:ext cx="254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5230642-7550-E29F-0611-AF57BD44DEF7}"/>
                    </a:ext>
                  </a:extLst>
                </p14:cNvPr>
                <p14:cNvContentPartPr/>
                <p14:nvPr/>
              </p14:nvContentPartPr>
              <p14:xfrm>
                <a:off x="6624133" y="443360"/>
                <a:ext cx="66600" cy="126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5230642-7550-E29F-0611-AF57BD44DE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15133" y="434720"/>
                  <a:ext cx="84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BF4C7FE-E58E-4DBC-7941-2F41C6A8AAD2}"/>
                    </a:ext>
                  </a:extLst>
                </p14:cNvPr>
                <p14:cNvContentPartPr/>
                <p14:nvPr/>
              </p14:nvContentPartPr>
              <p14:xfrm>
                <a:off x="6682813" y="401240"/>
                <a:ext cx="72720" cy="174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BF4C7FE-E58E-4DBC-7941-2F41C6A8AAD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73813" y="392240"/>
                  <a:ext cx="90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9B56E8B-CED4-C91A-4917-5B98BFC137CB}"/>
                    </a:ext>
                  </a:extLst>
                </p14:cNvPr>
                <p14:cNvContentPartPr/>
                <p14:nvPr/>
              </p14:nvContentPartPr>
              <p14:xfrm>
                <a:off x="6157933" y="255800"/>
                <a:ext cx="245520" cy="469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9B56E8B-CED4-C91A-4917-5B98BFC137C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49293" y="246800"/>
                  <a:ext cx="26316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9313C3-8840-6625-C2F0-45F828BE20D0}"/>
                    </a:ext>
                  </a:extLst>
                </p14:cNvPr>
                <p14:cNvContentPartPr/>
                <p14:nvPr/>
              </p14:nvContentPartPr>
              <p14:xfrm>
                <a:off x="6774253" y="311240"/>
                <a:ext cx="158040" cy="403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9313C3-8840-6625-C2F0-45F828BE20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65253" y="302600"/>
                  <a:ext cx="1756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A325FEC-5B1F-54BF-C1E5-D0C97610B18B}"/>
                    </a:ext>
                  </a:extLst>
                </p14:cNvPr>
                <p14:cNvContentPartPr/>
                <p14:nvPr/>
              </p14:nvContentPartPr>
              <p14:xfrm>
                <a:off x="3160573" y="824960"/>
                <a:ext cx="1086480" cy="59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A325FEC-5B1F-54BF-C1E5-D0C97610B18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51933" y="815960"/>
                  <a:ext cx="1104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82EDCCD-E30C-5E88-B832-D1ADC20D1606}"/>
                    </a:ext>
                  </a:extLst>
                </p14:cNvPr>
                <p14:cNvContentPartPr/>
                <p14:nvPr/>
              </p14:nvContentPartPr>
              <p14:xfrm>
                <a:off x="4398613" y="784640"/>
                <a:ext cx="1051200" cy="98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82EDCCD-E30C-5E88-B832-D1ADC20D160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89973" y="776000"/>
                  <a:ext cx="1068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911965F-58BB-44ED-9187-DE4BBF12ED7B}"/>
                    </a:ext>
                  </a:extLst>
                </p14:cNvPr>
                <p14:cNvContentPartPr/>
                <p14:nvPr/>
              </p14:nvContentPartPr>
              <p14:xfrm>
                <a:off x="5555653" y="756560"/>
                <a:ext cx="1727640" cy="75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911965F-58BB-44ED-9187-DE4BBF12ED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47013" y="747560"/>
                  <a:ext cx="174528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8457D06-F487-0173-EF8D-364298CEF81B}"/>
                  </a:ext>
                </a:extLst>
              </p14:cNvPr>
              <p14:cNvContentPartPr/>
              <p14:nvPr/>
            </p14:nvContentPartPr>
            <p14:xfrm>
              <a:off x="958813" y="1082360"/>
              <a:ext cx="17640" cy="958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8457D06-F487-0173-EF8D-364298CEF81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49813" y="1073720"/>
                <a:ext cx="35280" cy="9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CC25351-5879-7E21-DE96-83F3A1994C35}"/>
                  </a:ext>
                </a:extLst>
              </p14:cNvPr>
              <p14:cNvContentPartPr/>
              <p14:nvPr/>
            </p14:nvContentPartPr>
            <p14:xfrm>
              <a:off x="1699693" y="1053560"/>
              <a:ext cx="109440" cy="1515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CC25351-5879-7E21-DE96-83F3A1994C3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91053" y="1044560"/>
                <a:ext cx="1270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69F6E97-15DF-08BA-D6B0-59979E24D3BD}"/>
                  </a:ext>
                </a:extLst>
              </p14:cNvPr>
              <p14:cNvContentPartPr/>
              <p14:nvPr/>
            </p14:nvContentPartPr>
            <p14:xfrm>
              <a:off x="1616533" y="2212400"/>
              <a:ext cx="14400" cy="1393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69F6E97-15DF-08BA-D6B0-59979E24D3B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607893" y="2203400"/>
                <a:ext cx="3204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CE0E7F9-E050-1BF4-3CB0-F6FBA8FFB9B3}"/>
              </a:ext>
            </a:extLst>
          </p:cNvPr>
          <p:cNvGrpSpPr/>
          <p:nvPr/>
        </p:nvGrpSpPr>
        <p:grpSpPr>
          <a:xfrm>
            <a:off x="389293" y="1040960"/>
            <a:ext cx="3398040" cy="4016880"/>
            <a:chOff x="389293" y="1040960"/>
            <a:chExt cx="3398040" cy="40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5B54406-34A5-2F99-AF0D-17DC3459DBC6}"/>
                    </a:ext>
                  </a:extLst>
                </p14:cNvPr>
                <p14:cNvContentPartPr/>
                <p14:nvPr/>
              </p14:nvContentPartPr>
              <p14:xfrm>
                <a:off x="967813" y="2117720"/>
                <a:ext cx="429840" cy="930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5B54406-34A5-2F99-AF0D-17DC3459DBC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8813" y="2109080"/>
                  <a:ext cx="447480" cy="9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03F086-E64F-AC28-238B-D9C1A1D8C796}"/>
                    </a:ext>
                  </a:extLst>
                </p14:cNvPr>
                <p14:cNvContentPartPr/>
                <p14:nvPr/>
              </p14:nvContentPartPr>
              <p14:xfrm>
                <a:off x="959893" y="2968400"/>
                <a:ext cx="149400" cy="106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03F086-E64F-AC28-238B-D9C1A1D8C7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1253" y="2959760"/>
                  <a:ext cx="1670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A932666-872D-50B9-1135-4C5BCC37B4D4}"/>
                    </a:ext>
                  </a:extLst>
                </p14:cNvPr>
                <p14:cNvContentPartPr/>
                <p14:nvPr/>
              </p14:nvContentPartPr>
              <p14:xfrm>
                <a:off x="1464973" y="2243360"/>
                <a:ext cx="889920" cy="841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A932666-872D-50B9-1135-4C5BCC37B4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55973" y="2234360"/>
                  <a:ext cx="90756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73AC8C6-53AF-504B-E1B3-EF17A6820630}"/>
                    </a:ext>
                  </a:extLst>
                </p14:cNvPr>
                <p14:cNvContentPartPr/>
                <p14:nvPr/>
              </p14:nvContentPartPr>
              <p14:xfrm>
                <a:off x="2245093" y="3042920"/>
                <a:ext cx="98280" cy="77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73AC8C6-53AF-504B-E1B3-EF17A682063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36453" y="3034280"/>
                  <a:ext cx="115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F58674D-0592-37F0-6C90-BDA8F458DC29}"/>
                    </a:ext>
                  </a:extLst>
                </p14:cNvPr>
                <p14:cNvContentPartPr/>
                <p14:nvPr/>
              </p14:nvContentPartPr>
              <p14:xfrm>
                <a:off x="2336533" y="3005120"/>
                <a:ext cx="61920" cy="13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F58674D-0592-37F0-6C90-BDA8F458DC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27893" y="2996480"/>
                  <a:ext cx="79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5409708-06A8-65C6-4424-80354CD6281C}"/>
                    </a:ext>
                  </a:extLst>
                </p14:cNvPr>
                <p14:cNvContentPartPr/>
                <p14:nvPr/>
              </p14:nvContentPartPr>
              <p14:xfrm>
                <a:off x="2384413" y="3306800"/>
                <a:ext cx="10080" cy="183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5409708-06A8-65C6-4424-80354CD6281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75413" y="3298160"/>
                  <a:ext cx="277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608E0A7-1C7D-9DF2-8C4F-CAFAFDD0D975}"/>
                    </a:ext>
                  </a:extLst>
                </p14:cNvPr>
                <p14:cNvContentPartPr/>
                <p14:nvPr/>
              </p14:nvContentPartPr>
              <p14:xfrm>
                <a:off x="2256973" y="3275120"/>
                <a:ext cx="284400" cy="55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608E0A7-1C7D-9DF2-8C4F-CAFAFDD0D9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47973" y="3266480"/>
                  <a:ext cx="302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CC48E09-DCC0-A9C7-BB6D-E6F07217ABCD}"/>
                    </a:ext>
                  </a:extLst>
                </p14:cNvPr>
                <p14:cNvContentPartPr/>
                <p14:nvPr/>
              </p14:nvContentPartPr>
              <p14:xfrm>
                <a:off x="2464693" y="3362600"/>
                <a:ext cx="177120" cy="122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CC48E09-DCC0-A9C7-BB6D-E6F07217ABC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55693" y="3353960"/>
                  <a:ext cx="194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9413B2A-FF51-48B5-1AB5-DC77D8E004BC}"/>
                    </a:ext>
                  </a:extLst>
                </p14:cNvPr>
                <p14:cNvContentPartPr/>
                <p14:nvPr/>
              </p14:nvContentPartPr>
              <p14:xfrm>
                <a:off x="2705893" y="3297800"/>
                <a:ext cx="57960" cy="172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9413B2A-FF51-48B5-1AB5-DC77D8E004B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96893" y="3289160"/>
                  <a:ext cx="75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EBEF004-C99A-39A1-5ED4-A1751AD0CAF7}"/>
                    </a:ext>
                  </a:extLst>
                </p14:cNvPr>
                <p14:cNvContentPartPr/>
                <p14:nvPr/>
              </p14:nvContentPartPr>
              <p14:xfrm>
                <a:off x="2700853" y="3336320"/>
                <a:ext cx="170640" cy="40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EBEF004-C99A-39A1-5ED4-A1751AD0CAF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91853" y="3327680"/>
                  <a:ext cx="1882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AD12A13-0CEC-13B2-49D8-62274A8F87CC}"/>
                    </a:ext>
                  </a:extLst>
                </p14:cNvPr>
                <p14:cNvContentPartPr/>
                <p14:nvPr/>
              </p14:nvContentPartPr>
              <p14:xfrm>
                <a:off x="3099373" y="3315080"/>
                <a:ext cx="247320" cy="155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AD12A13-0CEC-13B2-49D8-62274A8F87C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90733" y="3306440"/>
                  <a:ext cx="264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EF08C27-A66C-1216-DD6C-5DBC085A692B}"/>
                    </a:ext>
                  </a:extLst>
                </p14:cNvPr>
                <p14:cNvContentPartPr/>
                <p14:nvPr/>
              </p14:nvContentPartPr>
              <p14:xfrm>
                <a:off x="3471253" y="3289520"/>
                <a:ext cx="38520" cy="230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EF08C27-A66C-1216-DD6C-5DBC085A692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62613" y="3280520"/>
                  <a:ext cx="561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5C09F13-D2EB-D99A-C9E8-9301437A7862}"/>
                    </a:ext>
                  </a:extLst>
                </p14:cNvPr>
                <p14:cNvContentPartPr/>
                <p14:nvPr/>
              </p14:nvContentPartPr>
              <p14:xfrm>
                <a:off x="3409333" y="3374120"/>
                <a:ext cx="52200" cy="46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5C09F13-D2EB-D99A-C9E8-9301437A786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00333" y="3365480"/>
                  <a:ext cx="69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A0EF6B0-B59D-6FDC-18B6-9DE2E99A4539}"/>
                    </a:ext>
                  </a:extLst>
                </p14:cNvPr>
                <p14:cNvContentPartPr/>
                <p14:nvPr/>
              </p14:nvContentPartPr>
              <p14:xfrm>
                <a:off x="3541813" y="3366920"/>
                <a:ext cx="65520" cy="77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A0EF6B0-B59D-6FDC-18B6-9DE2E99A453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32813" y="3358280"/>
                  <a:ext cx="83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82C0C8-7B48-5698-0461-462A10814687}"/>
                    </a:ext>
                  </a:extLst>
                </p14:cNvPr>
                <p14:cNvContentPartPr/>
                <p14:nvPr/>
              </p14:nvContentPartPr>
              <p14:xfrm>
                <a:off x="3022333" y="3205640"/>
                <a:ext cx="259200" cy="407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82C0C8-7B48-5698-0461-462A1081468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13333" y="3196640"/>
                  <a:ext cx="27684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08A388B-58F2-F7CE-8437-3EFF27997AC0}"/>
                    </a:ext>
                  </a:extLst>
                </p14:cNvPr>
                <p14:cNvContentPartPr/>
                <p14:nvPr/>
              </p14:nvContentPartPr>
              <p14:xfrm>
                <a:off x="3608413" y="3229760"/>
                <a:ext cx="143640" cy="355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08A388B-58F2-F7CE-8437-3EFF27997AC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99413" y="3221120"/>
                  <a:ext cx="1612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1D4F39A-6A61-FA97-0ABE-963BD35F99D0}"/>
                    </a:ext>
                  </a:extLst>
                </p14:cNvPr>
                <p14:cNvContentPartPr/>
                <p14:nvPr/>
              </p14:nvContentPartPr>
              <p14:xfrm>
                <a:off x="590893" y="3283040"/>
                <a:ext cx="55440" cy="236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1D4F39A-6A61-FA97-0ABE-963BD35F99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1893" y="3274040"/>
                  <a:ext cx="73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9134D78-9E18-9BB4-00ED-8DC5F56EAF99}"/>
                    </a:ext>
                  </a:extLst>
                </p14:cNvPr>
                <p14:cNvContentPartPr/>
                <p14:nvPr/>
              </p14:nvContentPartPr>
              <p14:xfrm>
                <a:off x="441133" y="3270080"/>
                <a:ext cx="325440" cy="27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9134D78-9E18-9BB4-00ED-8DC5F56EAF9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2133" y="3261440"/>
                  <a:ext cx="343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1C1AF4E-F20D-0208-D362-B408A77907E4}"/>
                    </a:ext>
                  </a:extLst>
                </p14:cNvPr>
                <p14:cNvContentPartPr/>
                <p14:nvPr/>
              </p14:nvContentPartPr>
              <p14:xfrm>
                <a:off x="697813" y="3394280"/>
                <a:ext cx="131040" cy="112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1C1AF4E-F20D-0208-D362-B408A77907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8813" y="3385280"/>
                  <a:ext cx="148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52546AD-1634-7F1F-94A7-16A097541438}"/>
                    </a:ext>
                  </a:extLst>
                </p14:cNvPr>
                <p14:cNvContentPartPr/>
                <p14:nvPr/>
              </p14:nvContentPartPr>
              <p14:xfrm>
                <a:off x="829213" y="3394280"/>
                <a:ext cx="221400" cy="108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52546AD-1634-7F1F-94A7-16A09754143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0573" y="3385280"/>
                  <a:ext cx="2390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A9AC3E-EF44-B695-2028-012F1425BD2C}"/>
                    </a:ext>
                  </a:extLst>
                </p14:cNvPr>
                <p14:cNvContentPartPr/>
                <p14:nvPr/>
              </p14:nvContentPartPr>
              <p14:xfrm>
                <a:off x="952333" y="3352520"/>
                <a:ext cx="88560" cy="6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A9AC3E-EF44-B695-2028-012F1425BD2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3693" y="3343520"/>
                  <a:ext cx="106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54EA0D5-722A-0AE0-E8AF-7DEDFA9C2E49}"/>
                    </a:ext>
                  </a:extLst>
                </p14:cNvPr>
                <p14:cNvContentPartPr/>
                <p14:nvPr/>
              </p14:nvContentPartPr>
              <p14:xfrm>
                <a:off x="1066813" y="3414080"/>
                <a:ext cx="129240" cy="162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54EA0D5-722A-0AE0-E8AF-7DEDFA9C2E4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58173" y="3405440"/>
                  <a:ext cx="146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5A94FA4-8DAA-A99A-98F7-A0C56EA64EED}"/>
                    </a:ext>
                  </a:extLst>
                </p14:cNvPr>
                <p14:cNvContentPartPr/>
                <p14:nvPr/>
              </p14:nvContentPartPr>
              <p14:xfrm>
                <a:off x="1336813" y="3374480"/>
                <a:ext cx="112320" cy="179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5A94FA4-8DAA-A99A-98F7-A0C56EA64EE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328173" y="3365840"/>
                  <a:ext cx="129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8EEEA68-B363-BCDB-0E35-830E1CDB67AF}"/>
                    </a:ext>
                  </a:extLst>
                </p14:cNvPr>
                <p14:cNvContentPartPr/>
                <p14:nvPr/>
              </p14:nvContentPartPr>
              <p14:xfrm>
                <a:off x="1509253" y="3382760"/>
                <a:ext cx="119880" cy="119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8EEEA68-B363-BCDB-0E35-830E1CDB67A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00253" y="3373760"/>
                  <a:ext cx="137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6E8CC57-563E-AB88-0BBF-FF35E0354447}"/>
                    </a:ext>
                  </a:extLst>
                </p14:cNvPr>
                <p14:cNvContentPartPr/>
                <p14:nvPr/>
              </p14:nvContentPartPr>
              <p14:xfrm>
                <a:off x="1718413" y="3370520"/>
                <a:ext cx="52200" cy="181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6E8CC57-563E-AB88-0BBF-FF35E035444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09413" y="3361880"/>
                  <a:ext cx="69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90F476B-8701-D75E-219E-3B061FF6DA53}"/>
                    </a:ext>
                  </a:extLst>
                </p14:cNvPr>
                <p14:cNvContentPartPr/>
                <p14:nvPr/>
              </p14:nvContentPartPr>
              <p14:xfrm>
                <a:off x="1689613" y="3433160"/>
                <a:ext cx="33840" cy="36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90F476B-8701-D75E-219E-3B061FF6DA5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80613" y="3424520"/>
                  <a:ext cx="51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6B9FB6E-69A6-D3D5-0A03-367DD06931BC}"/>
                    </a:ext>
                  </a:extLst>
                </p14:cNvPr>
                <p14:cNvContentPartPr/>
                <p14:nvPr/>
              </p14:nvContentPartPr>
              <p14:xfrm>
                <a:off x="1781773" y="3454400"/>
                <a:ext cx="39960" cy="38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6B9FB6E-69A6-D3D5-0A03-367DD06931B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72773" y="3445760"/>
                  <a:ext cx="57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EABEEE4-D8C6-CFF9-FDA8-03CB7AF2BE2F}"/>
                    </a:ext>
                  </a:extLst>
                </p14:cNvPr>
                <p14:cNvContentPartPr/>
                <p14:nvPr/>
              </p14:nvContentPartPr>
              <p14:xfrm>
                <a:off x="1654333" y="3323720"/>
                <a:ext cx="295560" cy="333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EABEEE4-D8C6-CFF9-FDA8-03CB7AF2BE2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45693" y="3314720"/>
                  <a:ext cx="3132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40F0C99-A846-5247-A7DA-B70084A09509}"/>
                    </a:ext>
                  </a:extLst>
                </p14:cNvPr>
                <p14:cNvContentPartPr/>
                <p14:nvPr/>
              </p14:nvContentPartPr>
              <p14:xfrm>
                <a:off x="1272373" y="3284840"/>
                <a:ext cx="183240" cy="387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40F0C99-A846-5247-A7DA-B70084A0950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63373" y="3276200"/>
                  <a:ext cx="2008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4E34ADD-76D2-DE41-734E-F2CEDEDC1514}"/>
                    </a:ext>
                  </a:extLst>
                </p14:cNvPr>
                <p14:cNvContentPartPr/>
                <p14:nvPr/>
              </p14:nvContentPartPr>
              <p14:xfrm>
                <a:off x="435733" y="3763640"/>
                <a:ext cx="61920" cy="833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4E34ADD-76D2-DE41-734E-F2CEDEDC151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7093" y="3754640"/>
                  <a:ext cx="79560" cy="85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6C31F6-27A9-E4D0-683C-78AFFCC9BD80}"/>
                    </a:ext>
                  </a:extLst>
                </p14:cNvPr>
                <p14:cNvContentPartPr/>
                <p14:nvPr/>
              </p14:nvContentPartPr>
              <p14:xfrm>
                <a:off x="519613" y="3738440"/>
                <a:ext cx="858960" cy="831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6C31F6-27A9-E4D0-683C-78AFFCC9BD8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0973" y="3729440"/>
                  <a:ext cx="876600" cy="84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F2086A7-EEA4-3ADB-74CA-E7DB6B787BF1}"/>
                    </a:ext>
                  </a:extLst>
                </p14:cNvPr>
                <p14:cNvContentPartPr/>
                <p14:nvPr/>
              </p14:nvContentPartPr>
              <p14:xfrm>
                <a:off x="389293" y="4589840"/>
                <a:ext cx="1149120" cy="54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F2086A7-EEA4-3ADB-74CA-E7DB6B787BF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0293" y="4581200"/>
                  <a:ext cx="1166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9A700F3-A865-9B97-D278-E27DF7F5AADF}"/>
                    </a:ext>
                  </a:extLst>
                </p14:cNvPr>
                <p14:cNvContentPartPr/>
                <p14:nvPr/>
              </p14:nvContentPartPr>
              <p14:xfrm>
                <a:off x="1103893" y="3832040"/>
                <a:ext cx="15480" cy="681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9A700F3-A865-9B97-D278-E27DF7F5AAD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5253" y="3823040"/>
                  <a:ext cx="3312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695171F-FE50-1338-C86E-C339F62EE4F2}"/>
                    </a:ext>
                  </a:extLst>
                </p14:cNvPr>
                <p14:cNvContentPartPr/>
                <p14:nvPr/>
              </p14:nvContentPartPr>
              <p14:xfrm>
                <a:off x="449413" y="3899000"/>
                <a:ext cx="1277640" cy="52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695171F-FE50-1338-C86E-C339F62EE4F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0413" y="3890360"/>
                  <a:ext cx="1295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449DA18-8527-8094-F4E8-1179EDBC4290}"/>
                    </a:ext>
                  </a:extLst>
                </p14:cNvPr>
                <p14:cNvContentPartPr/>
                <p14:nvPr/>
              </p14:nvContentPartPr>
              <p14:xfrm>
                <a:off x="1125853" y="4754000"/>
                <a:ext cx="36720" cy="174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449DA18-8527-8094-F4E8-1179EDBC429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6853" y="4745360"/>
                  <a:ext cx="543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63B55D1-8B92-E319-5655-A2A478AFBA8C}"/>
                    </a:ext>
                  </a:extLst>
                </p14:cNvPr>
                <p14:cNvContentPartPr/>
                <p14:nvPr/>
              </p14:nvContentPartPr>
              <p14:xfrm>
                <a:off x="1238533" y="4790720"/>
                <a:ext cx="227520" cy="133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63B55D1-8B92-E319-5655-A2A478AFBA8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29533" y="4781720"/>
                  <a:ext cx="245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9B14D11-BB9F-346A-2465-D75C9EDAC0C4}"/>
                    </a:ext>
                  </a:extLst>
                </p14:cNvPr>
                <p14:cNvContentPartPr/>
                <p14:nvPr/>
              </p14:nvContentPartPr>
              <p14:xfrm>
                <a:off x="1546333" y="4795400"/>
                <a:ext cx="88200" cy="128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9B14D11-BB9F-346A-2465-D75C9EDAC0C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37333" y="4786760"/>
                  <a:ext cx="105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55BB3A7-CD5A-2C19-92B1-1BCB649F0906}"/>
                    </a:ext>
                  </a:extLst>
                </p14:cNvPr>
                <p14:cNvContentPartPr/>
                <p14:nvPr/>
              </p14:nvContentPartPr>
              <p14:xfrm>
                <a:off x="1559653" y="4804400"/>
                <a:ext cx="103320" cy="139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55BB3A7-CD5A-2C19-92B1-1BCB649F090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51013" y="4795760"/>
                  <a:ext cx="120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CDEB35A-44FB-B3D8-534B-0BDB664EE452}"/>
                    </a:ext>
                  </a:extLst>
                </p14:cNvPr>
                <p14:cNvContentPartPr/>
                <p14:nvPr/>
              </p14:nvContentPartPr>
              <p14:xfrm>
                <a:off x="1688893" y="4817720"/>
                <a:ext cx="189720" cy="90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CDEB35A-44FB-B3D8-534B-0BDB664EE45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80253" y="4808720"/>
                  <a:ext cx="207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1B05941-94E6-E444-7D4E-02C6C1AC20CD}"/>
                    </a:ext>
                  </a:extLst>
                </p14:cNvPr>
                <p14:cNvContentPartPr/>
                <p14:nvPr/>
              </p14:nvContentPartPr>
              <p14:xfrm>
                <a:off x="1763053" y="4815200"/>
                <a:ext cx="22680" cy="242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1B05941-94E6-E444-7D4E-02C6C1AC20C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54413" y="4806560"/>
                  <a:ext cx="40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6020377-359C-8255-D4F8-FDB9B71E4D90}"/>
                    </a:ext>
                  </a:extLst>
                </p14:cNvPr>
                <p14:cNvContentPartPr/>
                <p14:nvPr/>
              </p14:nvContentPartPr>
              <p14:xfrm>
                <a:off x="990853" y="1040960"/>
                <a:ext cx="768240" cy="31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6020377-359C-8255-D4F8-FDB9B71E4D9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81853" y="1031960"/>
                  <a:ext cx="785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79249C6-A0E5-80A2-1FD3-15B397142B84}"/>
                    </a:ext>
                  </a:extLst>
                </p14:cNvPr>
                <p14:cNvContentPartPr/>
                <p14:nvPr/>
              </p14:nvContentPartPr>
              <p14:xfrm>
                <a:off x="970333" y="2012960"/>
                <a:ext cx="868320" cy="27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79249C6-A0E5-80A2-1FD3-15B397142B8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1333" y="2003960"/>
                  <a:ext cx="885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0363D4D-9743-A000-67DD-E2DFD176B888}"/>
                    </a:ext>
                  </a:extLst>
                </p14:cNvPr>
                <p14:cNvContentPartPr/>
                <p14:nvPr/>
              </p14:nvContentPartPr>
              <p14:xfrm>
                <a:off x="1785733" y="1100720"/>
                <a:ext cx="30600" cy="942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0363D4D-9743-A000-67DD-E2DFD176B88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76733" y="1092080"/>
                  <a:ext cx="4824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DF2BDBD-1BAC-9DB2-C5F2-90182878B38E}"/>
                    </a:ext>
                  </a:extLst>
                </p14:cNvPr>
                <p14:cNvContentPartPr/>
                <p14:nvPr/>
              </p14:nvContentPartPr>
              <p14:xfrm>
                <a:off x="1592773" y="1076240"/>
                <a:ext cx="24840" cy="936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DF2BDBD-1BAC-9DB2-C5F2-90182878B38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84133" y="1067600"/>
                  <a:ext cx="42480" cy="9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F52B514-1A6D-7891-474E-EFAE64DAAC15}"/>
                    </a:ext>
                  </a:extLst>
                </p14:cNvPr>
                <p14:cNvContentPartPr/>
                <p14:nvPr/>
              </p14:nvContentPartPr>
              <p14:xfrm>
                <a:off x="994093" y="1273520"/>
                <a:ext cx="873360" cy="24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F52B514-1A6D-7891-474E-EFAE64DAAC1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5093" y="1264880"/>
                  <a:ext cx="8910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2255381-15FE-A537-67D1-E54827666044}"/>
                    </a:ext>
                  </a:extLst>
                </p14:cNvPr>
                <p14:cNvContentPartPr/>
                <p14:nvPr/>
              </p14:nvContentPartPr>
              <p14:xfrm>
                <a:off x="1574413" y="2214920"/>
                <a:ext cx="28440" cy="13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2255381-15FE-A537-67D1-E5482766604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65413" y="2206280"/>
                  <a:ext cx="46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A486E42-BB7B-B0CF-DA73-2CC66CCB6D14}"/>
                    </a:ext>
                  </a:extLst>
                </p14:cNvPr>
                <p14:cNvContentPartPr/>
                <p14:nvPr/>
              </p14:nvContentPartPr>
              <p14:xfrm>
                <a:off x="1615453" y="2185760"/>
                <a:ext cx="19440" cy="119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A486E42-BB7B-B0CF-DA73-2CC66CCB6D1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06453" y="2176760"/>
                  <a:ext cx="37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75BC3F8-DC8C-8504-A322-F30E70664EAC}"/>
                    </a:ext>
                  </a:extLst>
                </p14:cNvPr>
                <p14:cNvContentPartPr/>
                <p14:nvPr/>
              </p14:nvContentPartPr>
              <p14:xfrm>
                <a:off x="1740013" y="2171360"/>
                <a:ext cx="214920" cy="148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75BC3F8-DC8C-8504-A322-F30E70664EA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31373" y="2162360"/>
                  <a:ext cx="232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39EE9B0-501D-CE99-E762-2C8E06AFF9EB}"/>
                    </a:ext>
                  </a:extLst>
                </p14:cNvPr>
                <p14:cNvContentPartPr/>
                <p14:nvPr/>
              </p14:nvContentPartPr>
              <p14:xfrm>
                <a:off x="2003893" y="2209520"/>
                <a:ext cx="154080" cy="132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39EE9B0-501D-CE99-E762-2C8E06AFF9E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94893" y="2200880"/>
                  <a:ext cx="171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37BDCFA-7595-0DC8-0F97-5DD7323FD58B}"/>
                    </a:ext>
                  </a:extLst>
                </p14:cNvPr>
                <p14:cNvContentPartPr/>
                <p14:nvPr/>
              </p14:nvContentPartPr>
              <p14:xfrm>
                <a:off x="1999213" y="2210240"/>
                <a:ext cx="144360" cy="185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37BDCFA-7595-0DC8-0F97-5DD7323FD58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990573" y="2201240"/>
                  <a:ext cx="1620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E387D23-5D62-7B70-74E4-895D73CB9B20}"/>
                    </a:ext>
                  </a:extLst>
                </p14:cNvPr>
                <p14:cNvContentPartPr/>
                <p14:nvPr/>
              </p14:nvContentPartPr>
              <p14:xfrm>
                <a:off x="2191453" y="2222120"/>
                <a:ext cx="177120" cy="117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E387D23-5D62-7B70-74E4-895D73CB9B2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82453" y="2213120"/>
                  <a:ext cx="194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9660F4B-23BF-5083-3A92-C466A65E4B14}"/>
                    </a:ext>
                  </a:extLst>
                </p14:cNvPr>
                <p14:cNvContentPartPr/>
                <p14:nvPr/>
              </p14:nvContentPartPr>
              <p14:xfrm>
                <a:off x="2283973" y="2245160"/>
                <a:ext cx="15840" cy="213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9660F4B-23BF-5083-3A92-C466A65E4B1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75333" y="2236520"/>
                  <a:ext cx="33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94B571F-BA57-5211-157A-02D3D8B9AC18}"/>
                    </a:ext>
                  </a:extLst>
                </p14:cNvPr>
                <p14:cNvContentPartPr/>
                <p14:nvPr/>
              </p14:nvContentPartPr>
              <p14:xfrm>
                <a:off x="2605453" y="3730880"/>
                <a:ext cx="51480" cy="990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94B571F-BA57-5211-157A-02D3D8B9AC1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96813" y="3722240"/>
                  <a:ext cx="69120" cy="10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E3981DD-5FE5-ABA0-7E12-23F5E3F6D8B0}"/>
                    </a:ext>
                  </a:extLst>
                </p14:cNvPr>
                <p14:cNvContentPartPr/>
                <p14:nvPr/>
              </p14:nvContentPartPr>
              <p14:xfrm>
                <a:off x="2664133" y="3719000"/>
                <a:ext cx="971640" cy="965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E3981DD-5FE5-ABA0-7E12-23F5E3F6D8B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55493" y="3710360"/>
                  <a:ext cx="989280" cy="9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234F094-A5A1-9711-4E88-A7271F715858}"/>
                    </a:ext>
                  </a:extLst>
                </p14:cNvPr>
                <p14:cNvContentPartPr/>
                <p14:nvPr/>
              </p14:nvContentPartPr>
              <p14:xfrm>
                <a:off x="2574133" y="4737080"/>
                <a:ext cx="1213200" cy="20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234F094-A5A1-9711-4E88-A7271F71585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565133" y="4728440"/>
                  <a:ext cx="1230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E08CC0B-7C14-5071-0B7D-242A1A81AB16}"/>
                    </a:ext>
                  </a:extLst>
                </p14:cNvPr>
                <p14:cNvContentPartPr/>
                <p14:nvPr/>
              </p14:nvContentPartPr>
              <p14:xfrm>
                <a:off x="3352813" y="3824840"/>
                <a:ext cx="64800" cy="1062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E08CC0B-7C14-5071-0B7D-242A1A81AB1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44173" y="3815840"/>
                  <a:ext cx="82440" cy="10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35951AE-00D5-E286-27B7-83ED6C22F268}"/>
                    </a:ext>
                  </a:extLst>
                </p14:cNvPr>
                <p14:cNvContentPartPr/>
                <p14:nvPr/>
              </p14:nvContentPartPr>
              <p14:xfrm>
                <a:off x="2675293" y="3917000"/>
                <a:ext cx="1112040" cy="61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35951AE-00D5-E286-27B7-83ED6C22F26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666293" y="3908360"/>
                  <a:ext cx="112968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161F3C62-65DE-2CED-149F-5579E6CB7EC5}"/>
              </a:ext>
            </a:extLst>
          </p:cNvPr>
          <p:cNvGrpSpPr/>
          <p:nvPr/>
        </p:nvGrpSpPr>
        <p:grpSpPr>
          <a:xfrm>
            <a:off x="3483493" y="4912400"/>
            <a:ext cx="664560" cy="291240"/>
            <a:chOff x="3483493" y="4912400"/>
            <a:chExt cx="66456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D905332-0303-1F2E-E26B-8551AB762164}"/>
                    </a:ext>
                  </a:extLst>
                </p14:cNvPr>
                <p14:cNvContentPartPr/>
                <p14:nvPr/>
              </p14:nvContentPartPr>
              <p14:xfrm>
                <a:off x="3483493" y="4912400"/>
                <a:ext cx="292680" cy="151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D905332-0303-1F2E-E26B-8551AB76216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474853" y="4903760"/>
                  <a:ext cx="310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E9A2EE4-0148-9E7C-A612-7CE7B8FA5838}"/>
                    </a:ext>
                  </a:extLst>
                </p14:cNvPr>
                <p14:cNvContentPartPr/>
                <p14:nvPr/>
              </p14:nvContentPartPr>
              <p14:xfrm>
                <a:off x="3831613" y="4946600"/>
                <a:ext cx="119880" cy="134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E9A2EE4-0148-9E7C-A612-7CE7B8FA583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822613" y="4937960"/>
                  <a:ext cx="137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26A9DFA-8086-3FFD-D7D9-C6052C6992C5}"/>
                    </a:ext>
                  </a:extLst>
                </p14:cNvPr>
                <p14:cNvContentPartPr/>
                <p14:nvPr/>
              </p14:nvContentPartPr>
              <p14:xfrm>
                <a:off x="3843853" y="4943720"/>
                <a:ext cx="146880" cy="166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26A9DFA-8086-3FFD-D7D9-C6052C6992C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834853" y="4934720"/>
                  <a:ext cx="164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E2EF5F1-37B2-9BDD-20FE-6AA72E3133C1}"/>
                    </a:ext>
                  </a:extLst>
                </p14:cNvPr>
                <p14:cNvContentPartPr/>
                <p14:nvPr/>
              </p14:nvContentPartPr>
              <p14:xfrm>
                <a:off x="4011253" y="4960280"/>
                <a:ext cx="136800" cy="112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E2EF5F1-37B2-9BDD-20FE-6AA72E3133C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002613" y="4951640"/>
                  <a:ext cx="154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F5AD3DA-87D4-2898-E4DF-94E679A1D8CF}"/>
                    </a:ext>
                  </a:extLst>
                </p14:cNvPr>
                <p14:cNvContentPartPr/>
                <p14:nvPr/>
              </p14:nvContentPartPr>
              <p14:xfrm>
                <a:off x="4065973" y="4971080"/>
                <a:ext cx="38160" cy="232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F5AD3DA-87D4-2898-E4DF-94E679A1D8C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056973" y="4962440"/>
                  <a:ext cx="5580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08AE8D7-2901-D62C-D325-D74E6BEEF14E}"/>
                  </a:ext>
                </a:extLst>
              </p14:cNvPr>
              <p14:cNvContentPartPr/>
              <p14:nvPr/>
            </p14:nvContentPartPr>
            <p14:xfrm>
              <a:off x="1137373" y="5627000"/>
              <a:ext cx="360" cy="3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08AE8D7-2901-D62C-D325-D74E6BEEF14E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28373" y="56180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57F8E30-83E7-105E-982A-A7F2FD386315}"/>
                  </a:ext>
                </a:extLst>
              </p14:cNvPr>
              <p14:cNvContentPartPr/>
              <p14:nvPr/>
            </p14:nvContentPartPr>
            <p14:xfrm>
              <a:off x="911293" y="1559720"/>
              <a:ext cx="4863960" cy="47556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57F8E30-83E7-105E-982A-A7F2FD38631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02293" y="1551080"/>
                <a:ext cx="4881600" cy="477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43635E88-33F0-5E83-1292-39F23018E10E}"/>
              </a:ext>
            </a:extLst>
          </p:cNvPr>
          <p:cNvGrpSpPr/>
          <p:nvPr/>
        </p:nvGrpSpPr>
        <p:grpSpPr>
          <a:xfrm>
            <a:off x="6444133" y="1514360"/>
            <a:ext cx="733680" cy="221040"/>
            <a:chOff x="6444133" y="1514360"/>
            <a:chExt cx="73368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93204F5-6373-EB94-1981-B1588402C6D2}"/>
                    </a:ext>
                  </a:extLst>
                </p14:cNvPr>
                <p14:cNvContentPartPr/>
                <p14:nvPr/>
              </p14:nvContentPartPr>
              <p14:xfrm>
                <a:off x="6444133" y="1516520"/>
                <a:ext cx="40680" cy="2188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93204F5-6373-EB94-1981-B1588402C6D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35133" y="1507880"/>
                  <a:ext cx="583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75770CC-7574-17D8-5D49-D006D1CB2DC7}"/>
                    </a:ext>
                  </a:extLst>
                </p14:cNvPr>
                <p14:cNvContentPartPr/>
                <p14:nvPr/>
              </p14:nvContentPartPr>
              <p14:xfrm>
                <a:off x="6475453" y="1527320"/>
                <a:ext cx="183960" cy="1692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75770CC-7574-17D8-5D49-D006D1CB2DC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66453" y="1518680"/>
                  <a:ext cx="2016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FB52DC2-E85C-8B84-A24B-A0C5226A1B7A}"/>
                    </a:ext>
                  </a:extLst>
                </p14:cNvPr>
                <p14:cNvContentPartPr/>
                <p14:nvPr/>
              </p14:nvContentPartPr>
              <p14:xfrm>
                <a:off x="6744373" y="1559720"/>
                <a:ext cx="74520" cy="18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FB52DC2-E85C-8B84-A24B-A0C5226A1B7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735373" y="1551080"/>
                  <a:ext cx="92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112D5C7-1CF6-0EDC-B6AE-26048D2461A0}"/>
                    </a:ext>
                  </a:extLst>
                </p14:cNvPr>
                <p14:cNvContentPartPr/>
                <p14:nvPr/>
              </p14:nvContentPartPr>
              <p14:xfrm>
                <a:off x="6751933" y="1614440"/>
                <a:ext cx="109080" cy="20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112D5C7-1CF6-0EDC-B6AE-26048D2461A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42933" y="1605800"/>
                  <a:ext cx="126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484FC02-AB29-291B-A0C7-C9B6D5047124}"/>
                    </a:ext>
                  </a:extLst>
                </p14:cNvPr>
                <p14:cNvContentPartPr/>
                <p14:nvPr/>
              </p14:nvContentPartPr>
              <p14:xfrm>
                <a:off x="6989173" y="1537400"/>
                <a:ext cx="35640" cy="160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484FC02-AB29-291B-A0C7-C9B6D504712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80173" y="1528400"/>
                  <a:ext cx="53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84B10E9-FF1D-4CAD-E9AC-092E5A5E2829}"/>
                    </a:ext>
                  </a:extLst>
                </p14:cNvPr>
                <p14:cNvContentPartPr/>
                <p14:nvPr/>
              </p14:nvContentPartPr>
              <p14:xfrm>
                <a:off x="6934093" y="1514360"/>
                <a:ext cx="71280" cy="93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84B10E9-FF1D-4CAD-E9AC-092E5A5E282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925453" y="1505360"/>
                  <a:ext cx="88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F1C7B5C-01BA-2869-B12A-E50414A6E5F9}"/>
                    </a:ext>
                  </a:extLst>
                </p14:cNvPr>
                <p14:cNvContentPartPr/>
                <p14:nvPr/>
              </p14:nvContentPartPr>
              <p14:xfrm>
                <a:off x="6980893" y="1691840"/>
                <a:ext cx="196920" cy="32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F1C7B5C-01BA-2869-B12A-E50414A6E5F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72253" y="1683200"/>
                  <a:ext cx="21456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776FF8BF-3D3A-2FD3-BDCC-44A2499DCAB9}"/>
              </a:ext>
            </a:extLst>
          </p:cNvPr>
          <p:cNvGrpSpPr/>
          <p:nvPr/>
        </p:nvGrpSpPr>
        <p:grpSpPr>
          <a:xfrm>
            <a:off x="7875133" y="1370720"/>
            <a:ext cx="1190520" cy="325080"/>
            <a:chOff x="7875133" y="1370720"/>
            <a:chExt cx="119052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4800ECA-7288-8496-BC08-C52ED65D000D}"/>
                    </a:ext>
                  </a:extLst>
                </p14:cNvPr>
                <p14:cNvContentPartPr/>
                <p14:nvPr/>
              </p14:nvContentPartPr>
              <p14:xfrm>
                <a:off x="7875133" y="1479440"/>
                <a:ext cx="16560" cy="195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4800ECA-7288-8496-BC08-C52ED65D000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866133" y="1470800"/>
                  <a:ext cx="34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5A5F0D8-0046-3088-0CBE-BB2481493BE2}"/>
                    </a:ext>
                  </a:extLst>
                </p14:cNvPr>
                <p14:cNvContentPartPr/>
                <p14:nvPr/>
              </p14:nvContentPartPr>
              <p14:xfrm>
                <a:off x="7890253" y="1487720"/>
                <a:ext cx="159120" cy="1807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5A5F0D8-0046-3088-0CBE-BB2481493BE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81613" y="1478720"/>
                  <a:ext cx="176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0B478E5-7116-BD47-DBC4-DBAEAA1E4A0F}"/>
                    </a:ext>
                  </a:extLst>
                </p14:cNvPr>
                <p14:cNvContentPartPr/>
                <p14:nvPr/>
              </p14:nvContentPartPr>
              <p14:xfrm>
                <a:off x="7988893" y="1370720"/>
                <a:ext cx="183240" cy="104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0B478E5-7116-BD47-DBC4-DBAEAA1E4A0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979893" y="1361720"/>
                  <a:ext cx="2008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DE0FBCC-DBAA-6684-4EE6-6136210872DF}"/>
                    </a:ext>
                  </a:extLst>
                </p14:cNvPr>
                <p14:cNvContentPartPr/>
                <p14:nvPr/>
              </p14:nvContentPartPr>
              <p14:xfrm>
                <a:off x="8148373" y="1586360"/>
                <a:ext cx="111600" cy="248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DE0FBCC-DBAA-6684-4EE6-6136210872D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39373" y="1577360"/>
                  <a:ext cx="1292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25FC087-AD1F-E183-055C-F79D4D7DFCFA}"/>
                    </a:ext>
                  </a:extLst>
                </p14:cNvPr>
                <p14:cNvContentPartPr/>
                <p14:nvPr/>
              </p14:nvContentPartPr>
              <p14:xfrm>
                <a:off x="8145493" y="1648640"/>
                <a:ext cx="205200" cy="194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25FC087-AD1F-E183-055C-F79D4D7DFCF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136853" y="1640000"/>
                  <a:ext cx="222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A9E57A6-FF6C-6C6F-9A5F-EE874948C6E2}"/>
                    </a:ext>
                  </a:extLst>
                </p14:cNvPr>
                <p14:cNvContentPartPr/>
                <p14:nvPr/>
              </p14:nvContentPartPr>
              <p14:xfrm>
                <a:off x="8472733" y="1543160"/>
                <a:ext cx="122400" cy="131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A9E57A6-FF6C-6C6F-9A5F-EE874948C6E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463733" y="1534520"/>
                  <a:ext cx="140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6C10F23-58B6-6D81-F442-D701D8644705}"/>
                    </a:ext>
                  </a:extLst>
                </p14:cNvPr>
                <p14:cNvContentPartPr/>
                <p14:nvPr/>
              </p14:nvContentPartPr>
              <p14:xfrm>
                <a:off x="8667853" y="1600040"/>
                <a:ext cx="55440" cy="38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6C10F23-58B6-6D81-F442-D701D864470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659213" y="1591400"/>
                  <a:ext cx="730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B0CC1AA-2A63-D865-F054-CCDCDB4F5769}"/>
                    </a:ext>
                  </a:extLst>
                </p14:cNvPr>
                <p14:cNvContentPartPr/>
                <p14:nvPr/>
              </p14:nvContentPartPr>
              <p14:xfrm>
                <a:off x="8791333" y="1518680"/>
                <a:ext cx="121320" cy="177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B0CC1AA-2A63-D865-F054-CCDCDB4F576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782693" y="1509680"/>
                  <a:ext cx="138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9802640-2AAC-A3DA-CEC9-6F360DB9B8F8}"/>
                    </a:ext>
                  </a:extLst>
                </p14:cNvPr>
                <p14:cNvContentPartPr/>
                <p14:nvPr/>
              </p14:nvContentPartPr>
              <p14:xfrm>
                <a:off x="8972053" y="1520120"/>
                <a:ext cx="93600" cy="111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9802640-2AAC-A3DA-CEC9-6F360DB9B8F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963413" y="1511480"/>
                  <a:ext cx="11124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15758495-A35A-BA38-4D78-2DBF833253F3}"/>
              </a:ext>
            </a:extLst>
          </p:cNvPr>
          <p:cNvGrpSpPr/>
          <p:nvPr/>
        </p:nvGrpSpPr>
        <p:grpSpPr>
          <a:xfrm>
            <a:off x="6562933" y="2219960"/>
            <a:ext cx="713520" cy="255240"/>
            <a:chOff x="6562933" y="2219960"/>
            <a:chExt cx="71352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1C3B402-5A51-6993-4223-380C14D47259}"/>
                    </a:ext>
                  </a:extLst>
                </p14:cNvPr>
                <p14:cNvContentPartPr/>
                <p14:nvPr/>
              </p14:nvContentPartPr>
              <p14:xfrm>
                <a:off x="6565453" y="2219960"/>
                <a:ext cx="28440" cy="243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1C3B402-5A51-6993-4223-380C14D4725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56813" y="2210960"/>
                  <a:ext cx="460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47E3C22-46FD-AAB3-053A-F7D3A1DDE34A}"/>
                    </a:ext>
                  </a:extLst>
                </p14:cNvPr>
                <p14:cNvContentPartPr/>
                <p14:nvPr/>
              </p14:nvContentPartPr>
              <p14:xfrm>
                <a:off x="6562933" y="2263520"/>
                <a:ext cx="159120" cy="143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47E3C22-46FD-AAB3-053A-F7D3A1DDE34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554293" y="2254880"/>
                  <a:ext cx="176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3D99692-3CFF-2119-5CC6-CEAB22CD15E7}"/>
                    </a:ext>
                  </a:extLst>
                </p14:cNvPr>
                <p14:cNvContentPartPr/>
                <p14:nvPr/>
              </p14:nvContentPartPr>
              <p14:xfrm>
                <a:off x="6794773" y="2290520"/>
                <a:ext cx="88200" cy="23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3D99692-3CFF-2119-5CC6-CEAB22CD15E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785773" y="2281880"/>
                  <a:ext cx="105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23BCCAB-4D10-33D6-2273-C8090217F3B0}"/>
                    </a:ext>
                  </a:extLst>
                </p14:cNvPr>
                <p14:cNvContentPartPr/>
                <p14:nvPr/>
              </p14:nvContentPartPr>
              <p14:xfrm>
                <a:off x="6795493" y="2353160"/>
                <a:ext cx="152640" cy="205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23BCCAB-4D10-33D6-2273-C8090217F3B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786493" y="2344160"/>
                  <a:ext cx="170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18827E4-9766-7E6F-3E9C-4E50583F60FF}"/>
                    </a:ext>
                  </a:extLst>
                </p14:cNvPr>
                <p14:cNvContentPartPr/>
                <p14:nvPr/>
              </p14:nvContentPartPr>
              <p14:xfrm>
                <a:off x="7049293" y="2271440"/>
                <a:ext cx="227160" cy="203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18827E4-9766-7E6F-3E9C-4E50583F60F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40653" y="2262440"/>
                  <a:ext cx="24480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C119E6A-DB58-04AE-6672-356638F0004E}"/>
              </a:ext>
            </a:extLst>
          </p:cNvPr>
          <p:cNvGrpSpPr/>
          <p:nvPr/>
        </p:nvGrpSpPr>
        <p:grpSpPr>
          <a:xfrm>
            <a:off x="7997893" y="2098640"/>
            <a:ext cx="1352160" cy="346680"/>
            <a:chOff x="7997893" y="2098640"/>
            <a:chExt cx="135216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2B8327C-5CB5-4125-806A-A8D33F7BA40D}"/>
                    </a:ext>
                  </a:extLst>
                </p14:cNvPr>
                <p14:cNvContentPartPr/>
                <p14:nvPr/>
              </p14:nvContentPartPr>
              <p14:xfrm>
                <a:off x="7997893" y="2218880"/>
                <a:ext cx="49680" cy="226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2B8327C-5CB5-4125-806A-A8D33F7BA40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988893" y="2209880"/>
                  <a:ext cx="673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C6D249D-D4CD-EEE6-894B-7240DB8AC3E4}"/>
                    </a:ext>
                  </a:extLst>
                </p14:cNvPr>
                <p14:cNvContentPartPr/>
                <p14:nvPr/>
              </p14:nvContentPartPr>
              <p14:xfrm>
                <a:off x="8026693" y="2203760"/>
                <a:ext cx="157320" cy="1810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C6D249D-D4CD-EEE6-894B-7240DB8AC3E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017693" y="2194760"/>
                  <a:ext cx="174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72F6E17-B5B7-CAAC-0470-AFF69C25DE3E}"/>
                    </a:ext>
                  </a:extLst>
                </p14:cNvPr>
                <p14:cNvContentPartPr/>
                <p14:nvPr/>
              </p14:nvContentPartPr>
              <p14:xfrm>
                <a:off x="8145493" y="2098640"/>
                <a:ext cx="198000" cy="90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72F6E17-B5B7-CAAC-0470-AFF69C25DE3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136853" y="2089640"/>
                  <a:ext cx="2156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A1549AD-8C50-0BB8-75CB-37980522168D}"/>
                    </a:ext>
                  </a:extLst>
                </p14:cNvPr>
                <p14:cNvContentPartPr/>
                <p14:nvPr/>
              </p14:nvContentPartPr>
              <p14:xfrm>
                <a:off x="8352493" y="2290520"/>
                <a:ext cx="96840" cy="13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A1549AD-8C50-0BB8-75CB-37980522168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343853" y="2281880"/>
                  <a:ext cx="1144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4C1A883-B0EB-953A-18CB-1AFE915EC8B4}"/>
                    </a:ext>
                  </a:extLst>
                </p14:cNvPr>
                <p14:cNvContentPartPr/>
                <p14:nvPr/>
              </p14:nvContentPartPr>
              <p14:xfrm>
                <a:off x="8358253" y="2353160"/>
                <a:ext cx="121320" cy="26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4C1A883-B0EB-953A-18CB-1AFE915EC8B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349253" y="2344160"/>
                  <a:ext cx="138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C2E3F59-C765-46BF-63A2-245B486262E0}"/>
                    </a:ext>
                  </a:extLst>
                </p14:cNvPr>
                <p14:cNvContentPartPr/>
                <p14:nvPr/>
              </p14:nvContentPartPr>
              <p14:xfrm>
                <a:off x="8617813" y="2255960"/>
                <a:ext cx="138960" cy="156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C2E3F59-C765-46BF-63A2-245B486262E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609173" y="2246960"/>
                  <a:ext cx="1566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4966CCE-0B5B-0246-C5A9-EE2D76BF898A}"/>
                    </a:ext>
                  </a:extLst>
                </p14:cNvPr>
                <p14:cNvContentPartPr/>
                <p14:nvPr/>
              </p14:nvContentPartPr>
              <p14:xfrm>
                <a:off x="8827333" y="2338760"/>
                <a:ext cx="35280" cy="252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4966CCE-0B5B-0246-C5A9-EE2D76BF898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18333" y="2329760"/>
                  <a:ext cx="52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9D30B0B-037E-25B0-A2A5-31917907EDB8}"/>
                    </a:ext>
                  </a:extLst>
                </p14:cNvPr>
                <p14:cNvContentPartPr/>
                <p14:nvPr/>
              </p14:nvContentPartPr>
              <p14:xfrm>
                <a:off x="8905453" y="2257040"/>
                <a:ext cx="131040" cy="1702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9D30B0B-037E-25B0-A2A5-31917907EDB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96453" y="2248040"/>
                  <a:ext cx="1486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F60C89B-CC44-F31D-F5AA-05FAE64DD894}"/>
                    </a:ext>
                  </a:extLst>
                </p14:cNvPr>
                <p14:cNvContentPartPr/>
                <p14:nvPr/>
              </p14:nvContentPartPr>
              <p14:xfrm>
                <a:off x="9120733" y="2250920"/>
                <a:ext cx="97200" cy="160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F60C89B-CC44-F31D-F5AA-05FAE64DD89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112093" y="2242280"/>
                  <a:ext cx="1148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6C5AFB7-8C03-9A62-8001-E630C998B00E}"/>
                    </a:ext>
                  </a:extLst>
                </p14:cNvPr>
                <p14:cNvContentPartPr/>
                <p14:nvPr/>
              </p14:nvContentPartPr>
              <p14:xfrm>
                <a:off x="9164653" y="2165960"/>
                <a:ext cx="185400" cy="90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6C5AFB7-8C03-9A62-8001-E630C998B00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155653" y="2156960"/>
                  <a:ext cx="20304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80C8AF57-DC7C-354B-4403-704E467D58F7}"/>
              </a:ext>
            </a:extLst>
          </p:cNvPr>
          <p:cNvGrpSpPr/>
          <p:nvPr/>
        </p:nvGrpSpPr>
        <p:grpSpPr>
          <a:xfrm>
            <a:off x="6553933" y="2988200"/>
            <a:ext cx="618480" cy="232560"/>
            <a:chOff x="6553933" y="2988200"/>
            <a:chExt cx="61848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011185F-CE75-5669-A7B6-53FC74A73E9A}"/>
                    </a:ext>
                  </a:extLst>
                </p14:cNvPr>
                <p14:cNvContentPartPr/>
                <p14:nvPr/>
              </p14:nvContentPartPr>
              <p14:xfrm>
                <a:off x="6553933" y="2988200"/>
                <a:ext cx="63000" cy="2325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011185F-CE75-5669-A7B6-53FC74A73E9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545293" y="2979560"/>
                  <a:ext cx="80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CE43F31-07D4-DE87-EB9C-E2FDD98B0283}"/>
                    </a:ext>
                  </a:extLst>
                </p14:cNvPr>
                <p14:cNvContentPartPr/>
                <p14:nvPr/>
              </p14:nvContentPartPr>
              <p14:xfrm>
                <a:off x="6580213" y="3022400"/>
                <a:ext cx="179640" cy="176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CE43F31-07D4-DE87-EB9C-E2FDD98B028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71213" y="3013760"/>
                  <a:ext cx="197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24E3E43-231C-3585-118A-1A037706CA98}"/>
                    </a:ext>
                  </a:extLst>
                </p14:cNvPr>
                <p14:cNvContentPartPr/>
                <p14:nvPr/>
              </p14:nvContentPartPr>
              <p14:xfrm>
                <a:off x="6795133" y="3047240"/>
                <a:ext cx="72720" cy="183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24E3E43-231C-3585-118A-1A037706CA9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786133" y="3038240"/>
                  <a:ext cx="90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C6BB2CF-7282-24E3-7572-D957FE331BEC}"/>
                    </a:ext>
                  </a:extLst>
                </p14:cNvPr>
                <p14:cNvContentPartPr/>
                <p14:nvPr/>
              </p14:nvContentPartPr>
              <p14:xfrm>
                <a:off x="6799093" y="3119600"/>
                <a:ext cx="157680" cy="262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C6BB2CF-7282-24E3-7572-D957FE331BE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90453" y="3110960"/>
                  <a:ext cx="175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DE72C72-02B1-9732-D495-C18659526C4F}"/>
                    </a:ext>
                  </a:extLst>
                </p14:cNvPr>
                <p14:cNvContentPartPr/>
                <p14:nvPr/>
              </p14:nvContentPartPr>
              <p14:xfrm>
                <a:off x="7010413" y="3027800"/>
                <a:ext cx="162000" cy="186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DE72C72-02B1-9732-D495-C18659526C4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001413" y="3019160"/>
                  <a:ext cx="17964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2BFE772A-EAC0-7992-2743-12AD3287D760}"/>
              </a:ext>
            </a:extLst>
          </p:cNvPr>
          <p:cNvGrpSpPr/>
          <p:nvPr/>
        </p:nvGrpSpPr>
        <p:grpSpPr>
          <a:xfrm>
            <a:off x="8181133" y="2808200"/>
            <a:ext cx="1138680" cy="414000"/>
            <a:chOff x="8181133" y="2808200"/>
            <a:chExt cx="113868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9D7145F-581A-09B8-1233-47BEB43880AC}"/>
                    </a:ext>
                  </a:extLst>
                </p14:cNvPr>
                <p14:cNvContentPartPr/>
                <p14:nvPr/>
              </p14:nvContentPartPr>
              <p14:xfrm>
                <a:off x="8181133" y="2966240"/>
                <a:ext cx="65160" cy="255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9D7145F-581A-09B8-1233-47BEB43880A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172133" y="2957240"/>
                  <a:ext cx="828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1C989A5-F526-D488-AEF5-6A4A517F0E21}"/>
                    </a:ext>
                  </a:extLst>
                </p14:cNvPr>
                <p14:cNvContentPartPr/>
                <p14:nvPr/>
              </p14:nvContentPartPr>
              <p14:xfrm>
                <a:off x="8225053" y="2959400"/>
                <a:ext cx="184680" cy="1958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1C989A5-F526-D488-AEF5-6A4A517F0E2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16053" y="2950760"/>
                  <a:ext cx="2023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6FEF5B0-4733-3D52-2DC0-31B8FCB40114}"/>
                    </a:ext>
                  </a:extLst>
                </p14:cNvPr>
                <p14:cNvContentPartPr/>
                <p14:nvPr/>
              </p14:nvContentPartPr>
              <p14:xfrm>
                <a:off x="8326213" y="2808200"/>
                <a:ext cx="190440" cy="1072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6FEF5B0-4733-3D52-2DC0-31B8FCB4011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317213" y="2799560"/>
                  <a:ext cx="2080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768DC37-9CDD-1304-7835-AFF018210B10}"/>
                    </a:ext>
                  </a:extLst>
                </p14:cNvPr>
                <p14:cNvContentPartPr/>
                <p14:nvPr/>
              </p14:nvContentPartPr>
              <p14:xfrm>
                <a:off x="8554453" y="2980640"/>
                <a:ext cx="65160" cy="302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768DC37-9CDD-1304-7835-AFF018210B1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545813" y="2971640"/>
                  <a:ext cx="82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E5205A7-FBF8-0590-68F0-626B666A5B90}"/>
                    </a:ext>
                  </a:extLst>
                </p14:cNvPr>
                <p14:cNvContentPartPr/>
                <p14:nvPr/>
              </p14:nvContentPartPr>
              <p14:xfrm>
                <a:off x="8546173" y="3047240"/>
                <a:ext cx="131040" cy="309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E5205A7-FBF8-0590-68F0-626B666A5B9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537533" y="3038240"/>
                  <a:ext cx="148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4506E4A-9528-7F82-B429-E21275DBEEC9}"/>
                    </a:ext>
                  </a:extLst>
                </p14:cNvPr>
                <p14:cNvContentPartPr/>
                <p14:nvPr/>
              </p14:nvContentPartPr>
              <p14:xfrm>
                <a:off x="8753533" y="2932040"/>
                <a:ext cx="120240" cy="142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4506E4A-9528-7F82-B429-E21275DBEEC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744533" y="2923040"/>
                  <a:ext cx="137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FA30DA6-8F93-C4AB-1BD2-0B958C467226}"/>
                    </a:ext>
                  </a:extLst>
                </p14:cNvPr>
                <p14:cNvContentPartPr/>
                <p14:nvPr/>
              </p14:nvContentPartPr>
              <p14:xfrm>
                <a:off x="8931733" y="3011240"/>
                <a:ext cx="41400" cy="471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FA30DA6-8F93-C4AB-1BD2-0B958C46722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922733" y="3002240"/>
                  <a:ext cx="59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6C78B65-4557-7926-7272-2D690F005E3A}"/>
                    </a:ext>
                  </a:extLst>
                </p14:cNvPr>
                <p14:cNvContentPartPr/>
                <p14:nvPr/>
              </p14:nvContentPartPr>
              <p14:xfrm>
                <a:off x="9042613" y="2866520"/>
                <a:ext cx="141480" cy="195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6C78B65-4557-7926-7272-2D690F005E3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033613" y="2857880"/>
                  <a:ext cx="159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BD28DC6-7A55-DE33-5C64-0DAC448F4C1C}"/>
                    </a:ext>
                  </a:extLst>
                </p14:cNvPr>
                <p14:cNvContentPartPr/>
                <p14:nvPr/>
              </p14:nvContentPartPr>
              <p14:xfrm>
                <a:off x="9220813" y="2920520"/>
                <a:ext cx="99000" cy="1972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BD28DC6-7A55-DE33-5C64-0DAC448F4C1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211813" y="2911520"/>
                  <a:ext cx="11664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E83905A9-A04F-EBF1-B4B9-882DFE79623E}"/>
              </a:ext>
            </a:extLst>
          </p:cNvPr>
          <p:cNvGrpSpPr/>
          <p:nvPr/>
        </p:nvGrpSpPr>
        <p:grpSpPr>
          <a:xfrm>
            <a:off x="6630973" y="3712880"/>
            <a:ext cx="630000" cy="242640"/>
            <a:chOff x="6630973" y="3712880"/>
            <a:chExt cx="63000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A5CAFFC-0E0B-1728-A717-5B3C922DA2EB}"/>
                    </a:ext>
                  </a:extLst>
                </p14:cNvPr>
                <p14:cNvContentPartPr/>
                <p14:nvPr/>
              </p14:nvContentPartPr>
              <p14:xfrm>
                <a:off x="6630973" y="3727640"/>
                <a:ext cx="38160" cy="2278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A5CAFFC-0E0B-1728-A717-5B3C922DA2E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621973" y="3718640"/>
                  <a:ext cx="558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C24C5C5-21EF-1383-AFB7-19C36D8A9F67}"/>
                    </a:ext>
                  </a:extLst>
                </p14:cNvPr>
                <p14:cNvContentPartPr/>
                <p14:nvPr/>
              </p14:nvContentPartPr>
              <p14:xfrm>
                <a:off x="6636733" y="3757520"/>
                <a:ext cx="178200" cy="178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C24C5C5-21EF-1383-AFB7-19C36D8A9F6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627733" y="3748520"/>
                  <a:ext cx="195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26A4DC3-37FA-82A9-4C75-E9B07A7BE90B}"/>
                    </a:ext>
                  </a:extLst>
                </p14:cNvPr>
                <p14:cNvContentPartPr/>
                <p14:nvPr/>
              </p14:nvContentPartPr>
              <p14:xfrm>
                <a:off x="6877213" y="3780200"/>
                <a:ext cx="68760" cy="32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26A4DC3-37FA-82A9-4C75-E9B07A7BE90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868573" y="3771560"/>
                  <a:ext cx="86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4C28553-1F2C-A865-9A45-9EEA6EE055CA}"/>
                    </a:ext>
                  </a:extLst>
                </p14:cNvPr>
                <p14:cNvContentPartPr/>
                <p14:nvPr/>
              </p14:nvContentPartPr>
              <p14:xfrm>
                <a:off x="6873253" y="3761480"/>
                <a:ext cx="321480" cy="1591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4C28553-1F2C-A865-9A45-9EEA6EE055C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864613" y="3752840"/>
                  <a:ext cx="3391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1BB4A56-8A1B-7B11-DDA1-C30AF30A81F5}"/>
                    </a:ext>
                  </a:extLst>
                </p14:cNvPr>
                <p14:cNvContentPartPr/>
                <p14:nvPr/>
              </p14:nvContentPartPr>
              <p14:xfrm>
                <a:off x="7109053" y="3712880"/>
                <a:ext cx="151920" cy="720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1BB4A56-8A1B-7B11-DDA1-C30AF30A81F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100053" y="3704240"/>
                  <a:ext cx="16956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BDA216AD-7B93-2874-9239-5C6801DDE404}"/>
              </a:ext>
            </a:extLst>
          </p:cNvPr>
          <p:cNvGrpSpPr/>
          <p:nvPr/>
        </p:nvGrpSpPr>
        <p:grpSpPr>
          <a:xfrm>
            <a:off x="8331253" y="3497600"/>
            <a:ext cx="1371240" cy="489960"/>
            <a:chOff x="8331253" y="3497600"/>
            <a:chExt cx="1371240" cy="4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2989666-8C70-0B9B-E5BC-6C497B4EFFB5}"/>
                    </a:ext>
                  </a:extLst>
                </p14:cNvPr>
                <p14:cNvContentPartPr/>
                <p14:nvPr/>
              </p14:nvContentPartPr>
              <p14:xfrm>
                <a:off x="8331253" y="3758600"/>
                <a:ext cx="83520" cy="2289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2989666-8C70-0B9B-E5BC-6C497B4EFFB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322613" y="3749960"/>
                  <a:ext cx="1011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E32FB07-38BE-5D3C-7E55-49C5B322D4B7}"/>
                    </a:ext>
                  </a:extLst>
                </p14:cNvPr>
                <p14:cNvContentPartPr/>
                <p14:nvPr/>
              </p14:nvContentPartPr>
              <p14:xfrm>
                <a:off x="8368693" y="3690200"/>
                <a:ext cx="199080" cy="2278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E32FB07-38BE-5D3C-7E55-49C5B322D4B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360053" y="3681560"/>
                  <a:ext cx="2167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988A87E-A3A2-5586-BC13-2AE750CDA20B}"/>
                    </a:ext>
                  </a:extLst>
                </p14:cNvPr>
                <p14:cNvContentPartPr/>
                <p14:nvPr/>
              </p14:nvContentPartPr>
              <p14:xfrm>
                <a:off x="8502253" y="3497600"/>
                <a:ext cx="205200" cy="1476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988A87E-A3A2-5586-BC13-2AE750CDA20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493253" y="3488600"/>
                  <a:ext cx="222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9FBB302-BC6C-9DBA-1CFE-B4ABDDC051AD}"/>
                    </a:ext>
                  </a:extLst>
                </p14:cNvPr>
                <p14:cNvContentPartPr/>
                <p14:nvPr/>
              </p14:nvContentPartPr>
              <p14:xfrm>
                <a:off x="8711773" y="3753200"/>
                <a:ext cx="119160" cy="23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9FBB302-BC6C-9DBA-1CFE-B4ABDDC051A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702773" y="3744560"/>
                  <a:ext cx="136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095E493-5160-9EC7-3B6F-7C1F3CA2ECD9}"/>
                    </a:ext>
                  </a:extLst>
                </p14:cNvPr>
                <p14:cNvContentPartPr/>
                <p14:nvPr/>
              </p14:nvContentPartPr>
              <p14:xfrm>
                <a:off x="8738053" y="3814040"/>
                <a:ext cx="137520" cy="284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095E493-5160-9EC7-3B6F-7C1F3CA2ECD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729413" y="3805040"/>
                  <a:ext cx="155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EA9FC2C-82B7-907A-A76E-F471C76E4CAE}"/>
                    </a:ext>
                  </a:extLst>
                </p14:cNvPr>
                <p14:cNvContentPartPr/>
                <p14:nvPr/>
              </p14:nvContentPartPr>
              <p14:xfrm>
                <a:off x="8901493" y="3707840"/>
                <a:ext cx="110160" cy="1710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EA9FC2C-82B7-907A-A76E-F471C76E4CA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892493" y="3698840"/>
                  <a:ext cx="1278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357CF9B-4B0C-649C-28A0-7130C35E74F2}"/>
                    </a:ext>
                  </a:extLst>
                </p14:cNvPr>
                <p14:cNvContentPartPr/>
                <p14:nvPr/>
              </p14:nvContentPartPr>
              <p14:xfrm>
                <a:off x="9051973" y="3804320"/>
                <a:ext cx="53640" cy="331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357CF9B-4B0C-649C-28A0-7130C35E74F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42973" y="3795320"/>
                  <a:ext cx="712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290841B-DBFA-A5C2-B491-E36D4E854859}"/>
                    </a:ext>
                  </a:extLst>
                </p14:cNvPr>
                <p14:cNvContentPartPr/>
                <p14:nvPr/>
              </p14:nvContentPartPr>
              <p14:xfrm>
                <a:off x="9156373" y="3702080"/>
                <a:ext cx="128880" cy="223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290841B-DBFA-A5C2-B491-E36D4E85485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147373" y="3693440"/>
                  <a:ext cx="1465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95E9163-BABA-4BB4-9909-633A91159F2C}"/>
                    </a:ext>
                  </a:extLst>
                </p14:cNvPr>
                <p14:cNvContentPartPr/>
                <p14:nvPr/>
              </p14:nvContentPartPr>
              <p14:xfrm>
                <a:off x="9347533" y="3733400"/>
                <a:ext cx="354960" cy="143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95E9163-BABA-4BB4-9909-633A91159F2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338893" y="3724760"/>
                  <a:ext cx="37260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F9FE5216-B298-CEB3-63D0-C99B32D8366A}"/>
              </a:ext>
            </a:extLst>
          </p:cNvPr>
          <p:cNvGrpSpPr/>
          <p:nvPr/>
        </p:nvGrpSpPr>
        <p:grpSpPr>
          <a:xfrm>
            <a:off x="6783973" y="4442960"/>
            <a:ext cx="604440" cy="267480"/>
            <a:chOff x="6783973" y="4442960"/>
            <a:chExt cx="60444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6E17CB7-AD28-B190-61CB-FFACB616FDD2}"/>
                    </a:ext>
                  </a:extLst>
                </p14:cNvPr>
                <p14:cNvContentPartPr/>
                <p14:nvPr/>
              </p14:nvContentPartPr>
              <p14:xfrm>
                <a:off x="6783973" y="4464920"/>
                <a:ext cx="21240" cy="2455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6E17CB7-AD28-B190-61CB-FFACB616FDD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774973" y="4456280"/>
                  <a:ext cx="388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E575374-84E8-9587-CB87-9B1E363E0A94}"/>
                    </a:ext>
                  </a:extLst>
                </p14:cNvPr>
                <p14:cNvContentPartPr/>
                <p14:nvPr/>
              </p14:nvContentPartPr>
              <p14:xfrm>
                <a:off x="6790813" y="4497680"/>
                <a:ext cx="183240" cy="1645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E575374-84E8-9587-CB87-9B1E363E0A9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782173" y="4488680"/>
                  <a:ext cx="200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29821A9-4A3F-B21A-CEB9-9B58B86859C0}"/>
                    </a:ext>
                  </a:extLst>
                </p14:cNvPr>
                <p14:cNvContentPartPr/>
                <p14:nvPr/>
              </p14:nvContentPartPr>
              <p14:xfrm>
                <a:off x="7014373" y="4510640"/>
                <a:ext cx="104040" cy="35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29821A9-4A3F-B21A-CEB9-9B58B86859C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05373" y="4501640"/>
                  <a:ext cx="121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12C68BF-D32B-91D9-FCC9-3A26E5BC520E}"/>
                    </a:ext>
                  </a:extLst>
                </p14:cNvPr>
                <p14:cNvContentPartPr/>
                <p14:nvPr/>
              </p14:nvContentPartPr>
              <p14:xfrm>
                <a:off x="7028413" y="4598840"/>
                <a:ext cx="189720" cy="36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12C68BF-D32B-91D9-FCC9-3A26E5BC520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019413" y="4589840"/>
                  <a:ext cx="207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81E14CE-3522-7D07-F0F8-9B70292091AA}"/>
                    </a:ext>
                  </a:extLst>
                </p14:cNvPr>
                <p14:cNvContentPartPr/>
                <p14:nvPr/>
              </p14:nvContentPartPr>
              <p14:xfrm>
                <a:off x="7239733" y="4442960"/>
                <a:ext cx="148680" cy="222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81E14CE-3522-7D07-F0F8-9B70292091A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230733" y="4434320"/>
                  <a:ext cx="16632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E8434090-6BA5-FF3A-4D29-B30F61A809C7}"/>
              </a:ext>
            </a:extLst>
          </p:cNvPr>
          <p:cNvGrpSpPr/>
          <p:nvPr/>
        </p:nvGrpSpPr>
        <p:grpSpPr>
          <a:xfrm>
            <a:off x="8464453" y="4260440"/>
            <a:ext cx="1339560" cy="375840"/>
            <a:chOff x="8464453" y="4260440"/>
            <a:chExt cx="133956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35E7357-DEDC-69D2-991B-027C82EC7135}"/>
                    </a:ext>
                  </a:extLst>
                </p14:cNvPr>
                <p14:cNvContentPartPr/>
                <p14:nvPr/>
              </p14:nvContentPartPr>
              <p14:xfrm>
                <a:off x="8464453" y="4436120"/>
                <a:ext cx="47160" cy="2001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35E7357-DEDC-69D2-991B-027C82EC713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455453" y="4427120"/>
                  <a:ext cx="64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AB90105-2704-2896-62C1-801709B57809}"/>
                    </a:ext>
                  </a:extLst>
                </p14:cNvPr>
                <p14:cNvContentPartPr/>
                <p14:nvPr/>
              </p14:nvContentPartPr>
              <p14:xfrm>
                <a:off x="8502613" y="4418480"/>
                <a:ext cx="183240" cy="200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AB90105-2704-2896-62C1-801709B5780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493973" y="4409840"/>
                  <a:ext cx="200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AABBCDC-7B5F-D537-88AA-5FCEF0F0B25C}"/>
                    </a:ext>
                  </a:extLst>
                </p14:cNvPr>
                <p14:cNvContentPartPr/>
                <p14:nvPr/>
              </p14:nvContentPartPr>
              <p14:xfrm>
                <a:off x="8582173" y="4260440"/>
                <a:ext cx="203760" cy="792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AABBCDC-7B5F-D537-88AA-5FCEF0F0B25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573173" y="4251800"/>
                  <a:ext cx="221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79E08F7-6630-4021-683F-1CEE9D397012}"/>
                    </a:ext>
                  </a:extLst>
                </p14:cNvPr>
                <p14:cNvContentPartPr/>
                <p14:nvPr/>
              </p14:nvContentPartPr>
              <p14:xfrm>
                <a:off x="8792773" y="4423520"/>
                <a:ext cx="116280" cy="122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79E08F7-6630-4021-683F-1CEE9D39701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783773" y="4414520"/>
                  <a:ext cx="133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9B950A1-C29A-489E-5AE1-B142FA21C1F8}"/>
                    </a:ext>
                  </a:extLst>
                </p14:cNvPr>
                <p14:cNvContentPartPr/>
                <p14:nvPr/>
              </p14:nvContentPartPr>
              <p14:xfrm>
                <a:off x="8811853" y="4518920"/>
                <a:ext cx="210960" cy="16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9B950A1-C29A-489E-5AE1-B142FA21C1F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803213" y="4509920"/>
                  <a:ext cx="228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E8D1E7C-E669-87CC-8395-AEEE496C5D18}"/>
                    </a:ext>
                  </a:extLst>
                </p14:cNvPr>
                <p14:cNvContentPartPr/>
                <p14:nvPr/>
              </p14:nvContentPartPr>
              <p14:xfrm>
                <a:off x="9055213" y="4367000"/>
                <a:ext cx="162360" cy="1656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E8D1E7C-E669-87CC-8395-AEEE496C5D1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046213" y="4358000"/>
                  <a:ext cx="180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57BE22F-0D36-95CC-05FF-C7B8269A01F9}"/>
                    </a:ext>
                  </a:extLst>
                </p14:cNvPr>
                <p14:cNvContentPartPr/>
                <p14:nvPr/>
              </p14:nvContentPartPr>
              <p14:xfrm>
                <a:off x="9280933" y="4445840"/>
                <a:ext cx="26640" cy="36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57BE22F-0D36-95CC-05FF-C7B8269A01F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272293" y="4436840"/>
                  <a:ext cx="44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7494ADF-20A3-73A9-8F07-FC7280F8E56D}"/>
                    </a:ext>
                  </a:extLst>
                </p14:cNvPr>
                <p14:cNvContentPartPr/>
                <p14:nvPr/>
              </p14:nvContentPartPr>
              <p14:xfrm>
                <a:off x="9349333" y="4344320"/>
                <a:ext cx="106560" cy="1742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7494ADF-20A3-73A9-8F07-FC7280F8E56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340693" y="4335320"/>
                  <a:ext cx="124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476403E-A1F4-8709-F996-91554E8AD89C}"/>
                    </a:ext>
                  </a:extLst>
                </p14:cNvPr>
                <p14:cNvContentPartPr/>
                <p14:nvPr/>
              </p14:nvContentPartPr>
              <p14:xfrm>
                <a:off x="9406933" y="4394000"/>
                <a:ext cx="161640" cy="83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476403E-A1F4-8709-F996-91554E8AD89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398293" y="4385360"/>
                  <a:ext cx="179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9A326C2-D28E-53E0-13B4-936FDA3C0E78}"/>
                    </a:ext>
                  </a:extLst>
                </p14:cNvPr>
                <p14:cNvContentPartPr/>
                <p14:nvPr/>
              </p14:nvContentPartPr>
              <p14:xfrm>
                <a:off x="9567133" y="4349000"/>
                <a:ext cx="118080" cy="1947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9A326C2-D28E-53E0-13B4-936FDA3C0E7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558133" y="4340360"/>
                  <a:ext cx="135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5AA74D6-05D4-8AF4-9DFF-409368DE93A3}"/>
                    </a:ext>
                  </a:extLst>
                </p14:cNvPr>
                <p14:cNvContentPartPr/>
                <p14:nvPr/>
              </p14:nvContentPartPr>
              <p14:xfrm>
                <a:off x="9674413" y="4292840"/>
                <a:ext cx="129600" cy="752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5AA74D6-05D4-8AF4-9DFF-409368DE93A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665773" y="4283840"/>
                  <a:ext cx="14724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76A890C0-3B5C-0C3B-D6F7-CC7744EF8B48}"/>
              </a:ext>
            </a:extLst>
          </p:cNvPr>
          <p:cNvGrpSpPr/>
          <p:nvPr/>
        </p:nvGrpSpPr>
        <p:grpSpPr>
          <a:xfrm>
            <a:off x="6746533" y="5204720"/>
            <a:ext cx="745200" cy="245160"/>
            <a:chOff x="6746533" y="5204720"/>
            <a:chExt cx="7452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0C2ACD4-A190-516B-D660-0AE0B3B7515B}"/>
                    </a:ext>
                  </a:extLst>
                </p14:cNvPr>
                <p14:cNvContentPartPr/>
                <p14:nvPr/>
              </p14:nvContentPartPr>
              <p14:xfrm>
                <a:off x="6746533" y="5204720"/>
                <a:ext cx="23400" cy="239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0C2ACD4-A190-516B-D660-0AE0B3B7515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737893" y="5195720"/>
                  <a:ext cx="41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4E4A02D-0C57-ECFB-067E-748E65C5F5AF}"/>
                    </a:ext>
                  </a:extLst>
                </p14:cNvPr>
                <p14:cNvContentPartPr/>
                <p14:nvPr/>
              </p14:nvContentPartPr>
              <p14:xfrm>
                <a:off x="6751213" y="5230280"/>
                <a:ext cx="146880" cy="197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4E4A02D-0C57-ECFB-067E-748E65C5F5A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742213" y="5221640"/>
                  <a:ext cx="164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17D8B07-8CBC-7BB1-EC63-E9EEFADEEA60}"/>
                    </a:ext>
                  </a:extLst>
                </p14:cNvPr>
                <p14:cNvContentPartPr/>
                <p14:nvPr/>
              </p14:nvContentPartPr>
              <p14:xfrm>
                <a:off x="7021933" y="5262320"/>
                <a:ext cx="60480" cy="28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17D8B07-8CBC-7BB1-EC63-E9EEFADEEA6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012933" y="5253320"/>
                  <a:ext cx="78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B41E1FB-514A-5F4D-99F2-9990432E03E9}"/>
                    </a:ext>
                  </a:extLst>
                </p14:cNvPr>
                <p14:cNvContentPartPr/>
                <p14:nvPr/>
              </p14:nvContentPartPr>
              <p14:xfrm>
                <a:off x="7011133" y="5325680"/>
                <a:ext cx="128520" cy="255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B41E1FB-514A-5F4D-99F2-9990432E03E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002133" y="5317040"/>
                  <a:ext cx="1461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1CB689B-2996-AB25-F67B-11CD4258F369}"/>
                    </a:ext>
                  </a:extLst>
                </p14:cNvPr>
                <p14:cNvContentPartPr/>
                <p14:nvPr/>
              </p14:nvContentPartPr>
              <p14:xfrm>
                <a:off x="7233613" y="5215520"/>
                <a:ext cx="131040" cy="234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1CB689B-2996-AB25-F67B-11CD4258F36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224973" y="5206520"/>
                  <a:ext cx="1486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154EEA1-4573-BBFF-54A7-FECC49548E54}"/>
                    </a:ext>
                  </a:extLst>
                </p14:cNvPr>
                <p14:cNvContentPartPr/>
                <p14:nvPr/>
              </p14:nvContentPartPr>
              <p14:xfrm>
                <a:off x="7239373" y="5305880"/>
                <a:ext cx="252360" cy="554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154EEA1-4573-BBFF-54A7-FECC49548E5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230733" y="5297240"/>
                  <a:ext cx="27000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8DD65B28-48B0-317E-A8DA-03A5E4CB0F8A}"/>
              </a:ext>
            </a:extLst>
          </p:cNvPr>
          <p:cNvGrpSpPr/>
          <p:nvPr/>
        </p:nvGrpSpPr>
        <p:grpSpPr>
          <a:xfrm>
            <a:off x="8475973" y="4941200"/>
            <a:ext cx="1312200" cy="379080"/>
            <a:chOff x="8475973" y="4941200"/>
            <a:chExt cx="131220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294F3D8-96A4-03E9-528A-002AB6842885}"/>
                    </a:ext>
                  </a:extLst>
                </p14:cNvPr>
                <p14:cNvContentPartPr/>
                <p14:nvPr/>
              </p14:nvContentPartPr>
              <p14:xfrm>
                <a:off x="8475973" y="5076920"/>
                <a:ext cx="32400" cy="243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294F3D8-96A4-03E9-528A-002AB684288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466973" y="5067920"/>
                  <a:ext cx="500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6618AD8-210F-D0E0-FCC3-0E15B7083E38}"/>
                    </a:ext>
                  </a:extLst>
                </p14:cNvPr>
                <p14:cNvContentPartPr/>
                <p14:nvPr/>
              </p14:nvContentPartPr>
              <p14:xfrm>
                <a:off x="8484973" y="5061080"/>
                <a:ext cx="201960" cy="2098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6618AD8-210F-D0E0-FCC3-0E15B7083E3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475973" y="5052440"/>
                  <a:ext cx="219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7A0F6EA-F413-CF0C-C08C-7C6AF462444C}"/>
                    </a:ext>
                  </a:extLst>
                </p14:cNvPr>
                <p14:cNvContentPartPr/>
                <p14:nvPr/>
              </p14:nvContentPartPr>
              <p14:xfrm>
                <a:off x="8607013" y="4941200"/>
                <a:ext cx="208440" cy="1094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7A0F6EA-F413-CF0C-C08C-7C6AF462444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598373" y="4932200"/>
                  <a:ext cx="226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AF61819-FBE9-9AAF-FF08-68008E2F095F}"/>
                    </a:ext>
                  </a:extLst>
                </p14:cNvPr>
                <p14:cNvContentPartPr/>
                <p14:nvPr/>
              </p14:nvContentPartPr>
              <p14:xfrm>
                <a:off x="8861893" y="5124080"/>
                <a:ext cx="104760" cy="316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AF61819-FBE9-9AAF-FF08-68008E2F095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852893" y="5115440"/>
                  <a:ext cx="122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CBC40F2-F269-4FDD-42D1-CD990E80AA09}"/>
                    </a:ext>
                  </a:extLst>
                </p14:cNvPr>
                <p14:cNvContentPartPr/>
                <p14:nvPr/>
              </p14:nvContentPartPr>
              <p14:xfrm>
                <a:off x="8891413" y="5210480"/>
                <a:ext cx="151560" cy="27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CBC40F2-F269-4FDD-42D1-CD990E80AA0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882413" y="5201840"/>
                  <a:ext cx="169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5205994-F458-1C39-9DE1-F47953EAE448}"/>
                    </a:ext>
                  </a:extLst>
                </p14:cNvPr>
                <p14:cNvContentPartPr/>
                <p14:nvPr/>
              </p14:nvContentPartPr>
              <p14:xfrm>
                <a:off x="9100573" y="5070080"/>
                <a:ext cx="121680" cy="1666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5205994-F458-1C39-9DE1-F47953EAE44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091573" y="5061440"/>
                  <a:ext cx="139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DC37B11-E9B5-EAB4-C266-26F1C46E58B9}"/>
                    </a:ext>
                  </a:extLst>
                </p14:cNvPr>
                <p14:cNvContentPartPr/>
                <p14:nvPr/>
              </p14:nvContentPartPr>
              <p14:xfrm>
                <a:off x="9290293" y="5162600"/>
                <a:ext cx="46800" cy="338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DC37B11-E9B5-EAB4-C266-26F1C46E58B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281653" y="5153960"/>
                  <a:ext cx="64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07A8819-351D-29EB-1343-7529F0BC37D0}"/>
                    </a:ext>
                  </a:extLst>
                </p14:cNvPr>
                <p14:cNvContentPartPr/>
                <p14:nvPr/>
              </p14:nvContentPartPr>
              <p14:xfrm>
                <a:off x="9394333" y="5038040"/>
                <a:ext cx="162000" cy="2466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07A8819-351D-29EB-1343-7529F0BC37D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385693" y="5029040"/>
                  <a:ext cx="1796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5AD8364-7FBC-BCEF-E91F-0C3FA44FEDC1}"/>
                    </a:ext>
                  </a:extLst>
                </p14:cNvPr>
                <p14:cNvContentPartPr/>
                <p14:nvPr/>
              </p14:nvContentPartPr>
              <p14:xfrm>
                <a:off x="9627973" y="5032640"/>
                <a:ext cx="160200" cy="2293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5AD8364-7FBC-BCEF-E91F-0C3FA44FEDC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618973" y="5023640"/>
                  <a:ext cx="17784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9760A8CB-E39C-2768-4231-CC88EE8D1631}"/>
              </a:ext>
            </a:extLst>
          </p:cNvPr>
          <p:cNvGrpSpPr/>
          <p:nvPr/>
        </p:nvGrpSpPr>
        <p:grpSpPr>
          <a:xfrm>
            <a:off x="6893773" y="5868200"/>
            <a:ext cx="681840" cy="398880"/>
            <a:chOff x="6893773" y="5868200"/>
            <a:chExt cx="68184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6EBF9A3-9E91-B205-87EE-03F027C25820}"/>
                    </a:ext>
                  </a:extLst>
                </p14:cNvPr>
                <p14:cNvContentPartPr/>
                <p14:nvPr/>
              </p14:nvContentPartPr>
              <p14:xfrm>
                <a:off x="6893773" y="5868200"/>
                <a:ext cx="39960" cy="2448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6EBF9A3-9E91-B205-87EE-03F027C2582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885133" y="5859200"/>
                  <a:ext cx="57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8529566-017C-9851-F7A2-5C190BBC2B31}"/>
                    </a:ext>
                  </a:extLst>
                </p14:cNvPr>
                <p14:cNvContentPartPr/>
                <p14:nvPr/>
              </p14:nvContentPartPr>
              <p14:xfrm>
                <a:off x="6897733" y="5933000"/>
                <a:ext cx="245520" cy="1486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8529566-017C-9851-F7A2-5C190BBC2B3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888733" y="5924000"/>
                  <a:ext cx="2631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7B4CC36-5E53-3C59-E6F7-A1F44B4910FF}"/>
                    </a:ext>
                  </a:extLst>
                </p14:cNvPr>
                <p14:cNvContentPartPr/>
                <p14:nvPr/>
              </p14:nvContentPartPr>
              <p14:xfrm>
                <a:off x="7163413" y="5938400"/>
                <a:ext cx="124560" cy="334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7B4CC36-5E53-3C59-E6F7-A1F44B4910F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154413" y="5929400"/>
                  <a:ext cx="142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04CC016-C960-9B40-ECAF-F8048A20E179}"/>
                    </a:ext>
                  </a:extLst>
                </p14:cNvPr>
                <p14:cNvContentPartPr/>
                <p14:nvPr/>
              </p14:nvContentPartPr>
              <p14:xfrm>
                <a:off x="7167733" y="6021920"/>
                <a:ext cx="221040" cy="381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04CC016-C960-9B40-ECAF-F8048A20E17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159093" y="6012920"/>
                  <a:ext cx="238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546254E-E05D-8B65-E9AB-244420C4BCED}"/>
                    </a:ext>
                  </a:extLst>
                </p14:cNvPr>
                <p14:cNvContentPartPr/>
                <p14:nvPr/>
              </p14:nvContentPartPr>
              <p14:xfrm>
                <a:off x="7395613" y="5879000"/>
                <a:ext cx="180000" cy="3880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546254E-E05D-8B65-E9AB-244420C4BCE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386973" y="5870000"/>
                  <a:ext cx="197640" cy="40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10E00830-468B-558A-5181-3A5E872A8DFA}"/>
              </a:ext>
            </a:extLst>
          </p:cNvPr>
          <p:cNvGrpSpPr/>
          <p:nvPr/>
        </p:nvGrpSpPr>
        <p:grpSpPr>
          <a:xfrm>
            <a:off x="8522053" y="5607560"/>
            <a:ext cx="1341720" cy="413280"/>
            <a:chOff x="8522053" y="5607560"/>
            <a:chExt cx="1341720" cy="41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FA22FC8-43E7-4BB0-3828-E48654C0AD58}"/>
                    </a:ext>
                  </a:extLst>
                </p14:cNvPr>
                <p14:cNvContentPartPr/>
                <p14:nvPr/>
              </p14:nvContentPartPr>
              <p14:xfrm>
                <a:off x="8528893" y="5806640"/>
                <a:ext cx="21600" cy="2142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FA22FC8-43E7-4BB0-3828-E48654C0AD5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519893" y="5798000"/>
                  <a:ext cx="39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008F1C2-70EC-FF8C-F56F-8BB33BD62FCD}"/>
                    </a:ext>
                  </a:extLst>
                </p14:cNvPr>
                <p14:cNvContentPartPr/>
                <p14:nvPr/>
              </p14:nvContentPartPr>
              <p14:xfrm>
                <a:off x="8522053" y="5750840"/>
                <a:ext cx="191880" cy="2390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008F1C2-70EC-FF8C-F56F-8BB33BD62FC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513053" y="5741840"/>
                  <a:ext cx="2095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0EB2A39-7026-153E-F0B5-E8A1DF5BDA12}"/>
                    </a:ext>
                  </a:extLst>
                </p14:cNvPr>
                <p14:cNvContentPartPr/>
                <p14:nvPr/>
              </p14:nvContentPartPr>
              <p14:xfrm>
                <a:off x="8686933" y="5607560"/>
                <a:ext cx="245520" cy="156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0EB2A39-7026-153E-F0B5-E8A1DF5BDA1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678293" y="5598920"/>
                  <a:ext cx="263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375021F-D092-B3BD-8E73-8000104A4531}"/>
                    </a:ext>
                  </a:extLst>
                </p14:cNvPr>
                <p14:cNvContentPartPr/>
                <p14:nvPr/>
              </p14:nvContentPartPr>
              <p14:xfrm>
                <a:off x="8963773" y="5813120"/>
                <a:ext cx="101520" cy="108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375021F-D092-B3BD-8E73-8000104A453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954773" y="5804120"/>
                  <a:ext cx="119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3632B16-9E8D-A314-FFAF-3F8DDE1F76D2}"/>
                    </a:ext>
                  </a:extLst>
                </p14:cNvPr>
                <p14:cNvContentPartPr/>
                <p14:nvPr/>
              </p14:nvContentPartPr>
              <p14:xfrm>
                <a:off x="8951533" y="5876120"/>
                <a:ext cx="166680" cy="583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3632B16-9E8D-A314-FFAF-3F8DDE1F76D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942533" y="5867120"/>
                  <a:ext cx="1843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6924ECB-6B9F-1C16-5EFF-094F90C07F40}"/>
                    </a:ext>
                  </a:extLst>
                </p14:cNvPr>
                <p14:cNvContentPartPr/>
                <p14:nvPr/>
              </p14:nvContentPartPr>
              <p14:xfrm>
                <a:off x="9274453" y="5806280"/>
                <a:ext cx="118080" cy="145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6924ECB-6B9F-1C16-5EFF-094F90C07F4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265453" y="5797640"/>
                  <a:ext cx="135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7D7536A-4F08-A2E8-F399-A77E611971A4}"/>
                    </a:ext>
                  </a:extLst>
                </p14:cNvPr>
                <p14:cNvContentPartPr/>
                <p14:nvPr/>
              </p14:nvContentPartPr>
              <p14:xfrm>
                <a:off x="9461293" y="5908880"/>
                <a:ext cx="34920" cy="226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7D7536A-4F08-A2E8-F399-A77E611971A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452653" y="5900240"/>
                  <a:ext cx="52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354BD1E-7759-F608-58A7-271E186F400F}"/>
                    </a:ext>
                  </a:extLst>
                </p14:cNvPr>
                <p14:cNvContentPartPr/>
                <p14:nvPr/>
              </p14:nvContentPartPr>
              <p14:xfrm>
                <a:off x="9572173" y="5751560"/>
                <a:ext cx="118440" cy="227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354BD1E-7759-F608-58A7-271E186F400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563533" y="5742920"/>
                  <a:ext cx="1360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B1F8574-FC49-F9F8-AF26-652816D19D4D}"/>
                    </a:ext>
                  </a:extLst>
                </p14:cNvPr>
                <p14:cNvContentPartPr/>
                <p14:nvPr/>
              </p14:nvContentPartPr>
              <p14:xfrm>
                <a:off x="9781333" y="5833280"/>
                <a:ext cx="82440" cy="1144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B1F8574-FC49-F9F8-AF26-652816D19D4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772693" y="5824640"/>
                  <a:ext cx="100080" cy="13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4E6B2E1D-5A8A-A100-6D49-F144B053B4B0}"/>
                  </a:ext>
                </a:extLst>
              </p14:cNvPr>
              <p14:cNvContentPartPr/>
              <p14:nvPr/>
            </p14:nvContentPartPr>
            <p14:xfrm>
              <a:off x="2606533" y="2435960"/>
              <a:ext cx="360" cy="36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4E6B2E1D-5A8A-A100-6D49-F144B053B4B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597893" y="242696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Group 311">
            <a:extLst>
              <a:ext uri="{FF2B5EF4-FFF2-40B4-BE49-F238E27FC236}">
                <a16:creationId xmlns:a16="http://schemas.microsoft.com/office/drawing/2014/main" id="{4EEED96C-6813-28D9-874F-3B78697B076E}"/>
              </a:ext>
            </a:extLst>
          </p:cNvPr>
          <p:cNvGrpSpPr/>
          <p:nvPr/>
        </p:nvGrpSpPr>
        <p:grpSpPr>
          <a:xfrm>
            <a:off x="9258613" y="137000"/>
            <a:ext cx="2591280" cy="1033200"/>
            <a:chOff x="9258613" y="137000"/>
            <a:chExt cx="2591280" cy="10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A383C8B-DEF8-38C5-54FB-43462AFE228D}"/>
                    </a:ext>
                  </a:extLst>
                </p14:cNvPr>
                <p14:cNvContentPartPr/>
                <p14:nvPr/>
              </p14:nvContentPartPr>
              <p14:xfrm>
                <a:off x="9564973" y="523640"/>
                <a:ext cx="223920" cy="2070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A383C8B-DEF8-38C5-54FB-43462AFE228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556333" y="515000"/>
                  <a:ext cx="2415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9BCC6E1-CEF4-F65C-CDE5-638D87C94871}"/>
                    </a:ext>
                  </a:extLst>
                </p14:cNvPr>
                <p14:cNvContentPartPr/>
                <p14:nvPr/>
              </p14:nvContentPartPr>
              <p14:xfrm>
                <a:off x="9846493" y="444440"/>
                <a:ext cx="83160" cy="3099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9BCC6E1-CEF4-F65C-CDE5-638D87C9487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837853" y="435800"/>
                  <a:ext cx="1008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FE9D206-50B5-A262-6AFA-2009129D66C5}"/>
                    </a:ext>
                  </a:extLst>
                </p14:cNvPr>
                <p14:cNvContentPartPr/>
                <p14:nvPr/>
              </p14:nvContentPartPr>
              <p14:xfrm>
                <a:off x="9954133" y="448760"/>
                <a:ext cx="173160" cy="5500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FE9D206-50B5-A262-6AFA-2009129D66C5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945493" y="439760"/>
                  <a:ext cx="19080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8C7ED5A-F888-95E6-B267-BA2055CFC90A}"/>
                    </a:ext>
                  </a:extLst>
                </p14:cNvPr>
                <p14:cNvContentPartPr/>
                <p14:nvPr/>
              </p14:nvContentPartPr>
              <p14:xfrm>
                <a:off x="10474693" y="495560"/>
                <a:ext cx="43200" cy="1882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8C7ED5A-F888-95E6-B267-BA2055CFC90A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465693" y="486560"/>
                  <a:ext cx="60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1E684BD-5622-3009-E8DC-ACC2F6C48D27}"/>
                    </a:ext>
                  </a:extLst>
                </p14:cNvPr>
                <p14:cNvContentPartPr/>
                <p14:nvPr/>
              </p14:nvContentPartPr>
              <p14:xfrm>
                <a:off x="10493053" y="498080"/>
                <a:ext cx="137880" cy="1130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1E684BD-5622-3009-E8DC-ACC2F6C48D27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484413" y="489080"/>
                  <a:ext cx="155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DAA39C4-7CB9-D831-4A6E-B3E03E740960}"/>
                    </a:ext>
                  </a:extLst>
                </p14:cNvPr>
                <p14:cNvContentPartPr/>
                <p14:nvPr/>
              </p14:nvContentPartPr>
              <p14:xfrm>
                <a:off x="10565413" y="446240"/>
                <a:ext cx="153360" cy="2048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DAA39C4-7CB9-D831-4A6E-B3E03E74096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556413" y="437600"/>
                  <a:ext cx="1710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22FA8A9-7EBF-C42F-5668-03CBDD709D99}"/>
                    </a:ext>
                  </a:extLst>
                </p14:cNvPr>
                <p14:cNvContentPartPr/>
                <p14:nvPr/>
              </p14:nvContentPartPr>
              <p14:xfrm>
                <a:off x="10670893" y="421760"/>
                <a:ext cx="59760" cy="3038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22FA8A9-7EBF-C42F-5668-03CBDD709D9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662253" y="413120"/>
                  <a:ext cx="774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EFCAE2E7-BC79-0BCB-EE6E-E710097CA268}"/>
                    </a:ext>
                  </a:extLst>
                </p14:cNvPr>
                <p14:cNvContentPartPr/>
                <p14:nvPr/>
              </p14:nvContentPartPr>
              <p14:xfrm>
                <a:off x="10782493" y="480440"/>
                <a:ext cx="184680" cy="2203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EFCAE2E7-BC79-0BCB-EE6E-E710097CA268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773493" y="471800"/>
                  <a:ext cx="202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7A6A8A4-AA25-519A-54B7-51DF8F10F864}"/>
                    </a:ext>
                  </a:extLst>
                </p14:cNvPr>
                <p14:cNvContentPartPr/>
                <p14:nvPr/>
              </p14:nvContentPartPr>
              <p14:xfrm>
                <a:off x="10901293" y="464960"/>
                <a:ext cx="295920" cy="2113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7A6A8A4-AA25-519A-54B7-51DF8F10F86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892653" y="455960"/>
                  <a:ext cx="3135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254DF7D-93C4-DDC9-8036-FD23EDA26D98}"/>
                    </a:ext>
                  </a:extLst>
                </p14:cNvPr>
                <p14:cNvContentPartPr/>
                <p14:nvPr/>
              </p14:nvContentPartPr>
              <p14:xfrm>
                <a:off x="11188573" y="572240"/>
                <a:ext cx="77760" cy="892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254DF7D-93C4-DDC9-8036-FD23EDA26D9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179933" y="563600"/>
                  <a:ext cx="95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B892F55B-3DF4-5622-9DBF-C2990471DA92}"/>
                    </a:ext>
                  </a:extLst>
                </p14:cNvPr>
                <p14:cNvContentPartPr/>
                <p14:nvPr/>
              </p14:nvContentPartPr>
              <p14:xfrm>
                <a:off x="11361373" y="350480"/>
                <a:ext cx="62280" cy="3736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B892F55B-3DF4-5622-9DBF-C2990471DA9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352733" y="341480"/>
                  <a:ext cx="799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A965AA7-7340-DF04-AF9F-D1BC9CD6F558}"/>
                    </a:ext>
                  </a:extLst>
                </p14:cNvPr>
                <p14:cNvContentPartPr/>
                <p14:nvPr/>
              </p14:nvContentPartPr>
              <p14:xfrm>
                <a:off x="9393253" y="137000"/>
                <a:ext cx="2456640" cy="9126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A965AA7-7340-DF04-AF9F-D1BC9CD6F55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384253" y="128000"/>
                  <a:ext cx="2474280" cy="9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1151A23-BE6F-9EA8-BCEC-CE8E9473DD03}"/>
                    </a:ext>
                  </a:extLst>
                </p14:cNvPr>
                <p14:cNvContentPartPr/>
                <p14:nvPr/>
              </p14:nvContentPartPr>
              <p14:xfrm>
                <a:off x="9258613" y="886880"/>
                <a:ext cx="493200" cy="2725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1151A23-BE6F-9EA8-BCEC-CE8E9473DD03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249613" y="878240"/>
                  <a:ext cx="5108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27A0286-7B84-D4F0-4CAE-C6FB06A05688}"/>
                    </a:ext>
                  </a:extLst>
                </p14:cNvPr>
                <p14:cNvContentPartPr/>
                <p14:nvPr/>
              </p14:nvContentPartPr>
              <p14:xfrm>
                <a:off x="9276253" y="1012160"/>
                <a:ext cx="184320" cy="1580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27A0286-7B84-D4F0-4CAE-C6FB06A05688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267613" y="1003160"/>
                  <a:ext cx="2019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17BE91E8-5241-1E3E-1F31-46AA93CE335B}"/>
              </a:ext>
            </a:extLst>
          </p:cNvPr>
          <p:cNvGrpSpPr/>
          <p:nvPr/>
        </p:nvGrpSpPr>
        <p:grpSpPr>
          <a:xfrm>
            <a:off x="1144213" y="53120"/>
            <a:ext cx="2269800" cy="535320"/>
            <a:chOff x="1144213" y="53120"/>
            <a:chExt cx="2269800" cy="5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EBC6421-41A5-E20E-E8A6-2DECAB50D143}"/>
                    </a:ext>
                  </a:extLst>
                </p14:cNvPr>
                <p14:cNvContentPartPr/>
                <p14:nvPr/>
              </p14:nvContentPartPr>
              <p14:xfrm>
                <a:off x="1144213" y="222680"/>
                <a:ext cx="86760" cy="2620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EBC6421-41A5-E20E-E8A6-2DECAB50D14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35573" y="213680"/>
                  <a:ext cx="1044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42877B9-293C-BE2B-7B81-B1A71AD35C10}"/>
                    </a:ext>
                  </a:extLst>
                </p14:cNvPr>
                <p14:cNvContentPartPr/>
                <p14:nvPr/>
              </p14:nvContentPartPr>
              <p14:xfrm>
                <a:off x="1162933" y="53120"/>
                <a:ext cx="352440" cy="407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42877B9-293C-BE2B-7B81-B1A71AD35C1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153933" y="44120"/>
                  <a:ext cx="3700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9C7A0D9-30A3-FBF3-372B-68723EAFF052}"/>
                    </a:ext>
                  </a:extLst>
                </p14:cNvPr>
                <p14:cNvContentPartPr/>
                <p14:nvPr/>
              </p14:nvContentPartPr>
              <p14:xfrm>
                <a:off x="1518613" y="293960"/>
                <a:ext cx="109800" cy="1580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9C7A0D9-30A3-FBF3-372B-68723EAFF052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509973" y="284960"/>
                  <a:ext cx="1274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D981595-C336-C479-4AB0-70EE2D2E6768}"/>
                    </a:ext>
                  </a:extLst>
                </p14:cNvPr>
                <p14:cNvContentPartPr/>
                <p14:nvPr/>
              </p14:nvContentPartPr>
              <p14:xfrm>
                <a:off x="1678453" y="349760"/>
                <a:ext cx="182880" cy="1130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D981595-C336-C479-4AB0-70EE2D2E676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669453" y="340760"/>
                  <a:ext cx="200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A24A50F-6FD1-C40A-60D1-83BFBD30E3FA}"/>
                    </a:ext>
                  </a:extLst>
                </p14:cNvPr>
                <p14:cNvContentPartPr/>
                <p14:nvPr/>
              </p14:nvContentPartPr>
              <p14:xfrm>
                <a:off x="2112613" y="308360"/>
                <a:ext cx="426600" cy="1821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A24A50F-6FD1-C40A-60D1-83BFBD30E3F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103973" y="299360"/>
                  <a:ext cx="444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5BB779A-75C7-BD82-8073-D458AA4E7632}"/>
                    </a:ext>
                  </a:extLst>
                </p14:cNvPr>
                <p14:cNvContentPartPr/>
                <p14:nvPr/>
              </p14:nvContentPartPr>
              <p14:xfrm>
                <a:off x="2520493" y="352640"/>
                <a:ext cx="157680" cy="75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5BB779A-75C7-BD82-8073-D458AA4E7632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511493" y="344000"/>
                  <a:ext cx="1753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1A40301-BA27-7E97-B9A2-6196B4CFDB06}"/>
                    </a:ext>
                  </a:extLst>
                </p14:cNvPr>
                <p14:cNvContentPartPr/>
                <p14:nvPr/>
              </p14:nvContentPartPr>
              <p14:xfrm>
                <a:off x="2632453" y="241400"/>
                <a:ext cx="127080" cy="2178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1A40301-BA27-7E97-B9A2-6196B4CFDB06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623453" y="232400"/>
                  <a:ext cx="1447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CC545FEE-B139-9B50-2461-278D87DB2DAD}"/>
                    </a:ext>
                  </a:extLst>
                </p14:cNvPr>
                <p14:cNvContentPartPr/>
                <p14:nvPr/>
              </p14:nvContentPartPr>
              <p14:xfrm>
                <a:off x="2791573" y="359840"/>
                <a:ext cx="77760" cy="1036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CC545FEE-B139-9B50-2461-278D87DB2DAD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782933" y="351200"/>
                  <a:ext cx="95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3326B7C-50D8-EC9A-B0C3-220F1605B2CB}"/>
                    </a:ext>
                  </a:extLst>
                </p14:cNvPr>
                <p14:cNvContentPartPr/>
                <p14:nvPr/>
              </p14:nvContentPartPr>
              <p14:xfrm>
                <a:off x="2953213" y="100640"/>
                <a:ext cx="127440" cy="4017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3326B7C-50D8-EC9A-B0C3-220F1605B2C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944213" y="92000"/>
                  <a:ext cx="1450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878F057A-7D76-37ED-75C7-FFC457CD1B80}"/>
                    </a:ext>
                  </a:extLst>
                </p14:cNvPr>
                <p14:cNvContentPartPr/>
                <p14:nvPr/>
              </p14:nvContentPartPr>
              <p14:xfrm>
                <a:off x="3171733" y="299360"/>
                <a:ext cx="206280" cy="302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878F057A-7D76-37ED-75C7-FFC457CD1B80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163093" y="290360"/>
                  <a:ext cx="2239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19B3C8E-5356-5804-134C-B7A4EAC8A350}"/>
                    </a:ext>
                  </a:extLst>
                </p14:cNvPr>
                <p14:cNvContentPartPr/>
                <p14:nvPr/>
              </p14:nvContentPartPr>
              <p14:xfrm>
                <a:off x="3320773" y="267680"/>
                <a:ext cx="55440" cy="752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19B3C8E-5356-5804-134C-B7A4EAC8A350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312133" y="258680"/>
                  <a:ext cx="73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E53EF71-FFAE-AE70-9614-DD1D81148466}"/>
                    </a:ext>
                  </a:extLst>
                </p14:cNvPr>
                <p14:cNvContentPartPr/>
                <p14:nvPr/>
              </p14:nvContentPartPr>
              <p14:xfrm>
                <a:off x="3165253" y="310880"/>
                <a:ext cx="219960" cy="154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E53EF71-FFAE-AE70-9614-DD1D8114846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156613" y="301880"/>
                  <a:ext cx="237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0860733-1F11-5409-8E02-C07E00D299AF}"/>
                    </a:ext>
                  </a:extLst>
                </p14:cNvPr>
                <p14:cNvContentPartPr/>
                <p14:nvPr/>
              </p14:nvContentPartPr>
              <p14:xfrm>
                <a:off x="3269653" y="271640"/>
                <a:ext cx="127800" cy="1371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0860733-1F11-5409-8E02-C07E00D299A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261013" y="263000"/>
                  <a:ext cx="1454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7204ECA-A620-B72F-83EE-82DFA1752EED}"/>
                    </a:ext>
                  </a:extLst>
                </p14:cNvPr>
                <p14:cNvContentPartPr/>
                <p14:nvPr/>
              </p14:nvContentPartPr>
              <p14:xfrm>
                <a:off x="3133213" y="318080"/>
                <a:ext cx="220680" cy="133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7204ECA-A620-B72F-83EE-82DFA1752EED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3124573" y="309080"/>
                  <a:ext cx="238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5472819-3657-863E-377F-18736C64163A}"/>
                    </a:ext>
                  </a:extLst>
                </p14:cNvPr>
                <p14:cNvContentPartPr/>
                <p14:nvPr/>
              </p14:nvContentPartPr>
              <p14:xfrm>
                <a:off x="3257053" y="259040"/>
                <a:ext cx="156960" cy="1803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5472819-3657-863E-377F-18736C64163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3248053" y="250400"/>
                  <a:ext cx="1746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C9A3F32B-660E-54DA-BBF8-D846E733FB6B}"/>
                    </a:ext>
                  </a:extLst>
                </p14:cNvPr>
                <p14:cNvContentPartPr/>
                <p14:nvPr/>
              </p14:nvContentPartPr>
              <p14:xfrm>
                <a:off x="1356253" y="543080"/>
                <a:ext cx="1329480" cy="453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C9A3F32B-660E-54DA-BBF8-D846E733FB6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347613" y="534440"/>
                  <a:ext cx="134712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1C266026-0F34-5D1C-CA1B-609ADC6C1EDB}"/>
              </a:ext>
            </a:extLst>
          </p:cNvPr>
          <p:cNvGrpSpPr/>
          <p:nvPr/>
        </p:nvGrpSpPr>
        <p:grpSpPr>
          <a:xfrm>
            <a:off x="5718733" y="4963880"/>
            <a:ext cx="1879560" cy="882360"/>
            <a:chOff x="5718733" y="4963880"/>
            <a:chExt cx="187956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AFA23A6B-28C7-D5FE-D121-D0B5C73BBAE0}"/>
                    </a:ext>
                  </a:extLst>
                </p14:cNvPr>
                <p14:cNvContentPartPr/>
                <p14:nvPr/>
              </p14:nvContentPartPr>
              <p14:xfrm>
                <a:off x="6508573" y="5053880"/>
                <a:ext cx="1089720" cy="5364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AFA23A6B-28C7-D5FE-D121-D0B5C73BBAE0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499933" y="5045240"/>
                  <a:ext cx="110736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C273271-B065-A151-5ECF-810CCA20BE90}"/>
                    </a:ext>
                  </a:extLst>
                </p14:cNvPr>
                <p14:cNvContentPartPr/>
                <p14:nvPr/>
              </p14:nvContentPartPr>
              <p14:xfrm>
                <a:off x="5786773" y="5169080"/>
                <a:ext cx="72000" cy="21024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C273271-B065-A151-5ECF-810CCA20BE90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777773" y="5160440"/>
                  <a:ext cx="896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795301B7-2555-5D11-2D43-B9632B22CEC2}"/>
                    </a:ext>
                  </a:extLst>
                </p14:cNvPr>
                <p14:cNvContentPartPr/>
                <p14:nvPr/>
              </p14:nvContentPartPr>
              <p14:xfrm>
                <a:off x="5774533" y="5104640"/>
                <a:ext cx="229320" cy="3038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795301B7-2555-5D11-2D43-B9632B22CEC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765893" y="5096000"/>
                  <a:ext cx="246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10CB7F4-19D0-F827-B4C9-EE75796D72E9}"/>
                    </a:ext>
                  </a:extLst>
                </p14:cNvPr>
                <p14:cNvContentPartPr/>
                <p14:nvPr/>
              </p14:nvContentPartPr>
              <p14:xfrm>
                <a:off x="6029773" y="5159720"/>
                <a:ext cx="135720" cy="950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10CB7F4-19D0-F827-B4C9-EE75796D72E9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020773" y="5150720"/>
                  <a:ext cx="153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AE26B8B-192E-B61D-3FCE-0A587B6E139D}"/>
                    </a:ext>
                  </a:extLst>
                </p14:cNvPr>
                <p14:cNvContentPartPr/>
                <p14:nvPr/>
              </p14:nvContentPartPr>
              <p14:xfrm>
                <a:off x="6130933" y="5125880"/>
                <a:ext cx="95040" cy="1044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AE26B8B-192E-B61D-3FCE-0A587B6E139D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122293" y="5116880"/>
                  <a:ext cx="112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96FC293-96DB-B0D5-FDE7-07E32B437071}"/>
                    </a:ext>
                  </a:extLst>
                </p14:cNvPr>
                <p14:cNvContentPartPr/>
                <p14:nvPr/>
              </p14:nvContentPartPr>
              <p14:xfrm>
                <a:off x="6217333" y="4963880"/>
                <a:ext cx="88200" cy="1911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96FC293-96DB-B0D5-FDE7-07E32B437071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208693" y="4955240"/>
                  <a:ext cx="1058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F15CC6F-6F29-EEA8-A315-84416E33FA86}"/>
                    </a:ext>
                  </a:extLst>
                </p14:cNvPr>
                <p14:cNvContentPartPr/>
                <p14:nvPr/>
              </p14:nvContentPartPr>
              <p14:xfrm>
                <a:off x="6241093" y="4981520"/>
                <a:ext cx="105480" cy="1018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F15CC6F-6F29-EEA8-A315-84416E33FA86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232453" y="4972520"/>
                  <a:ext cx="123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6516729-3157-E4F7-AFA9-3E68E802604F}"/>
                    </a:ext>
                  </a:extLst>
                </p14:cNvPr>
                <p14:cNvContentPartPr/>
                <p14:nvPr/>
              </p14:nvContentPartPr>
              <p14:xfrm>
                <a:off x="5718733" y="5695400"/>
                <a:ext cx="96480" cy="1508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6516729-3157-E4F7-AFA9-3E68E802604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5710093" y="5686760"/>
                  <a:ext cx="114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CE43F78-1C99-7DCA-83BF-EB36E31B0CDF}"/>
                    </a:ext>
                  </a:extLst>
                </p14:cNvPr>
                <p14:cNvContentPartPr/>
                <p14:nvPr/>
              </p14:nvContentPartPr>
              <p14:xfrm>
                <a:off x="5754373" y="5664800"/>
                <a:ext cx="141840" cy="1382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CE43F78-1C99-7DCA-83BF-EB36E31B0CDF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745373" y="5655800"/>
                  <a:ext cx="1594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454B0AD-1536-926C-2958-B5342E8ABADA}"/>
                    </a:ext>
                  </a:extLst>
                </p14:cNvPr>
                <p14:cNvContentPartPr/>
                <p14:nvPr/>
              </p14:nvContentPartPr>
              <p14:xfrm>
                <a:off x="5906293" y="5667680"/>
                <a:ext cx="59760" cy="568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454B0AD-1536-926C-2958-B5342E8ABADA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897653" y="5659040"/>
                  <a:ext cx="77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CD5C482-DC68-BAE9-5A89-023C4AA9E047}"/>
                    </a:ext>
                  </a:extLst>
                </p14:cNvPr>
                <p14:cNvContentPartPr/>
                <p14:nvPr/>
              </p14:nvContentPartPr>
              <p14:xfrm>
                <a:off x="5998093" y="5598200"/>
                <a:ext cx="79560" cy="1429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CD5C482-DC68-BAE9-5A89-023C4AA9E047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989093" y="5589200"/>
                  <a:ext cx="97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5F602274-B3B3-9BFB-F119-E7FAEFA2FB52}"/>
                    </a:ext>
                  </a:extLst>
                </p14:cNvPr>
                <p14:cNvContentPartPr/>
                <p14:nvPr/>
              </p14:nvContentPartPr>
              <p14:xfrm>
                <a:off x="6120853" y="5584880"/>
                <a:ext cx="142920" cy="964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5F602274-B3B3-9BFB-F119-E7FAEFA2FB52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6111853" y="5576240"/>
                  <a:ext cx="160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9E9823D-6E06-AEC8-3F9D-2DF1D72508D5}"/>
                    </a:ext>
                  </a:extLst>
                </p14:cNvPr>
                <p14:cNvContentPartPr/>
                <p14:nvPr/>
              </p14:nvContentPartPr>
              <p14:xfrm>
                <a:off x="6204733" y="5461400"/>
                <a:ext cx="105120" cy="1566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9E9823D-6E06-AEC8-3F9D-2DF1D72508D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6195733" y="5452760"/>
                  <a:ext cx="122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6D80D99E-A832-00E4-218C-CC41BA9A6937}"/>
                    </a:ext>
                  </a:extLst>
                </p14:cNvPr>
                <p14:cNvContentPartPr/>
                <p14:nvPr/>
              </p14:nvContentPartPr>
              <p14:xfrm>
                <a:off x="6287533" y="5513600"/>
                <a:ext cx="137160" cy="698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6D80D99E-A832-00E4-218C-CC41BA9A693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6278533" y="5504960"/>
                  <a:ext cx="154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9544379-F093-0577-BEE0-A4E0EF9C30B9}"/>
                    </a:ext>
                  </a:extLst>
                </p14:cNvPr>
                <p14:cNvContentPartPr/>
                <p14:nvPr/>
              </p14:nvContentPartPr>
              <p14:xfrm>
                <a:off x="6406333" y="5387960"/>
                <a:ext cx="137160" cy="196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9544379-F093-0577-BEE0-A4E0EF9C30B9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6397693" y="5378960"/>
                  <a:ext cx="15480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86B4C151-8F67-A8B3-D43E-D7E1A2C1C665}"/>
              </a:ext>
            </a:extLst>
          </p:cNvPr>
          <p:cNvGrpSpPr/>
          <p:nvPr/>
        </p:nvGrpSpPr>
        <p:grpSpPr>
          <a:xfrm>
            <a:off x="7307773" y="3969920"/>
            <a:ext cx="4642560" cy="1974240"/>
            <a:chOff x="7307773" y="3969920"/>
            <a:chExt cx="4642560" cy="19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28F4D6E-E927-DE32-3944-61FAFEC72A65}"/>
                    </a:ext>
                  </a:extLst>
                </p14:cNvPr>
                <p14:cNvContentPartPr/>
                <p14:nvPr/>
              </p14:nvContentPartPr>
              <p14:xfrm>
                <a:off x="7307773" y="4704680"/>
                <a:ext cx="2673000" cy="4662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28F4D6E-E927-DE32-3944-61FAFEC72A6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7299133" y="4695680"/>
                  <a:ext cx="269064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C0A53FB5-A092-C30D-BA0F-67AD1E36AFE1}"/>
                    </a:ext>
                  </a:extLst>
                </p14:cNvPr>
                <p14:cNvContentPartPr/>
                <p14:nvPr/>
              </p14:nvContentPartPr>
              <p14:xfrm>
                <a:off x="10219453" y="4311920"/>
                <a:ext cx="48600" cy="2631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C0A53FB5-A092-C30D-BA0F-67AD1E36AFE1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210453" y="4302920"/>
                  <a:ext cx="662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60F4A27-1C16-D41E-17B9-75F473DC0387}"/>
                    </a:ext>
                  </a:extLst>
                </p14:cNvPr>
                <p14:cNvContentPartPr/>
                <p14:nvPr/>
              </p14:nvContentPartPr>
              <p14:xfrm>
                <a:off x="10097053" y="4277000"/>
                <a:ext cx="344520" cy="950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60F4A27-1C16-D41E-17B9-75F473DC0387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088053" y="4268360"/>
                  <a:ext cx="3621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A71D6B74-6DDA-3CC2-0B5E-5040FBD2EE25}"/>
                    </a:ext>
                  </a:extLst>
                </p14:cNvPr>
                <p14:cNvContentPartPr/>
                <p14:nvPr/>
              </p14:nvContentPartPr>
              <p14:xfrm>
                <a:off x="10353013" y="4398680"/>
                <a:ext cx="221040" cy="1184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A71D6B74-6DDA-3CC2-0B5E-5040FBD2EE25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344373" y="4389680"/>
                  <a:ext cx="238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5CFA7048-9A49-73D3-7371-49F0BAC23417}"/>
                    </a:ext>
                  </a:extLst>
                </p14:cNvPr>
                <p14:cNvContentPartPr/>
                <p14:nvPr/>
              </p14:nvContentPartPr>
              <p14:xfrm>
                <a:off x="10589173" y="4328840"/>
                <a:ext cx="75240" cy="1940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5CFA7048-9A49-73D3-7371-49F0BAC2341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580173" y="4319840"/>
                  <a:ext cx="928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4F4D30FE-5840-3D19-C8F4-CE236417FE98}"/>
                    </a:ext>
                  </a:extLst>
                </p14:cNvPr>
                <p14:cNvContentPartPr/>
                <p14:nvPr/>
              </p14:nvContentPartPr>
              <p14:xfrm>
                <a:off x="10598533" y="4367000"/>
                <a:ext cx="84240" cy="442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4F4D30FE-5840-3D19-C8F4-CE236417FE9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589893" y="4358360"/>
                  <a:ext cx="1018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47334163-62E8-92F2-3B7D-C628D1E51DA4}"/>
                    </a:ext>
                  </a:extLst>
                </p14:cNvPr>
                <p14:cNvContentPartPr/>
                <p14:nvPr/>
              </p14:nvContentPartPr>
              <p14:xfrm>
                <a:off x="10857373" y="4388600"/>
                <a:ext cx="238680" cy="3020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47334163-62E8-92F2-3B7D-C628D1E51DA4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848373" y="4379960"/>
                  <a:ext cx="2563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52BC0D89-0E82-2010-4AEB-8FC6E231A0F0}"/>
                    </a:ext>
                  </a:extLst>
                </p14:cNvPr>
                <p14:cNvContentPartPr/>
                <p14:nvPr/>
              </p14:nvContentPartPr>
              <p14:xfrm>
                <a:off x="11147893" y="4382120"/>
                <a:ext cx="170640" cy="968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52BC0D89-0E82-2010-4AEB-8FC6E231A0F0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1138893" y="4373120"/>
                  <a:ext cx="188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4C5EADF0-D05B-8A1B-B045-B7EBA29C4F3C}"/>
                    </a:ext>
                  </a:extLst>
                </p14:cNvPr>
                <p14:cNvContentPartPr/>
                <p14:nvPr/>
              </p14:nvContentPartPr>
              <p14:xfrm>
                <a:off x="11321773" y="4342520"/>
                <a:ext cx="154080" cy="11304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4C5EADF0-D05B-8A1B-B045-B7EBA29C4F3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1313133" y="4333520"/>
                  <a:ext cx="1717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45E092B1-AE83-4DC0-37C0-B027CFC8561C}"/>
                    </a:ext>
                  </a:extLst>
                </p14:cNvPr>
                <p14:cNvContentPartPr/>
                <p14:nvPr/>
              </p14:nvContentPartPr>
              <p14:xfrm>
                <a:off x="10199293" y="4821680"/>
                <a:ext cx="212760" cy="1263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45E092B1-AE83-4DC0-37C0-B027CFC8561C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0190653" y="4813040"/>
                  <a:ext cx="230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F5C52EB-B83D-0F3D-7E02-F8B97F1B0089}"/>
                    </a:ext>
                  </a:extLst>
                </p14:cNvPr>
                <p14:cNvContentPartPr/>
                <p14:nvPr/>
              </p14:nvContentPartPr>
              <p14:xfrm>
                <a:off x="10447693" y="4851200"/>
                <a:ext cx="73440" cy="831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F5C52EB-B83D-0F3D-7E02-F8B97F1B0089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0438693" y="4842560"/>
                  <a:ext cx="91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E6E73B77-4FC8-3201-823C-DBA9CD8BCCBD}"/>
                    </a:ext>
                  </a:extLst>
                </p14:cNvPr>
                <p14:cNvContentPartPr/>
                <p14:nvPr/>
              </p14:nvContentPartPr>
              <p14:xfrm>
                <a:off x="10592413" y="4725920"/>
                <a:ext cx="344160" cy="26424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E6E73B77-4FC8-3201-823C-DBA9CD8BCCBD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0583413" y="4716920"/>
                  <a:ext cx="361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766E2B4-7666-806F-96D8-117F9DCE06F6}"/>
                    </a:ext>
                  </a:extLst>
                </p14:cNvPr>
                <p14:cNvContentPartPr/>
                <p14:nvPr/>
              </p14:nvContentPartPr>
              <p14:xfrm>
                <a:off x="11137093" y="4801160"/>
                <a:ext cx="76680" cy="1389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766E2B4-7666-806F-96D8-117F9DCE06F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1128093" y="4792520"/>
                  <a:ext cx="94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8F07BC6A-9444-B80C-B953-62225CBF91BD}"/>
                    </a:ext>
                  </a:extLst>
                </p14:cNvPr>
                <p14:cNvContentPartPr/>
                <p14:nvPr/>
              </p14:nvContentPartPr>
              <p14:xfrm>
                <a:off x="11163733" y="4809440"/>
                <a:ext cx="153360" cy="1069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8F07BC6A-9444-B80C-B953-62225CBF91BD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1155093" y="4800800"/>
                  <a:ext cx="171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67A1D5A-02A8-687F-7794-573D26CA6299}"/>
                    </a:ext>
                  </a:extLst>
                </p14:cNvPr>
                <p14:cNvContentPartPr/>
                <p14:nvPr/>
              </p14:nvContentPartPr>
              <p14:xfrm>
                <a:off x="11345533" y="4792880"/>
                <a:ext cx="66960" cy="291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67A1D5A-02A8-687F-7794-573D26CA6299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1336893" y="4784240"/>
                  <a:ext cx="84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A86C8839-AA3E-F48C-7045-58101080F96F}"/>
                    </a:ext>
                  </a:extLst>
                </p14:cNvPr>
                <p14:cNvContentPartPr/>
                <p14:nvPr/>
              </p14:nvContentPartPr>
              <p14:xfrm>
                <a:off x="11372893" y="4835720"/>
                <a:ext cx="118080" cy="514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A86C8839-AA3E-F48C-7045-58101080F96F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1364253" y="4826720"/>
                  <a:ext cx="135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B830FAD4-8026-77BE-56C3-DFDD8BA9B869}"/>
                    </a:ext>
                  </a:extLst>
                </p14:cNvPr>
                <p14:cNvContentPartPr/>
                <p14:nvPr/>
              </p14:nvContentPartPr>
              <p14:xfrm>
                <a:off x="11506813" y="4716920"/>
                <a:ext cx="96480" cy="17784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B830FAD4-8026-77BE-56C3-DFDD8BA9B86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1498173" y="4708280"/>
                  <a:ext cx="114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BD5379F-0266-578B-37A4-A2D82A59BF65}"/>
                    </a:ext>
                  </a:extLst>
                </p14:cNvPr>
                <p14:cNvContentPartPr/>
                <p14:nvPr/>
              </p14:nvContentPartPr>
              <p14:xfrm>
                <a:off x="11528053" y="4790720"/>
                <a:ext cx="116280" cy="550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BD5379F-0266-578B-37A4-A2D82A59BF65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1519053" y="4781720"/>
                  <a:ext cx="133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79A4686E-F5D7-A26D-2BB3-57C3FB5ED601}"/>
                    </a:ext>
                  </a:extLst>
                </p14:cNvPr>
                <p14:cNvContentPartPr/>
                <p14:nvPr/>
              </p14:nvContentPartPr>
              <p14:xfrm>
                <a:off x="11609053" y="4648520"/>
                <a:ext cx="125280" cy="3585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79A4686E-F5D7-A26D-2BB3-57C3FB5ED601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1600413" y="4639520"/>
                  <a:ext cx="1429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D3779FD-E109-7055-77E7-2596299F5CFD}"/>
                    </a:ext>
                  </a:extLst>
                </p14:cNvPr>
                <p14:cNvContentPartPr/>
                <p14:nvPr/>
              </p14:nvContentPartPr>
              <p14:xfrm>
                <a:off x="11035213" y="4731680"/>
                <a:ext cx="207720" cy="3096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D3779FD-E109-7055-77E7-2596299F5CFD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1026573" y="4722680"/>
                  <a:ext cx="2253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D6F37AAA-B991-022D-E863-2928DE8FF51B}"/>
                    </a:ext>
                  </a:extLst>
                </p14:cNvPr>
                <p14:cNvContentPartPr/>
                <p14:nvPr/>
              </p14:nvContentPartPr>
              <p14:xfrm>
                <a:off x="10389733" y="5251880"/>
                <a:ext cx="275040" cy="1832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D6F37AAA-B991-022D-E863-2928DE8FF51B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0381093" y="5243240"/>
                  <a:ext cx="292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542651DF-572B-0A15-0C85-9496B66BBE3A}"/>
                    </a:ext>
                  </a:extLst>
                </p14:cNvPr>
                <p14:cNvContentPartPr/>
                <p14:nvPr/>
              </p14:nvContentPartPr>
              <p14:xfrm>
                <a:off x="10967533" y="5235320"/>
                <a:ext cx="49320" cy="17352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542651DF-572B-0A15-0C85-9496B66BBE3A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0958533" y="5226680"/>
                  <a:ext cx="66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F8B8AA78-6E05-9D6D-8013-4C4B3F80DC66}"/>
                    </a:ext>
                  </a:extLst>
                </p14:cNvPr>
                <p14:cNvContentPartPr/>
                <p14:nvPr/>
              </p14:nvContentPartPr>
              <p14:xfrm>
                <a:off x="10864213" y="5196800"/>
                <a:ext cx="209880" cy="615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F8B8AA78-6E05-9D6D-8013-4C4B3F80DC66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0855213" y="5188160"/>
                  <a:ext cx="227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9C7D7FB-F583-FAB2-AE9A-3A575DDDF113}"/>
                    </a:ext>
                  </a:extLst>
                </p14:cNvPr>
                <p14:cNvContentPartPr/>
                <p14:nvPr/>
              </p14:nvContentPartPr>
              <p14:xfrm>
                <a:off x="11091013" y="5278880"/>
                <a:ext cx="185400" cy="990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9C7D7FB-F583-FAB2-AE9A-3A575DDDF113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1082013" y="5270240"/>
                  <a:ext cx="203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D13ED3A1-2434-7A7A-D0DD-B287E31CF2AE}"/>
                    </a:ext>
                  </a:extLst>
                </p14:cNvPr>
                <p14:cNvContentPartPr/>
                <p14:nvPr/>
              </p14:nvContentPartPr>
              <p14:xfrm>
                <a:off x="11236093" y="5236040"/>
                <a:ext cx="78120" cy="1339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D13ED3A1-2434-7A7A-D0DD-B287E31CF2AE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1227453" y="5227040"/>
                  <a:ext cx="95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5D92C229-1EEC-7AF5-4C7E-48D3BA44D514}"/>
                    </a:ext>
                  </a:extLst>
                </p14:cNvPr>
                <p14:cNvContentPartPr/>
                <p14:nvPr/>
              </p14:nvContentPartPr>
              <p14:xfrm>
                <a:off x="11353093" y="5185280"/>
                <a:ext cx="101880" cy="1450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5D92C229-1EEC-7AF5-4C7E-48D3BA44D514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1344453" y="5176640"/>
                  <a:ext cx="119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C0D1D922-082E-B505-3E3B-6128F2C0E6ED}"/>
                    </a:ext>
                  </a:extLst>
                </p14:cNvPr>
                <p14:cNvContentPartPr/>
                <p14:nvPr/>
              </p14:nvContentPartPr>
              <p14:xfrm>
                <a:off x="11335813" y="5198600"/>
                <a:ext cx="127800" cy="6696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C0D1D922-082E-B505-3E3B-6128F2C0E6ED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1327173" y="5189960"/>
                  <a:ext cx="145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67858ED-7E9E-5F48-5B5F-D18A01CC9F7F}"/>
                    </a:ext>
                  </a:extLst>
                </p14:cNvPr>
                <p14:cNvContentPartPr/>
                <p14:nvPr/>
              </p14:nvContentPartPr>
              <p14:xfrm>
                <a:off x="10966453" y="5544200"/>
                <a:ext cx="463320" cy="25848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67858ED-7E9E-5F48-5B5F-D18A01CC9F7F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957453" y="5535200"/>
                  <a:ext cx="480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580783AF-5895-C4AB-53B2-F4EEA1BF5B71}"/>
                    </a:ext>
                  </a:extLst>
                </p14:cNvPr>
                <p14:cNvContentPartPr/>
                <p14:nvPr/>
              </p14:nvContentPartPr>
              <p14:xfrm>
                <a:off x="11330773" y="5571920"/>
                <a:ext cx="157680" cy="6408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580783AF-5895-C4AB-53B2-F4EEA1BF5B71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1322133" y="5562920"/>
                  <a:ext cx="175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8A5658D6-EE08-12D4-5EA0-26125854A1AE}"/>
                    </a:ext>
                  </a:extLst>
                </p14:cNvPr>
                <p14:cNvContentPartPr/>
                <p14:nvPr/>
              </p14:nvContentPartPr>
              <p14:xfrm>
                <a:off x="11497093" y="5543480"/>
                <a:ext cx="212040" cy="7704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8A5658D6-EE08-12D4-5EA0-26125854A1AE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1488453" y="5534840"/>
                  <a:ext cx="229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EE10827D-43B8-20EE-04EE-267332384A27}"/>
                    </a:ext>
                  </a:extLst>
                </p14:cNvPr>
                <p14:cNvContentPartPr/>
                <p14:nvPr/>
              </p14:nvContentPartPr>
              <p14:xfrm>
                <a:off x="10036573" y="3969920"/>
                <a:ext cx="1913760" cy="19742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EE10827D-43B8-20EE-04EE-267332384A27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0027573" y="3960920"/>
                  <a:ext cx="1931400" cy="19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1C75F6BC-CC63-4DE6-0D71-830D8FE4A304}"/>
              </a:ext>
            </a:extLst>
          </p:cNvPr>
          <p:cNvGrpSpPr/>
          <p:nvPr/>
        </p:nvGrpSpPr>
        <p:grpSpPr>
          <a:xfrm>
            <a:off x="3160933" y="1377560"/>
            <a:ext cx="1945800" cy="1546560"/>
            <a:chOff x="3160933" y="1377560"/>
            <a:chExt cx="1945800" cy="154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9E13EDE-59F1-7529-74F0-433077F510E6}"/>
                    </a:ext>
                  </a:extLst>
                </p14:cNvPr>
                <p14:cNvContentPartPr/>
                <p14:nvPr/>
              </p14:nvContentPartPr>
              <p14:xfrm>
                <a:off x="3783733" y="1544960"/>
                <a:ext cx="22680" cy="270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9E13EDE-59F1-7529-74F0-433077F510E6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3774733" y="1535960"/>
                  <a:ext cx="403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44610E8-CDA9-FD6F-3F36-34190B0200D5}"/>
                    </a:ext>
                  </a:extLst>
                </p14:cNvPr>
                <p14:cNvContentPartPr/>
                <p14:nvPr/>
              </p14:nvContentPartPr>
              <p14:xfrm>
                <a:off x="3683293" y="1563320"/>
                <a:ext cx="325440" cy="304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44610E8-CDA9-FD6F-3F36-34190B0200D5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3674653" y="1554320"/>
                  <a:ext cx="3430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BAAE48B-6318-EDC5-9873-370745F37714}"/>
                    </a:ext>
                  </a:extLst>
                </p14:cNvPr>
                <p14:cNvContentPartPr/>
                <p14:nvPr/>
              </p14:nvContentPartPr>
              <p14:xfrm>
                <a:off x="4070293" y="1692560"/>
                <a:ext cx="234360" cy="1612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BAAE48B-6318-EDC5-9873-370745F37714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4061653" y="1683560"/>
                  <a:ext cx="252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344456F-90B9-C03A-E0E9-83F7B718B73D}"/>
                    </a:ext>
                  </a:extLst>
                </p14:cNvPr>
                <p14:cNvContentPartPr/>
                <p14:nvPr/>
              </p14:nvContentPartPr>
              <p14:xfrm>
                <a:off x="4247413" y="1701560"/>
                <a:ext cx="86400" cy="446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344456F-90B9-C03A-E0E9-83F7B718B73D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4238773" y="1692560"/>
                  <a:ext cx="1040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E94BC70-BCA8-1010-F68F-15F35A36C044}"/>
                    </a:ext>
                  </a:extLst>
                </p14:cNvPr>
                <p14:cNvContentPartPr/>
                <p14:nvPr/>
              </p14:nvContentPartPr>
              <p14:xfrm>
                <a:off x="4371253" y="1672040"/>
                <a:ext cx="36720" cy="178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E94BC70-BCA8-1010-F68F-15F35A36C044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4362253" y="1663040"/>
                  <a:ext cx="543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45FBCDE-BBB7-7577-A509-686C697AF004}"/>
                    </a:ext>
                  </a:extLst>
                </p14:cNvPr>
                <p14:cNvContentPartPr/>
                <p14:nvPr/>
              </p14:nvContentPartPr>
              <p14:xfrm>
                <a:off x="4459093" y="1545320"/>
                <a:ext cx="130680" cy="420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45FBCDE-BBB7-7577-A509-686C697AF004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4450093" y="1536320"/>
                  <a:ext cx="14832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CB1264D-3FA8-0E32-FE14-1E99AD0D7182}"/>
                    </a:ext>
                  </a:extLst>
                </p14:cNvPr>
                <p14:cNvContentPartPr/>
                <p14:nvPr/>
              </p14:nvContentPartPr>
              <p14:xfrm>
                <a:off x="3291613" y="2059040"/>
                <a:ext cx="218520" cy="130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CB1264D-3FA8-0E32-FE14-1E99AD0D7182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3282613" y="2050040"/>
                  <a:ext cx="2361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709BE61-50D5-B31B-8E57-9074739BA93E}"/>
                    </a:ext>
                  </a:extLst>
                </p14:cNvPr>
                <p14:cNvContentPartPr/>
                <p14:nvPr/>
              </p14:nvContentPartPr>
              <p14:xfrm>
                <a:off x="3516253" y="2096840"/>
                <a:ext cx="75240" cy="84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709BE61-50D5-B31B-8E57-9074739BA93E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3507253" y="2087840"/>
                  <a:ext cx="92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B98E7D3-7D70-AE0B-9F63-FA2C72EE77B5}"/>
                    </a:ext>
                  </a:extLst>
                </p14:cNvPr>
                <p14:cNvContentPartPr/>
                <p14:nvPr/>
              </p14:nvContentPartPr>
              <p14:xfrm>
                <a:off x="3644773" y="2015840"/>
                <a:ext cx="275040" cy="164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B98E7D3-7D70-AE0B-9F63-FA2C72EE77B5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3635773" y="2006840"/>
                  <a:ext cx="292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6E4F2BD-D1FA-39DD-F60C-07EC9AA2552E}"/>
                    </a:ext>
                  </a:extLst>
                </p14:cNvPr>
                <p14:cNvContentPartPr/>
                <p14:nvPr/>
              </p14:nvContentPartPr>
              <p14:xfrm>
                <a:off x="3939613" y="2026640"/>
                <a:ext cx="40680" cy="225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6E4F2BD-D1FA-39DD-F60C-07EC9AA2552E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3930973" y="2017640"/>
                  <a:ext cx="583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CEC9CAD-774A-B18E-5D2E-5F41C262DE5D}"/>
                    </a:ext>
                  </a:extLst>
                </p14:cNvPr>
                <p14:cNvContentPartPr/>
                <p14:nvPr/>
              </p14:nvContentPartPr>
              <p14:xfrm>
                <a:off x="4298893" y="2084240"/>
                <a:ext cx="230040" cy="206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CEC9CAD-774A-B18E-5D2E-5F41C262DE5D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4289893" y="2075240"/>
                  <a:ext cx="247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8DDC355-BD5A-DA59-835F-45212D8C8B10}"/>
                    </a:ext>
                  </a:extLst>
                </p14:cNvPr>
                <p14:cNvContentPartPr/>
                <p14:nvPr/>
              </p14:nvContentPartPr>
              <p14:xfrm>
                <a:off x="3471973" y="2309960"/>
                <a:ext cx="95760" cy="211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8DDC355-BD5A-DA59-835F-45212D8C8B10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3462973" y="2300960"/>
                  <a:ext cx="1134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EDF04A0-0950-502A-404D-B8C5517C8A6D}"/>
                    </a:ext>
                  </a:extLst>
                </p14:cNvPr>
                <p14:cNvContentPartPr/>
                <p14:nvPr/>
              </p14:nvContentPartPr>
              <p14:xfrm>
                <a:off x="3389893" y="2425160"/>
                <a:ext cx="130320" cy="14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EDF04A0-0950-502A-404D-B8C5517C8A6D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3381253" y="2416160"/>
                  <a:ext cx="147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B6911DA-9ED1-968D-7332-3A64AF9337F0}"/>
                    </a:ext>
                  </a:extLst>
                </p14:cNvPr>
                <p14:cNvContentPartPr/>
                <p14:nvPr/>
              </p14:nvContentPartPr>
              <p14:xfrm>
                <a:off x="3556213" y="2422640"/>
                <a:ext cx="152280" cy="93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B6911DA-9ED1-968D-7332-3A64AF9337F0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547213" y="2413640"/>
                  <a:ext cx="169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C384DBE-18E4-76ED-0FD2-27A4458AA1AD}"/>
                    </a:ext>
                  </a:extLst>
                </p14:cNvPr>
                <p14:cNvContentPartPr/>
                <p14:nvPr/>
              </p14:nvContentPartPr>
              <p14:xfrm>
                <a:off x="3741253" y="2429840"/>
                <a:ext cx="214920" cy="867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C384DBE-18E4-76ED-0FD2-27A4458AA1AD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3732613" y="2420840"/>
                  <a:ext cx="232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AAE2973-A867-16B1-3DF7-DAFF594D59F1}"/>
                    </a:ext>
                  </a:extLst>
                </p14:cNvPr>
                <p14:cNvContentPartPr/>
                <p14:nvPr/>
              </p14:nvContentPartPr>
              <p14:xfrm>
                <a:off x="3864733" y="2382320"/>
                <a:ext cx="81000" cy="46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AAE2973-A867-16B1-3DF7-DAFF594D59F1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3856093" y="2373680"/>
                  <a:ext cx="98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0BF9960-DBEE-3EEF-0075-122D0171701E}"/>
                    </a:ext>
                  </a:extLst>
                </p14:cNvPr>
                <p14:cNvContentPartPr/>
                <p14:nvPr/>
              </p14:nvContentPartPr>
              <p14:xfrm>
                <a:off x="4012693" y="2435240"/>
                <a:ext cx="99000" cy="146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0BF9960-DBEE-3EEF-0075-122D0171701E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4004053" y="2426240"/>
                  <a:ext cx="116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16064AD-1020-ABAB-AD35-FFCB739803DE}"/>
                    </a:ext>
                  </a:extLst>
                </p14:cNvPr>
                <p14:cNvContentPartPr/>
                <p14:nvPr/>
              </p14:nvContentPartPr>
              <p14:xfrm>
                <a:off x="4351813" y="2320760"/>
                <a:ext cx="410040" cy="264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16064AD-1020-ABAB-AD35-FFCB739803DE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4343173" y="2311760"/>
                  <a:ext cx="4276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7198599-978C-97E1-BAA3-E6E4902F4348}"/>
                    </a:ext>
                  </a:extLst>
                </p14:cNvPr>
                <p14:cNvContentPartPr/>
                <p14:nvPr/>
              </p14:nvContentPartPr>
              <p14:xfrm>
                <a:off x="4700653" y="2448920"/>
                <a:ext cx="110520" cy="46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7198599-978C-97E1-BAA3-E6E4902F4348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4692013" y="2440280"/>
                  <a:ext cx="128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1CF56FA-CD34-843F-5BA4-2A527E674A2F}"/>
                    </a:ext>
                  </a:extLst>
                </p14:cNvPr>
                <p14:cNvContentPartPr/>
                <p14:nvPr/>
              </p14:nvContentPartPr>
              <p14:xfrm>
                <a:off x="4820533" y="2441720"/>
                <a:ext cx="142920" cy="122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1CF56FA-CD34-843F-5BA4-2A527E674A2F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4811533" y="2433080"/>
                  <a:ext cx="1605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0780A288-DDDA-30E1-0013-96E4114ADF74}"/>
                    </a:ext>
                  </a:extLst>
                </p14:cNvPr>
                <p14:cNvContentPartPr/>
                <p14:nvPr/>
              </p14:nvContentPartPr>
              <p14:xfrm>
                <a:off x="3160933" y="1377560"/>
                <a:ext cx="1945800" cy="15465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0780A288-DDDA-30E1-0013-96E4114ADF74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3152293" y="1368920"/>
                  <a:ext cx="1963440" cy="156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860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B032F4-A0B1-4E96-2A96-C207E044F7D3}"/>
                  </a:ext>
                </a:extLst>
              </p14:cNvPr>
              <p14:cNvContentPartPr/>
              <p14:nvPr/>
            </p14:nvContentPartPr>
            <p14:xfrm>
              <a:off x="958813" y="1082360"/>
              <a:ext cx="17640" cy="958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B032F4-A0B1-4E96-2A96-C207E044F7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9813" y="1073720"/>
                <a:ext cx="35280" cy="9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7D12F7-C09D-F9F6-9A7F-1899F31C9146}"/>
                  </a:ext>
                </a:extLst>
              </p14:cNvPr>
              <p14:cNvContentPartPr/>
              <p14:nvPr/>
            </p14:nvContentPartPr>
            <p14:xfrm>
              <a:off x="1699693" y="1053560"/>
              <a:ext cx="109440" cy="151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7D12F7-C09D-F9F6-9A7F-1899F31C91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91053" y="1044560"/>
                <a:ext cx="1270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C6D66A-3241-25F4-6151-369EAB68E733}"/>
                  </a:ext>
                </a:extLst>
              </p14:cNvPr>
              <p14:cNvContentPartPr/>
              <p14:nvPr/>
            </p14:nvContentPartPr>
            <p14:xfrm>
              <a:off x="1616533" y="2212400"/>
              <a:ext cx="14400" cy="139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C6D66A-3241-25F4-6151-369EAB68E7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7893" y="2203400"/>
                <a:ext cx="320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403C7E3-25A1-0690-11C2-D264F69B2DB9}"/>
                  </a:ext>
                </a:extLst>
              </p14:cNvPr>
              <p14:cNvContentPartPr/>
              <p14:nvPr/>
            </p14:nvContentPartPr>
            <p14:xfrm>
              <a:off x="967813" y="2117720"/>
              <a:ext cx="429840" cy="930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403C7E3-25A1-0690-11C2-D264F69B2D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8813" y="2109080"/>
                <a:ext cx="447480" cy="9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51AB4BE-262E-04AE-7138-5F991E918261}"/>
                  </a:ext>
                </a:extLst>
              </p14:cNvPr>
              <p14:cNvContentPartPr/>
              <p14:nvPr/>
            </p14:nvContentPartPr>
            <p14:xfrm>
              <a:off x="959893" y="2968400"/>
              <a:ext cx="149400" cy="106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51AB4BE-262E-04AE-7138-5F991E91826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1253" y="2959760"/>
                <a:ext cx="1670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4472D83-8A53-D543-A1F6-7A6B19B9FAE7}"/>
                  </a:ext>
                </a:extLst>
              </p14:cNvPr>
              <p14:cNvContentPartPr/>
              <p14:nvPr/>
            </p14:nvContentPartPr>
            <p14:xfrm>
              <a:off x="1464973" y="2243360"/>
              <a:ext cx="889920" cy="841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4472D83-8A53-D543-A1F6-7A6B19B9FA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55973" y="2234360"/>
                <a:ext cx="907560" cy="85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B43501A-518C-54D9-F5D8-2D3846F3AF85}"/>
                  </a:ext>
                </a:extLst>
              </p14:cNvPr>
              <p14:cNvContentPartPr/>
              <p14:nvPr/>
            </p14:nvContentPartPr>
            <p14:xfrm>
              <a:off x="2245093" y="3042920"/>
              <a:ext cx="98280" cy="77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B43501A-518C-54D9-F5D8-2D3846F3AF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36453" y="3034280"/>
                <a:ext cx="11592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D416728-07C9-768A-6134-B4D6800349C1}"/>
                  </a:ext>
                </a:extLst>
              </p14:cNvPr>
              <p14:cNvContentPartPr/>
              <p14:nvPr/>
            </p14:nvContentPartPr>
            <p14:xfrm>
              <a:off x="2336533" y="3005120"/>
              <a:ext cx="61920" cy="134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D416728-07C9-768A-6134-B4D6800349C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27893" y="2996480"/>
                <a:ext cx="795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6ABC123-72B3-9220-38FD-C342C36B73F6}"/>
                  </a:ext>
                </a:extLst>
              </p14:cNvPr>
              <p14:cNvContentPartPr/>
              <p14:nvPr/>
            </p14:nvContentPartPr>
            <p14:xfrm>
              <a:off x="2384413" y="3306800"/>
              <a:ext cx="10080" cy="183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6ABC123-72B3-9220-38FD-C342C36B73F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75413" y="3298160"/>
                <a:ext cx="277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91A4083-74CE-DC46-A0D9-EDABB140DA25}"/>
                  </a:ext>
                </a:extLst>
              </p14:cNvPr>
              <p14:cNvContentPartPr/>
              <p14:nvPr/>
            </p14:nvContentPartPr>
            <p14:xfrm>
              <a:off x="2256973" y="3275120"/>
              <a:ext cx="284400" cy="55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91A4083-74CE-DC46-A0D9-EDABB140DA2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47973" y="3266480"/>
                <a:ext cx="3020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D4A1A98-2591-4B2B-05B9-66753D85791C}"/>
                  </a:ext>
                </a:extLst>
              </p14:cNvPr>
              <p14:cNvContentPartPr/>
              <p14:nvPr/>
            </p14:nvContentPartPr>
            <p14:xfrm>
              <a:off x="2464693" y="3362600"/>
              <a:ext cx="177120" cy="122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D4A1A98-2591-4B2B-05B9-66753D85791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55693" y="3353960"/>
                <a:ext cx="1947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3DD57EB-B1B4-4979-40E9-8C1ABE0A9436}"/>
                  </a:ext>
                </a:extLst>
              </p14:cNvPr>
              <p14:cNvContentPartPr/>
              <p14:nvPr/>
            </p14:nvContentPartPr>
            <p14:xfrm>
              <a:off x="2705893" y="3297800"/>
              <a:ext cx="57960" cy="172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3DD57EB-B1B4-4979-40E9-8C1ABE0A943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96893" y="3289160"/>
                <a:ext cx="756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311F6FC-0634-68FF-BFF4-14EB0DB72CA0}"/>
                  </a:ext>
                </a:extLst>
              </p14:cNvPr>
              <p14:cNvContentPartPr/>
              <p14:nvPr/>
            </p14:nvContentPartPr>
            <p14:xfrm>
              <a:off x="2700853" y="3336320"/>
              <a:ext cx="170640" cy="40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311F6FC-0634-68FF-BFF4-14EB0DB72CA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91853" y="3327680"/>
                <a:ext cx="1882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C9EC7DA-F208-0B2F-E3EB-34E20D7A8EF9}"/>
                  </a:ext>
                </a:extLst>
              </p14:cNvPr>
              <p14:cNvContentPartPr/>
              <p14:nvPr/>
            </p14:nvContentPartPr>
            <p14:xfrm>
              <a:off x="3099373" y="3315080"/>
              <a:ext cx="247320" cy="155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C9EC7DA-F208-0B2F-E3EB-34E20D7A8EF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90733" y="3306440"/>
                <a:ext cx="2649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6AA5950-5E75-7993-48E0-FD16472EFC51}"/>
                  </a:ext>
                </a:extLst>
              </p14:cNvPr>
              <p14:cNvContentPartPr/>
              <p14:nvPr/>
            </p14:nvContentPartPr>
            <p14:xfrm>
              <a:off x="3471253" y="3289520"/>
              <a:ext cx="38520" cy="230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6AA5950-5E75-7993-48E0-FD16472EFC5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62613" y="3280520"/>
                <a:ext cx="561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36092B7-937E-470E-3105-C130A54F53C2}"/>
                  </a:ext>
                </a:extLst>
              </p14:cNvPr>
              <p14:cNvContentPartPr/>
              <p14:nvPr/>
            </p14:nvContentPartPr>
            <p14:xfrm>
              <a:off x="3409333" y="3374120"/>
              <a:ext cx="52200" cy="46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36092B7-937E-470E-3105-C130A54F53C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400333" y="3365480"/>
                <a:ext cx="698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8A023BE-468E-4C06-CD7C-049C7BB6A733}"/>
                  </a:ext>
                </a:extLst>
              </p14:cNvPr>
              <p14:cNvContentPartPr/>
              <p14:nvPr/>
            </p14:nvContentPartPr>
            <p14:xfrm>
              <a:off x="3541813" y="3366920"/>
              <a:ext cx="65520" cy="77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8A023BE-468E-4C06-CD7C-049C7BB6A73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32813" y="3358280"/>
                <a:ext cx="831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45133F6-ED60-EBB2-CD7F-EEAFF0FDDE10}"/>
                  </a:ext>
                </a:extLst>
              </p14:cNvPr>
              <p14:cNvContentPartPr/>
              <p14:nvPr/>
            </p14:nvContentPartPr>
            <p14:xfrm>
              <a:off x="3022333" y="3205640"/>
              <a:ext cx="259200" cy="407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45133F6-ED60-EBB2-CD7F-EEAFF0FDDE1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013333" y="3196640"/>
                <a:ext cx="27684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D04AB6D-AACB-8A10-3618-1A890A387D83}"/>
                  </a:ext>
                </a:extLst>
              </p14:cNvPr>
              <p14:cNvContentPartPr/>
              <p14:nvPr/>
            </p14:nvContentPartPr>
            <p14:xfrm>
              <a:off x="3608413" y="3229760"/>
              <a:ext cx="143640" cy="355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D04AB6D-AACB-8A10-3618-1A890A387D8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99413" y="3221120"/>
                <a:ext cx="16128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444BBBB-A532-F0D7-6762-79BFBDE39A77}"/>
                  </a:ext>
                </a:extLst>
              </p14:cNvPr>
              <p14:cNvContentPartPr/>
              <p14:nvPr/>
            </p14:nvContentPartPr>
            <p14:xfrm>
              <a:off x="590893" y="3283040"/>
              <a:ext cx="55440" cy="236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444BBBB-A532-F0D7-6762-79BFBDE39A7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1893" y="3274040"/>
                <a:ext cx="730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077E12D-0D76-7C2E-9CFA-775BF29DADED}"/>
                  </a:ext>
                </a:extLst>
              </p14:cNvPr>
              <p14:cNvContentPartPr/>
              <p14:nvPr/>
            </p14:nvContentPartPr>
            <p14:xfrm>
              <a:off x="441133" y="3270080"/>
              <a:ext cx="325440" cy="27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077E12D-0D76-7C2E-9CFA-775BF29DADE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2133" y="3261440"/>
                <a:ext cx="3430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5F9049F-019E-2F44-13C7-8714FB756718}"/>
                  </a:ext>
                </a:extLst>
              </p14:cNvPr>
              <p14:cNvContentPartPr/>
              <p14:nvPr/>
            </p14:nvContentPartPr>
            <p14:xfrm>
              <a:off x="697813" y="3394280"/>
              <a:ext cx="131040" cy="112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5F9049F-019E-2F44-13C7-8714FB75671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8813" y="3385280"/>
                <a:ext cx="1486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998EA7D-54F8-51F0-364A-CC86F9E068BC}"/>
                  </a:ext>
                </a:extLst>
              </p14:cNvPr>
              <p14:cNvContentPartPr/>
              <p14:nvPr/>
            </p14:nvContentPartPr>
            <p14:xfrm>
              <a:off x="829213" y="3394280"/>
              <a:ext cx="221400" cy="108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998EA7D-54F8-51F0-364A-CC86F9E068B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0573" y="3385280"/>
                <a:ext cx="23904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2D7E8A0-F8E7-F030-098F-B495A58E5011}"/>
                  </a:ext>
                </a:extLst>
              </p14:cNvPr>
              <p14:cNvContentPartPr/>
              <p14:nvPr/>
            </p14:nvContentPartPr>
            <p14:xfrm>
              <a:off x="952333" y="3352520"/>
              <a:ext cx="88560" cy="61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2D7E8A0-F8E7-F030-098F-B495A58E501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43693" y="3343520"/>
                <a:ext cx="1062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AE549F6-10A2-7308-E599-632257D1E64F}"/>
                  </a:ext>
                </a:extLst>
              </p14:cNvPr>
              <p14:cNvContentPartPr/>
              <p14:nvPr/>
            </p14:nvContentPartPr>
            <p14:xfrm>
              <a:off x="1066813" y="3414080"/>
              <a:ext cx="129240" cy="162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AE549F6-10A2-7308-E599-632257D1E64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8173" y="3405440"/>
                <a:ext cx="1468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4606634-340A-6303-3F97-23FEABE817D6}"/>
                  </a:ext>
                </a:extLst>
              </p14:cNvPr>
              <p14:cNvContentPartPr/>
              <p14:nvPr/>
            </p14:nvContentPartPr>
            <p14:xfrm>
              <a:off x="1336813" y="3374480"/>
              <a:ext cx="112320" cy="179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4606634-340A-6303-3F97-23FEABE817D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328173" y="3365840"/>
                <a:ext cx="12996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4AA421E-BD2F-7B88-0AD1-C756C20EF33C}"/>
                  </a:ext>
                </a:extLst>
              </p14:cNvPr>
              <p14:cNvContentPartPr/>
              <p14:nvPr/>
            </p14:nvContentPartPr>
            <p14:xfrm>
              <a:off x="1509253" y="3382760"/>
              <a:ext cx="119880" cy="1198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4AA421E-BD2F-7B88-0AD1-C756C20EF33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00253" y="3373760"/>
                <a:ext cx="1375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EA1B597-1666-EF2A-EA07-0108298D7855}"/>
                  </a:ext>
                </a:extLst>
              </p14:cNvPr>
              <p14:cNvContentPartPr/>
              <p14:nvPr/>
            </p14:nvContentPartPr>
            <p14:xfrm>
              <a:off x="1718413" y="3370520"/>
              <a:ext cx="52200" cy="181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EA1B597-1666-EF2A-EA07-0108298D785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09413" y="3361880"/>
                <a:ext cx="6984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27000A4-F575-1ADB-7BA9-1CD72772A189}"/>
                  </a:ext>
                </a:extLst>
              </p14:cNvPr>
              <p14:cNvContentPartPr/>
              <p14:nvPr/>
            </p14:nvContentPartPr>
            <p14:xfrm>
              <a:off x="1689613" y="3433160"/>
              <a:ext cx="33840" cy="36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27000A4-F575-1ADB-7BA9-1CD72772A18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680613" y="3424520"/>
                <a:ext cx="514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067F2FE-02E2-16C8-BEEF-F5FCC881ED97}"/>
                  </a:ext>
                </a:extLst>
              </p14:cNvPr>
              <p14:cNvContentPartPr/>
              <p14:nvPr/>
            </p14:nvContentPartPr>
            <p14:xfrm>
              <a:off x="1781773" y="3454400"/>
              <a:ext cx="39960" cy="38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067F2FE-02E2-16C8-BEEF-F5FCC881ED9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772773" y="3445760"/>
                <a:ext cx="576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056C2FA-A052-9800-1BAB-0244E4CE67D5}"/>
                  </a:ext>
                </a:extLst>
              </p14:cNvPr>
              <p14:cNvContentPartPr/>
              <p14:nvPr/>
            </p14:nvContentPartPr>
            <p14:xfrm>
              <a:off x="1654333" y="3323720"/>
              <a:ext cx="295560" cy="3330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056C2FA-A052-9800-1BAB-0244E4CE67D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645693" y="3314720"/>
                <a:ext cx="31320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1BC156E-85D1-A71B-A52C-2AD46D5C4F3B}"/>
                  </a:ext>
                </a:extLst>
              </p14:cNvPr>
              <p14:cNvContentPartPr/>
              <p14:nvPr/>
            </p14:nvContentPartPr>
            <p14:xfrm>
              <a:off x="1272373" y="3284840"/>
              <a:ext cx="183240" cy="387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1BC156E-85D1-A71B-A52C-2AD46D5C4F3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63373" y="3276200"/>
                <a:ext cx="20088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0B4D216-75CB-F981-A2F5-7CA250EEB087}"/>
                  </a:ext>
                </a:extLst>
              </p14:cNvPr>
              <p14:cNvContentPartPr/>
              <p14:nvPr/>
            </p14:nvContentPartPr>
            <p14:xfrm>
              <a:off x="435733" y="3763640"/>
              <a:ext cx="61920" cy="833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0B4D216-75CB-F981-A2F5-7CA250EEB08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27093" y="3754640"/>
                <a:ext cx="79560" cy="85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3015A36-E57F-B314-6D0F-610D74EB48C5}"/>
                  </a:ext>
                </a:extLst>
              </p14:cNvPr>
              <p14:cNvContentPartPr/>
              <p14:nvPr/>
            </p14:nvContentPartPr>
            <p14:xfrm>
              <a:off x="519613" y="3738440"/>
              <a:ext cx="858960" cy="831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3015A36-E57F-B314-6D0F-610D74EB48C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0973" y="3729440"/>
                <a:ext cx="87660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D3C0A76-CA58-93D5-3967-CBAA294D20E5}"/>
                  </a:ext>
                </a:extLst>
              </p14:cNvPr>
              <p14:cNvContentPartPr/>
              <p14:nvPr/>
            </p14:nvContentPartPr>
            <p14:xfrm>
              <a:off x="389293" y="4589840"/>
              <a:ext cx="1149120" cy="540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D3C0A76-CA58-93D5-3967-CBAA294D20E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0293" y="4581200"/>
                <a:ext cx="11667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5307539-ED20-1E99-2111-933411BFAEFB}"/>
                  </a:ext>
                </a:extLst>
              </p14:cNvPr>
              <p14:cNvContentPartPr/>
              <p14:nvPr/>
            </p14:nvContentPartPr>
            <p14:xfrm>
              <a:off x="1103893" y="3832040"/>
              <a:ext cx="15480" cy="681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5307539-ED20-1E99-2111-933411BFAEF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95253" y="3823040"/>
                <a:ext cx="33120" cy="6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3EA65A4-4C88-4713-9406-2396E62B257D}"/>
                  </a:ext>
                </a:extLst>
              </p14:cNvPr>
              <p14:cNvContentPartPr/>
              <p14:nvPr/>
            </p14:nvContentPartPr>
            <p14:xfrm>
              <a:off x="449413" y="3899000"/>
              <a:ext cx="1277640" cy="52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3EA65A4-4C88-4713-9406-2396E62B257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40413" y="3890360"/>
                <a:ext cx="12952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35CEA0F-57C3-2C5D-72B0-2E1BE84DF068}"/>
                  </a:ext>
                </a:extLst>
              </p14:cNvPr>
              <p14:cNvContentPartPr/>
              <p14:nvPr/>
            </p14:nvContentPartPr>
            <p14:xfrm>
              <a:off x="1125853" y="4754000"/>
              <a:ext cx="36720" cy="174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35CEA0F-57C3-2C5D-72B0-2E1BE84DF06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16853" y="4745360"/>
                <a:ext cx="5436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7152CB3-2B19-DBD7-5EDA-96F02843CE86}"/>
                  </a:ext>
                </a:extLst>
              </p14:cNvPr>
              <p14:cNvContentPartPr/>
              <p14:nvPr/>
            </p14:nvContentPartPr>
            <p14:xfrm>
              <a:off x="1238533" y="4790720"/>
              <a:ext cx="227520" cy="133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7152CB3-2B19-DBD7-5EDA-96F02843CE8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29533" y="4781720"/>
                <a:ext cx="2451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15E7544-6203-EF94-DD62-D2DCB48B2BA5}"/>
                  </a:ext>
                </a:extLst>
              </p14:cNvPr>
              <p14:cNvContentPartPr/>
              <p14:nvPr/>
            </p14:nvContentPartPr>
            <p14:xfrm>
              <a:off x="1546333" y="4795400"/>
              <a:ext cx="88200" cy="128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15E7544-6203-EF94-DD62-D2DCB48B2BA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537333" y="4786760"/>
                <a:ext cx="1058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20DE313-F4B3-3409-89EC-EAA2682B378E}"/>
                  </a:ext>
                </a:extLst>
              </p14:cNvPr>
              <p14:cNvContentPartPr/>
              <p14:nvPr/>
            </p14:nvContentPartPr>
            <p14:xfrm>
              <a:off x="1559653" y="4804400"/>
              <a:ext cx="103320" cy="1396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20DE313-F4B3-3409-89EC-EAA2682B378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551013" y="4795760"/>
                <a:ext cx="1209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4C64591-007B-4B1D-9713-F81E49E28D02}"/>
                  </a:ext>
                </a:extLst>
              </p14:cNvPr>
              <p14:cNvContentPartPr/>
              <p14:nvPr/>
            </p14:nvContentPartPr>
            <p14:xfrm>
              <a:off x="1688893" y="4817720"/>
              <a:ext cx="189720" cy="90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4C64591-007B-4B1D-9713-F81E49E28D0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680253" y="4808720"/>
                <a:ext cx="20736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317364B-9BBE-CA1D-068F-5E0DFD72500A}"/>
                  </a:ext>
                </a:extLst>
              </p14:cNvPr>
              <p14:cNvContentPartPr/>
              <p14:nvPr/>
            </p14:nvContentPartPr>
            <p14:xfrm>
              <a:off x="1763053" y="4815200"/>
              <a:ext cx="22680" cy="242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317364B-9BBE-CA1D-068F-5E0DFD72500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754413" y="4806560"/>
                <a:ext cx="403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4F926D6-1BBB-6A55-D8BA-AD44A48E3553}"/>
                  </a:ext>
                </a:extLst>
              </p14:cNvPr>
              <p14:cNvContentPartPr/>
              <p14:nvPr/>
            </p14:nvContentPartPr>
            <p14:xfrm>
              <a:off x="990853" y="1040960"/>
              <a:ext cx="768240" cy="31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4F926D6-1BBB-6A55-D8BA-AD44A48E355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81853" y="1031960"/>
                <a:ext cx="7858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A96DD37-A500-E66D-4E63-5926369A53AC}"/>
                  </a:ext>
                </a:extLst>
              </p14:cNvPr>
              <p14:cNvContentPartPr/>
              <p14:nvPr/>
            </p14:nvContentPartPr>
            <p14:xfrm>
              <a:off x="970333" y="2012960"/>
              <a:ext cx="868320" cy="27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A96DD37-A500-E66D-4E63-5926369A53A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61333" y="2003960"/>
                <a:ext cx="8859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ADF7687-28AB-E780-4264-B92303AB8203}"/>
                  </a:ext>
                </a:extLst>
              </p14:cNvPr>
              <p14:cNvContentPartPr/>
              <p14:nvPr/>
            </p14:nvContentPartPr>
            <p14:xfrm>
              <a:off x="1785733" y="1100720"/>
              <a:ext cx="30600" cy="942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ADF7687-28AB-E780-4264-B92303AB820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776733" y="1092080"/>
                <a:ext cx="48240" cy="9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1C1AD05-8221-BF1C-808B-15029D8C5889}"/>
                  </a:ext>
                </a:extLst>
              </p14:cNvPr>
              <p14:cNvContentPartPr/>
              <p14:nvPr/>
            </p14:nvContentPartPr>
            <p14:xfrm>
              <a:off x="1592773" y="1076240"/>
              <a:ext cx="24840" cy="936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1C1AD05-8221-BF1C-808B-15029D8C588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584133" y="1067600"/>
                <a:ext cx="42480" cy="9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1CF9FA6-FCEF-F702-EC66-19AFF1462FD9}"/>
                  </a:ext>
                </a:extLst>
              </p14:cNvPr>
              <p14:cNvContentPartPr/>
              <p14:nvPr/>
            </p14:nvContentPartPr>
            <p14:xfrm>
              <a:off x="994093" y="1273520"/>
              <a:ext cx="873360" cy="24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1CF9FA6-FCEF-F702-EC66-19AFF1462FD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85093" y="1264880"/>
                <a:ext cx="8910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B1F8D4A-83BD-FB44-094E-E6618E36521B}"/>
                  </a:ext>
                </a:extLst>
              </p14:cNvPr>
              <p14:cNvContentPartPr/>
              <p14:nvPr/>
            </p14:nvContentPartPr>
            <p14:xfrm>
              <a:off x="1574413" y="2214920"/>
              <a:ext cx="28440" cy="136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B1F8D4A-83BD-FB44-094E-E6618E36521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565413" y="2206280"/>
                <a:ext cx="460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EFF29F3-5332-AE7B-6C4C-C680C933E523}"/>
                  </a:ext>
                </a:extLst>
              </p14:cNvPr>
              <p14:cNvContentPartPr/>
              <p14:nvPr/>
            </p14:nvContentPartPr>
            <p14:xfrm>
              <a:off x="1615453" y="2185760"/>
              <a:ext cx="19440" cy="1191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EFF29F3-5332-AE7B-6C4C-C680C933E52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606453" y="2176760"/>
                <a:ext cx="370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13D84F8-95E8-AF8F-7DE0-41788332D226}"/>
                  </a:ext>
                </a:extLst>
              </p14:cNvPr>
              <p14:cNvContentPartPr/>
              <p14:nvPr/>
            </p14:nvContentPartPr>
            <p14:xfrm>
              <a:off x="1740013" y="2171360"/>
              <a:ext cx="214920" cy="1486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13D84F8-95E8-AF8F-7DE0-41788332D22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731373" y="2162360"/>
                <a:ext cx="23256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E93A361-26E8-6886-1734-6B7315216305}"/>
                  </a:ext>
                </a:extLst>
              </p14:cNvPr>
              <p14:cNvContentPartPr/>
              <p14:nvPr/>
            </p14:nvContentPartPr>
            <p14:xfrm>
              <a:off x="2003893" y="2209520"/>
              <a:ext cx="154080" cy="1324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E93A361-26E8-6886-1734-6B731521630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994893" y="2200880"/>
                <a:ext cx="17172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68485D1-FFE9-A31B-0192-DEF90A36E0C4}"/>
                  </a:ext>
                </a:extLst>
              </p14:cNvPr>
              <p14:cNvContentPartPr/>
              <p14:nvPr/>
            </p14:nvContentPartPr>
            <p14:xfrm>
              <a:off x="1999213" y="2210240"/>
              <a:ext cx="144360" cy="185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68485D1-FFE9-A31B-0192-DEF90A36E0C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990573" y="2201240"/>
                <a:ext cx="1620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DB2F714-A395-39C3-D922-BA352FA5CE86}"/>
                  </a:ext>
                </a:extLst>
              </p14:cNvPr>
              <p14:cNvContentPartPr/>
              <p14:nvPr/>
            </p14:nvContentPartPr>
            <p14:xfrm>
              <a:off x="2191453" y="2222120"/>
              <a:ext cx="177120" cy="117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DB2F714-A395-39C3-D922-BA352FA5CE8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182453" y="2213120"/>
                <a:ext cx="1947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FB7D439-4956-7E98-F195-7B2C841AA770}"/>
                  </a:ext>
                </a:extLst>
              </p14:cNvPr>
              <p14:cNvContentPartPr/>
              <p14:nvPr/>
            </p14:nvContentPartPr>
            <p14:xfrm>
              <a:off x="2283973" y="2245160"/>
              <a:ext cx="15840" cy="2138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FB7D439-4956-7E98-F195-7B2C841AA77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275333" y="2236520"/>
                <a:ext cx="334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7C6C9EC-A206-F020-598A-11D08040192F}"/>
                  </a:ext>
                </a:extLst>
              </p14:cNvPr>
              <p14:cNvContentPartPr/>
              <p14:nvPr/>
            </p14:nvContentPartPr>
            <p14:xfrm>
              <a:off x="2605453" y="3730880"/>
              <a:ext cx="51480" cy="990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7C6C9EC-A206-F020-598A-11D08040192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596813" y="3722240"/>
                <a:ext cx="69120" cy="10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1C67C31-C18E-FED7-98F2-194A2C2FCAFE}"/>
                  </a:ext>
                </a:extLst>
              </p14:cNvPr>
              <p14:cNvContentPartPr/>
              <p14:nvPr/>
            </p14:nvContentPartPr>
            <p14:xfrm>
              <a:off x="2664133" y="3719000"/>
              <a:ext cx="971640" cy="9651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1C67C31-C18E-FED7-98F2-194A2C2FCAF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655493" y="3710360"/>
                <a:ext cx="989280" cy="9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9D12F79-0AB9-77EF-7725-7EE0DCD3E522}"/>
                  </a:ext>
                </a:extLst>
              </p14:cNvPr>
              <p14:cNvContentPartPr/>
              <p14:nvPr/>
            </p14:nvContentPartPr>
            <p14:xfrm>
              <a:off x="2574133" y="4737080"/>
              <a:ext cx="1213200" cy="20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9D12F79-0AB9-77EF-7725-7EE0DCD3E52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565133" y="4728440"/>
                <a:ext cx="12308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1F0FCF9-FDEB-C772-70AB-701F6D8382C0}"/>
                  </a:ext>
                </a:extLst>
              </p14:cNvPr>
              <p14:cNvContentPartPr/>
              <p14:nvPr/>
            </p14:nvContentPartPr>
            <p14:xfrm>
              <a:off x="3352813" y="3824840"/>
              <a:ext cx="64800" cy="1062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1F0FCF9-FDEB-C772-70AB-701F6D8382C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344173" y="3815840"/>
                <a:ext cx="82440" cy="10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376253E-751C-9B58-9471-A900DEF768B9}"/>
                  </a:ext>
                </a:extLst>
              </p14:cNvPr>
              <p14:cNvContentPartPr/>
              <p14:nvPr/>
            </p14:nvContentPartPr>
            <p14:xfrm>
              <a:off x="2675293" y="3917000"/>
              <a:ext cx="1112040" cy="615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376253E-751C-9B58-9471-A900DEF768B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666293" y="3908360"/>
                <a:ext cx="11296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D4D1FC1-41C3-C9C2-03D9-D607467AC745}"/>
                  </a:ext>
                </a:extLst>
              </p14:cNvPr>
              <p14:cNvContentPartPr/>
              <p14:nvPr/>
            </p14:nvContentPartPr>
            <p14:xfrm>
              <a:off x="3483493" y="4912400"/>
              <a:ext cx="292680" cy="1512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D4D1FC1-41C3-C9C2-03D9-D607467AC74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474853" y="4903760"/>
                <a:ext cx="3103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85B0775-AB58-C65E-57D1-EF048D31432D}"/>
                  </a:ext>
                </a:extLst>
              </p14:cNvPr>
              <p14:cNvContentPartPr/>
              <p14:nvPr/>
            </p14:nvContentPartPr>
            <p14:xfrm>
              <a:off x="3831613" y="4946600"/>
              <a:ext cx="119880" cy="1342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85B0775-AB58-C65E-57D1-EF048D31432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822613" y="4937960"/>
                <a:ext cx="1375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B4233E8-C2E8-E378-0119-3F7D7F3075A8}"/>
                  </a:ext>
                </a:extLst>
              </p14:cNvPr>
              <p14:cNvContentPartPr/>
              <p14:nvPr/>
            </p14:nvContentPartPr>
            <p14:xfrm>
              <a:off x="3843853" y="4943720"/>
              <a:ext cx="146880" cy="1666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B4233E8-C2E8-E378-0119-3F7D7F3075A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834853" y="4934720"/>
                <a:ext cx="1645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BF0EDAC-B4B9-A935-9B03-9C966813DADE}"/>
                  </a:ext>
                </a:extLst>
              </p14:cNvPr>
              <p14:cNvContentPartPr/>
              <p14:nvPr/>
            </p14:nvContentPartPr>
            <p14:xfrm>
              <a:off x="4011253" y="4960280"/>
              <a:ext cx="136800" cy="112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BF0EDAC-B4B9-A935-9B03-9C966813DAD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002613" y="4951640"/>
                <a:ext cx="1544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AA50376-BD9A-AB7B-47DF-EE6971029E49}"/>
                  </a:ext>
                </a:extLst>
              </p14:cNvPr>
              <p14:cNvContentPartPr/>
              <p14:nvPr/>
            </p14:nvContentPartPr>
            <p14:xfrm>
              <a:off x="4065973" y="4971080"/>
              <a:ext cx="38160" cy="2325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AA50376-BD9A-AB7B-47DF-EE6971029E4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056973" y="4962440"/>
                <a:ext cx="558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050EC23-81E4-B33E-1D87-EC5E0BE15F20}"/>
                  </a:ext>
                </a:extLst>
              </p14:cNvPr>
              <p14:cNvContentPartPr/>
              <p14:nvPr/>
            </p14:nvContentPartPr>
            <p14:xfrm>
              <a:off x="1137373" y="5627000"/>
              <a:ext cx="360" cy="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050EC23-81E4-B33E-1D87-EC5E0BE15F2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28373" y="56180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017A77C-DCC0-B54D-EA7B-066D00CF4938}"/>
                  </a:ext>
                </a:extLst>
              </p14:cNvPr>
              <p14:cNvContentPartPr/>
              <p14:nvPr/>
            </p14:nvContentPartPr>
            <p14:xfrm>
              <a:off x="911293" y="1559720"/>
              <a:ext cx="4863960" cy="47556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017A77C-DCC0-B54D-EA7B-066D00CF493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02293" y="1551080"/>
                <a:ext cx="4881600" cy="47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EFF9C76-2BF3-5436-4903-759FDE5F8E7A}"/>
                  </a:ext>
                </a:extLst>
              </p14:cNvPr>
              <p14:cNvContentPartPr/>
              <p14:nvPr/>
            </p14:nvContentPartPr>
            <p14:xfrm>
              <a:off x="2606533" y="2435960"/>
              <a:ext cx="360" cy="3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EFF9C76-2BF3-5436-4903-759FDE5F8E7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597893" y="24269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C22845D-1245-59C4-2D3E-3728112B4E8E}"/>
                  </a:ext>
                </a:extLst>
              </p14:cNvPr>
              <p14:cNvContentPartPr/>
              <p14:nvPr/>
            </p14:nvContentPartPr>
            <p14:xfrm>
              <a:off x="7209493" y="2799453"/>
              <a:ext cx="6840" cy="5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C22845D-1245-59C4-2D3E-3728112B4E8E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200853" y="2790453"/>
                <a:ext cx="2448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D960AB1-411E-FCF2-6E4A-3D1479E14397}"/>
                  </a:ext>
                </a:extLst>
              </p14:cNvPr>
              <p14:cNvContentPartPr/>
              <p14:nvPr/>
            </p14:nvContentPartPr>
            <p14:xfrm>
              <a:off x="3903253" y="1312760"/>
              <a:ext cx="8640" cy="32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D960AB1-411E-FCF2-6E4A-3D1479E14397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3894613" y="1303760"/>
                <a:ext cx="2628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E846732-BB63-C6DE-E1C9-42B7F41EDD9D}"/>
              </a:ext>
            </a:extLst>
          </p:cNvPr>
          <p:cNvGrpSpPr/>
          <p:nvPr/>
        </p:nvGrpSpPr>
        <p:grpSpPr>
          <a:xfrm>
            <a:off x="8796013" y="53840"/>
            <a:ext cx="681480" cy="506160"/>
            <a:chOff x="8796013" y="53840"/>
            <a:chExt cx="681480" cy="50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315D80E-93C4-E731-A9D7-D49CCA9B9951}"/>
                    </a:ext>
                  </a:extLst>
                </p14:cNvPr>
                <p14:cNvContentPartPr/>
                <p14:nvPr/>
              </p14:nvContentPartPr>
              <p14:xfrm>
                <a:off x="8896453" y="207920"/>
                <a:ext cx="158400" cy="220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315D80E-93C4-E731-A9D7-D49CCA9B995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887813" y="199280"/>
                  <a:ext cx="1760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9BA8C55-851A-451F-B69F-6376CC27F1A8}"/>
                    </a:ext>
                  </a:extLst>
                </p14:cNvPr>
                <p14:cNvContentPartPr/>
                <p14:nvPr/>
              </p14:nvContentPartPr>
              <p14:xfrm>
                <a:off x="9080053" y="265160"/>
                <a:ext cx="100080" cy="114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9BA8C55-851A-451F-B69F-6376CC27F1A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071053" y="256520"/>
                  <a:ext cx="117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476D9B6-07E3-1002-7F03-1EA668669E12}"/>
                    </a:ext>
                  </a:extLst>
                </p14:cNvPr>
                <p14:cNvContentPartPr/>
                <p14:nvPr/>
              </p14:nvContentPartPr>
              <p14:xfrm>
                <a:off x="9184453" y="223040"/>
                <a:ext cx="54720" cy="161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476D9B6-07E3-1002-7F03-1EA668669E1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175453" y="214400"/>
                  <a:ext cx="72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512A597-8877-0E11-CF13-15D0EDA63C5B}"/>
                    </a:ext>
                  </a:extLst>
                </p14:cNvPr>
                <p14:cNvContentPartPr/>
                <p14:nvPr/>
              </p14:nvContentPartPr>
              <p14:xfrm>
                <a:off x="9353293" y="128360"/>
                <a:ext cx="124200" cy="381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512A597-8877-0E11-CF13-15D0EDA63C5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344653" y="119360"/>
                  <a:ext cx="1418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3A6018D-1681-C787-803E-019365C6F06D}"/>
                    </a:ext>
                  </a:extLst>
                </p14:cNvPr>
                <p14:cNvContentPartPr/>
                <p14:nvPr/>
              </p14:nvContentPartPr>
              <p14:xfrm>
                <a:off x="8796013" y="53840"/>
                <a:ext cx="340200" cy="506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3A6018D-1681-C787-803E-019365C6F06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787373" y="45200"/>
                  <a:ext cx="357840" cy="52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DE834C0-ACCE-F63A-0254-333B5A583355}"/>
              </a:ext>
            </a:extLst>
          </p:cNvPr>
          <p:cNvGrpSpPr/>
          <p:nvPr/>
        </p:nvGrpSpPr>
        <p:grpSpPr>
          <a:xfrm>
            <a:off x="3000013" y="31880"/>
            <a:ext cx="5524560" cy="837720"/>
            <a:chOff x="3000013" y="31880"/>
            <a:chExt cx="5524560" cy="83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0916DAD-2BF4-9319-3854-920CC4D4CD41}"/>
                    </a:ext>
                  </a:extLst>
                </p14:cNvPr>
                <p14:cNvContentPartPr/>
                <p14:nvPr/>
              </p14:nvContentPartPr>
              <p14:xfrm>
                <a:off x="3000013" y="234560"/>
                <a:ext cx="156600" cy="293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0916DAD-2BF4-9319-3854-920CC4D4CD4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991373" y="225560"/>
                  <a:ext cx="1742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E545EBA-1393-DA3E-B01C-ECDA619FFA43}"/>
                    </a:ext>
                  </a:extLst>
                </p14:cNvPr>
                <p14:cNvContentPartPr/>
                <p14:nvPr/>
              </p14:nvContentPartPr>
              <p14:xfrm>
                <a:off x="3020173" y="292160"/>
                <a:ext cx="347400" cy="146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E545EBA-1393-DA3E-B01C-ECDA619FFA4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011173" y="283160"/>
                  <a:ext cx="365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BAE03F7-26D2-B522-D8D2-FDBAD235A7BE}"/>
                    </a:ext>
                  </a:extLst>
                </p14:cNvPr>
                <p14:cNvContentPartPr/>
                <p14:nvPr/>
              </p14:nvContentPartPr>
              <p14:xfrm>
                <a:off x="3308533" y="31880"/>
                <a:ext cx="115200" cy="486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BAE03F7-26D2-B522-D8D2-FDBAD235A7B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299533" y="22880"/>
                  <a:ext cx="13284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13CEF42-EEB6-34C5-373D-D98502F0823A}"/>
                    </a:ext>
                  </a:extLst>
                </p14:cNvPr>
                <p14:cNvContentPartPr/>
                <p14:nvPr/>
              </p14:nvContentPartPr>
              <p14:xfrm>
                <a:off x="3412933" y="333560"/>
                <a:ext cx="113760" cy="155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13CEF42-EEB6-34C5-373D-D98502F0823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403933" y="324560"/>
                  <a:ext cx="131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9700CE7-EF5E-362A-6EA2-53B31591E84A}"/>
                    </a:ext>
                  </a:extLst>
                </p14:cNvPr>
                <p14:cNvContentPartPr/>
                <p14:nvPr/>
              </p14:nvContentPartPr>
              <p14:xfrm>
                <a:off x="3565933" y="349040"/>
                <a:ext cx="199440" cy="146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9700CE7-EF5E-362A-6EA2-53B31591E84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557293" y="340400"/>
                  <a:ext cx="217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665C9BD-4C10-2587-8580-B2298A54AD90}"/>
                    </a:ext>
                  </a:extLst>
                </p14:cNvPr>
                <p14:cNvContentPartPr/>
                <p14:nvPr/>
              </p14:nvContentPartPr>
              <p14:xfrm>
                <a:off x="4015213" y="241040"/>
                <a:ext cx="49680" cy="281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665C9BD-4C10-2587-8580-B2298A54AD9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006573" y="232400"/>
                  <a:ext cx="673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883E1F1-3EEA-77F2-F6BE-1753C134781C}"/>
                    </a:ext>
                  </a:extLst>
                </p14:cNvPr>
                <p14:cNvContentPartPr/>
                <p14:nvPr/>
              </p14:nvContentPartPr>
              <p14:xfrm>
                <a:off x="4045453" y="300800"/>
                <a:ext cx="118800" cy="146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883E1F1-3EEA-77F2-F6BE-1753C134781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036453" y="292160"/>
                  <a:ext cx="136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81CD8E5-B60F-D01C-397C-9E1B6C334A02}"/>
                    </a:ext>
                  </a:extLst>
                </p14:cNvPr>
                <p14:cNvContentPartPr/>
                <p14:nvPr/>
              </p14:nvContentPartPr>
              <p14:xfrm>
                <a:off x="4138333" y="277760"/>
                <a:ext cx="141480" cy="173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81CD8E5-B60F-D01C-397C-9E1B6C334A0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129693" y="268760"/>
                  <a:ext cx="159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AC9A4BB-DCC7-859D-BB80-E01299BB8298}"/>
                    </a:ext>
                  </a:extLst>
                </p14:cNvPr>
                <p14:cNvContentPartPr/>
                <p14:nvPr/>
              </p14:nvContentPartPr>
              <p14:xfrm>
                <a:off x="4260373" y="226640"/>
                <a:ext cx="57240" cy="294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AC9A4BB-DCC7-859D-BB80-E01299BB829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251733" y="218000"/>
                  <a:ext cx="748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7F21DAD-DE05-F1D8-C773-EF5C9B9815EC}"/>
                    </a:ext>
                  </a:extLst>
                </p14:cNvPr>
                <p14:cNvContentPartPr/>
                <p14:nvPr/>
              </p14:nvContentPartPr>
              <p14:xfrm>
                <a:off x="4378813" y="247880"/>
                <a:ext cx="177120" cy="242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7F21DAD-DE05-F1D8-C773-EF5C9B9815E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369813" y="238880"/>
                  <a:ext cx="194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34BABA3-2ED9-D20F-0DEF-F3585B49EFA8}"/>
                    </a:ext>
                  </a:extLst>
                </p14:cNvPr>
                <p14:cNvContentPartPr/>
                <p14:nvPr/>
              </p14:nvContentPartPr>
              <p14:xfrm>
                <a:off x="4510573" y="203600"/>
                <a:ext cx="394200" cy="276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34BABA3-2ED9-D20F-0DEF-F3585B49EFA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501933" y="194600"/>
                  <a:ext cx="411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8C09240-889E-04F8-19D6-4CEBA8533B1B}"/>
                    </a:ext>
                  </a:extLst>
                </p14:cNvPr>
                <p14:cNvContentPartPr/>
                <p14:nvPr/>
              </p14:nvContentPartPr>
              <p14:xfrm>
                <a:off x="4981093" y="200360"/>
                <a:ext cx="128160" cy="669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8C09240-889E-04F8-19D6-4CEBA8533B1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972093" y="191720"/>
                  <a:ext cx="14580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A966F42-40F7-D485-3A53-698B8E6A2341}"/>
                    </a:ext>
                  </a:extLst>
                </p14:cNvPr>
                <p14:cNvContentPartPr/>
                <p14:nvPr/>
              </p14:nvContentPartPr>
              <p14:xfrm>
                <a:off x="5204653" y="403040"/>
                <a:ext cx="218880" cy="2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A966F42-40F7-D485-3A53-698B8E6A234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195653" y="394400"/>
                  <a:ext cx="236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E95AE7-817A-BA41-8673-68D00015D85C}"/>
                    </a:ext>
                  </a:extLst>
                </p14:cNvPr>
                <p14:cNvContentPartPr/>
                <p14:nvPr/>
              </p14:nvContentPartPr>
              <p14:xfrm>
                <a:off x="5427853" y="347240"/>
                <a:ext cx="83520" cy="159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E95AE7-817A-BA41-8673-68D00015D85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418853" y="338600"/>
                  <a:ext cx="101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D906B20-FD6B-9E16-6614-868393D3AA0E}"/>
                    </a:ext>
                  </a:extLst>
                </p14:cNvPr>
                <p14:cNvContentPartPr/>
                <p14:nvPr/>
              </p14:nvContentPartPr>
              <p14:xfrm>
                <a:off x="5647453" y="81920"/>
                <a:ext cx="367920" cy="430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D906B20-FD6B-9E16-6614-868393D3AA0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638813" y="72920"/>
                  <a:ext cx="3855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C08AF63-BFC6-D32E-148A-F1E5A740CE22}"/>
                    </a:ext>
                  </a:extLst>
                </p14:cNvPr>
                <p14:cNvContentPartPr/>
                <p14:nvPr/>
              </p14:nvContentPartPr>
              <p14:xfrm>
                <a:off x="5919613" y="328160"/>
                <a:ext cx="180000" cy="151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C08AF63-BFC6-D32E-148A-F1E5A740CE2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910973" y="319160"/>
                  <a:ext cx="197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789DEF9-7DAD-01E1-739F-A219700F3E8E}"/>
                    </a:ext>
                  </a:extLst>
                </p14:cNvPr>
                <p14:cNvContentPartPr/>
                <p14:nvPr/>
              </p14:nvContentPartPr>
              <p14:xfrm>
                <a:off x="6124813" y="342560"/>
                <a:ext cx="90720" cy="121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789DEF9-7DAD-01E1-739F-A219700F3E8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116173" y="333560"/>
                  <a:ext cx="108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D56A2DD-889E-85D6-0C20-D272AE2398F8}"/>
                    </a:ext>
                  </a:extLst>
                </p14:cNvPr>
                <p14:cNvContentPartPr/>
                <p14:nvPr/>
              </p14:nvContentPartPr>
              <p14:xfrm>
                <a:off x="6286453" y="307640"/>
                <a:ext cx="61560" cy="141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D56A2DD-889E-85D6-0C20-D272AE2398F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277453" y="299000"/>
                  <a:ext cx="792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E95FE3-75D1-E6AA-4147-172947100647}"/>
                    </a:ext>
                  </a:extLst>
                </p14:cNvPr>
                <p14:cNvContentPartPr/>
                <p14:nvPr/>
              </p14:nvContentPartPr>
              <p14:xfrm>
                <a:off x="6374293" y="326000"/>
                <a:ext cx="75240" cy="143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E95FE3-75D1-E6AA-4147-17294710064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365293" y="317000"/>
                  <a:ext cx="92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F1D3D64-0C19-70CD-04DE-AB0F460F0F54}"/>
                    </a:ext>
                  </a:extLst>
                </p14:cNvPr>
                <p14:cNvContentPartPr/>
                <p14:nvPr/>
              </p14:nvContentPartPr>
              <p14:xfrm>
                <a:off x="6785053" y="215120"/>
                <a:ext cx="66240" cy="261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F1D3D64-0C19-70CD-04DE-AB0F460F0F5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776053" y="206480"/>
                  <a:ext cx="838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1B76D3E-A350-324B-F591-C0322473F0A8}"/>
                    </a:ext>
                  </a:extLst>
                </p14:cNvPr>
                <p14:cNvContentPartPr/>
                <p14:nvPr/>
              </p14:nvContentPartPr>
              <p14:xfrm>
                <a:off x="6854893" y="118640"/>
                <a:ext cx="153360" cy="397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1B76D3E-A350-324B-F591-C0322473F0A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845893" y="110000"/>
                  <a:ext cx="1710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3F09196-806F-DB1E-36BD-66C7EAF9EE93}"/>
                    </a:ext>
                  </a:extLst>
                </p14:cNvPr>
                <p14:cNvContentPartPr/>
                <p14:nvPr/>
              </p14:nvContentPartPr>
              <p14:xfrm>
                <a:off x="6972613" y="205040"/>
                <a:ext cx="440640" cy="278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3F09196-806F-DB1E-36BD-66C7EAF9EE9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963613" y="196400"/>
                  <a:ext cx="458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F5A92FD-441E-A1ED-489B-F52A5AE7C674}"/>
                    </a:ext>
                  </a:extLst>
                </p14:cNvPr>
                <p14:cNvContentPartPr/>
                <p14:nvPr/>
              </p14:nvContentPartPr>
              <p14:xfrm>
                <a:off x="7338013" y="247160"/>
                <a:ext cx="70200" cy="42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F5A92FD-441E-A1ED-489B-F52A5AE7C67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329373" y="238520"/>
                  <a:ext cx="878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2F2C127-4784-AF3B-0BBA-3643AF8D7BA5}"/>
                    </a:ext>
                  </a:extLst>
                </p14:cNvPr>
                <p14:cNvContentPartPr/>
                <p14:nvPr/>
              </p14:nvContentPartPr>
              <p14:xfrm>
                <a:off x="7463293" y="150680"/>
                <a:ext cx="201960" cy="322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2F2C127-4784-AF3B-0BBA-3643AF8D7BA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454653" y="142040"/>
                  <a:ext cx="2196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6457324-D5C4-B1BD-4F69-759C896D2210}"/>
                    </a:ext>
                  </a:extLst>
                </p14:cNvPr>
                <p14:cNvContentPartPr/>
                <p14:nvPr/>
              </p14:nvContentPartPr>
              <p14:xfrm>
                <a:off x="7686133" y="264080"/>
                <a:ext cx="264240" cy="195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6457324-D5C4-B1BD-4F69-759C896D221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677133" y="255080"/>
                  <a:ext cx="2818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B3DB2E1-D7F8-0CA4-4EF8-41F77D7D8D2C}"/>
                    </a:ext>
                  </a:extLst>
                </p14:cNvPr>
                <p14:cNvContentPartPr/>
                <p14:nvPr/>
              </p14:nvContentPartPr>
              <p14:xfrm>
                <a:off x="7892413" y="344360"/>
                <a:ext cx="148320" cy="309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B3DB2E1-D7F8-0CA4-4EF8-41F77D7D8D2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883413" y="335360"/>
                  <a:ext cx="165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D371843-8399-CD3A-13B6-AE14D85E9939}"/>
                    </a:ext>
                  </a:extLst>
                </p14:cNvPr>
                <p14:cNvContentPartPr/>
                <p14:nvPr/>
              </p14:nvContentPartPr>
              <p14:xfrm>
                <a:off x="8075293" y="322040"/>
                <a:ext cx="18000" cy="118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D371843-8399-CD3A-13B6-AE14D85E993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066653" y="313400"/>
                  <a:ext cx="356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5563D1B-4D8C-24AD-4ABD-447AD4FE131C}"/>
                    </a:ext>
                  </a:extLst>
                </p14:cNvPr>
                <p14:cNvContentPartPr/>
                <p14:nvPr/>
              </p14:nvContentPartPr>
              <p14:xfrm>
                <a:off x="8051533" y="221960"/>
                <a:ext cx="112320" cy="70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5563D1B-4D8C-24AD-4ABD-447AD4FE131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042533" y="212960"/>
                  <a:ext cx="1299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FE12597-42F7-7BAC-707F-463C387DB40A}"/>
                    </a:ext>
                  </a:extLst>
                </p14:cNvPr>
                <p14:cNvContentPartPr/>
                <p14:nvPr/>
              </p14:nvContentPartPr>
              <p14:xfrm>
                <a:off x="8198773" y="277040"/>
                <a:ext cx="120600" cy="109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FE12597-42F7-7BAC-707F-463C387DB40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190133" y="268400"/>
                  <a:ext cx="138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5F10EB0-140F-BDFE-FFE1-4BE33DE01F0F}"/>
                    </a:ext>
                  </a:extLst>
                </p14:cNvPr>
                <p14:cNvContentPartPr/>
                <p14:nvPr/>
              </p14:nvContentPartPr>
              <p14:xfrm>
                <a:off x="8328013" y="277400"/>
                <a:ext cx="196560" cy="18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5F10EB0-140F-BDFE-FFE1-4BE33DE01F0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319373" y="268400"/>
                  <a:ext cx="214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DDC7D46-CCDC-0EBE-EF5F-EB63158F7C51}"/>
                    </a:ext>
                  </a:extLst>
                </p14:cNvPr>
                <p14:cNvContentPartPr/>
                <p14:nvPr/>
              </p14:nvContentPartPr>
              <p14:xfrm>
                <a:off x="3130693" y="653240"/>
                <a:ext cx="644760" cy="37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DDC7D46-CCDC-0EBE-EF5F-EB63158F7C5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122053" y="644600"/>
                  <a:ext cx="662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FC5E1A8-DFF3-8B34-7149-25524F3174ED}"/>
                    </a:ext>
                  </a:extLst>
                </p14:cNvPr>
                <p14:cNvContentPartPr/>
                <p14:nvPr/>
              </p14:nvContentPartPr>
              <p14:xfrm>
                <a:off x="3061573" y="674840"/>
                <a:ext cx="592920" cy="21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FC5E1A8-DFF3-8B34-7149-25524F3174E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052933" y="666200"/>
                  <a:ext cx="610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D04A0EE-E7BC-4ED3-9EDD-FCCE73BBA7E1}"/>
                    </a:ext>
                  </a:extLst>
                </p14:cNvPr>
                <p14:cNvContentPartPr/>
                <p14:nvPr/>
              </p14:nvContentPartPr>
              <p14:xfrm>
                <a:off x="4476013" y="677360"/>
                <a:ext cx="292680" cy="23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D04A0EE-E7BC-4ED3-9EDD-FCCE73BBA7E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467373" y="668360"/>
                  <a:ext cx="310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9D63CD1-3AD3-265B-585A-83E77C586047}"/>
                    </a:ext>
                  </a:extLst>
                </p14:cNvPr>
                <p14:cNvContentPartPr/>
                <p14:nvPr/>
              </p14:nvContentPartPr>
              <p14:xfrm>
                <a:off x="4323013" y="650360"/>
                <a:ext cx="693360" cy="536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9D63CD1-3AD3-265B-585A-83E77C58604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314373" y="641360"/>
                  <a:ext cx="711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B3B126B-B3AC-78B2-8DF9-C9AF84FD3520}"/>
                    </a:ext>
                  </a:extLst>
                </p14:cNvPr>
                <p14:cNvContentPartPr/>
                <p14:nvPr/>
              </p14:nvContentPartPr>
              <p14:xfrm>
                <a:off x="5813053" y="667640"/>
                <a:ext cx="601200" cy="23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B3B126B-B3AC-78B2-8DF9-C9AF84FD352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804053" y="659000"/>
                  <a:ext cx="618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8B50829-6EC5-3FD3-9703-CEF65DB0ABC6}"/>
                    </a:ext>
                  </a:extLst>
                </p14:cNvPr>
                <p14:cNvContentPartPr/>
                <p14:nvPr/>
              </p14:nvContentPartPr>
              <p14:xfrm>
                <a:off x="5773453" y="647840"/>
                <a:ext cx="770760" cy="42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8B50829-6EC5-3FD3-9703-CEF65DB0ABC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764453" y="639200"/>
                  <a:ext cx="788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978048-C2C0-2707-5E63-629AE4E7CA67}"/>
                    </a:ext>
                  </a:extLst>
                </p14:cNvPr>
                <p14:cNvContentPartPr/>
                <p14:nvPr/>
              </p14:nvContentPartPr>
              <p14:xfrm>
                <a:off x="7602253" y="696440"/>
                <a:ext cx="622440" cy="25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978048-C2C0-2707-5E63-629AE4E7CA6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593613" y="687800"/>
                  <a:ext cx="640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44529D5-5304-C67E-2C5F-A7D14F8BDD75}"/>
                    </a:ext>
                  </a:extLst>
                </p14:cNvPr>
                <p14:cNvContentPartPr/>
                <p14:nvPr/>
              </p14:nvContentPartPr>
              <p14:xfrm>
                <a:off x="7972693" y="679160"/>
                <a:ext cx="384840" cy="86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44529D5-5304-C67E-2C5F-A7D14F8BDD7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963693" y="670160"/>
                  <a:ext cx="40248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105586-C719-A6CE-D8D3-1896C1027BB0}"/>
              </a:ext>
            </a:extLst>
          </p:cNvPr>
          <p:cNvGrpSpPr/>
          <p:nvPr/>
        </p:nvGrpSpPr>
        <p:grpSpPr>
          <a:xfrm>
            <a:off x="8932813" y="687440"/>
            <a:ext cx="380160" cy="26280"/>
            <a:chOff x="8932813" y="687440"/>
            <a:chExt cx="380160" cy="2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E72C097-BBF9-8848-7E69-B317C4ABBCA5}"/>
                    </a:ext>
                  </a:extLst>
                </p14:cNvPr>
                <p14:cNvContentPartPr/>
                <p14:nvPr/>
              </p14:nvContentPartPr>
              <p14:xfrm>
                <a:off x="8932813" y="700040"/>
                <a:ext cx="301680" cy="13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E72C097-BBF9-8848-7E69-B317C4ABBCA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924173" y="691400"/>
                  <a:ext cx="319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616ECC8-AC9D-A399-2896-5F87F2B8AAAD}"/>
                    </a:ext>
                  </a:extLst>
                </p14:cNvPr>
                <p14:cNvContentPartPr/>
                <p14:nvPr/>
              </p14:nvContentPartPr>
              <p14:xfrm>
                <a:off x="8995093" y="687440"/>
                <a:ext cx="317880" cy="12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616ECC8-AC9D-A399-2896-5F87F2B8AAA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986093" y="678800"/>
                  <a:ext cx="3355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B7D16F6-1E56-6EAF-78FC-90225FA589E6}"/>
              </a:ext>
            </a:extLst>
          </p:cNvPr>
          <p:cNvGrpSpPr/>
          <p:nvPr/>
        </p:nvGrpSpPr>
        <p:grpSpPr>
          <a:xfrm>
            <a:off x="7916893" y="925760"/>
            <a:ext cx="982440" cy="214920"/>
            <a:chOff x="7916893" y="925760"/>
            <a:chExt cx="98244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6847EE-2DD5-AACF-49A8-B7D2CF8EDB66}"/>
                    </a:ext>
                  </a:extLst>
                </p14:cNvPr>
                <p14:cNvContentPartPr/>
                <p14:nvPr/>
              </p14:nvContentPartPr>
              <p14:xfrm>
                <a:off x="7916893" y="925760"/>
                <a:ext cx="280440" cy="187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6847EE-2DD5-AACF-49A8-B7D2CF8EDB6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907893" y="916760"/>
                  <a:ext cx="298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4EF99A9-7DFE-C925-6513-E0089F4D52EA}"/>
                    </a:ext>
                  </a:extLst>
                </p14:cNvPr>
                <p14:cNvContentPartPr/>
                <p14:nvPr/>
              </p14:nvContentPartPr>
              <p14:xfrm>
                <a:off x="8243053" y="938360"/>
                <a:ext cx="62280" cy="154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4EF99A9-7DFE-C925-6513-E0089F4D52E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234053" y="929360"/>
                  <a:ext cx="79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133AA33-8702-80DD-F427-75B8D9FCA86D}"/>
                    </a:ext>
                  </a:extLst>
                </p14:cNvPr>
                <p14:cNvContentPartPr/>
                <p14:nvPr/>
              </p14:nvContentPartPr>
              <p14:xfrm>
                <a:off x="8310733" y="939080"/>
                <a:ext cx="84960" cy="183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133AA33-8702-80DD-F427-75B8D9FCA86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302093" y="930080"/>
                  <a:ext cx="102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6F85978-212A-6E0A-F117-644D044C48D6}"/>
                    </a:ext>
                  </a:extLst>
                </p14:cNvPr>
                <p14:cNvContentPartPr/>
                <p14:nvPr/>
              </p14:nvContentPartPr>
              <p14:xfrm>
                <a:off x="8502253" y="986960"/>
                <a:ext cx="111600" cy="19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6F85978-212A-6E0A-F117-644D044C48D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493253" y="977960"/>
                  <a:ext cx="129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4D0EABC-8F8E-D530-6542-BD618F6D31CA}"/>
                    </a:ext>
                  </a:extLst>
                </p14:cNvPr>
                <p14:cNvContentPartPr/>
                <p14:nvPr/>
              </p14:nvContentPartPr>
              <p14:xfrm>
                <a:off x="8487493" y="1063640"/>
                <a:ext cx="165960" cy="12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4D0EABC-8F8E-D530-6542-BD618F6D31C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478493" y="1055000"/>
                  <a:ext cx="183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E4773BE-3143-A7D7-2E70-3996205CA825}"/>
                    </a:ext>
                  </a:extLst>
                </p14:cNvPr>
                <p14:cNvContentPartPr/>
                <p14:nvPr/>
              </p14:nvContentPartPr>
              <p14:xfrm>
                <a:off x="8784493" y="940520"/>
                <a:ext cx="96840" cy="21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E4773BE-3143-A7D7-2E70-3996205CA82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775493" y="931880"/>
                  <a:ext cx="114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A34B32D-D4C2-28E2-595E-868004719F5A}"/>
                    </a:ext>
                  </a:extLst>
                </p14:cNvPr>
                <p14:cNvContentPartPr/>
                <p14:nvPr/>
              </p14:nvContentPartPr>
              <p14:xfrm>
                <a:off x="8681893" y="953840"/>
                <a:ext cx="217440" cy="186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A34B32D-D4C2-28E2-595E-868004719F5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673253" y="945200"/>
                  <a:ext cx="23508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2E980A3-7432-1F29-77CA-3983255D9C77}"/>
              </a:ext>
            </a:extLst>
          </p:cNvPr>
          <p:cNvGrpSpPr/>
          <p:nvPr/>
        </p:nvGrpSpPr>
        <p:grpSpPr>
          <a:xfrm>
            <a:off x="1644613" y="5812040"/>
            <a:ext cx="1775160" cy="418320"/>
            <a:chOff x="1644613" y="5812040"/>
            <a:chExt cx="177516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42CA691-586F-6099-4FAD-18D802D110CB}"/>
                    </a:ext>
                  </a:extLst>
                </p14:cNvPr>
                <p14:cNvContentPartPr/>
                <p14:nvPr/>
              </p14:nvContentPartPr>
              <p14:xfrm>
                <a:off x="1644613" y="5812040"/>
                <a:ext cx="269280" cy="216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42CA691-586F-6099-4FAD-18D802D110C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635973" y="5803040"/>
                  <a:ext cx="286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1CE7B47-C7E8-784A-9CE3-97C54CA04F1F}"/>
                    </a:ext>
                  </a:extLst>
                </p14:cNvPr>
                <p14:cNvContentPartPr/>
                <p14:nvPr/>
              </p14:nvContentPartPr>
              <p14:xfrm>
                <a:off x="1978693" y="5944520"/>
                <a:ext cx="6120" cy="2858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1CE7B47-C7E8-784A-9CE3-97C54CA04F1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970053" y="5935520"/>
                  <a:ext cx="237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915B653-7A44-DB6A-0B05-D35ACD0933D1}"/>
                    </a:ext>
                  </a:extLst>
                </p14:cNvPr>
                <p14:cNvContentPartPr/>
                <p14:nvPr/>
              </p14:nvContentPartPr>
              <p14:xfrm>
                <a:off x="1965373" y="5980880"/>
                <a:ext cx="101160" cy="121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915B653-7A44-DB6A-0B05-D35ACD0933D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956733" y="5971880"/>
                  <a:ext cx="118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7498754-024C-86AF-E34D-1F264805BC37}"/>
                    </a:ext>
                  </a:extLst>
                </p14:cNvPr>
                <p14:cNvContentPartPr/>
                <p14:nvPr/>
              </p14:nvContentPartPr>
              <p14:xfrm>
                <a:off x="2145013" y="5904200"/>
                <a:ext cx="167040" cy="181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7498754-024C-86AF-E34D-1F264805BC3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136013" y="5895200"/>
                  <a:ext cx="1846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56E2921-0925-53E9-1FB8-A943CBB7CD19}"/>
                    </a:ext>
                  </a:extLst>
                </p14:cNvPr>
                <p14:cNvContentPartPr/>
                <p14:nvPr/>
              </p14:nvContentPartPr>
              <p14:xfrm>
                <a:off x="2258053" y="5947400"/>
                <a:ext cx="62280" cy="35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56E2921-0925-53E9-1FB8-A943CBB7CD1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249053" y="5938760"/>
                  <a:ext cx="79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758BB37-F44B-0335-2C4B-FDE97EE07EA3}"/>
                    </a:ext>
                  </a:extLst>
                </p14:cNvPr>
                <p14:cNvContentPartPr/>
                <p14:nvPr/>
              </p14:nvContentPartPr>
              <p14:xfrm>
                <a:off x="2380093" y="5910320"/>
                <a:ext cx="65880" cy="224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758BB37-F44B-0335-2C4B-FDE97EE07EA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371453" y="5901320"/>
                  <a:ext cx="83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F16C8B8-F086-5D9B-EF28-DABD436323DD}"/>
                    </a:ext>
                  </a:extLst>
                </p14:cNvPr>
                <p14:cNvContentPartPr/>
                <p14:nvPr/>
              </p14:nvContentPartPr>
              <p14:xfrm>
                <a:off x="2402053" y="5987720"/>
                <a:ext cx="145800" cy="6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F16C8B8-F086-5D9B-EF28-DABD436323D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393053" y="5978720"/>
                  <a:ext cx="1634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A91D0FE-F8C0-9A5E-8A3B-9B21A597536F}"/>
                    </a:ext>
                  </a:extLst>
                </p14:cNvPr>
                <p14:cNvContentPartPr/>
                <p14:nvPr/>
              </p14:nvContentPartPr>
              <p14:xfrm>
                <a:off x="2707333" y="5884400"/>
                <a:ext cx="99000" cy="265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A91D0FE-F8C0-9A5E-8A3B-9B21A597536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698693" y="5875400"/>
                  <a:ext cx="1166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CC13B4A-726B-7939-B329-85E719FA44A9}"/>
                    </a:ext>
                  </a:extLst>
                </p14:cNvPr>
                <p14:cNvContentPartPr/>
                <p14:nvPr/>
              </p14:nvContentPartPr>
              <p14:xfrm>
                <a:off x="2696173" y="6056480"/>
                <a:ext cx="66240" cy="212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CC13B4A-726B-7939-B329-85E719FA44A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687533" y="6047840"/>
                  <a:ext cx="83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90671F6-0464-751D-5609-A4B349B0C860}"/>
                    </a:ext>
                  </a:extLst>
                </p14:cNvPr>
                <p14:cNvContentPartPr/>
                <p14:nvPr/>
              </p14:nvContentPartPr>
              <p14:xfrm>
                <a:off x="2826133" y="6023720"/>
                <a:ext cx="155160" cy="1047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90671F6-0464-751D-5609-A4B349B0C86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817493" y="6014720"/>
                  <a:ext cx="172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31B57D6-3E05-165E-A86B-747C436F84AA}"/>
                    </a:ext>
                  </a:extLst>
                </p14:cNvPr>
                <p14:cNvContentPartPr/>
                <p14:nvPr/>
              </p14:nvContentPartPr>
              <p14:xfrm>
                <a:off x="3013693" y="6039920"/>
                <a:ext cx="223200" cy="92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31B57D6-3E05-165E-A86B-747C436F84A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04693" y="6030920"/>
                  <a:ext cx="240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114BAEA-13FD-1F37-D42E-41E2A8FDAB52}"/>
                    </a:ext>
                  </a:extLst>
                </p14:cNvPr>
                <p14:cNvContentPartPr/>
                <p14:nvPr/>
              </p14:nvContentPartPr>
              <p14:xfrm>
                <a:off x="3131413" y="5966120"/>
                <a:ext cx="72000" cy="53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114BAEA-13FD-1F37-D42E-41E2A8FDAB5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122773" y="5957120"/>
                  <a:ext cx="896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D80F435-9D12-D6E6-6FA4-8F7CD9475E86}"/>
                    </a:ext>
                  </a:extLst>
                </p14:cNvPr>
                <p14:cNvContentPartPr/>
                <p14:nvPr/>
              </p14:nvContentPartPr>
              <p14:xfrm>
                <a:off x="3280453" y="5997080"/>
                <a:ext cx="139320" cy="165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D80F435-9D12-D6E6-6FA4-8F7CD9475E8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271813" y="5988440"/>
                  <a:ext cx="15696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B1A3EA46-25FB-2563-55F4-8848B853374A}"/>
              </a:ext>
            </a:extLst>
          </p:cNvPr>
          <p:cNvGrpSpPr/>
          <p:nvPr/>
        </p:nvGrpSpPr>
        <p:grpSpPr>
          <a:xfrm>
            <a:off x="3648013" y="5790080"/>
            <a:ext cx="677880" cy="309960"/>
            <a:chOff x="3648013" y="5790080"/>
            <a:chExt cx="67788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6264C1D-98BC-3BA6-6C61-D4AC2B764A42}"/>
                    </a:ext>
                  </a:extLst>
                </p14:cNvPr>
                <p14:cNvContentPartPr/>
                <p14:nvPr/>
              </p14:nvContentPartPr>
              <p14:xfrm>
                <a:off x="3648013" y="5790080"/>
                <a:ext cx="447840" cy="309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6264C1D-98BC-3BA6-6C61-D4AC2B764A4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639013" y="5781440"/>
                  <a:ext cx="4654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7E6B4E9-6B41-127A-C3F5-D5878182BAB3}"/>
                    </a:ext>
                  </a:extLst>
                </p14:cNvPr>
                <p14:cNvContentPartPr/>
                <p14:nvPr/>
              </p14:nvContentPartPr>
              <p14:xfrm>
                <a:off x="4042933" y="5943800"/>
                <a:ext cx="119520" cy="41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7E6B4E9-6B41-127A-C3F5-D5878182BAB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033933" y="5934800"/>
                  <a:ext cx="137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DDBDE69-8956-707F-BE06-0F5418F14B77}"/>
                    </a:ext>
                  </a:extLst>
                </p14:cNvPr>
                <p14:cNvContentPartPr/>
                <p14:nvPr/>
              </p14:nvContentPartPr>
              <p14:xfrm>
                <a:off x="4147693" y="5948120"/>
                <a:ext cx="178200" cy="1018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DDBDE69-8956-707F-BE06-0F5418F14B7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139053" y="5939120"/>
                  <a:ext cx="1958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F9C097B-E90D-6807-F993-B25C2FC92AE2}"/>
              </a:ext>
            </a:extLst>
          </p:cNvPr>
          <p:cNvGrpSpPr/>
          <p:nvPr/>
        </p:nvGrpSpPr>
        <p:grpSpPr>
          <a:xfrm>
            <a:off x="4524613" y="5876120"/>
            <a:ext cx="467280" cy="197640"/>
            <a:chOff x="4524613" y="5876120"/>
            <a:chExt cx="46728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CEA4A78-8B0E-335F-8B9A-20CA4C5BE1B2}"/>
                    </a:ext>
                  </a:extLst>
                </p14:cNvPr>
                <p14:cNvContentPartPr/>
                <p14:nvPr/>
              </p14:nvContentPartPr>
              <p14:xfrm>
                <a:off x="4524613" y="5924000"/>
                <a:ext cx="45720" cy="129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CEA4A78-8B0E-335F-8B9A-20CA4C5BE1B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515973" y="5915000"/>
                  <a:ext cx="63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8F82784-6924-1FF7-E766-5A7DD5DB6629}"/>
                    </a:ext>
                  </a:extLst>
                </p14:cNvPr>
                <p14:cNvContentPartPr/>
                <p14:nvPr/>
              </p14:nvContentPartPr>
              <p14:xfrm>
                <a:off x="4527853" y="5876120"/>
                <a:ext cx="75240" cy="57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8F82784-6924-1FF7-E766-5A7DD5DB662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519213" y="5867120"/>
                  <a:ext cx="92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9216089-B70E-C41F-1A5E-E99295542D14}"/>
                    </a:ext>
                  </a:extLst>
                </p14:cNvPr>
                <p14:cNvContentPartPr/>
                <p14:nvPr/>
              </p14:nvContentPartPr>
              <p14:xfrm>
                <a:off x="4665373" y="5925080"/>
                <a:ext cx="111960" cy="1465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9216089-B70E-C41F-1A5E-E99295542D1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656373" y="5916440"/>
                  <a:ext cx="1296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06678EC-8C83-A77E-85FD-A508DE61DD75}"/>
                    </a:ext>
                  </a:extLst>
                </p14:cNvPr>
                <p14:cNvContentPartPr/>
                <p14:nvPr/>
              </p14:nvContentPartPr>
              <p14:xfrm>
                <a:off x="4831693" y="5891600"/>
                <a:ext cx="3960" cy="1821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06678EC-8C83-A77E-85FD-A508DE61DD7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822693" y="5882600"/>
                  <a:ext cx="216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8AE38E2-21A7-F67B-8484-3BF80258BF2D}"/>
                    </a:ext>
                  </a:extLst>
                </p14:cNvPr>
                <p14:cNvContentPartPr/>
                <p14:nvPr/>
              </p14:nvContentPartPr>
              <p14:xfrm>
                <a:off x="4823413" y="5931920"/>
                <a:ext cx="168480" cy="1170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8AE38E2-21A7-F67B-8484-3BF80258BF2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814773" y="5922920"/>
                  <a:ext cx="18612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376E06D2-1B86-5AD6-33A8-33FB6F7DEFA1}"/>
              </a:ext>
            </a:extLst>
          </p:cNvPr>
          <p:cNvGrpSpPr/>
          <p:nvPr/>
        </p:nvGrpSpPr>
        <p:grpSpPr>
          <a:xfrm>
            <a:off x="3956533" y="6321080"/>
            <a:ext cx="197280" cy="227880"/>
            <a:chOff x="3956533" y="6321080"/>
            <a:chExt cx="19728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148AC3B-FCBA-F57D-21AA-DE8F717F51F9}"/>
                    </a:ext>
                  </a:extLst>
                </p14:cNvPr>
                <p14:cNvContentPartPr/>
                <p14:nvPr/>
              </p14:nvContentPartPr>
              <p14:xfrm>
                <a:off x="3956533" y="6380120"/>
                <a:ext cx="99360" cy="168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148AC3B-FCBA-F57D-21AA-DE8F717F51F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947533" y="6371120"/>
                  <a:ext cx="117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B29E16D-B254-7C70-15DE-AA561FE35092}"/>
                    </a:ext>
                  </a:extLst>
                </p14:cNvPr>
                <p14:cNvContentPartPr/>
                <p14:nvPr/>
              </p14:nvContentPartPr>
              <p14:xfrm>
                <a:off x="4059493" y="6321080"/>
                <a:ext cx="94320" cy="352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B29E16D-B254-7C70-15DE-AA561FE3509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050493" y="6312440"/>
                  <a:ext cx="11196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6E5F12CC-D2FC-BCC9-ACAC-C0CF1BC6F6C0}"/>
              </a:ext>
            </a:extLst>
          </p:cNvPr>
          <p:cNvGrpSpPr/>
          <p:nvPr/>
        </p:nvGrpSpPr>
        <p:grpSpPr>
          <a:xfrm>
            <a:off x="4401493" y="6226400"/>
            <a:ext cx="788400" cy="416160"/>
            <a:chOff x="4401493" y="6226400"/>
            <a:chExt cx="78840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81A417C-986D-AECC-13FC-15237C91BCDE}"/>
                    </a:ext>
                  </a:extLst>
                </p14:cNvPr>
                <p14:cNvContentPartPr/>
                <p14:nvPr/>
              </p14:nvContentPartPr>
              <p14:xfrm>
                <a:off x="4401493" y="6226400"/>
                <a:ext cx="17280" cy="416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81A417C-986D-AECC-13FC-15237C91BCDE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392853" y="6217400"/>
                  <a:ext cx="349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EE17BB2-ED3A-8A5D-5D61-1788EC73DBD2}"/>
                    </a:ext>
                  </a:extLst>
                </p14:cNvPr>
                <p14:cNvContentPartPr/>
                <p14:nvPr/>
              </p14:nvContentPartPr>
              <p14:xfrm>
                <a:off x="4420213" y="6372920"/>
                <a:ext cx="166320" cy="1558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EE17BB2-ED3A-8A5D-5D61-1788EC73DBD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411573" y="6364280"/>
                  <a:ext cx="183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6E9C4B1-171C-BBB8-D712-B1D848801366}"/>
                    </a:ext>
                  </a:extLst>
                </p14:cNvPr>
                <p14:cNvContentPartPr/>
                <p14:nvPr/>
              </p14:nvContentPartPr>
              <p14:xfrm>
                <a:off x="4643773" y="6390560"/>
                <a:ext cx="104760" cy="122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6E9C4B1-171C-BBB8-D712-B1D84880136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634773" y="6381560"/>
                  <a:ext cx="122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6A65CD1-DF8A-CBFE-8433-27A257988055}"/>
                    </a:ext>
                  </a:extLst>
                </p14:cNvPr>
                <p14:cNvContentPartPr/>
                <p14:nvPr/>
              </p14:nvContentPartPr>
              <p14:xfrm>
                <a:off x="4805773" y="6330800"/>
                <a:ext cx="207720" cy="167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6A65CD1-DF8A-CBFE-8433-27A25798805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796773" y="6321800"/>
                  <a:ext cx="225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46D2D45-37A1-E692-C178-210C29AC07A3}"/>
                    </a:ext>
                  </a:extLst>
                </p14:cNvPr>
                <p14:cNvContentPartPr/>
                <p14:nvPr/>
              </p14:nvContentPartPr>
              <p14:xfrm>
                <a:off x="5002693" y="6368600"/>
                <a:ext cx="187200" cy="169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46D2D45-37A1-E692-C178-210C29AC07A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994053" y="6359600"/>
                  <a:ext cx="20484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2420A2D-491C-BB3F-45EB-5859DF28DC80}"/>
              </a:ext>
            </a:extLst>
          </p:cNvPr>
          <p:cNvGrpSpPr/>
          <p:nvPr/>
        </p:nvGrpSpPr>
        <p:grpSpPr>
          <a:xfrm>
            <a:off x="5420653" y="6198320"/>
            <a:ext cx="1171440" cy="270720"/>
            <a:chOff x="5420653" y="6198320"/>
            <a:chExt cx="117144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EA018F9-ECCD-54E5-14C4-8F6BE2AD572A}"/>
                    </a:ext>
                  </a:extLst>
                </p14:cNvPr>
                <p14:cNvContentPartPr/>
                <p14:nvPr/>
              </p14:nvContentPartPr>
              <p14:xfrm>
                <a:off x="5420653" y="6290120"/>
                <a:ext cx="70560" cy="44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EA018F9-ECCD-54E5-14C4-8F6BE2AD572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412013" y="6281120"/>
                  <a:ext cx="88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8A0906D-C2D1-7ACD-5B3C-E31B4178533C}"/>
                    </a:ext>
                  </a:extLst>
                </p14:cNvPr>
                <p14:cNvContentPartPr/>
                <p14:nvPr/>
              </p14:nvContentPartPr>
              <p14:xfrm>
                <a:off x="5595973" y="6285800"/>
                <a:ext cx="66960" cy="363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8A0906D-C2D1-7ACD-5B3C-E31B4178533C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587333" y="6277160"/>
                  <a:ext cx="84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D1CE6DD-0AE5-20DF-C36B-E0C0FD4FA603}"/>
                    </a:ext>
                  </a:extLst>
                </p14:cNvPr>
                <p14:cNvContentPartPr/>
                <p14:nvPr/>
              </p14:nvContentPartPr>
              <p14:xfrm>
                <a:off x="5577973" y="6426920"/>
                <a:ext cx="48960" cy="421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D1CE6DD-0AE5-20DF-C36B-E0C0FD4FA60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569333" y="6417920"/>
                  <a:ext cx="66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3B43CBB-EAFD-3275-8179-6DFDB5FAE6FA}"/>
                    </a:ext>
                  </a:extLst>
                </p14:cNvPr>
                <p14:cNvContentPartPr/>
                <p14:nvPr/>
              </p14:nvContentPartPr>
              <p14:xfrm>
                <a:off x="5746813" y="6283280"/>
                <a:ext cx="183600" cy="182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3B43CBB-EAFD-3275-8179-6DFDB5FAE6FA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738173" y="6274640"/>
                  <a:ext cx="2012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66717EF-D880-0FE3-8BE8-22EBF5708535}"/>
                    </a:ext>
                  </a:extLst>
                </p14:cNvPr>
                <p14:cNvContentPartPr/>
                <p14:nvPr/>
              </p14:nvContentPartPr>
              <p14:xfrm>
                <a:off x="5945533" y="6314600"/>
                <a:ext cx="106560" cy="105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66717EF-D880-0FE3-8BE8-22EBF570853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936533" y="6305600"/>
                  <a:ext cx="1242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69EA336-AE31-836C-86A8-170D97F04F38}"/>
                    </a:ext>
                  </a:extLst>
                </p14:cNvPr>
                <p14:cNvContentPartPr/>
                <p14:nvPr/>
              </p14:nvContentPartPr>
              <p14:xfrm>
                <a:off x="6164413" y="6281120"/>
                <a:ext cx="104040" cy="30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69EA336-AE31-836C-86A8-170D97F04F3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155413" y="6272120"/>
                  <a:ext cx="121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FCE4755-26DD-F2B1-7ABF-92F519C0B825}"/>
                    </a:ext>
                  </a:extLst>
                </p14:cNvPr>
                <p14:cNvContentPartPr/>
                <p14:nvPr/>
              </p14:nvContentPartPr>
              <p14:xfrm>
                <a:off x="6182053" y="6321800"/>
                <a:ext cx="148320" cy="58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FCE4755-26DD-F2B1-7ABF-92F519C0B82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173413" y="6312800"/>
                  <a:ext cx="165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6216CB0-35DC-EB08-8D49-ABE4246977A4}"/>
                    </a:ext>
                  </a:extLst>
                </p14:cNvPr>
                <p14:cNvContentPartPr/>
                <p14:nvPr/>
              </p14:nvContentPartPr>
              <p14:xfrm>
                <a:off x="6335773" y="6266000"/>
                <a:ext cx="108360" cy="172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6216CB0-35DC-EB08-8D49-ABE4246977A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327133" y="6257000"/>
                  <a:ext cx="1260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5526EDE-881A-A3CA-E1EA-C04DE868A0E3}"/>
                    </a:ext>
                  </a:extLst>
                </p14:cNvPr>
                <p14:cNvContentPartPr/>
                <p14:nvPr/>
              </p14:nvContentPartPr>
              <p14:xfrm>
                <a:off x="6417853" y="6198320"/>
                <a:ext cx="174240" cy="777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5526EDE-881A-A3CA-E1EA-C04DE868A0E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408853" y="6189320"/>
                  <a:ext cx="19188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9B0E4E27-AAE7-B1E4-E026-9CD5B6622FAF}"/>
                  </a:ext>
                </a:extLst>
              </p14:cNvPr>
              <p14:cNvContentPartPr/>
              <p14:nvPr/>
            </p14:nvContentPartPr>
            <p14:xfrm>
              <a:off x="2720653" y="2086040"/>
              <a:ext cx="29160" cy="154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9B0E4E27-AAE7-B1E4-E026-9CD5B6622FAF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2711653" y="2077040"/>
                <a:ext cx="46800" cy="3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C2C3CB9A-ABAD-62CE-E871-3ED9814DA039}"/>
              </a:ext>
            </a:extLst>
          </p:cNvPr>
          <p:cNvGrpSpPr/>
          <p:nvPr/>
        </p:nvGrpSpPr>
        <p:grpSpPr>
          <a:xfrm>
            <a:off x="6312733" y="1287560"/>
            <a:ext cx="778680" cy="675360"/>
            <a:chOff x="6312733" y="1287560"/>
            <a:chExt cx="778680" cy="67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59384A8-D9D5-92B7-C173-AB84A6044908}"/>
                    </a:ext>
                  </a:extLst>
                </p14:cNvPr>
                <p14:cNvContentPartPr/>
                <p14:nvPr/>
              </p14:nvContentPartPr>
              <p14:xfrm>
                <a:off x="6312733" y="1389080"/>
                <a:ext cx="51120" cy="4507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59384A8-D9D5-92B7-C173-AB84A604490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303733" y="1380440"/>
                  <a:ext cx="6876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ED2EC60-F18A-0E7A-0AAB-031063A53918}"/>
                    </a:ext>
                  </a:extLst>
                </p14:cNvPr>
                <p14:cNvContentPartPr/>
                <p14:nvPr/>
              </p14:nvContentPartPr>
              <p14:xfrm>
                <a:off x="6331453" y="1287560"/>
                <a:ext cx="683280" cy="675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ED2EC60-F18A-0E7A-0AAB-031063A5391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322453" y="1278560"/>
                  <a:ext cx="70092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8651F58-30D3-4960-8660-7AD2F8833781}"/>
                    </a:ext>
                  </a:extLst>
                </p14:cNvPr>
                <p14:cNvContentPartPr/>
                <p14:nvPr/>
              </p14:nvContentPartPr>
              <p14:xfrm>
                <a:off x="6373213" y="1834760"/>
                <a:ext cx="718200" cy="741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8651F58-30D3-4960-8660-7AD2F883378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364213" y="1825760"/>
                  <a:ext cx="735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14AFDC7-A264-2702-DC38-CD2BA2E05B35}"/>
                    </a:ext>
                  </a:extLst>
                </p14:cNvPr>
                <p14:cNvContentPartPr/>
                <p14:nvPr/>
              </p14:nvContentPartPr>
              <p14:xfrm>
                <a:off x="6601453" y="1568360"/>
                <a:ext cx="12960" cy="141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14AFDC7-A264-2702-DC38-CD2BA2E05B3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592813" y="1559360"/>
                  <a:ext cx="30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60BDD38-1DE6-9788-677B-DD7364D14748}"/>
                    </a:ext>
                  </a:extLst>
                </p14:cNvPr>
                <p14:cNvContentPartPr/>
                <p14:nvPr/>
              </p14:nvContentPartPr>
              <p14:xfrm>
                <a:off x="6491653" y="1550720"/>
                <a:ext cx="288720" cy="2476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60BDD38-1DE6-9788-677B-DD7364D1474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483013" y="1541720"/>
                  <a:ext cx="3063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6A24B13-5E7A-B8E4-E784-68B79E637322}"/>
                    </a:ext>
                  </a:extLst>
                </p14:cNvPr>
                <p14:cNvContentPartPr/>
                <p14:nvPr/>
              </p14:nvContentPartPr>
              <p14:xfrm>
                <a:off x="6843733" y="1562960"/>
                <a:ext cx="19800" cy="2390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6A24B13-5E7A-B8E4-E784-68B79E63732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835093" y="1553960"/>
                  <a:ext cx="3744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E0993E82-3ECB-8480-DEA3-058B77F25714}"/>
              </a:ext>
            </a:extLst>
          </p:cNvPr>
          <p:cNvGrpSpPr/>
          <p:nvPr/>
        </p:nvGrpSpPr>
        <p:grpSpPr>
          <a:xfrm>
            <a:off x="7652653" y="1296920"/>
            <a:ext cx="713520" cy="499320"/>
            <a:chOff x="7652653" y="1296920"/>
            <a:chExt cx="713520" cy="49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FDE2081-1A4D-505A-74E5-11DD93A23A5F}"/>
                    </a:ext>
                  </a:extLst>
                </p14:cNvPr>
                <p14:cNvContentPartPr/>
                <p14:nvPr/>
              </p14:nvContentPartPr>
              <p14:xfrm>
                <a:off x="7652653" y="1359920"/>
                <a:ext cx="82080" cy="4334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FDE2081-1A4D-505A-74E5-11DD93A23A5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643653" y="1351280"/>
                  <a:ext cx="997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D3695FA-EE06-601B-95B3-FF5033072D77}"/>
                    </a:ext>
                  </a:extLst>
                </p14:cNvPr>
                <p14:cNvContentPartPr/>
                <p14:nvPr/>
              </p14:nvContentPartPr>
              <p14:xfrm>
                <a:off x="7673893" y="1296920"/>
                <a:ext cx="659520" cy="471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D3695FA-EE06-601B-95B3-FF5033072D77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665253" y="1288280"/>
                  <a:ext cx="67716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F934B7E-E68D-3811-C2B0-B64AC71C7B2E}"/>
                    </a:ext>
                  </a:extLst>
                </p14:cNvPr>
                <p14:cNvContentPartPr/>
                <p14:nvPr/>
              </p14:nvContentPartPr>
              <p14:xfrm>
                <a:off x="7828333" y="1714160"/>
                <a:ext cx="537840" cy="82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F934B7E-E68D-3811-C2B0-B64AC71C7B2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819693" y="1705160"/>
                  <a:ext cx="555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BF79B6E-E79A-6AA5-46C5-14F137AFC1B1}"/>
                    </a:ext>
                  </a:extLst>
                </p14:cNvPr>
                <p14:cNvContentPartPr/>
                <p14:nvPr/>
              </p14:nvContentPartPr>
              <p14:xfrm>
                <a:off x="7920493" y="1502120"/>
                <a:ext cx="17640" cy="1515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BF79B6E-E79A-6AA5-46C5-14F137AFC1B1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911493" y="1493480"/>
                  <a:ext cx="35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2AF442F-772D-954A-823E-D5EF1402534F}"/>
                    </a:ext>
                  </a:extLst>
                </p14:cNvPr>
                <p14:cNvContentPartPr/>
                <p14:nvPr/>
              </p14:nvContentPartPr>
              <p14:xfrm>
                <a:off x="7844173" y="1480160"/>
                <a:ext cx="153720" cy="214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2AF442F-772D-954A-823E-D5EF1402534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835533" y="1471520"/>
                  <a:ext cx="1713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6668C02-1111-2636-4773-3BC9E8A38FAE}"/>
                    </a:ext>
                  </a:extLst>
                </p14:cNvPr>
                <p14:cNvContentPartPr/>
                <p14:nvPr/>
              </p14:nvContentPartPr>
              <p14:xfrm>
                <a:off x="8078533" y="1501040"/>
                <a:ext cx="268560" cy="1602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6668C02-1111-2636-4773-3BC9E8A38FA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069533" y="1492400"/>
                  <a:ext cx="28620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A9448E00-752B-309B-F555-791641D420AE}"/>
              </a:ext>
            </a:extLst>
          </p:cNvPr>
          <p:cNvGrpSpPr/>
          <p:nvPr/>
        </p:nvGrpSpPr>
        <p:grpSpPr>
          <a:xfrm>
            <a:off x="8946493" y="1235360"/>
            <a:ext cx="751680" cy="514440"/>
            <a:chOff x="8946493" y="1235360"/>
            <a:chExt cx="751680" cy="51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E576461-F1CE-6FF0-F123-C47E577D3AF5}"/>
                    </a:ext>
                  </a:extLst>
                </p14:cNvPr>
                <p14:cNvContentPartPr/>
                <p14:nvPr/>
              </p14:nvContentPartPr>
              <p14:xfrm>
                <a:off x="8946493" y="1276040"/>
                <a:ext cx="54720" cy="421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E576461-F1CE-6FF0-F123-C47E577D3AF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937493" y="1267400"/>
                  <a:ext cx="723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18EFAF3-0786-6041-1269-E522409B313F}"/>
                    </a:ext>
                  </a:extLst>
                </p14:cNvPr>
                <p14:cNvContentPartPr/>
                <p14:nvPr/>
              </p14:nvContentPartPr>
              <p14:xfrm>
                <a:off x="8963413" y="1235360"/>
                <a:ext cx="734760" cy="484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18EFAF3-0786-6041-1269-E522409B313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954773" y="1226360"/>
                  <a:ext cx="75240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C9D36FD-D900-70D0-ADB0-C10B04E203B9}"/>
                    </a:ext>
                  </a:extLst>
                </p14:cNvPr>
                <p14:cNvContentPartPr/>
                <p14:nvPr/>
              </p14:nvContentPartPr>
              <p14:xfrm>
                <a:off x="9074293" y="1624160"/>
                <a:ext cx="610920" cy="1256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C9D36FD-D900-70D0-ADB0-C10B04E203B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065293" y="1615160"/>
                  <a:ext cx="628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E1B63EB-4063-4D25-1A37-405B1202F9E3}"/>
                    </a:ext>
                  </a:extLst>
                </p14:cNvPr>
                <p14:cNvContentPartPr/>
                <p14:nvPr/>
              </p14:nvContentPartPr>
              <p14:xfrm>
                <a:off x="9150973" y="1444520"/>
                <a:ext cx="15840" cy="1522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E1B63EB-4063-4D25-1A37-405B1202F9E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142333" y="1435880"/>
                  <a:ext cx="33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2BAC9DB-ABE9-6985-EFB6-F6A0218183F8}"/>
                    </a:ext>
                  </a:extLst>
                </p14:cNvPr>
                <p14:cNvContentPartPr/>
                <p14:nvPr/>
              </p14:nvContentPartPr>
              <p14:xfrm>
                <a:off x="9078253" y="1422560"/>
                <a:ext cx="190080" cy="2397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2BAC9DB-ABE9-6985-EFB6-F6A0218183F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069253" y="1413920"/>
                  <a:ext cx="207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FF12675-1DC2-3A9B-E5BB-6051779B58E2}"/>
                    </a:ext>
                  </a:extLst>
                </p14:cNvPr>
                <p14:cNvContentPartPr/>
                <p14:nvPr/>
              </p14:nvContentPartPr>
              <p14:xfrm>
                <a:off x="9297493" y="1405280"/>
                <a:ext cx="215280" cy="1908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FF12675-1DC2-3A9B-E5BB-6051779B58E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288853" y="1396640"/>
                  <a:ext cx="23292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9419CCC6-BF2F-FEA0-A847-2E71DD455E74}"/>
              </a:ext>
            </a:extLst>
          </p:cNvPr>
          <p:cNvGrpSpPr/>
          <p:nvPr/>
        </p:nvGrpSpPr>
        <p:grpSpPr>
          <a:xfrm>
            <a:off x="10214773" y="1139240"/>
            <a:ext cx="550440" cy="512640"/>
            <a:chOff x="10214773" y="1139240"/>
            <a:chExt cx="550440" cy="51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B16ED63-3EE3-8C0C-B671-4C1E6735196B}"/>
                    </a:ext>
                  </a:extLst>
                </p14:cNvPr>
                <p14:cNvContentPartPr/>
                <p14:nvPr/>
              </p14:nvContentPartPr>
              <p14:xfrm>
                <a:off x="10215493" y="1242560"/>
                <a:ext cx="23760" cy="4039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B16ED63-3EE3-8C0C-B671-4C1E6735196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206493" y="1233920"/>
                  <a:ext cx="414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732444A-B73C-D347-AA16-B698CB2EFC12}"/>
                    </a:ext>
                  </a:extLst>
                </p14:cNvPr>
                <p14:cNvContentPartPr/>
                <p14:nvPr/>
              </p14:nvContentPartPr>
              <p14:xfrm>
                <a:off x="10237813" y="1139240"/>
                <a:ext cx="527400" cy="5126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732444A-B73C-D347-AA16-B698CB2EFC1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228813" y="1130600"/>
                  <a:ext cx="54504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A4D53FB-38F8-ED92-8525-AA8AA7F2FD0D}"/>
                    </a:ext>
                  </a:extLst>
                </p14:cNvPr>
                <p14:cNvContentPartPr/>
                <p14:nvPr/>
              </p14:nvContentPartPr>
              <p14:xfrm>
                <a:off x="10214773" y="1567640"/>
                <a:ext cx="436320" cy="640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A4D53FB-38F8-ED92-8525-AA8AA7F2FD0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205773" y="1559000"/>
                  <a:ext cx="453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121D4DD-41D4-EA09-05F3-424651598409}"/>
                    </a:ext>
                  </a:extLst>
                </p14:cNvPr>
                <p14:cNvContentPartPr/>
                <p14:nvPr/>
              </p14:nvContentPartPr>
              <p14:xfrm>
                <a:off x="10337893" y="1321760"/>
                <a:ext cx="21960" cy="1432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121D4DD-41D4-EA09-05F3-42465159840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28893" y="1312760"/>
                  <a:ext cx="396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A54EC73-A7C6-BB90-9BFA-17838D2AC40C}"/>
                    </a:ext>
                  </a:extLst>
                </p14:cNvPr>
                <p14:cNvContentPartPr/>
                <p14:nvPr/>
              </p14:nvContentPartPr>
              <p14:xfrm>
                <a:off x="10304773" y="1309160"/>
                <a:ext cx="173160" cy="2210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A54EC73-A7C6-BB90-9BFA-17838D2AC40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296133" y="1300520"/>
                  <a:ext cx="1908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F170684-B08A-72B4-73FC-1A8746F805F7}"/>
                    </a:ext>
                  </a:extLst>
                </p14:cNvPr>
                <p14:cNvContentPartPr/>
                <p14:nvPr/>
              </p14:nvContentPartPr>
              <p14:xfrm>
                <a:off x="10533373" y="1329320"/>
                <a:ext cx="145800" cy="1108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F170684-B08A-72B4-73FC-1A8746F805F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524733" y="1320680"/>
                  <a:ext cx="163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A9A3D61-4BB0-A377-925F-45C69DB0656A}"/>
                    </a:ext>
                  </a:extLst>
                </p14:cNvPr>
                <p14:cNvContentPartPr/>
                <p14:nvPr/>
              </p14:nvContentPartPr>
              <p14:xfrm>
                <a:off x="10580893" y="1354880"/>
                <a:ext cx="54720" cy="209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A9A3D61-4BB0-A377-925F-45C69DB0656A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571893" y="1345880"/>
                  <a:ext cx="7236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A11EE354-9F8A-4997-0F0C-28EF5625791D}"/>
              </a:ext>
            </a:extLst>
          </p:cNvPr>
          <p:cNvGrpSpPr/>
          <p:nvPr/>
        </p:nvGrpSpPr>
        <p:grpSpPr>
          <a:xfrm>
            <a:off x="11425093" y="1065800"/>
            <a:ext cx="642240" cy="550080"/>
            <a:chOff x="11425093" y="1065800"/>
            <a:chExt cx="642240" cy="55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1D1BA2E-5518-C492-8938-564355620067}"/>
                    </a:ext>
                  </a:extLst>
                </p14:cNvPr>
                <p14:cNvContentPartPr/>
                <p14:nvPr/>
              </p14:nvContentPartPr>
              <p14:xfrm>
                <a:off x="11425093" y="1118720"/>
                <a:ext cx="42120" cy="4737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1D1BA2E-5518-C492-8938-56435562006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416093" y="1110080"/>
                  <a:ext cx="5976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877F1D2-F61A-ECAB-00A9-21B87C745FB3}"/>
                    </a:ext>
                  </a:extLst>
                </p14:cNvPr>
                <p14:cNvContentPartPr/>
                <p14:nvPr/>
              </p14:nvContentPartPr>
              <p14:xfrm>
                <a:off x="11442733" y="1065800"/>
                <a:ext cx="605520" cy="550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877F1D2-F61A-ECAB-00A9-21B87C745FB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1434093" y="1057160"/>
                  <a:ext cx="62316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467FD6C-A729-76EB-442C-C1192DAA17DE}"/>
                    </a:ext>
                  </a:extLst>
                </p14:cNvPr>
                <p14:cNvContentPartPr/>
                <p14:nvPr/>
              </p14:nvContentPartPr>
              <p14:xfrm>
                <a:off x="11479453" y="1522640"/>
                <a:ext cx="541800" cy="507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467FD6C-A729-76EB-442C-C1192DAA17D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470453" y="1514000"/>
                  <a:ext cx="559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FC16880-6633-7894-A73D-50429A736C85}"/>
                    </a:ext>
                  </a:extLst>
                </p14:cNvPr>
                <p14:cNvContentPartPr/>
                <p14:nvPr/>
              </p14:nvContentPartPr>
              <p14:xfrm>
                <a:off x="11616973" y="1253360"/>
                <a:ext cx="29880" cy="156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FC16880-6633-7894-A73D-50429A736C8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607973" y="1244360"/>
                  <a:ext cx="475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CD1E837-8648-CECB-C42A-8A6CBD157B10}"/>
                    </a:ext>
                  </a:extLst>
                </p14:cNvPr>
                <p14:cNvContentPartPr/>
                <p14:nvPr/>
              </p14:nvContentPartPr>
              <p14:xfrm>
                <a:off x="11595013" y="1278560"/>
                <a:ext cx="153000" cy="1843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CD1E837-8648-CECB-C42A-8A6CBD157B1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586013" y="1269920"/>
                  <a:ext cx="1706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808CEF4-6B00-FB1D-C736-5AF13E9315D1}"/>
                    </a:ext>
                  </a:extLst>
                </p14:cNvPr>
                <p14:cNvContentPartPr/>
                <p14:nvPr/>
              </p14:nvContentPartPr>
              <p14:xfrm>
                <a:off x="11805613" y="1309520"/>
                <a:ext cx="91080" cy="1468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808CEF4-6B00-FB1D-C736-5AF13E9315D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796973" y="1300880"/>
                  <a:ext cx="108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B4EAD46-C173-BB26-374F-6979C9959A83}"/>
                    </a:ext>
                  </a:extLst>
                </p14:cNvPr>
                <p14:cNvContentPartPr/>
                <p14:nvPr/>
              </p14:nvContentPartPr>
              <p14:xfrm>
                <a:off x="11846653" y="1213040"/>
                <a:ext cx="220680" cy="842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B4EAD46-C173-BB26-374F-6979C9959A8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837653" y="1204400"/>
                  <a:ext cx="23832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F5495463-53CA-CAB4-FE48-FA352915CFA5}"/>
              </a:ext>
            </a:extLst>
          </p:cNvPr>
          <p:cNvGrpSpPr/>
          <p:nvPr/>
        </p:nvGrpSpPr>
        <p:grpSpPr>
          <a:xfrm>
            <a:off x="6607213" y="2050040"/>
            <a:ext cx="661320" cy="239040"/>
            <a:chOff x="6607213" y="2050040"/>
            <a:chExt cx="66132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5EA53BB-D175-36A2-E1C5-CD36D07815FB}"/>
                    </a:ext>
                  </a:extLst>
                </p14:cNvPr>
                <p14:cNvContentPartPr/>
                <p14:nvPr/>
              </p14:nvContentPartPr>
              <p14:xfrm>
                <a:off x="6607213" y="2050040"/>
                <a:ext cx="291600" cy="196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5EA53BB-D175-36A2-E1C5-CD36D07815F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598573" y="2041400"/>
                  <a:ext cx="309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3752C96-7624-5210-55C0-6D5FCF484407}"/>
                    </a:ext>
                  </a:extLst>
                </p14:cNvPr>
                <p14:cNvContentPartPr/>
                <p14:nvPr/>
              </p14:nvContentPartPr>
              <p14:xfrm>
                <a:off x="6964333" y="2073440"/>
                <a:ext cx="108360" cy="120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3752C96-7624-5210-55C0-6D5FCF48440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955333" y="2064440"/>
                  <a:ext cx="126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E2B56F8-7636-0DF4-6B6C-61513576387E}"/>
                    </a:ext>
                  </a:extLst>
                </p14:cNvPr>
                <p14:cNvContentPartPr/>
                <p14:nvPr/>
              </p14:nvContentPartPr>
              <p14:xfrm>
                <a:off x="6939493" y="2056520"/>
                <a:ext cx="142920" cy="1764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E2B56F8-7636-0DF4-6B6C-61513576387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930493" y="2047520"/>
                  <a:ext cx="160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3564F7F-FCCC-7275-2617-E42AC162F88D}"/>
                    </a:ext>
                  </a:extLst>
                </p14:cNvPr>
                <p14:cNvContentPartPr/>
                <p14:nvPr/>
              </p14:nvContentPartPr>
              <p14:xfrm>
                <a:off x="7110853" y="2060840"/>
                <a:ext cx="157680" cy="896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3564F7F-FCCC-7275-2617-E42AC162F88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101853" y="2051840"/>
                  <a:ext cx="175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1EE04B5-1487-B95B-7E80-71A346E52435}"/>
                    </a:ext>
                  </a:extLst>
                </p14:cNvPr>
                <p14:cNvContentPartPr/>
                <p14:nvPr/>
              </p14:nvContentPartPr>
              <p14:xfrm>
                <a:off x="7198333" y="2061200"/>
                <a:ext cx="30600" cy="2278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1EE04B5-1487-B95B-7E80-71A346E5243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189693" y="2052560"/>
                  <a:ext cx="4824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00FE0DB0-735A-8F7C-00C5-038CF8A0741E}"/>
              </a:ext>
            </a:extLst>
          </p:cNvPr>
          <p:cNvGrpSpPr/>
          <p:nvPr/>
        </p:nvGrpSpPr>
        <p:grpSpPr>
          <a:xfrm>
            <a:off x="8017333" y="1927280"/>
            <a:ext cx="734040" cy="323640"/>
            <a:chOff x="8017333" y="1927280"/>
            <a:chExt cx="73404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DDAF517-0C8E-5082-3788-C268A1BC4BE2}"/>
                    </a:ext>
                  </a:extLst>
                </p14:cNvPr>
                <p14:cNvContentPartPr/>
                <p14:nvPr/>
              </p14:nvContentPartPr>
              <p14:xfrm>
                <a:off x="8017333" y="1927280"/>
                <a:ext cx="298800" cy="2466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DDAF517-0C8E-5082-3788-C268A1BC4BE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008333" y="1918640"/>
                  <a:ext cx="316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03D3C4C-532C-670A-E723-25B47525111B}"/>
                    </a:ext>
                  </a:extLst>
                </p14:cNvPr>
                <p14:cNvContentPartPr/>
                <p14:nvPr/>
              </p14:nvContentPartPr>
              <p14:xfrm>
                <a:off x="8341333" y="1947440"/>
                <a:ext cx="157320" cy="1324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03D3C4C-532C-670A-E723-25B47525111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332693" y="1938440"/>
                  <a:ext cx="174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DE83C7-0AF1-DA04-B5A4-1D0E56C2199B}"/>
                    </a:ext>
                  </a:extLst>
                </p14:cNvPr>
                <p14:cNvContentPartPr/>
                <p14:nvPr/>
              </p14:nvContentPartPr>
              <p14:xfrm>
                <a:off x="8361853" y="1958960"/>
                <a:ext cx="127800" cy="2055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DE83C7-0AF1-DA04-B5A4-1D0E56C2199B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8353213" y="1949960"/>
                  <a:ext cx="1454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6A0D004-A8CD-DF48-3B6F-EF648C82B0D9}"/>
                    </a:ext>
                  </a:extLst>
                </p14:cNvPr>
                <p14:cNvContentPartPr/>
                <p14:nvPr/>
              </p14:nvContentPartPr>
              <p14:xfrm>
                <a:off x="8547613" y="1951040"/>
                <a:ext cx="203760" cy="1184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6A0D004-A8CD-DF48-3B6F-EF648C82B0D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538613" y="1942040"/>
                  <a:ext cx="221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B87C15B-2F33-CF8C-AD3B-45F6BD8B44D0}"/>
                    </a:ext>
                  </a:extLst>
                </p14:cNvPr>
                <p14:cNvContentPartPr/>
                <p14:nvPr/>
              </p14:nvContentPartPr>
              <p14:xfrm>
                <a:off x="8636893" y="1951760"/>
                <a:ext cx="31680" cy="2991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B87C15B-2F33-CF8C-AD3B-45F6BD8B44D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627893" y="1942760"/>
                  <a:ext cx="49320" cy="31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5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D8249C0D-0F6C-D911-E247-D58670C1118F}"/>
                  </a:ext>
                </a:extLst>
              </p14:cNvPr>
              <p14:cNvContentPartPr/>
              <p14:nvPr/>
            </p14:nvContentPartPr>
            <p14:xfrm>
              <a:off x="9382093" y="1917200"/>
              <a:ext cx="265680" cy="18072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D8249C0D-0F6C-D911-E247-D58670C1118F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9373453" y="1908200"/>
                <a:ext cx="28332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C3819D39-D11F-32FA-C29E-FFA93A2B7B52}"/>
                  </a:ext>
                </a:extLst>
              </p14:cNvPr>
              <p14:cNvContentPartPr/>
              <p14:nvPr/>
            </p14:nvContentPartPr>
            <p14:xfrm>
              <a:off x="9702853" y="1955360"/>
              <a:ext cx="146880" cy="11628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C3819D39-D11F-32FA-C29E-FFA93A2B7B52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9693853" y="1946360"/>
                <a:ext cx="1645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F2214F83-0750-BFBF-61B4-B19105A07522}"/>
                  </a:ext>
                </a:extLst>
              </p14:cNvPr>
              <p14:cNvContentPartPr/>
              <p14:nvPr/>
            </p14:nvContentPartPr>
            <p14:xfrm>
              <a:off x="9706093" y="1943840"/>
              <a:ext cx="112320" cy="20088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F2214F83-0750-BFBF-61B4-B19105A07522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9697093" y="1934840"/>
                <a:ext cx="1299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6F33F40D-6CE1-8868-644D-3A3528B3373C}"/>
                  </a:ext>
                </a:extLst>
              </p14:cNvPr>
              <p14:cNvContentPartPr/>
              <p14:nvPr/>
            </p14:nvContentPartPr>
            <p14:xfrm>
              <a:off x="9902293" y="1941320"/>
              <a:ext cx="163440" cy="10656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6F33F40D-6CE1-8868-644D-3A3528B3373C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9893653" y="1932680"/>
                <a:ext cx="1810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72D08B1C-5554-F52D-58B8-0C8A61426584}"/>
                  </a:ext>
                </a:extLst>
              </p14:cNvPr>
              <p14:cNvContentPartPr/>
              <p14:nvPr/>
            </p14:nvContentPartPr>
            <p14:xfrm>
              <a:off x="9957373" y="1944560"/>
              <a:ext cx="42120" cy="23148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72D08B1C-5554-F52D-58B8-0C8A61426584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9948373" y="1935560"/>
                <a:ext cx="5976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4EFADE5B-D2F6-7B4F-E634-F64EBD9E4BA6}"/>
                  </a:ext>
                </a:extLst>
              </p14:cNvPr>
              <p14:cNvContentPartPr/>
              <p14:nvPr/>
            </p14:nvContentPartPr>
            <p14:xfrm>
              <a:off x="10545613" y="1850600"/>
              <a:ext cx="251640" cy="1807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4EFADE5B-D2F6-7B4F-E634-F64EBD9E4BA6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10536973" y="1841600"/>
                <a:ext cx="26928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7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16F3F5E1-E1BB-87EA-AC13-5138EDF713FB}"/>
                  </a:ext>
                </a:extLst>
              </p14:cNvPr>
              <p14:cNvContentPartPr/>
              <p14:nvPr/>
            </p14:nvContentPartPr>
            <p14:xfrm>
              <a:off x="10828573" y="1886240"/>
              <a:ext cx="146160" cy="13464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16F3F5E1-E1BB-87EA-AC13-5138EDF713FB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10819573" y="1877600"/>
                <a:ext cx="1638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9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1B8D3DB8-D9CC-9E4F-2871-EDBBBD07EFBC}"/>
                  </a:ext>
                </a:extLst>
              </p14:cNvPr>
              <p14:cNvContentPartPr/>
              <p14:nvPr/>
            </p14:nvContentPartPr>
            <p14:xfrm>
              <a:off x="10837573" y="1889840"/>
              <a:ext cx="142560" cy="17676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1B8D3DB8-D9CC-9E4F-2871-EDBBBD07EFBC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10828573" y="1880840"/>
                <a:ext cx="1602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1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0731D9AA-5793-C5AD-5925-587F142487FA}"/>
                  </a:ext>
                </a:extLst>
              </p14:cNvPr>
              <p14:cNvContentPartPr/>
              <p14:nvPr/>
            </p14:nvContentPartPr>
            <p14:xfrm>
              <a:off x="11025853" y="1878320"/>
              <a:ext cx="171000" cy="10800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0731D9AA-5793-C5AD-5925-587F142487FA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11017213" y="1869680"/>
                <a:ext cx="18864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3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AECEA101-3B43-8FAD-FFA5-525D7003BA08}"/>
                  </a:ext>
                </a:extLst>
              </p14:cNvPr>
              <p14:cNvContentPartPr/>
              <p14:nvPr/>
            </p14:nvContentPartPr>
            <p14:xfrm>
              <a:off x="11127373" y="1881920"/>
              <a:ext cx="23040" cy="1839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AECEA101-3B43-8FAD-FFA5-525D7003BA08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11118373" y="1873280"/>
                <a:ext cx="40680" cy="20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 296">
            <a:extLst>
              <a:ext uri="{FF2B5EF4-FFF2-40B4-BE49-F238E27FC236}">
                <a16:creationId xmlns:a16="http://schemas.microsoft.com/office/drawing/2014/main" id="{F82CDCB0-F4AC-4FD9-0BA3-EC4CEF059824}"/>
              </a:ext>
            </a:extLst>
          </p:cNvPr>
          <p:cNvGrpSpPr/>
          <p:nvPr/>
        </p:nvGrpSpPr>
        <p:grpSpPr>
          <a:xfrm>
            <a:off x="11467213" y="1837640"/>
            <a:ext cx="594360" cy="238320"/>
            <a:chOff x="11467213" y="1837640"/>
            <a:chExt cx="59436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5311611-2BC3-A071-802F-8E805668371C}"/>
                    </a:ext>
                  </a:extLst>
                </p14:cNvPr>
                <p14:cNvContentPartPr/>
                <p14:nvPr/>
              </p14:nvContentPartPr>
              <p14:xfrm>
                <a:off x="11467213" y="1837640"/>
                <a:ext cx="254880" cy="1911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5311611-2BC3-A071-802F-8E805668371C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458573" y="1829000"/>
                  <a:ext cx="2725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27ED997-A505-6F81-AC03-F63F9D30EC06}"/>
                    </a:ext>
                  </a:extLst>
                </p14:cNvPr>
                <p14:cNvContentPartPr/>
                <p14:nvPr/>
              </p14:nvContentPartPr>
              <p14:xfrm>
                <a:off x="11758813" y="1874720"/>
                <a:ext cx="122040" cy="1119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27ED997-A505-6F81-AC03-F63F9D30EC0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750173" y="1866080"/>
                  <a:ext cx="1396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E2E8880-F8DE-7C11-2FEB-202D7A2F63A9}"/>
                    </a:ext>
                  </a:extLst>
                </p14:cNvPr>
                <p14:cNvContentPartPr/>
                <p14:nvPr/>
              </p14:nvContentPartPr>
              <p14:xfrm>
                <a:off x="11786533" y="1867160"/>
                <a:ext cx="122040" cy="165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E2E8880-F8DE-7C11-2FEB-202D7A2F63A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1777533" y="1858160"/>
                  <a:ext cx="139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362E58C-8790-ED14-9C7A-656FF63A608A}"/>
                    </a:ext>
                  </a:extLst>
                </p14:cNvPr>
                <p14:cNvContentPartPr/>
                <p14:nvPr/>
              </p14:nvContentPartPr>
              <p14:xfrm>
                <a:off x="11928733" y="1878320"/>
                <a:ext cx="132840" cy="1137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362E58C-8790-ED14-9C7A-656FF63A608A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1919733" y="1869680"/>
                  <a:ext cx="1504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C9FB652-9A77-AB21-140A-3E0F45D27343}"/>
                    </a:ext>
                  </a:extLst>
                </p14:cNvPr>
                <p14:cNvContentPartPr/>
                <p14:nvPr/>
              </p14:nvContentPartPr>
              <p14:xfrm>
                <a:off x="12007213" y="1892720"/>
                <a:ext cx="48240" cy="1832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C9FB652-9A77-AB21-140A-3E0F45D27343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1998573" y="1884080"/>
                  <a:ext cx="6588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59B9BF8F-DCD0-7F89-A7F5-EA68103BFCAE}"/>
              </a:ext>
            </a:extLst>
          </p:cNvPr>
          <p:cNvGrpSpPr/>
          <p:nvPr/>
        </p:nvGrpSpPr>
        <p:grpSpPr>
          <a:xfrm>
            <a:off x="11535613" y="2465560"/>
            <a:ext cx="456840" cy="326520"/>
            <a:chOff x="11535613" y="2465560"/>
            <a:chExt cx="45684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7B3880FB-528B-9B88-8D78-0E1225EDE6E8}"/>
                    </a:ext>
                  </a:extLst>
                </p14:cNvPr>
                <p14:cNvContentPartPr/>
                <p14:nvPr/>
              </p14:nvContentPartPr>
              <p14:xfrm>
                <a:off x="11543173" y="2581120"/>
                <a:ext cx="65160" cy="2109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7B3880FB-528B-9B88-8D78-0E1225EDE6E8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1534533" y="2572480"/>
                  <a:ext cx="82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0B6BEAED-006B-20CF-ADD9-5E312939E8D3}"/>
                    </a:ext>
                  </a:extLst>
                </p14:cNvPr>
                <p14:cNvContentPartPr/>
                <p14:nvPr/>
              </p14:nvContentPartPr>
              <p14:xfrm>
                <a:off x="11535613" y="2574640"/>
                <a:ext cx="207720" cy="1515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0B6BEAED-006B-20CF-ADD9-5E312939E8D3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526973" y="2566000"/>
                  <a:ext cx="2253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3C23C427-5B15-DE55-AA14-AA3B490263BB}"/>
                    </a:ext>
                  </a:extLst>
                </p14:cNvPr>
                <p14:cNvContentPartPr/>
                <p14:nvPr/>
              </p14:nvContentPartPr>
              <p14:xfrm>
                <a:off x="11669533" y="2465560"/>
                <a:ext cx="322920" cy="1119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3C23C427-5B15-DE55-AA14-AA3B490263B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660533" y="2456560"/>
                  <a:ext cx="3405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D1A9714B-F11E-407E-818C-B63D24C05841}"/>
              </a:ext>
            </a:extLst>
          </p:cNvPr>
          <p:cNvGrpSpPr/>
          <p:nvPr/>
        </p:nvGrpSpPr>
        <p:grpSpPr>
          <a:xfrm>
            <a:off x="11474053" y="3069280"/>
            <a:ext cx="643320" cy="222840"/>
            <a:chOff x="11474053" y="3069280"/>
            <a:chExt cx="64332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FCC56922-4914-4BA8-1592-131396DD77BA}"/>
                    </a:ext>
                  </a:extLst>
                </p14:cNvPr>
                <p14:cNvContentPartPr/>
                <p14:nvPr/>
              </p14:nvContentPartPr>
              <p14:xfrm>
                <a:off x="11474053" y="3082240"/>
                <a:ext cx="140040" cy="2098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FCC56922-4914-4BA8-1592-131396DD77BA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465053" y="3073240"/>
                  <a:ext cx="1576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854563BF-57AD-AB87-2BBC-27A26623E480}"/>
                    </a:ext>
                  </a:extLst>
                </p14:cNvPr>
                <p14:cNvContentPartPr/>
                <p14:nvPr/>
              </p14:nvContentPartPr>
              <p14:xfrm>
                <a:off x="11724973" y="3184120"/>
                <a:ext cx="45000" cy="3852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854563BF-57AD-AB87-2BBC-27A26623E480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716333" y="3175120"/>
                  <a:ext cx="62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30B6020C-97A0-2367-B8FB-14A1F2899344}"/>
                    </a:ext>
                  </a:extLst>
                </p14:cNvPr>
                <p14:cNvContentPartPr/>
                <p14:nvPr/>
              </p14:nvContentPartPr>
              <p14:xfrm>
                <a:off x="11844853" y="3069280"/>
                <a:ext cx="272520" cy="1962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30B6020C-97A0-2367-B8FB-14A1F2899344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835853" y="3060640"/>
                  <a:ext cx="29016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98405E33-F738-527D-4BA8-5EC017118572}"/>
              </a:ext>
            </a:extLst>
          </p:cNvPr>
          <p:cNvGrpSpPr/>
          <p:nvPr/>
        </p:nvGrpSpPr>
        <p:grpSpPr>
          <a:xfrm>
            <a:off x="5107453" y="2578960"/>
            <a:ext cx="5857920" cy="1983240"/>
            <a:chOff x="5107453" y="2578960"/>
            <a:chExt cx="5857920" cy="19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505DAC1-EAC7-E532-6E27-5483667CDD5D}"/>
                    </a:ext>
                  </a:extLst>
                </p14:cNvPr>
                <p14:cNvContentPartPr/>
                <p14:nvPr/>
              </p14:nvContentPartPr>
              <p14:xfrm>
                <a:off x="5254333" y="2582560"/>
                <a:ext cx="38880" cy="1720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505DAC1-EAC7-E532-6E27-5483667CDD5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245333" y="2573560"/>
                  <a:ext cx="56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09BC18DB-AE95-EA1C-D350-665F4C17CE44}"/>
                    </a:ext>
                  </a:extLst>
                </p14:cNvPr>
                <p14:cNvContentPartPr/>
                <p14:nvPr/>
              </p14:nvContentPartPr>
              <p14:xfrm>
                <a:off x="5263333" y="2608840"/>
                <a:ext cx="136800" cy="1353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09BC18DB-AE95-EA1C-D350-665F4C17CE44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254333" y="2600200"/>
                  <a:ext cx="1544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F8F2159-C4A3-8A2B-0DDE-B78EED36E1CD}"/>
                    </a:ext>
                  </a:extLst>
                </p14:cNvPr>
                <p14:cNvContentPartPr/>
                <p14:nvPr/>
              </p14:nvContentPartPr>
              <p14:xfrm>
                <a:off x="5449453" y="2619280"/>
                <a:ext cx="59760" cy="252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F8F2159-C4A3-8A2B-0DDE-B78EED36E1C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440813" y="2610280"/>
                  <a:ext cx="77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41B2D830-E49B-CAD2-D656-94D7F7F66448}"/>
                    </a:ext>
                  </a:extLst>
                </p14:cNvPr>
                <p14:cNvContentPartPr/>
                <p14:nvPr/>
              </p14:nvContentPartPr>
              <p14:xfrm>
                <a:off x="5451253" y="2672560"/>
                <a:ext cx="128520" cy="237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41B2D830-E49B-CAD2-D656-94D7F7F66448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442613" y="2663560"/>
                  <a:ext cx="146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7868665-BC1F-288E-EF8D-26072DAD5375}"/>
                    </a:ext>
                  </a:extLst>
                </p14:cNvPr>
                <p14:cNvContentPartPr/>
                <p14:nvPr/>
              </p14:nvContentPartPr>
              <p14:xfrm>
                <a:off x="5609653" y="2578960"/>
                <a:ext cx="27000" cy="2134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7868665-BC1F-288E-EF8D-26072DAD537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601013" y="2569960"/>
                  <a:ext cx="44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D4E4D62-4797-DB4D-253A-29AEF76F42AD}"/>
                    </a:ext>
                  </a:extLst>
                </p14:cNvPr>
                <p14:cNvContentPartPr/>
                <p14:nvPr/>
              </p14:nvContentPartPr>
              <p14:xfrm>
                <a:off x="6891253" y="2926973"/>
                <a:ext cx="32400" cy="1634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D4E4D62-4797-DB4D-253A-29AEF76F42AD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882613" y="2917973"/>
                  <a:ext cx="500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DF5686F6-2153-7CC5-774D-B8AEED3FC008}"/>
                    </a:ext>
                  </a:extLst>
                </p14:cNvPr>
                <p14:cNvContentPartPr/>
                <p14:nvPr/>
              </p14:nvContentPartPr>
              <p14:xfrm>
                <a:off x="6769213" y="2910053"/>
                <a:ext cx="279360" cy="576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DF5686F6-2153-7CC5-774D-B8AEED3FC008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760573" y="2901413"/>
                  <a:ext cx="297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C9D44D8-5938-D39B-1314-9F888F9FB34A}"/>
                    </a:ext>
                  </a:extLst>
                </p14:cNvPr>
                <p14:cNvContentPartPr/>
                <p14:nvPr/>
              </p14:nvContentPartPr>
              <p14:xfrm>
                <a:off x="7022653" y="2979533"/>
                <a:ext cx="146160" cy="1000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C9D44D8-5938-D39B-1314-9F888F9FB34A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014013" y="2970893"/>
                  <a:ext cx="163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73DE6ED-6EEA-F060-61B7-EBA0E4C560A2}"/>
                    </a:ext>
                  </a:extLst>
                </p14:cNvPr>
                <p14:cNvContentPartPr/>
                <p14:nvPr/>
              </p14:nvContentPartPr>
              <p14:xfrm>
                <a:off x="7199413" y="2981333"/>
                <a:ext cx="220680" cy="921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73DE6ED-6EEA-F060-61B7-EBA0E4C560A2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190773" y="2972693"/>
                  <a:ext cx="238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145F5EDC-E0A1-C4DA-80D8-12B7AD53669C}"/>
                    </a:ext>
                  </a:extLst>
                </p14:cNvPr>
                <p14:cNvContentPartPr/>
                <p14:nvPr/>
              </p14:nvContentPartPr>
              <p14:xfrm>
                <a:off x="7291573" y="2871893"/>
                <a:ext cx="97560" cy="748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145F5EDC-E0A1-C4DA-80D8-12B7AD53669C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282933" y="2862893"/>
                  <a:ext cx="115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08AD6B77-8E13-616D-3710-D4B4B2D9E1FA}"/>
                    </a:ext>
                  </a:extLst>
                </p14:cNvPr>
                <p14:cNvContentPartPr/>
                <p14:nvPr/>
              </p14:nvContentPartPr>
              <p14:xfrm>
                <a:off x="7439533" y="2928773"/>
                <a:ext cx="143280" cy="1483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08AD6B77-8E13-616D-3710-D4B4B2D9E1FA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430533" y="2920133"/>
                  <a:ext cx="160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CFE9131-0AA8-6BCF-2A9A-2ED31BA86B7C}"/>
                    </a:ext>
                  </a:extLst>
                </p14:cNvPr>
                <p14:cNvContentPartPr/>
                <p14:nvPr/>
              </p14:nvContentPartPr>
              <p14:xfrm>
                <a:off x="5107453" y="3327653"/>
                <a:ext cx="314640" cy="1764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CFE9131-0AA8-6BCF-2A9A-2ED31BA86B7C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098453" y="3318653"/>
                  <a:ext cx="332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C65D9AD7-2C51-8F2C-DA2D-8ACABE6C597D}"/>
                    </a:ext>
                  </a:extLst>
                </p14:cNvPr>
                <p14:cNvContentPartPr/>
                <p14:nvPr/>
              </p14:nvContentPartPr>
              <p14:xfrm>
                <a:off x="5506693" y="3451133"/>
                <a:ext cx="30600" cy="1044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C65D9AD7-2C51-8F2C-DA2D-8ACABE6C597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498053" y="3442133"/>
                  <a:ext cx="48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4781562-700F-BF18-E707-B3A302C466BB}"/>
                    </a:ext>
                  </a:extLst>
                </p14:cNvPr>
                <p14:cNvContentPartPr/>
                <p14:nvPr/>
              </p14:nvContentPartPr>
              <p14:xfrm>
                <a:off x="5463853" y="3445013"/>
                <a:ext cx="77400" cy="583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4781562-700F-BF18-E707-B3A302C466BB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454853" y="3436373"/>
                  <a:ext cx="950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2F0DD215-E013-9E6C-8A9C-B915C0202FF3}"/>
                    </a:ext>
                  </a:extLst>
                </p14:cNvPr>
                <p14:cNvContentPartPr/>
                <p14:nvPr/>
              </p14:nvContentPartPr>
              <p14:xfrm>
                <a:off x="5494453" y="3549053"/>
                <a:ext cx="190440" cy="500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2F0DD215-E013-9E6C-8A9C-B915C0202FF3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5485453" y="3540053"/>
                  <a:ext cx="2080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D706148-0C5C-97BC-A48F-D5AFB7CAA52B}"/>
                    </a:ext>
                  </a:extLst>
                </p14:cNvPr>
                <p14:cNvContentPartPr/>
                <p14:nvPr/>
              </p14:nvContentPartPr>
              <p14:xfrm>
                <a:off x="5710813" y="3373733"/>
                <a:ext cx="239400" cy="558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D706148-0C5C-97BC-A48F-D5AFB7CAA52B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5702173" y="3365093"/>
                  <a:ext cx="257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1D0EBD50-C6ED-22E7-A993-2F87F60D5223}"/>
                    </a:ext>
                  </a:extLst>
                </p14:cNvPr>
                <p14:cNvContentPartPr/>
                <p14:nvPr/>
              </p14:nvContentPartPr>
              <p14:xfrm>
                <a:off x="5897653" y="3322253"/>
                <a:ext cx="79560" cy="1886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1D0EBD50-C6ED-22E7-A993-2F87F60D522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5889013" y="3313613"/>
                  <a:ext cx="97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B3D813A-C3FA-4965-5D7C-6ABA98501BB5}"/>
                    </a:ext>
                  </a:extLst>
                </p14:cNvPr>
                <p14:cNvContentPartPr/>
                <p14:nvPr/>
              </p14:nvContentPartPr>
              <p14:xfrm>
                <a:off x="6297613" y="3300653"/>
                <a:ext cx="16200" cy="997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B3D813A-C3FA-4965-5D7C-6ABA98501BB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6288973" y="3291653"/>
                  <a:ext cx="33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5DFA9D2-EAF4-5904-BDE4-B384AD2F0B79}"/>
                    </a:ext>
                  </a:extLst>
                </p14:cNvPr>
                <p14:cNvContentPartPr/>
                <p14:nvPr/>
              </p14:nvContentPartPr>
              <p14:xfrm>
                <a:off x="6236053" y="3260333"/>
                <a:ext cx="177840" cy="2260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5DFA9D2-EAF4-5904-BDE4-B384AD2F0B79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6227053" y="3251693"/>
                  <a:ext cx="195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280EDD6-BBA0-2D7C-B540-E19F010DDDD4}"/>
                    </a:ext>
                  </a:extLst>
                </p14:cNvPr>
                <p14:cNvContentPartPr/>
                <p14:nvPr/>
              </p14:nvContentPartPr>
              <p14:xfrm>
                <a:off x="6519013" y="3282653"/>
                <a:ext cx="51120" cy="1281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280EDD6-BBA0-2D7C-B540-E19F010DDDD4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6510013" y="3274013"/>
                  <a:ext cx="68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9661C91-F8F7-5DEA-3CF3-67C06A99F445}"/>
                    </a:ext>
                  </a:extLst>
                </p14:cNvPr>
                <p14:cNvContentPartPr/>
                <p14:nvPr/>
              </p14:nvContentPartPr>
              <p14:xfrm>
                <a:off x="6472573" y="3277253"/>
                <a:ext cx="79560" cy="554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9661C91-F8F7-5DEA-3CF3-67C06A99F445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6463933" y="3268613"/>
                  <a:ext cx="972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C707093-86E0-1667-AC91-AB08D1175A60}"/>
                    </a:ext>
                  </a:extLst>
                </p14:cNvPr>
                <p14:cNvContentPartPr/>
                <p14:nvPr/>
              </p14:nvContentPartPr>
              <p14:xfrm>
                <a:off x="6534493" y="3405773"/>
                <a:ext cx="174960" cy="334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C707093-86E0-1667-AC91-AB08D1175A60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6525853" y="3396773"/>
                  <a:ext cx="192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45A7181-3D11-0C2D-2BE8-34E03DAEDF49}"/>
                    </a:ext>
                  </a:extLst>
                </p14:cNvPr>
                <p14:cNvContentPartPr/>
                <p14:nvPr/>
              </p14:nvContentPartPr>
              <p14:xfrm>
                <a:off x="6763453" y="3433853"/>
                <a:ext cx="50400" cy="1342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45A7181-3D11-0C2D-2BE8-34E03DAEDF49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754813" y="3425213"/>
                  <a:ext cx="680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B06A5A1E-5072-1269-6021-C446233EF205}"/>
                    </a:ext>
                  </a:extLst>
                </p14:cNvPr>
                <p14:cNvContentPartPr/>
                <p14:nvPr/>
              </p14:nvContentPartPr>
              <p14:xfrm>
                <a:off x="7034173" y="3268973"/>
                <a:ext cx="33480" cy="1436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B06A5A1E-5072-1269-6021-C446233EF205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7025533" y="3260333"/>
                  <a:ext cx="51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09BCA58-04F0-F20E-0E0F-3C79D6FB8219}"/>
                    </a:ext>
                  </a:extLst>
                </p14:cNvPr>
                <p14:cNvContentPartPr/>
                <p14:nvPr/>
              </p14:nvContentPartPr>
              <p14:xfrm>
                <a:off x="6992413" y="3267533"/>
                <a:ext cx="176760" cy="21456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09BCA58-04F0-F20E-0E0F-3C79D6FB821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983773" y="3258893"/>
                  <a:ext cx="194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7295592-E1E5-8C26-4538-44B60C71824F}"/>
                    </a:ext>
                  </a:extLst>
                </p14:cNvPr>
                <p14:cNvContentPartPr/>
                <p14:nvPr/>
              </p14:nvContentPartPr>
              <p14:xfrm>
                <a:off x="7273573" y="3264653"/>
                <a:ext cx="150120" cy="1566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7295592-E1E5-8C26-4538-44B60C71824F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7264933" y="3256013"/>
                  <a:ext cx="167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001B17B2-3CC0-0E85-52B1-6C4DE5B0CF7D}"/>
                    </a:ext>
                  </a:extLst>
                </p14:cNvPr>
                <p14:cNvContentPartPr/>
                <p14:nvPr/>
              </p14:nvContentPartPr>
              <p14:xfrm>
                <a:off x="7511173" y="3483533"/>
                <a:ext cx="63720" cy="119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001B17B2-3CC0-0E85-52B1-6C4DE5B0CF7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7502173" y="3474893"/>
                  <a:ext cx="813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796CB16-F8F3-4A68-D0CE-C2F35D5BD49F}"/>
                    </a:ext>
                  </a:extLst>
                </p14:cNvPr>
                <p14:cNvContentPartPr/>
                <p14:nvPr/>
              </p14:nvContentPartPr>
              <p14:xfrm>
                <a:off x="7756333" y="3281933"/>
                <a:ext cx="30600" cy="1526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796CB16-F8F3-4A68-D0CE-C2F35D5BD49F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747333" y="3273293"/>
                  <a:ext cx="48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16ECA19-F297-D06E-0137-B1DE20CE75E6}"/>
                    </a:ext>
                  </a:extLst>
                </p14:cNvPr>
                <p14:cNvContentPartPr/>
                <p14:nvPr/>
              </p14:nvContentPartPr>
              <p14:xfrm>
                <a:off x="7679293" y="3283733"/>
                <a:ext cx="215640" cy="2012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16ECA19-F297-D06E-0137-B1DE20CE75E6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670653" y="3274733"/>
                  <a:ext cx="2332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725F361-5D15-5A21-ABDB-FC38DD95ABD2}"/>
                    </a:ext>
                  </a:extLst>
                </p14:cNvPr>
                <p14:cNvContentPartPr/>
                <p14:nvPr/>
              </p14:nvContentPartPr>
              <p14:xfrm>
                <a:off x="7923733" y="3271133"/>
                <a:ext cx="141840" cy="1832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725F361-5D15-5A21-ABDB-FC38DD95ABD2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915093" y="3262493"/>
                  <a:ext cx="1594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94FE0CC-3682-8317-6086-6577732058D3}"/>
                    </a:ext>
                  </a:extLst>
                </p14:cNvPr>
                <p14:cNvContentPartPr/>
                <p14:nvPr/>
              </p14:nvContentPartPr>
              <p14:xfrm>
                <a:off x="8149093" y="3416933"/>
                <a:ext cx="50760" cy="1220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94FE0CC-3682-8317-6086-6577732058D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8140453" y="3408293"/>
                  <a:ext cx="68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31A489B4-47B8-E5F1-8F67-9200B73C8146}"/>
                    </a:ext>
                  </a:extLst>
                </p14:cNvPr>
                <p14:cNvContentPartPr/>
                <p14:nvPr/>
              </p14:nvContentPartPr>
              <p14:xfrm>
                <a:off x="8418733" y="3261773"/>
                <a:ext cx="37440" cy="1537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31A489B4-47B8-E5F1-8F67-9200B73C8146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409733" y="3252773"/>
                  <a:ext cx="55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75D22BBC-450A-3283-9ED3-B11D4D860668}"/>
                    </a:ext>
                  </a:extLst>
                </p14:cNvPr>
                <p14:cNvContentPartPr/>
                <p14:nvPr/>
              </p14:nvContentPartPr>
              <p14:xfrm>
                <a:off x="8361493" y="3266453"/>
                <a:ext cx="207000" cy="2066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75D22BBC-450A-3283-9ED3-B11D4D860668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352853" y="3257813"/>
                  <a:ext cx="224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5DCCACDE-1853-8031-8F3A-97E81FB168A8}"/>
                    </a:ext>
                  </a:extLst>
                </p14:cNvPr>
                <p14:cNvContentPartPr/>
                <p14:nvPr/>
              </p14:nvContentPartPr>
              <p14:xfrm>
                <a:off x="8687293" y="3261413"/>
                <a:ext cx="177120" cy="1065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5DCCACDE-1853-8031-8F3A-97E81FB168A8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678653" y="3252773"/>
                  <a:ext cx="1947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2800AC3-FA2C-1EDA-C1EB-96D404A0C6C8}"/>
                    </a:ext>
                  </a:extLst>
                </p14:cNvPr>
                <p14:cNvContentPartPr/>
                <p14:nvPr/>
              </p14:nvContentPartPr>
              <p14:xfrm>
                <a:off x="8776573" y="3271493"/>
                <a:ext cx="77400" cy="2635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2800AC3-FA2C-1EDA-C1EB-96D404A0C6C8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767573" y="3262853"/>
                  <a:ext cx="950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15D030C7-0326-52F8-BF3C-879AB90279EF}"/>
                    </a:ext>
                  </a:extLst>
                </p14:cNvPr>
                <p14:cNvContentPartPr/>
                <p14:nvPr/>
              </p14:nvContentPartPr>
              <p14:xfrm>
                <a:off x="6112213" y="3239453"/>
                <a:ext cx="96840" cy="47016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15D030C7-0326-52F8-BF3C-879AB90279E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103573" y="3230813"/>
                  <a:ext cx="11448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8A61E7ED-0398-1CCE-FBEB-77C7EC3E5CE0}"/>
                    </a:ext>
                  </a:extLst>
                </p14:cNvPr>
                <p14:cNvContentPartPr/>
                <p14:nvPr/>
              </p14:nvContentPartPr>
              <p14:xfrm>
                <a:off x="6140293" y="3064133"/>
                <a:ext cx="2831040" cy="5144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8A61E7ED-0398-1CCE-FBEB-77C7EC3E5CE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131653" y="3055493"/>
                  <a:ext cx="284868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1D5BFAB2-6296-2066-7D43-15D5CD1CCB16}"/>
                    </a:ext>
                  </a:extLst>
                </p14:cNvPr>
                <p14:cNvContentPartPr/>
                <p14:nvPr/>
              </p14:nvContentPartPr>
              <p14:xfrm>
                <a:off x="6229933" y="3528893"/>
                <a:ext cx="2584080" cy="1774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1D5BFAB2-6296-2066-7D43-15D5CD1CCB16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220933" y="3520253"/>
                  <a:ext cx="26017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1C022AA-61FD-45EA-3085-EBE13F4E68FF}"/>
                    </a:ext>
                  </a:extLst>
                </p14:cNvPr>
                <p14:cNvContentPartPr/>
                <p14:nvPr/>
              </p14:nvContentPartPr>
              <p14:xfrm>
                <a:off x="8653453" y="3554453"/>
                <a:ext cx="283320" cy="514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1C022AA-61FD-45EA-3085-EBE13F4E68F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644453" y="3545453"/>
                  <a:ext cx="300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91C535B-689F-59F9-5DFD-3FFB33A64052}"/>
                    </a:ext>
                  </a:extLst>
                </p14:cNvPr>
                <p14:cNvContentPartPr/>
                <p14:nvPr/>
              </p14:nvContentPartPr>
              <p14:xfrm>
                <a:off x="8552293" y="3736253"/>
                <a:ext cx="217080" cy="1731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91C535B-689F-59F9-5DFD-3FFB33A64052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543653" y="3727253"/>
                  <a:ext cx="2347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D7DD83C8-EE31-2DDC-18ED-A8721255AFBE}"/>
                    </a:ext>
                  </a:extLst>
                </p14:cNvPr>
                <p14:cNvContentPartPr/>
                <p14:nvPr/>
              </p14:nvContentPartPr>
              <p14:xfrm>
                <a:off x="8813293" y="3729053"/>
                <a:ext cx="109800" cy="820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D7DD83C8-EE31-2DDC-18ED-A8721255AFBE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804653" y="3720053"/>
                  <a:ext cx="1274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57CD7265-3303-B413-194D-6E18E377EA05}"/>
                    </a:ext>
                  </a:extLst>
                </p14:cNvPr>
                <p14:cNvContentPartPr/>
                <p14:nvPr/>
              </p14:nvContentPartPr>
              <p14:xfrm>
                <a:off x="8874133" y="3682253"/>
                <a:ext cx="57240" cy="1756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57CD7265-3303-B413-194D-6E18E377EA05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865493" y="3673253"/>
                  <a:ext cx="74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4298BE5A-96F6-6A91-869C-D21521E2E589}"/>
                    </a:ext>
                  </a:extLst>
                </p14:cNvPr>
                <p14:cNvContentPartPr/>
                <p14:nvPr/>
              </p14:nvContentPartPr>
              <p14:xfrm>
                <a:off x="9000853" y="3732653"/>
                <a:ext cx="94320" cy="1670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4298BE5A-96F6-6A91-869C-D21521E2E589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8992213" y="3723653"/>
                  <a:ext cx="111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09AD3A35-4A2E-EDD4-AAF8-A5AC6CC52351}"/>
                    </a:ext>
                  </a:extLst>
                </p14:cNvPr>
                <p14:cNvContentPartPr/>
                <p14:nvPr/>
              </p14:nvContentPartPr>
              <p14:xfrm>
                <a:off x="9125773" y="3272933"/>
                <a:ext cx="260280" cy="644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09AD3A35-4A2E-EDD4-AAF8-A5AC6CC52351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9116773" y="3264293"/>
                  <a:ext cx="277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0105E889-19A7-469E-B5E9-DEDEE46659EF}"/>
                    </a:ext>
                  </a:extLst>
                </p14:cNvPr>
                <p14:cNvContentPartPr/>
                <p14:nvPr/>
              </p14:nvContentPartPr>
              <p14:xfrm>
                <a:off x="9331693" y="3232973"/>
                <a:ext cx="89280" cy="1389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0105E889-19A7-469E-B5E9-DEDEE46659EF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9323053" y="3224333"/>
                  <a:ext cx="106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C1DB7A8-B5D2-61EF-CC89-785A94D08392}"/>
                    </a:ext>
                  </a:extLst>
                </p14:cNvPr>
                <p14:cNvContentPartPr/>
                <p14:nvPr/>
              </p14:nvContentPartPr>
              <p14:xfrm>
                <a:off x="9523573" y="2810080"/>
                <a:ext cx="13320" cy="18684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C1DB7A8-B5D2-61EF-CC89-785A94D08392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9514573" y="2801080"/>
                  <a:ext cx="30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89A55009-2178-6DA6-9993-36F6E9DDAB39}"/>
                    </a:ext>
                  </a:extLst>
                </p14:cNvPr>
                <p14:cNvContentPartPr/>
                <p14:nvPr/>
              </p14:nvContentPartPr>
              <p14:xfrm>
                <a:off x="9427453" y="2751760"/>
                <a:ext cx="226440" cy="766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89A55009-2178-6DA6-9993-36F6E9DDAB39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418813" y="2742760"/>
                  <a:ext cx="244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F31B46A0-4AE6-D17A-4C26-6A94CA776505}"/>
                    </a:ext>
                  </a:extLst>
                </p14:cNvPr>
                <p14:cNvContentPartPr/>
                <p14:nvPr/>
              </p14:nvContentPartPr>
              <p14:xfrm>
                <a:off x="9609973" y="2849320"/>
                <a:ext cx="111240" cy="914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F31B46A0-4AE6-D17A-4C26-6A94CA77650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9600973" y="2840680"/>
                  <a:ext cx="128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116F5D0C-A165-8310-59A0-343D3850F673}"/>
                    </a:ext>
                  </a:extLst>
                </p14:cNvPr>
                <p14:cNvContentPartPr/>
                <p14:nvPr/>
              </p14:nvContentPartPr>
              <p14:xfrm>
                <a:off x="9731653" y="2839960"/>
                <a:ext cx="56520" cy="1270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116F5D0C-A165-8310-59A0-343D3850F67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9722653" y="2830960"/>
                  <a:ext cx="741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92E6C92-FCE6-044B-F74E-A4D4CEDA5FCA}"/>
                    </a:ext>
                  </a:extLst>
                </p14:cNvPr>
                <p14:cNvContentPartPr/>
                <p14:nvPr/>
              </p14:nvContentPartPr>
              <p14:xfrm>
                <a:off x="9842893" y="2775160"/>
                <a:ext cx="36360" cy="1785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92E6C92-FCE6-044B-F74E-A4D4CEDA5FCA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9833893" y="2766160"/>
                  <a:ext cx="54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B57C5EA7-C143-2425-E5E3-F852F998AAF9}"/>
                    </a:ext>
                  </a:extLst>
                </p14:cNvPr>
                <p14:cNvContentPartPr/>
                <p14:nvPr/>
              </p14:nvContentPartPr>
              <p14:xfrm>
                <a:off x="9847213" y="2827360"/>
                <a:ext cx="127800" cy="424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B57C5EA7-C143-2425-E5E3-F852F998AAF9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838573" y="2818360"/>
                  <a:ext cx="145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29F65A4F-9E67-55A5-006C-FBF65F9131C6}"/>
                    </a:ext>
                  </a:extLst>
                </p14:cNvPr>
                <p14:cNvContentPartPr/>
                <p14:nvPr/>
              </p14:nvContentPartPr>
              <p14:xfrm>
                <a:off x="9834613" y="3228040"/>
                <a:ext cx="18000" cy="1465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29F65A4F-9E67-55A5-006C-FBF65F9131C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825613" y="3219040"/>
                  <a:ext cx="35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365AC19E-5436-1CFC-9F86-71BBDE6496FA}"/>
                    </a:ext>
                  </a:extLst>
                </p14:cNvPr>
                <p14:cNvContentPartPr/>
                <p14:nvPr/>
              </p14:nvContentPartPr>
              <p14:xfrm>
                <a:off x="9783853" y="3181960"/>
                <a:ext cx="221040" cy="2696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365AC19E-5436-1CFC-9F86-71BBDE6496F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775213" y="3173320"/>
                  <a:ext cx="238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CFF852AB-51EB-77B5-24E9-ACA20E507954}"/>
                    </a:ext>
                  </a:extLst>
                </p14:cNvPr>
                <p14:cNvContentPartPr/>
                <p14:nvPr/>
              </p14:nvContentPartPr>
              <p14:xfrm>
                <a:off x="10074013" y="3192040"/>
                <a:ext cx="98280" cy="1648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CFF852AB-51EB-77B5-24E9-ACA20E507954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0065013" y="3183040"/>
                  <a:ext cx="115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1ACD9AE-1C9C-5354-F70E-A79C9BD3EA7C}"/>
                    </a:ext>
                  </a:extLst>
                </p14:cNvPr>
                <p14:cNvContentPartPr/>
                <p14:nvPr/>
              </p14:nvContentPartPr>
              <p14:xfrm>
                <a:off x="10116133" y="3124720"/>
                <a:ext cx="143640" cy="842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1ACD9AE-1C9C-5354-F70E-A79C9BD3EA7C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0107493" y="3116080"/>
                  <a:ext cx="161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17AA076D-8B22-9AC5-876A-B64266CACEFB}"/>
                    </a:ext>
                  </a:extLst>
                </p14:cNvPr>
                <p14:cNvContentPartPr/>
                <p14:nvPr/>
              </p14:nvContentPartPr>
              <p14:xfrm>
                <a:off x="9622573" y="3183760"/>
                <a:ext cx="58680" cy="4035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17AA076D-8B22-9AC5-876A-B64266CACEFB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613573" y="3174760"/>
                  <a:ext cx="763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EA93A7E4-F476-439B-27A8-79D902791AF7}"/>
                    </a:ext>
                  </a:extLst>
                </p14:cNvPr>
                <p14:cNvContentPartPr/>
                <p14:nvPr/>
              </p14:nvContentPartPr>
              <p14:xfrm>
                <a:off x="9616093" y="3020320"/>
                <a:ext cx="838440" cy="4611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EA93A7E4-F476-439B-27A8-79D902791AF7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607093" y="3011680"/>
                  <a:ext cx="85608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7720C045-969E-B27F-EDC2-3446868F860B}"/>
                    </a:ext>
                  </a:extLst>
                </p14:cNvPr>
                <p14:cNvContentPartPr/>
                <p14:nvPr/>
              </p14:nvContentPartPr>
              <p14:xfrm>
                <a:off x="9818413" y="3479320"/>
                <a:ext cx="689040" cy="1468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7720C045-969E-B27F-EDC2-3446868F860B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809773" y="3470680"/>
                  <a:ext cx="706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CAC53436-F24D-E2E3-152A-5580D9BC802B}"/>
                    </a:ext>
                  </a:extLst>
                </p14:cNvPr>
                <p14:cNvContentPartPr/>
                <p14:nvPr/>
              </p14:nvContentPartPr>
              <p14:xfrm>
                <a:off x="10120093" y="3661840"/>
                <a:ext cx="240120" cy="1872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CAC53436-F24D-E2E3-152A-5580D9BC802B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111093" y="3653200"/>
                  <a:ext cx="257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85BB315-616C-4073-F9A2-003DD4ED998F}"/>
                    </a:ext>
                  </a:extLst>
                </p14:cNvPr>
                <p14:cNvContentPartPr/>
                <p14:nvPr/>
              </p14:nvContentPartPr>
              <p14:xfrm>
                <a:off x="10386133" y="3688840"/>
                <a:ext cx="114120" cy="1083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85BB315-616C-4073-F9A2-003DD4ED998F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377493" y="3679840"/>
                  <a:ext cx="131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62AFA98C-F4A5-3351-3866-2EE4B7A621EE}"/>
                    </a:ext>
                  </a:extLst>
                </p14:cNvPr>
                <p14:cNvContentPartPr/>
                <p14:nvPr/>
              </p14:nvContentPartPr>
              <p14:xfrm>
                <a:off x="10417093" y="3671920"/>
                <a:ext cx="80280" cy="15084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62AFA98C-F4A5-3351-3866-2EE4B7A621EE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0408093" y="3663280"/>
                  <a:ext cx="979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D24E14D5-81A6-7A4D-FFEF-9A9086B27607}"/>
                    </a:ext>
                  </a:extLst>
                </p14:cNvPr>
                <p14:cNvContentPartPr/>
                <p14:nvPr/>
              </p14:nvContentPartPr>
              <p14:xfrm>
                <a:off x="10555693" y="3667240"/>
                <a:ext cx="57960" cy="1263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D24E14D5-81A6-7A4D-FFEF-9A9086B27607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0547053" y="3658240"/>
                  <a:ext cx="75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608BD721-9838-947B-FDF7-988ED8E50425}"/>
                    </a:ext>
                  </a:extLst>
                </p14:cNvPr>
                <p14:cNvContentPartPr/>
                <p14:nvPr/>
              </p14:nvContentPartPr>
              <p14:xfrm>
                <a:off x="10566853" y="3601720"/>
                <a:ext cx="100800" cy="658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608BD721-9838-947B-FDF7-988ED8E50425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0557853" y="3593080"/>
                  <a:ext cx="1184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5D1D866D-1E4E-B388-6E87-D3D2B9FEB6CF}"/>
                    </a:ext>
                  </a:extLst>
                </p14:cNvPr>
                <p14:cNvContentPartPr/>
                <p14:nvPr/>
              </p14:nvContentPartPr>
              <p14:xfrm>
                <a:off x="10706893" y="3145240"/>
                <a:ext cx="222840" cy="669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5D1D866D-1E4E-B388-6E87-D3D2B9FEB6CF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0697893" y="3136240"/>
                  <a:ext cx="2404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1005F5A7-CDCA-C264-9336-140F7039B3CD}"/>
                    </a:ext>
                  </a:extLst>
                </p14:cNvPr>
                <p14:cNvContentPartPr/>
                <p14:nvPr/>
              </p14:nvContentPartPr>
              <p14:xfrm>
                <a:off x="10871413" y="3090160"/>
                <a:ext cx="93960" cy="1432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1005F5A7-CDCA-C264-9336-140F7039B3CD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0862413" y="3081160"/>
                  <a:ext cx="1116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6015CC26-CFF4-C9D1-5C8D-AAEC891D8FCD}"/>
                    </a:ext>
                  </a:extLst>
                </p14:cNvPr>
                <p14:cNvContentPartPr/>
                <p14:nvPr/>
              </p14:nvContentPartPr>
              <p14:xfrm>
                <a:off x="5322373" y="4074760"/>
                <a:ext cx="244440" cy="1468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6015CC26-CFF4-C9D1-5C8D-AAEC891D8FCD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5313733" y="4066120"/>
                  <a:ext cx="2620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4C9E3F8C-8381-7C55-9EBC-B341E2285547}"/>
                    </a:ext>
                  </a:extLst>
                </p14:cNvPr>
                <p14:cNvContentPartPr/>
                <p14:nvPr/>
              </p14:nvContentPartPr>
              <p14:xfrm>
                <a:off x="5545933" y="4145320"/>
                <a:ext cx="180360" cy="21168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4C9E3F8C-8381-7C55-9EBC-B341E2285547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5537293" y="4136680"/>
                  <a:ext cx="1980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EF71A94A-9246-7CD3-1E7A-A529239C05E0}"/>
                    </a:ext>
                  </a:extLst>
                </p14:cNvPr>
                <p14:cNvContentPartPr/>
                <p14:nvPr/>
              </p14:nvContentPartPr>
              <p14:xfrm>
                <a:off x="5875693" y="4145320"/>
                <a:ext cx="248040" cy="3168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EF71A94A-9246-7CD3-1E7A-A529239C05E0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5866693" y="4136680"/>
                  <a:ext cx="265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4E9E5D9F-F115-5B63-D145-3797AD555C4C}"/>
                    </a:ext>
                  </a:extLst>
                </p14:cNvPr>
                <p14:cNvContentPartPr/>
                <p14:nvPr/>
              </p14:nvContentPartPr>
              <p14:xfrm>
                <a:off x="6064693" y="4095640"/>
                <a:ext cx="104040" cy="17280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4E9E5D9F-F115-5B63-D145-3797AD555C4C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6056053" y="4086640"/>
                  <a:ext cx="121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04643389-14C9-D06F-FCF7-5471D7A28217}"/>
                    </a:ext>
                  </a:extLst>
                </p14:cNvPr>
                <p14:cNvContentPartPr/>
                <p14:nvPr/>
              </p14:nvContentPartPr>
              <p14:xfrm>
                <a:off x="6425413" y="4116520"/>
                <a:ext cx="11880" cy="11268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04643389-14C9-D06F-FCF7-5471D7A28217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416773" y="4107880"/>
                  <a:ext cx="295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E5A3A1AB-5416-954E-9B32-C574558C9CE5}"/>
                    </a:ext>
                  </a:extLst>
                </p14:cNvPr>
                <p14:cNvContentPartPr/>
                <p14:nvPr/>
              </p14:nvContentPartPr>
              <p14:xfrm>
                <a:off x="6355573" y="4077640"/>
                <a:ext cx="180000" cy="2228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E5A3A1AB-5416-954E-9B32-C574558C9CE5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346933" y="4069000"/>
                  <a:ext cx="197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4C2E8BA6-8D13-F764-9228-82170007D2F1}"/>
                    </a:ext>
                  </a:extLst>
                </p14:cNvPr>
                <p14:cNvContentPartPr/>
                <p14:nvPr/>
              </p14:nvContentPartPr>
              <p14:xfrm>
                <a:off x="6622333" y="4094920"/>
                <a:ext cx="32400" cy="1512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4C2E8BA6-8D13-F764-9228-82170007D2F1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6613333" y="4085920"/>
                  <a:ext cx="50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0199765E-C158-BE50-D582-236DFEC50961}"/>
                    </a:ext>
                  </a:extLst>
                </p14:cNvPr>
                <p14:cNvContentPartPr/>
                <p14:nvPr/>
              </p14:nvContentPartPr>
              <p14:xfrm>
                <a:off x="6748693" y="4221640"/>
                <a:ext cx="62280" cy="1335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0199765E-C158-BE50-D582-236DFEC50961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739693" y="4212640"/>
                  <a:ext cx="79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E1215118-B5F7-6B92-022E-94FDE29253E2}"/>
                    </a:ext>
                  </a:extLst>
                </p14:cNvPr>
                <p14:cNvContentPartPr/>
                <p14:nvPr/>
              </p14:nvContentPartPr>
              <p14:xfrm>
                <a:off x="6979813" y="4096360"/>
                <a:ext cx="24480" cy="1274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E1215118-B5F7-6B92-022E-94FDE29253E2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6970813" y="4087360"/>
                  <a:ext cx="421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37B1DB27-F4CD-66DF-4CB5-A97CC5A88863}"/>
                    </a:ext>
                  </a:extLst>
                </p14:cNvPr>
                <p14:cNvContentPartPr/>
                <p14:nvPr/>
              </p14:nvContentPartPr>
              <p14:xfrm>
                <a:off x="6935533" y="4052800"/>
                <a:ext cx="232920" cy="2574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37B1DB27-F4CD-66DF-4CB5-A97CC5A88863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6926533" y="4044160"/>
                  <a:ext cx="2505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1281F6ED-2428-0E6E-4061-2971E721F5D1}"/>
                    </a:ext>
                  </a:extLst>
                </p14:cNvPr>
                <p14:cNvContentPartPr/>
                <p14:nvPr/>
              </p14:nvContentPartPr>
              <p14:xfrm>
                <a:off x="7230733" y="4062520"/>
                <a:ext cx="135360" cy="19440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1281F6ED-2428-0E6E-4061-2971E721F5D1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222093" y="4053880"/>
                  <a:ext cx="153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27690FBE-513B-7993-E678-3D08AF2E34A9}"/>
                    </a:ext>
                  </a:extLst>
                </p14:cNvPr>
                <p14:cNvContentPartPr/>
                <p14:nvPr/>
              </p14:nvContentPartPr>
              <p14:xfrm>
                <a:off x="7466533" y="4229200"/>
                <a:ext cx="25920" cy="788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27690FBE-513B-7993-E678-3D08AF2E34A9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457893" y="4220560"/>
                  <a:ext cx="435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5C2F741E-6564-2F21-986F-C0E300854CC7}"/>
                    </a:ext>
                  </a:extLst>
                </p14:cNvPr>
                <p14:cNvContentPartPr/>
                <p14:nvPr/>
              </p14:nvContentPartPr>
              <p14:xfrm>
                <a:off x="7601173" y="4081240"/>
                <a:ext cx="52200" cy="16596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5C2F741E-6564-2F21-986F-C0E300854CC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7592173" y="4072240"/>
                  <a:ext cx="69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9C16E0CC-6727-17B4-F7E2-C7E1E3970BB3}"/>
                    </a:ext>
                  </a:extLst>
                </p14:cNvPr>
                <p14:cNvContentPartPr/>
                <p14:nvPr/>
              </p14:nvContentPartPr>
              <p14:xfrm>
                <a:off x="7583893" y="4102120"/>
                <a:ext cx="195120" cy="20016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9C16E0CC-6727-17B4-F7E2-C7E1E3970BB3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574893" y="4093120"/>
                  <a:ext cx="212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89E33F54-9AB9-8D82-4A93-3CE436711871}"/>
                    </a:ext>
                  </a:extLst>
                </p14:cNvPr>
                <p14:cNvContentPartPr/>
                <p14:nvPr/>
              </p14:nvContentPartPr>
              <p14:xfrm>
                <a:off x="7862533" y="4088800"/>
                <a:ext cx="163080" cy="1324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89E33F54-9AB9-8D82-4A93-3CE436711871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853893" y="4080160"/>
                  <a:ext cx="180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A44BA706-2021-2D8D-5B21-0C2FE188825A}"/>
                    </a:ext>
                  </a:extLst>
                </p14:cNvPr>
                <p14:cNvContentPartPr/>
                <p14:nvPr/>
              </p14:nvContentPartPr>
              <p14:xfrm>
                <a:off x="7908973" y="4121200"/>
                <a:ext cx="54000" cy="2408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A44BA706-2021-2D8D-5B21-0C2FE188825A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7899973" y="4112560"/>
                  <a:ext cx="716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51961AA6-35E0-49C1-2A1A-3C50A1D299B8}"/>
                    </a:ext>
                  </a:extLst>
                </p14:cNvPr>
                <p14:cNvContentPartPr/>
                <p14:nvPr/>
              </p14:nvContentPartPr>
              <p14:xfrm>
                <a:off x="8105893" y="4217320"/>
                <a:ext cx="22680" cy="8964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51961AA6-35E0-49C1-2A1A-3C50A1D299B8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8097253" y="4208680"/>
                  <a:ext cx="40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B07371C2-4174-AA78-D5A8-AC4E17FD1413}"/>
                    </a:ext>
                  </a:extLst>
                </p14:cNvPr>
                <p14:cNvContentPartPr/>
                <p14:nvPr/>
              </p14:nvContentPartPr>
              <p14:xfrm>
                <a:off x="8272213" y="4143520"/>
                <a:ext cx="29880" cy="1378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B07371C2-4174-AA78-D5A8-AC4E17FD1413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8263573" y="4134880"/>
                  <a:ext cx="47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4077B09-4AC5-078D-C98C-A3D84B1467FA}"/>
                    </a:ext>
                  </a:extLst>
                </p14:cNvPr>
                <p14:cNvContentPartPr/>
                <p14:nvPr/>
              </p14:nvContentPartPr>
              <p14:xfrm>
                <a:off x="8241253" y="4136320"/>
                <a:ext cx="169920" cy="19764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4077B09-4AC5-078D-C98C-A3D84B1467FA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232613" y="4127680"/>
                  <a:ext cx="187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9529111C-87AC-B27F-692E-0963770743DD}"/>
                    </a:ext>
                  </a:extLst>
                </p14:cNvPr>
                <p14:cNvContentPartPr/>
                <p14:nvPr/>
              </p14:nvContentPartPr>
              <p14:xfrm>
                <a:off x="8488213" y="4124800"/>
                <a:ext cx="78480" cy="1558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9529111C-87AC-B27F-692E-0963770743DD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8479213" y="4116160"/>
                  <a:ext cx="96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6DC5243F-E921-1EF8-379C-AA6AD73EE4D5}"/>
                    </a:ext>
                  </a:extLst>
                </p14:cNvPr>
                <p14:cNvContentPartPr/>
                <p14:nvPr/>
              </p14:nvContentPartPr>
              <p14:xfrm>
                <a:off x="8506573" y="4092400"/>
                <a:ext cx="165960" cy="586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6DC5243F-E921-1EF8-379C-AA6AD73EE4D5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8497933" y="4083760"/>
                  <a:ext cx="183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4D2665F-37F0-8D47-6889-C0E1CE4FD636}"/>
                    </a:ext>
                  </a:extLst>
                </p14:cNvPr>
                <p14:cNvContentPartPr/>
                <p14:nvPr/>
              </p14:nvContentPartPr>
              <p14:xfrm>
                <a:off x="6236773" y="3977200"/>
                <a:ext cx="2536560" cy="58500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4D2665F-37F0-8D47-6889-C0E1CE4FD636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6228133" y="3968560"/>
                  <a:ext cx="255420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9E9DC11D-90C4-4623-E979-930E2123319B}"/>
                    </a:ext>
                  </a:extLst>
                </p14:cNvPr>
                <p14:cNvContentPartPr/>
                <p14:nvPr/>
              </p14:nvContentPartPr>
              <p14:xfrm>
                <a:off x="8943613" y="4202920"/>
                <a:ext cx="294840" cy="4860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9E9DC11D-90C4-4623-E979-930E2123319B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8934973" y="4194280"/>
                  <a:ext cx="312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B37D9B07-F751-E995-F614-3A19EE9F281B}"/>
                    </a:ext>
                  </a:extLst>
                </p14:cNvPr>
                <p14:cNvContentPartPr/>
                <p14:nvPr/>
              </p14:nvContentPartPr>
              <p14:xfrm>
                <a:off x="9147373" y="4145320"/>
                <a:ext cx="95040" cy="14796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B37D9B07-F751-E995-F614-3A19EE9F281B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9138373" y="4136680"/>
                  <a:ext cx="11268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AF74B620-5A52-8D50-5C03-C1DC17311370}"/>
              </a:ext>
            </a:extLst>
          </p:cNvPr>
          <p:cNvGrpSpPr/>
          <p:nvPr/>
        </p:nvGrpSpPr>
        <p:grpSpPr>
          <a:xfrm>
            <a:off x="9518533" y="3963520"/>
            <a:ext cx="870120" cy="478440"/>
            <a:chOff x="9518533" y="3963520"/>
            <a:chExt cx="87012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06393087-6882-07F6-8BAF-894EA7E150C6}"/>
                    </a:ext>
                  </a:extLst>
                </p14:cNvPr>
                <p14:cNvContentPartPr/>
                <p14:nvPr/>
              </p14:nvContentPartPr>
              <p14:xfrm>
                <a:off x="9749293" y="4099600"/>
                <a:ext cx="49680" cy="1738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06393087-6882-07F6-8BAF-894EA7E150C6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740653" y="4090960"/>
                  <a:ext cx="673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0A8D26E1-8DDC-9C56-441A-27383F6C1ABB}"/>
                    </a:ext>
                  </a:extLst>
                </p14:cNvPr>
                <p14:cNvContentPartPr/>
                <p14:nvPr/>
              </p14:nvContentPartPr>
              <p14:xfrm>
                <a:off x="9705373" y="4105720"/>
                <a:ext cx="213480" cy="2347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0A8D26E1-8DDC-9C56-441A-27383F6C1ABB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9696373" y="4097080"/>
                  <a:ext cx="231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A70E1EBF-D1C6-162C-F6D1-701E7E409342}"/>
                    </a:ext>
                  </a:extLst>
                </p14:cNvPr>
                <p14:cNvContentPartPr/>
                <p14:nvPr/>
              </p14:nvContentPartPr>
              <p14:xfrm>
                <a:off x="9993373" y="4099600"/>
                <a:ext cx="171720" cy="16956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A70E1EBF-D1C6-162C-F6D1-701E7E409342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9984373" y="4090960"/>
                  <a:ext cx="189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1AF3FC3C-A0E9-9C7A-6A63-62E814AE10DB}"/>
                    </a:ext>
                  </a:extLst>
                </p14:cNvPr>
                <p14:cNvContentPartPr/>
                <p14:nvPr/>
              </p14:nvContentPartPr>
              <p14:xfrm>
                <a:off x="9527173" y="4100320"/>
                <a:ext cx="84960" cy="28800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1AF3FC3C-A0E9-9C7A-6A63-62E814AE10DB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9518533" y="4091320"/>
                  <a:ext cx="1026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6F6E4986-4628-1564-72B0-E95AEC32FA5C}"/>
                    </a:ext>
                  </a:extLst>
                </p14:cNvPr>
                <p14:cNvContentPartPr/>
                <p14:nvPr/>
              </p14:nvContentPartPr>
              <p14:xfrm>
                <a:off x="9518533" y="3963520"/>
                <a:ext cx="870120" cy="47844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6F6E4986-4628-1564-72B0-E95AEC32FA5C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9509893" y="3954880"/>
                  <a:ext cx="887760" cy="49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5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72D7C12C-FC27-0F83-207E-8D5337DF6FE0}"/>
                  </a:ext>
                </a:extLst>
              </p14:cNvPr>
              <p14:cNvContentPartPr/>
              <p14:nvPr/>
            </p14:nvContentPartPr>
            <p14:xfrm>
              <a:off x="10824613" y="4040920"/>
              <a:ext cx="250560" cy="144720"/>
            </p14:xfrm>
          </p:contentPart>
        </mc:Choice>
        <mc:Fallback xmlns=""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72D7C12C-FC27-0F83-207E-8D5337DF6FE0}"/>
                  </a:ext>
                </a:extLst>
              </p:cNvPr>
              <p:cNvPicPr/>
              <p:nvPr/>
            </p:nvPicPr>
            <p:blipFill>
              <a:blip r:embed="rId636"/>
              <a:stretch>
                <a:fillRect/>
              </a:stretch>
            </p:blipFill>
            <p:spPr>
              <a:xfrm>
                <a:off x="10815613" y="4032280"/>
                <a:ext cx="26820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6" name="Group 475">
            <a:extLst>
              <a:ext uri="{FF2B5EF4-FFF2-40B4-BE49-F238E27FC236}">
                <a16:creationId xmlns:a16="http://schemas.microsoft.com/office/drawing/2014/main" id="{59B94971-30D3-468F-A420-ACD82EBB8C43}"/>
              </a:ext>
            </a:extLst>
          </p:cNvPr>
          <p:cNvGrpSpPr/>
          <p:nvPr/>
        </p:nvGrpSpPr>
        <p:grpSpPr>
          <a:xfrm>
            <a:off x="11436973" y="3880720"/>
            <a:ext cx="630720" cy="301320"/>
            <a:chOff x="11436973" y="3880720"/>
            <a:chExt cx="63072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AAA5C97A-5ED9-C5A6-1C91-CD5BA663A0F9}"/>
                    </a:ext>
                  </a:extLst>
                </p14:cNvPr>
                <p14:cNvContentPartPr/>
                <p14:nvPr/>
              </p14:nvContentPartPr>
              <p14:xfrm>
                <a:off x="11436973" y="3984400"/>
                <a:ext cx="125640" cy="19764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AAA5C97A-5ED9-C5A6-1C91-CD5BA663A0F9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11427973" y="3975760"/>
                  <a:ext cx="143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48FA61C7-4DD7-7585-C160-8BACE71CE508}"/>
                    </a:ext>
                  </a:extLst>
                </p14:cNvPr>
                <p14:cNvContentPartPr/>
                <p14:nvPr/>
              </p14:nvContentPartPr>
              <p14:xfrm>
                <a:off x="11629573" y="4045240"/>
                <a:ext cx="29880" cy="3456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48FA61C7-4DD7-7585-C160-8BACE71CE50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11620933" y="4036240"/>
                  <a:ext cx="47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8D44A821-16A6-6772-3CF1-882509D3C2EE}"/>
                    </a:ext>
                  </a:extLst>
                </p14:cNvPr>
                <p14:cNvContentPartPr/>
                <p14:nvPr/>
              </p14:nvContentPartPr>
              <p14:xfrm>
                <a:off x="11727133" y="3946240"/>
                <a:ext cx="174240" cy="21528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8D44A821-16A6-6772-3CF1-882509D3C2EE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11718133" y="3937240"/>
                  <a:ext cx="191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5B15FAC7-9FCE-65F3-3189-0F656B8C1B5C}"/>
                    </a:ext>
                  </a:extLst>
                </p14:cNvPr>
                <p14:cNvContentPartPr/>
                <p14:nvPr/>
              </p14:nvContentPartPr>
              <p14:xfrm>
                <a:off x="11952853" y="3966040"/>
                <a:ext cx="81720" cy="1346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5B15FAC7-9FCE-65F3-3189-0F656B8C1B5C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11944213" y="3957040"/>
                  <a:ext cx="99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14ACF189-674A-AAA1-3439-980CEE9FEAAB}"/>
                    </a:ext>
                  </a:extLst>
                </p14:cNvPr>
                <p14:cNvContentPartPr/>
                <p14:nvPr/>
              </p14:nvContentPartPr>
              <p14:xfrm>
                <a:off x="11953573" y="3880720"/>
                <a:ext cx="114120" cy="878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14ACF189-674A-AAA1-3439-980CEE9FEAAB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1944573" y="3872080"/>
                  <a:ext cx="13176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3BCDB0B3-5822-0315-52A3-0C192C85C523}"/>
              </a:ext>
            </a:extLst>
          </p:cNvPr>
          <p:cNvGrpSpPr/>
          <p:nvPr/>
        </p:nvGrpSpPr>
        <p:grpSpPr>
          <a:xfrm>
            <a:off x="5357653" y="4751200"/>
            <a:ext cx="929880" cy="244080"/>
            <a:chOff x="5357653" y="4751200"/>
            <a:chExt cx="92988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D4EEC03C-2F99-15A8-8CFE-F5A163900E53}"/>
                    </a:ext>
                  </a:extLst>
                </p14:cNvPr>
                <p14:cNvContentPartPr/>
                <p14:nvPr/>
              </p14:nvContentPartPr>
              <p14:xfrm>
                <a:off x="5357653" y="4751200"/>
                <a:ext cx="269280" cy="1198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D4EEC03C-2F99-15A8-8CFE-F5A163900E53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5349013" y="4742560"/>
                  <a:ext cx="286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1C493587-658F-97D3-DA39-62098CEE9FCD}"/>
                    </a:ext>
                  </a:extLst>
                </p14:cNvPr>
                <p14:cNvContentPartPr/>
                <p14:nvPr/>
              </p14:nvContentPartPr>
              <p14:xfrm>
                <a:off x="5643493" y="4825720"/>
                <a:ext cx="151920" cy="1695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1C493587-658F-97D3-DA39-62098CEE9FCD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5634493" y="4817080"/>
                  <a:ext cx="169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AA7C5125-BF9B-2413-2DBF-D2AE9494BF03}"/>
                    </a:ext>
                  </a:extLst>
                </p14:cNvPr>
                <p14:cNvContentPartPr/>
                <p14:nvPr/>
              </p14:nvContentPartPr>
              <p14:xfrm>
                <a:off x="5990893" y="4801240"/>
                <a:ext cx="296640" cy="7776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AA7C5125-BF9B-2413-2DBF-D2AE9494BF03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5981893" y="4792240"/>
                  <a:ext cx="314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AC8C2A67-3940-5CF6-D971-C20A84961161}"/>
                    </a:ext>
                  </a:extLst>
                </p14:cNvPr>
                <p14:cNvContentPartPr/>
                <p14:nvPr/>
              </p14:nvContentPartPr>
              <p14:xfrm>
                <a:off x="6182773" y="4756240"/>
                <a:ext cx="95760" cy="1814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AC8C2A67-3940-5CF6-D971-C20A84961161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6174133" y="4747240"/>
                  <a:ext cx="11340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1419E5AE-06E2-DEB9-E07C-A73D98DD2005}"/>
              </a:ext>
            </a:extLst>
          </p:cNvPr>
          <p:cNvGrpSpPr/>
          <p:nvPr/>
        </p:nvGrpSpPr>
        <p:grpSpPr>
          <a:xfrm>
            <a:off x="8996533" y="4731040"/>
            <a:ext cx="305280" cy="178560"/>
            <a:chOff x="8996533" y="4731040"/>
            <a:chExt cx="30528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DD0FD55B-1723-BF69-422B-82B0AC974F66}"/>
                    </a:ext>
                  </a:extLst>
                </p14:cNvPr>
                <p14:cNvContentPartPr/>
                <p14:nvPr/>
              </p14:nvContentPartPr>
              <p14:xfrm>
                <a:off x="8996533" y="4783600"/>
                <a:ext cx="281520" cy="367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DD0FD55B-1723-BF69-422B-82B0AC974F66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8987533" y="4774960"/>
                  <a:ext cx="299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25E845F1-AF61-5D53-FAF4-CF4FBD0A85D0}"/>
                    </a:ext>
                  </a:extLst>
                </p14:cNvPr>
                <p14:cNvContentPartPr/>
                <p14:nvPr/>
              </p14:nvContentPartPr>
              <p14:xfrm>
                <a:off x="9218293" y="4731040"/>
                <a:ext cx="83520" cy="17856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25E845F1-AF61-5D53-FAF4-CF4FBD0A85D0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9209293" y="4722040"/>
                  <a:ext cx="10116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3C5DD80C-929A-EE89-52C5-F9DF66932BF8}"/>
              </a:ext>
            </a:extLst>
          </p:cNvPr>
          <p:cNvGrpSpPr/>
          <p:nvPr/>
        </p:nvGrpSpPr>
        <p:grpSpPr>
          <a:xfrm>
            <a:off x="9582253" y="4498840"/>
            <a:ext cx="846720" cy="515160"/>
            <a:chOff x="9582253" y="4498840"/>
            <a:chExt cx="846720" cy="51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62AF9159-9BEA-C8D1-A2E3-7C31AD15AC06}"/>
                    </a:ext>
                  </a:extLst>
                </p14:cNvPr>
                <p14:cNvContentPartPr/>
                <p14:nvPr/>
              </p14:nvContentPartPr>
              <p14:xfrm>
                <a:off x="9883933" y="4691800"/>
                <a:ext cx="53280" cy="1396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62AF9159-9BEA-C8D1-A2E3-7C31AD15AC06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9874933" y="4683160"/>
                  <a:ext cx="709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BFA84DAB-9CBF-246A-7CF9-73081FBA0E67}"/>
                    </a:ext>
                  </a:extLst>
                </p14:cNvPr>
                <p14:cNvContentPartPr/>
                <p14:nvPr/>
              </p14:nvContentPartPr>
              <p14:xfrm>
                <a:off x="9801853" y="4646440"/>
                <a:ext cx="245520" cy="2289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BFA84DAB-9CBF-246A-7CF9-73081FBA0E67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9793213" y="4637440"/>
                  <a:ext cx="2631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1293807B-20F8-82E6-A5B2-EA7386976E2A}"/>
                    </a:ext>
                  </a:extLst>
                </p14:cNvPr>
                <p14:cNvContentPartPr/>
                <p14:nvPr/>
              </p14:nvContentPartPr>
              <p14:xfrm>
                <a:off x="10020733" y="4785400"/>
                <a:ext cx="177480" cy="13212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1293807B-20F8-82E6-A5B2-EA7386976E2A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0012093" y="4776760"/>
                  <a:ext cx="1951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45C3BBE2-ACD0-61C0-4ECD-320026EA24D6}"/>
                    </a:ext>
                  </a:extLst>
                </p14:cNvPr>
                <p14:cNvContentPartPr/>
                <p14:nvPr/>
              </p14:nvContentPartPr>
              <p14:xfrm>
                <a:off x="9582253" y="4498840"/>
                <a:ext cx="846720" cy="51516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45C3BBE2-ACD0-61C0-4ECD-320026EA24D6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9573613" y="4490200"/>
                  <a:ext cx="864360" cy="53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F99DEAF7-43D9-8B4A-1B99-5409C2A3FDF2}"/>
              </a:ext>
            </a:extLst>
          </p:cNvPr>
          <p:cNvGrpSpPr/>
          <p:nvPr/>
        </p:nvGrpSpPr>
        <p:grpSpPr>
          <a:xfrm>
            <a:off x="10670533" y="4609000"/>
            <a:ext cx="417600" cy="203760"/>
            <a:chOff x="10670533" y="4609000"/>
            <a:chExt cx="41760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FAEDBE30-A58D-0C8B-1D80-A3553F9F720E}"/>
                    </a:ext>
                  </a:extLst>
                </p14:cNvPr>
                <p14:cNvContentPartPr/>
                <p14:nvPr/>
              </p14:nvContentPartPr>
              <p14:xfrm>
                <a:off x="10670533" y="4656520"/>
                <a:ext cx="417600" cy="7668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FAEDBE30-A58D-0C8B-1D80-A3553F9F720E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0661533" y="4647880"/>
                  <a:ext cx="435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D04469F7-D2CC-2B76-5C9B-6C1276BA7B5A}"/>
                    </a:ext>
                  </a:extLst>
                </p14:cNvPr>
                <p14:cNvContentPartPr/>
                <p14:nvPr/>
              </p14:nvContentPartPr>
              <p14:xfrm>
                <a:off x="10984093" y="4609000"/>
                <a:ext cx="97560" cy="2037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D04469F7-D2CC-2B76-5C9B-6C1276BA7B5A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10975453" y="4600360"/>
                  <a:ext cx="11520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ED432A94-80EA-9A90-4691-8E3BC0C65224}"/>
              </a:ext>
            </a:extLst>
          </p:cNvPr>
          <p:cNvGrpSpPr/>
          <p:nvPr/>
        </p:nvGrpSpPr>
        <p:grpSpPr>
          <a:xfrm>
            <a:off x="11480893" y="4543120"/>
            <a:ext cx="829440" cy="210600"/>
            <a:chOff x="11480893" y="4543120"/>
            <a:chExt cx="82944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4E2D46D9-FEFB-034E-0565-1893DCE8CBC6}"/>
                    </a:ext>
                  </a:extLst>
                </p14:cNvPr>
                <p14:cNvContentPartPr/>
                <p14:nvPr/>
              </p14:nvContentPartPr>
              <p14:xfrm>
                <a:off x="11480893" y="4590640"/>
                <a:ext cx="158040" cy="16308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4E2D46D9-FEFB-034E-0565-1893DCE8CBC6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1471893" y="4582000"/>
                  <a:ext cx="175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A7610E51-8D93-7CBA-8734-1EECFF86AE83}"/>
                    </a:ext>
                  </a:extLst>
                </p14:cNvPr>
                <p14:cNvContentPartPr/>
                <p14:nvPr/>
              </p14:nvContentPartPr>
              <p14:xfrm>
                <a:off x="11711653" y="4670920"/>
                <a:ext cx="34920" cy="4104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A7610E51-8D93-7CBA-8734-1EECFF86AE83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1702653" y="4662280"/>
                  <a:ext cx="525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7CF3D475-7E7A-C11D-8C8B-4FCEA3FBF5CE}"/>
                    </a:ext>
                  </a:extLst>
                </p14:cNvPr>
                <p14:cNvContentPartPr/>
                <p14:nvPr/>
              </p14:nvContentPartPr>
              <p14:xfrm>
                <a:off x="11795533" y="4568320"/>
                <a:ext cx="126360" cy="1594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7CF3D475-7E7A-C11D-8C8B-4FCEA3FBF5CE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1786893" y="4559320"/>
                  <a:ext cx="144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BD2EA94C-2AAC-A1E4-1BC2-B4EEA5816BD9}"/>
                    </a:ext>
                  </a:extLst>
                </p14:cNvPr>
                <p14:cNvContentPartPr/>
                <p14:nvPr/>
              </p14:nvContentPartPr>
              <p14:xfrm>
                <a:off x="11841613" y="4613320"/>
                <a:ext cx="143640" cy="478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BD2EA94C-2AAC-A1E4-1BC2-B4EEA5816BD9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1832613" y="4604680"/>
                  <a:ext cx="161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E8F1361F-D9C0-2053-AF4B-14DC04FB8FE9}"/>
                    </a:ext>
                  </a:extLst>
                </p14:cNvPr>
                <p14:cNvContentPartPr/>
                <p14:nvPr/>
              </p14:nvContentPartPr>
              <p14:xfrm>
                <a:off x="12013693" y="4543120"/>
                <a:ext cx="296640" cy="1422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E8F1361F-D9C0-2053-AF4B-14DC04FB8FE9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12004693" y="4534480"/>
                  <a:ext cx="3142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6C8718F6-1927-772E-AD4B-EE97434C4FDC}"/>
              </a:ext>
            </a:extLst>
          </p:cNvPr>
          <p:cNvGrpSpPr/>
          <p:nvPr/>
        </p:nvGrpSpPr>
        <p:grpSpPr>
          <a:xfrm>
            <a:off x="11477653" y="5125600"/>
            <a:ext cx="579960" cy="236160"/>
            <a:chOff x="11477653" y="5125600"/>
            <a:chExt cx="57996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0F000430-2BBC-9026-5C20-3BFC262E547D}"/>
                    </a:ext>
                  </a:extLst>
                </p14:cNvPr>
                <p14:cNvContentPartPr/>
                <p14:nvPr/>
              </p14:nvContentPartPr>
              <p14:xfrm>
                <a:off x="11477653" y="5148640"/>
                <a:ext cx="138240" cy="19044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0F000430-2BBC-9026-5C20-3BFC262E547D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11469013" y="5140000"/>
                  <a:ext cx="155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C160010A-CECC-A5E1-A7BA-C2895813E9C8}"/>
                    </a:ext>
                  </a:extLst>
                </p14:cNvPr>
                <p14:cNvContentPartPr/>
                <p14:nvPr/>
              </p14:nvContentPartPr>
              <p14:xfrm>
                <a:off x="11673133" y="5248360"/>
                <a:ext cx="39960" cy="3132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C160010A-CECC-A5E1-A7BA-C2895813E9C8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11664493" y="5239360"/>
                  <a:ext cx="57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82529BB8-C1EC-C6AD-E959-BFA82C645DA2}"/>
                    </a:ext>
                  </a:extLst>
                </p14:cNvPr>
                <p14:cNvContentPartPr/>
                <p14:nvPr/>
              </p14:nvContentPartPr>
              <p14:xfrm>
                <a:off x="11754493" y="5125600"/>
                <a:ext cx="98280" cy="16812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82529BB8-C1EC-C6AD-E959-BFA82C645DA2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1745493" y="5116960"/>
                  <a:ext cx="115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D2063ECB-3103-0D3D-B7C4-2552C2285EC3}"/>
                    </a:ext>
                  </a:extLst>
                </p14:cNvPr>
                <p14:cNvContentPartPr/>
                <p14:nvPr/>
              </p14:nvContentPartPr>
              <p14:xfrm>
                <a:off x="11943493" y="5142520"/>
                <a:ext cx="114120" cy="21924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D2063ECB-3103-0D3D-B7C4-2552C2285EC3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1934853" y="5133520"/>
                  <a:ext cx="13176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37BE43F7-2054-FC53-F7F5-B3B0827F6904}"/>
              </a:ext>
            </a:extLst>
          </p:cNvPr>
          <p:cNvGrpSpPr/>
          <p:nvPr/>
        </p:nvGrpSpPr>
        <p:grpSpPr>
          <a:xfrm>
            <a:off x="9699973" y="5100040"/>
            <a:ext cx="1521360" cy="1021680"/>
            <a:chOff x="9699973" y="5100040"/>
            <a:chExt cx="1521360" cy="102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0A21FC6B-9580-F800-FC35-BBB3B7C48FCE}"/>
                    </a:ext>
                  </a:extLst>
                </p14:cNvPr>
                <p14:cNvContentPartPr/>
                <p14:nvPr/>
              </p14:nvContentPartPr>
              <p14:xfrm>
                <a:off x="10851613" y="5246920"/>
                <a:ext cx="331200" cy="723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0A21FC6B-9580-F800-FC35-BBB3B7C48FCE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0842613" y="5237920"/>
                  <a:ext cx="348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CD08E7B0-EA26-CBD1-19C8-3A4A0D68EECB}"/>
                    </a:ext>
                  </a:extLst>
                </p14:cNvPr>
                <p14:cNvContentPartPr/>
                <p14:nvPr/>
              </p14:nvContentPartPr>
              <p14:xfrm>
                <a:off x="11046733" y="5170600"/>
                <a:ext cx="125280" cy="23616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CD08E7B0-EA26-CBD1-19C8-3A4A0D68EECB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1037733" y="5161960"/>
                  <a:ext cx="142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7C2F7EB3-91CC-9794-B550-144E12361D6B}"/>
                    </a:ext>
                  </a:extLst>
                </p14:cNvPr>
                <p14:cNvContentPartPr/>
                <p14:nvPr/>
              </p14:nvContentPartPr>
              <p14:xfrm>
                <a:off x="10050253" y="5803480"/>
                <a:ext cx="34200" cy="14148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7C2F7EB3-91CC-9794-B550-144E12361D6B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0041253" y="5794840"/>
                  <a:ext cx="51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C8BC6C83-3168-A1CD-5121-D8ED78D2EE0C}"/>
                    </a:ext>
                  </a:extLst>
                </p14:cNvPr>
                <p14:cNvContentPartPr/>
                <p14:nvPr/>
              </p14:nvContentPartPr>
              <p14:xfrm>
                <a:off x="10014973" y="5217040"/>
                <a:ext cx="24840" cy="15048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C8BC6C83-3168-A1CD-5121-D8ED78D2EE0C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10005973" y="5208040"/>
                  <a:ext cx="424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89A4A018-C58D-736E-8C53-115A02FCB941}"/>
                    </a:ext>
                  </a:extLst>
                </p14:cNvPr>
                <p14:cNvContentPartPr/>
                <p14:nvPr/>
              </p14:nvContentPartPr>
              <p14:xfrm>
                <a:off x="9943693" y="5201920"/>
                <a:ext cx="233640" cy="22680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89A4A018-C58D-736E-8C53-115A02FCB941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9934693" y="5192920"/>
                  <a:ext cx="2512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962CF76E-F64C-B4E6-5B7B-CAC14B7A8BDB}"/>
                    </a:ext>
                  </a:extLst>
                </p14:cNvPr>
                <p14:cNvContentPartPr/>
                <p14:nvPr/>
              </p14:nvContentPartPr>
              <p14:xfrm>
                <a:off x="10224133" y="5357440"/>
                <a:ext cx="120240" cy="15552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962CF76E-F64C-B4E6-5B7B-CAC14B7A8BDB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10215493" y="5348440"/>
                  <a:ext cx="137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800BB01E-B772-01FE-3529-2D1CC6A13336}"/>
                    </a:ext>
                  </a:extLst>
                </p14:cNvPr>
                <p14:cNvContentPartPr/>
                <p14:nvPr/>
              </p14:nvContentPartPr>
              <p14:xfrm>
                <a:off x="9699973" y="5192560"/>
                <a:ext cx="65880" cy="36468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800BB01E-B772-01FE-3529-2D1CC6A13336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9691333" y="5183920"/>
                  <a:ext cx="835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22BD0243-0236-CC77-6C8D-0707764CEDD8}"/>
                    </a:ext>
                  </a:extLst>
                </p14:cNvPr>
                <p14:cNvContentPartPr/>
                <p14:nvPr/>
              </p14:nvContentPartPr>
              <p14:xfrm>
                <a:off x="9748933" y="5100040"/>
                <a:ext cx="820440" cy="46908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22BD0243-0236-CC77-6C8D-0707764CEDD8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9739933" y="5091400"/>
                  <a:ext cx="83808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D9E1D85C-1E27-8320-FD37-EF864DC0B437}"/>
                    </a:ext>
                  </a:extLst>
                </p14:cNvPr>
                <p14:cNvContentPartPr/>
                <p14:nvPr/>
              </p14:nvContentPartPr>
              <p14:xfrm>
                <a:off x="10219093" y="5381920"/>
                <a:ext cx="228960" cy="26424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D9E1D85C-1E27-8320-FD37-EF864DC0B437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10210453" y="5372920"/>
                  <a:ext cx="2466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AD6559F6-0F88-F59A-17EF-9670250C565C}"/>
                    </a:ext>
                  </a:extLst>
                </p14:cNvPr>
                <p14:cNvContentPartPr/>
                <p14:nvPr/>
              </p14:nvContentPartPr>
              <p14:xfrm>
                <a:off x="10268413" y="5412160"/>
                <a:ext cx="219960" cy="24192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AD6559F6-0F88-F59A-17EF-9670250C565C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10259773" y="5403160"/>
                  <a:ext cx="2376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343F4022-4118-5E30-2F54-741B0F5A1885}"/>
                    </a:ext>
                  </a:extLst>
                </p14:cNvPr>
                <p14:cNvContentPartPr/>
                <p14:nvPr/>
              </p14:nvContentPartPr>
              <p14:xfrm>
                <a:off x="9968173" y="5768920"/>
                <a:ext cx="263520" cy="22500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343F4022-4118-5E30-2F54-741B0F5A1885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9959533" y="5760280"/>
                  <a:ext cx="281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F00FCABF-3788-2C3C-D68B-B8E7BBB58E7E}"/>
                    </a:ext>
                  </a:extLst>
                </p14:cNvPr>
                <p14:cNvContentPartPr/>
                <p14:nvPr/>
              </p14:nvContentPartPr>
              <p14:xfrm>
                <a:off x="10333573" y="5845600"/>
                <a:ext cx="35280" cy="10908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F00FCABF-3788-2C3C-D68B-B8E7BBB58E7E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10324933" y="5836960"/>
                  <a:ext cx="52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76C023B4-C3C8-0B58-2984-F5D912C63DF5}"/>
                    </a:ext>
                  </a:extLst>
                </p14:cNvPr>
                <p14:cNvContentPartPr/>
                <p14:nvPr/>
              </p14:nvContentPartPr>
              <p14:xfrm>
                <a:off x="9855493" y="5688640"/>
                <a:ext cx="817200" cy="43308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76C023B4-C3C8-0B58-2984-F5D912C63DF5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9846853" y="5679640"/>
                  <a:ext cx="83484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081F536C-69DC-B56F-09BB-8EECA42AF7BD}"/>
                    </a:ext>
                  </a:extLst>
                </p14:cNvPr>
                <p14:cNvContentPartPr/>
                <p14:nvPr/>
              </p14:nvContentPartPr>
              <p14:xfrm>
                <a:off x="10895173" y="5794480"/>
                <a:ext cx="326160" cy="6768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081F536C-69DC-B56F-09BB-8EECA42AF7BD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10886173" y="5785840"/>
                  <a:ext cx="343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12D28C7A-B1DD-F9B3-371A-8F53EA783FB3}"/>
                    </a:ext>
                  </a:extLst>
                </p14:cNvPr>
                <p14:cNvContentPartPr/>
                <p14:nvPr/>
              </p14:nvContentPartPr>
              <p14:xfrm>
                <a:off x="11048533" y="5717440"/>
                <a:ext cx="168120" cy="28368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12D28C7A-B1DD-F9B3-371A-8F53EA783FB3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11039893" y="5708440"/>
                  <a:ext cx="18576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6" name="Group 535">
            <a:extLst>
              <a:ext uri="{FF2B5EF4-FFF2-40B4-BE49-F238E27FC236}">
                <a16:creationId xmlns:a16="http://schemas.microsoft.com/office/drawing/2014/main" id="{0C9961B1-FD9F-3DD6-BEDB-F8CCCAE96927}"/>
              </a:ext>
            </a:extLst>
          </p:cNvPr>
          <p:cNvGrpSpPr/>
          <p:nvPr/>
        </p:nvGrpSpPr>
        <p:grpSpPr>
          <a:xfrm>
            <a:off x="5579413" y="5274640"/>
            <a:ext cx="890640" cy="304920"/>
            <a:chOff x="5579413" y="5274640"/>
            <a:chExt cx="89064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B8CEE295-FF14-2090-33B3-9001934C1979}"/>
                    </a:ext>
                  </a:extLst>
                </p14:cNvPr>
                <p14:cNvContentPartPr/>
                <p14:nvPr/>
              </p14:nvContentPartPr>
              <p14:xfrm>
                <a:off x="5579413" y="5410720"/>
                <a:ext cx="224280" cy="1144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B8CEE295-FF14-2090-33B3-9001934C1979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5570413" y="5401720"/>
                  <a:ext cx="241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33284643-6975-6874-8F7E-5C1B0234B0BD}"/>
                    </a:ext>
                  </a:extLst>
                </p14:cNvPr>
                <p14:cNvContentPartPr/>
                <p14:nvPr/>
              </p14:nvContentPartPr>
              <p14:xfrm>
                <a:off x="5847613" y="5408920"/>
                <a:ext cx="118080" cy="17064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33284643-6975-6874-8F7E-5C1B0234B0BD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5838613" y="5399920"/>
                  <a:ext cx="135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C523C8E2-03C9-A8F1-4BF3-B83ABCD8DFCB}"/>
                    </a:ext>
                  </a:extLst>
                </p14:cNvPr>
                <p14:cNvContentPartPr/>
                <p14:nvPr/>
              </p14:nvContentPartPr>
              <p14:xfrm>
                <a:off x="6149653" y="5330800"/>
                <a:ext cx="277560" cy="8964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C523C8E2-03C9-A8F1-4BF3-B83ABCD8DFCB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6140653" y="5322160"/>
                  <a:ext cx="2952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7947243E-B780-D324-9342-D474380D2592}"/>
                    </a:ext>
                  </a:extLst>
                </p14:cNvPr>
                <p14:cNvContentPartPr/>
                <p14:nvPr/>
              </p14:nvContentPartPr>
              <p14:xfrm>
                <a:off x="6375373" y="5274640"/>
                <a:ext cx="94680" cy="21384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7947243E-B780-D324-9342-D474380D2592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6366733" y="5265640"/>
                  <a:ext cx="11232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C521CD25-C064-A239-4E16-46D0AA55D061}"/>
              </a:ext>
            </a:extLst>
          </p:cNvPr>
          <p:cNvGrpSpPr/>
          <p:nvPr/>
        </p:nvGrpSpPr>
        <p:grpSpPr>
          <a:xfrm>
            <a:off x="5693173" y="5704120"/>
            <a:ext cx="883800" cy="294120"/>
            <a:chOff x="5693173" y="5704120"/>
            <a:chExt cx="88380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1DDB4618-8B99-19C1-3ACA-A9FC9215A70E}"/>
                    </a:ext>
                  </a:extLst>
                </p14:cNvPr>
                <p14:cNvContentPartPr/>
                <p14:nvPr/>
              </p14:nvContentPartPr>
              <p14:xfrm>
                <a:off x="5693173" y="5787280"/>
                <a:ext cx="243720" cy="10692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1DDB4618-8B99-19C1-3ACA-A9FC9215A70E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5684533" y="5778640"/>
                  <a:ext cx="261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C4B2D77E-8800-631F-16BF-6D8E6578E93A}"/>
                    </a:ext>
                  </a:extLst>
                </p14:cNvPr>
                <p14:cNvContentPartPr/>
                <p14:nvPr/>
              </p14:nvContentPartPr>
              <p14:xfrm>
                <a:off x="6000613" y="5781520"/>
                <a:ext cx="75960" cy="11304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C4B2D77E-8800-631F-16BF-6D8E6578E93A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5991613" y="5772520"/>
                  <a:ext cx="93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03669CA6-0F38-898C-05C0-209FDB50671A}"/>
                    </a:ext>
                  </a:extLst>
                </p14:cNvPr>
                <p14:cNvContentPartPr/>
                <p14:nvPr/>
              </p14:nvContentPartPr>
              <p14:xfrm>
                <a:off x="6040933" y="5704120"/>
                <a:ext cx="99720" cy="6588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03669CA6-0F38-898C-05C0-209FDB50671A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6031933" y="5695120"/>
                  <a:ext cx="1173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2C3B7776-BE97-C8E3-BE3B-3EBF763DB222}"/>
                    </a:ext>
                  </a:extLst>
                </p14:cNvPr>
                <p14:cNvContentPartPr/>
                <p14:nvPr/>
              </p14:nvContentPartPr>
              <p14:xfrm>
                <a:off x="6268093" y="5778280"/>
                <a:ext cx="308880" cy="7344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2C3B7776-BE97-C8E3-BE3B-3EBF763DB222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6259093" y="5769640"/>
                  <a:ext cx="326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81921868-22F4-C21C-AAEC-722E99F017FE}"/>
                    </a:ext>
                  </a:extLst>
                </p14:cNvPr>
                <p14:cNvContentPartPr/>
                <p14:nvPr/>
              </p14:nvContentPartPr>
              <p14:xfrm>
                <a:off x="6488773" y="5743000"/>
                <a:ext cx="65520" cy="25524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81921868-22F4-C21C-AAEC-722E99F017FE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6480133" y="5734360"/>
                  <a:ext cx="83160" cy="27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7">
            <p14:nvContentPartPr>
              <p14:cNvPr id="537" name="Ink 536">
                <a:extLst>
                  <a:ext uri="{FF2B5EF4-FFF2-40B4-BE49-F238E27FC236}">
                    <a16:creationId xmlns:a16="http://schemas.microsoft.com/office/drawing/2014/main" id="{AEBD08F6-8502-04EC-62CA-7036346C8BB7}"/>
                  </a:ext>
                </a:extLst>
              </p14:cNvPr>
              <p14:cNvContentPartPr/>
              <p14:nvPr/>
            </p14:nvContentPartPr>
            <p14:xfrm>
              <a:off x="8995453" y="5374720"/>
              <a:ext cx="329040" cy="66960"/>
            </p14:xfrm>
          </p:contentPart>
        </mc:Choice>
        <mc:Fallback xmlns="">
          <p:pic>
            <p:nvPicPr>
              <p:cNvPr id="537" name="Ink 536">
                <a:extLst>
                  <a:ext uri="{FF2B5EF4-FFF2-40B4-BE49-F238E27FC236}">
                    <a16:creationId xmlns:a16="http://schemas.microsoft.com/office/drawing/2014/main" id="{AEBD08F6-8502-04EC-62CA-7036346C8BB7}"/>
                  </a:ext>
                </a:extLst>
              </p:cNvPr>
              <p:cNvPicPr/>
              <p:nvPr/>
            </p:nvPicPr>
            <p:blipFill>
              <a:blip r:embed="rId738"/>
              <a:stretch>
                <a:fillRect/>
              </a:stretch>
            </p:blipFill>
            <p:spPr>
              <a:xfrm>
                <a:off x="8986453" y="5365720"/>
                <a:ext cx="3466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9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0E3DDDA5-75E3-E694-2669-5569EAE32348}"/>
                  </a:ext>
                </a:extLst>
              </p14:cNvPr>
              <p14:cNvContentPartPr/>
              <p14:nvPr/>
            </p14:nvContentPartPr>
            <p14:xfrm>
              <a:off x="9216493" y="5332600"/>
              <a:ext cx="80280" cy="219960"/>
            </p14:xfrm>
          </p:contentPart>
        </mc:Choice>
        <mc:Fallback xmlns=""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0E3DDDA5-75E3-E694-2669-5569EAE32348}"/>
                  </a:ext>
                </a:extLst>
              </p:cNvPr>
              <p:cNvPicPr/>
              <p:nvPr/>
            </p:nvPicPr>
            <p:blipFill>
              <a:blip r:embed="rId740"/>
              <a:stretch>
                <a:fillRect/>
              </a:stretch>
            </p:blipFill>
            <p:spPr>
              <a:xfrm>
                <a:off x="9207493" y="5323960"/>
                <a:ext cx="97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1">
            <p14:nvContentPartPr>
              <p14:cNvPr id="539" name="Ink 538">
                <a:extLst>
                  <a:ext uri="{FF2B5EF4-FFF2-40B4-BE49-F238E27FC236}">
                    <a16:creationId xmlns:a16="http://schemas.microsoft.com/office/drawing/2014/main" id="{9591E562-2ACC-6FFF-3734-FCD142BFF8F4}"/>
                  </a:ext>
                </a:extLst>
              </p14:cNvPr>
              <p14:cNvContentPartPr/>
              <p14:nvPr/>
            </p14:nvContentPartPr>
            <p14:xfrm>
              <a:off x="9076813" y="5913280"/>
              <a:ext cx="403560" cy="76680"/>
            </p14:xfrm>
          </p:contentPart>
        </mc:Choice>
        <mc:Fallback xmlns="">
          <p:pic>
            <p:nvPicPr>
              <p:cNvPr id="539" name="Ink 538">
                <a:extLst>
                  <a:ext uri="{FF2B5EF4-FFF2-40B4-BE49-F238E27FC236}">
                    <a16:creationId xmlns:a16="http://schemas.microsoft.com/office/drawing/2014/main" id="{9591E562-2ACC-6FFF-3734-FCD142BFF8F4}"/>
                  </a:ext>
                </a:extLst>
              </p:cNvPr>
              <p:cNvPicPr/>
              <p:nvPr/>
            </p:nvPicPr>
            <p:blipFill>
              <a:blip r:embed="rId742"/>
              <a:stretch>
                <a:fillRect/>
              </a:stretch>
            </p:blipFill>
            <p:spPr>
              <a:xfrm>
                <a:off x="9068173" y="5904640"/>
                <a:ext cx="421200" cy="9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53" name="Group 552">
            <a:extLst>
              <a:ext uri="{FF2B5EF4-FFF2-40B4-BE49-F238E27FC236}">
                <a16:creationId xmlns:a16="http://schemas.microsoft.com/office/drawing/2014/main" id="{CD11E93C-1504-28F4-FCBC-03993AF0D259}"/>
              </a:ext>
            </a:extLst>
          </p:cNvPr>
          <p:cNvGrpSpPr/>
          <p:nvPr/>
        </p:nvGrpSpPr>
        <p:grpSpPr>
          <a:xfrm>
            <a:off x="11496733" y="5719600"/>
            <a:ext cx="659160" cy="229320"/>
            <a:chOff x="11496733" y="5719600"/>
            <a:chExt cx="65916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655F1242-77B1-3644-906D-969CB9B80516}"/>
                    </a:ext>
                  </a:extLst>
                </p14:cNvPr>
                <p14:cNvContentPartPr/>
                <p14:nvPr/>
              </p14:nvContentPartPr>
              <p14:xfrm>
                <a:off x="11496733" y="5728240"/>
                <a:ext cx="106560" cy="16200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655F1242-77B1-3644-906D-969CB9B80516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11487733" y="5719600"/>
                  <a:ext cx="124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0F90ACAC-F223-09E7-C56D-A6B487E57BF3}"/>
                    </a:ext>
                  </a:extLst>
                </p14:cNvPr>
                <p14:cNvContentPartPr/>
                <p14:nvPr/>
              </p14:nvContentPartPr>
              <p14:xfrm>
                <a:off x="11727133" y="5806720"/>
                <a:ext cx="36720" cy="3924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0F90ACAC-F223-09E7-C56D-A6B487E57BF3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11718133" y="5797720"/>
                  <a:ext cx="54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776BF251-BB20-861D-128A-98C8FE8A0C3D}"/>
                    </a:ext>
                  </a:extLst>
                </p14:cNvPr>
                <p14:cNvContentPartPr/>
                <p14:nvPr/>
              </p14:nvContentPartPr>
              <p14:xfrm>
                <a:off x="11790493" y="5727160"/>
                <a:ext cx="145080" cy="22176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776BF251-BB20-861D-128A-98C8FE8A0C3D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11781493" y="5718520"/>
                  <a:ext cx="1627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C95D1ABC-4F9C-00CB-694D-A5AD42220691}"/>
                    </a:ext>
                  </a:extLst>
                </p14:cNvPr>
                <p14:cNvContentPartPr/>
                <p14:nvPr/>
              </p14:nvContentPartPr>
              <p14:xfrm>
                <a:off x="11847373" y="5754160"/>
                <a:ext cx="234720" cy="14616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C95D1ABC-4F9C-00CB-694D-A5AD42220691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11838373" y="5745160"/>
                  <a:ext cx="252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18E908D8-D314-DE23-D636-F259C9700AF2}"/>
                    </a:ext>
                  </a:extLst>
                </p14:cNvPr>
                <p14:cNvContentPartPr/>
                <p14:nvPr/>
              </p14:nvContentPartPr>
              <p14:xfrm>
                <a:off x="12064813" y="5719600"/>
                <a:ext cx="91080" cy="6264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18E908D8-D314-DE23-D636-F259C9700AF2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12056173" y="5710960"/>
                  <a:ext cx="10872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5543A43-3D0F-F2C4-EC34-B051CCAAEF59}"/>
              </a:ext>
            </a:extLst>
          </p:cNvPr>
          <p:cNvGrpSpPr/>
          <p:nvPr/>
        </p:nvGrpSpPr>
        <p:grpSpPr>
          <a:xfrm>
            <a:off x="6490364" y="4598438"/>
            <a:ext cx="2114640" cy="439920"/>
            <a:chOff x="6490364" y="4598438"/>
            <a:chExt cx="2114640" cy="43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8B553B1B-F22C-8847-0C20-A7D51BEA31DD}"/>
                    </a:ext>
                  </a:extLst>
                </p14:cNvPr>
                <p14:cNvContentPartPr/>
                <p14:nvPr/>
              </p14:nvContentPartPr>
              <p14:xfrm>
                <a:off x="6582164" y="4749638"/>
                <a:ext cx="36720" cy="12420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8B553B1B-F22C-8847-0C20-A7D51BEA31DD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6573164" y="4740998"/>
                  <a:ext cx="54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67D8DD1B-A422-3D4C-A7E9-B1D41FD2FA6D}"/>
                    </a:ext>
                  </a:extLst>
                </p14:cNvPr>
                <p14:cNvContentPartPr/>
                <p14:nvPr/>
              </p14:nvContentPartPr>
              <p14:xfrm>
                <a:off x="6551924" y="4730918"/>
                <a:ext cx="138960" cy="15084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67D8DD1B-A422-3D4C-A7E9-B1D41FD2FA6D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6543284" y="4721918"/>
                  <a:ext cx="1566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7F003E1B-66DA-949E-5147-CBD8FB5AE084}"/>
                    </a:ext>
                  </a:extLst>
                </p14:cNvPr>
                <p14:cNvContentPartPr/>
                <p14:nvPr/>
              </p14:nvContentPartPr>
              <p14:xfrm>
                <a:off x="6736604" y="4737038"/>
                <a:ext cx="35280" cy="17640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7F003E1B-66DA-949E-5147-CBD8FB5AE084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6727964" y="4728398"/>
                  <a:ext cx="52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3FAD416-B3D5-153D-4CE3-46ADC5B4421F}"/>
                    </a:ext>
                  </a:extLst>
                </p14:cNvPr>
                <p14:cNvContentPartPr/>
                <p14:nvPr/>
              </p14:nvContentPartPr>
              <p14:xfrm>
                <a:off x="6905804" y="4849718"/>
                <a:ext cx="8280" cy="77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3FAD416-B3D5-153D-4CE3-46ADC5B4421F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6897164" y="4840718"/>
                  <a:ext cx="259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E38B93C-21EB-FE47-DD71-E253EA3BF760}"/>
                    </a:ext>
                  </a:extLst>
                </p14:cNvPr>
                <p14:cNvContentPartPr/>
                <p14:nvPr/>
              </p14:nvContentPartPr>
              <p14:xfrm>
                <a:off x="7036844" y="4749638"/>
                <a:ext cx="19800" cy="101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E38B93C-21EB-FE47-DD71-E253EA3BF760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7027844" y="4740638"/>
                  <a:ext cx="37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C739608-D26E-4F51-6900-47D1460D4AEC}"/>
                    </a:ext>
                  </a:extLst>
                </p14:cNvPr>
                <p14:cNvContentPartPr/>
                <p14:nvPr/>
              </p14:nvContentPartPr>
              <p14:xfrm>
                <a:off x="7014884" y="4738838"/>
                <a:ext cx="135720" cy="146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C739608-D26E-4F51-6900-47D1460D4AEC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7006244" y="4729838"/>
                  <a:ext cx="153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1E37D08-C7B4-1E64-DD33-C2D1B5F472EC}"/>
                    </a:ext>
                  </a:extLst>
                </p14:cNvPr>
                <p14:cNvContentPartPr/>
                <p14:nvPr/>
              </p14:nvContentPartPr>
              <p14:xfrm>
                <a:off x="7219364" y="4734158"/>
                <a:ext cx="118440" cy="157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1E37D08-C7B4-1E64-DD33-C2D1B5F472EC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7210364" y="4725518"/>
                  <a:ext cx="136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89C101D-A4F4-AA14-7D18-A4100BD200E1}"/>
                    </a:ext>
                  </a:extLst>
                </p14:cNvPr>
                <p14:cNvContentPartPr/>
                <p14:nvPr/>
              </p14:nvContentPartPr>
              <p14:xfrm>
                <a:off x="7401884" y="4823438"/>
                <a:ext cx="34200" cy="148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89C101D-A4F4-AA14-7D18-A4100BD200E1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7392884" y="4814798"/>
                  <a:ext cx="518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523328-4B9B-780F-A649-D138A6A4A4AB}"/>
                    </a:ext>
                  </a:extLst>
                </p14:cNvPr>
                <p14:cNvContentPartPr/>
                <p14:nvPr/>
              </p14:nvContentPartPr>
              <p14:xfrm>
                <a:off x="7508804" y="4760078"/>
                <a:ext cx="44280" cy="122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523328-4B9B-780F-A649-D138A6A4A4AB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7499804" y="4751438"/>
                  <a:ext cx="61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D1E390F-3AD9-C1B9-0D91-1930EE817B91}"/>
                    </a:ext>
                  </a:extLst>
                </p14:cNvPr>
                <p14:cNvContentPartPr/>
                <p14:nvPr/>
              </p14:nvContentPartPr>
              <p14:xfrm>
                <a:off x="7500164" y="4742078"/>
                <a:ext cx="148320" cy="152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D1E390F-3AD9-C1B9-0D91-1930EE817B91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7491164" y="4733438"/>
                  <a:ext cx="165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3ACCDF8-F638-5F4C-CD8C-F4BDC62223AB}"/>
                    </a:ext>
                  </a:extLst>
                </p14:cNvPr>
                <p14:cNvContentPartPr/>
                <p14:nvPr/>
              </p14:nvContentPartPr>
              <p14:xfrm>
                <a:off x="7730924" y="4716518"/>
                <a:ext cx="112680" cy="175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3ACCDF8-F638-5F4C-CD8C-F4BDC62223AB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7722284" y="4707878"/>
                  <a:ext cx="130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449E0C9-F877-A72C-708D-CAA9CB73E21E}"/>
                    </a:ext>
                  </a:extLst>
                </p14:cNvPr>
                <p14:cNvContentPartPr/>
                <p14:nvPr/>
              </p14:nvContentPartPr>
              <p14:xfrm>
                <a:off x="7899404" y="4842878"/>
                <a:ext cx="9720" cy="93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449E0C9-F877-A72C-708D-CAA9CB73E21E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7890764" y="4834238"/>
                  <a:ext cx="27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E5A9CD8-7481-FA87-ED41-1DA53675004A}"/>
                    </a:ext>
                  </a:extLst>
                </p14:cNvPr>
                <p14:cNvContentPartPr/>
                <p14:nvPr/>
              </p14:nvContentPartPr>
              <p14:xfrm>
                <a:off x="8052764" y="4752878"/>
                <a:ext cx="10080" cy="123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E5A9CD8-7481-FA87-ED41-1DA53675004A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8044124" y="4744238"/>
                  <a:ext cx="27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D03969-7CDB-79B6-FFED-1C1285492784}"/>
                    </a:ext>
                  </a:extLst>
                </p14:cNvPr>
                <p14:cNvContentPartPr/>
                <p14:nvPr/>
              </p14:nvContentPartPr>
              <p14:xfrm>
                <a:off x="8009924" y="4738118"/>
                <a:ext cx="150120" cy="158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D03969-7CDB-79B6-FFED-1C1285492784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8000924" y="4729478"/>
                  <a:ext cx="1677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EF0FC0-F179-3814-DD82-59A8D1DA7376}"/>
                    </a:ext>
                  </a:extLst>
                </p14:cNvPr>
                <p14:cNvContentPartPr/>
                <p14:nvPr/>
              </p14:nvContentPartPr>
              <p14:xfrm>
                <a:off x="8243924" y="4737038"/>
                <a:ext cx="79920" cy="123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EF0FC0-F179-3814-DD82-59A8D1DA7376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8234924" y="4728398"/>
                  <a:ext cx="975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FEF2EB8-42A7-1BFB-A39B-89748089D91B}"/>
                    </a:ext>
                  </a:extLst>
                </p14:cNvPr>
                <p14:cNvContentPartPr/>
                <p14:nvPr/>
              </p14:nvContentPartPr>
              <p14:xfrm>
                <a:off x="8288204" y="4684838"/>
                <a:ext cx="156240" cy="31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FEF2EB8-42A7-1BFB-A39B-89748089D91B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8279204" y="4675838"/>
                  <a:ext cx="173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6997406-4B30-EC70-B596-2584CA87FAD4}"/>
                    </a:ext>
                  </a:extLst>
                </p14:cNvPr>
                <p14:cNvContentPartPr/>
                <p14:nvPr/>
              </p14:nvContentPartPr>
              <p14:xfrm>
                <a:off x="6490364" y="4598438"/>
                <a:ext cx="2114640" cy="439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6997406-4B30-EC70-B596-2584CA87FAD4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6481724" y="4589438"/>
                  <a:ext cx="2132280" cy="45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1" name="Group 540">
            <a:extLst>
              <a:ext uri="{FF2B5EF4-FFF2-40B4-BE49-F238E27FC236}">
                <a16:creationId xmlns:a16="http://schemas.microsoft.com/office/drawing/2014/main" id="{6EC2A1F0-085E-5FC7-A3CE-C007F4DE77AA}"/>
              </a:ext>
            </a:extLst>
          </p:cNvPr>
          <p:cNvGrpSpPr/>
          <p:nvPr/>
        </p:nvGrpSpPr>
        <p:grpSpPr>
          <a:xfrm>
            <a:off x="6674324" y="5104958"/>
            <a:ext cx="2119680" cy="468360"/>
            <a:chOff x="6674324" y="5104958"/>
            <a:chExt cx="2119680" cy="46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71556D8-1DB3-0FE5-235D-F80938D42540}"/>
                    </a:ext>
                  </a:extLst>
                </p14:cNvPr>
                <p14:cNvContentPartPr/>
                <p14:nvPr/>
              </p14:nvContentPartPr>
              <p14:xfrm>
                <a:off x="6843884" y="5288198"/>
                <a:ext cx="11520" cy="88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71556D8-1DB3-0FE5-235D-F80938D42540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6834884" y="5279198"/>
                  <a:ext cx="29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785B490-AA20-D712-3D12-DF0159390125}"/>
                    </a:ext>
                  </a:extLst>
                </p14:cNvPr>
                <p14:cNvContentPartPr/>
                <p14:nvPr/>
              </p14:nvContentPartPr>
              <p14:xfrm>
                <a:off x="6812924" y="5257598"/>
                <a:ext cx="155160" cy="174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785B490-AA20-D712-3D12-DF0159390125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6804284" y="5248598"/>
                  <a:ext cx="1728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42A9B85-4ABB-1DDD-F455-6FF79AB7E9FB}"/>
                    </a:ext>
                  </a:extLst>
                </p14:cNvPr>
                <p14:cNvContentPartPr/>
                <p14:nvPr/>
              </p14:nvContentPartPr>
              <p14:xfrm>
                <a:off x="7014524" y="5359118"/>
                <a:ext cx="40320" cy="96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42A9B85-4ABB-1DDD-F455-6FF79AB7E9FB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7005524" y="5350118"/>
                  <a:ext cx="57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604D888-6B5D-EF6D-BC42-5EC95E4D5DC3}"/>
                    </a:ext>
                  </a:extLst>
                </p14:cNvPr>
                <p14:cNvContentPartPr/>
                <p14:nvPr/>
              </p14:nvContentPartPr>
              <p14:xfrm>
                <a:off x="7287764" y="5277038"/>
                <a:ext cx="8280" cy="108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604D888-6B5D-EF6D-BC42-5EC95E4D5DC3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7279124" y="5268398"/>
                  <a:ext cx="25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85E62AA-6FE2-0EE7-0AAD-6C5513F61F6E}"/>
                    </a:ext>
                  </a:extLst>
                </p14:cNvPr>
                <p14:cNvContentPartPr/>
                <p14:nvPr/>
              </p14:nvContentPartPr>
              <p14:xfrm>
                <a:off x="7264724" y="5270918"/>
                <a:ext cx="118080" cy="152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85E62AA-6FE2-0EE7-0AAD-6C5513F61F6E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7256084" y="5261918"/>
                  <a:ext cx="135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671574A-C3B1-F404-04C4-4EC703CB6196}"/>
                    </a:ext>
                  </a:extLst>
                </p14:cNvPr>
                <p14:cNvContentPartPr/>
                <p14:nvPr/>
              </p14:nvContentPartPr>
              <p14:xfrm>
                <a:off x="7417724" y="5333918"/>
                <a:ext cx="128880" cy="105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671574A-C3B1-F404-04C4-4EC703CB6196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7408724" y="5325278"/>
                  <a:ext cx="146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B70A15F-7F75-9D84-46DF-0E5C76272BD7}"/>
                    </a:ext>
                  </a:extLst>
                </p14:cNvPr>
                <p14:cNvContentPartPr/>
                <p14:nvPr/>
              </p14:nvContentPartPr>
              <p14:xfrm>
                <a:off x="7779524" y="5285318"/>
                <a:ext cx="23400" cy="105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B70A15F-7F75-9D84-46DF-0E5C76272BD7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7770524" y="5276678"/>
                  <a:ext cx="41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8463939-CBAA-4527-F929-6BDF4625F12F}"/>
                    </a:ext>
                  </a:extLst>
                </p14:cNvPr>
                <p14:cNvContentPartPr/>
                <p14:nvPr/>
              </p14:nvContentPartPr>
              <p14:xfrm>
                <a:off x="7714004" y="5270918"/>
                <a:ext cx="173880" cy="166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8463939-CBAA-4527-F929-6BDF4625F12F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7705364" y="5262278"/>
                  <a:ext cx="191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CC4B6918-E555-96F2-6BB3-D4ADC08F6301}"/>
                    </a:ext>
                  </a:extLst>
                </p14:cNvPr>
                <p14:cNvContentPartPr/>
                <p14:nvPr/>
              </p14:nvContentPartPr>
              <p14:xfrm>
                <a:off x="7916684" y="5337878"/>
                <a:ext cx="131760" cy="13068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CC4B6918-E555-96F2-6BB3-D4ADC08F6301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7907684" y="5328878"/>
                  <a:ext cx="149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5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92141876-50B0-D634-F1B6-F96DEA5F2DE8}"/>
                    </a:ext>
                  </a:extLst>
                </p14:cNvPr>
                <p14:cNvContentPartPr/>
                <p14:nvPr/>
              </p14:nvContentPartPr>
              <p14:xfrm>
                <a:off x="8299724" y="5252198"/>
                <a:ext cx="13680" cy="10512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92141876-50B0-D634-F1B6-F96DEA5F2DE8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8291084" y="5243198"/>
                  <a:ext cx="31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C9CBE986-9C69-97FB-5A91-F6EEE610F0B9}"/>
                    </a:ext>
                  </a:extLst>
                </p14:cNvPr>
                <p14:cNvContentPartPr/>
                <p14:nvPr/>
              </p14:nvContentPartPr>
              <p14:xfrm>
                <a:off x="8220884" y="5252918"/>
                <a:ext cx="149400" cy="14544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C9CBE986-9C69-97FB-5A91-F6EEE610F0B9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8211884" y="5244278"/>
                  <a:ext cx="167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F6A151DB-F00B-4FE7-416F-9AE46ACDA514}"/>
                    </a:ext>
                  </a:extLst>
                </p14:cNvPr>
                <p14:cNvContentPartPr/>
                <p14:nvPr/>
              </p14:nvContentPartPr>
              <p14:xfrm>
                <a:off x="8383964" y="5324198"/>
                <a:ext cx="108720" cy="9864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F6A151DB-F00B-4FE7-416F-9AE46ACDA514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8375324" y="5315558"/>
                  <a:ext cx="1263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71B85325-E117-2D6E-0693-FE043D001F0D}"/>
                    </a:ext>
                  </a:extLst>
                </p14:cNvPr>
                <p14:cNvContentPartPr/>
                <p14:nvPr/>
              </p14:nvContentPartPr>
              <p14:xfrm>
                <a:off x="8490164" y="5253638"/>
                <a:ext cx="146520" cy="6120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71B85325-E117-2D6E-0693-FE043D001F0D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8481164" y="5244998"/>
                  <a:ext cx="164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DDE05184-52F2-83A4-1305-6879D2E9D756}"/>
                    </a:ext>
                  </a:extLst>
                </p14:cNvPr>
                <p14:cNvContentPartPr/>
                <p14:nvPr/>
              </p14:nvContentPartPr>
              <p14:xfrm>
                <a:off x="6674324" y="5104958"/>
                <a:ext cx="2119680" cy="46836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DDE05184-52F2-83A4-1305-6879D2E9D756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6665324" y="5095958"/>
                  <a:ext cx="2137320" cy="48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4BEAB0DD-36E5-EA78-0B32-B103BF2980ED}"/>
              </a:ext>
            </a:extLst>
          </p:cNvPr>
          <p:cNvGrpSpPr/>
          <p:nvPr/>
        </p:nvGrpSpPr>
        <p:grpSpPr>
          <a:xfrm>
            <a:off x="6782324" y="5653958"/>
            <a:ext cx="2051640" cy="485280"/>
            <a:chOff x="6782324" y="5653958"/>
            <a:chExt cx="205164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8062840E-2909-AFDC-C96D-F25E45956880}"/>
                    </a:ext>
                  </a:extLst>
                </p14:cNvPr>
                <p14:cNvContentPartPr/>
                <p14:nvPr/>
              </p14:nvContentPartPr>
              <p14:xfrm>
                <a:off x="6782324" y="5701118"/>
                <a:ext cx="2051640" cy="36072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8062840E-2909-AFDC-C96D-F25E45956880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6773324" y="5692118"/>
                  <a:ext cx="20692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43D53C48-4686-C917-2F63-7323EBD8827D}"/>
                    </a:ext>
                  </a:extLst>
                </p14:cNvPr>
                <p14:cNvContentPartPr/>
                <p14:nvPr/>
              </p14:nvContentPartPr>
              <p14:xfrm>
                <a:off x="6801044" y="5653958"/>
                <a:ext cx="2005920" cy="48528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43D53C48-4686-C917-2F63-7323EBD8827D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6792044" y="5644958"/>
                  <a:ext cx="202356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F6892960-4477-5115-FEB6-B55E94CAD700}"/>
                    </a:ext>
                  </a:extLst>
                </p14:cNvPr>
                <p14:cNvContentPartPr/>
                <p14:nvPr/>
              </p14:nvContentPartPr>
              <p14:xfrm>
                <a:off x="7005524" y="5836478"/>
                <a:ext cx="20880" cy="15336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F6892960-4477-5115-FEB6-B55E94CAD700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6996524" y="5827478"/>
                  <a:ext cx="38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3CB0D319-BE5A-3CD4-65BE-580DBEAC146A}"/>
                    </a:ext>
                  </a:extLst>
                </p14:cNvPr>
                <p14:cNvContentPartPr/>
                <p14:nvPr/>
              </p14:nvContentPartPr>
              <p14:xfrm>
                <a:off x="6968804" y="5836478"/>
                <a:ext cx="141840" cy="16524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3CB0D319-BE5A-3CD4-65BE-580DBEAC146A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6960164" y="5827478"/>
                  <a:ext cx="159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3F2554AF-EBF0-5CA1-7858-C0D60FE0FAD6}"/>
                    </a:ext>
                  </a:extLst>
                </p14:cNvPr>
                <p14:cNvContentPartPr/>
                <p14:nvPr/>
              </p14:nvContentPartPr>
              <p14:xfrm>
                <a:off x="7138724" y="5913158"/>
                <a:ext cx="116640" cy="10764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3F2554AF-EBF0-5CA1-7858-C0D60FE0FAD6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7129724" y="5904158"/>
                  <a:ext cx="134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2AA9FF45-B786-62D4-9F0C-F2814FB12F8D}"/>
                    </a:ext>
                  </a:extLst>
                </p14:cNvPr>
                <p14:cNvContentPartPr/>
                <p14:nvPr/>
              </p14:nvContentPartPr>
              <p14:xfrm>
                <a:off x="7297484" y="5941238"/>
                <a:ext cx="31320" cy="11664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2AA9FF45-B786-62D4-9F0C-F2814FB12F8D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7288844" y="5932238"/>
                  <a:ext cx="48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4A1EEC9B-69F4-A82B-FAE8-1AFF22F08E65}"/>
                    </a:ext>
                  </a:extLst>
                </p14:cNvPr>
                <p14:cNvContentPartPr/>
                <p14:nvPr/>
              </p14:nvContentPartPr>
              <p14:xfrm>
                <a:off x="7434644" y="5820998"/>
                <a:ext cx="19800" cy="12204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4A1EEC9B-69F4-A82B-FAE8-1AFF22F08E65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7425644" y="5812358"/>
                  <a:ext cx="37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E88861C8-A9F3-DC41-2075-9D2B68D8EFF0}"/>
                    </a:ext>
                  </a:extLst>
                </p14:cNvPr>
                <p14:cNvContentPartPr/>
                <p14:nvPr/>
              </p14:nvContentPartPr>
              <p14:xfrm>
                <a:off x="7406204" y="5802998"/>
                <a:ext cx="148680" cy="192600"/>
              </p14:xfrm>
            </p:contentPart>
          </mc:Choice>
          <mc:Fallback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E88861C8-A9F3-DC41-2075-9D2B68D8EFF0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7397204" y="5793998"/>
                  <a:ext cx="166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B64446D6-55B4-CC5A-2766-164C9DA8BD9B}"/>
                    </a:ext>
                  </a:extLst>
                </p14:cNvPr>
                <p14:cNvContentPartPr/>
                <p14:nvPr/>
              </p14:nvContentPartPr>
              <p14:xfrm>
                <a:off x="7584764" y="5910998"/>
                <a:ext cx="128880" cy="12312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B64446D6-55B4-CC5A-2766-164C9DA8BD9B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7576124" y="5901998"/>
                  <a:ext cx="146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EB5C4119-152C-4CF3-40C8-EFDA1B4A9D68}"/>
                    </a:ext>
                  </a:extLst>
                </p14:cNvPr>
                <p14:cNvContentPartPr/>
                <p14:nvPr/>
              </p14:nvContentPartPr>
              <p14:xfrm>
                <a:off x="7848644" y="5808398"/>
                <a:ext cx="45360" cy="112320"/>
              </p14:xfrm>
            </p:contentPart>
          </mc:Choice>
          <mc:Fallback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EB5C4119-152C-4CF3-40C8-EFDA1B4A9D68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7839644" y="5799758"/>
                  <a:ext cx="63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8448804F-4596-A686-D3E4-6D206193C4F0}"/>
                    </a:ext>
                  </a:extLst>
                </p14:cNvPr>
                <p14:cNvContentPartPr/>
                <p14:nvPr/>
              </p14:nvContentPartPr>
              <p14:xfrm>
                <a:off x="7828124" y="5813078"/>
                <a:ext cx="190080" cy="190440"/>
              </p14:xfrm>
            </p:contentPart>
          </mc:Choice>
          <mc:Fallback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8448804F-4596-A686-D3E4-6D206193C4F0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7819124" y="5804078"/>
                  <a:ext cx="207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2167F513-1EFF-0E23-6668-F03D3A9D3164}"/>
                    </a:ext>
                  </a:extLst>
                </p14:cNvPr>
                <p14:cNvContentPartPr/>
                <p14:nvPr/>
              </p14:nvContentPartPr>
              <p14:xfrm>
                <a:off x="7815164" y="5975798"/>
                <a:ext cx="13320" cy="78120"/>
              </p14:xfrm>
            </p:contentPart>
          </mc:Choice>
          <mc:Fallback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2167F513-1EFF-0E23-6668-F03D3A9D3164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7806524" y="5966798"/>
                  <a:ext cx="309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1E79C078-32C4-A367-B370-2EDCD4EEF760}"/>
                    </a:ext>
                  </a:extLst>
                </p14:cNvPr>
                <p14:cNvContentPartPr/>
                <p14:nvPr/>
              </p14:nvContentPartPr>
              <p14:xfrm>
                <a:off x="8110364" y="5897318"/>
                <a:ext cx="81360" cy="149760"/>
              </p14:xfrm>
            </p:contentPart>
          </mc:Choice>
          <mc:Fallback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1E79C078-32C4-A367-B370-2EDCD4EEF760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8101724" y="5888318"/>
                  <a:ext cx="99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1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CC81A084-2346-9D40-B976-81FF1EB911BF}"/>
                    </a:ext>
                  </a:extLst>
                </p14:cNvPr>
                <p14:cNvContentPartPr/>
                <p14:nvPr/>
              </p14:nvContentPartPr>
              <p14:xfrm>
                <a:off x="8353724" y="5916398"/>
                <a:ext cx="28080" cy="79200"/>
              </p14:xfrm>
            </p:contentPart>
          </mc:Choice>
          <mc:Fallback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CC81A084-2346-9D40-B976-81FF1EB911BF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8344724" y="5907758"/>
                  <a:ext cx="457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3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5A110164-BA29-9951-F9D1-0508FADB79A9}"/>
                    </a:ext>
                  </a:extLst>
                </p14:cNvPr>
                <p14:cNvContentPartPr/>
                <p14:nvPr/>
              </p14:nvContentPartPr>
              <p14:xfrm>
                <a:off x="8448404" y="5867798"/>
                <a:ext cx="26280" cy="84960"/>
              </p14:xfrm>
            </p:contentPart>
          </mc:Choice>
          <mc:Fallback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5A110164-BA29-9951-F9D1-0508FADB79A9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8439404" y="5858798"/>
                  <a:ext cx="439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79010305-23AB-6BBD-CC5D-2777A829A74E}"/>
                    </a:ext>
                  </a:extLst>
                </p14:cNvPr>
                <p14:cNvContentPartPr/>
                <p14:nvPr/>
              </p14:nvContentPartPr>
              <p14:xfrm>
                <a:off x="8421404" y="5813798"/>
                <a:ext cx="149400" cy="171360"/>
              </p14:xfrm>
            </p:contentPart>
          </mc:Choice>
          <mc:Fallback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79010305-23AB-6BBD-CC5D-2777A829A74E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8412764" y="5804798"/>
                  <a:ext cx="1670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C7FFE812-AB0D-9E67-8363-7FB08F0AA3B8}"/>
                    </a:ext>
                  </a:extLst>
                </p14:cNvPr>
                <p14:cNvContentPartPr/>
                <p14:nvPr/>
              </p14:nvContentPartPr>
              <p14:xfrm>
                <a:off x="8588444" y="5889758"/>
                <a:ext cx="30600" cy="101520"/>
              </p14:xfrm>
            </p:contentPart>
          </mc:Choice>
          <mc:Fallback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C7FFE812-AB0D-9E67-8363-7FB08F0AA3B8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8579444" y="5881118"/>
                  <a:ext cx="48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9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B74859D4-C71F-E828-385B-896937B3F02C}"/>
                    </a:ext>
                  </a:extLst>
                </p14:cNvPr>
                <p14:cNvContentPartPr/>
                <p14:nvPr/>
              </p14:nvContentPartPr>
              <p14:xfrm>
                <a:off x="8630564" y="5811998"/>
                <a:ext cx="112680" cy="65880"/>
              </p14:xfrm>
            </p:contentPart>
          </mc:Choice>
          <mc:Fallback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B74859D4-C71F-E828-385B-896937B3F02C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8621924" y="5802998"/>
                  <a:ext cx="130320" cy="8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2540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FA4CA2-5511-44C8-4F37-006EE51B9973}"/>
                  </a:ext>
                </a:extLst>
              </p14:cNvPr>
              <p14:cNvContentPartPr/>
              <p14:nvPr/>
            </p14:nvContentPartPr>
            <p14:xfrm>
              <a:off x="2518960" y="504986"/>
              <a:ext cx="6840" cy="5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FA4CA2-5511-44C8-4F37-006EE51B99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0320" y="495986"/>
                <a:ext cx="2448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A7C6706-BCE4-F468-C759-98C6A7BCC9F5}"/>
                  </a:ext>
                </a:extLst>
              </p14:cNvPr>
              <p14:cNvContentPartPr/>
              <p14:nvPr/>
            </p14:nvContentPartPr>
            <p14:xfrm>
              <a:off x="6852640" y="286653"/>
              <a:ext cx="65160" cy="210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A7C6706-BCE4-F468-C759-98C6A7BCC9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4000" y="278013"/>
                <a:ext cx="828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8565E0-DE76-6CF9-1CBA-F19B40F4EC40}"/>
                  </a:ext>
                </a:extLst>
              </p14:cNvPr>
              <p14:cNvContentPartPr/>
              <p14:nvPr/>
            </p14:nvContentPartPr>
            <p14:xfrm>
              <a:off x="6845080" y="280173"/>
              <a:ext cx="207720" cy="151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8565E0-DE76-6CF9-1CBA-F19B40F4EC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36440" y="271533"/>
                <a:ext cx="22536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D287C05-5259-DF39-2B48-05FCFB95305A}"/>
                  </a:ext>
                </a:extLst>
              </p14:cNvPr>
              <p14:cNvContentPartPr/>
              <p14:nvPr/>
            </p14:nvContentPartPr>
            <p14:xfrm>
              <a:off x="6979000" y="171093"/>
              <a:ext cx="322920" cy="111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D287C05-5259-DF39-2B48-05FCFB9530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70000" y="162093"/>
                <a:ext cx="3405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D9BC1D1-A639-D25E-EB4C-D00DAA72EF91}"/>
                  </a:ext>
                </a:extLst>
              </p14:cNvPr>
              <p14:cNvContentPartPr/>
              <p14:nvPr/>
            </p14:nvContentPartPr>
            <p14:xfrm>
              <a:off x="6783520" y="787773"/>
              <a:ext cx="140040" cy="209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D9BC1D1-A639-D25E-EB4C-D00DAA72EF9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74520" y="778773"/>
                <a:ext cx="1576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BD21E0-DCD2-24D8-D40D-DC576288A554}"/>
                  </a:ext>
                </a:extLst>
              </p14:cNvPr>
              <p14:cNvContentPartPr/>
              <p14:nvPr/>
            </p14:nvContentPartPr>
            <p14:xfrm>
              <a:off x="7034440" y="889653"/>
              <a:ext cx="45000" cy="38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BD21E0-DCD2-24D8-D40D-DC576288A55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25800" y="880653"/>
                <a:ext cx="626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F4BB90-F994-B3F1-9412-2A067BDF3F2E}"/>
                  </a:ext>
                </a:extLst>
              </p14:cNvPr>
              <p14:cNvContentPartPr/>
              <p14:nvPr/>
            </p14:nvContentPartPr>
            <p14:xfrm>
              <a:off x="7154320" y="774813"/>
              <a:ext cx="272520" cy="196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F4BB90-F994-B3F1-9412-2A067BDF3F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45320" y="766173"/>
                <a:ext cx="2901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878F961-6A54-96C0-60E7-3CA5B08C02BB}"/>
                  </a:ext>
                </a:extLst>
              </p14:cNvPr>
              <p14:cNvContentPartPr/>
              <p14:nvPr/>
            </p14:nvContentPartPr>
            <p14:xfrm>
              <a:off x="563800" y="288093"/>
              <a:ext cx="38880" cy="172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878F961-6A54-96C0-60E7-3CA5B08C02B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4800" y="279093"/>
                <a:ext cx="565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39580F5-93F1-DB0F-D7E2-0DDA76C0AB0C}"/>
                  </a:ext>
                </a:extLst>
              </p14:cNvPr>
              <p14:cNvContentPartPr/>
              <p14:nvPr/>
            </p14:nvContentPartPr>
            <p14:xfrm>
              <a:off x="572800" y="314373"/>
              <a:ext cx="136800" cy="135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39580F5-93F1-DB0F-D7E2-0DDA76C0AB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3800" y="305733"/>
                <a:ext cx="15444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30ECA1C-856D-6070-767E-C4DB04FAE9D4}"/>
                  </a:ext>
                </a:extLst>
              </p14:cNvPr>
              <p14:cNvContentPartPr/>
              <p14:nvPr/>
            </p14:nvContentPartPr>
            <p14:xfrm>
              <a:off x="758920" y="324813"/>
              <a:ext cx="59760" cy="25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30ECA1C-856D-6070-767E-C4DB04FAE9D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0280" y="315813"/>
                <a:ext cx="77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664BE94-B673-92FB-A41D-E1F67A9BEEB4}"/>
                  </a:ext>
                </a:extLst>
              </p14:cNvPr>
              <p14:cNvContentPartPr/>
              <p14:nvPr/>
            </p14:nvContentPartPr>
            <p14:xfrm>
              <a:off x="760720" y="378093"/>
              <a:ext cx="128520" cy="23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664BE94-B673-92FB-A41D-E1F67A9BEEB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2080" y="369093"/>
                <a:ext cx="1461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E318170-B2DB-00D7-54F8-7C6F47539B32}"/>
                  </a:ext>
                </a:extLst>
              </p14:cNvPr>
              <p14:cNvContentPartPr/>
              <p14:nvPr/>
            </p14:nvContentPartPr>
            <p14:xfrm>
              <a:off x="919120" y="284493"/>
              <a:ext cx="27000" cy="213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E318170-B2DB-00D7-54F8-7C6F47539B3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10480" y="275493"/>
                <a:ext cx="446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4408512-BA5D-AE84-7059-F5B87C1A02E1}"/>
                  </a:ext>
                </a:extLst>
              </p14:cNvPr>
              <p14:cNvContentPartPr/>
              <p14:nvPr/>
            </p14:nvContentPartPr>
            <p14:xfrm>
              <a:off x="2200720" y="632506"/>
              <a:ext cx="32400" cy="163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4408512-BA5D-AE84-7059-F5B87C1A02E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92080" y="623506"/>
                <a:ext cx="500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D3B3F52-3AE1-2C1A-5FE6-139A35C4FF1A}"/>
                  </a:ext>
                </a:extLst>
              </p14:cNvPr>
              <p14:cNvContentPartPr/>
              <p14:nvPr/>
            </p14:nvContentPartPr>
            <p14:xfrm>
              <a:off x="2078680" y="615586"/>
              <a:ext cx="279360" cy="57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D3B3F52-3AE1-2C1A-5FE6-139A35C4FF1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70040" y="606946"/>
                <a:ext cx="2970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9E66F98-BE3D-0565-743E-00ACA6FA3E63}"/>
                  </a:ext>
                </a:extLst>
              </p14:cNvPr>
              <p14:cNvContentPartPr/>
              <p14:nvPr/>
            </p14:nvContentPartPr>
            <p14:xfrm>
              <a:off x="2332120" y="685066"/>
              <a:ext cx="146160" cy="100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9E66F98-BE3D-0565-743E-00ACA6FA3E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23480" y="676426"/>
                <a:ext cx="1638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3FAA659-C390-BC87-8DEF-1F706CC935B5}"/>
                  </a:ext>
                </a:extLst>
              </p14:cNvPr>
              <p14:cNvContentPartPr/>
              <p14:nvPr/>
            </p14:nvContentPartPr>
            <p14:xfrm>
              <a:off x="2508880" y="686866"/>
              <a:ext cx="220680" cy="92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3FAA659-C390-BC87-8DEF-1F706CC935B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00240" y="678226"/>
                <a:ext cx="23832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35F0F9-1283-10F8-A231-BBD90F0A538E}"/>
                  </a:ext>
                </a:extLst>
              </p14:cNvPr>
              <p14:cNvContentPartPr/>
              <p14:nvPr/>
            </p14:nvContentPartPr>
            <p14:xfrm>
              <a:off x="2601040" y="577426"/>
              <a:ext cx="97560" cy="74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35F0F9-1283-10F8-A231-BBD90F0A538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92400" y="568426"/>
                <a:ext cx="1152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C316CEB-6AB5-8711-4C4F-5940E4207A49}"/>
                  </a:ext>
                </a:extLst>
              </p14:cNvPr>
              <p14:cNvContentPartPr/>
              <p14:nvPr/>
            </p14:nvContentPartPr>
            <p14:xfrm>
              <a:off x="2749000" y="634306"/>
              <a:ext cx="143280" cy="148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C316CEB-6AB5-8711-4C4F-5940E4207A4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40000" y="625666"/>
                <a:ext cx="1609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CB6F8DD-F843-EEF3-25D2-C8D14EDFBDA0}"/>
                  </a:ext>
                </a:extLst>
              </p14:cNvPr>
              <p14:cNvContentPartPr/>
              <p14:nvPr/>
            </p14:nvContentPartPr>
            <p14:xfrm>
              <a:off x="416920" y="1033186"/>
              <a:ext cx="314640" cy="176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CB6F8DD-F843-EEF3-25D2-C8D14EDFBDA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07920" y="1024186"/>
                <a:ext cx="3322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8AE0930-300F-4F54-FAA0-CF416EF8DB8E}"/>
                  </a:ext>
                </a:extLst>
              </p14:cNvPr>
              <p14:cNvContentPartPr/>
              <p14:nvPr/>
            </p14:nvContentPartPr>
            <p14:xfrm>
              <a:off x="816160" y="1156666"/>
              <a:ext cx="30600" cy="104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8AE0930-300F-4F54-FAA0-CF416EF8DB8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07520" y="1147666"/>
                <a:ext cx="48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8602652-E19B-3D4A-E6EF-CD545C10B173}"/>
                  </a:ext>
                </a:extLst>
              </p14:cNvPr>
              <p14:cNvContentPartPr/>
              <p14:nvPr/>
            </p14:nvContentPartPr>
            <p14:xfrm>
              <a:off x="773320" y="1150546"/>
              <a:ext cx="77400" cy="58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8602652-E19B-3D4A-E6EF-CD545C10B17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4320" y="1141906"/>
                <a:ext cx="950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39C28C1-A384-42DB-AE23-EDE08ECDCE9C}"/>
                  </a:ext>
                </a:extLst>
              </p14:cNvPr>
              <p14:cNvContentPartPr/>
              <p14:nvPr/>
            </p14:nvContentPartPr>
            <p14:xfrm>
              <a:off x="803920" y="1254586"/>
              <a:ext cx="190440" cy="50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39C28C1-A384-42DB-AE23-EDE08ECDCE9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4920" y="1245586"/>
                <a:ext cx="20808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0C883C4-C496-2ABA-829D-C92F8F404E4B}"/>
                  </a:ext>
                </a:extLst>
              </p14:cNvPr>
              <p14:cNvContentPartPr/>
              <p14:nvPr/>
            </p14:nvContentPartPr>
            <p14:xfrm>
              <a:off x="1020280" y="1079266"/>
              <a:ext cx="239400" cy="55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0C883C4-C496-2ABA-829D-C92F8F404E4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11640" y="1070626"/>
                <a:ext cx="2570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106412B-B65F-1C50-2F5B-05882C87D51B}"/>
                  </a:ext>
                </a:extLst>
              </p14:cNvPr>
              <p14:cNvContentPartPr/>
              <p14:nvPr/>
            </p14:nvContentPartPr>
            <p14:xfrm>
              <a:off x="1207120" y="1027786"/>
              <a:ext cx="79560" cy="188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106412B-B65F-1C50-2F5B-05882C87D51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98480" y="1019146"/>
                <a:ext cx="972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BCDF386-149C-9D42-70AB-78B447D64238}"/>
                  </a:ext>
                </a:extLst>
              </p14:cNvPr>
              <p14:cNvContentPartPr/>
              <p14:nvPr/>
            </p14:nvContentPartPr>
            <p14:xfrm>
              <a:off x="1607080" y="1006186"/>
              <a:ext cx="16200" cy="99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BCDF386-149C-9D42-70AB-78B447D6423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98440" y="997186"/>
                <a:ext cx="3384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E70CC65-0F70-5201-B3AC-F0E1492B1E1C}"/>
                  </a:ext>
                </a:extLst>
              </p14:cNvPr>
              <p14:cNvContentPartPr/>
              <p14:nvPr/>
            </p14:nvContentPartPr>
            <p14:xfrm>
              <a:off x="1545520" y="965866"/>
              <a:ext cx="177840" cy="226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E70CC65-0F70-5201-B3AC-F0E1492B1E1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36520" y="957226"/>
                <a:ext cx="1954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0C42589-A0B4-E3A6-5BD2-A47F84D5C086}"/>
                  </a:ext>
                </a:extLst>
              </p14:cNvPr>
              <p14:cNvContentPartPr/>
              <p14:nvPr/>
            </p14:nvContentPartPr>
            <p14:xfrm>
              <a:off x="1828480" y="988186"/>
              <a:ext cx="51120" cy="128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0C42589-A0B4-E3A6-5BD2-A47F84D5C08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819480" y="979546"/>
                <a:ext cx="6876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B3FBAC2-05E5-16D5-EB10-142644DC121B}"/>
                  </a:ext>
                </a:extLst>
              </p14:cNvPr>
              <p14:cNvContentPartPr/>
              <p14:nvPr/>
            </p14:nvContentPartPr>
            <p14:xfrm>
              <a:off x="1782040" y="982786"/>
              <a:ext cx="79560" cy="55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B3FBAC2-05E5-16D5-EB10-142644DC121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73400" y="974146"/>
                <a:ext cx="9720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33459F6-9CB6-3B7B-DC94-CC8FAD01C263}"/>
                  </a:ext>
                </a:extLst>
              </p14:cNvPr>
              <p14:cNvContentPartPr/>
              <p14:nvPr/>
            </p14:nvContentPartPr>
            <p14:xfrm>
              <a:off x="1843960" y="1111306"/>
              <a:ext cx="174960" cy="33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33459F6-9CB6-3B7B-DC94-CC8FAD01C26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35320" y="1102306"/>
                <a:ext cx="1926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DFE1377-BD88-6896-0185-37F84AB31153}"/>
                  </a:ext>
                </a:extLst>
              </p14:cNvPr>
              <p14:cNvContentPartPr/>
              <p14:nvPr/>
            </p14:nvContentPartPr>
            <p14:xfrm>
              <a:off x="2072920" y="1139386"/>
              <a:ext cx="50400" cy="134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DFE1377-BD88-6896-0185-37F84AB3115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064280" y="1130746"/>
                <a:ext cx="680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91AE9A5-EEB9-84D6-F6B2-8A2C87031947}"/>
                  </a:ext>
                </a:extLst>
              </p14:cNvPr>
              <p14:cNvContentPartPr/>
              <p14:nvPr/>
            </p14:nvContentPartPr>
            <p14:xfrm>
              <a:off x="2343640" y="974506"/>
              <a:ext cx="33480" cy="143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91AE9A5-EEB9-84D6-F6B2-8A2C8703194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335000" y="965866"/>
                <a:ext cx="511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D929713-450E-91FD-3F0A-DF05E3DAA602}"/>
                  </a:ext>
                </a:extLst>
              </p14:cNvPr>
              <p14:cNvContentPartPr/>
              <p14:nvPr/>
            </p14:nvContentPartPr>
            <p14:xfrm>
              <a:off x="2301880" y="973066"/>
              <a:ext cx="176760" cy="214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D929713-450E-91FD-3F0A-DF05E3DAA60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93240" y="964426"/>
                <a:ext cx="1944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522BF0E-6169-06F0-E6A5-A265FBA6CB9E}"/>
                  </a:ext>
                </a:extLst>
              </p14:cNvPr>
              <p14:cNvContentPartPr/>
              <p14:nvPr/>
            </p14:nvContentPartPr>
            <p14:xfrm>
              <a:off x="2583040" y="970186"/>
              <a:ext cx="150120" cy="1566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522BF0E-6169-06F0-E6A5-A265FBA6CB9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574400" y="961546"/>
                <a:ext cx="1677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AF7A507-80DF-0D10-1038-4BA33C8FCF69}"/>
                  </a:ext>
                </a:extLst>
              </p14:cNvPr>
              <p14:cNvContentPartPr/>
              <p14:nvPr/>
            </p14:nvContentPartPr>
            <p14:xfrm>
              <a:off x="2820640" y="1189066"/>
              <a:ext cx="63720" cy="119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AF7A507-80DF-0D10-1038-4BA33C8FCF6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811640" y="1180426"/>
                <a:ext cx="813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F9EA07A-2719-72B2-B8BB-254AAE185A59}"/>
                  </a:ext>
                </a:extLst>
              </p14:cNvPr>
              <p14:cNvContentPartPr/>
              <p14:nvPr/>
            </p14:nvContentPartPr>
            <p14:xfrm>
              <a:off x="3065800" y="987466"/>
              <a:ext cx="30600" cy="152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F9EA07A-2719-72B2-B8BB-254AAE185A5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056800" y="978826"/>
                <a:ext cx="4824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AEF85AC-A447-8096-9401-A993397E3E10}"/>
                  </a:ext>
                </a:extLst>
              </p14:cNvPr>
              <p14:cNvContentPartPr/>
              <p14:nvPr/>
            </p14:nvContentPartPr>
            <p14:xfrm>
              <a:off x="2988760" y="989266"/>
              <a:ext cx="215640" cy="201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AEF85AC-A447-8096-9401-A993397E3E1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980120" y="980266"/>
                <a:ext cx="2332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D5BFD99-881A-80DD-2E89-63A4302E2D5B}"/>
                  </a:ext>
                </a:extLst>
              </p14:cNvPr>
              <p14:cNvContentPartPr/>
              <p14:nvPr/>
            </p14:nvContentPartPr>
            <p14:xfrm>
              <a:off x="3233200" y="976666"/>
              <a:ext cx="141840" cy="183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D5BFD99-881A-80DD-2E89-63A4302E2D5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24560" y="968026"/>
                <a:ext cx="1594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72C6D11-DA20-7A0E-4D75-9BC0C1E8FBAD}"/>
                  </a:ext>
                </a:extLst>
              </p14:cNvPr>
              <p14:cNvContentPartPr/>
              <p14:nvPr/>
            </p14:nvContentPartPr>
            <p14:xfrm>
              <a:off x="3458560" y="1122466"/>
              <a:ext cx="50760" cy="1220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72C6D11-DA20-7A0E-4D75-9BC0C1E8FBA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449920" y="1113826"/>
                <a:ext cx="684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ABCE0B7-1B89-5506-9D58-3B0EB3B9B9D0}"/>
                  </a:ext>
                </a:extLst>
              </p14:cNvPr>
              <p14:cNvContentPartPr/>
              <p14:nvPr/>
            </p14:nvContentPartPr>
            <p14:xfrm>
              <a:off x="3728200" y="967306"/>
              <a:ext cx="37440" cy="153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ABCE0B7-1B89-5506-9D58-3B0EB3B9B9D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719200" y="958306"/>
                <a:ext cx="550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FD2A75D-0DA2-BA72-BCA4-E40877DC6C64}"/>
                  </a:ext>
                </a:extLst>
              </p14:cNvPr>
              <p14:cNvContentPartPr/>
              <p14:nvPr/>
            </p14:nvContentPartPr>
            <p14:xfrm>
              <a:off x="3670960" y="971986"/>
              <a:ext cx="207000" cy="2066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FD2A75D-0DA2-BA72-BCA4-E40877DC6C6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662320" y="963346"/>
                <a:ext cx="2246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1856F22-A6AD-49B3-CA4F-05A996FD669B}"/>
                  </a:ext>
                </a:extLst>
              </p14:cNvPr>
              <p14:cNvContentPartPr/>
              <p14:nvPr/>
            </p14:nvContentPartPr>
            <p14:xfrm>
              <a:off x="3996760" y="966946"/>
              <a:ext cx="177120" cy="106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1856F22-A6AD-49B3-CA4F-05A996FD669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988120" y="958306"/>
                <a:ext cx="1947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5855760-4ECD-D315-2E2B-ECE9BDC2625E}"/>
                  </a:ext>
                </a:extLst>
              </p14:cNvPr>
              <p14:cNvContentPartPr/>
              <p14:nvPr/>
            </p14:nvContentPartPr>
            <p14:xfrm>
              <a:off x="4086040" y="977026"/>
              <a:ext cx="77400" cy="2635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5855760-4ECD-D315-2E2B-ECE9BDC2625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077040" y="968386"/>
                <a:ext cx="9504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95A9F66-56E6-5C7A-D819-8AA3B2755A75}"/>
                  </a:ext>
                </a:extLst>
              </p14:cNvPr>
              <p14:cNvContentPartPr/>
              <p14:nvPr/>
            </p14:nvContentPartPr>
            <p14:xfrm>
              <a:off x="1421680" y="944986"/>
              <a:ext cx="96840" cy="470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95A9F66-56E6-5C7A-D819-8AA3B2755A7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413040" y="936346"/>
                <a:ext cx="11448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B308779-D269-0F56-D4C4-19A5267C2E59}"/>
                  </a:ext>
                </a:extLst>
              </p14:cNvPr>
              <p14:cNvContentPartPr/>
              <p14:nvPr/>
            </p14:nvContentPartPr>
            <p14:xfrm>
              <a:off x="1449760" y="769666"/>
              <a:ext cx="2831040" cy="5144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B308779-D269-0F56-D4C4-19A5267C2E5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441120" y="761026"/>
                <a:ext cx="284868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84B11CE-3EBB-9EDD-0BDB-5D091F82CD5A}"/>
                  </a:ext>
                </a:extLst>
              </p14:cNvPr>
              <p14:cNvContentPartPr/>
              <p14:nvPr/>
            </p14:nvContentPartPr>
            <p14:xfrm>
              <a:off x="1539400" y="1234426"/>
              <a:ext cx="2584080" cy="177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84B11CE-3EBB-9EDD-0BDB-5D091F82CD5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530400" y="1225786"/>
                <a:ext cx="260172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A2AD2CB-8F42-9AFF-858A-289C21415518}"/>
                  </a:ext>
                </a:extLst>
              </p14:cNvPr>
              <p14:cNvContentPartPr/>
              <p14:nvPr/>
            </p14:nvContentPartPr>
            <p14:xfrm>
              <a:off x="3962920" y="1259986"/>
              <a:ext cx="283320" cy="51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A2AD2CB-8F42-9AFF-858A-289C2141551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953920" y="1250986"/>
                <a:ext cx="30096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101F62D-C951-4014-B91E-DCFD5C01EE92}"/>
                  </a:ext>
                </a:extLst>
              </p14:cNvPr>
              <p14:cNvContentPartPr/>
              <p14:nvPr/>
            </p14:nvContentPartPr>
            <p14:xfrm>
              <a:off x="3861760" y="1441786"/>
              <a:ext cx="217080" cy="173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101F62D-C951-4014-B91E-DCFD5C01EE9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853120" y="1432786"/>
                <a:ext cx="2347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E6CF5E5-A928-7B99-F27E-E2FADEB91157}"/>
                  </a:ext>
                </a:extLst>
              </p14:cNvPr>
              <p14:cNvContentPartPr/>
              <p14:nvPr/>
            </p14:nvContentPartPr>
            <p14:xfrm>
              <a:off x="4122760" y="1434586"/>
              <a:ext cx="109800" cy="82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E6CF5E5-A928-7B99-F27E-E2FADEB9115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114120" y="1425586"/>
                <a:ext cx="1274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92EFF22-66AB-0DC1-9935-0B44876420EA}"/>
                  </a:ext>
                </a:extLst>
              </p14:cNvPr>
              <p14:cNvContentPartPr/>
              <p14:nvPr/>
            </p14:nvContentPartPr>
            <p14:xfrm>
              <a:off x="4183600" y="1387786"/>
              <a:ext cx="57240" cy="1756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92EFF22-66AB-0DC1-9935-0B44876420E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174960" y="1378786"/>
                <a:ext cx="748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C168F73-5D74-14ED-17FA-5F707A30CC0B}"/>
                  </a:ext>
                </a:extLst>
              </p14:cNvPr>
              <p14:cNvContentPartPr/>
              <p14:nvPr/>
            </p14:nvContentPartPr>
            <p14:xfrm>
              <a:off x="4310320" y="1438186"/>
              <a:ext cx="94320" cy="1670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C168F73-5D74-14ED-17FA-5F707A30CC0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301680" y="1429186"/>
                <a:ext cx="1119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7A98760-7C82-FD4D-6125-74AC0F12EE3B}"/>
                  </a:ext>
                </a:extLst>
              </p14:cNvPr>
              <p14:cNvContentPartPr/>
              <p14:nvPr/>
            </p14:nvContentPartPr>
            <p14:xfrm>
              <a:off x="4435240" y="978466"/>
              <a:ext cx="260280" cy="644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7A98760-7C82-FD4D-6125-74AC0F12EE3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426240" y="969826"/>
                <a:ext cx="2779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272E9D6-AFE3-83DA-BF22-85B5D890A443}"/>
                  </a:ext>
                </a:extLst>
              </p14:cNvPr>
              <p14:cNvContentPartPr/>
              <p14:nvPr/>
            </p14:nvContentPartPr>
            <p14:xfrm>
              <a:off x="4641160" y="938506"/>
              <a:ext cx="89280" cy="138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272E9D6-AFE3-83DA-BF22-85B5D890A44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632520" y="929866"/>
                <a:ext cx="10692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20922F3-C95B-6B33-3DBF-DED7317AB5D1}"/>
                  </a:ext>
                </a:extLst>
              </p14:cNvPr>
              <p14:cNvContentPartPr/>
              <p14:nvPr/>
            </p14:nvContentPartPr>
            <p14:xfrm>
              <a:off x="4833040" y="515613"/>
              <a:ext cx="13320" cy="1868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20922F3-C95B-6B33-3DBF-DED7317AB5D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824040" y="506613"/>
                <a:ext cx="3096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D58D925-A114-D643-1241-40A6D021EAF0}"/>
                  </a:ext>
                </a:extLst>
              </p14:cNvPr>
              <p14:cNvContentPartPr/>
              <p14:nvPr/>
            </p14:nvContentPartPr>
            <p14:xfrm>
              <a:off x="4736920" y="457293"/>
              <a:ext cx="226440" cy="766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D58D925-A114-D643-1241-40A6D021EAF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728280" y="448293"/>
                <a:ext cx="2440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50B84D2-FFD8-EA0F-76DD-B7CD31D596F1}"/>
                  </a:ext>
                </a:extLst>
              </p14:cNvPr>
              <p14:cNvContentPartPr/>
              <p14:nvPr/>
            </p14:nvContentPartPr>
            <p14:xfrm>
              <a:off x="4919440" y="554853"/>
              <a:ext cx="111240" cy="914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50B84D2-FFD8-EA0F-76DD-B7CD31D596F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910440" y="546213"/>
                <a:ext cx="1288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76414CF-DB08-BA8A-05AC-90432BEC2802}"/>
                  </a:ext>
                </a:extLst>
              </p14:cNvPr>
              <p14:cNvContentPartPr/>
              <p14:nvPr/>
            </p14:nvContentPartPr>
            <p14:xfrm>
              <a:off x="5041120" y="545493"/>
              <a:ext cx="56520" cy="1270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76414CF-DB08-BA8A-05AC-90432BEC280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032120" y="536493"/>
                <a:ext cx="7416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8533B87-3D5F-7E14-4A92-553B90085F3C}"/>
                  </a:ext>
                </a:extLst>
              </p14:cNvPr>
              <p14:cNvContentPartPr/>
              <p14:nvPr/>
            </p14:nvContentPartPr>
            <p14:xfrm>
              <a:off x="5152360" y="480693"/>
              <a:ext cx="36360" cy="1785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8533B87-3D5F-7E14-4A92-553B90085F3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143360" y="471693"/>
                <a:ext cx="540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A2C9919-97BA-EC67-7188-3AB2B0758CE9}"/>
                  </a:ext>
                </a:extLst>
              </p14:cNvPr>
              <p14:cNvContentPartPr/>
              <p14:nvPr/>
            </p14:nvContentPartPr>
            <p14:xfrm>
              <a:off x="5156680" y="532893"/>
              <a:ext cx="127800" cy="42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A2C9919-97BA-EC67-7188-3AB2B0758CE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148040" y="523893"/>
                <a:ext cx="1454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3874401-5028-EE18-6C56-B7093EC4872D}"/>
                  </a:ext>
                </a:extLst>
              </p14:cNvPr>
              <p14:cNvContentPartPr/>
              <p14:nvPr/>
            </p14:nvContentPartPr>
            <p14:xfrm>
              <a:off x="5144080" y="933573"/>
              <a:ext cx="18000" cy="146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3874401-5028-EE18-6C56-B7093EC4872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135080" y="924573"/>
                <a:ext cx="356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39CEF2A-1C8A-452A-967C-5EFA437D893B}"/>
                  </a:ext>
                </a:extLst>
              </p14:cNvPr>
              <p14:cNvContentPartPr/>
              <p14:nvPr/>
            </p14:nvContentPartPr>
            <p14:xfrm>
              <a:off x="5093320" y="887493"/>
              <a:ext cx="221040" cy="269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39CEF2A-1C8A-452A-967C-5EFA437D893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084680" y="878853"/>
                <a:ext cx="23868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5379125-836D-4F5D-F32A-D2441BABF19B}"/>
                  </a:ext>
                </a:extLst>
              </p14:cNvPr>
              <p14:cNvContentPartPr/>
              <p14:nvPr/>
            </p14:nvContentPartPr>
            <p14:xfrm>
              <a:off x="5383480" y="897573"/>
              <a:ext cx="98280" cy="164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5379125-836D-4F5D-F32A-D2441BABF19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374480" y="888573"/>
                <a:ext cx="11592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04DB027-5A46-F804-710C-2C789A899DC5}"/>
                  </a:ext>
                </a:extLst>
              </p14:cNvPr>
              <p14:cNvContentPartPr/>
              <p14:nvPr/>
            </p14:nvContentPartPr>
            <p14:xfrm>
              <a:off x="5425600" y="830253"/>
              <a:ext cx="143640" cy="842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04DB027-5A46-F804-710C-2C789A899DC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416960" y="821613"/>
                <a:ext cx="1612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593278D-8DC9-0D20-1A55-04B2108E6C93}"/>
                  </a:ext>
                </a:extLst>
              </p14:cNvPr>
              <p14:cNvContentPartPr/>
              <p14:nvPr/>
            </p14:nvContentPartPr>
            <p14:xfrm>
              <a:off x="4932040" y="889293"/>
              <a:ext cx="58680" cy="4035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593278D-8DC9-0D20-1A55-04B2108E6C9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923040" y="880293"/>
                <a:ext cx="7632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10FCB6E-0FC4-FFA2-64D7-44A4669BB42E}"/>
                  </a:ext>
                </a:extLst>
              </p14:cNvPr>
              <p14:cNvContentPartPr/>
              <p14:nvPr/>
            </p14:nvContentPartPr>
            <p14:xfrm>
              <a:off x="4925560" y="725853"/>
              <a:ext cx="838440" cy="4611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10FCB6E-0FC4-FFA2-64D7-44A4669BB42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916560" y="717213"/>
                <a:ext cx="85608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8996EA4-1ECB-D1A9-F2F0-7954992437BB}"/>
                  </a:ext>
                </a:extLst>
              </p14:cNvPr>
              <p14:cNvContentPartPr/>
              <p14:nvPr/>
            </p14:nvContentPartPr>
            <p14:xfrm>
              <a:off x="5127880" y="1184853"/>
              <a:ext cx="689040" cy="146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8996EA4-1ECB-D1A9-F2F0-7954992437B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119240" y="1176213"/>
                <a:ext cx="7066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C701EFA-92FB-181C-A23D-35D61E9A3270}"/>
                  </a:ext>
                </a:extLst>
              </p14:cNvPr>
              <p14:cNvContentPartPr/>
              <p14:nvPr/>
            </p14:nvContentPartPr>
            <p14:xfrm>
              <a:off x="5429560" y="1367373"/>
              <a:ext cx="240120" cy="187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C701EFA-92FB-181C-A23D-35D61E9A327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420560" y="1358733"/>
                <a:ext cx="2577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6734C06-06BA-C2EF-0C22-6F81E9959890}"/>
                  </a:ext>
                </a:extLst>
              </p14:cNvPr>
              <p14:cNvContentPartPr/>
              <p14:nvPr/>
            </p14:nvContentPartPr>
            <p14:xfrm>
              <a:off x="5695600" y="1394373"/>
              <a:ext cx="114120" cy="108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6734C06-06BA-C2EF-0C22-6F81E995989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686960" y="1385373"/>
                <a:ext cx="1317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9FD0C44-51FD-A12E-C4C6-950C8F7204B7}"/>
                  </a:ext>
                </a:extLst>
              </p14:cNvPr>
              <p14:cNvContentPartPr/>
              <p14:nvPr/>
            </p14:nvContentPartPr>
            <p14:xfrm>
              <a:off x="5726560" y="1377453"/>
              <a:ext cx="80280" cy="1508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9FD0C44-51FD-A12E-C4C6-950C8F7204B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717560" y="1368813"/>
                <a:ext cx="979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56839C4-DFA4-F98F-A806-774C5E408285}"/>
                  </a:ext>
                </a:extLst>
              </p14:cNvPr>
              <p14:cNvContentPartPr/>
              <p14:nvPr/>
            </p14:nvContentPartPr>
            <p14:xfrm>
              <a:off x="5865160" y="1372773"/>
              <a:ext cx="57960" cy="126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56839C4-DFA4-F98F-A806-774C5E40828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856520" y="1363773"/>
                <a:ext cx="756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B39FADC-4207-E204-3AF9-95A2971DAF21}"/>
                  </a:ext>
                </a:extLst>
              </p14:cNvPr>
              <p14:cNvContentPartPr/>
              <p14:nvPr/>
            </p14:nvContentPartPr>
            <p14:xfrm>
              <a:off x="5876320" y="1307253"/>
              <a:ext cx="100800" cy="658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B39FADC-4207-E204-3AF9-95A2971DAF2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867320" y="1298613"/>
                <a:ext cx="1184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D5F8AC9-09AF-EF42-A9F3-212BF72950DA}"/>
                  </a:ext>
                </a:extLst>
              </p14:cNvPr>
              <p14:cNvContentPartPr/>
              <p14:nvPr/>
            </p14:nvContentPartPr>
            <p14:xfrm>
              <a:off x="6016360" y="850773"/>
              <a:ext cx="222840" cy="669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D5F8AC9-09AF-EF42-A9F3-212BF72950D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007360" y="841773"/>
                <a:ext cx="2404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EB98CD8-4AE3-F1A3-3076-18AD4DAAB6E9}"/>
                  </a:ext>
                </a:extLst>
              </p14:cNvPr>
              <p14:cNvContentPartPr/>
              <p14:nvPr/>
            </p14:nvContentPartPr>
            <p14:xfrm>
              <a:off x="6180880" y="795693"/>
              <a:ext cx="93960" cy="143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EB98CD8-4AE3-F1A3-3076-18AD4DAAB6E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171880" y="786693"/>
                <a:ext cx="1116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D4534D7-5420-14A7-9326-C87CD05D73A7}"/>
                  </a:ext>
                </a:extLst>
              </p14:cNvPr>
              <p14:cNvContentPartPr/>
              <p14:nvPr/>
            </p14:nvContentPartPr>
            <p14:xfrm>
              <a:off x="631840" y="1780293"/>
              <a:ext cx="244440" cy="1468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D4534D7-5420-14A7-9326-C87CD05D73A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23200" y="1771653"/>
                <a:ext cx="2620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FBFCEC8-87B9-2D23-D6DF-06C914A6F15C}"/>
                  </a:ext>
                </a:extLst>
              </p14:cNvPr>
              <p14:cNvContentPartPr/>
              <p14:nvPr/>
            </p14:nvContentPartPr>
            <p14:xfrm>
              <a:off x="855400" y="1850853"/>
              <a:ext cx="180360" cy="2116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FBFCEC8-87B9-2D23-D6DF-06C914A6F15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46760" y="1842213"/>
                <a:ext cx="1980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510976A-C3D5-0232-7B05-0F65E86102A6}"/>
                  </a:ext>
                </a:extLst>
              </p14:cNvPr>
              <p14:cNvContentPartPr/>
              <p14:nvPr/>
            </p14:nvContentPartPr>
            <p14:xfrm>
              <a:off x="1185160" y="1850853"/>
              <a:ext cx="248040" cy="316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510976A-C3D5-0232-7B05-0F65E86102A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176160" y="1842213"/>
                <a:ext cx="2656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E0791B9-F236-5FD7-BA5A-94BA7FD3DCA6}"/>
                  </a:ext>
                </a:extLst>
              </p14:cNvPr>
              <p14:cNvContentPartPr/>
              <p14:nvPr/>
            </p14:nvContentPartPr>
            <p14:xfrm>
              <a:off x="1374160" y="1801173"/>
              <a:ext cx="104040" cy="1728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E0791B9-F236-5FD7-BA5A-94BA7FD3DCA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365520" y="1792173"/>
                <a:ext cx="12168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01DFB54-DAEB-B28F-9F9D-E4CD68CA1C4A}"/>
                  </a:ext>
                </a:extLst>
              </p14:cNvPr>
              <p14:cNvContentPartPr/>
              <p14:nvPr/>
            </p14:nvContentPartPr>
            <p14:xfrm>
              <a:off x="1734880" y="1822053"/>
              <a:ext cx="11880" cy="1126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01DFB54-DAEB-B28F-9F9D-E4CD68CA1C4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726240" y="1813413"/>
                <a:ext cx="295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5A9E078-DE08-0E26-CC91-D4BFABB0BEC8}"/>
                  </a:ext>
                </a:extLst>
              </p14:cNvPr>
              <p14:cNvContentPartPr/>
              <p14:nvPr/>
            </p14:nvContentPartPr>
            <p14:xfrm>
              <a:off x="1665040" y="1783173"/>
              <a:ext cx="180000" cy="2228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5A9E078-DE08-0E26-CC91-D4BFABB0BEC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656400" y="1774533"/>
                <a:ext cx="19764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91AC8A3-A60F-D33E-1683-32666C4430A0}"/>
                  </a:ext>
                </a:extLst>
              </p14:cNvPr>
              <p14:cNvContentPartPr/>
              <p14:nvPr/>
            </p14:nvContentPartPr>
            <p14:xfrm>
              <a:off x="1931800" y="1800453"/>
              <a:ext cx="32400" cy="1512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91AC8A3-A60F-D33E-1683-32666C4430A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922800" y="1791453"/>
                <a:ext cx="500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89ABC4A-9D5B-6E3D-0067-09C58C01E3A3}"/>
                  </a:ext>
                </a:extLst>
              </p14:cNvPr>
              <p14:cNvContentPartPr/>
              <p14:nvPr/>
            </p14:nvContentPartPr>
            <p14:xfrm>
              <a:off x="2058160" y="1927173"/>
              <a:ext cx="62280" cy="1335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89ABC4A-9D5B-6E3D-0067-09C58C01E3A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049160" y="1918173"/>
                <a:ext cx="799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45D10E9-F7A3-8AEA-F336-30369A438228}"/>
                  </a:ext>
                </a:extLst>
              </p14:cNvPr>
              <p14:cNvContentPartPr/>
              <p14:nvPr/>
            </p14:nvContentPartPr>
            <p14:xfrm>
              <a:off x="2289280" y="1801893"/>
              <a:ext cx="24480" cy="127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45D10E9-F7A3-8AEA-F336-30369A43822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280280" y="1792893"/>
                <a:ext cx="421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85BA60B-BF6D-D5C5-C8DC-AAFB26613694}"/>
                  </a:ext>
                </a:extLst>
              </p14:cNvPr>
              <p14:cNvContentPartPr/>
              <p14:nvPr/>
            </p14:nvContentPartPr>
            <p14:xfrm>
              <a:off x="2245000" y="1758333"/>
              <a:ext cx="232920" cy="257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85BA60B-BF6D-D5C5-C8DC-AAFB2661369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236000" y="1749693"/>
                <a:ext cx="25056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F191543-239D-4219-CC5D-641527F5AE12}"/>
                  </a:ext>
                </a:extLst>
              </p14:cNvPr>
              <p14:cNvContentPartPr/>
              <p14:nvPr/>
            </p14:nvContentPartPr>
            <p14:xfrm>
              <a:off x="2540200" y="1768053"/>
              <a:ext cx="135360" cy="1944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F191543-239D-4219-CC5D-641527F5AE1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531560" y="1759413"/>
                <a:ext cx="1530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FDD661E-FB04-2D71-1FE7-2EEBA3FF1749}"/>
                  </a:ext>
                </a:extLst>
              </p14:cNvPr>
              <p14:cNvContentPartPr/>
              <p14:nvPr/>
            </p14:nvContentPartPr>
            <p14:xfrm>
              <a:off x="2776000" y="1934733"/>
              <a:ext cx="25920" cy="788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FDD661E-FB04-2D71-1FE7-2EEBA3FF1749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767360" y="1926093"/>
                <a:ext cx="435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B1E8735-5E99-D2AA-6076-2C543AEB18DB}"/>
                  </a:ext>
                </a:extLst>
              </p14:cNvPr>
              <p14:cNvContentPartPr/>
              <p14:nvPr/>
            </p14:nvContentPartPr>
            <p14:xfrm>
              <a:off x="2910640" y="1786773"/>
              <a:ext cx="52200" cy="1659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B1E8735-5E99-D2AA-6076-2C543AEB18D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901640" y="1777773"/>
                <a:ext cx="6984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2B52575-10CF-C9C2-E04D-33A8DFCB6166}"/>
                  </a:ext>
                </a:extLst>
              </p14:cNvPr>
              <p14:cNvContentPartPr/>
              <p14:nvPr/>
            </p14:nvContentPartPr>
            <p14:xfrm>
              <a:off x="2893360" y="1807653"/>
              <a:ext cx="195120" cy="200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2B52575-10CF-C9C2-E04D-33A8DFCB6166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884360" y="1798653"/>
                <a:ext cx="2127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24989B4-E0BB-719A-9572-22C698BB4B4D}"/>
                  </a:ext>
                </a:extLst>
              </p14:cNvPr>
              <p14:cNvContentPartPr/>
              <p14:nvPr/>
            </p14:nvContentPartPr>
            <p14:xfrm>
              <a:off x="3172000" y="1794333"/>
              <a:ext cx="163080" cy="1324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24989B4-E0BB-719A-9572-22C698BB4B4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163360" y="1785693"/>
                <a:ext cx="18072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EFABB2A-D0C9-9929-C27C-0CF483921DE3}"/>
                  </a:ext>
                </a:extLst>
              </p14:cNvPr>
              <p14:cNvContentPartPr/>
              <p14:nvPr/>
            </p14:nvContentPartPr>
            <p14:xfrm>
              <a:off x="3218440" y="1826733"/>
              <a:ext cx="54000" cy="2408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EFABB2A-D0C9-9929-C27C-0CF483921DE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209440" y="1818093"/>
                <a:ext cx="716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244C7EC-FFFD-9046-E0EC-2032AF77B0CE}"/>
                  </a:ext>
                </a:extLst>
              </p14:cNvPr>
              <p14:cNvContentPartPr/>
              <p14:nvPr/>
            </p14:nvContentPartPr>
            <p14:xfrm>
              <a:off x="3415360" y="1922853"/>
              <a:ext cx="22680" cy="896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244C7EC-FFFD-9046-E0EC-2032AF77B0CE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406720" y="1914213"/>
                <a:ext cx="403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845F9BE-49C7-5506-B689-BFB2E0354294}"/>
                  </a:ext>
                </a:extLst>
              </p14:cNvPr>
              <p14:cNvContentPartPr/>
              <p14:nvPr/>
            </p14:nvContentPartPr>
            <p14:xfrm>
              <a:off x="3581680" y="1849053"/>
              <a:ext cx="29880" cy="1378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845F9BE-49C7-5506-B689-BFB2E035429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573040" y="1840413"/>
                <a:ext cx="475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B91F394-8BF6-175E-849D-6134BC9DB7B3}"/>
                  </a:ext>
                </a:extLst>
              </p14:cNvPr>
              <p14:cNvContentPartPr/>
              <p14:nvPr/>
            </p14:nvContentPartPr>
            <p14:xfrm>
              <a:off x="3550720" y="1841853"/>
              <a:ext cx="169920" cy="1976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B91F394-8BF6-175E-849D-6134BC9DB7B3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542080" y="1833213"/>
                <a:ext cx="1875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F2F5EF3-2034-3E13-5808-7C71DABD30E1}"/>
                  </a:ext>
                </a:extLst>
              </p14:cNvPr>
              <p14:cNvContentPartPr/>
              <p14:nvPr/>
            </p14:nvContentPartPr>
            <p14:xfrm>
              <a:off x="3797680" y="1830333"/>
              <a:ext cx="78480" cy="1558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F2F5EF3-2034-3E13-5808-7C71DABD30E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788680" y="1821693"/>
                <a:ext cx="9612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E29D53E-DB90-117A-0AC4-679ED254C363}"/>
                  </a:ext>
                </a:extLst>
              </p14:cNvPr>
              <p14:cNvContentPartPr/>
              <p14:nvPr/>
            </p14:nvContentPartPr>
            <p14:xfrm>
              <a:off x="3816040" y="1797933"/>
              <a:ext cx="165960" cy="586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E29D53E-DB90-117A-0AC4-679ED254C363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807400" y="1789293"/>
                <a:ext cx="1836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65DC9EB-4B64-14A2-2755-47EA6644B727}"/>
                  </a:ext>
                </a:extLst>
              </p14:cNvPr>
              <p14:cNvContentPartPr/>
              <p14:nvPr/>
            </p14:nvContentPartPr>
            <p14:xfrm>
              <a:off x="1546240" y="1682733"/>
              <a:ext cx="2536560" cy="5850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65DC9EB-4B64-14A2-2755-47EA6644B727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537600" y="1674093"/>
                <a:ext cx="2554200" cy="60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DA90932-94CC-4501-FDC0-D330155AB242}"/>
                  </a:ext>
                </a:extLst>
              </p14:cNvPr>
              <p14:cNvContentPartPr/>
              <p14:nvPr/>
            </p14:nvContentPartPr>
            <p14:xfrm>
              <a:off x="4253080" y="1908453"/>
              <a:ext cx="294840" cy="486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DA90932-94CC-4501-FDC0-D330155AB24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244440" y="1899813"/>
                <a:ext cx="3124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9674B1F-BE44-8502-3975-C1C18564D5AA}"/>
                  </a:ext>
                </a:extLst>
              </p14:cNvPr>
              <p14:cNvContentPartPr/>
              <p14:nvPr/>
            </p14:nvContentPartPr>
            <p14:xfrm>
              <a:off x="4456840" y="1850853"/>
              <a:ext cx="95040" cy="1479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9674B1F-BE44-8502-3975-C1C18564D5AA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47840" y="1842213"/>
                <a:ext cx="1126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7F55145-ED56-F2A9-B53D-678D7F341555}"/>
                  </a:ext>
                </a:extLst>
              </p14:cNvPr>
              <p14:cNvContentPartPr/>
              <p14:nvPr/>
            </p14:nvContentPartPr>
            <p14:xfrm>
              <a:off x="5058760" y="1805133"/>
              <a:ext cx="49680" cy="1738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7F55145-ED56-F2A9-B53D-678D7F34155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050120" y="1796493"/>
                <a:ext cx="6732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9F395C9-E379-02A5-B6BE-05BF83B86CDC}"/>
                  </a:ext>
                </a:extLst>
              </p14:cNvPr>
              <p14:cNvContentPartPr/>
              <p14:nvPr/>
            </p14:nvContentPartPr>
            <p14:xfrm>
              <a:off x="5014840" y="1811253"/>
              <a:ext cx="213480" cy="2347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9F395C9-E379-02A5-B6BE-05BF83B86CD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005840" y="1802613"/>
                <a:ext cx="2311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CF6D108-3F0A-8BE7-8199-691CD3399E67}"/>
                  </a:ext>
                </a:extLst>
              </p14:cNvPr>
              <p14:cNvContentPartPr/>
              <p14:nvPr/>
            </p14:nvContentPartPr>
            <p14:xfrm>
              <a:off x="5302840" y="1805133"/>
              <a:ext cx="171720" cy="1695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CF6D108-3F0A-8BE7-8199-691CD3399E6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293840" y="1796493"/>
                <a:ext cx="1893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123A083-B4C6-EAE9-EAC6-F0EAC5099E7B}"/>
                  </a:ext>
                </a:extLst>
              </p14:cNvPr>
              <p14:cNvContentPartPr/>
              <p14:nvPr/>
            </p14:nvContentPartPr>
            <p14:xfrm>
              <a:off x="4836640" y="1805853"/>
              <a:ext cx="84960" cy="2880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123A083-B4C6-EAE9-EAC6-F0EAC5099E7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828000" y="1796853"/>
                <a:ext cx="1026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2CD1FCB-B7C3-E65A-F01D-7D0711D5DDEB}"/>
                  </a:ext>
                </a:extLst>
              </p14:cNvPr>
              <p14:cNvContentPartPr/>
              <p14:nvPr/>
            </p14:nvContentPartPr>
            <p14:xfrm>
              <a:off x="4828000" y="1669053"/>
              <a:ext cx="870120" cy="4784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2CD1FCB-B7C3-E65A-F01D-7D0711D5DDEB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819360" y="1660413"/>
                <a:ext cx="88776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090CC0E-9280-FB11-DDDD-360B5320E464}"/>
                  </a:ext>
                </a:extLst>
              </p14:cNvPr>
              <p14:cNvContentPartPr/>
              <p14:nvPr/>
            </p14:nvContentPartPr>
            <p14:xfrm>
              <a:off x="6134080" y="1746453"/>
              <a:ext cx="250560" cy="144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090CC0E-9280-FB11-DDDD-360B5320E46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125080" y="1737813"/>
                <a:ext cx="2682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20055B1-0470-53D0-2FED-207605E6C19C}"/>
                  </a:ext>
                </a:extLst>
              </p14:cNvPr>
              <p14:cNvContentPartPr/>
              <p14:nvPr/>
            </p14:nvContentPartPr>
            <p14:xfrm>
              <a:off x="6746440" y="1689933"/>
              <a:ext cx="125640" cy="1976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20055B1-0470-53D0-2FED-207605E6C19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737440" y="1681293"/>
                <a:ext cx="1432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98202ED-8027-BE28-C9FE-BCED35E7F9B5}"/>
                  </a:ext>
                </a:extLst>
              </p14:cNvPr>
              <p14:cNvContentPartPr/>
              <p14:nvPr/>
            </p14:nvContentPartPr>
            <p14:xfrm>
              <a:off x="6939040" y="1750773"/>
              <a:ext cx="29880" cy="345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98202ED-8027-BE28-C9FE-BCED35E7F9B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930400" y="1741773"/>
                <a:ext cx="475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0F05C49-22E2-0807-C6C5-E8B8E94C3A31}"/>
                  </a:ext>
                </a:extLst>
              </p14:cNvPr>
              <p14:cNvContentPartPr/>
              <p14:nvPr/>
            </p14:nvContentPartPr>
            <p14:xfrm>
              <a:off x="7036600" y="1651773"/>
              <a:ext cx="174240" cy="2152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0F05C49-22E2-0807-C6C5-E8B8E94C3A31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027600" y="1642773"/>
                <a:ext cx="1918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D7A741E-93A7-841F-3718-6F5167427B83}"/>
                  </a:ext>
                </a:extLst>
              </p14:cNvPr>
              <p14:cNvContentPartPr/>
              <p14:nvPr/>
            </p14:nvContentPartPr>
            <p14:xfrm>
              <a:off x="7262320" y="1671573"/>
              <a:ext cx="81720" cy="1346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D7A741E-93A7-841F-3718-6F5167427B83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253680" y="1662573"/>
                <a:ext cx="993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A980991-DE89-A64A-625A-36B7267B368F}"/>
                  </a:ext>
                </a:extLst>
              </p14:cNvPr>
              <p14:cNvContentPartPr/>
              <p14:nvPr/>
            </p14:nvContentPartPr>
            <p14:xfrm>
              <a:off x="7263040" y="1586253"/>
              <a:ext cx="114120" cy="878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A980991-DE89-A64A-625A-36B7267B368F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254040" y="1577613"/>
                <a:ext cx="13176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AEB0155-FDCF-8145-7596-8815169763F0}"/>
                  </a:ext>
                </a:extLst>
              </p14:cNvPr>
              <p14:cNvContentPartPr/>
              <p14:nvPr/>
            </p14:nvContentPartPr>
            <p14:xfrm>
              <a:off x="667120" y="2456733"/>
              <a:ext cx="269280" cy="1198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AEB0155-FDCF-8145-7596-8815169763F0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58480" y="2448093"/>
                <a:ext cx="2869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802E5195-0FC2-D1FB-BAE1-04513BA733D8}"/>
                  </a:ext>
                </a:extLst>
              </p14:cNvPr>
              <p14:cNvContentPartPr/>
              <p14:nvPr/>
            </p14:nvContentPartPr>
            <p14:xfrm>
              <a:off x="952960" y="2531253"/>
              <a:ext cx="151920" cy="1695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802E5195-0FC2-D1FB-BAE1-04513BA733D8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943960" y="2522613"/>
                <a:ext cx="1695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BFC4CD7-13E5-41DC-D9F1-77E8F9FDE188}"/>
                  </a:ext>
                </a:extLst>
              </p14:cNvPr>
              <p14:cNvContentPartPr/>
              <p14:nvPr/>
            </p14:nvContentPartPr>
            <p14:xfrm>
              <a:off x="1300360" y="2506773"/>
              <a:ext cx="296640" cy="777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BFC4CD7-13E5-41DC-D9F1-77E8F9FDE188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291360" y="2497773"/>
                <a:ext cx="3142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886E4D5-112A-6754-F858-E5E77264E6C9}"/>
                  </a:ext>
                </a:extLst>
              </p14:cNvPr>
              <p14:cNvContentPartPr/>
              <p14:nvPr/>
            </p14:nvContentPartPr>
            <p14:xfrm>
              <a:off x="1492240" y="2461773"/>
              <a:ext cx="95760" cy="1814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886E4D5-112A-6754-F858-E5E77264E6C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483600" y="2452773"/>
                <a:ext cx="1134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AAEE691-945A-3871-466D-9D0664336EF9}"/>
                  </a:ext>
                </a:extLst>
              </p14:cNvPr>
              <p14:cNvContentPartPr/>
              <p14:nvPr/>
            </p14:nvContentPartPr>
            <p14:xfrm>
              <a:off x="4306000" y="2489133"/>
              <a:ext cx="281520" cy="367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AAEE691-945A-3871-466D-9D0664336EF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4297000" y="2480493"/>
                <a:ext cx="2991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CFCEA00-A960-A639-FE7A-D37E47501EF7}"/>
                  </a:ext>
                </a:extLst>
              </p14:cNvPr>
              <p14:cNvContentPartPr/>
              <p14:nvPr/>
            </p14:nvContentPartPr>
            <p14:xfrm>
              <a:off x="4527760" y="2436573"/>
              <a:ext cx="83520" cy="1785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CFCEA00-A960-A639-FE7A-D37E47501EF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518760" y="2427573"/>
                <a:ext cx="1011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1730159-FFA9-89DA-9294-9FD15BA4D191}"/>
                  </a:ext>
                </a:extLst>
              </p14:cNvPr>
              <p14:cNvContentPartPr/>
              <p14:nvPr/>
            </p14:nvContentPartPr>
            <p14:xfrm>
              <a:off x="5193400" y="2397333"/>
              <a:ext cx="53280" cy="1396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1730159-FFA9-89DA-9294-9FD15BA4D191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184400" y="2388693"/>
                <a:ext cx="709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03962FC-27A0-237A-60EF-DC93E37FD4B3}"/>
                  </a:ext>
                </a:extLst>
              </p14:cNvPr>
              <p14:cNvContentPartPr/>
              <p14:nvPr/>
            </p14:nvContentPartPr>
            <p14:xfrm>
              <a:off x="5111320" y="2351973"/>
              <a:ext cx="245520" cy="2289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03962FC-27A0-237A-60EF-DC93E37FD4B3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102680" y="2342973"/>
                <a:ext cx="26316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9F92F92-D504-AF37-75AE-83BD6DFA8E7F}"/>
                  </a:ext>
                </a:extLst>
              </p14:cNvPr>
              <p14:cNvContentPartPr/>
              <p14:nvPr/>
            </p14:nvContentPartPr>
            <p14:xfrm>
              <a:off x="5330200" y="2490933"/>
              <a:ext cx="177480" cy="1321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9F92F92-D504-AF37-75AE-83BD6DFA8E7F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321560" y="2482293"/>
                <a:ext cx="1951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7A85954-BEE9-B9AA-B57E-1E751169CEB2}"/>
                  </a:ext>
                </a:extLst>
              </p14:cNvPr>
              <p14:cNvContentPartPr/>
              <p14:nvPr/>
            </p14:nvContentPartPr>
            <p14:xfrm>
              <a:off x="4891720" y="2204373"/>
              <a:ext cx="846720" cy="5151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7A85954-BEE9-B9AA-B57E-1E751169CEB2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883080" y="2195733"/>
                <a:ext cx="86436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2215CC7-39CF-68C9-7C51-4D468EEC0801}"/>
                  </a:ext>
                </a:extLst>
              </p14:cNvPr>
              <p14:cNvContentPartPr/>
              <p14:nvPr/>
            </p14:nvContentPartPr>
            <p14:xfrm>
              <a:off x="5980000" y="2362053"/>
              <a:ext cx="417600" cy="766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2215CC7-39CF-68C9-7C51-4D468EEC080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971000" y="2353413"/>
                <a:ext cx="4352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46103AF-6604-4105-552A-72FE2069AF16}"/>
                  </a:ext>
                </a:extLst>
              </p14:cNvPr>
              <p14:cNvContentPartPr/>
              <p14:nvPr/>
            </p14:nvContentPartPr>
            <p14:xfrm>
              <a:off x="6293560" y="2314533"/>
              <a:ext cx="97560" cy="2037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46103AF-6604-4105-552A-72FE2069AF16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284920" y="2305893"/>
                <a:ext cx="1152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C150605-A85C-0B93-E055-3954A17501E8}"/>
                  </a:ext>
                </a:extLst>
              </p14:cNvPr>
              <p14:cNvContentPartPr/>
              <p14:nvPr/>
            </p14:nvContentPartPr>
            <p14:xfrm>
              <a:off x="6790360" y="2296173"/>
              <a:ext cx="158040" cy="1630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C150605-A85C-0B93-E055-3954A17501E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781360" y="2287533"/>
                <a:ext cx="1756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3E311A8-793D-46A4-7944-0135A04C6C56}"/>
                  </a:ext>
                </a:extLst>
              </p14:cNvPr>
              <p14:cNvContentPartPr/>
              <p14:nvPr/>
            </p14:nvContentPartPr>
            <p14:xfrm>
              <a:off x="7021120" y="2376453"/>
              <a:ext cx="34920" cy="410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3E311A8-793D-46A4-7944-0135A04C6C56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012120" y="2367813"/>
                <a:ext cx="525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BBD87032-5E68-8AF3-8AEB-4689AD38D18B}"/>
                  </a:ext>
                </a:extLst>
              </p14:cNvPr>
              <p14:cNvContentPartPr/>
              <p14:nvPr/>
            </p14:nvContentPartPr>
            <p14:xfrm>
              <a:off x="7105000" y="2273853"/>
              <a:ext cx="126360" cy="1594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BBD87032-5E68-8AF3-8AEB-4689AD38D18B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096360" y="2264853"/>
                <a:ext cx="14400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8D1946C-0A2E-BEFB-48BC-A9DBA8144359}"/>
                  </a:ext>
                </a:extLst>
              </p14:cNvPr>
              <p14:cNvContentPartPr/>
              <p14:nvPr/>
            </p14:nvContentPartPr>
            <p14:xfrm>
              <a:off x="7151080" y="2318853"/>
              <a:ext cx="143640" cy="478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8D1946C-0A2E-BEFB-48BC-A9DBA8144359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142080" y="2310213"/>
                <a:ext cx="1612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06FC5B17-D281-BDE5-F069-86FA927B0B91}"/>
                  </a:ext>
                </a:extLst>
              </p14:cNvPr>
              <p14:cNvContentPartPr/>
              <p14:nvPr/>
            </p14:nvContentPartPr>
            <p14:xfrm>
              <a:off x="7323160" y="2248653"/>
              <a:ext cx="296640" cy="1422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06FC5B17-D281-BDE5-F069-86FA927B0B9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314160" y="2240013"/>
                <a:ext cx="3142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52CC9A93-E0F4-5270-60CB-05EA7172EC0D}"/>
                  </a:ext>
                </a:extLst>
              </p14:cNvPr>
              <p14:cNvContentPartPr/>
              <p14:nvPr/>
            </p14:nvContentPartPr>
            <p14:xfrm>
              <a:off x="6787120" y="2854173"/>
              <a:ext cx="138240" cy="1904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52CC9A93-E0F4-5270-60CB-05EA7172EC0D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778480" y="2845533"/>
                <a:ext cx="1558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18F2513-723D-8870-453A-06381290F86A}"/>
                  </a:ext>
                </a:extLst>
              </p14:cNvPr>
              <p14:cNvContentPartPr/>
              <p14:nvPr/>
            </p14:nvContentPartPr>
            <p14:xfrm>
              <a:off x="6982600" y="2953893"/>
              <a:ext cx="39960" cy="313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18F2513-723D-8870-453A-06381290F86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973960" y="2944893"/>
                <a:ext cx="576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E4CE9CFA-6D6D-4505-9B87-24858639C6DC}"/>
                  </a:ext>
                </a:extLst>
              </p14:cNvPr>
              <p14:cNvContentPartPr/>
              <p14:nvPr/>
            </p14:nvContentPartPr>
            <p14:xfrm>
              <a:off x="7063960" y="2831133"/>
              <a:ext cx="98280" cy="168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E4CE9CFA-6D6D-4505-9B87-24858639C6D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054960" y="2822493"/>
                <a:ext cx="1159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C5FB884-EE98-D19F-6DCA-E727431600D1}"/>
                  </a:ext>
                </a:extLst>
              </p14:cNvPr>
              <p14:cNvContentPartPr/>
              <p14:nvPr/>
            </p14:nvContentPartPr>
            <p14:xfrm>
              <a:off x="7252960" y="2848053"/>
              <a:ext cx="114120" cy="2192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C5FB884-EE98-D19F-6DCA-E727431600D1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7244320" y="2839053"/>
                <a:ext cx="1317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B35EA83C-6258-5C05-F790-AEF37BA3541D}"/>
                  </a:ext>
                </a:extLst>
              </p14:cNvPr>
              <p14:cNvContentPartPr/>
              <p14:nvPr/>
            </p14:nvContentPartPr>
            <p14:xfrm>
              <a:off x="6161080" y="2952453"/>
              <a:ext cx="331200" cy="723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35EA83C-6258-5C05-F790-AEF37BA3541D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152080" y="2943453"/>
                <a:ext cx="3488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D590E06-67BB-4F1B-06B5-D9A0491F2B21}"/>
                  </a:ext>
                </a:extLst>
              </p14:cNvPr>
              <p14:cNvContentPartPr/>
              <p14:nvPr/>
            </p14:nvContentPartPr>
            <p14:xfrm>
              <a:off x="6356200" y="2876133"/>
              <a:ext cx="125280" cy="2361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D590E06-67BB-4F1B-06B5-D9A0491F2B21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6347200" y="2867493"/>
                <a:ext cx="1429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DA1932A-8672-9105-C75A-17A42D0F35EC}"/>
                  </a:ext>
                </a:extLst>
              </p14:cNvPr>
              <p14:cNvContentPartPr/>
              <p14:nvPr/>
            </p14:nvContentPartPr>
            <p14:xfrm>
              <a:off x="5359720" y="3509013"/>
              <a:ext cx="34200" cy="1414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DA1932A-8672-9105-C75A-17A42D0F35EC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350720" y="3500373"/>
                <a:ext cx="518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459F7E6A-A52F-7D9D-5D3E-3FF7C6DF6A60}"/>
                  </a:ext>
                </a:extLst>
              </p14:cNvPr>
              <p14:cNvContentPartPr/>
              <p14:nvPr/>
            </p14:nvContentPartPr>
            <p14:xfrm>
              <a:off x="5324440" y="2922573"/>
              <a:ext cx="24840" cy="1504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459F7E6A-A52F-7D9D-5D3E-3FF7C6DF6A60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315440" y="2913573"/>
                <a:ext cx="424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75ABCE2E-E60D-C611-C9AB-CD9D58EFDC67}"/>
                  </a:ext>
                </a:extLst>
              </p14:cNvPr>
              <p14:cNvContentPartPr/>
              <p14:nvPr/>
            </p14:nvContentPartPr>
            <p14:xfrm>
              <a:off x="5253160" y="2907453"/>
              <a:ext cx="233640" cy="2268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75ABCE2E-E60D-C611-C9AB-CD9D58EFDC67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5244160" y="2898453"/>
                <a:ext cx="2512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9EA80F0-E1EA-F555-9141-7109F56D13A1}"/>
                  </a:ext>
                </a:extLst>
              </p14:cNvPr>
              <p14:cNvContentPartPr/>
              <p14:nvPr/>
            </p14:nvContentPartPr>
            <p14:xfrm>
              <a:off x="5533600" y="3062973"/>
              <a:ext cx="120240" cy="1555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9EA80F0-E1EA-F555-9141-7109F56D13A1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5524960" y="3053973"/>
                <a:ext cx="1378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513ADC00-1042-0698-04E5-50553DE2FA58}"/>
                  </a:ext>
                </a:extLst>
              </p14:cNvPr>
              <p14:cNvContentPartPr/>
              <p14:nvPr/>
            </p14:nvContentPartPr>
            <p14:xfrm>
              <a:off x="5009440" y="2898093"/>
              <a:ext cx="65880" cy="3646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513ADC00-1042-0698-04E5-50553DE2FA58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5000800" y="2889453"/>
                <a:ext cx="8352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48140686-56AE-8C41-2DC3-E577650AEC36}"/>
                  </a:ext>
                </a:extLst>
              </p14:cNvPr>
              <p14:cNvContentPartPr/>
              <p14:nvPr/>
            </p14:nvContentPartPr>
            <p14:xfrm>
              <a:off x="5058400" y="2805573"/>
              <a:ext cx="820440" cy="4690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48140686-56AE-8C41-2DC3-E577650AEC36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049400" y="2796933"/>
                <a:ext cx="83808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EB87EA9-1183-B9FD-533F-0CA6CDB79F8C}"/>
                  </a:ext>
                </a:extLst>
              </p14:cNvPr>
              <p14:cNvContentPartPr/>
              <p14:nvPr/>
            </p14:nvContentPartPr>
            <p14:xfrm>
              <a:off x="5528560" y="3087453"/>
              <a:ext cx="228960" cy="2642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EB87EA9-1183-B9FD-533F-0CA6CDB79F8C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519920" y="3078453"/>
                <a:ext cx="2466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FBE921A-4ADA-EED5-7655-E81D683FDC0E}"/>
                  </a:ext>
                </a:extLst>
              </p14:cNvPr>
              <p14:cNvContentPartPr/>
              <p14:nvPr/>
            </p14:nvContentPartPr>
            <p14:xfrm>
              <a:off x="5577880" y="3117693"/>
              <a:ext cx="219960" cy="2419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FBE921A-4ADA-EED5-7655-E81D683FDC0E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569240" y="3108693"/>
                <a:ext cx="23760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9684D06E-6EC4-9ED3-A142-686F39221D1D}"/>
                  </a:ext>
                </a:extLst>
              </p14:cNvPr>
              <p14:cNvContentPartPr/>
              <p14:nvPr/>
            </p14:nvContentPartPr>
            <p14:xfrm>
              <a:off x="5277640" y="3474453"/>
              <a:ext cx="263520" cy="2250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9684D06E-6EC4-9ED3-A142-686F39221D1D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269000" y="3465813"/>
                <a:ext cx="2811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36A1E77-9B8C-95A7-AA18-F22D2EFCF8C0}"/>
                  </a:ext>
                </a:extLst>
              </p14:cNvPr>
              <p14:cNvContentPartPr/>
              <p14:nvPr/>
            </p14:nvContentPartPr>
            <p14:xfrm>
              <a:off x="5643040" y="3551133"/>
              <a:ext cx="35280" cy="1090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36A1E77-9B8C-95A7-AA18-F22D2EFCF8C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634400" y="3542493"/>
                <a:ext cx="529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F3FA47B-CFAF-EA28-1F8C-1A75519C6FBF}"/>
                  </a:ext>
                </a:extLst>
              </p14:cNvPr>
              <p14:cNvContentPartPr/>
              <p14:nvPr/>
            </p14:nvContentPartPr>
            <p14:xfrm>
              <a:off x="5164960" y="3394173"/>
              <a:ext cx="817200" cy="4330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F3FA47B-CFAF-EA28-1F8C-1A75519C6FB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156320" y="3385173"/>
                <a:ext cx="83484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CF5902B-775B-AD54-2A46-E201E80A8FA1}"/>
                  </a:ext>
                </a:extLst>
              </p14:cNvPr>
              <p14:cNvContentPartPr/>
              <p14:nvPr/>
            </p14:nvContentPartPr>
            <p14:xfrm>
              <a:off x="6204640" y="3500013"/>
              <a:ext cx="326160" cy="676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CF5902B-775B-AD54-2A46-E201E80A8FA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195640" y="3491373"/>
                <a:ext cx="34380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6748451-DFAD-6ACA-3911-06646B513F05}"/>
                  </a:ext>
                </a:extLst>
              </p14:cNvPr>
              <p14:cNvContentPartPr/>
              <p14:nvPr/>
            </p14:nvContentPartPr>
            <p14:xfrm>
              <a:off x="6358000" y="3422973"/>
              <a:ext cx="168120" cy="2836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6748451-DFAD-6ACA-3911-06646B513F05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349360" y="3413973"/>
                <a:ext cx="18576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C075512-AB73-5DEA-F1F9-0AD5A57538CB}"/>
                  </a:ext>
                </a:extLst>
              </p14:cNvPr>
              <p14:cNvContentPartPr/>
              <p14:nvPr/>
            </p14:nvContentPartPr>
            <p14:xfrm>
              <a:off x="888880" y="3116253"/>
              <a:ext cx="224280" cy="1144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C075512-AB73-5DEA-F1F9-0AD5A57538CB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79880" y="3107253"/>
                <a:ext cx="2419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7803D7F-525A-3599-AEA8-5CD94D594723}"/>
                  </a:ext>
                </a:extLst>
              </p14:cNvPr>
              <p14:cNvContentPartPr/>
              <p14:nvPr/>
            </p14:nvContentPartPr>
            <p14:xfrm>
              <a:off x="1157080" y="3114453"/>
              <a:ext cx="118080" cy="1706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7803D7F-525A-3599-AEA8-5CD94D594723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148080" y="3105453"/>
                <a:ext cx="1357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3E5F181-3C93-AACE-E2A7-7F5345AEC158}"/>
                  </a:ext>
                </a:extLst>
              </p14:cNvPr>
              <p14:cNvContentPartPr/>
              <p14:nvPr/>
            </p14:nvContentPartPr>
            <p14:xfrm>
              <a:off x="1459120" y="3036333"/>
              <a:ext cx="277560" cy="896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3E5F181-3C93-AACE-E2A7-7F5345AEC158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450120" y="3027693"/>
                <a:ext cx="2952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B1176E7-BDAB-E6AB-45F0-3DAD69450718}"/>
                  </a:ext>
                </a:extLst>
              </p14:cNvPr>
              <p14:cNvContentPartPr/>
              <p14:nvPr/>
            </p14:nvContentPartPr>
            <p14:xfrm>
              <a:off x="1684840" y="2980173"/>
              <a:ext cx="94680" cy="2138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B1176E7-BDAB-E6AB-45F0-3DAD69450718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676200" y="2971173"/>
                <a:ext cx="11232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674C203-011D-E2F0-13CF-FC2013D061E0}"/>
                  </a:ext>
                </a:extLst>
              </p14:cNvPr>
              <p14:cNvContentPartPr/>
              <p14:nvPr/>
            </p14:nvContentPartPr>
            <p14:xfrm>
              <a:off x="1002640" y="3492813"/>
              <a:ext cx="243720" cy="1069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674C203-011D-E2F0-13CF-FC2013D061E0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94000" y="3484173"/>
                <a:ext cx="2613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386FD07-44B6-3771-4150-64695CF362A4}"/>
                  </a:ext>
                </a:extLst>
              </p14:cNvPr>
              <p14:cNvContentPartPr/>
              <p14:nvPr/>
            </p14:nvContentPartPr>
            <p14:xfrm>
              <a:off x="1310080" y="3487053"/>
              <a:ext cx="75960" cy="1130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386FD07-44B6-3771-4150-64695CF362A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301080" y="3478053"/>
                <a:ext cx="936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E967288-9068-89E6-40CB-72AC3317F202}"/>
                  </a:ext>
                </a:extLst>
              </p14:cNvPr>
              <p14:cNvContentPartPr/>
              <p14:nvPr/>
            </p14:nvContentPartPr>
            <p14:xfrm>
              <a:off x="1350400" y="3409653"/>
              <a:ext cx="99720" cy="658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E967288-9068-89E6-40CB-72AC3317F202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341400" y="3400653"/>
                <a:ext cx="1173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B0368C4A-DE2A-947A-7BED-E0688DFFDEFE}"/>
                  </a:ext>
                </a:extLst>
              </p14:cNvPr>
              <p14:cNvContentPartPr/>
              <p14:nvPr/>
            </p14:nvContentPartPr>
            <p14:xfrm>
              <a:off x="1577560" y="3483813"/>
              <a:ext cx="308880" cy="734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B0368C4A-DE2A-947A-7BED-E0688DFFDEFE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568560" y="3475173"/>
                <a:ext cx="3265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A2EBA6CE-ECDD-E84E-6657-BE8812C8003F}"/>
                  </a:ext>
                </a:extLst>
              </p14:cNvPr>
              <p14:cNvContentPartPr/>
              <p14:nvPr/>
            </p14:nvContentPartPr>
            <p14:xfrm>
              <a:off x="1798240" y="3448533"/>
              <a:ext cx="65520" cy="2552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A2EBA6CE-ECDD-E84E-6657-BE8812C8003F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789600" y="3439893"/>
                <a:ext cx="8316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32926A9-1B0D-601B-DBDD-6FCE1EFC6167}"/>
                  </a:ext>
                </a:extLst>
              </p14:cNvPr>
              <p14:cNvContentPartPr/>
              <p14:nvPr/>
            </p14:nvContentPartPr>
            <p14:xfrm>
              <a:off x="4304920" y="3080253"/>
              <a:ext cx="329040" cy="669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32926A9-1B0D-601B-DBDD-6FCE1EFC6167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295920" y="3071253"/>
                <a:ext cx="3466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3081C336-B5F8-2225-1C37-917D717EC060}"/>
                  </a:ext>
                </a:extLst>
              </p14:cNvPr>
              <p14:cNvContentPartPr/>
              <p14:nvPr/>
            </p14:nvContentPartPr>
            <p14:xfrm>
              <a:off x="4525960" y="3038133"/>
              <a:ext cx="80280" cy="2199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3081C336-B5F8-2225-1C37-917D717EC060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516960" y="3029493"/>
                <a:ext cx="97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D42D3A7-5417-78F1-1CD2-7FA932813B78}"/>
                  </a:ext>
                </a:extLst>
              </p14:cNvPr>
              <p14:cNvContentPartPr/>
              <p14:nvPr/>
            </p14:nvContentPartPr>
            <p14:xfrm>
              <a:off x="4386280" y="3618813"/>
              <a:ext cx="403560" cy="766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D42D3A7-5417-78F1-1CD2-7FA932813B78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377640" y="3610173"/>
                <a:ext cx="4212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D72A26D-B449-BF01-7030-718774389790}"/>
                  </a:ext>
                </a:extLst>
              </p14:cNvPr>
              <p14:cNvContentPartPr/>
              <p14:nvPr/>
            </p14:nvContentPartPr>
            <p14:xfrm>
              <a:off x="6806200" y="3433773"/>
              <a:ext cx="106560" cy="1620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D72A26D-B449-BF01-7030-718774389790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6797200" y="3425133"/>
                <a:ext cx="1242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35BA985-39CF-3488-0638-89B7A1F0429D}"/>
                  </a:ext>
                </a:extLst>
              </p14:cNvPr>
              <p14:cNvContentPartPr/>
              <p14:nvPr/>
            </p14:nvContentPartPr>
            <p14:xfrm>
              <a:off x="7036600" y="3512253"/>
              <a:ext cx="36720" cy="392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35BA985-39CF-3488-0638-89B7A1F0429D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7027600" y="3503253"/>
                <a:ext cx="543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518B5A33-E42E-5FFB-05FA-7B6D62805A3F}"/>
                  </a:ext>
                </a:extLst>
              </p14:cNvPr>
              <p14:cNvContentPartPr/>
              <p14:nvPr/>
            </p14:nvContentPartPr>
            <p14:xfrm>
              <a:off x="7099960" y="3432693"/>
              <a:ext cx="145080" cy="2217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518B5A33-E42E-5FFB-05FA-7B6D62805A3F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7090960" y="3424053"/>
                <a:ext cx="1627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05805C67-C82C-823C-FA10-EFB2E52DD2C6}"/>
                  </a:ext>
                </a:extLst>
              </p14:cNvPr>
              <p14:cNvContentPartPr/>
              <p14:nvPr/>
            </p14:nvContentPartPr>
            <p14:xfrm>
              <a:off x="7156840" y="3459693"/>
              <a:ext cx="234720" cy="1461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05805C67-C82C-823C-FA10-EFB2E52DD2C6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7147840" y="3450693"/>
                <a:ext cx="2523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DAA1EB6-3641-89E5-D242-8F0BBAF04A14}"/>
                  </a:ext>
                </a:extLst>
              </p14:cNvPr>
              <p14:cNvContentPartPr/>
              <p14:nvPr/>
            </p14:nvContentPartPr>
            <p14:xfrm>
              <a:off x="7374280" y="3425133"/>
              <a:ext cx="91080" cy="626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DAA1EB6-3641-89E5-D242-8F0BBAF04A14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7365640" y="3416493"/>
                <a:ext cx="1087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9C5E7CCD-5F10-4B1C-C9DB-44F17D424B9A}"/>
                  </a:ext>
                </a:extLst>
              </p14:cNvPr>
              <p14:cNvContentPartPr/>
              <p14:nvPr/>
            </p14:nvContentPartPr>
            <p14:xfrm>
              <a:off x="9670093" y="2089547"/>
              <a:ext cx="11160" cy="10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9C5E7CCD-5F10-4B1C-C9DB-44F17D424B9A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9661093" y="2080547"/>
                <a:ext cx="2880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85F5369-334F-43D9-8E6F-C200285573B8}"/>
              </a:ext>
            </a:extLst>
          </p:cNvPr>
          <p:cNvGrpSpPr/>
          <p:nvPr/>
        </p:nvGrpSpPr>
        <p:grpSpPr>
          <a:xfrm>
            <a:off x="1893013" y="4328387"/>
            <a:ext cx="1361520" cy="591480"/>
            <a:chOff x="1893013" y="4328387"/>
            <a:chExt cx="1361520" cy="59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71D2E1E-F15B-A3E2-B2EC-94A361050A7A}"/>
                    </a:ext>
                  </a:extLst>
                </p14:cNvPr>
                <p14:cNvContentPartPr/>
                <p14:nvPr/>
              </p14:nvContentPartPr>
              <p14:xfrm>
                <a:off x="1966813" y="4328387"/>
                <a:ext cx="224640" cy="3938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71D2E1E-F15B-A3E2-B2EC-94A361050A7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957813" y="4319747"/>
                  <a:ext cx="2422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39D44A2-54E6-7B42-09A0-BF5836498A3B}"/>
                    </a:ext>
                  </a:extLst>
                </p14:cNvPr>
                <p14:cNvContentPartPr/>
                <p14:nvPr/>
              </p14:nvContentPartPr>
              <p14:xfrm>
                <a:off x="1893013" y="4558787"/>
                <a:ext cx="380520" cy="39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39D44A2-54E6-7B42-09A0-BF5836498A3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884373" y="4550147"/>
                  <a:ext cx="3981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67F55EC-29BF-8E8A-A8B7-A4B64064644E}"/>
                    </a:ext>
                  </a:extLst>
                </p14:cNvPr>
                <p14:cNvContentPartPr/>
                <p14:nvPr/>
              </p14:nvContentPartPr>
              <p14:xfrm>
                <a:off x="2275333" y="4531067"/>
                <a:ext cx="25920" cy="132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67F55EC-29BF-8E8A-A8B7-A4B64064644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266333" y="4522427"/>
                  <a:ext cx="43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FF8EA7A-BDC7-2E8C-04F5-989ED0748FFA}"/>
                    </a:ext>
                  </a:extLst>
                </p14:cNvPr>
                <p14:cNvContentPartPr/>
                <p14:nvPr/>
              </p14:nvContentPartPr>
              <p14:xfrm>
                <a:off x="2306653" y="4556987"/>
                <a:ext cx="74520" cy="126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FF8EA7A-BDC7-2E8C-04F5-989ED0748FF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297653" y="4548347"/>
                  <a:ext cx="92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EA2C55A-C742-0415-6B47-040C8C22EDC8}"/>
                    </a:ext>
                  </a:extLst>
                </p14:cNvPr>
                <p14:cNvContentPartPr/>
                <p14:nvPr/>
              </p14:nvContentPartPr>
              <p14:xfrm>
                <a:off x="2413573" y="4545827"/>
                <a:ext cx="100080" cy="100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EA2C55A-C742-0415-6B47-040C8C22EDC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404933" y="4536827"/>
                  <a:ext cx="1177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DAD892A-DB07-4D8A-FF69-37B26B876DD3}"/>
                    </a:ext>
                  </a:extLst>
                </p14:cNvPr>
                <p14:cNvContentPartPr/>
                <p14:nvPr/>
              </p14:nvContentPartPr>
              <p14:xfrm>
                <a:off x="2552893" y="4549067"/>
                <a:ext cx="127080" cy="89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DAD892A-DB07-4D8A-FF69-37B26B876DD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544253" y="4540427"/>
                  <a:ext cx="144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7DDBDE6-708E-9C4C-FC16-7C906A73758B}"/>
                    </a:ext>
                  </a:extLst>
                </p14:cNvPr>
                <p14:cNvContentPartPr/>
                <p14:nvPr/>
              </p14:nvContentPartPr>
              <p14:xfrm>
                <a:off x="2686093" y="4544387"/>
                <a:ext cx="272880" cy="3754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7DDBDE6-708E-9C4C-FC16-7C906A73758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677093" y="4535747"/>
                  <a:ext cx="29052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467E560-2CA5-0C3E-6D7D-77EEFDC663AF}"/>
                    </a:ext>
                  </a:extLst>
                </p14:cNvPr>
                <p14:cNvContentPartPr/>
                <p14:nvPr/>
              </p14:nvContentPartPr>
              <p14:xfrm>
                <a:off x="3006853" y="4542587"/>
                <a:ext cx="247680" cy="135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467E560-2CA5-0C3E-6D7D-77EEFDC663A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998213" y="4533947"/>
                  <a:ext cx="26532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151B5BC-6267-43BA-BF99-DFD0F85EB7CC}"/>
                  </a:ext>
                </a:extLst>
              </p14:cNvPr>
              <p14:cNvContentPartPr/>
              <p14:nvPr/>
            </p14:nvContentPartPr>
            <p14:xfrm>
              <a:off x="3541453" y="4418387"/>
              <a:ext cx="25560" cy="2296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151B5BC-6267-43BA-BF99-DFD0F85EB7CC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3532453" y="4409747"/>
                <a:ext cx="432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9EDDC45-106B-BA29-A3EA-108100AB0315}"/>
                  </a:ext>
                </a:extLst>
              </p14:cNvPr>
              <p14:cNvContentPartPr/>
              <p14:nvPr/>
            </p14:nvContentPartPr>
            <p14:xfrm>
              <a:off x="3566653" y="4402547"/>
              <a:ext cx="214920" cy="2268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9EDDC45-106B-BA29-A3EA-108100AB0315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3557653" y="4393907"/>
                <a:ext cx="2325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3CA0BFF-6C8C-BEF2-458B-B14CC519B055}"/>
                  </a:ext>
                </a:extLst>
              </p14:cNvPr>
              <p14:cNvContentPartPr/>
              <p14:nvPr/>
            </p14:nvContentPartPr>
            <p14:xfrm>
              <a:off x="3623533" y="4298507"/>
              <a:ext cx="347760" cy="1058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3CA0BFF-6C8C-BEF2-458B-B14CC519B055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3614893" y="4289507"/>
                <a:ext cx="3654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B7D07994-8873-220B-193F-620F5F58BE31}"/>
                  </a:ext>
                </a:extLst>
              </p14:cNvPr>
              <p14:cNvContentPartPr/>
              <p14:nvPr/>
            </p14:nvContentPartPr>
            <p14:xfrm>
              <a:off x="3969133" y="4484987"/>
              <a:ext cx="158400" cy="1908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B7D07994-8873-220B-193F-620F5F58BE31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3960493" y="4476347"/>
                <a:ext cx="176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D497736A-2BD9-7027-70C4-FF8636C654FA}"/>
                  </a:ext>
                </a:extLst>
              </p14:cNvPr>
              <p14:cNvContentPartPr/>
              <p14:nvPr/>
            </p14:nvContentPartPr>
            <p14:xfrm>
              <a:off x="3993973" y="4522067"/>
              <a:ext cx="234720" cy="2700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D497736A-2BD9-7027-70C4-FF8636C654FA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3985333" y="4513427"/>
                <a:ext cx="2523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457BBD78-F7AA-C61B-C148-F3FFA35659BC}"/>
                  </a:ext>
                </a:extLst>
              </p14:cNvPr>
              <p14:cNvContentPartPr/>
              <p14:nvPr/>
            </p14:nvContentPartPr>
            <p14:xfrm>
              <a:off x="4491133" y="4371587"/>
              <a:ext cx="116280" cy="2228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457BBD78-F7AA-C61B-C148-F3FFA35659BC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4482493" y="4362947"/>
                <a:ext cx="1339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4A6B6581-1701-AA4D-6F32-CF907327443F}"/>
                  </a:ext>
                </a:extLst>
              </p14:cNvPr>
              <p14:cNvContentPartPr/>
              <p14:nvPr/>
            </p14:nvContentPartPr>
            <p14:xfrm>
              <a:off x="4707853" y="4507307"/>
              <a:ext cx="34200" cy="388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4A6B6581-1701-AA4D-6F32-CF907327443F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4698853" y="4498307"/>
                <a:ext cx="5184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7241BB7E-0EF2-E2C7-B05D-F9C0B4DBA9A6}"/>
                  </a:ext>
                </a:extLst>
              </p14:cNvPr>
              <p14:cNvContentPartPr/>
              <p14:nvPr/>
            </p14:nvContentPartPr>
            <p14:xfrm>
              <a:off x="4793533" y="4396787"/>
              <a:ext cx="279360" cy="19692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7241BB7E-0EF2-E2C7-B05D-F9C0B4DBA9A6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4784533" y="4387787"/>
                <a:ext cx="2970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F7B53EB0-954D-8181-875D-D6E05CC3274C}"/>
                  </a:ext>
                </a:extLst>
              </p14:cNvPr>
              <p14:cNvContentPartPr/>
              <p14:nvPr/>
            </p14:nvContentPartPr>
            <p14:xfrm>
              <a:off x="5193493" y="4468067"/>
              <a:ext cx="142200" cy="5364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F7B53EB0-954D-8181-875D-D6E05CC3274C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5184853" y="4459427"/>
                <a:ext cx="1598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658CC0C3-2CF5-3780-00A5-83467E2C09AC}"/>
                  </a:ext>
                </a:extLst>
              </p14:cNvPr>
              <p14:cNvContentPartPr/>
              <p14:nvPr/>
            </p14:nvContentPartPr>
            <p14:xfrm>
              <a:off x="5225893" y="4398227"/>
              <a:ext cx="34920" cy="23328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658CC0C3-2CF5-3780-00A5-83467E2C09AC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5217253" y="4389587"/>
                <a:ext cx="5256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1DAE3F5B-924A-3004-5AC9-9DAE26A96685}"/>
                  </a:ext>
                </a:extLst>
              </p14:cNvPr>
              <p14:cNvContentPartPr/>
              <p14:nvPr/>
            </p14:nvContentPartPr>
            <p14:xfrm>
              <a:off x="5396533" y="4419107"/>
              <a:ext cx="122400" cy="1623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1DAE3F5B-924A-3004-5AC9-9DAE26A96685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5387893" y="4410107"/>
                <a:ext cx="1400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8B5DA0AD-852E-DB34-B656-203903FDA09B}"/>
                  </a:ext>
                </a:extLst>
              </p14:cNvPr>
              <p14:cNvContentPartPr/>
              <p14:nvPr/>
            </p14:nvContentPartPr>
            <p14:xfrm>
              <a:off x="5644573" y="4462307"/>
              <a:ext cx="44640" cy="482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8B5DA0AD-852E-DB34-B656-203903FDA09B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5635933" y="4453307"/>
                <a:ext cx="622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4C3355A7-6F89-3B6D-3410-4FA537785D4D}"/>
                  </a:ext>
                </a:extLst>
              </p14:cNvPr>
              <p14:cNvContentPartPr/>
              <p14:nvPr/>
            </p14:nvContentPartPr>
            <p14:xfrm>
              <a:off x="5720173" y="4396067"/>
              <a:ext cx="125280" cy="1846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4C3355A7-6F89-3B6D-3410-4FA537785D4D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5711173" y="4387427"/>
                <a:ext cx="1429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371024D8-9252-D28A-6F1F-873820E76CD0}"/>
                  </a:ext>
                </a:extLst>
              </p14:cNvPr>
              <p14:cNvContentPartPr/>
              <p14:nvPr/>
            </p14:nvContentPartPr>
            <p14:xfrm>
              <a:off x="5925733" y="4390667"/>
              <a:ext cx="113040" cy="16236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371024D8-9252-D28A-6F1F-873820E76CD0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5916733" y="4382027"/>
                <a:ext cx="1306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8422FEC0-8177-AF3A-7A45-86F583787645}"/>
                  </a:ext>
                </a:extLst>
              </p14:cNvPr>
              <p14:cNvContentPartPr/>
              <p14:nvPr/>
            </p14:nvContentPartPr>
            <p14:xfrm>
              <a:off x="5962093" y="4334507"/>
              <a:ext cx="117360" cy="651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8422FEC0-8177-AF3A-7A45-86F583787645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5953093" y="4325507"/>
                <a:ext cx="135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A2D707AC-8EE2-625F-551C-C37EDA4EE112}"/>
                  </a:ext>
                </a:extLst>
              </p14:cNvPr>
              <p14:cNvContentPartPr/>
              <p14:nvPr/>
            </p14:nvContentPartPr>
            <p14:xfrm>
              <a:off x="6173773" y="4477787"/>
              <a:ext cx="165960" cy="4068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A2D707AC-8EE2-625F-551C-C37EDA4EE112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6165133" y="4469147"/>
                <a:ext cx="1836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7326FB6A-01DF-B551-776A-6AAD57525495}"/>
                  </a:ext>
                </a:extLst>
              </p14:cNvPr>
              <p14:cNvContentPartPr/>
              <p14:nvPr/>
            </p14:nvContentPartPr>
            <p14:xfrm>
              <a:off x="6261973" y="4412987"/>
              <a:ext cx="57600" cy="2224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7326FB6A-01DF-B551-776A-6AAD57525495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6253333" y="4404347"/>
                <a:ext cx="752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327CB791-6F9D-2B2C-F230-8067C8BACA34}"/>
                  </a:ext>
                </a:extLst>
              </p14:cNvPr>
              <p14:cNvContentPartPr/>
              <p14:nvPr/>
            </p14:nvContentPartPr>
            <p14:xfrm>
              <a:off x="6434773" y="4415867"/>
              <a:ext cx="145440" cy="1335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327CB791-6F9D-2B2C-F230-8067C8BACA34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425773" y="4406867"/>
                <a:ext cx="1630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157C9F9-597B-6A7E-927C-76E156811CB7}"/>
                  </a:ext>
                </a:extLst>
              </p14:cNvPr>
              <p14:cNvContentPartPr/>
              <p14:nvPr/>
            </p14:nvContentPartPr>
            <p14:xfrm>
              <a:off x="6642853" y="4504787"/>
              <a:ext cx="15840" cy="1008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157C9F9-597B-6A7E-927C-76E156811CB7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634213" y="4496147"/>
                <a:ext cx="33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C22ADC93-D3C9-558B-6C83-C99987581E18}"/>
                  </a:ext>
                </a:extLst>
              </p14:cNvPr>
              <p14:cNvContentPartPr/>
              <p14:nvPr/>
            </p14:nvContentPartPr>
            <p14:xfrm>
              <a:off x="6713413" y="4375907"/>
              <a:ext cx="110880" cy="17064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C22ADC93-D3C9-558B-6C83-C99987581E18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704413" y="4366907"/>
                <a:ext cx="1285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1BCD51E1-DFB2-1DBE-0E17-96A438016225}"/>
                  </a:ext>
                </a:extLst>
              </p14:cNvPr>
              <p14:cNvContentPartPr/>
              <p14:nvPr/>
            </p14:nvContentPartPr>
            <p14:xfrm>
              <a:off x="6770293" y="4437467"/>
              <a:ext cx="117000" cy="4968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1BCD51E1-DFB2-1DBE-0E17-96A438016225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6761653" y="4428827"/>
                <a:ext cx="13464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180B8D19-54C3-CE3B-066D-FAF2C62D9122}"/>
                  </a:ext>
                </a:extLst>
              </p14:cNvPr>
              <p14:cNvContentPartPr/>
              <p14:nvPr/>
            </p14:nvContentPartPr>
            <p14:xfrm>
              <a:off x="6944533" y="4383467"/>
              <a:ext cx="140400" cy="1666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180B8D19-54C3-CE3B-066D-FAF2C62D9122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6935533" y="4374827"/>
                <a:ext cx="15804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A6E6F9B1-B8D1-7F81-CED5-094D4BF26DBB}"/>
                  </a:ext>
                </a:extLst>
              </p14:cNvPr>
              <p14:cNvContentPartPr/>
              <p14:nvPr/>
            </p14:nvContentPartPr>
            <p14:xfrm>
              <a:off x="7158733" y="4401107"/>
              <a:ext cx="122040" cy="3024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A6E6F9B1-B8D1-7F81-CED5-094D4BF26DBB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7149733" y="4392107"/>
                <a:ext cx="1396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1356C5A-4FFE-3FB5-3D79-43681A64CEB5}"/>
                  </a:ext>
                </a:extLst>
              </p14:cNvPr>
              <p14:cNvContentPartPr/>
              <p14:nvPr/>
            </p14:nvContentPartPr>
            <p14:xfrm>
              <a:off x="7212733" y="4356467"/>
              <a:ext cx="39960" cy="2048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1356C5A-4FFE-3FB5-3D79-43681A64CEB5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7203733" y="4347827"/>
                <a:ext cx="576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3AFA609-0075-DDFF-C232-20C135BB08EC}"/>
                  </a:ext>
                </a:extLst>
              </p14:cNvPr>
              <p14:cNvContentPartPr/>
              <p14:nvPr/>
            </p14:nvContentPartPr>
            <p14:xfrm>
              <a:off x="7353493" y="4343867"/>
              <a:ext cx="86760" cy="14724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3AFA609-0075-DDFF-C232-20C135BB08EC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7344493" y="4335227"/>
                <a:ext cx="1044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AF137B25-9433-FC7F-4C16-9B8C0C08B3B8}"/>
                  </a:ext>
                </a:extLst>
              </p14:cNvPr>
              <p14:cNvContentPartPr/>
              <p14:nvPr/>
            </p14:nvContentPartPr>
            <p14:xfrm>
              <a:off x="7496773" y="4406867"/>
              <a:ext cx="44640" cy="3744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AF137B25-9433-FC7F-4C16-9B8C0C08B3B8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7487773" y="4398227"/>
                <a:ext cx="622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88CAAE33-5E60-35FE-8BCB-76243CF16AA5}"/>
                  </a:ext>
                </a:extLst>
              </p14:cNvPr>
              <p14:cNvContentPartPr/>
              <p14:nvPr/>
            </p14:nvContentPartPr>
            <p14:xfrm>
              <a:off x="7595773" y="4317587"/>
              <a:ext cx="110160" cy="15588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88CAAE33-5E60-35FE-8BCB-76243CF16AA5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586773" y="4308587"/>
                <a:ext cx="1278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D237879D-970E-F1B4-693A-761090A6E782}"/>
                  </a:ext>
                </a:extLst>
              </p14:cNvPr>
              <p14:cNvContentPartPr/>
              <p14:nvPr/>
            </p14:nvContentPartPr>
            <p14:xfrm>
              <a:off x="7766773" y="4316507"/>
              <a:ext cx="136080" cy="1713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D237879D-970E-F1B4-693A-761090A6E782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757773" y="4307507"/>
                <a:ext cx="15372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E3E69F6C-A2CC-9254-D72A-6F146BC2186E}"/>
                  </a:ext>
                </a:extLst>
              </p14:cNvPr>
              <p14:cNvContentPartPr/>
              <p14:nvPr/>
            </p14:nvContentPartPr>
            <p14:xfrm>
              <a:off x="8090773" y="4351787"/>
              <a:ext cx="196920" cy="608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E3E69F6C-A2CC-9254-D72A-6F146BC2186E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8081773" y="4343147"/>
                <a:ext cx="2145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D4677B05-6213-543C-1926-E80416614B56}"/>
                  </a:ext>
                </a:extLst>
              </p14:cNvPr>
              <p14:cNvContentPartPr/>
              <p14:nvPr/>
            </p14:nvContentPartPr>
            <p14:xfrm>
              <a:off x="8188693" y="4304987"/>
              <a:ext cx="45000" cy="2170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D4677B05-6213-543C-1926-E80416614B56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8179693" y="4296347"/>
                <a:ext cx="626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098BF670-F31E-932B-8A82-E15D59C5DDA1}"/>
                  </a:ext>
                </a:extLst>
              </p14:cNvPr>
              <p14:cNvContentPartPr/>
              <p14:nvPr/>
            </p14:nvContentPartPr>
            <p14:xfrm>
              <a:off x="8362933" y="4306067"/>
              <a:ext cx="111600" cy="12600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098BF670-F31E-932B-8A82-E15D59C5DDA1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8353933" y="4297067"/>
                <a:ext cx="12924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2E0E369D-8DF9-9DDB-CD98-4232BC4DF3E1}"/>
                  </a:ext>
                </a:extLst>
              </p14:cNvPr>
              <p14:cNvContentPartPr/>
              <p14:nvPr/>
            </p14:nvContentPartPr>
            <p14:xfrm>
              <a:off x="8535373" y="4379867"/>
              <a:ext cx="31320" cy="244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2E0E369D-8DF9-9DDB-CD98-4232BC4DF3E1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8526733" y="4371227"/>
                <a:ext cx="489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F7285AB8-13E4-0244-4349-4BA37EA4DCDD}"/>
                  </a:ext>
                </a:extLst>
              </p14:cNvPr>
              <p14:cNvContentPartPr/>
              <p14:nvPr/>
            </p14:nvContentPartPr>
            <p14:xfrm>
              <a:off x="8609173" y="4298507"/>
              <a:ext cx="113400" cy="17244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F7285AB8-13E4-0244-4349-4BA37EA4DCDD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8600173" y="4289867"/>
                <a:ext cx="13104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255C9608-BDEA-64EB-845F-6F7B37AE8E03}"/>
                  </a:ext>
                </a:extLst>
              </p14:cNvPr>
              <p14:cNvContentPartPr/>
              <p14:nvPr/>
            </p14:nvContentPartPr>
            <p14:xfrm>
              <a:off x="8634013" y="4294907"/>
              <a:ext cx="267840" cy="1479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255C9608-BDEA-64EB-845F-6F7B37AE8E03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8625013" y="4285907"/>
                <a:ext cx="2854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B33BB60-27DC-38C6-E5B2-71ED750DD87C}"/>
                  </a:ext>
                </a:extLst>
              </p14:cNvPr>
              <p14:cNvContentPartPr/>
              <p14:nvPr/>
            </p14:nvContentPartPr>
            <p14:xfrm>
              <a:off x="8836693" y="4249907"/>
              <a:ext cx="189000" cy="5364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B33BB60-27DC-38C6-E5B2-71ED750DD87C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8828053" y="4240907"/>
                <a:ext cx="2066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602F718B-5724-3C0E-631A-EECE2817AAF4}"/>
                  </a:ext>
                </a:extLst>
              </p14:cNvPr>
              <p14:cNvContentPartPr/>
              <p14:nvPr/>
            </p14:nvContentPartPr>
            <p14:xfrm>
              <a:off x="4419133" y="4655267"/>
              <a:ext cx="4404240" cy="16740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602F718B-5724-3C0E-631A-EECE2817AAF4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4410133" y="4646627"/>
                <a:ext cx="44218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EF4912E9-E249-D141-F729-44BE265019A7}"/>
                  </a:ext>
                </a:extLst>
              </p14:cNvPr>
              <p14:cNvContentPartPr/>
              <p14:nvPr/>
            </p14:nvContentPartPr>
            <p14:xfrm>
              <a:off x="6413893" y="4906187"/>
              <a:ext cx="152640" cy="16416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EF4912E9-E249-D141-F729-44BE265019A7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6405253" y="4897547"/>
                <a:ext cx="1702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495A3773-03A9-D3CA-D058-68D55F528405}"/>
                  </a:ext>
                </a:extLst>
              </p14:cNvPr>
              <p14:cNvContentPartPr/>
              <p14:nvPr/>
            </p14:nvContentPartPr>
            <p14:xfrm>
              <a:off x="6477253" y="4871267"/>
              <a:ext cx="163440" cy="489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495A3773-03A9-D3CA-D058-68D55F528405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6468613" y="4862627"/>
                <a:ext cx="1810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B0050F47-6F0A-CE52-EEB7-F6FE875D43AD}"/>
                  </a:ext>
                </a:extLst>
              </p14:cNvPr>
              <p14:cNvContentPartPr/>
              <p14:nvPr/>
            </p14:nvContentPartPr>
            <p14:xfrm>
              <a:off x="9523573" y="3963707"/>
              <a:ext cx="111240" cy="26964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B0050F47-6F0A-CE52-EEB7-F6FE875D43AD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9514573" y="3954707"/>
                <a:ext cx="12888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5F450F41-951F-D01B-0AF7-E01B35177F6E}"/>
                  </a:ext>
                </a:extLst>
              </p14:cNvPr>
              <p14:cNvContentPartPr/>
              <p14:nvPr/>
            </p14:nvContentPartPr>
            <p14:xfrm>
              <a:off x="9469933" y="4115267"/>
              <a:ext cx="189000" cy="705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5F450F41-951F-D01B-0AF7-E01B35177F6E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9460933" y="4106627"/>
                <a:ext cx="2066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5136F39B-F2AE-2066-68EF-C04BCD96D98A}"/>
                  </a:ext>
                </a:extLst>
              </p14:cNvPr>
              <p14:cNvContentPartPr/>
              <p14:nvPr/>
            </p14:nvContentPartPr>
            <p14:xfrm>
              <a:off x="9714733" y="4046507"/>
              <a:ext cx="96480" cy="1080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5136F39B-F2AE-2066-68EF-C04BCD96D98A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9706093" y="4037507"/>
                <a:ext cx="1141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77C7CD62-55FA-CD94-A83B-D0FDCB6AB458}"/>
                  </a:ext>
                </a:extLst>
              </p14:cNvPr>
              <p14:cNvContentPartPr/>
              <p14:nvPr/>
            </p14:nvContentPartPr>
            <p14:xfrm>
              <a:off x="9867373" y="4038587"/>
              <a:ext cx="118800" cy="26460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77C7CD62-55FA-CD94-A83B-D0FDCB6AB458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9858373" y="4029587"/>
                <a:ext cx="13644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52586442-B332-C87D-01B3-474025A59611}"/>
                  </a:ext>
                </a:extLst>
              </p14:cNvPr>
              <p14:cNvContentPartPr/>
              <p14:nvPr/>
            </p14:nvContentPartPr>
            <p14:xfrm>
              <a:off x="9721933" y="4244867"/>
              <a:ext cx="146880" cy="15336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52586442-B332-C87D-01B3-474025A59611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9712933" y="4236227"/>
                <a:ext cx="1645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463E1F45-4548-4437-5C3B-ACB655D80EEB}"/>
                  </a:ext>
                </a:extLst>
              </p14:cNvPr>
              <p14:cNvContentPartPr/>
              <p14:nvPr/>
            </p14:nvContentPartPr>
            <p14:xfrm>
              <a:off x="9861613" y="4211387"/>
              <a:ext cx="192960" cy="680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463E1F45-4548-4437-5C3B-ACB655D80EEB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9852613" y="4202747"/>
                <a:ext cx="21060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D84FDC9E-4802-1248-5451-FCC61C7C06A8}"/>
              </a:ext>
            </a:extLst>
          </p:cNvPr>
          <p:cNvGrpSpPr/>
          <p:nvPr/>
        </p:nvGrpSpPr>
        <p:grpSpPr>
          <a:xfrm>
            <a:off x="8298493" y="421667"/>
            <a:ext cx="661320" cy="241200"/>
            <a:chOff x="8298493" y="421667"/>
            <a:chExt cx="66132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6496B9C-B733-CDDA-1887-6D208DFEAB7E}"/>
                    </a:ext>
                  </a:extLst>
                </p14:cNvPr>
                <p14:cNvContentPartPr/>
                <p14:nvPr/>
              </p14:nvContentPartPr>
              <p14:xfrm>
                <a:off x="8298493" y="421667"/>
                <a:ext cx="24840" cy="239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6496B9C-B733-CDDA-1887-6D208DFEAB7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289853" y="412667"/>
                  <a:ext cx="42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E720A55-2BC9-1E4A-A886-51DE76143841}"/>
                    </a:ext>
                  </a:extLst>
                </p14:cNvPr>
                <p14:cNvContentPartPr/>
                <p14:nvPr/>
              </p14:nvContentPartPr>
              <p14:xfrm>
                <a:off x="8298493" y="450827"/>
                <a:ext cx="177480" cy="1800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E720A55-2BC9-1E4A-A886-51DE7614384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289853" y="442187"/>
                  <a:ext cx="1951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6E224DB-35C3-5D18-1E82-6BE4DA81C013}"/>
                    </a:ext>
                  </a:extLst>
                </p14:cNvPr>
                <p14:cNvContentPartPr/>
                <p14:nvPr/>
              </p14:nvContentPartPr>
              <p14:xfrm>
                <a:off x="8484613" y="483947"/>
                <a:ext cx="106200" cy="212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6E224DB-35C3-5D18-1E82-6BE4DA81C01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475613" y="475307"/>
                  <a:ext cx="123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349E851-447D-ED44-509B-963E5D6C0011}"/>
                    </a:ext>
                  </a:extLst>
                </p14:cNvPr>
                <p14:cNvContentPartPr/>
                <p14:nvPr/>
              </p14:nvContentPartPr>
              <p14:xfrm>
                <a:off x="8502613" y="549827"/>
                <a:ext cx="133920" cy="370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349E851-447D-ED44-509B-963E5D6C001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493613" y="541187"/>
                  <a:ext cx="151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7112AF7-627B-F3F6-18A3-ACDADBCC3FC0}"/>
                    </a:ext>
                  </a:extLst>
                </p14:cNvPr>
                <p14:cNvContentPartPr/>
                <p14:nvPr/>
              </p14:nvContentPartPr>
              <p14:xfrm>
                <a:off x="8727973" y="447227"/>
                <a:ext cx="231840" cy="215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7112AF7-627B-F3F6-18A3-ACDADBCC3FC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719333" y="438587"/>
                  <a:ext cx="24948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F015F148-797D-EE5C-B529-6C16B256A8B9}"/>
              </a:ext>
            </a:extLst>
          </p:cNvPr>
          <p:cNvGrpSpPr/>
          <p:nvPr/>
        </p:nvGrpSpPr>
        <p:grpSpPr>
          <a:xfrm>
            <a:off x="8398213" y="1181627"/>
            <a:ext cx="572040" cy="297360"/>
            <a:chOff x="8398213" y="1181627"/>
            <a:chExt cx="57204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9B3A546-0675-E171-642E-C44C5D7492DD}"/>
                    </a:ext>
                  </a:extLst>
                </p14:cNvPr>
                <p14:cNvContentPartPr/>
                <p14:nvPr/>
              </p14:nvContentPartPr>
              <p14:xfrm>
                <a:off x="8398213" y="1181627"/>
                <a:ext cx="13320" cy="2973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9B3A546-0675-E171-642E-C44C5D7492D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389213" y="1172987"/>
                  <a:ext cx="309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9E2ACD9-4DDD-147A-4213-6733D655034E}"/>
                    </a:ext>
                  </a:extLst>
                </p14:cNvPr>
                <p14:cNvContentPartPr/>
                <p14:nvPr/>
              </p14:nvContentPartPr>
              <p14:xfrm>
                <a:off x="8405773" y="1239947"/>
                <a:ext cx="138240" cy="1724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9E2ACD9-4DDD-147A-4213-6733D655034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397133" y="1230947"/>
                  <a:ext cx="155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F8FB6BB-050F-B5E5-1F34-E789B95F76B0}"/>
                    </a:ext>
                  </a:extLst>
                </p14:cNvPr>
                <p14:cNvContentPartPr/>
                <p14:nvPr/>
              </p14:nvContentPartPr>
              <p14:xfrm>
                <a:off x="8579653" y="1288547"/>
                <a:ext cx="102240" cy="140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F8FB6BB-050F-B5E5-1F34-E789B95F76B0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570653" y="1279547"/>
                  <a:ext cx="119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1BCC351-76F2-CC88-007E-68EF64055CAA}"/>
                    </a:ext>
                  </a:extLst>
                </p14:cNvPr>
                <p14:cNvContentPartPr/>
                <p14:nvPr/>
              </p14:nvContentPartPr>
              <p14:xfrm>
                <a:off x="8619973" y="1328507"/>
                <a:ext cx="104400" cy="244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1BCC351-76F2-CC88-007E-68EF64055CAA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611333" y="1319867"/>
                  <a:ext cx="122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05316E1-4ABB-2B20-FE3F-5D0B1FEA8A13}"/>
                    </a:ext>
                  </a:extLst>
                </p14:cNvPr>
                <p14:cNvContentPartPr/>
                <p14:nvPr/>
              </p14:nvContentPartPr>
              <p14:xfrm>
                <a:off x="8726893" y="1229507"/>
                <a:ext cx="243360" cy="1954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05316E1-4ABB-2B20-FE3F-5D0B1FEA8A1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717893" y="1220867"/>
                  <a:ext cx="26100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8EC2610B-C613-5FE1-C054-D795BDC21E11}"/>
              </a:ext>
            </a:extLst>
          </p:cNvPr>
          <p:cNvGrpSpPr/>
          <p:nvPr/>
        </p:nvGrpSpPr>
        <p:grpSpPr>
          <a:xfrm>
            <a:off x="9881773" y="998747"/>
            <a:ext cx="2053080" cy="587880"/>
            <a:chOff x="9881773" y="998747"/>
            <a:chExt cx="2053080" cy="58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D8A11CB-94DA-01AF-1C7C-FF485EB8CC8F}"/>
                    </a:ext>
                  </a:extLst>
                </p14:cNvPr>
                <p14:cNvContentPartPr/>
                <p14:nvPr/>
              </p14:nvContentPartPr>
              <p14:xfrm>
                <a:off x="9913453" y="1128347"/>
                <a:ext cx="146160" cy="2116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D8A11CB-94DA-01AF-1C7C-FF485EB8CC8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904453" y="1119347"/>
                  <a:ext cx="163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164E7BF-642F-771E-ABD0-160A0C0B6DEC}"/>
                    </a:ext>
                  </a:extLst>
                </p14:cNvPr>
                <p14:cNvContentPartPr/>
                <p14:nvPr/>
              </p14:nvContentPartPr>
              <p14:xfrm>
                <a:off x="9881773" y="1205027"/>
                <a:ext cx="365040" cy="1137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164E7BF-642F-771E-ABD0-160A0C0B6DE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873133" y="1196027"/>
                  <a:ext cx="382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9934908-7047-4060-8C09-F4EFAE16C53B}"/>
                    </a:ext>
                  </a:extLst>
                </p14:cNvPr>
                <p14:cNvContentPartPr/>
                <p14:nvPr/>
              </p14:nvContentPartPr>
              <p14:xfrm>
                <a:off x="10159693" y="1223027"/>
                <a:ext cx="81720" cy="957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9934908-7047-4060-8C09-F4EFAE16C53B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150693" y="1214027"/>
                  <a:ext cx="99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DF2C22C-208D-425C-F79D-D218D296F660}"/>
                    </a:ext>
                  </a:extLst>
                </p14:cNvPr>
                <p14:cNvContentPartPr/>
                <p14:nvPr/>
              </p14:nvContentPartPr>
              <p14:xfrm>
                <a:off x="10295413" y="1212947"/>
                <a:ext cx="138600" cy="3736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DF2C22C-208D-425C-F79D-D218D296F66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286413" y="1203947"/>
                  <a:ext cx="156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9C9CF51-2146-4471-8160-16BD74843875}"/>
                    </a:ext>
                  </a:extLst>
                </p14:cNvPr>
                <p14:cNvContentPartPr/>
                <p14:nvPr/>
              </p14:nvContentPartPr>
              <p14:xfrm>
                <a:off x="10598173" y="1135547"/>
                <a:ext cx="59040" cy="2350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9C9CF51-2146-4471-8160-16BD7484387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589173" y="1126547"/>
                  <a:ext cx="76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B01E65A-C080-82EF-F03E-665254376BE7}"/>
                    </a:ext>
                  </a:extLst>
                </p14:cNvPr>
                <p14:cNvContentPartPr/>
                <p14:nvPr/>
              </p14:nvContentPartPr>
              <p14:xfrm>
                <a:off x="10604293" y="1130867"/>
                <a:ext cx="203760" cy="2073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B01E65A-C080-82EF-F03E-665254376BE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595653" y="1121867"/>
                  <a:ext cx="221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B366EA2-E664-2163-C889-DB4391A26F7B}"/>
                    </a:ext>
                  </a:extLst>
                </p14:cNvPr>
                <p14:cNvContentPartPr/>
                <p14:nvPr/>
              </p14:nvContentPartPr>
              <p14:xfrm>
                <a:off x="10713733" y="998747"/>
                <a:ext cx="286920" cy="1238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B366EA2-E664-2163-C889-DB4391A26F7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705093" y="990107"/>
                  <a:ext cx="3045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E72F0C8-64C3-D742-2915-EB19E07E0D5B}"/>
                    </a:ext>
                  </a:extLst>
                </p14:cNvPr>
                <p14:cNvContentPartPr/>
                <p14:nvPr/>
              </p14:nvContentPartPr>
              <p14:xfrm>
                <a:off x="11082013" y="1143107"/>
                <a:ext cx="61920" cy="154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E72F0C8-64C3-D742-2915-EB19E07E0D5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073013" y="1134467"/>
                  <a:ext cx="79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C8D8656-4F53-A2C0-89DC-E79D7BF755FF}"/>
                    </a:ext>
                  </a:extLst>
                </p14:cNvPr>
                <p14:cNvContentPartPr/>
                <p14:nvPr/>
              </p14:nvContentPartPr>
              <p14:xfrm>
                <a:off x="11087773" y="1203227"/>
                <a:ext cx="139320" cy="363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C8D8656-4F53-A2C0-89DC-E79D7BF755F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1078773" y="1194227"/>
                  <a:ext cx="156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1FC6F6E-AF97-72BD-477A-A29FAD575CE5}"/>
                    </a:ext>
                  </a:extLst>
                </p14:cNvPr>
                <p14:cNvContentPartPr/>
                <p14:nvPr/>
              </p14:nvContentPartPr>
              <p14:xfrm>
                <a:off x="11352013" y="1180907"/>
                <a:ext cx="126000" cy="1425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1FC6F6E-AF97-72BD-477A-A29FAD575CE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343373" y="1172267"/>
                  <a:ext cx="1436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9940028-2317-9B41-6486-6D99C24E11DB}"/>
                    </a:ext>
                  </a:extLst>
                </p14:cNvPr>
                <p14:cNvContentPartPr/>
                <p14:nvPr/>
              </p14:nvContentPartPr>
              <p14:xfrm>
                <a:off x="11542093" y="1233107"/>
                <a:ext cx="62280" cy="248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9940028-2317-9B41-6486-6D99C24E11D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533093" y="1224467"/>
                  <a:ext cx="79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20FF9BC-1884-C07D-B81A-A0868FC4AE10}"/>
                    </a:ext>
                  </a:extLst>
                </p14:cNvPr>
                <p14:cNvContentPartPr/>
                <p14:nvPr/>
              </p14:nvContentPartPr>
              <p14:xfrm>
                <a:off x="11698333" y="1123307"/>
                <a:ext cx="125280" cy="171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20FF9BC-1884-C07D-B81A-A0868FC4AE1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689333" y="1114307"/>
                  <a:ext cx="142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119135E-DE20-BD34-255F-13742D17D69B}"/>
                    </a:ext>
                  </a:extLst>
                </p14:cNvPr>
                <p14:cNvContentPartPr/>
                <p14:nvPr/>
              </p14:nvContentPartPr>
              <p14:xfrm>
                <a:off x="11873653" y="1133747"/>
                <a:ext cx="61200" cy="2386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119135E-DE20-BD34-255F-13742D17D69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864653" y="1124747"/>
                  <a:ext cx="7884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1DA9E434-9268-F578-02AD-174D597B16BB}"/>
              </a:ext>
            </a:extLst>
          </p:cNvPr>
          <p:cNvGrpSpPr/>
          <p:nvPr/>
        </p:nvGrpSpPr>
        <p:grpSpPr>
          <a:xfrm>
            <a:off x="8531053" y="2037707"/>
            <a:ext cx="643320" cy="259560"/>
            <a:chOff x="8531053" y="2037707"/>
            <a:chExt cx="64332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EA77E3B-6F85-073E-7997-EB763C099EAE}"/>
                    </a:ext>
                  </a:extLst>
                </p14:cNvPr>
                <p14:cNvContentPartPr/>
                <p14:nvPr/>
              </p14:nvContentPartPr>
              <p14:xfrm>
                <a:off x="8531053" y="2037707"/>
                <a:ext cx="33480" cy="2595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EA77E3B-6F85-073E-7997-EB763C099EAE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522053" y="2029067"/>
                  <a:ext cx="511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B5FFEA3-AFDC-3645-9E32-97EFAD34B7C9}"/>
                    </a:ext>
                  </a:extLst>
                </p14:cNvPr>
                <p14:cNvContentPartPr/>
                <p14:nvPr/>
              </p14:nvContentPartPr>
              <p14:xfrm>
                <a:off x="8546893" y="2074427"/>
                <a:ext cx="191880" cy="159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B5FFEA3-AFDC-3645-9E32-97EFAD34B7C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538253" y="2065427"/>
                  <a:ext cx="209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6E38782-EC91-BD86-5CC8-7B9BD19E2B52}"/>
                    </a:ext>
                  </a:extLst>
                </p14:cNvPr>
                <p14:cNvContentPartPr/>
                <p14:nvPr/>
              </p14:nvContentPartPr>
              <p14:xfrm>
                <a:off x="8756053" y="2112947"/>
                <a:ext cx="80280" cy="165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6E38782-EC91-BD86-5CC8-7B9BD19E2B5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747413" y="2103947"/>
                  <a:ext cx="97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D49F892-7186-183D-D59F-B5D31DF63294}"/>
                    </a:ext>
                  </a:extLst>
                </p14:cNvPr>
                <p14:cNvContentPartPr/>
                <p14:nvPr/>
              </p14:nvContentPartPr>
              <p14:xfrm>
                <a:off x="8775853" y="2085587"/>
                <a:ext cx="319680" cy="1695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D49F892-7186-183D-D59F-B5D31DF63294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767213" y="2076947"/>
                  <a:ext cx="337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AD7E7A3C-6626-6623-D0C9-2ABE054EFD9E}"/>
                    </a:ext>
                  </a:extLst>
                </p14:cNvPr>
                <p14:cNvContentPartPr/>
                <p14:nvPr/>
              </p14:nvContentPartPr>
              <p14:xfrm>
                <a:off x="9033973" y="2052827"/>
                <a:ext cx="140400" cy="669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AD7E7A3C-6626-6623-D0C9-2ABE054EFD9E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024973" y="2043827"/>
                  <a:ext cx="1580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979DD97C-5084-526C-8389-A6F4AF4CC309}"/>
              </a:ext>
            </a:extLst>
          </p:cNvPr>
          <p:cNvGrpSpPr/>
          <p:nvPr/>
        </p:nvGrpSpPr>
        <p:grpSpPr>
          <a:xfrm>
            <a:off x="9964573" y="1921787"/>
            <a:ext cx="2123280" cy="604080"/>
            <a:chOff x="9964573" y="1921787"/>
            <a:chExt cx="2123280" cy="60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96DDD1E2-FE1A-8115-8494-3A2C65635688}"/>
                    </a:ext>
                  </a:extLst>
                </p14:cNvPr>
                <p14:cNvContentPartPr/>
                <p14:nvPr/>
              </p14:nvContentPartPr>
              <p14:xfrm>
                <a:off x="9994093" y="2022947"/>
                <a:ext cx="133560" cy="269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96DDD1E2-FE1A-8115-8494-3A2C65635688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985093" y="2013947"/>
                  <a:ext cx="1512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E4E32D7-CDBD-12AA-A794-6D5B8CF1A84E}"/>
                    </a:ext>
                  </a:extLst>
                </p14:cNvPr>
                <p14:cNvContentPartPr/>
                <p14:nvPr/>
              </p14:nvContentPartPr>
              <p14:xfrm>
                <a:off x="9964573" y="2173427"/>
                <a:ext cx="149400" cy="568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E4E32D7-CDBD-12AA-A794-6D5B8CF1A84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955573" y="2164427"/>
                  <a:ext cx="1670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6104F71-FF6E-780F-EC5D-28246D958197}"/>
                    </a:ext>
                  </a:extLst>
                </p14:cNvPr>
                <p14:cNvContentPartPr/>
                <p14:nvPr/>
              </p14:nvContentPartPr>
              <p14:xfrm>
                <a:off x="10164013" y="2142107"/>
                <a:ext cx="74520" cy="1083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6104F71-FF6E-780F-EC5D-28246D95819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155373" y="2133467"/>
                  <a:ext cx="921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B71AF85-050B-9096-A003-06B2F71FB156}"/>
                    </a:ext>
                  </a:extLst>
                </p14:cNvPr>
                <p14:cNvContentPartPr/>
                <p14:nvPr/>
              </p14:nvContentPartPr>
              <p14:xfrm>
                <a:off x="10283893" y="2134187"/>
                <a:ext cx="220320" cy="3916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B71AF85-050B-9096-A003-06B2F71FB15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275253" y="2125187"/>
                  <a:ext cx="2379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CAD9E01-DE57-9B7E-19B2-143B29C5E3B0}"/>
                    </a:ext>
                  </a:extLst>
                </p14:cNvPr>
                <p14:cNvContentPartPr/>
                <p14:nvPr/>
              </p14:nvContentPartPr>
              <p14:xfrm>
                <a:off x="10625533" y="2038787"/>
                <a:ext cx="38880" cy="250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CAD9E01-DE57-9B7E-19B2-143B29C5E3B0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616533" y="2030147"/>
                  <a:ext cx="56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BCCC678-7854-6FD1-C879-9AA271A27CBB}"/>
                    </a:ext>
                  </a:extLst>
                </p14:cNvPr>
                <p14:cNvContentPartPr/>
                <p14:nvPr/>
              </p14:nvContentPartPr>
              <p14:xfrm>
                <a:off x="10641373" y="2041307"/>
                <a:ext cx="161280" cy="1940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BCCC678-7854-6FD1-C879-9AA271A27CB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632373" y="2032667"/>
                  <a:ext cx="178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F82B5ED-4168-83AA-5550-912AEE247E9C}"/>
                    </a:ext>
                  </a:extLst>
                </p14:cNvPr>
                <p14:cNvContentPartPr/>
                <p14:nvPr/>
              </p14:nvContentPartPr>
              <p14:xfrm>
                <a:off x="10706893" y="1921787"/>
                <a:ext cx="209880" cy="1004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F82B5ED-4168-83AA-5550-912AEE247E9C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697893" y="1913147"/>
                  <a:ext cx="227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D4E1AA46-0570-53FA-E930-33EDB1BACFA1}"/>
                    </a:ext>
                  </a:extLst>
                </p14:cNvPr>
                <p14:cNvContentPartPr/>
                <p14:nvPr/>
              </p14:nvContentPartPr>
              <p14:xfrm>
                <a:off x="11017213" y="2079827"/>
                <a:ext cx="96480" cy="93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D4E1AA46-0570-53FA-E930-33EDB1BACFA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1008573" y="2070827"/>
                  <a:ext cx="114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F646C1C-2651-12A0-303D-B0EC8D9E9CFF}"/>
                    </a:ext>
                  </a:extLst>
                </p14:cNvPr>
                <p14:cNvContentPartPr/>
                <p14:nvPr/>
              </p14:nvContentPartPr>
              <p14:xfrm>
                <a:off x="11048533" y="2144987"/>
                <a:ext cx="178920" cy="356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F646C1C-2651-12A0-303D-B0EC8D9E9CF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039893" y="2136347"/>
                  <a:ext cx="196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7DF7A94-EAF0-7EA8-70B4-76B2F71F559D}"/>
                    </a:ext>
                  </a:extLst>
                </p14:cNvPr>
                <p14:cNvContentPartPr/>
                <p14:nvPr/>
              </p14:nvContentPartPr>
              <p14:xfrm>
                <a:off x="11322493" y="2041307"/>
                <a:ext cx="143640" cy="1594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7DF7A94-EAF0-7EA8-70B4-76B2F71F559D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313853" y="2032667"/>
                  <a:ext cx="1612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4FDCE6A-C615-391B-8799-D5CA432064DF}"/>
                    </a:ext>
                  </a:extLst>
                </p14:cNvPr>
                <p14:cNvContentPartPr/>
                <p14:nvPr/>
              </p14:nvContentPartPr>
              <p14:xfrm>
                <a:off x="11536333" y="2134907"/>
                <a:ext cx="36360" cy="248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4FDCE6A-C615-391B-8799-D5CA432064D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527333" y="2126267"/>
                  <a:ext cx="54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6232879-26B9-8689-AD3C-12A0F7DF9634}"/>
                    </a:ext>
                  </a:extLst>
                </p14:cNvPr>
                <p14:cNvContentPartPr/>
                <p14:nvPr/>
              </p14:nvContentPartPr>
              <p14:xfrm>
                <a:off x="11621293" y="2077307"/>
                <a:ext cx="166680" cy="2408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6232879-26B9-8689-AD3C-12A0F7DF963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612653" y="2068667"/>
                  <a:ext cx="1843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95B9B76-2521-4403-57EC-27BBCE00CF77}"/>
                    </a:ext>
                  </a:extLst>
                </p14:cNvPr>
                <p14:cNvContentPartPr/>
                <p14:nvPr/>
              </p14:nvContentPartPr>
              <p14:xfrm>
                <a:off x="11862133" y="2140307"/>
                <a:ext cx="99000" cy="1814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95B9B76-2521-4403-57EC-27BBCE00CF77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853133" y="2131667"/>
                  <a:ext cx="116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F910E75B-816A-DCBA-AF64-50872879DA71}"/>
                    </a:ext>
                  </a:extLst>
                </p14:cNvPr>
                <p14:cNvContentPartPr/>
                <p14:nvPr/>
              </p14:nvContentPartPr>
              <p14:xfrm>
                <a:off x="11962573" y="2115107"/>
                <a:ext cx="125280" cy="662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F910E75B-816A-DCBA-AF64-50872879DA7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953573" y="2106467"/>
                  <a:ext cx="142920" cy="8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45291DFC-F7EB-CB63-A25D-CD86CC860F25}"/>
                  </a:ext>
                </a:extLst>
              </p14:cNvPr>
              <p14:cNvContentPartPr/>
              <p14:nvPr/>
            </p14:nvContentPartPr>
            <p14:xfrm>
              <a:off x="8612053" y="2926907"/>
              <a:ext cx="48600" cy="23076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45291DFC-F7EB-CB63-A25D-CD86CC860F25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8603053" y="2918267"/>
                <a:ext cx="662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DA95B1AD-98F9-E2B7-4127-2CBC3C6738DB}"/>
                  </a:ext>
                </a:extLst>
              </p14:cNvPr>
              <p14:cNvContentPartPr/>
              <p14:nvPr/>
            </p14:nvContentPartPr>
            <p14:xfrm>
              <a:off x="8629693" y="2926187"/>
              <a:ext cx="171720" cy="18036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DA95B1AD-98F9-E2B7-4127-2CBC3C6738DB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8621053" y="2917547"/>
                <a:ext cx="189360" cy="19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3" name="Group 332">
            <a:extLst>
              <a:ext uri="{FF2B5EF4-FFF2-40B4-BE49-F238E27FC236}">
                <a16:creationId xmlns:a16="http://schemas.microsoft.com/office/drawing/2014/main" id="{84FBB4FA-9FD2-9537-5C61-4C446B3B6A4D}"/>
              </a:ext>
            </a:extLst>
          </p:cNvPr>
          <p:cNvGrpSpPr/>
          <p:nvPr/>
        </p:nvGrpSpPr>
        <p:grpSpPr>
          <a:xfrm>
            <a:off x="8935333" y="2886947"/>
            <a:ext cx="501480" cy="233280"/>
            <a:chOff x="8935333" y="2886947"/>
            <a:chExt cx="5014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B914509-479A-E4E2-4C23-A5D00710934D}"/>
                    </a:ext>
                  </a:extLst>
                </p14:cNvPr>
                <p14:cNvContentPartPr/>
                <p14:nvPr/>
              </p14:nvContentPartPr>
              <p14:xfrm>
                <a:off x="8939653" y="2960027"/>
                <a:ext cx="84600" cy="388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8B914509-479A-E4E2-4C23-A5D00710934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930653" y="2951027"/>
                  <a:ext cx="102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A884D21-EE37-05FF-1C61-548434802C7D}"/>
                    </a:ext>
                  </a:extLst>
                </p14:cNvPr>
                <p14:cNvContentPartPr/>
                <p14:nvPr/>
              </p14:nvContentPartPr>
              <p14:xfrm>
                <a:off x="8935333" y="2998907"/>
                <a:ext cx="178200" cy="496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A884D21-EE37-05FF-1C61-548434802C7D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926693" y="2990267"/>
                  <a:ext cx="1958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CBDA55A-27A6-C57A-7158-AFCB942E1EDC}"/>
                    </a:ext>
                  </a:extLst>
                </p14:cNvPr>
                <p14:cNvContentPartPr/>
                <p14:nvPr/>
              </p14:nvContentPartPr>
              <p14:xfrm>
                <a:off x="9144493" y="2886947"/>
                <a:ext cx="137520" cy="2332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CBDA55A-27A6-C57A-7158-AFCB942E1EDC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135853" y="2878307"/>
                  <a:ext cx="1551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FAD07C9-54C9-3D26-78F3-D08F93820157}"/>
                    </a:ext>
                  </a:extLst>
                </p14:cNvPr>
                <p14:cNvContentPartPr/>
                <p14:nvPr/>
              </p14:nvContentPartPr>
              <p14:xfrm>
                <a:off x="9156013" y="2947427"/>
                <a:ext cx="280800" cy="82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FAD07C9-54C9-3D26-78F3-D08F9382015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147373" y="2938427"/>
                  <a:ext cx="29844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5F94BF7A-75B2-5E16-5BB8-A406FD165E79}"/>
              </a:ext>
            </a:extLst>
          </p:cNvPr>
          <p:cNvGrpSpPr/>
          <p:nvPr/>
        </p:nvGrpSpPr>
        <p:grpSpPr>
          <a:xfrm>
            <a:off x="10051693" y="2711627"/>
            <a:ext cx="1996920" cy="595440"/>
            <a:chOff x="10051693" y="2711627"/>
            <a:chExt cx="1996920" cy="59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DA9E0E7-29F6-2DC6-5417-C8185EAD8E15}"/>
                    </a:ext>
                  </a:extLst>
                </p14:cNvPr>
                <p14:cNvContentPartPr/>
                <p14:nvPr/>
              </p14:nvContentPartPr>
              <p14:xfrm>
                <a:off x="10073293" y="2796587"/>
                <a:ext cx="188640" cy="2858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DA9E0E7-29F6-2DC6-5417-C8185EAD8E15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064293" y="2787947"/>
                  <a:ext cx="2062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5B3DF34-A967-88B9-547E-92741133DE1D}"/>
                    </a:ext>
                  </a:extLst>
                </p14:cNvPr>
                <p14:cNvContentPartPr/>
                <p14:nvPr/>
              </p14:nvContentPartPr>
              <p14:xfrm>
                <a:off x="10051693" y="2961827"/>
                <a:ext cx="217440" cy="705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5B3DF34-A967-88B9-547E-92741133DE1D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042693" y="2952827"/>
                  <a:ext cx="235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20C757B5-A6A6-5F23-4A67-49524A0B57DE}"/>
                    </a:ext>
                  </a:extLst>
                </p14:cNvPr>
                <p14:cNvContentPartPr/>
                <p14:nvPr/>
              </p14:nvContentPartPr>
              <p14:xfrm>
                <a:off x="10304413" y="2915387"/>
                <a:ext cx="95400" cy="1036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20C757B5-A6A6-5F23-4A67-49524A0B57DE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295413" y="2906747"/>
                  <a:ext cx="113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D28D3A2-C4FB-4FB8-ECCD-18BAE72EF2CA}"/>
                    </a:ext>
                  </a:extLst>
                </p14:cNvPr>
                <p14:cNvContentPartPr/>
                <p14:nvPr/>
              </p14:nvContentPartPr>
              <p14:xfrm>
                <a:off x="10473973" y="2911427"/>
                <a:ext cx="216000" cy="3956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D28D3A2-C4FB-4FB8-ECCD-18BAE72EF2CA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464973" y="2902427"/>
                  <a:ext cx="23364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B7800CB0-889E-D3FE-5D69-FD237B5D378C}"/>
                    </a:ext>
                  </a:extLst>
                </p14:cNvPr>
                <p14:cNvContentPartPr/>
                <p14:nvPr/>
              </p14:nvContentPartPr>
              <p14:xfrm>
                <a:off x="10777453" y="2832947"/>
                <a:ext cx="37800" cy="2574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B7800CB0-889E-D3FE-5D69-FD237B5D378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768813" y="2824307"/>
                  <a:ext cx="554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0397F0A9-6FEE-CDC4-AF46-B23A40C45A4D}"/>
                    </a:ext>
                  </a:extLst>
                </p14:cNvPr>
                <p14:cNvContentPartPr/>
                <p14:nvPr/>
              </p14:nvContentPartPr>
              <p14:xfrm>
                <a:off x="10760533" y="2846987"/>
                <a:ext cx="155160" cy="1864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0397F0A9-6FEE-CDC4-AF46-B23A40C45A4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0751893" y="2838347"/>
                  <a:ext cx="172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F3AEC6C9-9423-5C5B-F033-A2148C0644DC}"/>
                    </a:ext>
                  </a:extLst>
                </p14:cNvPr>
                <p14:cNvContentPartPr/>
                <p14:nvPr/>
              </p14:nvContentPartPr>
              <p14:xfrm>
                <a:off x="10781773" y="2711627"/>
                <a:ext cx="237600" cy="1000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F3AEC6C9-9423-5C5B-F033-A2148C0644D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0773133" y="2702627"/>
                  <a:ext cx="255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8649BBF-5CD0-B507-84F3-C77FFC405B5A}"/>
                    </a:ext>
                  </a:extLst>
                </p14:cNvPr>
                <p14:cNvContentPartPr/>
                <p14:nvPr/>
              </p14:nvContentPartPr>
              <p14:xfrm>
                <a:off x="11114413" y="2870027"/>
                <a:ext cx="105480" cy="72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8649BBF-5CD0-B507-84F3-C77FFC405B5A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1105773" y="2861027"/>
                  <a:ext cx="123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19B19F62-B800-5085-97D6-F371C0ABD3A4}"/>
                    </a:ext>
                  </a:extLst>
                </p14:cNvPr>
                <p14:cNvContentPartPr/>
                <p14:nvPr/>
              </p14:nvContentPartPr>
              <p14:xfrm>
                <a:off x="11128093" y="2942387"/>
                <a:ext cx="188640" cy="327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19B19F62-B800-5085-97D6-F371C0ABD3A4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1119093" y="2933747"/>
                  <a:ext cx="206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A94C000-0AF1-015A-67F3-7ADC44AF48DE}"/>
                    </a:ext>
                  </a:extLst>
                </p14:cNvPr>
                <p14:cNvContentPartPr/>
                <p14:nvPr/>
              </p14:nvContentPartPr>
              <p14:xfrm>
                <a:off x="11476933" y="2858147"/>
                <a:ext cx="101520" cy="1465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A94C000-0AF1-015A-67F3-7ADC44AF48DE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1468293" y="2849507"/>
                  <a:ext cx="119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14A1B61-1AF3-3CE1-7BD3-96DF41032CDC}"/>
                    </a:ext>
                  </a:extLst>
                </p14:cNvPr>
                <p14:cNvContentPartPr/>
                <p14:nvPr/>
              </p14:nvContentPartPr>
              <p14:xfrm>
                <a:off x="11654773" y="2927627"/>
                <a:ext cx="73800" cy="345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14A1B61-1AF3-3CE1-7BD3-96DF41032CD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1645773" y="2918627"/>
                  <a:ext cx="914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492F7D96-74E6-91DD-2749-8117FAD1FB96}"/>
                    </a:ext>
                  </a:extLst>
                </p14:cNvPr>
                <p14:cNvContentPartPr/>
                <p14:nvPr/>
              </p14:nvContentPartPr>
              <p14:xfrm>
                <a:off x="11790853" y="2817827"/>
                <a:ext cx="108720" cy="189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492F7D96-74E6-91DD-2749-8117FAD1FB96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1782213" y="2808827"/>
                  <a:ext cx="126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4A956CB-B178-A7FF-B384-42CF437BA8F0}"/>
                    </a:ext>
                  </a:extLst>
                </p14:cNvPr>
                <p14:cNvContentPartPr/>
                <p14:nvPr/>
              </p14:nvContentPartPr>
              <p14:xfrm>
                <a:off x="11827933" y="2786507"/>
                <a:ext cx="86040" cy="644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4A956CB-B178-A7FF-B384-42CF437BA8F0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1819293" y="2777867"/>
                  <a:ext cx="103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2E47DE2-667A-99DC-0347-9CFCFAF2568A}"/>
                    </a:ext>
                  </a:extLst>
                </p14:cNvPr>
                <p14:cNvContentPartPr/>
                <p14:nvPr/>
              </p14:nvContentPartPr>
              <p14:xfrm>
                <a:off x="11943493" y="2789027"/>
                <a:ext cx="72360" cy="1839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2E47DE2-667A-99DC-0347-9CFCFAF2568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1934853" y="2780027"/>
                  <a:ext cx="90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19C9189-2DDC-E694-43D4-9A658B1BF027}"/>
                    </a:ext>
                  </a:extLst>
                </p14:cNvPr>
                <p14:cNvContentPartPr/>
                <p14:nvPr/>
              </p14:nvContentPartPr>
              <p14:xfrm>
                <a:off x="11939533" y="2777507"/>
                <a:ext cx="109080" cy="694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19C9189-2DDC-E694-43D4-9A658B1BF02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930533" y="2768867"/>
                  <a:ext cx="12672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E0EE274C-07BE-9614-C515-A41F9B366A95}"/>
              </a:ext>
            </a:extLst>
          </p:cNvPr>
          <p:cNvGrpSpPr/>
          <p:nvPr/>
        </p:nvGrpSpPr>
        <p:grpSpPr>
          <a:xfrm>
            <a:off x="9121093" y="4456907"/>
            <a:ext cx="765360" cy="258840"/>
            <a:chOff x="9121093" y="4456907"/>
            <a:chExt cx="76536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D6F42B8-E470-E9E3-4976-F0C29BC4F29B}"/>
                    </a:ext>
                  </a:extLst>
                </p14:cNvPr>
                <p14:cNvContentPartPr/>
                <p14:nvPr/>
              </p14:nvContentPartPr>
              <p14:xfrm>
                <a:off x="9121093" y="4495067"/>
                <a:ext cx="143280" cy="190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D6F42B8-E470-E9E3-4976-F0C29BC4F29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112093" y="4486427"/>
                  <a:ext cx="160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6068054-171E-AA24-5377-11FBF626EF72}"/>
                    </a:ext>
                  </a:extLst>
                </p14:cNvPr>
                <p14:cNvContentPartPr/>
                <p14:nvPr/>
              </p14:nvContentPartPr>
              <p14:xfrm>
                <a:off x="9154213" y="4567067"/>
                <a:ext cx="156600" cy="201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6068054-171E-AA24-5377-11FBF626EF72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9145573" y="4558427"/>
                  <a:ext cx="174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83D3397-3861-37A8-8EC3-C2EC9528811E}"/>
                    </a:ext>
                  </a:extLst>
                </p14:cNvPr>
                <p14:cNvContentPartPr/>
                <p14:nvPr/>
              </p14:nvContentPartPr>
              <p14:xfrm>
                <a:off x="9424213" y="4456907"/>
                <a:ext cx="122760" cy="1760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83D3397-3861-37A8-8EC3-C2EC9528811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415213" y="4448267"/>
                  <a:ext cx="140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104ED36-296C-8D38-1479-10ACA8DD9C29}"/>
                    </a:ext>
                  </a:extLst>
                </p14:cNvPr>
                <p14:cNvContentPartPr/>
                <p14:nvPr/>
              </p14:nvContentPartPr>
              <p14:xfrm>
                <a:off x="9647053" y="4564187"/>
                <a:ext cx="24120" cy="183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104ED36-296C-8D38-1479-10ACA8DD9C29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638053" y="4555547"/>
                  <a:ext cx="41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27F94AF-3E61-E1E0-DC59-BFEA653CBDB4}"/>
                    </a:ext>
                  </a:extLst>
                </p14:cNvPr>
                <p14:cNvContentPartPr/>
                <p14:nvPr/>
              </p14:nvContentPartPr>
              <p14:xfrm>
                <a:off x="9740653" y="4479587"/>
                <a:ext cx="145800" cy="236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27F94AF-3E61-E1E0-DC59-BFEA653CBDB4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731653" y="4470587"/>
                  <a:ext cx="16344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4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7380C364-9266-037A-8821-362A1207FFEC}"/>
                  </a:ext>
                </a:extLst>
              </p14:cNvPr>
              <p14:cNvContentPartPr/>
              <p14:nvPr/>
            </p14:nvContentPartPr>
            <p14:xfrm>
              <a:off x="9945133" y="4493987"/>
              <a:ext cx="117000" cy="34848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7380C364-9266-037A-8821-362A1207FFEC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9936493" y="4485347"/>
                <a:ext cx="134640" cy="36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5" name="Group 344">
            <a:extLst>
              <a:ext uri="{FF2B5EF4-FFF2-40B4-BE49-F238E27FC236}">
                <a16:creationId xmlns:a16="http://schemas.microsoft.com/office/drawing/2014/main" id="{72C0A2E6-4410-73DC-8981-E7F8F31BB3DA}"/>
              </a:ext>
            </a:extLst>
          </p:cNvPr>
          <p:cNvGrpSpPr/>
          <p:nvPr/>
        </p:nvGrpSpPr>
        <p:grpSpPr>
          <a:xfrm>
            <a:off x="8321173" y="81467"/>
            <a:ext cx="556560" cy="245520"/>
            <a:chOff x="8321173" y="81467"/>
            <a:chExt cx="55656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876657D-4BDF-A3D2-87C8-708246B7F812}"/>
                    </a:ext>
                  </a:extLst>
                </p14:cNvPr>
                <p14:cNvContentPartPr/>
                <p14:nvPr/>
              </p14:nvContentPartPr>
              <p14:xfrm>
                <a:off x="8321173" y="81467"/>
                <a:ext cx="29880" cy="2455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876657D-4BDF-A3D2-87C8-708246B7F81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312173" y="72827"/>
                  <a:ext cx="475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45346DA8-88A1-9BDB-A026-AF4143FF86E4}"/>
                    </a:ext>
                  </a:extLst>
                </p14:cNvPr>
                <p14:cNvContentPartPr/>
                <p14:nvPr/>
              </p14:nvContentPartPr>
              <p14:xfrm>
                <a:off x="8364013" y="146627"/>
                <a:ext cx="150840" cy="1299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45346DA8-88A1-9BDB-A026-AF4143FF86E4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355013" y="137987"/>
                  <a:ext cx="168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F9F2E30-E3DB-ABA8-79A0-2A97DEF7C0CD}"/>
                    </a:ext>
                  </a:extLst>
                </p14:cNvPr>
                <p14:cNvContentPartPr/>
                <p14:nvPr/>
              </p14:nvContentPartPr>
              <p14:xfrm>
                <a:off x="8605933" y="143027"/>
                <a:ext cx="86760" cy="417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F9F2E30-E3DB-ABA8-79A0-2A97DEF7C0CD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8596933" y="134387"/>
                  <a:ext cx="1044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38B2ED7-5571-6879-8531-E195A7D6BBF8}"/>
                    </a:ext>
                  </a:extLst>
                </p14:cNvPr>
                <p14:cNvContentPartPr/>
                <p14:nvPr/>
              </p14:nvContentPartPr>
              <p14:xfrm>
                <a:off x="8583253" y="204947"/>
                <a:ext cx="193680" cy="360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38B2ED7-5571-6879-8531-E195A7D6BBF8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8574613" y="195947"/>
                  <a:ext cx="2113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D8F12348-1CD0-A90A-8D80-7224BE635D6C}"/>
                    </a:ext>
                  </a:extLst>
                </p14:cNvPr>
                <p14:cNvContentPartPr/>
                <p14:nvPr/>
              </p14:nvContentPartPr>
              <p14:xfrm>
                <a:off x="8870893" y="113147"/>
                <a:ext cx="6840" cy="1886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D8F12348-1CD0-A90A-8D80-7224BE635D6C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8861893" y="104147"/>
                  <a:ext cx="2448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374D38A8-C8CC-04A2-B952-8EC17D02B595}"/>
              </a:ext>
            </a:extLst>
          </p:cNvPr>
          <p:cNvGrpSpPr/>
          <p:nvPr/>
        </p:nvGrpSpPr>
        <p:grpSpPr>
          <a:xfrm>
            <a:off x="9800773" y="11627"/>
            <a:ext cx="2052000" cy="800640"/>
            <a:chOff x="9800773" y="11627"/>
            <a:chExt cx="2052000" cy="80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2D0B712-0097-EF76-8F48-95FAE0BF5F3B}"/>
                    </a:ext>
                  </a:extLst>
                </p14:cNvPr>
                <p14:cNvContentPartPr/>
                <p14:nvPr/>
              </p14:nvContentPartPr>
              <p14:xfrm>
                <a:off x="9855133" y="418427"/>
                <a:ext cx="120960" cy="218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2D0B712-0097-EF76-8F48-95FAE0BF5F3B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9846493" y="409787"/>
                  <a:ext cx="1386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6743750-3F68-E2F6-FAEF-39D0A38827A0}"/>
                    </a:ext>
                  </a:extLst>
                </p14:cNvPr>
                <p14:cNvContentPartPr/>
                <p14:nvPr/>
              </p14:nvContentPartPr>
              <p14:xfrm>
                <a:off x="9800773" y="518147"/>
                <a:ext cx="350280" cy="990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6743750-3F68-E2F6-FAEF-39D0A38827A0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791773" y="509147"/>
                  <a:ext cx="3679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8759DFFB-DDD2-4E3C-C917-7BD08B10236C}"/>
                    </a:ext>
                  </a:extLst>
                </p14:cNvPr>
                <p14:cNvContentPartPr/>
                <p14:nvPr/>
              </p14:nvContentPartPr>
              <p14:xfrm>
                <a:off x="10188493" y="501947"/>
                <a:ext cx="139320" cy="310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8759DFFB-DDD2-4E3C-C917-7BD08B10236C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0179493" y="493307"/>
                  <a:ext cx="1569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959D03E-032E-2BBE-AF14-5B6BA9BCB54F}"/>
                    </a:ext>
                  </a:extLst>
                </p14:cNvPr>
                <p14:cNvContentPartPr/>
                <p14:nvPr/>
              </p14:nvContentPartPr>
              <p14:xfrm>
                <a:off x="10547413" y="393947"/>
                <a:ext cx="47880" cy="2397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959D03E-032E-2BBE-AF14-5B6BA9BCB54F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0538413" y="384947"/>
                  <a:ext cx="65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FEB2114-BFAD-959A-1226-DAA9D15DAC89}"/>
                    </a:ext>
                  </a:extLst>
                </p14:cNvPr>
                <p14:cNvContentPartPr/>
                <p14:nvPr/>
              </p14:nvContentPartPr>
              <p14:xfrm>
                <a:off x="10553893" y="392147"/>
                <a:ext cx="202680" cy="209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FEB2114-BFAD-959A-1226-DAA9D15DAC89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0545253" y="383507"/>
                  <a:ext cx="220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8B312D1-024F-A506-6658-D08BFCF91A70}"/>
                    </a:ext>
                  </a:extLst>
                </p14:cNvPr>
                <p14:cNvContentPartPr/>
                <p14:nvPr/>
              </p14:nvContentPartPr>
              <p14:xfrm>
                <a:off x="10657573" y="258947"/>
                <a:ext cx="271080" cy="118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8B312D1-024F-A506-6658-D08BFCF91A70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0648573" y="249947"/>
                  <a:ext cx="288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1C6158C-2C9D-71C6-BA4E-ED74B2C8609C}"/>
                    </a:ext>
                  </a:extLst>
                </p14:cNvPr>
                <p14:cNvContentPartPr/>
                <p14:nvPr/>
              </p14:nvContentPartPr>
              <p14:xfrm>
                <a:off x="10943053" y="477827"/>
                <a:ext cx="120600" cy="17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1C6158C-2C9D-71C6-BA4E-ED74B2C8609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0934053" y="469187"/>
                  <a:ext cx="138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37DE808-7D2A-CF55-5340-69F90F346461}"/>
                    </a:ext>
                  </a:extLst>
                </p14:cNvPr>
                <p14:cNvContentPartPr/>
                <p14:nvPr/>
              </p14:nvContentPartPr>
              <p14:xfrm>
                <a:off x="10954573" y="542627"/>
                <a:ext cx="102240" cy="198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37DE808-7D2A-CF55-5340-69F90F346461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945573" y="533987"/>
                  <a:ext cx="119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B2EE639-8F50-AA54-628C-4E8633DCD51B}"/>
                    </a:ext>
                  </a:extLst>
                </p14:cNvPr>
                <p14:cNvContentPartPr/>
                <p14:nvPr/>
              </p14:nvContentPartPr>
              <p14:xfrm>
                <a:off x="11152213" y="413747"/>
                <a:ext cx="107640" cy="1792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B2EE639-8F50-AA54-628C-4E8633DCD51B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1143573" y="404747"/>
                  <a:ext cx="125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792CA00-34F4-3064-B931-87DCFB057E49}"/>
                    </a:ext>
                  </a:extLst>
                </p14:cNvPr>
                <p14:cNvContentPartPr/>
                <p14:nvPr/>
              </p14:nvContentPartPr>
              <p14:xfrm>
                <a:off x="11358493" y="523547"/>
                <a:ext cx="42480" cy="543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792CA00-34F4-3064-B931-87DCFB057E49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1349853" y="514547"/>
                  <a:ext cx="60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7C0C228-7A5D-30ED-10EF-DCC7960BA949}"/>
                    </a:ext>
                  </a:extLst>
                </p14:cNvPr>
                <p14:cNvContentPartPr/>
                <p14:nvPr/>
              </p14:nvContentPartPr>
              <p14:xfrm>
                <a:off x="11451733" y="443627"/>
                <a:ext cx="173160" cy="2260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7C0C228-7A5D-30ED-10EF-DCC7960BA949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1443093" y="434627"/>
                  <a:ext cx="190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2716DF3-B5ED-CFB1-371E-C1918851E952}"/>
                    </a:ext>
                  </a:extLst>
                </p14:cNvPr>
                <p14:cNvContentPartPr/>
                <p14:nvPr/>
              </p14:nvContentPartPr>
              <p14:xfrm>
                <a:off x="11771773" y="451907"/>
                <a:ext cx="72000" cy="2318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2716DF3-B5ED-CFB1-371E-C1918851E95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1762773" y="443267"/>
                  <a:ext cx="896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B72F4A3A-2C23-AA9C-5239-A7319D14A874}"/>
                    </a:ext>
                  </a:extLst>
                </p14:cNvPr>
                <p14:cNvContentPartPr/>
                <p14:nvPr/>
              </p14:nvContentPartPr>
              <p14:xfrm>
                <a:off x="9835693" y="93707"/>
                <a:ext cx="122760" cy="159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B72F4A3A-2C23-AA9C-5239-A7319D14A874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827053" y="84707"/>
                  <a:ext cx="140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E11205C-2C71-3C1C-CA78-A6A342354DCD}"/>
                    </a:ext>
                  </a:extLst>
                </p14:cNvPr>
                <p14:cNvContentPartPr/>
                <p14:nvPr/>
              </p14:nvContentPartPr>
              <p14:xfrm>
                <a:off x="9855133" y="146987"/>
                <a:ext cx="219600" cy="637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E11205C-2C71-3C1C-CA78-A6A342354DCD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9846133" y="137987"/>
                  <a:ext cx="237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02ED4D9-E249-1DF8-9718-A1D7A55970B6}"/>
                    </a:ext>
                  </a:extLst>
                </p14:cNvPr>
                <p14:cNvContentPartPr/>
                <p14:nvPr/>
              </p14:nvContentPartPr>
              <p14:xfrm>
                <a:off x="10156453" y="129707"/>
                <a:ext cx="206280" cy="2566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02ED4D9-E249-1DF8-9718-A1D7A55970B6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147813" y="120707"/>
                  <a:ext cx="2239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164F755-9725-BD08-80B3-3C7383F2E736}"/>
                    </a:ext>
                  </a:extLst>
                </p14:cNvPr>
                <p14:cNvContentPartPr/>
                <p14:nvPr/>
              </p14:nvContentPartPr>
              <p14:xfrm>
                <a:off x="10441933" y="95507"/>
                <a:ext cx="27360" cy="1645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164F755-9725-BD08-80B3-3C7383F2E73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432933" y="86507"/>
                  <a:ext cx="45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655446C-C152-B03B-4AEA-2C20492089FF}"/>
                    </a:ext>
                  </a:extLst>
                </p14:cNvPr>
                <p14:cNvContentPartPr/>
                <p14:nvPr/>
              </p14:nvContentPartPr>
              <p14:xfrm>
                <a:off x="10451653" y="98747"/>
                <a:ext cx="132120" cy="1058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655446C-C152-B03B-4AEA-2C20492089FF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442653" y="89747"/>
                  <a:ext cx="149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6E8639B7-B8BC-C339-25AB-E260428670E2}"/>
                    </a:ext>
                  </a:extLst>
                </p14:cNvPr>
                <p14:cNvContentPartPr/>
                <p14:nvPr/>
              </p14:nvContentPartPr>
              <p14:xfrm>
                <a:off x="10578733" y="11627"/>
                <a:ext cx="174960" cy="766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6E8639B7-B8BC-C339-25AB-E260428670E2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0570093" y="2987"/>
                  <a:ext cx="1926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FACBD92-7943-4A91-A8B2-7F28FC0BD6D8}"/>
                    </a:ext>
                  </a:extLst>
                </p14:cNvPr>
                <p14:cNvContentPartPr/>
                <p14:nvPr/>
              </p14:nvContentPartPr>
              <p14:xfrm>
                <a:off x="10906693" y="105947"/>
                <a:ext cx="108000" cy="11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FACBD92-7943-4A91-A8B2-7F28FC0BD6D8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0897693" y="96947"/>
                  <a:ext cx="125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F3F3D2DD-6D64-6F3E-29EB-5B622D878917}"/>
                    </a:ext>
                  </a:extLst>
                </p14:cNvPr>
                <p14:cNvContentPartPr/>
                <p14:nvPr/>
              </p14:nvContentPartPr>
              <p14:xfrm>
                <a:off x="10934053" y="162827"/>
                <a:ext cx="117000" cy="230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F3F3D2DD-6D64-6F3E-29EB-5B622D878917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925053" y="154187"/>
                  <a:ext cx="134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C5CE1DB2-D817-79BE-9E41-A33139D46FBC}"/>
                    </a:ext>
                  </a:extLst>
                </p14:cNvPr>
                <p14:cNvContentPartPr/>
                <p14:nvPr/>
              </p14:nvContentPartPr>
              <p14:xfrm>
                <a:off x="11255893" y="140147"/>
                <a:ext cx="109800" cy="1342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C5CE1DB2-D817-79BE-9E41-A33139D46FBC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247253" y="131147"/>
                  <a:ext cx="127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41431CA-48EC-9CFB-09EC-8177A46C5B84}"/>
                    </a:ext>
                  </a:extLst>
                </p14:cNvPr>
                <p14:cNvContentPartPr/>
                <p14:nvPr/>
              </p14:nvContentPartPr>
              <p14:xfrm>
                <a:off x="11443093" y="212147"/>
                <a:ext cx="9720" cy="108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41431CA-48EC-9CFB-09EC-8177A46C5B84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1434453" y="203147"/>
                  <a:ext cx="2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40710B87-5565-535D-C2AC-33D82A4ED9DC}"/>
                    </a:ext>
                  </a:extLst>
                </p14:cNvPr>
                <p14:cNvContentPartPr/>
                <p14:nvPr/>
              </p14:nvContentPartPr>
              <p14:xfrm>
                <a:off x="11501053" y="110987"/>
                <a:ext cx="143280" cy="1897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40710B87-5565-535D-C2AC-33D82A4ED9D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1492413" y="102347"/>
                  <a:ext cx="160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B717217-5362-6EB9-4070-1445E61151F6}"/>
                    </a:ext>
                  </a:extLst>
                </p14:cNvPr>
                <p14:cNvContentPartPr/>
                <p14:nvPr/>
              </p14:nvContentPartPr>
              <p14:xfrm>
                <a:off x="11730013" y="140507"/>
                <a:ext cx="122760" cy="2404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B717217-5362-6EB9-4070-1445E61151F6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1721373" y="131507"/>
                  <a:ext cx="140400" cy="25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4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71743653-15FF-1A2E-85A9-0D689D0CE05E}"/>
                  </a:ext>
                </a:extLst>
              </p14:cNvPr>
              <p14:cNvContentPartPr/>
              <p14:nvPr/>
            </p14:nvContentPartPr>
            <p14:xfrm>
              <a:off x="8328013" y="1832507"/>
              <a:ext cx="897480" cy="60804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71743653-15FF-1A2E-85A9-0D689D0CE05E}"/>
                  </a:ext>
                </a:extLst>
              </p:cNvPr>
              <p:cNvPicPr/>
              <p:nvPr/>
            </p:nvPicPr>
            <p:blipFill>
              <a:blip r:embed="rId625"/>
              <a:stretch>
                <a:fillRect/>
              </a:stretch>
            </p:blipFill>
            <p:spPr>
              <a:xfrm>
                <a:off x="8319373" y="1823867"/>
                <a:ext cx="915120" cy="62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6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971FAE62-A394-5529-F4AD-F12D6BE236F3}"/>
                  </a:ext>
                </a:extLst>
              </p14:cNvPr>
              <p14:cNvContentPartPr/>
              <p14:nvPr/>
            </p14:nvContentPartPr>
            <p14:xfrm>
              <a:off x="7824013" y="1806947"/>
              <a:ext cx="181800" cy="25776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971FAE62-A394-5529-F4AD-F12D6BE236F3}"/>
                  </a:ext>
                </a:extLst>
              </p:cNvPr>
              <p:cNvPicPr/>
              <p:nvPr/>
            </p:nvPicPr>
            <p:blipFill>
              <a:blip r:embed="rId627"/>
              <a:stretch>
                <a:fillRect/>
              </a:stretch>
            </p:blipFill>
            <p:spPr>
              <a:xfrm>
                <a:off x="7815013" y="1797947"/>
                <a:ext cx="19944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8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D7DB273F-AB61-F68D-B519-B7544AFFC871}"/>
                  </a:ext>
                </a:extLst>
              </p14:cNvPr>
              <p14:cNvContentPartPr/>
              <p14:nvPr/>
            </p14:nvContentPartPr>
            <p14:xfrm>
              <a:off x="8000053" y="1843307"/>
              <a:ext cx="202680" cy="1213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D7DB273F-AB61-F68D-B519-B7544AFFC871}"/>
                  </a:ext>
                </a:extLst>
              </p:cNvPr>
              <p:cNvPicPr/>
              <p:nvPr/>
            </p:nvPicPr>
            <p:blipFill>
              <a:blip r:embed="rId629"/>
              <a:stretch>
                <a:fillRect/>
              </a:stretch>
            </p:blipFill>
            <p:spPr>
              <a:xfrm>
                <a:off x="7991413" y="1834307"/>
                <a:ext cx="2203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0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C4A8A188-6438-985B-0C9A-0AD9BCB4B641}"/>
                  </a:ext>
                </a:extLst>
              </p14:cNvPr>
              <p14:cNvContentPartPr/>
              <p14:nvPr/>
            </p14:nvContentPartPr>
            <p14:xfrm>
              <a:off x="8182213" y="1707947"/>
              <a:ext cx="86400" cy="17604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C4A8A188-6438-985B-0C9A-0AD9BCB4B641}"/>
                  </a:ext>
                </a:extLst>
              </p:cNvPr>
              <p:cNvPicPr/>
              <p:nvPr/>
            </p:nvPicPr>
            <p:blipFill>
              <a:blip r:embed="rId631"/>
              <a:stretch>
                <a:fillRect/>
              </a:stretch>
            </p:blipFill>
            <p:spPr>
              <a:xfrm>
                <a:off x="8173213" y="1698947"/>
                <a:ext cx="1040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2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47B020E3-B62C-1564-051E-9CCA511AC295}"/>
                  </a:ext>
                </a:extLst>
              </p14:cNvPr>
              <p14:cNvContentPartPr/>
              <p14:nvPr/>
            </p14:nvContentPartPr>
            <p14:xfrm>
              <a:off x="8189773" y="1735307"/>
              <a:ext cx="125280" cy="8784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47B020E3-B62C-1564-051E-9CCA511AC295}"/>
                  </a:ext>
                </a:extLst>
              </p:cNvPr>
              <p:cNvPicPr/>
              <p:nvPr/>
            </p:nvPicPr>
            <p:blipFill>
              <a:blip r:embed="rId633"/>
              <a:stretch>
                <a:fillRect/>
              </a:stretch>
            </p:blipFill>
            <p:spPr>
              <a:xfrm>
                <a:off x="8180773" y="1726667"/>
                <a:ext cx="14292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39A4E633-C639-810F-FE92-36967417E71E}"/>
              </a:ext>
            </a:extLst>
          </p:cNvPr>
          <p:cNvGrpSpPr/>
          <p:nvPr/>
        </p:nvGrpSpPr>
        <p:grpSpPr>
          <a:xfrm>
            <a:off x="9052333" y="1701827"/>
            <a:ext cx="3228840" cy="4371480"/>
            <a:chOff x="9052333" y="1701827"/>
            <a:chExt cx="3228840" cy="43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4A62A5DA-C538-8438-3882-7A4E92A52065}"/>
                    </a:ext>
                  </a:extLst>
                </p14:cNvPr>
                <p14:cNvContentPartPr/>
                <p14:nvPr/>
              </p14:nvContentPartPr>
              <p14:xfrm>
                <a:off x="9882133" y="1701827"/>
                <a:ext cx="2320560" cy="8398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4A62A5DA-C538-8438-3882-7A4E92A52065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873493" y="1692827"/>
                  <a:ext cx="2338200" cy="8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0A4E22F4-B4D7-6F22-DA5F-163782DA78B7}"/>
                    </a:ext>
                  </a:extLst>
                </p14:cNvPr>
                <p14:cNvContentPartPr/>
                <p14:nvPr/>
              </p14:nvContentPartPr>
              <p14:xfrm>
                <a:off x="9644533" y="2016107"/>
                <a:ext cx="31680" cy="2865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0A4E22F4-B4D7-6F22-DA5F-163782DA78B7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9635533" y="2007467"/>
                  <a:ext cx="493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BFB1FC9-99A1-76FE-D6E1-6491B9FD8AFF}"/>
                    </a:ext>
                  </a:extLst>
                </p14:cNvPr>
                <p14:cNvContentPartPr/>
                <p14:nvPr/>
              </p14:nvContentPartPr>
              <p14:xfrm>
                <a:off x="9599173" y="2018987"/>
                <a:ext cx="181440" cy="1126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BFB1FC9-99A1-76FE-D6E1-6491B9FD8AFF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9590173" y="2009987"/>
                  <a:ext cx="199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31A0D287-0BE0-2691-F752-E6FE727DD0D9}"/>
                    </a:ext>
                  </a:extLst>
                </p14:cNvPr>
                <p14:cNvContentPartPr/>
                <p14:nvPr/>
              </p14:nvContentPartPr>
              <p14:xfrm>
                <a:off x="9052333" y="2339027"/>
                <a:ext cx="1776600" cy="19688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31A0D287-0BE0-2691-F752-E6FE727DD0D9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9043333" y="2330027"/>
                  <a:ext cx="1794240" cy="19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F1359630-0762-1306-662C-8290B43008CD}"/>
                    </a:ext>
                  </a:extLst>
                </p14:cNvPr>
                <p14:cNvContentPartPr/>
                <p14:nvPr/>
              </p14:nvContentPartPr>
              <p14:xfrm>
                <a:off x="10743973" y="4246307"/>
                <a:ext cx="106560" cy="964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F1359630-0762-1306-662C-8290B43008CD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0734973" y="4237307"/>
                  <a:ext cx="124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68EDC9C-FC08-8AB1-7A9F-1491F085E9D4}"/>
                    </a:ext>
                  </a:extLst>
                </p14:cNvPr>
                <p14:cNvContentPartPr/>
                <p14:nvPr/>
              </p14:nvContentPartPr>
              <p14:xfrm>
                <a:off x="10843693" y="4234787"/>
                <a:ext cx="57240" cy="1216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68EDC9C-FC08-8AB1-7A9F-1491F085E9D4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0835053" y="4226147"/>
                  <a:ext cx="74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B365573B-3CCB-FE9A-1F9C-0CE639F01525}"/>
                    </a:ext>
                  </a:extLst>
                </p14:cNvPr>
                <p14:cNvContentPartPr/>
                <p14:nvPr/>
              </p14:nvContentPartPr>
              <p14:xfrm>
                <a:off x="10702933" y="4458707"/>
                <a:ext cx="43920" cy="2174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B365573B-3CCB-FE9A-1F9C-0CE639F01525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0694293" y="4449707"/>
                  <a:ext cx="61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3C847869-5361-10C6-A807-EE82FB164DA7}"/>
                    </a:ext>
                  </a:extLst>
                </p14:cNvPr>
                <p14:cNvContentPartPr/>
                <p14:nvPr/>
              </p14:nvContentPartPr>
              <p14:xfrm>
                <a:off x="10570453" y="4469867"/>
                <a:ext cx="210960" cy="550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3C847869-5361-10C6-A807-EE82FB164DA7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561813" y="4461227"/>
                  <a:ext cx="228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E965F307-BC03-A197-396A-753B20354DBE}"/>
                    </a:ext>
                  </a:extLst>
                </p14:cNvPr>
                <p14:cNvContentPartPr/>
                <p14:nvPr/>
              </p14:nvContentPartPr>
              <p14:xfrm>
                <a:off x="10819573" y="4531787"/>
                <a:ext cx="200160" cy="1209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E965F307-BC03-A197-396A-753B20354DBE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810573" y="4523147"/>
                  <a:ext cx="217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A2BA54D-FD50-7C9C-321D-3B6C87493441}"/>
                    </a:ext>
                  </a:extLst>
                </p14:cNvPr>
                <p14:cNvContentPartPr/>
                <p14:nvPr/>
              </p14:nvContentPartPr>
              <p14:xfrm>
                <a:off x="11053213" y="4454747"/>
                <a:ext cx="88200" cy="1742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A2BA54D-FD50-7C9C-321D-3B6C8749344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1044213" y="4445747"/>
                  <a:ext cx="105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A07EB14-0D61-4FF0-1E54-6CF2C5AE4542}"/>
                    </a:ext>
                  </a:extLst>
                </p14:cNvPr>
                <p14:cNvContentPartPr/>
                <p14:nvPr/>
              </p14:nvContentPartPr>
              <p14:xfrm>
                <a:off x="11054293" y="4468787"/>
                <a:ext cx="140040" cy="669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A07EB14-0D61-4FF0-1E54-6CF2C5AE4542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1045653" y="4460147"/>
                  <a:ext cx="157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021B53DF-BA89-2BED-560B-C6134478D0EA}"/>
                    </a:ext>
                  </a:extLst>
                </p14:cNvPr>
                <p14:cNvContentPartPr/>
                <p14:nvPr/>
              </p14:nvContentPartPr>
              <p14:xfrm>
                <a:off x="11353813" y="4526747"/>
                <a:ext cx="210240" cy="2703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021B53DF-BA89-2BED-560B-C6134478D0EA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1345173" y="4517747"/>
                  <a:ext cx="2278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DD5664A-DBD2-ED60-7278-A1317E5E7A87}"/>
                    </a:ext>
                  </a:extLst>
                </p14:cNvPr>
                <p14:cNvContentPartPr/>
                <p14:nvPr/>
              </p14:nvContentPartPr>
              <p14:xfrm>
                <a:off x="11628493" y="4518467"/>
                <a:ext cx="118800" cy="1022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DD5664A-DBD2-ED60-7278-A1317E5E7A87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1619493" y="4509827"/>
                  <a:ext cx="136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93D07462-6747-77FD-A83F-85F80A3415F9}"/>
                    </a:ext>
                  </a:extLst>
                </p14:cNvPr>
                <p14:cNvContentPartPr/>
                <p14:nvPr/>
              </p14:nvContentPartPr>
              <p14:xfrm>
                <a:off x="11761693" y="4470947"/>
                <a:ext cx="153360" cy="1238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93D07462-6747-77FD-A83F-85F80A3415F9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1752693" y="4462307"/>
                  <a:ext cx="171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EBD05147-49D4-D1DC-3D77-A0FFF275F36A}"/>
                    </a:ext>
                  </a:extLst>
                </p14:cNvPr>
                <p14:cNvContentPartPr/>
                <p14:nvPr/>
              </p14:nvContentPartPr>
              <p14:xfrm>
                <a:off x="10480813" y="4954787"/>
                <a:ext cx="338760" cy="1479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EBD05147-49D4-D1DC-3D77-A0FFF275F36A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472173" y="4945787"/>
                  <a:ext cx="356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CB15133-D046-8896-6CCD-9BBA58F1FA5C}"/>
                    </a:ext>
                  </a:extLst>
                </p14:cNvPr>
                <p14:cNvContentPartPr/>
                <p14:nvPr/>
              </p14:nvContentPartPr>
              <p14:xfrm>
                <a:off x="10860613" y="4886387"/>
                <a:ext cx="178920" cy="2235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CB15133-D046-8896-6CCD-9BBA58F1FA5C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851613" y="4877387"/>
                  <a:ext cx="1965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969D8FBD-50C6-9FC2-A55D-9690832FF9E7}"/>
                    </a:ext>
                  </a:extLst>
                </p14:cNvPr>
                <p14:cNvContentPartPr/>
                <p14:nvPr/>
              </p14:nvContentPartPr>
              <p14:xfrm>
                <a:off x="11051053" y="4914467"/>
                <a:ext cx="160200" cy="26748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969D8FBD-50C6-9FC2-A55D-9690832FF9E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1042413" y="4905827"/>
                  <a:ext cx="1778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E5AB876-8B14-4156-5EA8-6765F4186FFB}"/>
                    </a:ext>
                  </a:extLst>
                </p14:cNvPr>
                <p14:cNvContentPartPr/>
                <p14:nvPr/>
              </p14:nvContentPartPr>
              <p14:xfrm>
                <a:off x="11334013" y="4855787"/>
                <a:ext cx="119880" cy="2635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E5AB876-8B14-4156-5EA8-6765F4186FFB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1325373" y="4847147"/>
                  <a:ext cx="137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D791D35-3BA1-30B9-45AD-B66943BB82A9}"/>
                    </a:ext>
                  </a:extLst>
                </p14:cNvPr>
                <p14:cNvContentPartPr/>
                <p14:nvPr/>
              </p14:nvContentPartPr>
              <p14:xfrm>
                <a:off x="11435893" y="4927067"/>
                <a:ext cx="29880" cy="1504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D791D35-3BA1-30B9-45AD-B66943BB82A9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427253" y="4918427"/>
                  <a:ext cx="47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DD6A9A1F-630E-5D6D-D1F6-3578BC03F77F}"/>
                    </a:ext>
                  </a:extLst>
                </p14:cNvPr>
                <p14:cNvContentPartPr/>
                <p14:nvPr/>
              </p14:nvContentPartPr>
              <p14:xfrm>
                <a:off x="11459293" y="4952267"/>
                <a:ext cx="146520" cy="1202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DD6A9A1F-630E-5D6D-D1F6-3578BC03F77F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1450293" y="4943627"/>
                  <a:ext cx="164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5474932-73A4-3C3A-99B6-CA45B18CFCFE}"/>
                    </a:ext>
                  </a:extLst>
                </p14:cNvPr>
                <p14:cNvContentPartPr/>
                <p14:nvPr/>
              </p14:nvContentPartPr>
              <p14:xfrm>
                <a:off x="11647573" y="4964867"/>
                <a:ext cx="75240" cy="140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5474932-73A4-3C3A-99B6-CA45B18CFCFE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638933" y="4956227"/>
                  <a:ext cx="92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A1D01E46-7FA8-9684-6F50-BE578EBF03E9}"/>
                    </a:ext>
                  </a:extLst>
                </p14:cNvPr>
                <p14:cNvContentPartPr/>
                <p14:nvPr/>
              </p14:nvContentPartPr>
              <p14:xfrm>
                <a:off x="11634253" y="5009867"/>
                <a:ext cx="92520" cy="226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A1D01E46-7FA8-9684-6F50-BE578EBF03E9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1625253" y="5001227"/>
                  <a:ext cx="110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1134F9EC-53EE-3B47-E8D8-4E7D6D80FBDF}"/>
                    </a:ext>
                  </a:extLst>
                </p14:cNvPr>
                <p14:cNvContentPartPr/>
                <p14:nvPr/>
              </p14:nvContentPartPr>
              <p14:xfrm>
                <a:off x="11791933" y="4932107"/>
                <a:ext cx="70560" cy="1148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1134F9EC-53EE-3B47-E8D8-4E7D6D80FBDF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783293" y="4923107"/>
                  <a:ext cx="88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0D8E2DAF-0474-61AC-D15B-2B3018D5695E}"/>
                    </a:ext>
                  </a:extLst>
                </p14:cNvPr>
                <p14:cNvContentPartPr/>
                <p14:nvPr/>
              </p14:nvContentPartPr>
              <p14:xfrm>
                <a:off x="11801293" y="4902587"/>
                <a:ext cx="108360" cy="748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0D8E2DAF-0474-61AC-D15B-2B3018D5695E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1792293" y="4893587"/>
                  <a:ext cx="1260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E27CCEA-7CC7-EDE4-EE27-8A15AD7F1F8F}"/>
                    </a:ext>
                  </a:extLst>
                </p14:cNvPr>
                <p14:cNvContentPartPr/>
                <p14:nvPr/>
              </p14:nvContentPartPr>
              <p14:xfrm>
                <a:off x="11897773" y="4789907"/>
                <a:ext cx="117360" cy="3218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E27CCEA-7CC7-EDE4-EE27-8A15AD7F1F8F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889133" y="4780907"/>
                  <a:ext cx="1350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4D57015-D118-38C7-8565-98B95178FBFB}"/>
                    </a:ext>
                  </a:extLst>
                </p14:cNvPr>
                <p14:cNvContentPartPr/>
                <p14:nvPr/>
              </p14:nvContentPartPr>
              <p14:xfrm>
                <a:off x="10611853" y="5334947"/>
                <a:ext cx="87840" cy="12780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4D57015-D118-38C7-8565-98B95178FBFB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0603213" y="5325947"/>
                  <a:ext cx="105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9D0808E-74FE-454F-518E-C2C0C92AC8AA}"/>
                    </a:ext>
                  </a:extLst>
                </p14:cNvPr>
                <p14:cNvContentPartPr/>
                <p14:nvPr/>
              </p14:nvContentPartPr>
              <p14:xfrm>
                <a:off x="10683853" y="5363747"/>
                <a:ext cx="187200" cy="1947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9D0808E-74FE-454F-518E-C2C0C92AC8AA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0674853" y="5355107"/>
                  <a:ext cx="2048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23DE0DEF-C362-4742-02AD-332CC073B581}"/>
                    </a:ext>
                  </a:extLst>
                </p14:cNvPr>
                <p14:cNvContentPartPr/>
                <p14:nvPr/>
              </p14:nvContentPartPr>
              <p14:xfrm>
                <a:off x="11173453" y="5292467"/>
                <a:ext cx="125280" cy="2192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23DE0DEF-C362-4742-02AD-332CC073B581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1164453" y="5283467"/>
                  <a:ext cx="142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E9712382-6344-F926-CCAD-900BEFD4B953}"/>
                    </a:ext>
                  </a:extLst>
                </p14:cNvPr>
                <p14:cNvContentPartPr/>
                <p14:nvPr/>
              </p14:nvContentPartPr>
              <p14:xfrm>
                <a:off x="11128453" y="5394707"/>
                <a:ext cx="163080" cy="32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E9712382-6344-F926-CCAD-900BEFD4B953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1119813" y="5385707"/>
                  <a:ext cx="180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2389045-EE63-81B1-2ADE-1BF4289660E7}"/>
                    </a:ext>
                  </a:extLst>
                </p14:cNvPr>
                <p14:cNvContentPartPr/>
                <p14:nvPr/>
              </p14:nvContentPartPr>
              <p14:xfrm>
                <a:off x="11312413" y="5381387"/>
                <a:ext cx="119880" cy="961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2389045-EE63-81B1-2ADE-1BF4289660E7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1303413" y="5372387"/>
                  <a:ext cx="1375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25E15FD1-84EF-012C-98F4-3A89B523F87B}"/>
                    </a:ext>
                  </a:extLst>
                </p14:cNvPr>
                <p14:cNvContentPartPr/>
                <p14:nvPr/>
              </p14:nvContentPartPr>
              <p14:xfrm>
                <a:off x="11427613" y="5377067"/>
                <a:ext cx="100800" cy="1270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25E15FD1-84EF-012C-98F4-3A89B523F87B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1418613" y="5368427"/>
                  <a:ext cx="118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6141FEA-2ACB-C3C7-CB75-009F5FBEA440}"/>
                    </a:ext>
                  </a:extLst>
                </p14:cNvPr>
                <p14:cNvContentPartPr/>
                <p14:nvPr/>
              </p14:nvContentPartPr>
              <p14:xfrm>
                <a:off x="11593573" y="5308307"/>
                <a:ext cx="74880" cy="16524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6141FEA-2ACB-C3C7-CB75-009F5FBEA440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1584573" y="5299307"/>
                  <a:ext cx="92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0F9ED9A0-A570-9527-A738-6109E4526E95}"/>
                    </a:ext>
                  </a:extLst>
                </p14:cNvPr>
                <p14:cNvContentPartPr/>
                <p14:nvPr/>
              </p14:nvContentPartPr>
              <p14:xfrm>
                <a:off x="11629573" y="5362667"/>
                <a:ext cx="160200" cy="428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0F9ED9A0-A570-9527-A738-6109E4526E95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1620933" y="5354027"/>
                  <a:ext cx="177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AEC48CA-FEB7-C52F-3ECA-052C64C0A612}"/>
                    </a:ext>
                  </a:extLst>
                </p14:cNvPr>
                <p14:cNvContentPartPr/>
                <p14:nvPr/>
              </p14:nvContentPartPr>
              <p14:xfrm>
                <a:off x="11009293" y="5675507"/>
                <a:ext cx="460800" cy="2602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AEC48CA-FEB7-C52F-3ECA-052C64C0A612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1000653" y="5666507"/>
                  <a:ext cx="4784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8438E7C7-E5F8-F272-1BE4-F9905B8509F1}"/>
                    </a:ext>
                  </a:extLst>
                </p14:cNvPr>
                <p14:cNvContentPartPr/>
                <p14:nvPr/>
              </p14:nvContentPartPr>
              <p14:xfrm>
                <a:off x="11409613" y="5816987"/>
                <a:ext cx="216720" cy="19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8438E7C7-E5F8-F272-1BE4-F9905B8509F1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1400613" y="5807987"/>
                  <a:ext cx="2343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D0C095F9-E4BD-95E4-5012-145962023C8E}"/>
                    </a:ext>
                  </a:extLst>
                </p14:cNvPr>
                <p14:cNvContentPartPr/>
                <p14:nvPr/>
              </p14:nvContentPartPr>
              <p14:xfrm>
                <a:off x="11595733" y="5797187"/>
                <a:ext cx="137520" cy="1738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D0C095F9-E4BD-95E4-5012-145962023C8E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1587093" y="5788187"/>
                  <a:ext cx="155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E4CF23D6-29E3-D050-FFDA-2B07355620C3}"/>
                    </a:ext>
                  </a:extLst>
                </p14:cNvPr>
                <p14:cNvContentPartPr/>
                <p14:nvPr/>
              </p14:nvContentPartPr>
              <p14:xfrm>
                <a:off x="10272733" y="4233707"/>
                <a:ext cx="2008440" cy="183960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E4CF23D6-29E3-D050-FFDA-2B07355620C3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0264093" y="4225067"/>
                  <a:ext cx="2026080" cy="185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94074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D2E426-B65B-28D8-16A7-0ADF6489C431}"/>
                  </a:ext>
                </a:extLst>
              </p14:cNvPr>
              <p14:cNvContentPartPr/>
              <p14:nvPr/>
            </p14:nvContentPartPr>
            <p14:xfrm>
              <a:off x="958813" y="1082360"/>
              <a:ext cx="17640" cy="958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D2E426-B65B-28D8-16A7-0ADF6489C4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9813" y="1073720"/>
                <a:ext cx="35280" cy="9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574FCC-E1B1-67FB-B74A-4F2FDFA21835}"/>
                  </a:ext>
                </a:extLst>
              </p14:cNvPr>
              <p14:cNvContentPartPr/>
              <p14:nvPr/>
            </p14:nvContentPartPr>
            <p14:xfrm>
              <a:off x="1699693" y="1053560"/>
              <a:ext cx="109440" cy="151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574FCC-E1B1-67FB-B74A-4F2FDFA218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91053" y="1044560"/>
                <a:ext cx="1270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5B3972A-3BDE-7E8B-BE3C-EEEB2CCBDD8A}"/>
                  </a:ext>
                </a:extLst>
              </p14:cNvPr>
              <p14:cNvContentPartPr/>
              <p14:nvPr/>
            </p14:nvContentPartPr>
            <p14:xfrm>
              <a:off x="1616533" y="2212400"/>
              <a:ext cx="14400" cy="139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5B3972A-3BDE-7E8B-BE3C-EEEB2CCBDD8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7893" y="2203400"/>
                <a:ext cx="320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6C1357C-B166-F67E-1153-D173BCCFCA72}"/>
                  </a:ext>
                </a:extLst>
              </p14:cNvPr>
              <p14:cNvContentPartPr/>
              <p14:nvPr/>
            </p14:nvContentPartPr>
            <p14:xfrm>
              <a:off x="967813" y="2117720"/>
              <a:ext cx="429840" cy="930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6C1357C-B166-F67E-1153-D173BCCFCA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8813" y="2109080"/>
                <a:ext cx="447480" cy="9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667333D-FBFE-9A9A-2845-E1142B9B2C81}"/>
                  </a:ext>
                </a:extLst>
              </p14:cNvPr>
              <p14:cNvContentPartPr/>
              <p14:nvPr/>
            </p14:nvContentPartPr>
            <p14:xfrm>
              <a:off x="959893" y="2968400"/>
              <a:ext cx="149400" cy="106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667333D-FBFE-9A9A-2845-E1142B9B2C8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1253" y="2959760"/>
                <a:ext cx="1670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24CEF6B-6061-2966-CA3A-51E1122BB11E}"/>
                  </a:ext>
                </a:extLst>
              </p14:cNvPr>
              <p14:cNvContentPartPr/>
              <p14:nvPr/>
            </p14:nvContentPartPr>
            <p14:xfrm>
              <a:off x="1464973" y="2243360"/>
              <a:ext cx="889920" cy="841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24CEF6B-6061-2966-CA3A-51E1122BB1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55973" y="2234360"/>
                <a:ext cx="907560" cy="85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ACF76F7-026B-01C4-341E-8BDEF2F87491}"/>
                  </a:ext>
                </a:extLst>
              </p14:cNvPr>
              <p14:cNvContentPartPr/>
              <p14:nvPr/>
            </p14:nvContentPartPr>
            <p14:xfrm>
              <a:off x="2245093" y="3042920"/>
              <a:ext cx="98280" cy="77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ACF76F7-026B-01C4-341E-8BDEF2F8749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36453" y="3034280"/>
                <a:ext cx="11592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D538393-0A3E-0D8A-ADEA-1D1ADAA79309}"/>
                  </a:ext>
                </a:extLst>
              </p14:cNvPr>
              <p14:cNvContentPartPr/>
              <p14:nvPr/>
            </p14:nvContentPartPr>
            <p14:xfrm>
              <a:off x="2336533" y="3005120"/>
              <a:ext cx="61920" cy="134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D538393-0A3E-0D8A-ADEA-1D1ADAA7930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27893" y="2996480"/>
                <a:ext cx="795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8503779-04B9-F009-9BB7-A1A057696A2F}"/>
                  </a:ext>
                </a:extLst>
              </p14:cNvPr>
              <p14:cNvContentPartPr/>
              <p14:nvPr/>
            </p14:nvContentPartPr>
            <p14:xfrm>
              <a:off x="2384413" y="3306800"/>
              <a:ext cx="10080" cy="183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8503779-04B9-F009-9BB7-A1A057696A2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75413" y="3298160"/>
                <a:ext cx="277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CC1F68C-20A0-65C7-C079-EFA542553155}"/>
                  </a:ext>
                </a:extLst>
              </p14:cNvPr>
              <p14:cNvContentPartPr/>
              <p14:nvPr/>
            </p14:nvContentPartPr>
            <p14:xfrm>
              <a:off x="2256973" y="3275120"/>
              <a:ext cx="284400" cy="55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CC1F68C-20A0-65C7-C079-EFA54255315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47973" y="3266480"/>
                <a:ext cx="3020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C347982-6A4D-0EDE-0B58-160F09D3C5E0}"/>
                  </a:ext>
                </a:extLst>
              </p14:cNvPr>
              <p14:cNvContentPartPr/>
              <p14:nvPr/>
            </p14:nvContentPartPr>
            <p14:xfrm>
              <a:off x="2464693" y="3362600"/>
              <a:ext cx="177120" cy="122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C347982-6A4D-0EDE-0B58-160F09D3C5E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55693" y="3353960"/>
                <a:ext cx="1947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70CF5B0-E918-483B-2B29-30D7BA6E3301}"/>
                  </a:ext>
                </a:extLst>
              </p14:cNvPr>
              <p14:cNvContentPartPr/>
              <p14:nvPr/>
            </p14:nvContentPartPr>
            <p14:xfrm>
              <a:off x="2705893" y="3297800"/>
              <a:ext cx="57960" cy="172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70CF5B0-E918-483B-2B29-30D7BA6E330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96893" y="3289160"/>
                <a:ext cx="756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8E41E1C-B030-DF32-504D-257E9DC07639}"/>
                  </a:ext>
                </a:extLst>
              </p14:cNvPr>
              <p14:cNvContentPartPr/>
              <p14:nvPr/>
            </p14:nvContentPartPr>
            <p14:xfrm>
              <a:off x="2700853" y="3336320"/>
              <a:ext cx="170640" cy="40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8E41E1C-B030-DF32-504D-257E9DC0763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91853" y="3327680"/>
                <a:ext cx="1882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9EEB6A-9666-5FA9-5020-16A7013AE7A5}"/>
                  </a:ext>
                </a:extLst>
              </p14:cNvPr>
              <p14:cNvContentPartPr/>
              <p14:nvPr/>
            </p14:nvContentPartPr>
            <p14:xfrm>
              <a:off x="3099373" y="3315080"/>
              <a:ext cx="247320" cy="155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9EEB6A-9666-5FA9-5020-16A7013AE7A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90733" y="3306440"/>
                <a:ext cx="2649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E92769E-1006-09F4-6DDD-DA6DDCBBE08B}"/>
                  </a:ext>
                </a:extLst>
              </p14:cNvPr>
              <p14:cNvContentPartPr/>
              <p14:nvPr/>
            </p14:nvContentPartPr>
            <p14:xfrm>
              <a:off x="3471253" y="3289520"/>
              <a:ext cx="38520" cy="230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E92769E-1006-09F4-6DDD-DA6DDCBBE08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62613" y="3280520"/>
                <a:ext cx="561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DF5B942-1F9D-FC84-7441-12CE87FF78DE}"/>
                  </a:ext>
                </a:extLst>
              </p14:cNvPr>
              <p14:cNvContentPartPr/>
              <p14:nvPr/>
            </p14:nvContentPartPr>
            <p14:xfrm>
              <a:off x="3409333" y="3374120"/>
              <a:ext cx="52200" cy="46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DF5B942-1F9D-FC84-7441-12CE87FF78D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400333" y="3365480"/>
                <a:ext cx="698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FEEFF33-78FD-A755-7850-B3FC512FDB12}"/>
                  </a:ext>
                </a:extLst>
              </p14:cNvPr>
              <p14:cNvContentPartPr/>
              <p14:nvPr/>
            </p14:nvContentPartPr>
            <p14:xfrm>
              <a:off x="3541813" y="3366920"/>
              <a:ext cx="65520" cy="77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FEEFF33-78FD-A755-7850-B3FC512FDB1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32813" y="3358280"/>
                <a:ext cx="831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437BD2A-E04D-98DF-DC9F-47232BB6C799}"/>
                  </a:ext>
                </a:extLst>
              </p14:cNvPr>
              <p14:cNvContentPartPr/>
              <p14:nvPr/>
            </p14:nvContentPartPr>
            <p14:xfrm>
              <a:off x="3022333" y="3205640"/>
              <a:ext cx="259200" cy="407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437BD2A-E04D-98DF-DC9F-47232BB6C79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013333" y="3196640"/>
                <a:ext cx="27684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7B2F592-EDF0-D1A4-E68F-105EA58AAD2C}"/>
                  </a:ext>
                </a:extLst>
              </p14:cNvPr>
              <p14:cNvContentPartPr/>
              <p14:nvPr/>
            </p14:nvContentPartPr>
            <p14:xfrm>
              <a:off x="3608413" y="3229760"/>
              <a:ext cx="143640" cy="355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7B2F592-EDF0-D1A4-E68F-105EA58AAD2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99413" y="3221120"/>
                <a:ext cx="16128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6576681-B3FB-1499-FD0E-DBA9F1BB94B5}"/>
                  </a:ext>
                </a:extLst>
              </p14:cNvPr>
              <p14:cNvContentPartPr/>
              <p14:nvPr/>
            </p14:nvContentPartPr>
            <p14:xfrm>
              <a:off x="590893" y="3283040"/>
              <a:ext cx="55440" cy="236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6576681-B3FB-1499-FD0E-DBA9F1BB94B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1893" y="3274040"/>
                <a:ext cx="730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BA0C4F9-72CA-55EA-FED2-F893F5CB958D}"/>
                  </a:ext>
                </a:extLst>
              </p14:cNvPr>
              <p14:cNvContentPartPr/>
              <p14:nvPr/>
            </p14:nvContentPartPr>
            <p14:xfrm>
              <a:off x="441133" y="3270080"/>
              <a:ext cx="325440" cy="27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BA0C4F9-72CA-55EA-FED2-F893F5CB958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2133" y="3261440"/>
                <a:ext cx="3430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CE4B18A-0060-0556-4745-329E1ABFDBB8}"/>
                  </a:ext>
                </a:extLst>
              </p14:cNvPr>
              <p14:cNvContentPartPr/>
              <p14:nvPr/>
            </p14:nvContentPartPr>
            <p14:xfrm>
              <a:off x="697813" y="3394280"/>
              <a:ext cx="131040" cy="112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CE4B18A-0060-0556-4745-329E1ABFDBB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8813" y="3385280"/>
                <a:ext cx="1486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A143E30-8F11-2718-5B84-E060A4573C78}"/>
                  </a:ext>
                </a:extLst>
              </p14:cNvPr>
              <p14:cNvContentPartPr/>
              <p14:nvPr/>
            </p14:nvContentPartPr>
            <p14:xfrm>
              <a:off x="829213" y="3394280"/>
              <a:ext cx="221400" cy="108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A143E30-8F11-2718-5B84-E060A4573C7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0573" y="3385280"/>
                <a:ext cx="23904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DF02186-F289-5F72-4B55-772EB64F5C8A}"/>
                  </a:ext>
                </a:extLst>
              </p14:cNvPr>
              <p14:cNvContentPartPr/>
              <p14:nvPr/>
            </p14:nvContentPartPr>
            <p14:xfrm>
              <a:off x="952333" y="3352520"/>
              <a:ext cx="88560" cy="61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DF02186-F289-5F72-4B55-772EB64F5C8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43693" y="3343520"/>
                <a:ext cx="1062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9BE674B-8095-F8A2-B63D-59C92C16D7C9}"/>
                  </a:ext>
                </a:extLst>
              </p14:cNvPr>
              <p14:cNvContentPartPr/>
              <p14:nvPr/>
            </p14:nvContentPartPr>
            <p14:xfrm>
              <a:off x="1066813" y="3414080"/>
              <a:ext cx="129240" cy="162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9BE674B-8095-F8A2-B63D-59C92C16D7C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8173" y="3405440"/>
                <a:ext cx="1468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EA0ADCB-0D5A-E6CC-629D-1D474ED04F95}"/>
                  </a:ext>
                </a:extLst>
              </p14:cNvPr>
              <p14:cNvContentPartPr/>
              <p14:nvPr/>
            </p14:nvContentPartPr>
            <p14:xfrm>
              <a:off x="1336813" y="3374480"/>
              <a:ext cx="112320" cy="179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EA0ADCB-0D5A-E6CC-629D-1D474ED04F9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328173" y="3365840"/>
                <a:ext cx="12996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C99DDC7-E93E-7E51-B02F-FB5B7FCF5482}"/>
                  </a:ext>
                </a:extLst>
              </p14:cNvPr>
              <p14:cNvContentPartPr/>
              <p14:nvPr/>
            </p14:nvContentPartPr>
            <p14:xfrm>
              <a:off x="1509253" y="3382760"/>
              <a:ext cx="119880" cy="1198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C99DDC7-E93E-7E51-B02F-FB5B7FCF548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00253" y="3373760"/>
                <a:ext cx="1375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440B102-AE0F-2847-D36B-0C369C57C954}"/>
                  </a:ext>
                </a:extLst>
              </p14:cNvPr>
              <p14:cNvContentPartPr/>
              <p14:nvPr/>
            </p14:nvContentPartPr>
            <p14:xfrm>
              <a:off x="1718413" y="3370520"/>
              <a:ext cx="52200" cy="181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440B102-AE0F-2847-D36B-0C369C57C95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09413" y="3361880"/>
                <a:ext cx="6984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CF3D799-76C6-4A9A-0AB8-194915C79600}"/>
                  </a:ext>
                </a:extLst>
              </p14:cNvPr>
              <p14:cNvContentPartPr/>
              <p14:nvPr/>
            </p14:nvContentPartPr>
            <p14:xfrm>
              <a:off x="1689613" y="3433160"/>
              <a:ext cx="33840" cy="36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CF3D799-76C6-4A9A-0AB8-194915C7960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680613" y="3424520"/>
                <a:ext cx="514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E7E04E6-772E-36D5-5DDB-D258E7F170A7}"/>
                  </a:ext>
                </a:extLst>
              </p14:cNvPr>
              <p14:cNvContentPartPr/>
              <p14:nvPr/>
            </p14:nvContentPartPr>
            <p14:xfrm>
              <a:off x="1781773" y="3454400"/>
              <a:ext cx="39960" cy="38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E7E04E6-772E-36D5-5DDB-D258E7F170A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772773" y="3445760"/>
                <a:ext cx="576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0D01085-3452-7404-E4AB-A3FCD29674DA}"/>
                  </a:ext>
                </a:extLst>
              </p14:cNvPr>
              <p14:cNvContentPartPr/>
              <p14:nvPr/>
            </p14:nvContentPartPr>
            <p14:xfrm>
              <a:off x="1654333" y="3323720"/>
              <a:ext cx="295560" cy="3330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0D01085-3452-7404-E4AB-A3FCD29674D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645693" y="3314720"/>
                <a:ext cx="31320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2AEDA4A-D7C1-C7B5-2CE6-6F316F893256}"/>
                  </a:ext>
                </a:extLst>
              </p14:cNvPr>
              <p14:cNvContentPartPr/>
              <p14:nvPr/>
            </p14:nvContentPartPr>
            <p14:xfrm>
              <a:off x="1272373" y="3284840"/>
              <a:ext cx="183240" cy="387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2AEDA4A-D7C1-C7B5-2CE6-6F316F89325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63373" y="3276200"/>
                <a:ext cx="20088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D6573D2-6727-BDC8-FA2C-EFBF2B4DDCAE}"/>
                  </a:ext>
                </a:extLst>
              </p14:cNvPr>
              <p14:cNvContentPartPr/>
              <p14:nvPr/>
            </p14:nvContentPartPr>
            <p14:xfrm>
              <a:off x="435733" y="3763640"/>
              <a:ext cx="61920" cy="833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D6573D2-6727-BDC8-FA2C-EFBF2B4DDCA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27093" y="3754640"/>
                <a:ext cx="79560" cy="85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5BA791C-925F-1549-903F-38F47C09F9FA}"/>
                  </a:ext>
                </a:extLst>
              </p14:cNvPr>
              <p14:cNvContentPartPr/>
              <p14:nvPr/>
            </p14:nvContentPartPr>
            <p14:xfrm>
              <a:off x="519613" y="3738440"/>
              <a:ext cx="858960" cy="831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5BA791C-925F-1549-903F-38F47C09F9F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0973" y="3729440"/>
                <a:ext cx="87660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3186CEB-A86A-8FA7-6EC8-1C02AE457BA8}"/>
                  </a:ext>
                </a:extLst>
              </p14:cNvPr>
              <p14:cNvContentPartPr/>
              <p14:nvPr/>
            </p14:nvContentPartPr>
            <p14:xfrm>
              <a:off x="389293" y="4589840"/>
              <a:ext cx="1149120" cy="540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3186CEB-A86A-8FA7-6EC8-1C02AE457BA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0293" y="4581200"/>
                <a:ext cx="11667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A938146-0511-CFAE-8009-35F922256073}"/>
                  </a:ext>
                </a:extLst>
              </p14:cNvPr>
              <p14:cNvContentPartPr/>
              <p14:nvPr/>
            </p14:nvContentPartPr>
            <p14:xfrm>
              <a:off x="1103893" y="3832040"/>
              <a:ext cx="15480" cy="681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A938146-0511-CFAE-8009-35F92225607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95253" y="3823040"/>
                <a:ext cx="33120" cy="6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0D24944-F8F7-3CE8-7B77-5433CC926470}"/>
                  </a:ext>
                </a:extLst>
              </p14:cNvPr>
              <p14:cNvContentPartPr/>
              <p14:nvPr/>
            </p14:nvContentPartPr>
            <p14:xfrm>
              <a:off x="449413" y="3899000"/>
              <a:ext cx="1277640" cy="52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0D24944-F8F7-3CE8-7B77-5433CC92647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40413" y="3890360"/>
                <a:ext cx="12952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47A543E-9F39-093D-566D-8DDEDDF994CD}"/>
                  </a:ext>
                </a:extLst>
              </p14:cNvPr>
              <p14:cNvContentPartPr/>
              <p14:nvPr/>
            </p14:nvContentPartPr>
            <p14:xfrm>
              <a:off x="1125853" y="4754000"/>
              <a:ext cx="36720" cy="174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47A543E-9F39-093D-566D-8DDEDDF994C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16853" y="4745360"/>
                <a:ext cx="5436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E41A8A1-872A-9ED1-F562-D36BAAC53C41}"/>
                  </a:ext>
                </a:extLst>
              </p14:cNvPr>
              <p14:cNvContentPartPr/>
              <p14:nvPr/>
            </p14:nvContentPartPr>
            <p14:xfrm>
              <a:off x="1238533" y="4790720"/>
              <a:ext cx="227520" cy="133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E41A8A1-872A-9ED1-F562-D36BAAC53C4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29533" y="4781720"/>
                <a:ext cx="2451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59F49E4-CEC4-169A-030F-21AC27631973}"/>
                  </a:ext>
                </a:extLst>
              </p14:cNvPr>
              <p14:cNvContentPartPr/>
              <p14:nvPr/>
            </p14:nvContentPartPr>
            <p14:xfrm>
              <a:off x="1546333" y="4795400"/>
              <a:ext cx="88200" cy="128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59F49E4-CEC4-169A-030F-21AC2763197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537333" y="4786760"/>
                <a:ext cx="1058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DDC95A9-B5F4-8F4B-E6AF-4C9563B3AB60}"/>
                  </a:ext>
                </a:extLst>
              </p14:cNvPr>
              <p14:cNvContentPartPr/>
              <p14:nvPr/>
            </p14:nvContentPartPr>
            <p14:xfrm>
              <a:off x="1559653" y="4804400"/>
              <a:ext cx="103320" cy="1396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DDC95A9-B5F4-8F4B-E6AF-4C9563B3AB6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551013" y="4795760"/>
                <a:ext cx="1209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5B79685-EF53-93C5-D260-4C7F0A2185C1}"/>
                  </a:ext>
                </a:extLst>
              </p14:cNvPr>
              <p14:cNvContentPartPr/>
              <p14:nvPr/>
            </p14:nvContentPartPr>
            <p14:xfrm>
              <a:off x="1688893" y="4817720"/>
              <a:ext cx="189720" cy="90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5B79685-EF53-93C5-D260-4C7F0A2185C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680253" y="4808720"/>
                <a:ext cx="20736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090F9E4-D5B0-D52D-F078-114ECAB281EF}"/>
                  </a:ext>
                </a:extLst>
              </p14:cNvPr>
              <p14:cNvContentPartPr/>
              <p14:nvPr/>
            </p14:nvContentPartPr>
            <p14:xfrm>
              <a:off x="1763053" y="4815200"/>
              <a:ext cx="22680" cy="242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090F9E4-D5B0-D52D-F078-114ECAB281E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754413" y="4806560"/>
                <a:ext cx="403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0801FE6-B2F1-4348-EAC8-AD41D941CEDE}"/>
                  </a:ext>
                </a:extLst>
              </p14:cNvPr>
              <p14:cNvContentPartPr/>
              <p14:nvPr/>
            </p14:nvContentPartPr>
            <p14:xfrm>
              <a:off x="990853" y="1040960"/>
              <a:ext cx="768240" cy="31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0801FE6-B2F1-4348-EAC8-AD41D941CED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81853" y="1031960"/>
                <a:ext cx="7858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67A5DF8-8B92-8962-3318-894D9199AEA9}"/>
                  </a:ext>
                </a:extLst>
              </p14:cNvPr>
              <p14:cNvContentPartPr/>
              <p14:nvPr/>
            </p14:nvContentPartPr>
            <p14:xfrm>
              <a:off x="970333" y="2012960"/>
              <a:ext cx="868320" cy="27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67A5DF8-8B92-8962-3318-894D9199AEA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61333" y="2003960"/>
                <a:ext cx="8859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534BA02-195B-B815-C581-816A350A7E26}"/>
                  </a:ext>
                </a:extLst>
              </p14:cNvPr>
              <p14:cNvContentPartPr/>
              <p14:nvPr/>
            </p14:nvContentPartPr>
            <p14:xfrm>
              <a:off x="1785733" y="1100720"/>
              <a:ext cx="30600" cy="942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534BA02-195B-B815-C581-816A350A7E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776733" y="1092080"/>
                <a:ext cx="48240" cy="9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0514B1B-1BCD-5293-0B3F-4EA076DAA1ED}"/>
                  </a:ext>
                </a:extLst>
              </p14:cNvPr>
              <p14:cNvContentPartPr/>
              <p14:nvPr/>
            </p14:nvContentPartPr>
            <p14:xfrm>
              <a:off x="1592773" y="1076240"/>
              <a:ext cx="24840" cy="936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0514B1B-1BCD-5293-0B3F-4EA076DAA1E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584133" y="1067600"/>
                <a:ext cx="42480" cy="9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38A8EB6-A553-4F04-CB1F-588A89D3F71F}"/>
                  </a:ext>
                </a:extLst>
              </p14:cNvPr>
              <p14:cNvContentPartPr/>
              <p14:nvPr/>
            </p14:nvContentPartPr>
            <p14:xfrm>
              <a:off x="994093" y="1273520"/>
              <a:ext cx="873360" cy="24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38A8EB6-A553-4F04-CB1F-588A89D3F71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85093" y="1264880"/>
                <a:ext cx="8910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B1FC023-0D36-7D6D-023F-4AB00A1450E3}"/>
                  </a:ext>
                </a:extLst>
              </p14:cNvPr>
              <p14:cNvContentPartPr/>
              <p14:nvPr/>
            </p14:nvContentPartPr>
            <p14:xfrm>
              <a:off x="1574413" y="2214920"/>
              <a:ext cx="28440" cy="136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B1FC023-0D36-7D6D-023F-4AB00A1450E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565413" y="2206280"/>
                <a:ext cx="460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FCB9B43-E751-8405-5A23-FC2A1C742446}"/>
                  </a:ext>
                </a:extLst>
              </p14:cNvPr>
              <p14:cNvContentPartPr/>
              <p14:nvPr/>
            </p14:nvContentPartPr>
            <p14:xfrm>
              <a:off x="1615453" y="2185760"/>
              <a:ext cx="19440" cy="1191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FCB9B43-E751-8405-5A23-FC2A1C74244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606453" y="2176760"/>
                <a:ext cx="370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7D9300D-D708-4A6C-AF80-5288C47B9075}"/>
                  </a:ext>
                </a:extLst>
              </p14:cNvPr>
              <p14:cNvContentPartPr/>
              <p14:nvPr/>
            </p14:nvContentPartPr>
            <p14:xfrm>
              <a:off x="1740013" y="2171360"/>
              <a:ext cx="214920" cy="1486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7D9300D-D708-4A6C-AF80-5288C47B907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731373" y="2162360"/>
                <a:ext cx="23256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170E23D-1C7F-3C51-F50B-573D06D3DF99}"/>
                  </a:ext>
                </a:extLst>
              </p14:cNvPr>
              <p14:cNvContentPartPr/>
              <p14:nvPr/>
            </p14:nvContentPartPr>
            <p14:xfrm>
              <a:off x="2003893" y="2209520"/>
              <a:ext cx="154080" cy="1324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170E23D-1C7F-3C51-F50B-573D06D3DF9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994893" y="2200880"/>
                <a:ext cx="17172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A2AB25B-9A93-672E-40D6-805C934897A0}"/>
                  </a:ext>
                </a:extLst>
              </p14:cNvPr>
              <p14:cNvContentPartPr/>
              <p14:nvPr/>
            </p14:nvContentPartPr>
            <p14:xfrm>
              <a:off x="1999213" y="2210240"/>
              <a:ext cx="144360" cy="185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A2AB25B-9A93-672E-40D6-805C934897A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990573" y="2201240"/>
                <a:ext cx="1620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526BDB1-9F04-77A1-9621-0D344C87E4F3}"/>
                  </a:ext>
                </a:extLst>
              </p14:cNvPr>
              <p14:cNvContentPartPr/>
              <p14:nvPr/>
            </p14:nvContentPartPr>
            <p14:xfrm>
              <a:off x="2191453" y="2222120"/>
              <a:ext cx="177120" cy="117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526BDB1-9F04-77A1-9621-0D344C87E4F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182453" y="2213120"/>
                <a:ext cx="1947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A8DF3C0-59C3-B28B-1766-608FA11DC6BF}"/>
                  </a:ext>
                </a:extLst>
              </p14:cNvPr>
              <p14:cNvContentPartPr/>
              <p14:nvPr/>
            </p14:nvContentPartPr>
            <p14:xfrm>
              <a:off x="2283973" y="2245160"/>
              <a:ext cx="15840" cy="2138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A8DF3C0-59C3-B28B-1766-608FA11DC6B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275333" y="2236520"/>
                <a:ext cx="334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2DA3CB3-48E8-269D-2E14-A42489C08709}"/>
                  </a:ext>
                </a:extLst>
              </p14:cNvPr>
              <p14:cNvContentPartPr/>
              <p14:nvPr/>
            </p14:nvContentPartPr>
            <p14:xfrm>
              <a:off x="2605453" y="3730880"/>
              <a:ext cx="51480" cy="990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2DA3CB3-48E8-269D-2E14-A42489C0870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596813" y="3722240"/>
                <a:ext cx="69120" cy="10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1357F7A-DEB1-3D37-5C49-6F3FD1627ADE}"/>
                  </a:ext>
                </a:extLst>
              </p14:cNvPr>
              <p14:cNvContentPartPr/>
              <p14:nvPr/>
            </p14:nvContentPartPr>
            <p14:xfrm>
              <a:off x="2664133" y="3719000"/>
              <a:ext cx="971640" cy="9651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1357F7A-DEB1-3D37-5C49-6F3FD1627AD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655493" y="3710360"/>
                <a:ext cx="989280" cy="9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40A4ED2-DCF2-400F-89DF-8D754BAFCAAF}"/>
                  </a:ext>
                </a:extLst>
              </p14:cNvPr>
              <p14:cNvContentPartPr/>
              <p14:nvPr/>
            </p14:nvContentPartPr>
            <p14:xfrm>
              <a:off x="2574133" y="4737080"/>
              <a:ext cx="1213200" cy="20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40A4ED2-DCF2-400F-89DF-8D754BAFCAA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565133" y="4728440"/>
                <a:ext cx="12308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CA7F8C2-5417-820A-C2AA-A9F1F7AE9EB7}"/>
                  </a:ext>
                </a:extLst>
              </p14:cNvPr>
              <p14:cNvContentPartPr/>
              <p14:nvPr/>
            </p14:nvContentPartPr>
            <p14:xfrm>
              <a:off x="3352813" y="3824840"/>
              <a:ext cx="64800" cy="1062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CA7F8C2-5417-820A-C2AA-A9F1F7AE9EB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344173" y="3815840"/>
                <a:ext cx="82440" cy="10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BF3D9F3-BFA8-FB71-C920-D448B4C5BA56}"/>
                  </a:ext>
                </a:extLst>
              </p14:cNvPr>
              <p14:cNvContentPartPr/>
              <p14:nvPr/>
            </p14:nvContentPartPr>
            <p14:xfrm>
              <a:off x="2675293" y="3917000"/>
              <a:ext cx="1112040" cy="615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BF3D9F3-BFA8-FB71-C920-D448B4C5BA5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666293" y="3908360"/>
                <a:ext cx="11296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A7D5218-79C5-E64B-EA2F-3A012362C225}"/>
                  </a:ext>
                </a:extLst>
              </p14:cNvPr>
              <p14:cNvContentPartPr/>
              <p14:nvPr/>
            </p14:nvContentPartPr>
            <p14:xfrm>
              <a:off x="3483493" y="4912400"/>
              <a:ext cx="292680" cy="1512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A7D5218-79C5-E64B-EA2F-3A012362C22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474853" y="4903760"/>
                <a:ext cx="3103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E5D0FC1-F5C9-AE5F-1C82-D283289AE0DC}"/>
                  </a:ext>
                </a:extLst>
              </p14:cNvPr>
              <p14:cNvContentPartPr/>
              <p14:nvPr/>
            </p14:nvContentPartPr>
            <p14:xfrm>
              <a:off x="3831613" y="4946600"/>
              <a:ext cx="119880" cy="1342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E5D0FC1-F5C9-AE5F-1C82-D283289AE0D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822613" y="4937960"/>
                <a:ext cx="1375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FD20AA3-4157-1ED1-551B-01FF99CD8A7C}"/>
                  </a:ext>
                </a:extLst>
              </p14:cNvPr>
              <p14:cNvContentPartPr/>
              <p14:nvPr/>
            </p14:nvContentPartPr>
            <p14:xfrm>
              <a:off x="3843853" y="4943720"/>
              <a:ext cx="146880" cy="1666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FD20AA3-4157-1ED1-551B-01FF99CD8A7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834853" y="4934720"/>
                <a:ext cx="1645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DC4EC1A-C717-07DD-3248-06A50FCEAA11}"/>
                  </a:ext>
                </a:extLst>
              </p14:cNvPr>
              <p14:cNvContentPartPr/>
              <p14:nvPr/>
            </p14:nvContentPartPr>
            <p14:xfrm>
              <a:off x="2606533" y="2435960"/>
              <a:ext cx="36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DC4EC1A-C717-07DD-3248-06A50FCEAA1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597893" y="24269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3F1970A-ABF7-A163-1300-7C49F58C1769}"/>
                  </a:ext>
                </a:extLst>
              </p14:cNvPr>
              <p14:cNvContentPartPr/>
              <p14:nvPr/>
            </p14:nvContentPartPr>
            <p14:xfrm>
              <a:off x="2720653" y="2086040"/>
              <a:ext cx="29160" cy="154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3F1970A-ABF7-A163-1300-7C49F58C176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711653" y="2077040"/>
                <a:ext cx="468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9EC074A-7674-6584-3BD5-A929979B973B}"/>
                  </a:ext>
                </a:extLst>
              </p14:cNvPr>
              <p14:cNvContentPartPr/>
              <p14:nvPr/>
            </p14:nvContentPartPr>
            <p14:xfrm>
              <a:off x="6297973" y="2997827"/>
              <a:ext cx="34200" cy="284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9EC074A-7674-6584-3BD5-A929979B973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289333" y="2988827"/>
                <a:ext cx="5184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00D224DC-9C85-1E22-4F9C-453FCB9B7185}"/>
              </a:ext>
            </a:extLst>
          </p:cNvPr>
          <p:cNvGrpSpPr/>
          <p:nvPr/>
        </p:nvGrpSpPr>
        <p:grpSpPr>
          <a:xfrm>
            <a:off x="4038973" y="4932827"/>
            <a:ext cx="147600" cy="322920"/>
            <a:chOff x="4038973" y="4932827"/>
            <a:chExt cx="14760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F42AD72-AE71-C5FD-C463-FE7C843A8070}"/>
                    </a:ext>
                  </a:extLst>
                </p14:cNvPr>
                <p14:cNvContentPartPr/>
                <p14:nvPr/>
              </p14:nvContentPartPr>
              <p14:xfrm>
                <a:off x="4038973" y="4932827"/>
                <a:ext cx="147600" cy="128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F42AD72-AE71-C5FD-C463-FE7C843A807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29973" y="4923827"/>
                  <a:ext cx="1652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68E074D-5590-CD98-9950-DC7F72CAE193}"/>
                    </a:ext>
                  </a:extLst>
                </p14:cNvPr>
                <p14:cNvContentPartPr/>
                <p14:nvPr/>
              </p14:nvContentPartPr>
              <p14:xfrm>
                <a:off x="4118893" y="4969187"/>
                <a:ext cx="53640" cy="286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68E074D-5590-CD98-9950-DC7F72CAE19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09893" y="4960547"/>
                  <a:ext cx="71280" cy="30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81217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4443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Wadeda</dc:creator>
  <cp:lastModifiedBy>Anil Wadeda</cp:lastModifiedBy>
  <cp:revision>9</cp:revision>
  <dcterms:created xsi:type="dcterms:W3CDTF">2026-02-24T09:53:35Z</dcterms:created>
  <dcterms:modified xsi:type="dcterms:W3CDTF">2026-08-20T06:08:47Z</dcterms:modified>
</cp:coreProperties>
</file>